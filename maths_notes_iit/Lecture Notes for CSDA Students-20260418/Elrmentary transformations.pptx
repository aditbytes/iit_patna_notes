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0:57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618 306 1156 0 0,'-21'-17'6910'0'0,"0"-8"-3269"0"0,20 24-2684 0 0,-1-1-643 0 0,0-1 0 0 0,1 1 1 0 0,-1 0-1 0 0,-1 0 0 0 0,1 0 1 0 0,-4-3-1 0 0,6 5-317 0 0,-1 0 0 0 0,1 0 0 0 0,-1 0 0 0 0,1 0 0 0 0,-1 0 0 0 0,1 0 0 0 0,-1-1 0 0 0,1 1 0 0 0,-1 0 0 0 0,1 1 0 0 0,-1-1 0 0 0,1 0 0 0 0,-1 0 0 0 0,1 0 0 0 0,-1 0 0 0 0,1 0 0 0 0,-1 0 0 0 0,1 1 0 0 0,-1-1 0 0 0,1 0 0 0 0,0 0 0 0 0,-1 1 0 0 0,1-1 0 0 0,-1 0 0 0 0,1 1 0 0 0,0-1 0 0 0,-1 0 0 0 0,1 1 0 0 0,0-1 0 0 0,-1 1-1 0 0,1-1 1 0 0,0 0 0 0 0,-1 1 0 0 0,1-1 0 0 0,0 1 0 0 0,0-1 0 0 0,0 1 0 0 0,0-1 0 0 0,-1 1 0 0 0,1 1 10 0 0,2 14-42 0 0,-1-12 36 0 0,1 1-1 0 0,-1-1 0 0 0,1 1 0 0 0,-1-1 1 0 0,1 0-1 0 0,0 1 0 0 0,1-1 0 0 0,-1 0 1 0 0,1 0-1 0 0,0-1 0 0 0,5 7 1 0 0,-8-10-1 0 0,2 2 7 0 0,1-2 17 0 0,2 1-9 0 0,-1 0 0 0 0,1-1 0 0 0,0 0 0 0 0,-1 0 0 0 0,1 0 0 0 0,0-1 0 0 0,0 1 0 0 0,-1-1 0 0 0,1 0 0 0 0,0-1 0 0 0,-1 1 0 0 0,0-1 0 0 0,1 0 0 0 0,4-2 0 0 0,1-2 0 0 0,0 0 0 0 0,0-1-1 0 0,0 0 1 0 0,-1 0 0 0 0,10-11 0 0 0,15-18 146 0 0,38-53 0 0 0,-71 87-149 0 0,2-5-7 0 0,0 1 0 0 0,1-1 0 0 0,0 1 0 0 0,10-12 1 0 0,-11 14-22 0 0,-2 3 25 0 0,1-8 127 0 0,-1 0 28 0 0,-2 7-18 0 0,1 1-137 0 0,-1-1 0 0 0,1 0 1 0 0,-1 0-1 0 0,1 0 0 0 0,-1 1 0 0 0,0-1 0 0 0,1 0 0 0 0,-1 1 0 0 0,0-1 0 0 0,0 1 0 0 0,-1-1 0 0 0,1 1 0 0 0,0-1 0 0 0,0 1 0 0 0,-1 0 0 0 0,1-1 0 0 0,0 1 0 0 0,-3-1 0 0 0,-29-18-80 0 0,33 20 71 0 0,-10-4-15 0 0,1 1 0 0 0,-1-1 0 0 0,0 2 0 0 0,0-1 0 0 0,-1 2 0 0 0,1-1 0 0 0,0 1 1 0 0,-1 1-1 0 0,1 0 0 0 0,0 0 0 0 0,-15 3 0 0 0,2 1 16 0 0,0 1 1 0 0,0 0-1 0 0,-42 18 1 0 0,46-15-26 0 0,1 1 1 0 0,0 0 0 0 0,0 1-1 0 0,1 1 1 0 0,1 1-1 0 0,-24 21 1 0 0,31-25 3 0 0,1 1-1 0 0,0 1 1 0 0,0 0 0 0 0,1 0-1 0 0,0 0 1 0 0,0 1 0 0 0,1 0-1 0 0,1 0 1 0 0,0 1-1 0 0,1-1 1 0 0,-6 23 0 0 0,7-20 14 0 0,1 0 1 0 0,1-1 0 0 0,0 1-1 0 0,1 0 1 0 0,0 0-1 0 0,1 0 1 0 0,1 0 0 0 0,0 0-1 0 0,1-1 1 0 0,0 1 0 0 0,7 14-1 0 0,-6-18 11 0 0,0 0-1 0 0,0-1 0 0 0,1 0 1 0 0,1 0-1 0 0,0-1 1 0 0,0 1-1 0 0,0-1 0 0 0,1-1 1 0 0,0 1-1 0 0,1-1 1 0 0,-1 0-1 0 0,1-1 1 0 0,1 0-1 0 0,-1 0 0 0 0,16 7 1 0 0,10 3 27 0 0,42 13 0 0 0,-61-25-12 0 0,1 0 0 0 0,0-1 0 0 0,1 0 0 0 0,31 0 0 0 0,-27-1-1 0 0,39 1 134 0 0,-28-3-45 0 0,-29 0-84 0 0,-6-1-84 0 0,-14 2 37 0 0,0 0 0 0 0,-1 1 0 0 0,1 1 1 0 0,0 0-1 0 0,-29 10 0 0 0,18-5 18 0 0,-28 7-8 0 0,0 3 0 0 0,2 2 0 0 0,0 2 0 0 0,1 3-1 0 0,-97 62 1 0 0,126-70-1 0 0,1 1-1 0 0,2 0 1 0 0,-31 34-1 0 0,43-42 13 0 0,1 0-1 0 0,0 0 0 0 0,1 1 0 0 0,0 0 1 0 0,1 1-1 0 0,0-1 0 0 0,1 1 0 0 0,0 0 1 0 0,-6 24-1 0 0,11-33 7 0 0,0 0 0 0 0,-1 0 0 0 0,1 0 0 0 0,0 1 0 0 0,1-1 0 0 0,-1 0 0 0 0,1 0 0 0 0,-1 0 0 0 0,1 1 1 0 0,0-1-1 0 0,0 0 0 0 0,0 0 0 0 0,1 0 0 0 0,-1-1 0 0 0,1 1 0 0 0,-1 0 0 0 0,1 0 0 0 0,0-1 0 0 0,0 1 0 0 0,0-1 0 0 0,1 1 1 0 0,-1-1-1 0 0,0 0 0 0 0,5 3 0 0 0,0 0 10 0 0,0-1 0 0 0,0 0 0 0 0,0 0 1 0 0,1 0-1 0 0,0-1 0 0 0,-1 0 0 0 0,1 0 1 0 0,9 1-1 0 0,18 2 17 0 0,0-2-1 0 0,0-2 1 0 0,37-1 0 0 0,106-13-2348 0 0,-169 11 2024 0 0,10-1-1522 0 0,-1-1 1 0 0,0-1-1 0 0,34-11 1 0 0,-34 7-1758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0:58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172 119 1764 0 0,'13'-89'14341'0'0,"-13"87"-13693"0"0,0 0-103 0 0,0-21 1089 0 0,0 20-777 0 0,0 7-834 0 0,-2 61 113 0 0,-17 104-1 0 0,-27 67-7 0 0,41-213-125 0 0,-79 330 126 0 0,76-323-77 0 0,-12 34-2331 0 0,19-51 1139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0:58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369 108 1896 0 0,'0'0'3957'0'0,"-1"-2"-3104"0"0,0 1 0 0 0,0 0 0 0 0,0-1 1 0 0,1 1-1 0 0,-1 0 0 0 0,0 0 1 0 0,-1 0-1 0 0,1 0 0 0 0,0 0 1 0 0,0 0-1 0 0,-2-1 0 0 0,2 3-834 0 0,-2 3-20 0 0,7 12 136 0 0,-2-11-116 0 0,0 0 1 0 0,1 0 0 0 0,-1-1-1 0 0,1 1 1 0 0,0-1-1 0 0,1 1 1 0 0,-1-1-1 0 0,1 0 1 0 0,0 0-1 0 0,0-1 1 0 0,0 1 0 0 0,5 3-1 0 0,-5-5 4 0 0,-2-1-3 0 0,1 1-1 0 0,0-1 0 0 0,0 0 1 0 0,0 0-1 0 0,0-1 1 0 0,0 1-1 0 0,0 0 0 0 0,0-1 1 0 0,0 0-1 0 0,0 0 1 0 0,0 0-1 0 0,0 0 1 0 0,0 0-1 0 0,1-1 0 0 0,-1 0 1 0 0,3 0-1 0 0,-2-1-2 0 0,0 0-1 0 0,1-1 0 0 0,-1 1 1 0 0,0-1-1 0 0,0 0 1 0 0,-1 0-1 0 0,1 0 1 0 0,-1-1-1 0 0,1 1 0 0 0,-1-1 1 0 0,4-5-1 0 0,0-3 14 0 0,0 0 0 0 0,9-20-1 0 0,-15 29-35 0 0,0 1 1 0 0,-1-1-1 0 0,1 0 0 0 0,-1 1 0 0 0,0-1 0 0 0,0 0 1 0 0,0 1-1 0 0,0-1 0 0 0,-1-3 0 0 0,1-1-10 0 0,0 5 8 0 0,0 0 0 0 0,-1 0 0 0 0,1 1 0 0 0,0-1 0 0 0,-1 0 0 0 0,1 0 0 0 0,-1 0 0 0 0,1 1 0 0 0,-1-1 0 0 0,0 0 1 0 0,0 0-1 0 0,0 1 0 0 0,0-1 0 0 0,0 1 0 0 0,0-1 0 0 0,0 1 0 0 0,-1-1 0 0 0,1 1 0 0 0,0 0 0 0 0,-1 0 0 0 0,1 0 0 0 0,-1 0 1 0 0,0 0-1 0 0,1 0 0 0 0,-1 0 0 0 0,0 0 0 0 0,1 0 0 0 0,-1 1 0 0 0,0-1 0 0 0,0 1 0 0 0,0-1 0 0 0,-2 1 0 0 0,-3-1-10 0 0,0 0 1 0 0,-1 0-1 0 0,1 1 0 0 0,0 0 0 0 0,-12 2 0 0 0,0 2-2 0 0,0 0 0 0 0,1 2 0 0 0,-1 0 0 0 0,1 1 0 0 0,0 0 0 0 0,-23 15 0 0 0,4 0-10 0 0,-57 47 0 0 0,73-52 26 0 0,1 1 0 0 0,0 1 1 0 0,1 1-1 0 0,2 0 0 0 0,0 2 1 0 0,-15 25-1 0 0,29-44 5 0 0,1 1 1 0 0,0-1-1 0 0,1 1 1 0 0,-1 0 0 0 0,1 0-1 0 0,0 0 1 0 0,0 0-1 0 0,0 0 1 0 0,0 0-1 0 0,0 0 1 0 0,1 0-1 0 0,0 0 1 0 0,0 0-1 0 0,0 0 1 0 0,1 0 0 0 0,-1 0-1 0 0,1 0 1 0 0,0 0-1 0 0,0 0 1 0 0,1 4-1 0 0,1-4 10 0 0,-1 0 0 0 0,0 0-1 0 0,1 0 1 0 0,0 0 0 0 0,0-1 0 0 0,0 1-1 0 0,0-1 1 0 0,0 0 0 0 0,1 0-1 0 0,-1 0 1 0 0,1 0 0 0 0,0-1 0 0 0,0 0-1 0 0,0 1 1 0 0,0-1 0 0 0,0-1-1 0 0,7 3 1 0 0,7 1 18 0 0,0-1 0 0 0,0 0 0 0 0,0-1 1 0 0,0-1-1 0 0,1-1 0 0 0,31-2 0 0 0,-6-4 55 0 0,71-15 0 0 0,-83 11 31 0 0,42-17 1 0 0,-67 23-335 0 0,-1 0 0 0 0,1-1 0 0 0,-1 0 0 0 0,0 0 0 0 0,0 0 0 0 0,0-1 0 0 0,-1 0 0 0 0,7-7 1 0 0,15-22-8294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0:59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50 2544 0 0,'3'-15'5948'0'0,"-2"-2"-909"0"0,1 1-904 0 0,0 15-3192 0 0,4 7-974 0 0,-5-2 44 0 0,1 0 1 0 0,-1 0 0 0 0,0 0 0 0 0,0 1 0 0 0,-1-1-1 0 0,1 0 1 0 0,-1 0 0 0 0,0 0 0 0 0,0 1 0 0 0,-1 5-1 0 0,1 0 10 0 0,-1 23 27 0 0,-1-1 0 0 0,-1 0 1 0 0,-2 0-1 0 0,-1 0 0 0 0,-2-1 1 0 0,-1 0-1 0 0,-17 41 0 0 0,10-31 32 0 0,12-28 20 0 0,-1 0-1 0 0,-8 15 1 0 0,12-26 49 0 0,-16-7-122 0 0,17 5-29 0 0,0 0 0 0 0,0 0 0 0 0,0 0 0 0 0,0 0 0 0 0,0-1 0 0 0,-1 1 0 0 0,1 0 0 0 0,0 0 1 0 0,0 0-1 0 0,0 0 0 0 0,0 0 0 0 0,0 0 0 0 0,-1 0 0 0 0,1 0 0 0 0,0 0 0 0 0,0 0 0 0 0,0 0 0 0 0,0 0 0 0 0,0-1 0 0 0,0 1 0 0 0,0 0 0 0 0,0 0 0 0 0,-1 0 0 0 0,1 0 0 0 0,0 0 0 0 0,0 0 0 0 0,0-1 0 0 0,0 1 0 0 0,0 0 0 0 0,0 0 1 0 0,0 0-1 0 0,0 0 0 0 0,0 0 0 0 0,0-1 0 0 0,0 1 0 0 0,0 0 0 0 0,0 0 0 0 0,0 0 0 0 0,0 0 0 0 0,0 0 0 0 0,0-1 0 0 0,0 1 0 0 0,0 0 0 0 0,1-21-17 0 0,1-1 1 0 0,1 1-1 0 0,1 0 0 0 0,1 1 0 0 0,0-1 1 0 0,2 1-1 0 0,0 0 0 0 0,2 0 0 0 0,0 1 0 0 0,1 0 1 0 0,0 1-1 0 0,2 0 0 0 0,0 1 0 0 0,1 0 1 0 0,1 1-1 0 0,1 0 0 0 0,0 1 0 0 0,19-14 0 0 0,-29 25 6 0 0,-1 1-1 0 0,1 0 1 0 0,0 0-1 0 0,0 1 1 0 0,0-1-1 0 0,0 1 0 0 0,0 1 1 0 0,1-1-1 0 0,-1 0 1 0 0,0 1-1 0 0,1 0 0 0 0,-1 1 1 0 0,1-1-1 0 0,0 1 1 0 0,-1 0-1 0 0,1 0 1 0 0,-1 1-1 0 0,7 1 0 0 0,-9-1 11 0 0,1 0-1 0 0,-1 0 0 0 0,0 0 0 0 0,0 1 0 0 0,0-1 0 0 0,0 1 0 0 0,0 0 0 0 0,0 0 0 0 0,-1 0 0 0 0,1 0 0 0 0,-1 1 1 0 0,1-1-1 0 0,3 6 0 0 0,-1-1 3 0 0,0 0 0 0 0,0 0 0 0 0,-1 0 0 0 0,4 9 0 0 0,-3-2 8 0 0,-1 0 0 0 0,0 1 0 0 0,0-1 0 0 0,-2 0 0 0 0,0 1 0 0 0,0 0 1 0 0,-2 0-1 0 0,0-1 0 0 0,0 1 0 0 0,-1 0 0 0 0,-1-1 0 0 0,-1 1 0 0 0,0-1 0 0 0,-1 1 0 0 0,0-1 0 0 0,-11 23 0 0 0,-24 35 166 0 0,27-57-106 0 0,11-15-67 0 0,1 0 1 0 0,0 1-1 0 0,-1-1 0 0 0,1 0 0 0 0,-1 1 0 0 0,1-1 0 0 0,-1 0 0 0 0,1 1 0 0 0,-1-1 0 0 0,1 0 1 0 0,-1 0-1 0 0,0 0 0 0 0,1 1 0 0 0,-1-1 0 0 0,1 0 0 0 0,-1 0 0 0 0,1 0 0 0 0,-1 0 0 0 0,0 0 0 0 0,1 0 1 0 0,-1 0-1 0 0,1 0 0 0 0,-1-1 0 0 0,1 1 0 0 0,-1 0 0 0 0,0 0 0 0 0,1 0 0 0 0,-1 0 0 0 0,0-1 0 0 0,-1-1-2 0 0,1 1-1 0 0,-1-1 0 0 0,1 1 0 0 0,-1-1 1 0 0,1 0-1 0 0,0 0 0 0 0,-1 0 0 0 0,1 0 0 0 0,0 0 1 0 0,0 0-1 0 0,0 0 0 0 0,1 0 0 0 0,-1 0 0 0 0,1 0 1 0 0,-1 0-1 0 0,1-1 0 0 0,-1-3 0 0 0,1 4 3 0 0,-1-4-9 0 0,1-1 0 0 0,-1 1 0 0 0,1-1 0 0 0,1 1 0 0 0,-1-1 0 0 0,1 1 0 0 0,0 0 0 0 0,1-1 0 0 0,-1 1 0 0 0,5-11 0 0 0,-2 4-17 0 0,1-1 14 0 0,1 0 0 0 0,0 0 1 0 0,1 1-1 0 0,1 0 0 0 0,0 1 0 0 0,0-1 0 0 0,1 1 0 0 0,1 1 1 0 0,12-12-1 0 0,15-12-49 0 0,52-37 0 0 0,-82 66 31 0 0,1 1 0 0 0,1 0-1 0 0,-1 0 1 0 0,1 0 0 0 0,-1 2 0 0 0,1-1-1 0 0,18-4 1 0 0,-25 7 25 0 0,0 1 1 0 0,1 0-1 0 0,-1 0 0 0 0,1 0 1 0 0,-1 0-1 0 0,0 0 0 0 0,1 0 1 0 0,-1 1-1 0 0,0-1 0 0 0,1 1 1 0 0,-1-1-1 0 0,0 1 0 0 0,1 0 1 0 0,-1 0-1 0 0,0 0 0 0 0,0 0 1 0 0,0 1-1 0 0,0-1 0 0 0,0 0 1 0 0,0 1-1 0 0,-1-1 0 0 0,1 1 1 0 0,0 0-1 0 0,-1 0 0 0 0,1-1 1 0 0,-1 1-1 0 0,1 0 0 0 0,0 3 1 0 0,1 1 4 0 0,0-1 1 0 0,-1 1 0 0 0,0-1 0 0 0,0 1-1 0 0,0 0 1 0 0,-1 0 0 0 0,0 0 0 0 0,0 0-1 0 0,0 9 1 0 0,-2 2 19 0 0,0 0 0 0 0,-1-1 1 0 0,-1 1-1 0 0,-7 26 0 0 0,-28 60 29 0 0,6-19-44 0 0,28-73-215 0 0,1-1 0 0 0,1 1 0 0 0,-2 12 0 0 0,4-20 96 0 0,0-2 16 0 0,0 0 0 0 0,-1 0 0 0 0,1 0 0 0 0,0 0 1 0 0,1 0-1 0 0,-1 1 0 0 0,0-1 0 0 0,0 0 0 0 0,0 0 0 0 0,1 0 1 0 0,-1 0-1 0 0,0 0 0 0 0,1 0 0 0 0,-1 1 0 0 0,1-1 0 0 0,-1 0 1 0 0,1 0-1 0 0,0-1 0 0 0,0 1 0 0 0,-1 0 0 0 0,1 0 0 0 0,0 0 1 0 0,0 0-1 0 0,0-1 0 0 0,0 1 0 0 0,0 0 0 0 0,0-1 0 0 0,0 1 1 0 0,0-1-1 0 0,0 1 0 0 0,0-1 0 0 0,0 1 0 0 0,0-1 0 0 0,0 0 1 0 0,0 1-1 0 0,0-1 0 0 0,1 0 0 0 0,0 0 0 0 0,5 1-516 0 0,-1-1-1 0 0,1 0 1 0 0,0 0-1 0 0,0 0 1 0 0,8-2 0 0 0,28-9-4149 0 0,-19 3 1094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01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227 762 924 0 0,'-8'-10'5937'0'0,"7"9"-5820"0"0,1 0-1 0 0,0 1 1 0 0,-1-1-1 0 0,1 0 1 0 0,0 1-1 0 0,-1-1 1 0 0,1 0-1 0 0,-1 1 1 0 0,1-1-1 0 0,-1 1 1 0 0,1-1-1 0 0,-1 1 1 0 0,1-1-1 0 0,-1 1 1 0 0,0-1-1 0 0,1 1 1 0 0,-1 0-1 0 0,0-1 1 0 0,1 1-1 0 0,-1 0 1 0 0,0 0-1 0 0,0-1 0 0 0,1 1 1 0 0,-1 0-1 0 0,0 0 1 0 0,0 0-1 0 0,1 0 1 0 0,-1 0-1 0 0,0 0 1 0 0,0 0-1 0 0,1 0 1 0 0,-1 0-1 0 0,0 0 1 0 0,1 1-1 0 0,-1-1 1 0 0,0 0-1 0 0,0 0 1 0 0,1 1-1 0 0,-1-1 1 0 0,0 1-1 0 0,0-1 1 0 0,-1 1-10 0 0,2 1-83 0 0,0 0 0 0 0,0 0 0 0 0,0 0 1 0 0,0 0-1 0 0,0 0 0 0 0,1 0 0 0 0,-1-1 0 0 0,1 1 0 0 0,-1 0 0 0 0,2 3 0 0 0,15 19 299 0 0,11-9 128 0 0,-10-13-269 0 0,-2-4-87 0 0,-15 2-88 0 0,1-1 0 0 0,0 1 0 0 0,-1 0 1 0 0,1-1-1 0 0,-1 0 0 0 0,1 1 0 0 0,-1-1 1 0 0,1 0-1 0 0,-1 0 0 0 0,1 0 0 0 0,-1 0 1 0 0,0 0-1 0 0,1 0 0 0 0,-1-1 1 0 0,2-1-1 0 0,1-2-9 0 0,0 1 4 0 0,0-1 1 0 0,0 0-1 0 0,-1 1 0 0 0,0-1 0 0 0,0-1 1 0 0,0 1-1 0 0,-1 0 0 0 0,0-1 0 0 0,0 1 1 0 0,0-1-1 0 0,2-10 0 0 0,-3 12 10 0 0,-1 0 0 0 0,1-1 0 0 0,-1 1 0 0 0,0 0 0 0 0,0 0 0 0 0,-1-1 0 0 0,1 1 0 0 0,-1 0 0 0 0,0 0 0 0 0,0-1 0 0 0,0 1 0 0 0,-1 0 0 0 0,1 0 1 0 0,-1 0-1 0 0,0 1 0 0 0,0-1 0 0 0,-4-4 0 0 0,5 6-9 0 0,-1 0 1 0 0,1 1 0 0 0,-1-1 0 0 0,0 1 0 0 0,0 0-1 0 0,0-1 1 0 0,0 1 0 0 0,0 0 0 0 0,0 0 0 0 0,0 0-1 0 0,0 0 1 0 0,0 1 0 0 0,0-1 0 0 0,-1 1 0 0 0,1-1-1 0 0,0 1 1 0 0,0 0 0 0 0,-1 0 0 0 0,1 0-1 0 0,0 0 1 0 0,0 0 0 0 0,-1 0 0 0 0,1 1 0 0 0,-3 0-1 0 0,-4 1 14 0 0,1 1-1 0 0,0 0 1 0 0,1 0-1 0 0,-16 8 0 0 0,4 2 17 0 0,1 0-1 0 0,0 2 1 0 0,1 0-1 0 0,0 0 1 0 0,1 2 0 0 0,1 0-1 0 0,0 1 1 0 0,2 0-1 0 0,0 1 1 0 0,-17 34-1 0 0,26-46-17 0 0,2-1 0 0 0,-1 1-1 0 0,1 0 1 0 0,0-1 0 0 0,0 1-1 0 0,0 0 1 0 0,1 0 0 0 0,0 0-1 0 0,1 1 1 0 0,0 10 0 0 0,0-15-5 0 0,1 1 0 0 0,-1 0 0 0 0,1-1 0 0 0,0 1 0 0 0,0 0 0 0 0,1-1 1 0 0,-1 1-1 0 0,1-1 0 0 0,0 0 0 0 0,-1 0 0 0 0,1 1 0 0 0,1-1 1 0 0,-1 0-1 0 0,0-1 0 0 0,1 1 0 0 0,0 0 0 0 0,-1-1 0 0 0,1 1 1 0 0,0-1-1 0 0,0 0 0 0 0,6 3 0 0 0,3 1-68 0 0,0-1-1 0 0,1-1 1 0 0,0 0-1 0 0,0-1 1 0 0,0 0-1 0 0,1-1 1 0 0,-1 0-1 0 0,1-1 1 0 0,-1 0-1 0 0,1-2 1 0 0,19-1-1 0 0,-9-2-434 0 0,0 0 0 0 0,0-1 0 0 0,0-1 0 0 0,-1-2 0 0 0,33-14 0 0 0,-39 13 197 0 0,0 0 1 0 0,0-2 0 0 0,-1 1-1 0 0,0-2 1 0 0,-1 0 0 0 0,-1-1 0 0 0,0-1-1 0 0,13-15 1 0 0,-11 8 801 0 0,0-1 1 0 0,-1 0-1 0 0,-2-1 1 0 0,0-1-1 0 0,11-31 0 0 0,6-12 2635 0 0,-30 65-2974 0 0,1 2-164 0 0,0 1 0 0 0,0-1-1 0 0,0 1 1 0 0,0-1 0 0 0,0 1 0 0 0,-1 0-1 0 0,1-1 1 0 0,0 1 0 0 0,-1 0 0 0 0,1-1-1 0 0,0 1 1 0 0,-1 0 0 0 0,1 0 0 0 0,-1 0 0 0 0,1 0-1 0 0,-1 0 1 0 0,1-1 0 0 0,-1 1 0 0 0,0 0-1 0 0,1 0 1 0 0,-1 0 0 0 0,0 0 0 0 0,0 0-1 0 0,0 2 1 0 0,2 26 47 0 0,-3-24-50 0 0,-1 31 121 0 0,-1-1-1 0 0,-2 1 1 0 0,-18 64-1 0 0,16-72-50 0 0,-4 7 338 0 0,-18 40-1 0 0,28-73-181 0 0,-1-1-66 0 0,2 0-152 0 0,-1-1 1 0 0,1 0 0 0 0,0 1 0 0 0,-1-1-1 0 0,1 0 1 0 0,0 0 0 0 0,-1 1-1 0 0,1-1 1 0 0,0 0 0 0 0,-1 0-1 0 0,1 1 1 0 0,0-1 0 0 0,-1 0 0 0 0,1 0-1 0 0,-1 0 1 0 0,1 0 0 0 0,-1 0-1 0 0,1 0 1 0 0,0 0 0 0 0,-1 0-1 0 0,1 1 1 0 0,-1-1 0 0 0,1-1 0 0 0,-1 1-1 0 0,1 0 1 0 0,0 0 0 0 0,-1 0-1 0 0,1 0 1 0 0,-1 0 0 0 0,1 0 0 0 0,0 0-1 0 0,-1-1 1 0 0,1 1 0 0 0,-1 0-1 0 0,1 0 1 0 0,0 0 0 0 0,-1-1-1 0 0,1 1 1 0 0,0 0 0 0 0,-1-1 0 0 0,1 1-1 0 0,0 0 1 0 0,0-1 0 0 0,-1 1-1 0 0,1 0 1 0 0,0-1 0 0 0,0 1 0 0 0,0-1-1 0 0,-1 1 1 0 0,1 0 0 0 0,0-1-1 0 0,0 1 1 0 0,0-1 0 0 0,0 1-1 0 0,0 0 1 0 0,0-1 0 0 0,0 1 0 0 0,0-1-1 0 0,0 1 1 0 0,0-1 0 0 0,0 1-1 0 0,0 0 1 0 0,0-1 0 0 0,0 0 0 0 0,1-12-15 0 0,0 0 1 0 0,0 0-1 0 0,2 0 0 0 0,-1 1 1 0 0,1-1-1 0 0,1 1 1 0 0,1-1-1 0 0,5-11 1 0 0,-1 6-18 0 0,1 1-1 0 0,0 0 1 0 0,1 1 0 0 0,25-28 0 0 0,-16 23-5 0 0,1 1 1 0 0,1 1-1 0 0,0 1 1 0 0,1 1 0 0 0,1 2-1 0 0,0 0 1 0 0,41-18-1 0 0,-47 26-9 0 0,0 0 0 0 0,1 1 0 0 0,0 1-1 0 0,31-4 1 0 0,-47 9 36 0 0,0 0 0 0 0,1 0 0 0 0,-1 0 0 0 0,0 0 0 0 0,0 0 0 0 0,0 1 0 0 0,1-1 0 0 0,-1 1 0 0 0,0 0 0 0 0,0 0 0 0 0,0 0 0 0 0,0 1 0 0 0,0-1 0 0 0,-1 1 0 0 0,1-1 0 0 0,0 1 0 0 0,-1 0 1 0 0,1 0-1 0 0,-1 0 0 0 0,1 1 0 0 0,-1-1 0 0 0,0 0 0 0 0,2 4 0 0 0,-1-2 15 0 0,-1-1 0 0 0,1 1 1 0 0,-1 0-1 0 0,0 0 1 0 0,0 1-1 0 0,-1-1 1 0 0,1 0-1 0 0,-1 1 0 0 0,0-1 1 0 0,0 1-1 0 0,-1-1 1 0 0,1 1-1 0 0,-1-1 0 0 0,0 8 1 0 0,-6 15 78 0 0,-1-1 1 0 0,-1 0 0 0 0,-1 0-1 0 0,-1-1 1 0 0,-1 0 0 0 0,-16 25-1 0 0,-25 61-3 0 0,50-106-88 0 0,0-1 0 0 0,0 1 0 0 0,1-1 0 0 0,-1 1 0 0 0,1 0 0 0 0,1-1 0 0 0,-1 1 0 0 0,1 0 0 0 0,-1 0 0 0 0,1 0 1 0 0,1-1-1 0 0,-1 1 0 0 0,1 0 0 0 0,0 0 0 0 0,2 7 0 0 0,-2-11-7 0 0,0 1 0 0 0,0-1 0 0 0,0 0 0 0 0,0 1 0 0 0,0-1 0 0 0,1 0 0 0 0,-1 0 0 0 0,0 0 1 0 0,1 0-1 0 0,-1 0 0 0 0,1-1 0 0 0,-1 1 0 0 0,1 0 0 0 0,-1-1 0 0 0,1 1 0 0 0,-1-1 0 0 0,1 1 0 0 0,2-1 0 0 0,30 4-226 0 0,-24-4-8 0 0,1-1-1 0 0,-1-1 1 0 0,1 0 0 0 0,-1 0 0 0 0,0-1 0 0 0,17-7 0 0 0,-5 0-705 0 0,39-23 1 0 0,-28 11 152 0 0,-1-1 1 0 0,-1-2 0 0 0,-1 0-1 0 0,-1-3 1 0 0,-2 0-1 0 0,-1-2 1 0 0,-1 0 0 0 0,-1-2-1 0 0,33-61 1 0 0,-34 50 683 0 0,-3 0-1 0 0,28-85 1 0 0,-34 77 1279 0 0,-2-1-1 0 0,8-74 0 0 0,-20 122-1094 0 0,17-238 7442 0 0,-15 209-6847 0 0,-2 30-457 0 0,-1 7-191 0 0,-38 146 623 0 0,-26 77 954 0 0,-63 105-191 0 0,71-188-1156 0 0,47-118-231 0 0,-24 66 83 0 0,31-82-120 0 0,0 1 0 0 0,1 0-1 0 0,0 0 1 0 0,1 0 0 0 0,0 0 0 0 0,1 16-1 0 0,1-25-29 0 0,-1 1 0 0 0,0 0-1 0 0,1-1 1 0 0,-1 1 0 0 0,1-1-1 0 0,0 1 1 0 0,0-1 0 0 0,0 1 0 0 0,0-1-1 0 0,0 0 1 0 0,1 0 0 0 0,-1 1-1 0 0,1-1 1 0 0,-1 0 0 0 0,1 0-1 0 0,0 0 1 0 0,3 2 0 0 0,-1-2-92 0 0,-1 1 1 0 0,1-1-1 0 0,-1-1 0 0 0,1 1 1 0 0,0 0-1 0 0,0-1 1 0 0,0 0-1 0 0,0 0 0 0 0,0 0 1 0 0,5 0-1 0 0,8 0-515 0 0,0-1 0 0 0,0-1 0 0 0,-1 0 0 0 0,22-5 0 0 0,36-9-1918 0 0,-2-2 0 0 0,0-4 1 0 0,88-38-1 0 0,-102 35-377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02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397 316 2804 0 0,'8'-6'670'0'0,"-1"-1"-1"0"0,1 1 0 0 0,-1-1 1 0 0,0 0-1 0 0,-1-1 1 0 0,0 1-1 0 0,0-1 0 0 0,0-1 1 0 0,-1 1-1 0 0,0-1 1 0 0,-1 0-1 0 0,0 0 0 0 0,0 0 1 0 0,3-14-1 0 0,-7 19-487 0 0,1 0-1 0 0,-1 0 0 0 0,0-1 1 0 0,0 1-1 0 0,-1 0 0 0 0,1-1 1 0 0,-1 1-1 0 0,0 0 0 0 0,0 0 1 0 0,0 0-1 0 0,-1 0 0 0 0,1 0 1 0 0,-1 0-1 0 0,0 0 0 0 0,0 0 1 0 0,0 0-1 0 0,-1 1 0 0 0,1-1 1 0 0,-1 1-1 0 0,0 0 1 0 0,0 0-1 0 0,0 0 0 0 0,0 0 1 0 0,-1 0-1 0 0,1 1 0 0 0,-1 0 1 0 0,0-1-1 0 0,1 1 0 0 0,-7-2 1 0 0,3 3-159 0 0,1 0 1 0 0,-1 0 0 0 0,1 1 0 0 0,-1 0 0 0 0,1 0 0 0 0,-1 0-1 0 0,1 1 1 0 0,-1 0 0 0 0,1 1 0 0 0,-1-1 0 0 0,1 1-1 0 0,0 0 1 0 0,-9 5 0 0 0,-13 7 17 0 0,1 3-1 0 0,1 0 1 0 0,0 1-1 0 0,1 2 1 0 0,2 0 0 0 0,0 2-1 0 0,1 0 1 0 0,0 2 0 0 0,2 0-1 0 0,2 1 1 0 0,-18 29-1 0 0,32-47-27 0 0,0 0 0 0 0,1 0 0 0 0,0 1 0 0 0,0-1 0 0 0,0 1 0 0 0,1-1-1 0 0,0 1 1 0 0,0 0 0 0 0,1 0 0 0 0,0 13 0 0 0,1-19-6 0 0,0 0 0 0 0,0 1 0 0 0,0-1 0 0 0,0 0 0 0 0,1 0 0 0 0,-1 1 0 0 0,1-1 0 0 0,0 0 0 0 0,-1 0 0 0 0,1 0 0 0 0,0 0 0 0 0,0 0 0 0 0,0 0 0 0 0,1 0 0 0 0,-1 0 0 0 0,0 0 0 0 0,1-1 0 0 0,-1 1 0 0 0,1-1 0 0 0,0 1 0 0 0,0-1 0 0 0,-1 1 0 0 0,1-1 0 0 0,0 0 0 0 0,0 0 0 0 0,0 0 0 0 0,0 0 0 0 0,0 0 0 0 0,4 1 0 0 0,1 0 6 0 0,-1-1 0 0 0,1 0 0 0 0,0 0 0 0 0,0-1 0 0 0,-1 0 0 0 0,1 0 0 0 0,0 0 0 0 0,8-2 0 0 0,-5-1-51 0 0,1 1 0 0 0,-1-2 1 0 0,0 1-1 0 0,0-2 0 0 0,0 1 0 0 0,0-1 0 0 0,-1-1 0 0 0,1 1 1 0 0,8-9-1 0 0,4-4-147 0 0,-2 0 0 0 0,25-28 0 0 0,-15 7 293 0 0,-1 0 0 0 0,-1-2 0 0 0,-3-2 0 0 0,21-45 0 0 0,-34 68-104 0 0,-9 17-23 0 0,-7 16 8 0 0,-64 192 63 0 0,62-186-39 0 0,0 0 0 0 0,2 1-1 0 0,0 0 1 0 0,1-1 0 0 0,1 1-1 0 0,0 0 1 0 0,3 28 0 0 0,-1-46-8 0 0,0-1 0 0 0,1 1 1 0 0,-1 0-1 0 0,0-1 0 0 0,1 1 1 0 0,-1 0-1 0 0,1-1 0 0 0,0 1 0 0 0,0 0 1 0 0,0-1-1 0 0,-1 1 0 0 0,1-1 1 0 0,0 0-1 0 0,1 1 0 0 0,-1-1 0 0 0,0 0 1 0 0,0 0-1 0 0,1 1 0 0 0,-1-1 1 0 0,0 0-1 0 0,1 0 0 0 0,-1 0 1 0 0,1-1-1 0 0,-1 1 0 0 0,1 0 0 0 0,0-1 1 0 0,-1 1-1 0 0,1-1 0 0 0,0 1 1 0 0,-1-1-1 0 0,1 0 0 0 0,0 1 0 0 0,0-1 1 0 0,-1 0-1 0 0,1 0 0 0 0,2-1 1 0 0,3 0 6 0 0,1 0 1 0 0,-1 0-1 0 0,0-1 1 0 0,0 1 0 0 0,0-2-1 0 0,0 1 1 0 0,8-5-1 0 0,5-5-36 0 0,1 0 0 0 0,-2-2 0 0 0,0 0 0 0 0,0-1 0 0 0,-1-1 0 0 0,24-28 0 0 0,-18 16-22 0 0,-1-2 1 0 0,-1-1-1 0 0,25-49 1 0 0,-40 67 61 0 0,-1 0 0 0 0,0-1 0 0 0,-1 1 0 0 0,0-2 0 0 0,2-13 0 0 0,-6 20 18 0 0,0 1-1 0 0,0-1 1 0 0,-1 0-1 0 0,0 0 1 0 0,0 1 0 0 0,-1-1-1 0 0,0 0 1 0 0,0 1-1 0 0,-1-1 1 0 0,0 1 0 0 0,-5-14-1 0 0,6 18-37 0 0,0 0-1 0 0,-1 1 1 0 0,1-1-1 0 0,-1 1 1 0 0,1-1 0 0 0,-1 1-1 0 0,0-1 1 0 0,0 1-1 0 0,0 0 1 0 0,0 0 0 0 0,0 0-1 0 0,-5-3 1 0 0,5 3-24 0 0,2 2 27 0 0,-2 0-6 0 0,0 0 0 0 0,0 0 1 0 0,0 0-1 0 0,0 0 0 0 0,0 0 1 0 0,0 0-1 0 0,0 0 0 0 0,0 1 0 0 0,0-1 1 0 0,0 1-1 0 0,0-1 0 0 0,1 1 1 0 0,-1 0-1 0 0,0 0 0 0 0,0-1 1 0 0,1 1-1 0 0,-1 1 0 0 0,0-1 0 0 0,1 0 1 0 0,-1 0-1 0 0,1 1 0 0 0,-1-1 1 0 0,1 0-1 0 0,0 1 0 0 0,-2 1 0 0 0,2 0 1 0 0,-1 1 0 0 0,0-1-1 0 0,1 1 1 0 0,0-1 0 0 0,0 1-1 0 0,0-1 1 0 0,0 1 0 0 0,0 0-1 0 0,1-1 1 0 0,-1 1 0 0 0,1 0-1 0 0,0 0 1 0 0,0-1-1 0 0,1 1 1 0 0,-1 0 0 0 0,1 0-1 0 0,0-1 1 0 0,0 1 0 0 0,0-1-1 0 0,0 1 1 0 0,1-1 0 0 0,-1 1-1 0 0,1-1 1 0 0,0 0 0 0 0,0 1-1 0 0,0-1 1 0 0,0 0 0 0 0,1-1-1 0 0,2 4 1 0 0,4 0 9 0 0,-1 0 0 0 0,1-1 0 0 0,1-1 0 0 0,-1 1 0 0 0,1-1 0 0 0,-1-1 0 0 0,1 0 0 0 0,0 0 0 0 0,0-1 0 0 0,12 2 0 0 0,-5-3-6 0 0,-1 0 0 0 0,1-1-1 0 0,0 0 1 0 0,-1-1-1 0 0,28-6 1 0 0,-39 6 0 0 0,11-5 1 0 0,-6 2 4 0 0,21-8 12 0 0,-29 11-14 0 0,7-4 7 0 0,-6 3-3 0 0,3-1 6 0 0,0-1-1 0 0,0 0 0 0 0,-1 0 1 0 0,1-1-1 0 0,5-7 0 0 0,-9 11-19 0 0,-5 1-164 0 0,-3 2 170 0 0,1 0 1 0 0,-1 1-1 0 0,1-1 0 0 0,0 1 1 0 0,0 0-1 0 0,0 0 0 0 0,0 0 1 0 0,1 1-1 0 0,0 0 0 0 0,-1 0 0 0 0,-3 5 1 0 0,-47 58-2 0 0,41-48 4 0 0,-9 10 8 0 0,2 1-1 0 0,-20 39 1 0 0,34-57-8 0 0,1 1 0 0 0,1 0 0 0 0,0 0 0 0 0,1 0 0 0 0,0 0 0 0 0,1 1 0 0 0,1 0 0 0 0,-2 25 0 0 0,4-36 6 0 0,0 0 0 0 0,0 0 1 0 0,1 0-1 0 0,-1 0 0 0 0,1 0 0 0 0,0 0 1 0 0,0 0-1 0 0,0 0 0 0 0,0 0 1 0 0,0 0-1 0 0,1-1 0 0 0,-1 1 0 0 0,1 0 1 0 0,0-1-1 0 0,0 0 0 0 0,0 1 1 0 0,0-1-1 0 0,0 0 0 0 0,0 0 0 0 0,1 0 1 0 0,-1 0-1 0 0,1 0 0 0 0,-1 0 1 0 0,1-1-1 0 0,0 0 0 0 0,0 1 0 0 0,0-1 1 0 0,-1 0-1 0 0,1 0 0 0 0,5 1 0 0 0,2 0-17 0 0,0-1 0 0 0,0 1 0 0 0,1-1 0 0 0,-1-1 0 0 0,0 0 0 0 0,0-1 0 0 0,18-2-1 0 0,-9-2-172 0 0,1 0 0 0 0,-1-1 0 0 0,0-1-1 0 0,-1-1 1 0 0,1 0 0 0 0,-2-2 0 0 0,1 0 0 0 0,-1-1-1 0 0,17-14 1 0 0,-7 2-45 0 0,-1 0 0 0 0,-1-2 1 0 0,-1-1-1 0 0,28-40 0 0 0,-41 49 684 0 0,-1 0-1 0 0,0-1 1 0 0,-1 0 0 0 0,-1 0-1 0 0,0-1 1 0 0,-2 0 0 0 0,7-30-1 0 0,-13 47-406 0 0,-2 4-33 0 0,-10 15-1 0 0,0 0 0 0 0,1 1 1 0 0,1 0-1 0 0,-12 28 0 0 0,9-13 1 0 0,-16 65 1 0 0,22-60-1 0 0,7-37-12 0 0,-1 0-1 0 0,1 1 1 0 0,0-1 0 0 0,0 1-1 0 0,-1-1 1 0 0,1 0 0 0 0,0 1-1 0 0,0-1 1 0 0,1 0 0 0 0,-1 1-1 0 0,0-1 1 0 0,0 1 0 0 0,1-1-1 0 0,-1 0 1 0 0,1 2 0 0 0,3 9 29 0 0,-4-10-24 0 0,0 1 0 0 0,0-1 0 0 0,1 0 1 0 0,-1 0-1 0 0,1 1 0 0 0,-1-1 0 0 0,1 0 0 0 0,0 0 1 0 0,0 0-1 0 0,0 0 0 0 0,0 0 0 0 0,1 0 0 0 0,-1 0 1 0 0,0 0-1 0 0,1 0 0 0 0,0 0 0 0 0,-1-1 0 0 0,1 1 0 0 0,0-1 1 0 0,0 1-1 0 0,0-1 0 0 0,0 0 0 0 0,0 0 0 0 0,0 0 1 0 0,0 0-1 0 0,0 0 0 0 0,0 0 0 0 0,4 1 0 0 0,2-1 4 0 0,0 0-1 0 0,-1-1 0 0 0,1 0 0 0 0,-1 0 0 0 0,1-1 0 0 0,-1 0 1 0 0,1 0-1 0 0,10-3 0 0 0,5-3-26 0 0,-1-1 0 0 0,0 0-1 0 0,-1-2 1 0 0,0 0 0 0 0,-1-2 0 0 0,22-15 0 0 0,109-93-187 0 0,-141 111 198 0 0,33-31 980 0 0,63-79 0 0 0,-105 118-956 0 0,0-1 1 0 0,0 1-1 0 0,0 0 1 0 0,0-1-1 0 0,0 1 0 0 0,0 0 1 0 0,0 0-1 0 0,1 0 1 0 0,-1 0-1 0 0,0 0 1 0 0,1 0-1 0 0,-1 0 1 0 0,3 0-1 0 0,-4 1-18 0 0,1 0 1 0 0,-1 1-1 0 0,0-1 0 0 0,1 0 1 0 0,-1 1-1 0 0,0-1 0 0 0,0 0 0 0 0,0 1 1 0 0,1-1-1 0 0,-1 1 0 0 0,0-1 1 0 0,0 0-1 0 0,0 1 0 0 0,0-1 1 0 0,0 1-1 0 0,0-1 0 0 0,1 0 0 0 0,-1 1 1 0 0,0-1-1 0 0,0 1 0 0 0,0-1 1 0 0,-1 1-1 0 0,1-1 0 0 0,0 1 0 0 0,0-1 1 0 0,0 0-1 0 0,0 1 0 0 0,0-1 1 0 0,0 1-1 0 0,-1-1 0 0 0,-14 49-11 0 0,-136 434 1794 0 0,49-131-738 0 0,53-210-849 0 0,-89 180 0 0 0,106-260-123 0 0,-2-2-1 0 0,-3-1 1 0 0,-3-1-1 0 0,-2-3 1 0 0,-60 61-1 0 0,84-97-36 0 0,-2-1-1 0 0,0-1 0 0 0,-1-1 1 0 0,-1-1-1 0 0,0-1 1 0 0,-1-1-1 0 0,0-1 0 0 0,-48 17 1 0 0,59-25-31 0 0,0-1 0 0 0,0 0 0 0 0,-1-1 0 0 0,1 0 0 0 0,0-1 1 0 0,-1 0-1 0 0,1-1 0 0 0,-1 0 0 0 0,1-1 0 0 0,0-1 0 0 0,-1 0 1 0 0,1-1-1 0 0,0 0 0 0 0,0 0 0 0 0,1-2 0 0 0,-1 1 0 0 0,1-1 1 0 0,0-1-1 0 0,0 0 0 0 0,-19-14 0 0 0,22 13 8 0 0,0 0 1 0 0,1 0-1 0 0,0-1 0 0 0,0 1 1 0 0,0-2-1 0 0,1 1 1 0 0,0-1-1 0 0,1 0 0 0 0,0 0 1 0 0,0 0-1 0 0,-4-15 0 0 0,4 9 7 0 0,2 1 0 0 0,0-1 0 0 0,0 0 0 0 0,1 0 0 0 0,1 0 0 0 0,1 0 0 0 0,1-19 0 0 0,4 1-11 0 0,0 1 0 0 0,2 0-1 0 0,1 1 1 0 0,2 0 0 0 0,1 0-1 0 0,25-50 1 0 0,-11 37-35 0 0,1 1 0 0 0,2 2 1 0 0,2 0-1 0 0,2 2 0 0 0,2 1 0 0 0,1 2 0 0 0,48-39 0 0 0,-21 27-148 0 0,2 2 0 0 0,2 3 0 0 0,133-65 0 0 0,156-23-5264 0 0,-253 98 1103 0 0,-62 14 872 0 0,-16 3-1630 0 0,-12 7-143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03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499 41 1868 0 0,'-82'-9'1934'0'0,"-267"-23"7127"0"0,287 35-7528 0 0,58-2-1176 0 0,4 0-334 0 0,0-1 0 0 0,-1 0 1 0 0,1 1-1 0 0,0-1 0 0 0,0 1 0 0 0,0-1 1 0 0,0 0-1 0 0,0 1 0 0 0,0-1 1 0 0,0 1-1 0 0,0-1 0 0 0,0 1 1 0 0,0-1-1 0 0,0 0 0 0 0,0 1 0 0 0,0-1 1 0 0,0 1-1 0 0,0-1 0 0 0,0 1 1 0 0,1-1-1 0 0,-1 0 0 0 0,0 1 1 0 0,0-1-1 0 0,0 1 0 0 0,1-1 0 0 0,-1 0 1 0 0,0 1-1 0 0,0-1 0 0 0,1 0 1 0 0,-1 0-1 0 0,0 1 0 0 0,1-1 1 0 0,-1 0-1 0 0,1 1 0 0 0,0-1 0 0 0,28 6 219 0 0,0-2-1 0 0,54 1 1 0 0,66-9-53 0 0,-76 1-103 0 0,603-14-1346 0 0,-419 12-6603 0 0,-209 3 2799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04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1033 968 0 0,'-4'0'1803'0'0,"-55"7"4459"0"0,56-6-6191 0 0,1 0 1 0 0,0-1 0 0 0,0 1-1 0 0,0 1 1 0 0,0-1-1 0 0,0 0 1 0 0,0 0-1 0 0,0 1 1 0 0,0-1 0 0 0,0 1-1 0 0,0 0 1 0 0,1-1-1 0 0,-1 1 1 0 0,1 0 0 0 0,-1 0-1 0 0,1 0 1 0 0,0 0-1 0 0,-1 3 1 0 0,-1 0 27 0 0,1 0 1 0 0,1 0 0 0 0,-1 1-1 0 0,1-1 1 0 0,0 0-1 0 0,0 1 1 0 0,1-1-1 0 0,-1 8 1 0 0,1-10-85 0 0,0 0 50 0 0,0 0 0 0 0,0-1 0 0 0,0 1 0 0 0,0 0 0 0 0,0-1 0 0 0,1 1 0 0 0,-1 0-1 0 0,1-1 1 0 0,0 1 0 0 0,-1-1 0 0 0,1 1 0 0 0,1-1 0 0 0,0 3 0 0 0,-1-3 27 0 0,1-1 0 0 0,0 1-1 0 0,-1-1 1 0 0,1 1 0 0 0,0-1-1 0 0,0 0 1 0 0,-1 0 0 0 0,1 0-1 0 0,0 0 1 0 0,0 0 0 0 0,0 0-1 0 0,1 0 1 0 0,-1-1 0 0 0,0 1 0 0 0,0-1-1 0 0,3 1 1 0 0,1-1 32 0 0,-1 0-1 0 0,1 0 1 0 0,0 0-1 0 0,0-1 1 0 0,11-2 0 0 0,2-3 66 0 0,0 0 0 0 0,30-15 0 0 0,-23 7-142 0 0,-2-1-1 0 0,1-1 0 0 0,-2-1 1 0 0,0-1-1 0 0,-1-1 1 0 0,-1-1-1 0 0,-1-1 1 0 0,31-41-1 0 0,-15 11-53 0 0,-2-2-1 0 0,53-111 0 0 0,-56 94 144 0 0,-3-2 0 0 0,-4 0 0 0 0,-2-1 0 0 0,-4-2 0 0 0,10-82 0 0 0,-25 136 102 0 0,9-115 1192 0 0,-12 133-1412 0 0,-22 25-30 0 0,-91 228 68 0 0,52-108-37 0 0,-132 339 198 0 0,180-438-210 0 0,2 0 0 0 0,2 1 0 0 0,-6 71 0 0 0,15-107 2 0 0,0 1 0 0 0,0-1 0 0 0,1 1 0 0 0,0-1 0 0 0,0 1 0 0 0,1-1 0 0 0,0 0 0 0 0,6 16 0 0 0,-6-21 0 0 0,0 0 0 0 0,0 1 0 0 0,0-1 1 0 0,0 0-1 0 0,0 0 0 0 0,0 0 1 0 0,1-1-1 0 0,-1 1 0 0 0,1 0 0 0 0,0-1 1 0 0,0 0-1 0 0,0 0 0 0 0,0 0 0 0 0,0 0 1 0 0,1 0-1 0 0,-1 0 0 0 0,0-1 0 0 0,1 0 1 0 0,-1 0-1 0 0,1 0 0 0 0,0 0 0 0 0,5 1 1 0 0,5-2 4 0 0,0 0 1 0 0,0-1-1 0 0,0 0 1 0 0,0-1 0 0 0,-1-1-1 0 0,1 0 1 0 0,-1-1-1 0 0,1 0 1 0 0,-1-1-1 0 0,-1 0 1 0 0,1-1 0 0 0,12-9-1 0 0,7-4-5 0 0,-2-2 1 0 0,-1 0-1 0 0,37-37 0 0 0,-25 19-19 0 0,-2-2-1 0 0,-1-1 1 0 0,-2-2 0 0 0,55-90-1 0 0,-80 115 49 0 0,-1 0 0 0 0,-1 0-1 0 0,-1-1 1 0 0,-1-1 0 0 0,7-26-1 0 0,-11 30 108 0 0,-1 1-1 0 0,1-24 0 0 0,-3 39-145 0 0,0 0-1 0 0,0 0 1 0 0,0 0-1 0 0,0 0 1 0 0,0 0-1 0 0,-1 0 1 0 0,1 0-1 0 0,0 0 1 0 0,-1 0-1 0 0,1 0 0 0 0,0 0 1 0 0,-1 0-1 0 0,1 1 1 0 0,-1-1-1 0 0,1 0 1 0 0,-1 0-1 0 0,0 0 1 0 0,1 1-1 0 0,-1-1 1 0 0,0 0-1 0 0,0 1 0 0 0,1-1 1 0 0,-1 1-1 0 0,0-1 1 0 0,0 1-1 0 0,0-1 1 0 0,0 1-1 0 0,0-1 1 0 0,0 1-1 0 0,0 0 1 0 0,0 0-1 0 0,0-1 0 0 0,1 1 1 0 0,-1 0-1 0 0,0 0 1 0 0,0 0-1 0 0,0 0 1 0 0,0 0-1 0 0,0 0 1 0 0,0 0-1 0 0,0 1 1 0 0,0-1-1 0 0,-1 0 0 0 0,-4 1-7 0 0,1 1-1 0 0,-1-1 0 0 0,1 1 1 0 0,-10 4-1 0 0,7-2 0 0 0,1 1-1 0 0,0 0 1 0 0,0 0-1 0 0,1 0 1 0 0,-1 1-1 0 0,1 0 1 0 0,1 1-1 0 0,-1-1 1 0 0,1 1 0 0 0,0 0-1 0 0,0 0 1 0 0,1 1-1 0 0,0-1 1 0 0,1 1-1 0 0,-1 0 1 0 0,-3 14-1 0 0,6-19 4 0 0,0 14-11 0 0,1-3 4 0 0,0-11 14 0 0,0 0 1 0 0,1-1 0 0 0,-1 1-1 0 0,1 0 1 0 0,-1 0 0 0 0,1-1-1 0 0,0 1 1 0 0,0 0-1 0 0,0-1 1 0 0,0 1 0 0 0,0-1-1 0 0,1 1 1 0 0,-1-1 0 0 0,1 0-1 0 0,0 1 1 0 0,3 2 0 0 0,-1-1 3 0 0,0-1 1 0 0,0 0-1 0 0,1 0 1 0 0,-1 0-1 0 0,1-1 1 0 0,-1 1 0 0 0,1-1-1 0 0,7 2 1 0 0,4 0 12 0 0,0 0-1 0 0,0-1 1 0 0,1-1 0 0 0,29 0 0 0 0,-22-3-9 0 0,1-1 0 0 0,0-2 1 0 0,-1 0-1 0 0,27-8 0 0 0,-5-2 71 0 0,45-21-1 0 0,-89 33-60 0 0,15-3-31 0 0,-8 3-128 0 0,-17 14 63 0 0,-26 26 52 0 0,-51 65-44 0 0,83-100 72 0 0,-25 34 2 0 0,-27 50 1 0 0,47-75-6 0 0,2-1 0 0 0,0 1 0 0 0,0 1 0 0 0,1-1 0 0 0,0 1 0 0 0,1-1 0 0 0,1 1 0 0 0,0 0 0 0 0,0 14 0 0 0,6 6 69 0 0,-3-32-63 0 0,-1 1 0 0 0,1-1 0 0 0,-1 1-1 0 0,1-1 1 0 0,0 1 0 0 0,0-1 0 0 0,0 1 0 0 0,-1-1 0 0 0,1 0 0 0 0,1 1 0 0 0,-1-1 0 0 0,0 0 0 0 0,0 0 0 0 0,0 0-1 0 0,1 0 1 0 0,-1 0 0 0 0,0 0 0 0 0,3 1 0 0 0,3 0-50 0 0,1 0-1 0 0,0-1 1 0 0,0 1-1 0 0,0-2 1 0 0,0 1-1 0 0,0-1 1 0 0,1 0-1 0 0,-1-1 1 0 0,0 0-1 0 0,0 0 1 0 0,0 0 0 0 0,-1-1-1 0 0,14-5 1 0 0,8-4-1161 0 0,-1-1 1 0 0,37-22 0 0 0,-44 21-681 0 0,-1-1 0 0 0,0-1 1 0 0,19-19-1 0 0,-6 3-3444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04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434 127 288 0 0,'-61'4'2340'0'0,"-294"14"8672"0"0,338-18-10432 0 0,18 0-34 0 0,28-2-216 0 0,282-47 99 0 0,-136 20-372 0 0,-48 8-16 0 0,52-8-521 0 0,-60 14-2638 0 0,-95 14 2114 0 0,3 0-3670 0 0,3-1 731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06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243 273 640 0 0,'3'-1'1401'0'0,"52"-32"3618"0"0,-30 17-2401 0 0,27-24 0 0 0,-48 36-2290 0 0,0-1-1 0 0,0 0 0 0 0,0 0 0 0 0,-1 0 0 0 0,0-1 0 0 0,0 1 0 0 0,-1-1 0 0 0,1 1 0 0 0,2-12 0 0 0,-4 12-207 0 0,0 0 0 0 0,-1 0 0 0 0,1-1 0 0 0,-1 1 0 0 0,0 0-1 0 0,-1 0 1 0 0,1 0 0 0 0,-1-1 0 0 0,0 1 0 0 0,-3-7 0 0 0,4 10-106 0 0,-6-2-3 0 0,6 4-12 0 0,0 0 1 0 0,-1-1-1 0 0,1 1 0 0 0,0 0 0 0 0,0-1 0 0 0,0 1 0 0 0,-1 0 1 0 0,1 0-1 0 0,0-1 0 0 0,0 1 0 0 0,-1 0 0 0 0,1 0 0 0 0,0 0 1 0 0,-1-1-1 0 0,1 1 0 0 0,0 0 0 0 0,-1 0 0 0 0,1 0 0 0 0,0 0 1 0 0,-1 0-1 0 0,1-1 0 0 0,0 1 0 0 0,-1 0 0 0 0,1 0 1 0 0,0 0-1 0 0,-1 0 0 0 0,1 0 0 0 0,0 0 0 0 0,-1 0 0 0 0,1 1 1 0 0,0-1-1 0 0,-1 0 0 0 0,1 0 0 0 0,-1 0 0 0 0,-15 5-3 0 0,0 0-1 0 0,0 1 1 0 0,1 1-1 0 0,0 0 1 0 0,0 1-1 0 0,0 1 1 0 0,1 0-1 0 0,1 1 1 0 0,-21 19 0 0 0,-8 11 41 0 0,-55 67 0 0 0,82-88-35 0 0,-23 36 0 0 0,34-47-10 0 0,-1 0-1 0 0,1 1 1 0 0,1-1-1 0 0,0 1 1 0 0,0-1 0 0 0,0 1-1 0 0,-1 15 1 0 0,3-22 11 0 0,1 0 0 0 0,0-1 0 0 0,0 1 0 0 0,0 0 1 0 0,0-1-1 0 0,0 1 0 0 0,0 0 0 0 0,0 0 0 0 0,1-1 0 0 0,-1 1 0 0 0,1 0 1 0 0,-1-1-1 0 0,1 1 0 0 0,-1-1 0 0 0,1 1 0 0 0,0-1 0 0 0,0 1 0 0 0,0-1 1 0 0,0 1-1 0 0,0-1 0 0 0,0 0 0 0 0,0 1 0 0 0,1-1 0 0 0,-1 0 0 0 0,0 0 0 0 0,1 0 1 0 0,-1 0-1 0 0,0 0 0 0 0,1 0 0 0 0,0-1 0 0 0,-1 1 0 0 0,1 0 0 0 0,-1-1 1 0 0,1 1-1 0 0,0-1 0 0 0,-1 0 0 0 0,1 1 0 0 0,0-1 0 0 0,-1 0 0 0 0,5 0 1 0 0,11-1 1 0 0,1-1 0 0 0,0-1 1 0 0,0 0-1 0 0,-1-1 1 0 0,0-1-1 0 0,0-1 1 0 0,0 0-1 0 0,0-1 1 0 0,26-16-1 0 0,-5-1-51 0 0,0-2 0 0 0,60-53 0 0 0,-57 39 365 0 0,-1-1 0 0 0,41-55 0 0 0,-79 94-332 0 0,-2 3 0 0 0,1 0 11 0 0,0-1 1 0 0,-1 1 0 0 0,1 0 0 0 0,-1 0 0 0 0,1 0 0 0 0,-1 0 0 0 0,1 0 0 0 0,-1 0 0 0 0,0 0-1 0 0,0 0 1 0 0,1 0 0 0 0,-1 0 0 0 0,0 0 0 0 0,0 0 0 0 0,0 0 0 0 0,0 0 0 0 0,0 0 0 0 0,0 0-1 0 0,0 0 1 0 0,0 0 0 0 0,-1 0 0 0 0,1 0 0 0 0,-1 1 0 0 0,-7 28 22 0 0,7-27-22 0 0,-35 94 47 0 0,20-60-26 0 0,2 1-1 0 0,2 1 0 0 0,-11 59 1 0 0,21-83-20 0 0,1-8-4 0 0,0 1 0 0 0,0-1 1 0 0,1 0-1 0 0,-1 0 0 0 0,2 0 1 0 0,-1 1-1 0 0,2 8 0 0 0,0-11 6 0 0,0-4-5 0 0,-1 1 0 0 0,0-1 0 0 0,0 1 0 0 0,0-1 0 0 0,0 0-1 0 0,1 0 1 0 0,-1 1 0 0 0,1-1 0 0 0,-1 0 0 0 0,1 0 0 0 0,-1-1-1 0 0,1 1 1 0 0,0 0 0 0 0,-1 0 0 0 0,1-1 0 0 0,0 1 0 0 0,0-1-1 0 0,-1 1 1 0 0,1-1 0 0 0,0 0 0 0 0,0 0 0 0 0,0 0 0 0 0,-1 0 0 0 0,1 0-1 0 0,0 0 1 0 0,0 0 0 0 0,0-1 0 0 0,-1 1 0 0 0,1-1 0 0 0,0 1-1 0 0,0-1 1 0 0,-1 0 0 0 0,3-1 0 0 0,-2 1-12 0 0,13-6-79 0 0,0-1 0 0 0,-1-1 0 0 0,0-1 1 0 0,0 0-1 0 0,-1 0 0 0 0,-1-1 0 0 0,13-15 0 0 0,-9 12 8 0 0,31-37-177 0 0,72-95-1 0 0,0-3 195 0 0,-116 146 62 0 0,0-1-1 0 0,0 1 0 0 0,0 0 1 0 0,0-1-1 0 0,1 1 0 0 0,-1 1 1 0 0,1-1-1 0 0,0 0 0 0 0,0 1 1 0 0,0 0-1 0 0,0 0 0 0 0,0 0 1 0 0,0 1-1 0 0,1-1 0 0 0,-1 1 1 0 0,1 0-1 0 0,6-1 0 0 0,-8 2 8 0 0,-1 1-1 0 0,1-1 1 0 0,-1 1-1 0 0,0-1 1 0 0,1 1-1 0 0,-1 0 1 0 0,0 0-1 0 0,0 0 1 0 0,1 0-1 0 0,-1 0 1 0 0,0 1-1 0 0,0-1 0 0 0,0 1 1 0 0,0-1-1 0 0,-1 1 1 0 0,1 0-1 0 0,0 0 1 0 0,-1 0-1 0 0,1 0 1 0 0,1 3-1 0 0,3 4 18 0 0,-1 0 1 0 0,0 1-1 0 0,3 10 1 0 0,-7-17-17 0 0,3 8 24 0 0,-1 1-1 0 0,0-1 1 0 0,-1 1-1 0 0,0-1 1 0 0,-1 1-1 0 0,-1 0 1 0 0,0 0-1 0 0,0-1 1 0 0,-1 1-1 0 0,0 0 1 0 0,-6 20-1 0 0,-2 1 53 0 0,-1-1 1 0 0,-27 56-1 0 0,27-69 329 0 0,-1 1 0 0 0,-24 30-1 0 0,34-48-262 0 0,-2-2-36 0 0,3 1-101 0 0,-1-1 0 0 0,0 0 1 0 0,1 0-1 0 0,-1 0 0 0 0,1 0 0 0 0,-1 0 1 0 0,0 0-1 0 0,1 0 0 0 0,-1 0 1 0 0,1 0-1 0 0,-1-1 0 0 0,0 1 1 0 0,1 0-1 0 0,-1 0 0 0 0,1 0 0 0 0,-1-1 1 0 0,1 1-1 0 0,-1 0 0 0 0,1-1 1 0 0,-1 1-1 0 0,1 0 0 0 0,-1-1 1 0 0,1 1-1 0 0,-1-1 0 0 0,1 1 0 0 0,-1-1 1 0 0,0-1 1 0 0,1 1 1 0 0,-1-1-1 0 0,1 1 0 0 0,-1-1 1 0 0,1 0-1 0 0,0 1 0 0 0,-1-1 1 0 0,1 1-1 0 0,0-1 0 0 0,0-2 1 0 0,1-11-12 0 0,1 1 0 0 0,0-1-1 0 0,1 1 1 0 0,0 0 0 0 0,1 0 0 0 0,1 0 0 0 0,0 1 0 0 0,1-1 0 0 0,11-19 0 0 0,0 5-29 0 0,2 1 0 0 0,0 0 0 0 0,27-27 1 0 0,-20 26 7 0 0,2 2 1 0 0,1 1-1 0 0,53-37 1 0 0,-64 50-3 0 0,0 1 1 0 0,0 1-1 0 0,1 1 1 0 0,1 1-1 0 0,-1 0 1 0 0,1 2-1 0 0,1 0 1 0 0,23-4-1 0 0,-38 10 18 0 0,0-1-1 0 0,0 1 1 0 0,0 0-1 0 0,-1 0 1 0 0,1 1-1 0 0,0 0 0 0 0,0 0 1 0 0,-1 0-1 0 0,1 1 1 0 0,-1 0-1 0 0,1 0 1 0 0,-1 0-1 0 0,0 1 0 0 0,9 5 1 0 0,-11-6 10 0 0,1 1 1 0 0,-1-1-1 0 0,0 1 1 0 0,0 0-1 0 0,0 0 0 0 0,-1 1 1 0 0,1-1-1 0 0,-1 0 1 0 0,0 1-1 0 0,0-1 1 0 0,0 1-1 0 0,0 0 1 0 0,-1 0-1 0 0,1 0 0 0 0,-1 0 1 0 0,0 0-1 0 0,0 0 1 0 0,0 0-1 0 0,-1 0 1 0 0,0 6-1 0 0,0 5 19 0 0,-2 0 1 0 0,0 0-1 0 0,0 0 1 0 0,-1 0-1 0 0,-1-1 0 0 0,-1 1 1 0 0,-12 25-1 0 0,-6 5 20 0 0,-29 43-1 0 0,20-38-31 0 0,-31 66-79 0 0,62-114 82 0 0,1 1 19 0 0,-1-3-30 0 0,1 1 0 0 0,0-1 1 0 0,0 0-1 0 0,0 0 1 0 0,0 0-1 0 0,0 1 1 0 0,-1-1-1 0 0,1 0 0 0 0,0 0 1 0 0,0 1-1 0 0,0-1 1 0 0,0 0-1 0 0,0 0 1 0 0,0 1-1 0 0,0-1 0 0 0,0 0 1 0 0,0 0-1 0 0,0 1 1 0 0,0-1-1 0 0,0 0 1 0 0,0 0-1 0 0,0 1 0 0 0,0-1 1 0 0,0 0-1 0 0,0 0 1 0 0,0 1-1 0 0,1-1 1 0 0,-1 0-1 0 0,0 0 1 0 0,0 1-1 0 0,0-1 0 0 0,0 0 1 0 0,0 0-1 0 0,1 0 1 0 0,-1 0-1 0 0,0 1 1 0 0,0-1-1 0 0,0 0 0 0 0,1 0 1 0 0,-1 0-1 0 0,0 0 1 0 0,0 1-1 0 0,0-1 1 0 0,1 0-1 0 0,7-1 7 0 0,1-1 0 0 0,-1 0 0 0 0,0 0 0 0 0,0-1-1 0 0,-1 0 1 0 0,10-5 0 0 0,50-30 6 0 0,-34 19-15 0 0,119-72-55 0 0,168-133 1 0 0,-185 103 191 0 0,-124 108-132 0 0,-1 1-1 0 0,14-22 1 0 0,-21 29-23 0 0,-2 4 16 0 0,-1 1 1 0 0,0 0-1 0 0,1-1 0 0 0,-1 1 1 0 0,0 0-1 0 0,0-1 1 0 0,1 1-1 0 0,-1-1 1 0 0,0 1-1 0 0,0 0 1 0 0,0-1-1 0 0,1 1 0 0 0,-1-1 1 0 0,0 1-1 0 0,0-1 1 0 0,0 1-1 0 0,0-1 1 0 0,0 1-1 0 0,0 0 1 0 0,0-1-1 0 0,0 1 0 0 0,0-1 1 0 0,0 1-1 0 0,0-1 1 0 0,-1 1-1 0 0,1 0 1 0 0,0-1-1 0 0,0 1 0 0 0,0-1 1 0 0,0 1-1 0 0,-1-1 1 0 0,1 1-1 0 0,0 0 1 0 0,0-1-1 0 0,-1 1 1 0 0,1 0-1 0 0,0-1 0 0 0,-1 1 1 0 0,1 0-1 0 0,0 0 1 0 0,-1-1-1 0 0,1 1 1 0 0,0 0-1 0 0,-1 0 1 0 0,1-1-1 0 0,-1 1 0 0 0,-1 0-1 0 0,1-1-1 0 0,0 1 0 0 0,0 0 0 0 0,-1 0 0 0 0,1 0 1 0 0,0 0-1 0 0,-1 0 0 0 0,1 0 0 0 0,0 0 0 0 0,-1 0 1 0 0,1 0-1 0 0,0 0 0 0 0,-1 1 0 0 0,1-1 0 0 0,0 1 0 0 0,-2 0 1 0 0,-11 7-14 0 0,1 0 1 0 0,-1 1-1 0 0,2 1 1 0 0,-13 11-1 0 0,20-16 8 0 0,1-1 0 0 0,-1 1 0 0 0,1 0 0 0 0,0 1 0 0 0,0-1 0 0 0,1 1 0 0 0,0 0 0 0 0,0-1 0 0 0,0 1 0 0 0,1 1 0 0 0,-1-1 0 0 0,1 0 0 0 0,-1 12 0 0 0,-1 5 15 0 0,5-11-3 0 0,5 3 3 0 0,-3-4-3 0 0,0-1 1 0 0,1 1-1 0 0,0-1 1 0 0,1 0-1 0 0,1 0 1 0 0,-1 0-1 0 0,1-1 1 0 0,1 0 0 0 0,0 0-1 0 0,0 0 1 0 0,12 10-1 0 0,-11-12 0 0 0,-7-5-4 0 0,13 13-2 0 0,4 11 6 0 0,7 15 21 0 0,-24-40-16 0 0,0 1 0 0 0,-1 0 0 0 0,1-1 0 0 0,-1 1 0 0 0,0 0 0 0 0,1-1 0 0 0,-1 1 0 0 0,0 0 0 0 0,0 0 0 0 0,0-1 0 0 0,0 1 0 0 0,0 0 0 0 0,-1-1 0 0 0,1 1 0 0 0,0 0 0 0 0,-1-1 0 0 0,0 1 0 0 0,1 0 0 0 0,-1-1 0 0 0,0 1 1 0 0,1-1-1 0 0,-1 1 0 0 0,0-1 0 0 0,-2 3 0 0 0,0 0 16 0 0,0-1 0 0 0,0 1 1 0 0,-1 0-1 0 0,1-1 0 0 0,-1 0 0 0 0,0 0 1 0 0,-7 4-1 0 0,0-1 11 0 0,0-1 0 0 0,0 0 0 0 0,-1-1-1 0 0,0 0 1 0 0,0-1 0 0 0,0 0 0 0 0,0-1 0 0 0,0-1 0 0 0,-1 0-1 0 0,1 0 1 0 0,-1-1 0 0 0,1-1 0 0 0,0 0 0 0 0,-1 0 0 0 0,1-2 0 0 0,-16-4-1 0 0,20 5-408 0 0,-9-4-64 0 0,0 1 0 0 0,-16-9 0 0 0,5-6-2403 0 0,26 18 2282 0 0,1 1 0 0 0,-1-1 0 0 0,1 0 1 0 0,0 1-1 0 0,0-1 0 0 0,-1 0 0 0 0,1 0 0 0 0,0 0 1 0 0,0 0-1 0 0,1 0 0 0 0,-2-4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08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607 525 1396 0 0,'-2'-53'3803'0'0,"10"-99"0"0"0,22-51 1874 0 0,-9 90-2428 0 0,-20 110-3070 0 0,0 12-155 0 0,3 43 27 0 0,-11 41 50 0 0,-28 140 1 0 0,-40 88 138 0 0,-233 624 427 0 0,268-838-635 0 0,-136 406 191 0 0,168-488-180 0 0,2 0 0 0 0,1 0 0 0 0,-4 46 0 0 0,9-68-24 0 0,0 1-1 0 0,0 0 1 0 0,0-1-1 0 0,1 1 1 0 0,0 0-1 0 0,0-1 1 0 0,0 1-1 0 0,0-1 1 0 0,0 0-1 0 0,1 1 1 0 0,-1-1-1 0 0,1 0 1 0 0,0 0-1 0 0,0 0 1 0 0,0 0-1 0 0,0 0 1 0 0,3 3-1 0 0,-1-3 1 0 0,0 0 0 0 0,1 0-1 0 0,-1 0 1 0 0,0 0-1 0 0,1-1 1 0 0,0 0 0 0 0,0 0-1 0 0,0 0 1 0 0,0 0-1 0 0,8 1 1 0 0,3 0 6 0 0,0-2 0 0 0,1 0 0 0 0,-1-1 0 0 0,0 0 0 0 0,0-1 0 0 0,28-6 1 0 0,-19 1-16 0 0,1 0 1 0 0,-1-2 0 0 0,0-1 0 0 0,-1-1 0 0 0,0-1 0 0 0,-1-1 0 0 0,0-1 0 0 0,0-1 0 0 0,38-32 0 0 0,-46 32-7 0 0,1-1 1 0 0,-2 0 0 0 0,0-1-1 0 0,-1-1 1 0 0,-1 0-1 0 0,0-1 1 0 0,-2 0 0 0 0,0-1-1 0 0,-1 0 1 0 0,0-1 0 0 0,-2 1-1 0 0,9-39 1 0 0,-12 40-1 0 0,-1 0 1 0 0,-1-1-1 0 0,-1 1 0 0 0,-1-1 1 0 0,0 1-1 0 0,-2-1 0 0 0,0 1 1 0 0,-1 0-1 0 0,-7-28 1 0 0,3 25-3 0 0,-1 0 1 0 0,-1 0 0 0 0,-1 1 0 0 0,-1 0-1 0 0,0 1 1 0 0,-2 0 0 0 0,-22-26 0 0 0,-15-8 283 0 0,-2 2 0 0 0,-79-58 0 0 0,60 51 215 0 0,67 55-502 0 0,0 0 1 0 0,1 0-1 0 0,-1-1 0 0 0,1 1 1 0 0,0-1-1 0 0,0 1 1 0 0,0-1-1 0 0,0 0 1 0 0,0 0-1 0 0,1 0 1 0 0,0-1-1 0 0,0 1 0 0 0,0-1 1 0 0,0 1-1 0 0,1-1 1 0 0,0 1-1 0 0,0-1 1 0 0,0 0-1 0 0,0 0 1 0 0,1 0-1 0 0,0 1 1 0 0,0-1-1 0 0,0 0 0 0 0,1 0 1 0 0,-1 0-1 0 0,1 1 1 0 0,0-1-1 0 0,1 0 1 0 0,-1 1-1 0 0,1-1 1 0 0,0 1-1 0 0,0-1 0 0 0,0 1 1 0 0,6-7-1 0 0,4-8-340 0 0,2 2-1 0 0,0 0 0 0 0,2 1 0 0 0,-1 0 0 0 0,2 1 0 0 0,0 1 1 0 0,1 0-1 0 0,25-14 0 0 0,8-1-1779 0 0,106-43 0 0 0,-11 19-292 0 0,59-25 456 0 0,-179 64 2284 0 0,0-1 0 0 0,-1 0 0 0 0,0-2 0 0 0,25-23 0 0 0,-19 7 1906 0 0,-18 17-1233 0 0,-12 12-654 0 0,-9 12-311 0 0,-16 21 16 0 0,-6 5 13 0 0,2 2 0 0 0,-36 58 0 0 0,58-84-43 0 0,1 0 1 0 0,0 1-1 0 0,0 0 0 0 0,1 0 1 0 0,0 0-1 0 0,1 0 1 0 0,0 1-1 0 0,1-1 1 0 0,0 1-1 0 0,1-1 0 0 0,0 1 1 0 0,1 0-1 0 0,0 0 1 0 0,1-1-1 0 0,2 13 0 0 0,-2-19 1 0 0,1 0-1 0 0,-1-1 0 0 0,1 1 0 0 0,0 0 0 0 0,0 0 0 0 0,0-1 0 0 0,1 0 0 0 0,-1 1 0 0 0,1-1 1 0 0,0 0-1 0 0,0 0 0 0 0,1 0 0 0 0,-1-1 0 0 0,1 1 0 0 0,0-1 0 0 0,0 0 0 0 0,0 0 0 0 0,0 0 1 0 0,0-1-1 0 0,1 1 0 0 0,-1-1 0 0 0,1 0 0 0 0,5 1 0 0 0,-1 0 27 0 0,0-2-1 0 0,1 1 1 0 0,-1-1 0 0 0,0-1-1 0 0,0 1 1 0 0,1-2-1 0 0,-1 1 1 0 0,0-1 0 0 0,0-1-1 0 0,1 0 1 0 0,16-5 0 0 0,-11 1 24 0 0,0 0 1 0 0,0-1-1 0 0,-1 0 1 0 0,0-2-1 0 0,-1 1 1 0 0,0-2-1 0 0,0 1 1 0 0,15-17-1 0 0,-18 17 55 0 0,-1-1 1 0 0,0-1-1 0 0,-1 1 1 0 0,0-2-1 0 0,-1 1 0 0 0,0-1 1 0 0,-1 0-1 0 0,0 0 0 0 0,-1 0 1 0 0,5-19-1 0 0,-9 25-85 0 0,1 0-1 0 0,-1 0 1 0 0,-1 0-1 0 0,1-1 1 0 0,-1 1-1 0 0,0 0 1 0 0,0 0-1 0 0,-1 0 1 0 0,0-1-1 0 0,0 1 1 0 0,0 0-1 0 0,-1 0 1 0 0,0 0-1 0 0,0 1 1 0 0,0-1-1 0 0,-1 0 1 0 0,0 1-1 0 0,0-1 1 0 0,-4-4-1 0 0,0 2-35 0 0,1 1-1 0 0,-1 0 0 0 0,-1 0 1 0 0,1 1-1 0 0,-1 0 1 0 0,0 0-1 0 0,0 1 0 0 0,-1 0 1 0 0,0 1-1 0 0,0 0 0 0 0,-13-5 1 0 0,10 6-28 0 0,0-1 1 0 0,-1 1-1 0 0,0 1 1 0 0,1 1-1 0 0,-1 0 1 0 0,0 0-1 0 0,0 1 1 0 0,0 1-1 0 0,-24 4 0 0 0,30-4-150 0 0,1 0-1 0 0,0 1 0 0 0,0-1 0 0 0,0 2 1 0 0,0-1-1 0 0,0 1 0 0 0,1-1 0 0 0,-1 2 1 0 0,1-1-1 0 0,-1 1 0 0 0,1-1 0 0 0,0 1 0 0 0,1 1 1 0 0,-1-1-1 0 0,1 1 0 0 0,-1 0 0 0 0,2 0 1 0 0,-1 0-1 0 0,0 0 0 0 0,1 1 0 0 0,-5 10 0 0 0,7-14 40 0 0,1 1 0 0 0,-1-1 0 0 0,1 1 0 0 0,-1-1-1 0 0,1 1 1 0 0,0-1 0 0 0,-1 1 0 0 0,2-1-1 0 0,-1 1 1 0 0,0-1 0 0 0,0 1 0 0 0,1-1-1 0 0,-1 0 1 0 0,1 1 0 0 0,0-1 0 0 0,0 1-1 0 0,-1-1 1 0 0,2 0 0 0 0,-1 0 0 0 0,0 1-1 0 0,0-1 1 0 0,1 0 0 0 0,-1 0 0 0 0,1 0 0 0 0,0-1-1 0 0,-1 1 1 0 0,1 0 0 0 0,0-1 0 0 0,0 1-1 0 0,0-1 1 0 0,3 2 0 0 0,3 2-730 0 0,0-1 0 0 0,1 0 1 0 0,-1 0-1 0 0,1-1 0 0 0,0 0 0 0 0,-1-1 1 0 0,13 2-1 0 0,1-1-1731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09.6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79 1500 0 0,'45'-55'9795'0'0,"-39"47"-9434"0"0,-5 7-310 0 0,0-1-1 0 0,1 1 1 0 0,-1 0-1 0 0,0 0 1 0 0,1 0-1 0 0,-1 0 0 0 0,0 0 1 0 0,1 0-1 0 0,0 0 1 0 0,-1 0-1 0 0,1 1 0 0 0,-1-1 1 0 0,1 0-1 0 0,0 1 1 0 0,-1 0-1 0 0,1-1 1 0 0,0 1-1 0 0,0 0 0 0 0,-1 0 1 0 0,1 0-1 0 0,0 0 1 0 0,0 0-1 0 0,-1 0 0 0 0,4 1 1 0 0,-1 0-24 0 0,1 0 0 0 0,-1 1 1 0 0,0-1-1 0 0,1 1 0 0 0,-1 0 1 0 0,0 0-1 0 0,0 1 0 0 0,6 4 1 0 0,-4-1 27 0 0,0 0 1 0 0,0 0 0 0 0,0 1 0 0 0,-1 0-1 0 0,0 0 1 0 0,0 0 0 0 0,0 0 0 0 0,-1 1-1 0 0,-1 0 1 0 0,1 0 0 0 0,-1 0 0 0 0,0 0-1 0 0,2 17 1 0 0,-1-5 299 0 0,-2 0 0 0 0,0-1 0 0 0,-1 1 1 0 0,-4 38-1 0 0,1-43-119 0 0,-1-1 0 0 0,0 1 0 0 0,-1-1 0 0 0,0 0 0 0 0,-1 0 0 0 0,-12 21 1 0 0,-1-3 1590 0 0,-29 39 1 0 0,46-70-1757 0 0,0 0 0 0 0,0 0 0 0 0,0 0 0 0 0,0 0 0 0 0,0 0 0 0 0,0-1 1 0 0,0 1-1 0 0,0-1 0 0 0,-1 1 0 0 0,1-1 0 0 0,0 1 0 0 0,0-1 1 0 0,0 1-1 0 0,-1-1 0 0 0,1 0 0 0 0,0 0 0 0 0,0 1 0 0 0,-1-1 0 0 0,1 0 1 0 0,0 0-1 0 0,0-1 0 0 0,-1 1 0 0 0,1 0 0 0 0,0 0 0 0 0,0 0 0 0 0,-3-2 1 0 0,3 2-169 0 0,-1-1 121 0 0,1 0-1 0 0,0 0 1 0 0,-1 0-1 0 0,1 0 0 0 0,0 0 1 0 0,0-1-1 0 0,0 1 1 0 0,0 0-1 0 0,0-1 1 0 0,0 1-1 0 0,0-1 0 0 0,0 1 1 0 0,1-1-1 0 0,-1 1 1 0 0,1-1-1 0 0,-1 1 0 0 0,0-3 1 0 0,1 2-22 0 0,0 1 0 0 0,-1-1 0 0 0,1 0 0 0 0,0 1 0 0 0,0-1 0 0 0,0 0 0 0 0,0 1 0 0 0,1-1 0 0 0,-1 0 0 0 0,0 1 0 0 0,1-1 0 0 0,-1 1 0 0 0,1-1 0 0 0,0 1 0 0 0,-1-1 0 0 0,2-1 0 0 0,1-3-7 0 0,1-5-214 0 0,2 1 1 0 0,-1-1-1 0 0,1 1 0 0 0,1 1 0 0 0,0-1 0 0 0,0 1 0 0 0,1 1 1 0 0,0-1-1 0 0,1 1 0 0 0,-1 0 0 0 0,20-12 0 0 0,10-3-1816 0 0,70-34-1 0 0,-91 49 1596 0 0,17-8-511 0 0,4-2 56 0 0,0-1-1 0 0,0-2 0 0 0,49-36 1 0 0,-79 49 1499 0 0,0 0-1 0 0,0 0 1 0 0,0-1 0 0 0,-1 0 0 0 0,-1 0-1 0 0,10-17 1 0 0,-5 8 1052 0 0,-12 29-1097 0 0,-12 30-494 0 0,-105 332 618 0 0,118-370-682 0 0,-28 80 1150 0 0,28-82-754 0 0,-8 10 967 0 0,7-16-1351 0 0,0 0 0 0 0,0 0-1 0 0,0-1 1 0 0,0 1 0 0 0,1 0 0 0 0,0 0 0 0 0,0 0-1 0 0,0 0 1 0 0,1-1 0 0 0,0 1 0 0 0,0 0 0 0 0,3-9-1 0 0,4-10-165 0 0,13-30 0 0 0,-16 43 105 0 0,2-4-13 0 0,1 1-1 0 0,0 0 1 0 0,0 1-1 0 0,2 0 1 0 0,0 0-1 0 0,0 1 1 0 0,15-13-1 0 0,11-7-78 0 0,41-28 0 0 0,-62 50 104 0 0,0 0 0 0 0,1 1 0 0 0,-1 0 0 0 0,2 1 0 0 0,-1 1 0 0 0,1 1 0 0 0,0 0 0 0 0,23-4 0 0 0,-36 10 29 0 0,0 0 0 0 0,-1-1 1 0 0,1 2-1 0 0,0-1 0 0 0,-1 0 0 0 0,1 1 0 0 0,0 0 1 0 0,-1 0-1 0 0,1 0 0 0 0,-1 0 0 0 0,1 0 1 0 0,-1 1-1 0 0,0 0 0 0 0,0 0 0 0 0,1-1 0 0 0,-1 2 1 0 0,0-1-1 0 0,-1 0 0 0 0,1 1 0 0 0,0-1 1 0 0,-1 1-1 0 0,1 0 0 0 0,-1 0 0 0 0,4 5 0 0 0,-1 1 7 0 0,0 0 0 0 0,0 1-1 0 0,-1-1 1 0 0,0 1 0 0 0,0 0-1 0 0,-1 0 1 0 0,2 12 0 0 0,-3-12 17 0 0,-1 0-1 0 0,0 1 1 0 0,-1-1-1 0 0,0 0 1 0 0,0 1 0 0 0,-1-1-1 0 0,-1 0 1 0 0,-4 20 0 0 0,-1-10 49 0 0,-1 0 0 0 0,-1 0 0 0 0,-13 23 0 0 0,-6 6 335 0 0,27-47-244 0 0,-4 1 21 0 0,-2 1 35 0 0,7-5-207 0 0,-1 1 0 0 0,1 0-1 0 0,-1-1 1 0 0,1 1 0 0 0,0 0 0 0 0,-1-1-1 0 0,1 1 1 0 0,0 0 0 0 0,-1-1 0 0 0,1 1-1 0 0,0-1 1 0 0,0 1 0 0 0,0 0 0 0 0,-1-1-1 0 0,1 1 1 0 0,0-1 0 0 0,0 1 0 0 0,0-1-1 0 0,0 1 1 0 0,0-1 0 0 0,0 1 0 0 0,0-1-1 0 0,0 1 1 0 0,0-1 0 0 0,0 0 0 0 0,0-9-10 0 0,0 0-1 0 0,0-1 1 0 0,2 1 0 0 0,-1 0 0 0 0,1-1 0 0 0,1 1 0 0 0,0 0 0 0 0,0 1 0 0 0,1-1 0 0 0,0 1 0 0 0,1-1 0 0 0,0 1 0 0 0,0 0-1 0 0,9-10 1 0 0,7-10 6 0 0,2 2-1 0 0,48-47 1 0 0,-47 52-25 0 0,1 2 0 0 0,1 0-1 0 0,0 1 1 0 0,2 2 0 0 0,32-16 0 0 0,-52 29-5 0 0,0 1 0 0 0,0 0 1 0 0,0 1-1 0 0,0 0 0 0 0,16-2 1 0 0,-20 3 14 0 0,1 1 1 0 0,-1 0 0 0 0,0 0-1 0 0,0 0 1 0 0,1 1 0 0 0,-1-1-1 0 0,0 1 1 0 0,0 0 0 0 0,0 0-1 0 0,0 1 1 0 0,0-1 0 0 0,0 1-1 0 0,6 3 1 0 0,-8-3 7 0 0,1 1 0 0 0,0-1 0 0 0,-1 1 0 0 0,1 0 0 0 0,-1-1-1 0 0,0 1 1 0 0,0 0 0 0 0,0 0 0 0 0,0 1 0 0 0,-1-1 0 0 0,1 0 0 0 0,-1 0 0 0 0,0 1 0 0 0,0-1 0 0 0,0 1 0 0 0,0-1 0 0 0,-1 1 0 0 0,1-1-1 0 0,-1 1 1 0 0,0 0 0 0 0,0-1 0 0 0,0 1 0 0 0,-2 5 0 0 0,0 8 10 0 0,-2 0 0 0 0,0-1-1 0 0,-9 24 1 0 0,12-35-7 0 0,-17 38 40 0 0,-35 63 0 0 0,20-43-18 0 0,15-29-10 0 0,14-28 7 0 0,3-4-6 0 0,0 0 1 0 0,-1 0-1 0 0,1 0 0 0 0,0 0 0 0 0,0 1 0 0 0,0-1 1 0 0,0 0-1 0 0,1 0 0 0 0,-1 0 0 0 0,1 1 0 0 0,-1-1 1 0 0,1 0-1 0 0,0 1 0 0 0,0-1 0 0 0,0 0 0 0 0,0 4 1 0 0,1-5 16 0 0,19-1-588 0 0,0-2 0 0 0,-1-1 0 0 0,1 0-1 0 0,19-6 1 0 0,38-15-4291 0 0,-35 11 319 0 0,-2 1-2373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15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442 993 1444 0 0,'12'-22'6007'0'0,"14"-60"1018"0"0,-25 79-6871 0 0,-1 0 0 0 0,1 0 0 0 0,-1 0 0 0 0,0-1 0 0 0,0 1-1 0 0,0 0 1 0 0,-1 0 0 0 0,1 0 0 0 0,-1-1 0 0 0,1 1 0 0 0,-1 0 0 0 0,0 0 0 0 0,-1 0 0 0 0,1 0 0 0 0,0 0-1 0 0,-1 0 1 0 0,-3-4 0 0 0,4 5 59 0 0,1 1-192 0 0,-1 0-1 0 0,1 0 1 0 0,-1 0 0 0 0,1-1 0 0 0,-1 1-1 0 0,1 0 1 0 0,-1 0 0 0 0,1 0 0 0 0,-1 1-1 0 0,0-1 1 0 0,0 0 0 0 0,0 0 0 0 0,1 0-1 0 0,-1 0 1 0 0,0 1 0 0 0,0-1 0 0 0,0 0-1 0 0,0 1 1 0 0,0-1 0 0 0,-2 0 0 0 0,-24-11-54 0 0,16 12 13 0 0,0 0 1 0 0,0 1 0 0 0,0 0-1 0 0,0 1 1 0 0,0 0 0 0 0,1 0 0 0 0,-1 1-1 0 0,1 1 1 0 0,-1 0 0 0 0,1 0-1 0 0,0 1 1 0 0,1 0 0 0 0,-18 13-1 0 0,1 0 0 0 0,2 2 1 0 0,0 0-1 0 0,-35 42 0 0 0,41-41-4 0 0,1 0 0 0 0,-25 43 0 0 0,34-49-2 0 0,0-1 0 0 0,2 1 0 0 0,-1 1 0 0 0,2-1 0 0 0,-7 32 0 0 0,11-43 21 0 0,1-1 0 0 0,-1 1 0 0 0,1 0-1 0 0,0 0 1 0 0,0 0 0 0 0,0 0 0 0 0,2 6-1 0 0,-2-8 7 0 0,1-1 1 0 0,-1 1-1 0 0,0 0 0 0 0,1-1 0 0 0,0 1 1 0 0,-1-1-1 0 0,1 1 0 0 0,0-1 0 0 0,-1 1 1 0 0,1-1-1 0 0,0 0 0 0 0,0 1 0 0 0,0-1 1 0 0,1 0-1 0 0,-1 0 0 0 0,0 0 0 0 0,0 0 1 0 0,1 0-1 0 0,-1 0 0 0 0,0 0 0 0 0,1 0 1 0 0,-1 0-1 0 0,1-1 0 0 0,-1 1 0 0 0,1 0 1 0 0,-1-1-1 0 0,1 0 0 0 0,3 1 0 0 0,-2-1 5 0 0,1 0 0 0 0,0 0 0 0 0,0-1 0 0 0,0 1 0 0 0,-1-1 0 0 0,1 0 0 0 0,6-2 0 0 0,-5 1 0 0 0,8-3-2 0 0,1-1 0 0 0,-1 0 0 0 0,0-1 0 0 0,0 0 0 0 0,-1-1 0 0 0,0 0 0 0 0,0-1 0 0 0,-1-1 0 0 0,0 0 0 0 0,16-20 0 0 0,3-6-47 0 0,47-80 0 0 0,-64 96 38 0 0,6-12-26 0 0,19-38 0 0 0,-25 46-204 0 0,-12 22 166 0 0,-1 2-49 0 0,1 0 116 0 0,-1 0 0 0 0,0 0 1 0 0,1 1-1 0 0,-1-1 0 0 0,0 0 1 0 0,1 1-1 0 0,-1-1 1 0 0,0 0-1 0 0,1 1 0 0 0,-1-1 1 0 0,0 0-1 0 0,0 1 0 0 0,1-1 1 0 0,-1 1-1 0 0,0-1 1 0 0,0 0-1 0 0,0 1 0 0 0,0-1 1 0 0,1 1-1 0 0,-1-1 0 0 0,0 1 1 0 0,0-1-1 0 0,0 1 1 0 0,0-1-1 0 0,0 0 0 0 0,0 1 1 0 0,0-1-1 0 0,0 1 0 0 0,0-1 1 0 0,0 1-1 0 0,-1-1 1 0 0,1 1-1 0 0,0-1 0 0 0,0 1 1 0 0,-5 21 5 0 0,4-19 1 0 0,-22 76 16 0 0,13-49 5 0 0,1 1 0 0 0,2-1 0 0 0,-4 36 0 0 0,10-58-22 0 0,0 27 55 0 0,1-33-52 0 0,0 0 1 0 0,1 0-1 0 0,-1 0 1 0 0,0-1-1 0 0,1 1 1 0 0,-1 0-1 0 0,1 0 1 0 0,0-1-1 0 0,0 1 1 0 0,-1 0-1 0 0,1-1 1 0 0,0 1-1 0 0,0-1 1 0 0,1 1-1 0 0,-1-1 1 0 0,0 1-1 0 0,3 1 1 0 0,-1-1 3 0 0,0 0 0 0 0,0 0 0 0 0,1-1 0 0 0,-1 1 1 0 0,1-1-1 0 0,-1 0 0 0 0,1 1 0 0 0,0-2 0 0 0,-1 1 1 0 0,1 0-1 0 0,0-1 0 0 0,0 0 0 0 0,4 0 1 0 0,0 0 1 0 0,0-1 0 0 0,-1-1 0 0 0,0 1 0 0 0,1-1 1 0 0,-1-1-1 0 0,9-3 0 0 0,2-3 1 0 0,0-1 0 0 0,0 0 0 0 0,-2-1 0 0 0,22-18 1 0 0,-12 5-30 0 0,-1 0 1 0 0,-2-1 0 0 0,35-47 0 0 0,46-95-103 0 0,-64 90 66 0 0,-3-1 0 0 0,-4-2 0 0 0,-3-2-1 0 0,28-123 1 0 0,-48 147 63 0 0,-2-1 0 0 0,0-118 0 0 0,-8 174-52 0 0,-15 7-75 0 0,11-1 105 0 0,0 1 0 0 0,1-1 1 0 0,-1 1-1 0 0,1 0 0 0 0,0 0 1 0 0,0 1-1 0 0,1-1 0 0 0,-1 1 0 0 0,1-1 1 0 0,-3 9-1 0 0,0-2 4 0 0,-68 154 76 0 0,-100 337 0 0 0,127-301 65 0 0,41-168-96 0 0,2 0 0 0 0,1 1 0 0 0,2 0 0 0 0,3 36 0 0 0,-2-62-24 0 0,1 0-1 0 0,-1 0 0 0 0,1 0 0 0 0,1 0 1 0 0,0-1-1 0 0,0 1 0 0 0,0-1 0 0 0,1 0 1 0 0,6 11-1 0 0,-7-14-4 0 0,0-1 1 0 0,0 1-1 0 0,0-1 0 0 0,0 1 1 0 0,1-1-1 0 0,-1 0 0 0 0,1 0 0 0 0,0-1 1 0 0,0 1-1 0 0,0-1 0 0 0,0 0 1 0 0,1 0-1 0 0,-1 0 0 0 0,0 0 0 0 0,1-1 1 0 0,-1 0-1 0 0,9 1 0 0 0,1-1-1 0 0,0-1-1 0 0,1-1 0 0 0,-1 0 0 0 0,0-1 0 0 0,0-1 1 0 0,0 0-1 0 0,0-1 0 0 0,-1 0 0 0 0,1-1 0 0 0,-1-1 1 0 0,21-11-1 0 0,0-3-26 0 0,-2-2 1 0 0,0 0-1 0 0,31-30 0 0 0,-37 27 123 0 0,0-2 0 0 0,-2 0 0 0 0,-1-2 0 0 0,-1 0 0 0 0,-1-2 0 0 0,-2-1 0 0 0,-1 0 0 0 0,-2-1 0 0 0,13-37 0 0 0,-25 62-52 0 0,1-4-39 0 0,-10 17-181 0 0,-15 26 166 0 0,1 0 0 0 0,2 1 0 0 0,-22 62 0 0 0,32-76-2 0 0,2 1-1 0 0,0 0 0 0 0,1 0 1 0 0,1 1-1 0 0,0-1 1 0 0,2 1-1 0 0,0-1 0 0 0,4 35 1 0 0,-2-49-21 0 0,-1-1 1 0 0,1 1-1 0 0,0-1 1 0 0,1 1-1 0 0,-1-1 1 0 0,1 0 0 0 0,0 1-1 0 0,0-1 1 0 0,0 0-1 0 0,0 0 1 0 0,1 0-1 0 0,0-1 1 0 0,0 1 0 0 0,0-1-1 0 0,0 1 1 0 0,0-1-1 0 0,1 0 1 0 0,-1 0-1 0 0,1-1 1 0 0,0 1-1 0 0,0-1 1 0 0,0 1 0 0 0,0-1-1 0 0,0-1 1 0 0,0 1-1 0 0,1 0 1 0 0,-1-1-1 0 0,1 0 1 0 0,-1 0 0 0 0,1-1-1 0 0,9 1 1 0 0,-4-1-61 0 0,1-2 0 0 0,0 1 1 0 0,0-2-1 0 0,-1 1 1 0 0,1-1-1 0 0,-1-1 1 0 0,0 0-1 0 0,0 0 0 0 0,0-1 1 0 0,0-1-1 0 0,-1 1 1 0 0,0-1-1 0 0,0-1 1 0 0,8-8-1 0 0,-1 1 6 0 0,0-2-1 0 0,-1 0 0 0 0,-1-1 1 0 0,0 0-1 0 0,20-36 1 0 0,33-82 1684 0 0,-66 133-1628 0 0,-2 4-68 0 0,0-1 90 0 0,-1 0 0 0 0,1 0 0 0 0,0 1 0 0 0,0-1 0 0 0,0 1 0 0 0,1-1 0 0 0,-1 1 0 0 0,0 0 0 0 0,1-1 0 0 0,-2 3 0 0 0,-2 5 10 0 0,-9 15 8 0 0,0 0-1 0 0,-18 51 1 0 0,27-61-6 0 0,-1 0 1 0 0,2 0-1 0 0,0 1 1 0 0,1-1 0 0 0,1 1-1 0 0,0 0 1 0 0,1 18-1 0 0,0-30-3 0 0,0 0 0 0 0,1 0 0 0 0,-1 0-1 0 0,1 0 1 0 0,0 0 0 0 0,-1 0 0 0 0,1 0 0 0 0,1 0-1 0 0,-1-1 1 0 0,0 1 0 0 0,1 0 0 0 0,-1-1-1 0 0,1 1 1 0 0,0-1 0 0 0,0 1 0 0 0,0-1 0 0 0,0 0-1 0 0,0 0 1 0 0,0 0 0 0 0,1 0 0 0 0,-1 0-1 0 0,1-1 1 0 0,-1 1 0 0 0,1-1 0 0 0,0 1 0 0 0,0-1-1 0 0,-1 0 1 0 0,1 0 0 0 0,0 0 0 0 0,0-1-1 0 0,0 1 1 0 0,0-1 0 0 0,6 1 0 0 0,3-1 8 0 0,0-1 0 0 0,-1 1 1 0 0,1-2-1 0 0,0 0 1 0 0,-1 0-1 0 0,1-1 0 0 0,14-6 1 0 0,-8 2-5 0 0,-1-1 0 0 0,0-1 1 0 0,-1-1-1 0 0,0 0 0 0 0,0-1 1 0 0,-1 0-1 0 0,0-1 0 0 0,-1-1 1 0 0,-1 0-1 0 0,18-23 0 0 0,-17 18-9 0 0,-1-1 0 0 0,-1 0 0 0 0,-1 0 0 0 0,0-1 0 0 0,-2-1 0 0 0,0 0 0 0 0,-1 0 0 0 0,7-34 0 0 0,-13 46-16 0 0,-1 0-1 0 0,0 0 1 0 0,0 0 0 0 0,-1 0 0 0 0,0 0 0 0 0,-1 0 0 0 0,0 0 0 0 0,0 0-1 0 0,-1 0 1 0 0,0 1 0 0 0,0-1 0 0 0,-1 0 0 0 0,-4-8 0 0 0,5 13 0 0 0,0 0 0 0 0,-1 0 0 0 0,1 1 0 0 0,-1-1 0 0 0,0 0 0 0 0,0 1 1 0 0,0 0-1 0 0,0 0 0 0 0,-1 0 0 0 0,0 0 0 0 0,1 0 0 0 0,-1 1 0 0 0,0-1 1 0 0,0 1-1 0 0,0 0 0 0 0,0 0 0 0 0,-1 1 0 0 0,1-1 0 0 0,0 1 0 0 0,-1 0 1 0 0,1 0-1 0 0,-1 1 0 0 0,1-1 0 0 0,-1 1 0 0 0,0 0 0 0 0,1 0 0 0 0,-7 1 1 0 0,-6 2 5 0 0,0 1 1 0 0,0 0 0 0 0,0 1 0 0 0,0 1 0 0 0,1 0 0 0 0,0 1-1 0 0,0 1 1 0 0,1 1 0 0 0,0 0 0 0 0,-16 13 0 0 0,5-1-2 0 0,0 1 0 0 0,2 1 0 0 0,1 1 0 0 0,-29 37 0 0 0,42-48-152 0 0,1 1 0 0 0,0 0 0 0 0,1 1 0 0 0,1 0 0 0 0,0 0 0 0 0,1 0 0 0 0,1 1 0 0 0,0 0 0 0 0,-4 31 0 0 0,8-41 92 0 0,0 1 1 0 0,1-1 0 0 0,-1 0-1 0 0,2 1 1 0 0,-1-1 0 0 0,1 1-1 0 0,-1-1 1 0 0,2 0 0 0 0,-1 0-1 0 0,1 0 1 0 0,0 1 0 0 0,0-1-1 0 0,1-1 1 0 0,0 1 0 0 0,0 0-1 0 0,0-1 1 0 0,0 1 0 0 0,1-1-1 0 0,0 0 1 0 0,0 0 0 0 0,1-1-1 0 0,-1 1 1 0 0,1-1 0 0 0,0 0-1 0 0,0 0 1 0 0,0-1 0 0 0,1 1-1 0 0,7 3 1 0 0,5 0-875 0 0,0 0 0 0 0,1-1 1 0 0,-1-1-1 0 0,1-1 0 0 0,0 0 0 0 0,0-2 1 0 0,0 0-1 0 0,0-1 0 0 0,39-3 0 0 0,-26-2-1415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17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19 227 1548 0 0,'8'-18'3252'0'0,"-1"0"0"0"0,6-24 0 0 0,-3 10-465 0 0,-9 30-2539 0 0,0-2-14 0 0,-1 4-226 0 0,0-1 0 0 0,0 1-1 0 0,0 0 1 0 0,0 0-1 0 0,0 0 1 0 0,0-1 0 0 0,0 1-1 0 0,0 0 1 0 0,0 0-1 0 0,0-1 1 0 0,0 1-1 0 0,1 0 1 0 0,-1 0 0 0 0,0 0-1 0 0,0-1 1 0 0,0 1-1 0 0,0 0 1 0 0,0 0 0 0 0,0 0-1 0 0,0-1 1 0 0,1 1-1 0 0,-1 0 1 0 0,0 0-1 0 0,0 0 1 0 0,0 0 0 0 0,0-1-1 0 0,1 1 1 0 0,-1 0-1 0 0,0 0 1 0 0,0 0-1 0 0,0 0 1 0 0,1 0 0 0 0,-1 0-1 0 0,0 0 1 0 0,0 0-1 0 0,1 0 1 0 0,-1-1 0 0 0,0 1-1 0 0,0 0 1 0 0,2 1-2 0 0,0 0 1 0 0,0 0 0 0 0,-1 0 0 0 0,1 0 0 0 0,-1 0-1 0 0,1 0 1 0 0,-1 1 0 0 0,1-1 0 0 0,-1 0-1 0 0,0 1 1 0 0,0-1 0 0 0,1 1 0 0 0,-1-1-1 0 0,0 1 1 0 0,0 0 0 0 0,-1-1 0 0 0,1 1-1 0 0,0 0 1 0 0,0 3 0 0 0,0-3-4 0 0,2 6 25 0 0,0 0 0 0 0,0 0 1 0 0,-1 0-1 0 0,-1 0 1 0 0,1 1-1 0 0,-2-1 0 0 0,1 14 1 0 0,-7 61 119 0 0,5-67-117 0 0,-5 14 17 0 0,0 0 0 0 0,-2-1-1 0 0,-15 38 1 0 0,19-56 249 0 0,-1-1-1 0 0,0 1 1 0 0,-10 16 0 0 0,15-26-244 0 0,-1-1 0 0 0,1 1 1 0 0,0-1-1 0 0,-1 1 0 0 0,1-1 0 0 0,0 1 1 0 0,-1 0-1 0 0,1-1 0 0 0,-1 1 0 0 0,1-1 1 0 0,-1 0-1 0 0,1 1 0 0 0,-1-1 0 0 0,1 1 1 0 0,-1-1-1 0 0,1 0 0 0 0,-1 1 1 0 0,0-1-1 0 0,1 0 0 0 0,-1 0 0 0 0,1 0 1 0 0,-1 1-1 0 0,0-1 0 0 0,1 0 0 0 0,-1 0 1 0 0,0 0-1 0 0,1 0 0 0 0,-1 0 0 0 0,0 0 1 0 0,1 0-1 0 0,-1 0 0 0 0,0-1 0 0 0,-2 1-167 0 0,3-1 124 0 0,-1 0 1 0 0,1 1-1 0 0,-1-1 0 0 0,1 0 0 0 0,-1 0 0 0 0,1 0 0 0 0,0 0 0 0 0,-1 0 0 0 0,1 1 0 0 0,0-1 0 0 0,0 0 0 0 0,0 0 0 0 0,0 0 0 0 0,0 0 1 0 0,0 0-1 0 0,0-2 0 0 0,-1-5 9 0 0,1 0 0 0 0,0 0 1 0 0,0 0-1 0 0,1 0 0 0 0,0 0 1 0 0,1 0-1 0 0,0 0 0 0 0,0 1 1 0 0,6-16-1 0 0,4-4-38 0 0,20-31-1 0 0,-31 55 19 0 0,13-18-19 0 0,0-1 0 0 0,1 2 1 0 0,2 0-1 0 0,0 1 0 0 0,1 1 0 0 0,0 0 0 0 0,25-16 0 0 0,-27 21-9 0 0,1 2-1 0 0,1 0 0 0 0,0 1 1 0 0,0 0-1 0 0,1 2 0 0 0,0 0 1 0 0,1 1-1 0 0,-1 1 0 0 0,26-4 1 0 0,-40 10 17 0 0,0 0 1 0 0,0 0 0 0 0,1 0 0 0 0,-1 0-1 0 0,0 1 1 0 0,0 0 0 0 0,0 0 0 0 0,-1 1-1 0 0,1-1 1 0 0,0 1 0 0 0,0 0-1 0 0,-1 0 1 0 0,1 0 0 0 0,-1 1 0 0 0,0 0-1 0 0,0 0 1 0 0,0 0 0 0 0,0 0 0 0 0,6 7-1 0 0,-7-5 14 0 0,0 0 0 0 0,0 0 0 0 0,0 0 0 0 0,-1 0-1 0 0,0 1 1 0 0,0-1 0 0 0,0 1 0 0 0,-1-1 0 0 0,0 1-1 0 0,0 0 1 0 0,-1-1 0 0 0,1 1 0 0 0,-1 0 0 0 0,0-1-1 0 0,-1 1 1 0 0,-1 9 0 0 0,-2 8 14 0 0,-2 0-1 0 0,-14 38 1 0 0,14-44-19 0 0,-5 10 14 0 0,-20 37 0 0 0,-4 6-37 0 0,29-57 22 0 0,-12 26-20 0 0,16-34 23 0 0,-5 14 55 0 0,7-19-51 0 0,0 1 1 0 0,0 0-1 0 0,0-1 1 0 0,0 1-1 0 0,0-1 1 0 0,0 1-1 0 0,0-1 1 0 0,0 1-1 0 0,0-1 1 0 0,0 1-1 0 0,0 0 1 0 0,0-1-1 0 0,1 1 1 0 0,-1-1-1 0 0,0 1 1 0 0,0-1-1 0 0,0 1 1 0 0,1-1-1 0 0,-1 1 1 0 0,0-1-1 0 0,1 1 1 0 0,-1-1-1 0 0,0 0 1 0 0,1 1-1 0 0,-1-1 1 0 0,1 1-1 0 0,-1-1 1 0 0,1 0-1 0 0,-1 0 1 0 0,1 1-1 0 0,0-1 1 0 0,5 2 9 0 0,0-1 0 0 0,1 1 0 0 0,-1-2 1 0 0,1 1-1 0 0,-1-1 0 0 0,1 0 1 0 0,-1 0-1 0 0,1 0 0 0 0,-1-1 0 0 0,0 0 1 0 0,10-3-1 0 0,9-3 6 0 0,38-15-1 0 0,-1-5-78 0 0,0-2 0 0 0,-2-3 0 0 0,63-45 0 0 0,-84 49 17 0 0,-2-1 0 0 0,-2-2 0 0 0,0-1 0 0 0,-2-2 0 0 0,40-53 0 0 0,-60 69 98 0 0,-1-1 0 0 0,0-1 0 0 0,-1 0 0 0 0,13-36 0 0 0,-24 56-58 0 0,1-1 1 0 0,-1 1-1 0 0,0-1 0 0 0,0 1 1 0 0,1-1-1 0 0,-1 0 1 0 0,0 1-1 0 0,0-1 0 0 0,0 0 1 0 0,0 1-1 0 0,0-1 0 0 0,0 1 1 0 0,0-1-1 0 0,0 0 1 0 0,0 1-1 0 0,0-1 0 0 0,0 0 1 0 0,0 1-1 0 0,0-1 0 0 0,-1 1 1 0 0,1-1-1 0 0,0 0 1 0 0,0 1-1 0 0,-1-1 0 0 0,1 1 1 0 0,0-1-1 0 0,-1 1 0 0 0,1-1 1 0 0,0 1-1 0 0,-1-1 0 0 0,1 1 1 0 0,-1-1-1 0 0,1 1 1 0 0,-1 0-1 0 0,1-1 0 0 0,-1 1 1 0 0,0-1-1 0 0,1 1 0 0 0,-1 0 1 0 0,1 0-1 0 0,-1 0 1 0 0,1-1-1 0 0,-1 1 0 0 0,0 0 1 0 0,1 0-1 0 0,-1 0 0 0 0,0 0 1 0 0,1 0-1 0 0,-1 0 0 0 0,0 0 1 0 0,1 0-1 0 0,-1 0 1 0 0,1 0-1 0 0,-1 0 0 0 0,0 0 1 0 0,1 1-1 0 0,-2-1 0 0 0,-30 10-28 0 0,18-3 26 0 0,1 0-1 0 0,0 1 1 0 0,0 1-1 0 0,1 0 1 0 0,0 1-1 0 0,1 0 1 0 0,0 1 0 0 0,0 0-1 0 0,1 1 1 0 0,1 0-1 0 0,0 0 1 0 0,0 1-1 0 0,-6 15 1 0 0,13-24 11 0 0,1 0 1 0 0,-1 0-1 0 0,1 0 0 0 0,0 0 1 0 0,0 0-1 0 0,1 0 1 0 0,-1 1-1 0 0,1-1 0 0 0,0 0 1 0 0,0 1-1 0 0,0-1 0 0 0,1 0 1 0 0,0 0-1 0 0,-1 0 0 0 0,1 1 1 0 0,1-1-1 0 0,-1 0 1 0 0,1 0-1 0 0,-1 0 0 0 0,1-1 1 0 0,4 7-1 0 0,-2-5 4 0 0,1 0-1 0 0,0 0 1 0 0,0 0 0 0 0,0 0 0 0 0,0-1-1 0 0,1 0 1 0 0,0 0 0 0 0,0-1 0 0 0,0 1-1 0 0,0-1 1 0 0,10 3 0 0 0,-3 0-9 0 0,84 35-8 0 0,-84-35 5 0 0,6 3-14 0 0,32 24 0 0 0,-49-33 40 0 0,-1 1 0 0 0,0 0 0 0 0,0 0 0 0 0,0-1-1 0 0,0 1 1 0 0,0 0 0 0 0,0 0 0 0 0,0 0 0 0 0,0 0-1 0 0,0 1 1 0 0,-1-1 0 0 0,1 0 0 0 0,0 0 0 0 0,-1 0-1 0 0,1 1 1 0 0,-1-1 0 0 0,1 0 0 0 0,-1 1 0 0 0,1-1-1 0 0,-1 0 1 0 0,0 1 0 0 0,0-1 0 0 0,0 0 0 0 0,0 1-1 0 0,0-1 1 0 0,0 1 0 0 0,0-1 0 0 0,0 0 0 0 0,-1 1 0 0 0,1-1-1 0 0,0 0 1 0 0,-1 1 0 0 0,1-1 0 0 0,-1 0 0 0 0,0 2-1 0 0,-1 1 102 0 0,-1-1 0 0 0,1 1-1 0 0,-1-1 1 0 0,0 1 0 0 0,0-1 0 0 0,0 0-1 0 0,0 0 1 0 0,0 0 0 0 0,-6 3 0 0 0,-6 3 32 0 0,-1-1 1 0 0,1-1 0 0 0,-1-1 0 0 0,0 0 0 0 0,-1-1-1 0 0,1-1 1 0 0,-22 3 0 0 0,10-3-81 0 0,1-2 0 0 0,-1 0 0 0 0,-48-5 0 0 0,46-2-745 0 0,1 0 1 0 0,0-2 0 0 0,0-1 0 0 0,0-1-1 0 0,-52-26 1 0 0,-127-84-9797 0 0,198 113 9692 0 0,-22-13-3483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17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70 1620 0 0,'-3'-2'2112'0'0,"-40"-33"9732"0"0,41 34-11457 0 0,0-1 0 0 0,0 1 0 0 0,-1-1 1 0 0,1 0-1 0 0,0 0 0 0 0,1 1 0 0 0,-4-5 0 0 0,3 4 116 0 0,0 0-947 0 0,0 1-1 0 0,1 0 1 0 0,-1 0 0 0 0,0 0 0 0 0,0-1 0 0 0,0 2-1 0 0,0-1 1 0 0,-4-1 0 0 0,4 1 403 0 0,-3 0-414 0 0,1 1 0 0 0,0 0-1 0 0,-1 0 1 0 0,1 0 0 0 0,0 0 0 0 0,-1 1 0 0 0,1 0 0 0 0,-5 1 0 0 0,1 0 109 0 0,-32 1-4215 0 0,15-3 831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17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74 134 1524 0 0,'-4'0'1402'0'0,"-31"6"2881"0"0,31-6-3461 0 0,1 0-30 0 0,-2 1-776 0 0,-17-1 4535 0 0,31-7-4610 0 0,6 0 109 0 0,0 1 1 0 0,1 1-1 0 0,0 0 1 0 0,0 0-1 0 0,17-1 1 0 0,2-2-22 0 0,250-45-331 0 0,-96 21-6900 0 0,-156 25 3447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21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500 431 200 0 0,'0'0'5920'0'0,"0"-15"-2288"0"0,1 13-3586 0 0,-1 0 386 0 0,0 0 1 0 0,1 0 0 0 0,-1 0-1 0 0,0 1 1 0 0,0-1 0 0 0,-1 0 0 0 0,1 0-1 0 0,-1-3 1502 0 0,3 6-2200 0 0,63 40 298 0 0,-63-40 1 0 0,14 3 16 0 0,-13-4-28 0 0,1 0 17 0 0,15 1 6 0 0,-13-1-25 0 0,1 0 0 0 0,0 0 0 0 0,0-1 0 0 0,-1 1 0 0 0,1-1-1 0 0,0-1 1 0 0,-1 0 0 0 0,1 0 0 0 0,-1 0 0 0 0,0 0 0 0 0,1-1 0 0 0,7-5-1 0 0,5-2 4 0 0,31-22 0 0 0,-38 21-2 0 0,1 0 0 0 0,-1-1 0 0 0,13-18 0 0 0,9-8 120 0 0,-31 33-89 0 0,0 1-1 0 0,0-1 1 0 0,0-1 0 0 0,0 1 0 0 0,-1 0-1 0 0,0 0 1 0 0,0-1 0 0 0,2-8 0 0 0,1-2 208 0 0,-3 9-209 0 0,1 0-1 0 0,-2 0 0 0 0,1 0 1 0 0,-1 0-1 0 0,0 0 0 0 0,-1 0 1 0 0,0 0-1 0 0,0 0 0 0 0,0 0 1 0 0,-1-1-1 0 0,0 1 0 0 0,0 0 1 0 0,-1 0-1 0 0,0 0 0 0 0,0 1 0 0 0,0-1 1 0 0,-1 0-1 0 0,0 1 0 0 0,-1 0 1 0 0,1 0-1 0 0,-1 0 0 0 0,0 0 1 0 0,-9-9-1 0 0,9 12-53 0 0,0 0 0 0 0,0 1-1 0 0,0-1 1 0 0,0 1 0 0 0,0 0 0 0 0,-1 0 0 0 0,1 0 0 0 0,-1 1 0 0 0,-6-2-1 0 0,-42-6-75 0 0,42 9 66 0 0,-1 0 1 0 0,1 1-1 0 0,0 1 0 0 0,0 0 1 0 0,-19 5-1 0 0,-1 2 15 0 0,1 2 0 0 0,0 0 0 0 0,1 2 0 0 0,0 1 0 0 0,-40 27 0 0 0,52-30-18 0 0,2 1 0 0 0,-1 0 0 0 0,2 1 0 0 0,-1 0-1 0 0,2 1 1 0 0,0 1 0 0 0,1 0 0 0 0,0 1 0 0 0,1 0 0 0 0,-11 24 0 0 0,16-25 6 0 0,1 0 1 0 0,0 0-1 0 0,1 1 1 0 0,0-1-1 0 0,2 1 1 0 0,0 0-1 0 0,1 0 0 0 0,0 0 1 0 0,2 17-1 0 0,1-9 14 0 0,1-1 0 0 0,1 0-1 0 0,1 0 1 0 0,1-1 0 0 0,14 36 0 0 0,-15-49 4 0 0,0 1 0 0 0,0-1 1 0 0,1 0-1 0 0,0-1 1 0 0,1 0-1 0 0,0 0 0 0 0,0 0 1 0 0,1-1-1 0 0,0 0 1 0 0,0 0-1 0 0,1-1 0 0 0,0 0 1 0 0,0-1-1 0 0,0 0 1 0 0,13 6-1 0 0,4-1 17 0 0,0-1 0 0 0,1-1-1 0 0,0-1 1 0 0,39 5 0 0 0,-24-8 19 0 0,-1-2 1 0 0,1-1-1 0 0,47-7 1 0 0,-85 6-13 0 0,-1 0-17 0 0,9-2 2 0 0,-10 2 133 0 0,2-1-34 0 0,-2 1-463 0 0,7-2 1764 0 0,-9 2-1372 0 0,0 0 0 0 0,0-1 1 0 0,0 1-1 0 0,0 0 1 0 0,0 0-1 0 0,0-1 0 0 0,1 1 1 0 0,-1 0-1 0 0,0 0 1 0 0,0-1-1 0 0,0 1 0 0 0,0 0 1 0 0,0 0-1 0 0,0-1 1 0 0,0 1-1 0 0,0 0 0 0 0,0 0 1 0 0,-1-1-1 0 0,1 1 1 0 0,0 0-1 0 0,0 0 0 0 0,0-1 1 0 0,0 1-1 0 0,0 0 1 0 0,0 0-1 0 0,0-1 0 0 0,-1 1 1 0 0,1 0-1 0 0,0 0 0 0 0,0 0 1 0 0,0-1-1 0 0,0 1 1 0 0,-1 0-1 0 0,1 0 0 0 0,0 0 1 0 0,-2-2-33 0 0,-15 0-37 0 0,13 2 8 0 0,-9 1-1 0 0,0 1 1 0 0,0 0 0 0 0,0 0-1 0 0,-23 9 1 0 0,25-7 6 0 0,-47 18-13 0 0,0 3 0 0 0,2 2 1 0 0,1 3-1 0 0,-81 59 0 0 0,106-68 20 0 0,-1-1-9 0 0,2 2 0 0 0,1 0 0 0 0,-29 31 0 0 0,19-14-3 0 0,17-19-1 0 0,-30 39-1 0 0,38-41-3 0 0,0 0 0 0 0,2 1 0 0 0,0 0 0 0 0,1 1 0 0 0,1 0 0 0 0,-11 35-1 0 0,19-49 25 0 0,1 0-1 0 0,0 1 0 0 0,0-1 0 0 0,0 0 0 0 0,1 0 0 0 0,0 0 1 0 0,0 1-1 0 0,1-1 0 0 0,-1 0 0 0 0,1 0 0 0 0,4 7 0 0 0,-2-6 8 0 0,0 0 0 0 0,0 0 0 0 0,0 0 0 0 0,1-1-1 0 0,-1 0 1 0 0,2 0 0 0 0,-1 0 0 0 0,1-1-1 0 0,0 0 1 0 0,0 0 0 0 0,0 0 0 0 0,0-1-1 0 0,1 1 1 0 0,0-2 0 0 0,0 1 0 0 0,0-1-1 0 0,1 0 1 0 0,-1 0 0 0 0,0-1 0 0 0,1 0-1 0 0,0-1 1 0 0,0 0 0 0 0,14 1 0 0 0,12-1 13 0 0,0-2 0 0 0,-1-1 0 0 0,1-2 1 0 0,-1-2-1 0 0,44-11 0 0 0,-27 2 0 0 0,-1-2-1 0 0,89-45 1 0 0,-96 39-3 0 0,0-2 0 0 0,-2-1 0 0 0,0-2 0 0 0,-2-2 0 0 0,-2-1 0 0 0,-1-2 0 0 0,37-44 0 0 0,-20 12-19 0 0,68-113 1 0 0,-92 130-3 0 0,-3-1 0 0 0,-2-1 1 0 0,23-74-1 0 0,-31 74-14 0 0,-3 0-1 0 0,-2-1 1 0 0,-2 0 0 0 0,-3-1 0 0 0,-2 1-1 0 0,-2-1 1 0 0,-10-92 0 0 0,7 125 5 0 0,-2 1 1 0 0,0 0-1 0 0,-1 1 0 0 0,-1-1 1 0 0,-8-16-1 0 0,7 13-38 0 0,7 20 36 0 0,-1-1 0 0 0,1 0 0 0 0,0 1-1 0 0,-1-1 1 0 0,1 1 0 0 0,-1-1 0 0 0,0 1 0 0 0,0-1-1 0 0,1 1 1 0 0,-1 0 0 0 0,0-1 0 0 0,0 1 0 0 0,0 0-1 0 0,0 0 1 0 0,0 0 0 0 0,-1-1 0 0 0,1 1-1 0 0,0 0 1 0 0,-1 0 0 0 0,-1-1 0 0 0,2 2 7 0 0,-1 0 0 0 0,1 0 0 0 0,0 1 0 0 0,-1-1 0 0 0,1 0-1 0 0,0 0 1 0 0,0 0 0 0 0,-1 1 0 0 0,1-1 0 0 0,0 1 0 0 0,0-1 0 0 0,0 1 0 0 0,-1 0 0 0 0,1-1 0 0 0,0 1 0 0 0,0 0 0 0 0,-1 1 0 0 0,-18 15-33 0 0,5-1 34 0 0,1 0 1 0 0,1 1 0 0 0,1 1-1 0 0,-19 36 1 0 0,-30 82-12 0 0,31-59 27 0 0,4 1-1 0 0,3 2 1 0 0,4 0 0 0 0,3 1-1 0 0,3 0 1 0 0,-2 148 0 0 0,17-165-8 0 0,3 0 0 0 0,26 120 0 0 0,-29-178-3 0 0,2 16 37 0 0,2 0 0 0 0,0-1 0 0 0,11 22 0 0 0,-15-38-29 0 0,0 0-1 0 0,1 0 0 0 0,-1 0 1 0 0,1 0-1 0 0,1-1 1 0 0,-1 1-1 0 0,1-1 0 0 0,-1 0 1 0 0,1 0-1 0 0,0 0 0 0 0,1 0 1 0 0,-1-1-1 0 0,1 1 0 0 0,0-1 1 0 0,-1 0-1 0 0,1-1 0 0 0,0 1 1 0 0,7 1-1 0 0,-2-2 9 0 0,0-1 0 0 0,0 0 0 0 0,0 0 0 0 0,1-1 0 0 0,-1-1 0 0 0,0 0 0 0 0,0 0 0 0 0,0-1 0 0 0,0 0 0 0 0,0 0 0 0 0,17-8 0 0 0,-7 2 10 0 0,0-1 0 0 0,-1-1 0 0 0,0-1 0 0 0,30-22 1 0 0,-35 22-13 0 0,0-1 1 0 0,0-1 0 0 0,-1 0 0 0 0,-1-1 0 0 0,0-1-1 0 0,10-15 1 0 0,10-25 39 0 0,-26 45-34 0 0,9-19-4449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22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265 134 792 0 0,'0'0'1980'0'0,"-2"1"-1296"0"0,-9 4 1388 0 0,-9 12 1800 0 0,18-15-3747 0 0,1-1 1 0 0,-1 1-1 0 0,1 0 1 0 0,0 0-1 0 0,0 0 1 0 0,0 0-1 0 0,0 0 1 0 0,0 0-1 0 0,0 0 1 0 0,1 0-1 0 0,-1 1 1 0 0,1-1-1 0 0,-1 0 1 0 0,1 0-1 0 0,0 5 1 0 0,0-5-142 0 0,2 11 59 0 0,-2-13-19 0 0,0 1-1 0 0,0-1 1 0 0,0 1-1 0 0,0-1 1 0 0,0 1-1 0 0,0-1 1 0 0,0 1 0 0 0,1-1-1 0 0,-1 1 1 0 0,0-1-1 0 0,0 1 1 0 0,0-1 0 0 0,0 1-1 0 0,1-1 1 0 0,-1 1-1 0 0,0-1 1 0 0,0 0-1 0 0,1 1 1 0 0,-1-1 0 0 0,0 0-1 0 0,1 1 1 0 0,-1-1-1 0 0,1 0 1 0 0,-1 1-1 0 0,0-1 1 0 0,1 0 0 0 0,-1 1-1 0 0,1-1 1 0 0,-1 0-1 0 0,1 0 1 0 0,-1 0-1 0 0,1 1 1 0 0,-1-1 0 0 0,1 0-1 0 0,-1 0 1 0 0,1 0-1 0 0,-1 0 1 0 0,1 0-1 0 0,-1 0 1 0 0,1 0 0 0 0,-1 0-1 0 0,1 0 1 0 0,-1 0-1 0 0,1 0 1 0 0,-1-1-1 0 0,1 1 1 0 0,-1 0 0 0 0,0 0-1 0 0,1 0 1 0 0,-1-1-1 0 0,1 1 1 0 0,-1 0-1 0 0,1 0 1 0 0,-1-1 0 0 0,0 1-1 0 0,1 0 1 0 0,-1-1-1 0 0,0 1 1 0 0,1 0-1 0 0,0-2 1 0 0,2-1 67 0 0,0 0 0 0 0,0-1 0 0 0,0 1 0 0 0,-1-1 1 0 0,1 0-1 0 0,-1 0 0 0 0,3-6 0 0 0,1-3-55 0 0,-2 5 72 0 0,0 0 1 0 0,-1 0-1 0 0,1-1 1 0 0,-2 1 0 0 0,1-1-1 0 0,-1 0 1 0 0,-1 0-1 0 0,1 0 1 0 0,-1 0 0 0 0,-1 0-1 0 0,0 0 1 0 0,-1-9-1 0 0,1 14-94 0 0,-1 1-1 0 0,1 0 0 0 0,-1 0 1 0 0,0 0-1 0 0,0 0 0 0 0,0 0 1 0 0,-1 0-1 0 0,1 0 0 0 0,-1 0 1 0 0,1 0-1 0 0,-1 0 0 0 0,-3-2 1 0 0,4 4-24 0 0,-3 0-18 0 0,-10 0 32 0 0,11 0-28 0 0,-14 1-6 0 0,12 2 24 0 0,-1-1-1 0 0,1 1 1 0 0,0 0 0 0 0,0 1-1 0 0,-1-1 1 0 0,1 1-1 0 0,1 0 1 0 0,-1 0-1 0 0,0 0 1 0 0,-5 6-1 0 0,8-7 10 0 0,-13 10-3 0 0,0 2 1 0 0,0 0 0 0 0,2 1 0 0 0,0 0 0 0 0,0 1-1 0 0,2 0 1 0 0,0 1 0 0 0,0 0 0 0 0,2 1-1 0 0,0 0 1 0 0,1 1 0 0 0,1 0 0 0 0,1 0 0 0 0,1 0-1 0 0,0 1 1 0 0,1 0 0 0 0,-1 25 0 0 0,4-39 10 0 0,1 0 1 0 0,0 1 0 0 0,0-1 0 0 0,0 0-1 0 0,0 1 1 0 0,1-1 0 0 0,0 0-1 0 0,1 1 1 0 0,-1-1 0 0 0,1 0-1 0 0,0 0 1 0 0,1 0 0 0 0,0-1 0 0 0,0 1-1 0 0,0 0 1 0 0,0-1 0 0 0,1 0-1 0 0,0 0 1 0 0,0 0 0 0 0,0 0 0 0 0,1-1-1 0 0,-1 1 1 0 0,1-1 0 0 0,0 0-1 0 0,0-1 1 0 0,12 7 0 0 0,-7-6-81 0 0,0-1 0 0 0,0 0 0 0 0,1 0 1 0 0,-1-1-1 0 0,1 0 0 0 0,-1-1 0 0 0,1 0 1 0 0,0 0-1 0 0,16-2 0 0 0,-9-1-1555 0 0,0-1 0 0 0,-1-1 1 0 0,1 0-1 0 0,31-13 0 0 0,-27 9-2562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25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4 927 16 0 0,'0'0'1247'0'0,"-3"-26"4959"0"0,6 12-4389 0 0,4-5 383 0 0,-7 19-2166 0 0,0-1-1 0 0,0 1 0 0 0,1 0 0 0 0,-1-1 0 0 0,0 1 0 0 0,1 0 0 0 0,-1-1 0 0 0,0 1 1 0 0,1 0-1 0 0,-1 0 0 0 0,1 0 0 0 0,-1-1 0 0 0,0 1 0 0 0,1 0 0 0 0,-1 0 0 0 0,1 0 0 0 0,-1 0 1 0 0,1 0-1 0 0,-1-1 0 0 0,0 1 0 0 0,1 0 0 0 0,-1 0 0 0 0,1 0 0 0 0,-1 0 0 0 0,1 0 1 0 0,-1 1-1 0 0,1-1 0 0 0,-1 0 0 0 0,0 0 0 0 0,1 0 0 0 0,-1 0 0 0 0,1 0 0 0 0,-1 1 0 0 0,0-1 1 0 0,1 0-1 0 0,0 1 0 0 0,1 3-25 0 0,1 1 1 0 0,0 0-1 0 0,-1 0 1 0 0,0 0-1 0 0,0 1 1 0 0,1 9-1 0 0,-2-11-21 0 0,5 23 67 0 0,-1 0 0 0 0,-1 1 0 0 0,-2 0-1 0 0,-1-1 1 0 0,-3 46 0 0 0,-3-31 140 0 0,-17 73 1 0 0,2-12 108 0 0,16-81 1282 0 0,3-34-251 0 0,6-37-813 0 0,2 17-546 0 0,1 0-1 0 0,2 1 1 0 0,2 0 0 0 0,0 1 0 0 0,2 0-1 0 0,26-41 1 0 0,-2 13-38 0 0,3 2 1 0 0,50-53-1 0 0,-56 71-100 0 0,-34 37 151 0 0,-1 0 0 0 0,0 0 0 0 0,1 0 0 0 0,-1 0 0 0 0,1 1 0 0 0,-1-1 0 0 0,1 0 0 0 0,0 0 0 0 0,-1 0 0 0 0,1 0 0 0 0,0 1 1 0 0,0-1-1 0 0,-1 0 0 0 0,1 1 0 0 0,0-1 0 0 0,0 0 0 0 0,0 1 0 0 0,0-1 0 0 0,0 1 0 0 0,0 0 0 0 0,0-1 0 0 0,1 0 0 0 0,0 2 8 0 0,0-1 0 0 0,0 0-1 0 0,0 1 1 0 0,0-1 0 0 0,-1 1 0 0 0,1-1 0 0 0,0 1-1 0 0,0 0 1 0 0,-1 0 0 0 0,1 0 0 0 0,-1 0-1 0 0,1 0 1 0 0,-1 0 0 0 0,1 0 0 0 0,-1 1-1 0 0,1-1 1 0 0,-1 0 0 0 0,0 1 0 0 0,0-1 0 0 0,0 1-1 0 0,0-1 1 0 0,0 1 0 0 0,0 0 0 0 0,0 0-1 0 0,0 2 1 0 0,4 12 8 0 0,-2 0-1 0 0,0 1 1 0 0,-1 0-1 0 0,-1-1 1 0 0,0 1 0 0 0,-1 0-1 0 0,-1-1 1 0 0,-5 27-1 0 0,-3 4 73 0 0,-27 82 0 0 0,-17 9 100 0 0,41-112 876 0 0,6-29-982 0 0,6 3-69 0 0,-1 0 0 0 0,1 0 1 0 0,0 0-1 0 0,-1 0 0 0 0,1 0 1 0 0,0 0-1 0 0,-1 0 0 0 0,1 0 1 0 0,0 0-1 0 0,-1 0 0 0 0,1 0 1 0 0,0 0-1 0 0,-1 0 0 0 0,1 0 1 0 0,0-1-1 0 0,0 1 0 0 0,-1 0 1 0 0,1 0-1 0 0,0 0 0 0 0,-1-1 1 0 0,1 1-1 0 0,0 0 0 0 0,0 0 1 0 0,0-1-1 0 0,-1 1 0 0 0,1 0 1 0 0,0 0-1 0 0,0-1 0 0 0,0 1 1 0 0,0 0-1 0 0,-1-1 0 0 0,1 0 1 0 0,0-21-15 0 0,1 0 1 0 0,0 0-1 0 0,2 0 1 0 0,0 0 0 0 0,2 0-1 0 0,0 1 1 0 0,2 0-1 0 0,0 0 1 0 0,1 0-1 0 0,13-21 1 0 0,8-7-50 0 0,2 2 0 0 0,69-79 1 0 0,-84 108 40 0 0,-9 9-40 0 0,0 1 1 0 0,0 1-1 0 0,0-1 1 0 0,17-11-1 0 0,-22 18 31 0 0,5 0-7 0 0,-6 0 34 0 0,-1 1 1 0 0,1 0 0 0 0,-1 0-1 0 0,1 0 1 0 0,-1-1 0 0 0,0 1-1 0 0,1 0 1 0 0,-1 0 0 0 0,1 0 0 0 0,-1 0-1 0 0,1 0 1 0 0,-1 0 0 0 0,1 0-1 0 0,-1 0 1 0 0,1 0 0 0 0,-1 0-1 0 0,1 0 1 0 0,-1 0 0 0 0,1 0-1 0 0,-1 1 1 0 0,1-1 0 0 0,-1 0 0 0 0,1 0-1 0 0,0 1 1 0 0,1-1-6 0 0,-1 0 5 0 0,0 0 0 0 0,0 0 0 0 0,-1 1 0 0 0,1-1 0 0 0,0 0 0 0 0,0 0 0 0 0,0 1 0 0 0,-1-1 0 0 0,1 0 0 0 0,0 1 0 0 0,0-1 0 0 0,-1 1 0 0 0,1-1 0 0 0,0 1 0 0 0,0 1 1 0 0,3 1-3 0 0,0 1-1 0 0,-1 1 1 0 0,0-1 0 0 0,0 0 0 0 0,0 1 0 0 0,0 0 0 0 0,-1-1 0 0 0,1 1 0 0 0,-1 0 0 0 0,-1 0 0 0 0,1 0 0 0 0,-1 1 0 0 0,2 7 0 0 0,-2 0 7 0 0,-1 0 0 0 0,0 1 1 0 0,-4 21-1 0 0,2-6 2 0 0,-4 17 34 0 0,-1 0 0 0 0,-2-1 1 0 0,-24 69-1 0 0,-2 10-13 0 0,34-118-25 0 0,-7 30 2 0 0,7-34 12 0 0,1-2-10 0 0,0 1-1 0 0,-1-1 1 0 0,1 0 0 0 0,0 1 0 0 0,-1-1 0 0 0,1 1 0 0 0,0-1 0 0 0,0 0 0 0 0,-1 1 0 0 0,1-1 0 0 0,0 1 0 0 0,0-1 0 0 0,0 1 0 0 0,0-1 0 0 0,0 0-1 0 0,-1 1 1 0 0,1-1 0 0 0,0 1 0 0 0,0-1 0 0 0,0 1 0 0 0,0-1 0 0 0,0 1 0 0 0,1-1 0 0 0,-1 1 0 0 0,0-1 0 0 0,0 1 0 0 0,0-1 0 0 0,0 0 0 0 0,0 1-1 0 0,1-1 1 0 0,-1 1 0 0 0,0-1 0 0 0,0 1 0 0 0,1-1 0 0 0,-1 0 0 0 0,0 1 0 0 0,0-1 0 0 0,1 0 0 0 0,-1 1 0 0 0,1-1 0 0 0,-1 0 0 0 0,0 0 0 0 0,1 1-1 0 0,-1-1 1 0 0,1 0 0 0 0,-1 0 0 0 0,1 1 0 0 0,1-1 8 0 0,-1 1 1 0 0,0 0-1 0 0,1-1 0 0 0,-1 1 0 0 0,1-1 0 0 0,-1 0 1 0 0,1 0-1 0 0,-1 1 0 0 0,1-1 0 0 0,-1 0 0 0 0,1 0 0 0 0,-1 0 1 0 0,1-1-1 0 0,-1 1 0 0 0,1 0 0 0 0,-1 0 0 0 0,3-1 1 0 0,19-11 6 0 0,0 0 0 0 0,-1-1 0 0 0,0-1-1 0 0,-1-1 1 0 0,20-20 0 0 0,-6 4-75 0 0,-3-2-1 0 0,30-38 0 0 0,-31 27 28 0 0,-2 0 1 0 0,44-90-1 0 0,-70 128 32 0 0,0 0 6 0 0,0-1-1 0 0,0 1 1 0 0,-1-1 0 0 0,0 0 0 0 0,0 0-1 0 0,1-11 1 0 0,1-18-99 0 0,-5 33 83 0 0,1 2 0 0 0,0 0 0 0 0,0 0 0 0 0,0 0-1 0 0,0 0 1 0 0,0 0 0 0 0,-1 0 0 0 0,1 1 0 0 0,0-1-1 0 0,-1 0 1 0 0,1 0 0 0 0,-1 0 0 0 0,1 0 0 0 0,-1 0-1 0 0,1 1 1 0 0,-1-1 0 0 0,0 0 0 0 0,1 0 0 0 0,-1 1-1 0 0,0-1 1 0 0,0 1 0 0 0,1-1 0 0 0,-1 1 0 0 0,0-1-1 0 0,0 1 1 0 0,0-1 0 0 0,0 1 0 0 0,0-1 0 0 0,0 1-1 0 0,0 0 1 0 0,0 0 0 0 0,1-1 0 0 0,-3 1 0 0 0,1 0-6 0 0,-1 0 1 0 0,1-1 0 0 0,-1 1-1 0 0,1 0 1 0 0,-1 1-1 0 0,1-1 1 0 0,-1 0 0 0 0,1 1-1 0 0,-1-1 1 0 0,1 1 0 0 0,-4 1-1 0 0,-6 6-6 0 0,0-1-1 0 0,0 2 1 0 0,1 0 0 0 0,0 0-1 0 0,1 1 1 0 0,0 0 0 0 0,1 1-1 0 0,-17 23 1 0 0,9-8 14 0 0,1 0 0 0 0,1 2 0 0 0,-13 34 0 0 0,23-49 17 0 0,0 1 1 0 0,1 0 0 0 0,1 0 0 0 0,0 0 0 0 0,0 0 0 0 0,2 1-1 0 0,0-1 1 0 0,0 1 0 0 0,2-1 0 0 0,2 24 0 0 0,-2-34 0 0 0,1 1 0 0 0,-1 0 1 0 0,1-1-1 0 0,0 1 0 0 0,0-1 1 0 0,0 1-1 0 0,1-1 0 0 0,0 0 1 0 0,-1 0-1 0 0,1 0 0 0 0,1-1 0 0 0,-1 1 1 0 0,1-1-1 0 0,-1 1 0 0 0,1-1 1 0 0,0 0-1 0 0,6 3 0 0 0,0-1 14 0 0,0 0-1 0 0,1 0 1 0 0,-1-1-1 0 0,1 0 0 0 0,12 2 1 0 0,-18-5-17 0 0,0 0-1 0 0,1-1 1 0 0,-1 1 0 0 0,1-1 0 0 0,-1 0-1 0 0,0-1 1 0 0,8-1 0 0 0,-8 1-1 0 0,6 0-16 0 0,1-1 1 0 0,-1 0 0 0 0,0-1 0 0 0,0 0 0 0 0,0-1 0 0 0,0 0-1 0 0,-1 0 1 0 0,1-2 0 0 0,-1 1 0 0 0,0-1 0 0 0,14-12-1 0 0,-4 1-140 0 0,-1-1 0 0 0,-1 0-1 0 0,30-39 1 0 0,-20 18 30 0 0,-2-1 0 0 0,-1-2 0 0 0,-3 0 0 0 0,34-88 0 0 0,-33 64 126 0 0,-19 52 48 0 0,4-13-23 0 0,-8 27-42 0 0,0 0 0 0 0,0 0 0 0 0,0 0-1 0 0,0 1 1 0 0,0-1 0 0 0,1 0 0 0 0,-1 0 0 0 0,0 0-1 0 0,0 0 1 0 0,0 0 0 0 0,0 0 0 0 0,0 0 0 0 0,0 0 0 0 0,1 0-1 0 0,-1 0 1 0 0,0 0 0 0 0,0 1 0 0 0,0-1 0 0 0,0 0-1 0 0,0 0 1 0 0,1 0 0 0 0,-1 0 0 0 0,0 0 0 0 0,0 0 0 0 0,0 0-1 0 0,0 0 1 0 0,0 0 0 0 0,1 0 0 0 0,-1 0 0 0 0,0 0-1 0 0,0-1 1 0 0,0 1 0 0 0,0 0 0 0 0,0 0 0 0 0,1 0-1 0 0,-1 0 1 0 0,0 0 0 0 0,0 0 0 0 0,0 0 0 0 0,0 0 0 0 0,0 0-1 0 0,0 0 1 0 0,0 0 0 0 0,1-1 0 0 0,-1 5-1 0 0,0 0 0 0 0,-1 0 0 0 0,1 0 0 0 0,-1 0 0 0 0,1 0 0 0 0,-1 0 0 0 0,-2 5 0 0 0,-2 8-6 0 0,-36 172 144 0 0,-2 11 53 0 0,43-195-178 0 0,-2 7 5 0 0,0 0 0 0 0,-6 20-1 0 0,0 17 113 0 0,3-22 453 0 0,6-20 175 0 0,5-18-506 0 0,21-52-258 0 0,3 0 1 0 0,2 2 0 0 0,61-85 0 0 0,-71 118-36 0 0,2 0-1 0 0,1 1 1 0 0,1 1 0 0 0,39-29 0 0 0,-58 51 8 0 0,-1 0 1 0 0,1 0-1 0 0,1 1 1 0 0,12-4-1 0 0,-17 6 18 0 0,0 1-4 0 0,0 0 22 0 0,-1 0-1 0 0,1 0 1 0 0,-1 1 0 0 0,1-1-1 0 0,-1 0 1 0 0,1 1-1 0 0,-1 0 1 0 0,0-1 0 0 0,1 1-1 0 0,-1 0 1 0 0,0 0-1 0 0,0 0 1 0 0,0 1 0 0 0,0-1-1 0 0,0 1 1 0 0,0-1-1 0 0,3 3 1 0 0,0 4 6 0 0,0 0 0 0 0,0 0 1 0 0,0 0-1 0 0,-1 1 0 0 0,-1 0 0 0 0,1-1 1 0 0,-2 1-1 0 0,1 0 0 0 0,-1 1 0 0 0,0-1 1 0 0,-1 0-1 0 0,0 1 0 0 0,-1-1 0 0 0,0 0 0 0 0,0 1 1 0 0,-2 11-1 0 0,-4 19 63 0 0,-2-1 1 0 0,-18 59-1 0 0,15-63-33 0 0,-22 80-5 0 0,26-78 95 0 0,7-34-47 0 0,6-1-15 0 0,-6-1-54 0 0,1-1-1 0 0,-1 0 0 0 0,1 1 0 0 0,-1-1 1 0 0,0 0-1 0 0,1 1 0 0 0,-1-1 0 0 0,1 0 1 0 0,-1 0-1 0 0,1 1 0 0 0,-1-1 0 0 0,1 0 1 0 0,-1 0-1 0 0,1 0 0 0 0,-1 0 0 0 0,1 0 1 0 0,-1 0-1 0 0,1 0 0 0 0,-1 0 0 0 0,1 0 1 0 0,-1 0-1 0 0,1 0 0 0 0,-1 0 0 0 0,1 0 0 0 0,-1 0 1 0 0,1 0-1 0 0,12-2 22 0 0,0 0-1 0 0,0 0 1 0 0,-1-1 0 0 0,1-1-1 0 0,-1 0 1 0 0,0-1 0 0 0,22-11-1 0 0,-17 6-6 0 0,0-2 0 0 0,0 1 0 0 0,-1-2-1 0 0,21-22 1 0 0,-8 3-63 0 0,-1-2 0 0 0,-2 0 0 0 0,-2-2 0 0 0,24-45 0 0 0,-12 8-97 0 0,-3-1 0 0 0,-3-2 0 0 0,-3-1 0 0 0,-4-1 0 0 0,14-92 0 0 0,12-228 13 0 0,-46 334 197 0 0,0 10-211 0 0,-3 51 77 0 0,0 3 59 0 0,0 0 1 0 0,0-1 0 0 0,0 1 0 0 0,0-1 0 0 0,0 1 0 0 0,0 0 0 0 0,0-1 0 0 0,0 1 0 0 0,0-1 0 0 0,0 1 0 0 0,-1 0 0 0 0,1-1 0 0 0,0 1 0 0 0,0-1 0 0 0,0 1 0 0 0,0 0 0 0 0,-1-1 0 0 0,1 1 0 0 0,0 0 0 0 0,0-1 0 0 0,-1 1 0 0 0,1 0 0 0 0,0-1 0 0 0,-1 1 0 0 0,-12 35-19 0 0,2 1 1 0 0,-11 57-1 0 0,4-13 46 0 0,-114 425 1180 0 0,40-130-666 0 0,87-350-499 0 0,2 1 1 0 0,0-1-1 0 0,3 47 1 0 0,0-71-35 0 0,0 8 31 0 0,1 0-1 0 0,1 1 1 0 0,-1-1-1 0 0,5 13 0 0 0,-5-20-20 0 0,0 0-1 0 0,0 1 0 0 0,0-1 0 0 0,0 0 0 0 0,0 0 0 0 0,1 0 1 0 0,-1 0-1 0 0,1 0 0 0 0,-1 0 0 0 0,1 0 0 0 0,0 0 0 0 0,0 0 1 0 0,0-1-1 0 0,0 1 0 0 0,0-1 0 0 0,0 1 0 0 0,0-1 0 0 0,0 0 1 0 0,0 0-1 0 0,1 0 0 0 0,-1 0 0 0 0,1 0 0 0 0,2 0 0 0 0,6 0-277 0 0,-1 0 0 0 0,1-1 0 0 0,-1 0 0 0 0,1 0 0 0 0,-1-1 0 0 0,1 0 0 0 0,-1-1 0 0 0,1-1 0 0 0,-1 1 0 0 0,0-2 0 0 0,0 1 0 0 0,-1-1-1 0 0,1-1 1 0 0,16-10 0 0 0,-10 4-1824 0 0,-1 0 0 0 0,0-1 0 0 0,21-21 0 0 0,-17 8-1947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25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180 124 1456 0 0,'-77'-4'6930'0'0,"-22"-4"-780"0"0,96 8-5393 0 0,48-6-523 0 0,64-14-1 0 0,-37 5-172 0 0,173-35 99 0 0,-211 42-136 0 0,28-3-214 0 0,-59 11-120 0 0,1-1-76 0 0,-2 1 220 0 0,0 0 0 0 0,0 0 0 0 0,1 0 0 0 0,-1 0 1 0 0,0 0-1 0 0,0 0 0 0 0,1 1 0 0 0,-1-1 0 0 0,0 1 0 0 0,0-1 1 0 0,0 1-1 0 0,0 0 0 0 0,3 1 0 0 0,-4-1-61 0 0,1 0 0 0 0,-1 0 0 0 0,0 0 0 0 0,0 0 0 0 0,0 1 0 0 0,0-1 0 0 0,0 0 0 0 0,0 1 0 0 0,0-1 0 0 0,-1 0 0 0 0,1 1 0 0 0,0-1 0 0 0,-1 1 0 0 0,1-1 0 0 0,-1 1 0 0 0,0-1 0 0 0,1 1-1 0 0,-1 2 1 0 0,1 7-2412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28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382 219 1420 0 0,'11'-21'6799'0'0,"-10"18"-5863"0"0,0-2-474 0 0,1-1 0 0 0,-1 1 0 0 0,0-1-1 0 0,-1 1 1 0 0,1-1 0 0 0,-1 0 0 0 0,0 1 0 0 0,-1-1 0 0 0,1 0 0 0 0,-1 1 0 0 0,0-1 0 0 0,-1 1 0 0 0,1-1-1 0 0,-1 1 1 0 0,0 0 0 0 0,-1-1 0 0 0,1 1 0 0 0,-4-5 0 0 0,5 8-325 0 0,0 1-129 0 0,1 1 1 0 0,0-1-1 0 0,-1 0 0 0 0,1 1 0 0 0,-1-1 0 0 0,1 0 0 0 0,-1 1 0 0 0,1-1 0 0 0,-1 1 0 0 0,1-1 0 0 0,-1 1 0 0 0,1-1 1 0 0,-1 1-1 0 0,0-1 0 0 0,1 1 0 0 0,-1 0 0 0 0,0-1 0 0 0,1 1 0 0 0,-1 0 0 0 0,0-1 0 0 0,0 1 0 0 0,0 0 0 0 0,-12-3-3 0 0,10 2-2 0 0,-1 1-12 0 0,-5 2 3 0 0,0 0 1 0 0,1 1-1 0 0,-1-1 1 0 0,1 2-1 0 0,0-1 0 0 0,0 1 1 0 0,0 0-1 0 0,1 1 1 0 0,-1 0-1 0 0,1 0 1 0 0,0 1-1 0 0,-12 12 0 0 0,-6 8 6 0 0,-39 53-1 0 0,44-52 11 0 0,0 2 1 0 0,2 0-1 0 0,2 1 1 0 0,0 1-1 0 0,2 0 0 0 0,-10 34 1 0 0,21-53-10 0 0,0-1 0 0 0,1 1 0 0 0,0-1 1 0 0,1 1-1 0 0,0 13 0 0 0,1-19 17 0 0,1 1 1 0 0,0-1-1 0 0,0 0 0 0 0,0 1 0 0 0,0-1 0 0 0,1 0 1 0 0,0 0-1 0 0,1 0 0 0 0,-1 0 0 0 0,5 6 1 0 0,-6-10-12 0 0,1 0 0 0 0,0-1 0 0 0,-1 1 1 0 0,1 0-1 0 0,0-1 0 0 0,0 1 0 0 0,0-1 1 0 0,0 0-1 0 0,0 0 0 0 0,0 0 1 0 0,0 0-1 0 0,0 0 0 0 0,1 0 0 0 0,-1 0 1 0 0,0-1-1 0 0,1 1 0 0 0,-1-1 0 0 0,0 0 1 0 0,1 1-1 0 0,2-1 0 0 0,3 0 18 0 0,1-1 0 0 0,-1 1 0 0 0,11-4 0 0 0,-17 4-23 0 0,9-3 11 0 0,-1 0 1 0 0,1 0 0 0 0,-1-2-1 0 0,1 1 1 0 0,-1-1-1 0 0,-1-1 1 0 0,1 0 0 0 0,-1 0-1 0 0,0-1 1 0 0,0 0 0 0 0,-1 0-1 0 0,9-11 1 0 0,5-6-10 0 0,-2-2 0 0 0,32-50 1 0 0,-33 44-10 0 0,-2-2 0 0 0,-1 0 0 0 0,-1 0 0 0 0,17-64 0 0 0,-24 68-161 0 0,13-35 0 0 0,-20 63 99 0 0,1 16-132 0 0,0 8 169 0 0,-18 107 32 0 0,4-42 58 0 0,0 102 1 0 0,11-182-58 0 0,1 0 6 0 0,0-1 1 0 0,0 1-1 0 0,0 0 0 0 0,1-1 0 0 0,0 0 0 0 0,2 8 1 0 0,-3-12-2 0 0,1-1 0 0 0,-1 1 1 0 0,0 0-1 0 0,1 0 0 0 0,-1 0 0 0 0,1-1 1 0 0,0 1-1 0 0,-1 0 0 0 0,1-1 1 0 0,0 1-1 0 0,0-1 0 0 0,0 1 1 0 0,0-1-1 0 0,0 1 0 0 0,0-1 0 0 0,1 0 1 0 0,-1 1-1 0 0,0-1 0 0 0,1 0 1 0 0,-1 0-1 0 0,1 0 0 0 0,-1 0 1 0 0,1 0-1 0 0,0 0 0 0 0,-1-1 0 0 0,1 1 1 0 0,0 0-1 0 0,0-1 0 0 0,-1 1 1 0 0,1-1-1 0 0,0 0 0 0 0,0 0 0 0 0,0 0 1 0 0,-1 1-1 0 0,3-2 0 0 0,6 1 11 0 0,-1-1-1 0 0,0 0 0 0 0,0 0 1 0 0,0-1-1 0 0,0-1 0 0 0,0 1 0 0 0,-1-1 1 0 0,1-1-1 0 0,13-7 0 0 0,-9 3-8 0 0,-1 0-1 0 0,0-1 0 0 0,0 0 1 0 0,-1-1-1 0 0,16-18 0 0 0,-11 10-19 0 0,-2-1-1 0 0,0-1 0 0 0,-1 0 0 0 0,-1-1 0 0 0,-2 0 0 0 0,1 0 0 0 0,10-36 0 0 0,-11 21-2 0 0,-1 0 0 0 0,7-59 0 0 0,-15 73-41 0 0,0 1 1 0 0,-1-1 0 0 0,-1 1 0 0 0,-1-1-1 0 0,-8-37 1 0 0,9 57 44 0 0,1 1 0 0 0,0 0 0 0 0,0-1-1 0 0,-1 1 1 0 0,1 0 0 0 0,-1 0 0 0 0,1 0 0 0 0,-1-1 0 0 0,0 1-1 0 0,1 0 1 0 0,-1 0 0 0 0,0 0 0 0 0,0 0 0 0 0,0 0 0 0 0,0 0 0 0 0,0 0-1 0 0,0 1 1 0 0,0-1 0 0 0,0 0 0 0 0,0 0 0 0 0,0 1 0 0 0,0-1-1 0 0,0 1 1 0 0,-1-1 0 0 0,1 1 0 0 0,0-1 0 0 0,0 1 0 0 0,-1 0 0 0 0,1 0-1 0 0,0-1 1 0 0,-1 1 0 0 0,1 0 0 0 0,0 0 0 0 0,0 0 0 0 0,-1 1-1 0 0,1-1 1 0 0,0 0 0 0 0,-1 0 0 0 0,1 1 0 0 0,-1 0 0 0 0,-4 0-5 0 0,1 1 1 0 0,1 0 0 0 0,-1 1 0 0 0,0-1-1 0 0,0 1 1 0 0,1 0 0 0 0,-8 6 0 0 0,3 0-4 0 0,1-1 0 0 0,0 1 0 0 0,0 1 0 0 0,1 0 1 0 0,0 0-1 0 0,1 0 0 0 0,-7 15 0 0 0,10-19 16 0 0,1 0 1 0 0,-1-1-1 0 0,2 1 0 0 0,-1 0 0 0 0,0 0 1 0 0,1 0-1 0 0,0 0 0 0 0,1 1 0 0 0,0-1 1 0 0,0 0-1 0 0,0 0 0 0 0,0 0 0 0 0,1 0 1 0 0,0 0-1 0 0,0 0 0 0 0,3 7 0 0 0,-1-5 7 0 0,-3-6-1 0 0,1 1 1 0 0,0-1-1 0 0,0 0 0 0 0,0 0 1 0 0,0 1-1 0 0,0-1 1 0 0,1 0-1 0 0,-1 0 1 0 0,1 0-1 0 0,-1 0 1 0 0,1 0-1 0 0,0-1 1 0 0,2 3-1 0 0,-2-2 1 0 0,1 0 0 0 0,0 0 0 0 0,-1 0 0 0 0,1 0 0 0 0,0 0 0 0 0,0 0 0 0 0,0-1 0 0 0,1 0 0 0 0,-1 1 0 0 0,0-1 0 0 0,0 0 0 0 0,1-1 0 0 0,-1 1 0 0 0,7 0 0 0 0,-5-1-1 0 0,5 2-3 0 0,0-1-1 0 0,0-1 1 0 0,0 0 0 0 0,0 0-1 0 0,0-1 1 0 0,0 0 0 0 0,14-4 0 0 0,-6 1-3 0 0,3 1-3 0 0,0-2 0 0 0,0 0-1 0 0,0-1 1 0 0,-1-1 0 0 0,0-1-1 0 0,0-1 1 0 0,-1-1 0 0 0,-1-1-1 0 0,1 0 1 0 0,-2-1 0 0 0,1-1-1 0 0,-2-1 1 0 0,20-20 0 0 0,-22 19 15 0 0,-6 7-21 0 0,-1-1 0 0 0,1 1 1 0 0,7-15-1 0 0,-14 22-22 0 0,-1 1 13 0 0,1-1-1 0 0,-1 1 1 0 0,0-1-1 0 0,1 1 1 0 0,-1 0 0 0 0,0-1-1 0 0,1 1 1 0 0,-1-1-1 0 0,0 1 1 0 0,0 0-1 0 0,0-1 1 0 0,1 1-1 0 0,-1-1 1 0 0,0 1-1 0 0,0-1 1 0 0,0 1-1 0 0,0-1 1 0 0,0 1 0 0 0,0-1-1 0 0,0 0 1 0 0,-5 4 4 0 0,-1 0 0 0 0,1 0 0 0 0,1 1 0 0 0,-1-1 0 0 0,0 1 0 0 0,1 0 0 0 0,0 0 0 0 0,-5 7 0 0 0,-32 44-6 0 0,15-18 5 0 0,17-23 13 0 0,0 0-1 0 0,-12 27 1 0 0,5-9 11 0 0,10-21 2 0 0,2 1 0 0 0,-1 0 0 0 0,2 0 0 0 0,-1 0 0 0 0,2 1 0 0 0,-3 22 0 0 0,3-16-11 0 0,0 33 43 0 0,3-49-36 0 0,-1 0 0 0 0,1 0-1 0 0,0 1 1 0 0,0-1 0 0 0,0 0 0 0 0,1 0-1 0 0,1 3 1 0 0,0 1 18 0 0,4 5 6 0 0,21 6 31 0 0,-23-15-53 0 0,24 10 44 0 0,1-6-18 0 0,-28-7-26 0 0,2 1 0 0 0,12 0-1 0 0,-12-1-1 0 0,-1 0 4 0 0,6-2-11 0 0,-5 2 2 0 0,-1-1 0 0 0,1 1 0 0 0,-1-1 0 0 0,1 0 0 0 0,-1 0-1 0 0,0 0 1 0 0,1-1 0 0 0,-1 1 0 0 0,0-1 0 0 0,0 0 0 0 0,0 1-1 0 0,0-1 1 0 0,0-1 0 0 0,3-2 0 0 0,22-26-207 0 0,-2 0 0 0 0,41-67 1 0 0,36-78-59 0 0,-83 141 183 0 0,30-64 2226 0 0,-49 97-1887 0 0,12-22 577 0 0,-9 16-349 0 0,-11 23-271 0 0,-52 104-277 0 0,-15 88 70 0 0,60-165 16 0 0,8-27-16 0 0,2 1 0 0 0,0 0 0 0 0,1 0 0 0 0,-2 27 0 0 0,3-12 6 0 0,1-28-1 0 0,1 0 0 0 0,-1-1-1 0 0,1 1 1 0 0,0 0-1 0 0,0 0 1 0 0,0 0 0 0 0,1 0-1 0 0,-1 0 1 0 0,0-1 0 0 0,1 1-1 0 0,0 0 1 0 0,0 0 0 0 0,0-1-1 0 0,0 1 1 0 0,2 3 0 0 0,-2-5-5 0 0,0 0 1 0 0,0 0 0 0 0,0 0 0 0 0,0 0 0 0 0,1 0-1 0 0,-1 0 1 0 0,0 0 0 0 0,0-1 0 0 0,0 1 0 0 0,1-1-1 0 0,-1 1 1 0 0,0-1 0 0 0,1 1 0 0 0,-1-1 0 0 0,1 0-1 0 0,-1 1 1 0 0,3-1 0 0 0,0 0 5 0 0,-1 0-1 0 0,1 0 1 0 0,0 0 0 0 0,0 0-1 0 0,0-1 1 0 0,6-1 0 0 0,20-8-23 0 0,-1-1 1 0 0,-1-1 0 0 0,0-2-1 0 0,0-1 1 0 0,-1-1 0 0 0,24-19-1 0 0,-14 6-53 0 0,-1-1-1 0 0,-2-2 0 0 0,45-53 1 0 0,-54 54 45 0 0,-2-2-1 0 0,27-49 1 0 0,-36 60 21 0 0,1-5-3 0 0,-14 24-20 0 0,8-9-210 0 0,-83 178-105 0 0,49-110 522 0 0,-33 113 0 0 0,2 66 190 0 0,12-29-11 0 0,-29 126 118 0 0,46-230-39 0 0,-50 120 0 0 0,61-183-91 0 0,-2-1-1 0 0,-36 53 0 0 0,41-71-112 0 0,-1-1 0 0 0,-1-1 0 0 0,0 0 0 0 0,-2-1 0 0 0,0-1 0 0 0,-20 15 0 0 0,30-26-198 0 0,0 0-1 0 0,0-1 1 0 0,-1 0 0 0 0,1-1 0 0 0,-1 1 0 0 0,0-1 0 0 0,0-1 0 0 0,0 0 0 0 0,0 0 0 0 0,0 0 0 0 0,-1-1-1 0 0,1-1 1 0 0,0 1 0 0 0,-1-1 0 0 0,1 0 0 0 0,-1-1 0 0 0,1 0 0 0 0,0-1 0 0 0,0 1 0 0 0,0-2 0 0 0,-13-4-1 0 0,9 2-11 0 0,0-1-1 0 0,0-1 0 0 0,0 1 0 0 0,1-2 0 0 0,0 0 0 0 0,1 0 1 0 0,0-1-1 0 0,0 0 0 0 0,1-1 0 0 0,0 0 0 0 0,0 0 0 0 0,-12-22 0 0 0,15 22-22 0 0,0-1-1 0 0,1-1 1 0 0,0 1 0 0 0,1-1-1 0 0,0 0 1 0 0,1 0-1 0 0,0 0 1 0 0,1 0-1 0 0,0 0 1 0 0,1-1-1 0 0,1-17 1 0 0,1 13-56 0 0,1-1 1 0 0,1 1 0 0 0,1 0-1 0 0,0 0 1 0 0,1 0-1 0 0,1 1 1 0 0,10-22 0 0 0,4 3-204 0 0,0 0 1 0 0,3 2 0 0 0,0 0-1 0 0,2 2 1 0 0,2 1 0 0 0,41-37-1 0 0,-29 32-444 0 0,2 3-1 0 0,1 2 1 0 0,73-41-1 0 0,146-55-6031 0 0,-128 65-453 0 0,-88 39 1326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29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1231 720 0 0,'0'0'2479'0'0,"-6"24"2905"0"0,6-12-5087 0 0,0-9-40 0 0,0-1-47 0 0,-2 7-67 0 0,1 0 0 0 0,0 0 0 0 0,1 0 0 0 0,0 0 0 0 0,1 0 0 0 0,-1 0 0 0 0,2 0 0 0 0,-1 0 0 0 0,1-1 0 0 0,1 1 0 0 0,-1-1 0 0 0,7 13 0 0 0,-8-20-64 0 0,0 0-1 0 0,0 0 1 0 0,0 0 0 0 0,0 0 0 0 0,0 0 0 0 0,0 0 0 0 0,1 0-1 0 0,-1-1 1 0 0,0 1 0 0 0,0 0 0 0 0,1-1 0 0 0,-1 1 0 0 0,0-1-1 0 0,1 1 1 0 0,-1-1 0 0 0,1 0 0 0 0,-1 0 0 0 0,0 0 0 0 0,1 0-1 0 0,2 0 1 0 0,7-2 26 0 0,0 0 0 0 0,0-1 0 0 0,-1 0-1 0 0,1-1 1 0 0,-1 0 0 0 0,0-1 0 0 0,0 0-1 0 0,0-1 1 0 0,-1 0 0 0 0,0 0 0 0 0,0-1 0 0 0,15-14-1 0 0,9-12-66 0 0,49-64-1 0 0,-81 96-36 0 0,53-71-51 0 0,-3-3 0 0 0,75-147 0 0 0,-68 95 22 0 0,48-152-1 0 0,-58 104 57 0 0,-23 79 107 0 0,-15 41 113 0 0,-8 41-192 0 0,0 1 1 0 0,1-1 0 0 0,5-15 0 0 0,-3-3-187 0 0,-5 30 90 0 0,-2 3-81 0 0,-1 2 113 0 0,-1 0 0 0 0,1 1 0 0 0,0-1-1 0 0,0 1 1 0 0,0-1 0 0 0,1 1 0 0 0,-1 0 0 0 0,-2 7-1 0 0,-19 42-21 0 0,16-34 14 0 0,-128 371 97 0 0,94-258-10 0 0,-96 371 459 0 0,130-470-526 0 0,-1 4-2 0 0,2 1-1 0 0,2 1 1 0 0,-1 51-1 0 0,6-84 22 0 0,0 1 0 0 0,1-1 0 0 0,-1 0-1 0 0,1 0 1 0 0,1 1 0 0 0,-1-1 0 0 0,1 0-1 0 0,3 7 1 0 0,-4-11-11 0 0,1 1 0 0 0,-1-1 0 0 0,0 0 0 0 0,1 0 0 0 0,-1 0 1 0 0,1 0-1 0 0,0 0 0 0 0,0 0 0 0 0,0-1 0 0 0,0 1 0 0 0,0-1 0 0 0,0 1 0 0 0,0-1 0 0 0,0 0 0 0 0,1 1 0 0 0,-1-1 0 0 0,0-1 0 0 0,1 1 1 0 0,-1 0-1 0 0,1 0 0 0 0,-1-1 0 0 0,1 0 0 0 0,-1 1 0 0 0,1-1 0 0 0,3 0 0 0 0,6-1-209 0 0,0 0-1 0 0,-1 0 1 0 0,1-1-1 0 0,0-1 1 0 0,-1 0 0 0 0,1 0-1 0 0,17-9 1 0 0,-17 6-1127 0 0,-1 0 0 0 0,1 0 0 0 0,-2-1 0 0 0,14-11 0 0 0,-3-1-3603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30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162 221 64 0 0,'-28'-3'4177'0'0,"0"-2"0"0"0,0-1 0 0 0,-41-15 0 0 0,67 20-3743 0 0,0-1-103 0 0,2 2-310 0 0,0-1-1 0 0,-1 1 1 0 0,1-1 0 0 0,-1 1-1 0 0,1-1 1 0 0,0 1 0 0 0,-1-1-1 0 0,1 1 1 0 0,0-1 0 0 0,-1 1-1 0 0,1-1 1 0 0,0 1 0 0 0,0-1-1 0 0,0 1 1 0 0,0-1 0 0 0,-1 0-1 0 0,1 1 1 0 0,0-1 0 0 0,0 1-1 0 0,0-1 1 0 0,0 0 0 0 0,0 1 0 0 0,1-2-1 0 0,-1 1-3 0 0,1 0 0 0 0,-1 0 0 0 0,1 0-1 0 0,0 0 1 0 0,-1 0 0 0 0,1 0 0 0 0,0 0-1 0 0,0 1 1 0 0,-1-1 0 0 0,1 0 0 0 0,0 0 0 0 0,0 0-1 0 0,0 1 1 0 0,0-1 0 0 0,1 0 0 0 0,26-14 111 0 0,0 2 0 0 0,56-19 0 0 0,65-10-179 0 0,-75 23-330 0 0,42-8-4449 0 0,-97 23 2968 0 0,-16 3 686 0 0,1 1 7 0 0,-1-1 723 0 0,-2 1 246 0 0,0 0 0 0 0,1 0 0 0 0,-1-1 0 0 0,0 1 0 0 0,0 0 0 0 0,0 0 0 0 0,0 0 1 0 0,1 0-1 0 0,-1 0 0 0 0,0 0 0 0 0,0 1 0 0 0,0-1 0 0 0,0 0 0 0 0,0 1 0 0 0,1-1 0 0 0,0 1 0 0 0,9 4-2768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31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22 692 696 0 0,'0'3'1106'0'0,"-14"54"3811"0"0,13-54-4443 0 0,-5 50 2585 0 0,6-50-2391 0 0,0 7 2963 0 0,6-12-3543 0 0,0-1-1 0 0,-1 1 1 0 0,1-1-1 0 0,-1 0 1 0 0,0 0 0 0 0,0 0-1 0 0,6-6 1 0 0,37-35 118 0 0,-24 22-139 0 0,14-14-64 0 0,-2-1 0 0 0,-1-2 0 0 0,-2-2 0 0 0,-2 0 0 0 0,-2-2 0 0 0,-2-2 0 0 0,-1 0 0 0 0,-3-2 0 0 0,-2 0 0 0 0,18-59 0 0 0,-33 88-14 0 0,-2 0 0 0 0,0-1 0 0 0,-1 0 0 0 0,-1 0 0 0 0,-1 1 0 0 0,-2-38 0 0 0,1 55 4 0 0,0-1-1 0 0,-1 1 1 0 0,1-1 0 0 0,0 1 0 0 0,-1 0-1 0 0,1-1 1 0 0,0 1 0 0 0,-1 0 0 0 0,0-1-1 0 0,1 1 1 0 0,-1 0 0 0 0,0 0 0 0 0,1-1-1 0 0,-1 1 1 0 0,0 0 0 0 0,0 0 0 0 0,0 0 0 0 0,0 0-1 0 0,0 0 1 0 0,0 0 0 0 0,-1 1 0 0 0,1-1-1 0 0,0 0 1 0 0,0 0 0 0 0,0 1 0 0 0,-1-1-1 0 0,1 1 1 0 0,0-1 0 0 0,-1 1 0 0 0,1 0-1 0 0,-1-1 1 0 0,1 1 0 0 0,0 0 0 0 0,-1 0 0 0 0,1 0-1 0 0,-1 0 1 0 0,1 0 0 0 0,0 0 0 0 0,-1 0-1 0 0,-2 1 1 0 0,-2 1-7 0 0,-1 0 1 0 0,1 0-1 0 0,-1 0 0 0 0,1 0 0 0 0,0 1 1 0 0,0 0-1 0 0,-7 5 0 0 0,3 0-2 0 0,0 0-1 0 0,1 1 1 0 0,0 0 0 0 0,1 0-1 0 0,-1 1 1 0 0,2 0-1 0 0,0 0 1 0 0,0 1 0 0 0,1 0-1 0 0,-7 16 1 0 0,12-24 21 0 0,0 0-1 0 0,0 0 1 0 0,0 0 0 0 0,1 1 0 0 0,-1-1-1 0 0,1 0 1 0 0,0 0 0 0 0,0 0 0 0 0,1 6-1 0 0,-1-6-6 0 0,1-1 8 0 0,-1 0 0 0 0,0 0 0 0 0,0 1 0 0 0,1-1 0 0 0,0 0 1 0 0,-1 0-1 0 0,1 0 0 0 0,0 1 0 0 0,0-1 0 0 0,0 0 0 0 0,0 0 0 0 0,1 0 0 0 0,-1-1 0 0 0,0 1 0 0 0,1 0 0 0 0,-1 0 0 0 0,1-1 0 0 0,0 1 0 0 0,0-1 0 0 0,-1 1 0 0 0,1-1 0 0 0,0 0 0 0 0,2 1 0 0 0,3 2 8 0 0,0-1 0 0 0,-1-1 1 0 0,1 1-1 0 0,0-1 0 0 0,11 2 0 0 0,-2-2 2 0 0,0-1-1 0 0,-1 0 0 0 0,1-1 1 0 0,0-1-1 0 0,0-1 1 0 0,0 0-1 0 0,-1-1 0 0 0,30-9 1 0 0,9-7-8 0 0,56-29 0 0 0,-90 39-19 0 0,179-93 34 0 0,-155 80 14 0 0,-42 21-43 0 0,2-1-54 0 0,-4 2 53 0 0,1 0 0 0 0,-1 0 1 0 0,0 0-1 0 0,0-1 0 0 0,1 1 0 0 0,-1 0 0 0 0,0 0 1 0 0,0 0-1 0 0,1 0 0 0 0,-1-1 0 0 0,0 1 1 0 0,0 0-1 0 0,1 0 0 0 0,-1 0 0 0 0,0 0 0 0 0,0 0 1 0 0,1 0-1 0 0,-1 0 0 0 0,0 0 0 0 0,1 0 1 0 0,-1 0-1 0 0,0 0 0 0 0,1 0 0 0 0,-1 0 0 0 0,0 0 1 0 0,0 0-1 0 0,1 0 0 0 0,-1 0 0 0 0,0 0 1 0 0,1 1-1 0 0,-3 4 4 0 0,0 1 0 0 0,-1-1 0 0 0,0 0 0 0 0,0 0 0 0 0,0 0 0 0 0,0 0 0 0 0,-1 0 0 0 0,0-1 0 0 0,0 1 0 0 0,-5 3 0 0 0,-11 15 7 0 0,-33 42 26 0 0,-55 72 122 0 0,90-112-127 0 0,2 0-1 0 0,1 2 1 0 0,-20 47-1 0 0,29-57 15 0 0,-9 34 0 0 0,14-45-28 0 0,0 0 0 0 0,0 0 0 0 0,1 0 0 0 0,-1 0 0 0 0,1 1 0 0 0,1-1 0 0 0,-1 0 0 0 0,4 11 0 0 0,-4-14-10 0 0,1-1 1 0 0,0 0 0 0 0,-1 0-1 0 0,1 0 1 0 0,0 0 0 0 0,0 0-1 0 0,1 0 1 0 0,-1 0 0 0 0,0 0-1 0 0,1 0 1 0 0,-1-1-1 0 0,1 1 1 0 0,-1-1 0 0 0,1 1-1 0 0,0-1 1 0 0,-1 1 0 0 0,1-1-1 0 0,0 0 1 0 0,0 0 0 0 0,0 0-1 0 0,0 0 1 0 0,0 0 0 0 0,1 0-1 0 0,-1-1 1 0 0,0 1 0 0 0,0-1-1 0 0,0 1 1 0 0,1-1-1 0 0,3 0 1 0 0,3 0-280 0 0,-1-1 0 0 0,1 0 0 0 0,-1-1 0 0 0,1 0 0 0 0,-1 0 1 0 0,10-4-1 0 0,108-47-4798 0 0,-71 29 1633 0 0,-23 10 737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33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341 256 2004 0 0,'22'-33'5188'0'0,"-2"0"0"0"0,28-63 0 0 0,-47 94-4866 0 0,-1 1-297 0 0,0 1 0 0 0,0-1 0 0 0,0 0 0 0 0,0 0 1 0 0,0 1-1 0 0,0-1 0 0 0,0 0 0 0 0,-1 1 1 0 0,1-1-1 0 0,0 0 0 0 0,0 0 0 0 0,0 1 0 0 0,-1-1 1 0 0,1 0-1 0 0,0 1 0 0 0,-1-1 0 0 0,1 0 0 0 0,-1 1 1 0 0,1-1-1 0 0,-1 1 0 0 0,1-1 0 0 0,-1 1 1 0 0,1-1-1 0 0,-1 1 0 0 0,1-1 0 0 0,-1 1 0 0 0,0-1 1 0 0,-1 1-14 0 0,1 0 1 0 0,0-1 0 0 0,-1 1 0 0 0,1 0-1 0 0,0 0 1 0 0,-1 0 0 0 0,1 0 0 0 0,-1 0-1 0 0,1 1 1 0 0,0-1 0 0 0,-1 0 0 0 0,1 1-1 0 0,-2 0 1 0 0,-6 3-26 0 0,0 0 1 0 0,0 1-1 0 0,-10 7 1 0 0,17-10 41 0 0,-29 20-21 0 0,1 1 1 0 0,2 1-1 0 0,0 2 0 0 0,2 0 0 0 0,0 2 1 0 0,-24 36-1 0 0,31-37-5 0 0,2 1 0 0 0,0 0 0 0 0,2 1 0 0 0,1 1 0 0 0,1 1 0 0 0,2-1 0 0 0,-10 44 0 0 0,19-63 24 0 0,0 0-1 0 0,0-1 0 0 0,1 1 1 0 0,0 0-1 0 0,2 17 1 0 0,-1-27-21 0 0,0 0 0 0 0,0 1 0 0 0,1-1 0 0 0,-1 0 0 0 0,0 1 0 0 0,1-1 1 0 0,-1 0-1 0 0,1 0 0 0 0,-1 0 0 0 0,1 1 0 0 0,0-1 0 0 0,-1 0 0 0 0,1 0 0 0 0,0 0 1 0 0,0 0-1 0 0,0 0 0 0 0,0 0 0 0 0,0 0 0 0 0,0 0 0 0 0,0-1 0 0 0,0 1 0 0 0,0 0 1 0 0,0-1-1 0 0,0 1 0 0 0,0 0 0 0 0,1-1 0 0 0,-1 1 0 0 0,0-1 0 0 0,0 0 0 0 0,1 1 1 0 0,-1-1-1 0 0,0 0 0 0 0,1 0 0 0 0,-1 0 0 0 0,0 0 0 0 0,1 0 0 0 0,-1 0 0 0 0,0 0 1 0 0,3-1-1 0 0,3-1 1 0 0,0 0 1 0 0,-1 0-1 0 0,1 0 0 0 0,0-1 1 0 0,9-5-1 0 0,0-2-86 0 0,1-1 1 0 0,-2 0-1 0 0,0-1 1 0 0,0-1-1 0 0,-1-1 0 0 0,21-25 1 0 0,65-102-459 0 0,-78 107 503 0 0,76-137 487 0 0,-87 156-300 0 0,1-5-327 0 0,2 26 108 0 0,-10 3 72 0 0,0 0 1 0 0,-1 0 0 0 0,1 0-1 0 0,-2 1 1 0 0,1-1-1 0 0,-1 1 1 0 0,-1 0 0 0 0,0-1-1 0 0,0 1 1 0 0,-1 15-1 0 0,-2 8 144 0 0,-11 59 0 0 0,2-28-45 0 0,-8 39 11 0 0,18-101-98 0 0,0 1 0 0 0,1 0 0 0 0,0-1 0 0 0,-1 1 0 0 0,1 0 0 0 0,0 0 0 0 0,0-1 0 0 0,0 1 0 0 0,1 0 0 0 0,-1-1 0 0 0,1 1 0 0 0,-1 0 0 0 0,1-1 0 0 0,0 1 0 0 0,0-1 0 0 0,0 1 0 0 0,2 3 0 0 0,-1-5 19 0 0,2-1-12 0 0,9-1-121 0 0,0 0 1 0 0,0-2-1 0 0,-1 1 0 0 0,1-2 1 0 0,0 1-1 0 0,-1-2 0 0 0,0 0 1 0 0,22-12-1 0 0,-5 0-591 0 0,0-1 0 0 0,36-31 1 0 0,-47 33 423 0 0,0-1 0 0 0,0-1 0 0 0,-2-1 1 0 0,-1 0-1 0 0,0-1 0 0 0,14-26 0 0 0,-7 4 265 0 0,-1-1 0 0 0,18-56 0 0 0,-37 94 8 0 0,10-29 1238 0 0,10-44 1 0 0,-21 76-1220 0 0,4-1-78 0 0,-4 2-18 0 0,-1 13 64 0 0,-7 33 359 0 0,-24 85 0 0 0,-28 47 868 0 0,44-134-1051 0 0,-21 50 95 0 0,-10 26-68 0 0,40-100-28 0 0,-1-1-1 0 0,-13 23 1 0 0,19-39-18 0 0,-3 8 609 0 0,3-10-737 0 0,1-1 1 0 0,0 1-1 0 0,0 0 0 0 0,-1 0 0 0 0,1 0 1 0 0,0-1-1 0 0,0 1 0 0 0,0 0 1 0 0,-1 0-1 0 0,1 0 0 0 0,0-1 1 0 0,0 1-1 0 0,0 0 0 0 0,0 0 0 0 0,0-1 1 0 0,0 1-1 0 0,-1 0 0 0 0,1-1 1 0 0,0 1-1 0 0,0 0 0 0 0,0 0 1 0 0,0-1-1 0 0,0 1 0 0 0,0 0 1 0 0,0-1-1 0 0,0 1 0 0 0,0 0 0 0 0,0 0 1 0 0,0-1-1 0 0,0 1 0 0 0,1 0 1 0 0,-1-1-1 0 0,0 1 0 0 0,0 0 1 0 0,0 0-1 0 0,0-1 0 0 0,0 1 0 0 0,0 0 1 0 0,1 0-1 0 0,-1-1 0 0 0,0 1 1 0 0,11-34-46 0 0,1 0 0 0 0,2 1 1 0 0,1 1-1 0 0,22-36 0 0 0,-22 42-35 0 0,14-23 3 0 0,2 1-1 0 0,3 2 0 0 0,1 1 0 0 0,2 1 0 0 0,3 3 0 0 0,82-69 1 0 0,-80 81-126 0 0,-40 28 164 0 0,1-1 1 0 0,0 1-1 0 0,0 0 1 0 0,0 0-1 0 0,0 0 1 0 0,1 0-1 0 0,-1 0 1 0 0,0 1-1 0 0,0-1 1 0 0,0 1-1 0 0,1 0 1 0 0,-1 0 0 0 0,0 0-1 0 0,5 1 1 0 0,-4 0 5 0 0,1 0 0 0 0,-1 0 0 0 0,0 0 0 0 0,0 0 0 0 0,0 1 0 0 0,0 0 0 0 0,0 0 0 0 0,0 0 0 0 0,-1 0 0 0 0,1 0 0 0 0,-1 1 0 0 0,1 0 0 0 0,-1 0 0 0 0,0 0 0 0 0,4 5 0 0 0,5 3-9 0 0,-6-5 11 0 0,-1 1 1 0 0,0-1-1 0 0,0 1 1 0 0,0 0-1 0 0,0 0 1 0 0,-1 0 0 0 0,-1 1-1 0 0,1-1 1 0 0,-1 1-1 0 0,0 0 1 0 0,-1 0-1 0 0,0 0 1 0 0,1 11 0 0 0,-2-9 19 0 0,0 0 0 0 0,-1 1 1 0 0,0-1-1 0 0,-1 0 0 0 0,-1 0 1 0 0,1 0-1 0 0,-2 1 0 0 0,1-1 1 0 0,-1-1-1 0 0,-6 14 0 0 0,-11 15 89 0 0,-1-1-1 0 0,-1-1 0 0 0,-2-2 1 0 0,-31 34-1 0 0,19-22 21 0 0,-33 53-1 0 0,64-91-83 0 0,0 0-1 0 0,0 0 0 0 0,-1-1 0 0 0,-9 10 0 0 0,13-16 1 0 0,-5 9 96 0 0,7-10-130 0 0,0 1 0 0 0,0-1 0 0 0,-1 0 0 0 0,1 0 0 0 0,0 0 1 0 0,0 1-1 0 0,-1-1 0 0 0,1 0 0 0 0,0 0 0 0 0,0 1 0 0 0,0-1 0 0 0,0 0 1 0 0,-1 0-1 0 0,1 1 0 0 0,0-1 0 0 0,0 0 0 0 0,0 0 0 0 0,0 1 0 0 0,0-1 0 0 0,0 0 1 0 0,0 1-1 0 0,0-1 0 0 0,0 0 0 0 0,0 1 0 0 0,0-1 0 0 0,0 0 0 0 0,0 0 1 0 0,0 1-1 0 0,0-1 0 0 0,0 0 0 0 0,0 1 0 0 0,0-1 0 0 0,0 0 0 0 0,0 0 1 0 0,1 1-1 0 0,-1-1 0 0 0,0 0 0 0 0,0 1 0 0 0,84-22 43 0 0,144-55 1 0 0,-228 76-50 0 0,52-20 0 0 0,-1-2 0 0 0,-2-3 0 0 0,0-1 1 0 0,52-38-1 0 0,-71 42-16 0 0,-1-2 1 0 0,-2-1 0 0 0,0 0 0 0 0,-1-3-1 0 0,-2 0 1 0 0,-1-1 0 0 0,23-37-1 0 0,-7 3 16 0 0,53-117 0 0 0,-64 111 114 0 0,-28 67-114 0 0,1 0-8 0 0,0 1-30 0 0,-1-1 0 0 0,1 1 1 0 0,-1-1-1 0 0,1 1 0 0 0,-1 0 0 0 0,1-1 0 0 0,-1 1 0 0 0,0-1 0 0 0,0 1 0 0 0,0-1 0 0 0,0 1 1 0 0,0-3-1 0 0,-9 7 16 0 0,1 0 1 0 0,0 0 0 0 0,0 1-1 0 0,0 0 1 0 0,0 0 0 0 0,0 1-1 0 0,1 0 1 0 0,-8 7 0 0 0,-59 53-128 0 0,67-59 140 0 0,-35 35-78 0 0,-63 81-1 0 0,97-111 79 0 0,1 0 0 0 0,1 0-1 0 0,0 1 1 0 0,0 0 0 0 0,1 0 0 0 0,0 0 0 0 0,-4 22 0 0 0,9-31 14 0 0,0-1 0 0 0,-1 1 1 0 0,1-1-1 0 0,1 1 0 0 0,-1-1 0 0 0,0 1 1 0 0,0-1-1 0 0,1 1 0 0 0,0-1 1 0 0,-1 1-1 0 0,2 2 0 0 0,-1-3-1 0 0,0 0 3 0 0,1 1 0 0 0,-1-1 0 0 0,1 0 0 0 0,-1 0 0 0 0,1 0 0 0 0,0 0 0 0 0,0 0 0 0 0,-1-1 0 0 0,2 1 0 0 0,-1 0 0 0 0,0-1 0 0 0,0 0 0 0 0,4 3 0 0 0,1 0 0 0 0,5 2 5 0 0,0-1 1 0 0,1 0-1 0 0,0-1 0 0 0,20 4 1 0 0,-22-5-21 0 0,24 7-54 0 0,-1 1 0 0 0,52 25 0 0 0,-83-34 63 0 0,0 0-1 0 0,-1 0 0 0 0,1 0 1 0 0,0 1-1 0 0,-1-1 1 0 0,1 1-1 0 0,-1 0 0 0 0,0-1 1 0 0,0 1-1 0 0,0 0 1 0 0,0 0-1 0 0,-1 0 0 0 0,1 0 1 0 0,-1 1-1 0 0,0-1 1 0 0,1 0-1 0 0,-2 1 0 0 0,2 5 1 0 0,-2-6 8 0 0,0 0 1 0 0,0 1 0 0 0,0-1 0 0 0,0 0 0 0 0,-1 0 0 0 0,1 0-1 0 0,-1 0 1 0 0,0 0 0 0 0,0 0 0 0 0,0 0 0 0 0,0 0-1 0 0,0 0 1 0 0,-1-1 0 0 0,1 1 0 0 0,-1 0 0 0 0,0-1 0 0 0,0 1-1 0 0,0-1 1 0 0,0 0 0 0 0,0 0 0 0 0,-1 1 0 0 0,1-2-1 0 0,-1 1 1 0 0,1 0 0 0 0,-4 2 0 0 0,-3 1 6 0 0,0 0 0 0 0,0-1 0 0 0,0 0 0 0 0,0 0 0 0 0,-1-1-1 0 0,-16 3 1 0 0,4-1-709 0 0,0-2 1 0 0,-26 0-1 0 0,40-3-407 0 0,-1 0 0 0 0,1-1 1 0 0,-15-3-1 0 0,18 3 246 0 0,1-1-1 0 0,0 1 1 0 0,-1-1 0 0 0,1 0 0 0 0,0 0-1 0 0,0 0 1 0 0,0 0 0 0 0,-3-4-1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35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1732 1176 0 0,'0'0'866'0'0,"10"24"3815"0"0,-8-20-4469 0 0,0-1 0 0 0,1 1 0 0 0,-1-1 0 0 0,1 0 0 0 0,0 0 0 0 0,-1 0 0 0 0,1 0 0 0 0,1 0 0 0 0,-1-1 0 0 0,0 1 0 0 0,1-1 0 0 0,-1 0 0 0 0,1 0 0 0 0,0 0 0 0 0,-1-1 0 0 0,1 1 0 0 0,0-1 0 0 0,0 0-1 0 0,0 0 1 0 0,0 0 0 0 0,0-1 0 0 0,1 1 0 0 0,6-1 0 0 0,3-1 30 0 0,1 1 0 0 0,-1-2 0 0 0,1 0 0 0 0,-1-1-1 0 0,20-7 1 0 0,-14 3-93 0 0,0-1-1 0 0,-1-2 0 0 0,0 0 1 0 0,0-1-1 0 0,-2 0 1 0 0,1-2-1 0 0,-1 0 0 0 0,-1-1 1 0 0,0 0-1 0 0,26-33 1 0 0,1-9-129 0 0,70-118-1 0 0,-49 64-54 0 0,-5-4 0 0 0,68-186 0 0 0,-76 159 2 0 0,61-195 74 0 0,-98 284-18 0 0,38-180 131 0 0,-38 131 652 0 0,-14 99-817 0 0,0 1 10 0 0,0 1 0 0 0,1 0 0 0 0,-1 0 0 0 0,0-1-1 0 0,0 1 1 0 0,0 0 0 0 0,0-1 0 0 0,1 1 0 0 0,-1 0 0 0 0,0-1-1 0 0,0 1 1 0 0,0 0 0 0 0,0-1 0 0 0,0 1 0 0 0,0 0 0 0 0,0-1 0 0 0,0 1-1 0 0,0 0 1 0 0,0-1 0 0 0,0 1 0 0 0,0 0 0 0 0,0-1 0 0 0,0 1-1 0 0,0 0 1 0 0,0-1 0 0 0,0 1 0 0 0,-1 0 0 0 0,1-1 0 0 0,0 1 0 0 0,0 0-1 0 0,0 0 1 0 0,-1-1 0 0 0,1 1 0 0 0,-12-1-19 0 0,-12 10 22 0 0,8 4 15 0 0,1 1 1 0 0,0 0-1 0 0,1 2 0 0 0,1-1 1 0 0,1 2-1 0 0,0-1 1 0 0,-16 30-1 0 0,0 10-10 0 0,-24 70 1 0 0,21-39 31 0 0,4 2 0 0 0,-22 135 0 0 0,3 190 509 0 0,31-67 489 0 0,-24 283 308 0 0,21-461-946 0 0,-47 191 0 0 0,47-282-266 0 0,-14 142 1 0 0,30-206-136 0 0,1-8 38 0 0,1-1-1 0 0,-1 1 1 0 0,1-1 0 0 0,0 1-1 0 0,0-1 1 0 0,1 1-1 0 0,-1-1 1 0 0,1 1 0 0 0,0-1-1 0 0,1 0 1 0 0,-1 1-1 0 0,1-1 1 0 0,0 0 0 0 0,5 8-1 0 0,-5-11-11 0 0,0 1-1 0 0,1 0 1 0 0,-1-1 0 0 0,1 1-1 0 0,-1-1 1 0 0,1 0-1 0 0,0 0 1 0 0,0 0 0 0 0,0 0-1 0 0,0-1 1 0 0,1 1-1 0 0,-1-1 1 0 0,0 1 0 0 0,1-1-1 0 0,-1 0 1 0 0,0-1 0 0 0,1 1-1 0 0,-1-1 1 0 0,1 1-1 0 0,0-1 1 0 0,-1 0 0 0 0,1 0-1 0 0,-1-1 1 0 0,1 1-1 0 0,-1-1 1 0 0,6-1 0 0 0,0 0 3 0 0,0-1 0 0 0,0 0 0 0 0,0 0 0 0 0,0-1 0 0 0,-1 0 0 0 0,1 0 0 0 0,-1-1 0 0 0,0 0 0 0 0,13-12 0 0 0,-5 2-32 0 0,-2 0 0 0 0,0-1 0 0 0,-1-1 0 0 0,0 0 0 0 0,-2-1 0 0 0,0 0 0 0 0,-1 0-1 0 0,-1-1 1 0 0,0-1 0 0 0,-2 0 0 0 0,0 0 0 0 0,-1 0 0 0 0,-1-1 0 0 0,-1 0 0 0 0,-1 0 0 0 0,-1 0 0 0 0,-1 0-1 0 0,0 0 1 0 0,-2 0 0 0 0,-1 0 0 0 0,0 0 0 0 0,-7-25 0 0 0,3 21-33 0 0,-2 2 0 0 0,-1-1 1 0 0,-1 1-1 0 0,-1 0 0 0 0,-1 1 0 0 0,-1 1 1 0 0,-27-36-1 0 0,9 21-16 0 0,-1 2 1 0 0,-1 1-1 0 0,-47-36 0 0 0,60 53 51 0 0,1-2-1 0 0,1 0 1 0 0,-24-31-1 0 0,40 46-8 0 0,0 1 0 0 0,1-1 0 0 0,-1 0 0 0 0,1 0 0 0 0,0 0 0 0 0,0 0 0 0 0,0 0 0 0 0,0 0 0 0 0,0 0 0 0 0,0 0-1 0 0,1-1 1 0 0,0 1 0 0 0,0 0 0 0 0,0 0 0 0 0,0-1 0 0 0,1-3 0 0 0,0 0-59 0 0,1 0 0 0 0,0-1 0 0 0,0 1-1 0 0,1 0 1 0 0,-1 1 0 0 0,5-8 0 0 0,9-10-315 0 0,1 0-1 0 0,0 2 1 0 0,2 0 0 0 0,0 1 0 0 0,25-20-1 0 0,-6 4-372 0 0,166-150-6688 0 0,-139 130 2484 0 0,-46 38 2748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35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128 191 1416 0 0,'10'-7'3255'0'0,"3"-3"223"0"0,16-23 1140 0 0,-17 19-1087 0 0,-15 18-2946 0 0,-22 29-560 0 0,1 1 0 0 0,1 1 1 0 0,2 1-1 0 0,1 1 0 0 0,2 1 0 0 0,2 0 1 0 0,-13 48-1 0 0,25-72-10 0 0,1 1-1 0 0,1-1 1 0 0,0 1 0 0 0,1-1 0 0 0,0 1 0 0 0,1-1-1 0 0,4 27 1 0 0,-3-35 9 0 0,0-1 0 0 0,0 0 0 0 0,0 1-1 0 0,1-1 1 0 0,-1 0 0 0 0,1 0 0 0 0,0 0 0 0 0,1 0-1 0 0,-1-1 1 0 0,1 1 0 0 0,0 0 0 0 0,1-1 0 0 0,-1 0-1 0 0,0 0 1 0 0,1 0 0 0 0,0 0 0 0 0,0-1 0 0 0,0 1-1 0 0,1-1 1 0 0,-1 0 0 0 0,1 0 0 0 0,0-1 0 0 0,7 4-1 0 0,-4-4 23 0 0,1 0-1 0 0,-1-1 0 0 0,1 0 1 0 0,0 0-1 0 0,-1-1 0 0 0,1 0 1 0 0,14-2-1 0 0,-11-1-8 0 0,0 0 0 0 0,-1-1 0 0 0,1 0 0 0 0,-1 0 0 0 0,0-1 0 0 0,0-1 0 0 0,-1 0 0 0 0,0 0 0 0 0,18-16 0 0 0,-1-2 50 0 0,45-54-1 0 0,-71 76-84 0 0,18-20 29 0 0,-2-1 1 0 0,-1-1-1 0 0,0-1 1 0 0,-2 0 0 0 0,-1-1-1 0 0,-1 0 1 0 0,-1-1-1 0 0,-2 0 1 0 0,-1-1-1 0 0,9-51 1 0 0,-15 69 1 0 0,-2 1 0 0 0,0-1 0 0 0,0 1 0 0 0,0-1 0 0 0,-1 0 0 0 0,-1 1 1 0 0,0 0-1 0 0,0-1 0 0 0,0 1 0 0 0,-2 0 0 0 0,1 0 0 0 0,-6-10 0 0 0,5 13-45 0 0,0-1-1 0 0,0 1 1 0 0,-1 0-1 0 0,0 1 1 0 0,0-1 0 0 0,0 1-1 0 0,-1 0 1 0 0,0 0-1 0 0,0 0 1 0 0,0 1-1 0 0,0 0 1 0 0,-1 0 0 0 0,0 1-1 0 0,0 0 1 0 0,-13-4-1 0 0,12 5-45 0 0,0 0-1 0 0,-1 0 1 0 0,1 1-1 0 0,0 1 1 0 0,-1-1-1 0 0,1 1 1 0 0,0 1-1 0 0,-10 1 1 0 0,12-1-174 0 0,0 0 1 0 0,0 1 0 0 0,0-1-1 0 0,0 1 1 0 0,0 0 0 0 0,1 1 0 0 0,-1 0-1 0 0,1 0 1 0 0,-1 0 0 0 0,1 0-1 0 0,0 1 1 0 0,-5 4 0 0 0,8-6 14 0 0,0 0 0 0 0,0 0 0 0 0,0 0 0 0 0,1 0 0 0 0,-1 0 0 0 0,0 1 0 0 0,1-1 0 0 0,0 0 0 0 0,-1 1 0 0 0,1-1 0 0 0,0 1 0 0 0,0-1 0 0 0,0 1 1 0 0,1 0-1 0 0,-1-1 0 0 0,1 1 0 0 0,-1 0 0 0 0,1 0 0 0 0,0-1 0 0 0,0 1 0 0 0,0 0 0 0 0,1 3 0 0 0,-1-2-309 0 0,3 10 80 0 0,4-2-3682 0 0,6 0 895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36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82 211 112 0 0,'-6'-4'645'0'0,"1"-1"-1"0"0,-1 0 1 0 0,1 0-1 0 0,0 0 1 0 0,1-1-1 0 0,-1 0 1 0 0,1 0-1 0 0,-6-10 1 0 0,2 0 717 0 0,1 0-1 0 0,-7-21 1 0 0,13 32-1010 0 0,1 0 0 0 0,-1 0-1 0 0,1-1 1 0 0,1-9-1 0 0,-1 9-170 0 0,0 3 82 0 0,3-3 51 0 0,-3 4-272 0 0,0 0 1 0 0,1 0-1 0 0,-1 1 1 0 0,1-1-1 0 0,0 0 1 0 0,-1 1-1 0 0,1-1 1 0 0,0 1-1 0 0,2-3 1 0 0,0 2-35 0 0,0 0 1 0 0,0 1 0 0 0,1-1-1 0 0,-1 1 1 0 0,1 0 0 0 0,-1 0 0 0 0,1 0-1 0 0,0 0 1 0 0,-1 0 0 0 0,1 1-1 0 0,0 0 1 0 0,-1 0 0 0 0,1 0 0 0 0,0 0-1 0 0,0 1 1 0 0,-1-1 0 0 0,1 1-1 0 0,-1 0 1 0 0,1 0 0 0 0,-1 0 0 0 0,6 3-1 0 0,5 2 2 0 0,0 0 1 0 0,0 1-1 0 0,25 18 0 0 0,-25-14 18 0 0,1 1 0 0 0,-2 1 0 0 0,0 0 0 0 0,0 0 0 0 0,-1 2 0 0 0,-1-1 0 0 0,0 2 0 0 0,-2-1 0 0 0,1 1 0 0 0,7 19 0 0 0,-11-22 41 0 0,-1 1 1 0 0,0 0-1 0 0,-1 0 1 0 0,0 1-1 0 0,-1-1 0 0 0,-1 1 1 0 0,0-1-1 0 0,-1 1 1 0 0,-1 0-1 0 0,0 0 1 0 0,-1 0-1 0 0,-5 28 0 0 0,3-31 48 0 0,-1-1 0 0 0,-1 1 0 0 0,1-1 0 0 0,-2 0-1 0 0,1-1 1 0 0,-2 1 0 0 0,-7 9 0 0 0,-5 4 1246 0 0,-32 31 0 0 0,49-54-1253 0 0,1 0 1 0 0,0 0 0 0 0,-1 0-1 0 0,1 0 1 0 0,-1 0 0 0 0,1 0-1 0 0,-1 0 1 0 0,1-1-1 0 0,-1 1 1 0 0,1 0 0 0 0,-1-1-1 0 0,0 0 1 0 0,1 1 0 0 0,-1-1-1 0 0,0 0 1 0 0,0 0 0 0 0,1 0-1 0 0,-1 0 1 0 0,0 0 0 0 0,-1 0-1 0 0,1-1-90 0 0,1 1-1 0 0,0 0 1 0 0,0-1 0 0 0,0 1-1 0 0,0-1 1 0 0,0 1-1 0 0,0-1 1 0 0,0 1-1 0 0,0-1 1 0 0,0 0 0 0 0,1 1-1 0 0,-1-1 1 0 0,0 0-1 0 0,0 0 1 0 0,0 0 0 0 0,1 1-1 0 0,-1-1 1 0 0,0 0-1 0 0,1 0 1 0 0,-1 0-1 0 0,1 0 1 0 0,-1 0 0 0 0,1 0-1 0 0,0-1 1 0 0,-1 1-1 0 0,1 0 1 0 0,0 0 0 0 0,0 0-1 0 0,0 0 1 0 0,0 0-1 0 0,0-2 1 0 0,1-20-62 0 0,1 1-1 0 0,2 0 1 0 0,0 0 0 0 0,1 0-1 0 0,2 0 1 0 0,0 1 0 0 0,1 0-1 0 0,1 0 1 0 0,21-36 0 0 0,-5 18-1352 0 0,1 1 1 0 0,2 1 0 0 0,61-63-1 0 0,-58 72-2365 0 0,63-44 0 0 0,-71 56 1382 0 0,-5 3-319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1:37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 1464 0 0,'0'0'9681'0'0,"-5"10"-7840"0"0,2 8-1567 0 0,2 1 0 0 0,1 30 1 0 0,0 0 255 0 0,-2-21-168 0 0,-40 450 1779 0 0,32-411-1973 0 0,5-36 1447 0 0,3-24 551 0 0,3-23-1602 0 0,2-4-493 0 0,1 0-1 0 0,1-1 1 0 0,11-29-1 0 0,31-62-50 0 0,-39 93-14 0 0,14-30-2 0 0,50-81 0 0 0,-58 109-34 0 0,0 2 0 0 0,1-1 0 0 0,1 2 1 0 0,1 0-1 0 0,1 1 0 0 0,25-19 0 0 0,-41 34 18 0 0,1 1 1 0 0,-1-1-1 0 0,0 1 0 0 0,1-1 1 0 0,-1 1-1 0 0,1 0 0 0 0,-1 0 1 0 0,1 0-1 0 0,0 0 1 0 0,0 0-1 0 0,-1 1 0 0 0,1-1 1 0 0,0 1-1 0 0,0 0 0 0 0,0 0 1 0 0,-1 0-1 0 0,1 0 0 0 0,0 0 1 0 0,0 0-1 0 0,0 1 1 0 0,-1 0-1 0 0,1-1 0 0 0,0 1 1 0 0,-1 0-1 0 0,6 3 0 0 0,-3-1-3 0 0,-1 0 0 0 0,1 1 0 0 0,-1 0-1 0 0,0 0 1 0 0,0 0 0 0 0,0 0 0 0 0,0 1 0 0 0,-1 0-1 0 0,0 0 1 0 0,0-1 0 0 0,5 12 0 0 0,-3-3 2 0 0,0 1 1 0 0,0-1-1 0 0,-1 1 1 0 0,-1 0-1 0 0,-1 1 1 0 0,0-1 0 0 0,0 0-1 0 0,-2 18 1 0 0,-1-6 20 0 0,-1 0 0 0 0,-1 0 0 0 0,-12 42 0 0 0,4-28 6 0 0,-1 0 0 0 0,-26 54 0 0 0,10-22 1682 0 0,27-79-1666 0 0,0 0 0 0 0,0 0 0 0 0,1 0 1 0 0,0 0-1 0 0,0 0 0 0 0,1 0 0 0 0,0 0 0 0 0,0 0 1 0 0,1 0-1 0 0,3-9 0 0 0,5-12-31 0 0,16-30 1 0 0,-18 40 38 0 0,24-48-92 0 0,2 1 1 0 0,50-69-1 0 0,-65 106 34 0 0,3 1-1 0 0,0 0 1 0 0,1 2 0 0 0,2 1 0 0 0,0 1 0 0 0,53-37-1 0 0,-75 58 4 0 0,1 0-1 0 0,-1-1 1 0 0,1 1-1 0 0,0 1 1 0 0,0-1 0 0 0,0 1-1 0 0,0-1 1 0 0,0 1-1 0 0,0 0 1 0 0,1 1-1 0 0,-1-1 1 0 0,0 1-1 0 0,0 0 1 0 0,0 0-1 0 0,7 0 1 0 0,-8 1 3 0 0,0 0 1 0 0,0 0-1 0 0,0 0 0 0 0,-1 1 1 0 0,1-1-1 0 0,0 1 1 0 0,0-1-1 0 0,-1 1 1 0 0,1 0-1 0 0,-1 0 1 0 0,0 0-1 0 0,0 1 0 0 0,1-1 1 0 0,-1 0-1 0 0,-1 1 1 0 0,1-1-1 0 0,0 1 1 0 0,-1 0-1 0 0,1 0 0 0 0,-1-1 1 0 0,2 5-1 0 0,1 5 3 0 0,-1 0 0 0 0,0 0 0 0 0,-1 0 0 0 0,0 1 0 0 0,-1-1 0 0 0,0 0 0 0 0,-1 1 0 0 0,0-1 0 0 0,-1 1 0 0 0,0-1 0 0 0,-1 0 0 0 0,-1 0 0 0 0,-7 24 0 0 0,-7 9 22 0 0,-1 0-1 0 0,-30 50 1 0 0,41-82-13 0 0,-95 190 79 0 0,101-200-66 0 0,-1-1 0 0 0,1 1 0 0 0,0 0 0 0 0,0 0 0 0 0,1 0 0 0 0,-1 0 0 0 0,1 0-1 0 0,-1 4 1 0 0,1-5-10 0 0,0-1-1 0 0,0 0 1 0 0,0 0 0 0 0,0 0-1 0 0,1 0 1 0 0,-1 0-1 0 0,0 0 1 0 0,1 0-1 0 0,-1 1 1 0 0,1-1-1 0 0,-1 0 1 0 0,1 0-1 0 0,-1 0 1 0 0,1 0 0 0 0,0-1-1 0 0,-1 1 1 0 0,1 0-1 0 0,0 0 1 0 0,0 0-1 0 0,0-1 1 0 0,0 1-1 0 0,-1 0 1 0 0,1-1 0 0 0,0 1-1 0 0,0 0 1 0 0,0-1-1 0 0,1 1 1 0 0,-1-1-1 0 0,0 0 1 0 0,2 1-1 0 0,5 0-394 0 0,0 0 0 0 0,0 0-1 0 0,0-1 1 0 0,0 0 0 0 0,0 0 0 0 0,0-1-1 0 0,0 0 1 0 0,11-2 0 0 0,0-2-2533 0 0,-1 0 1 0 0,30-14 0 0 0,-7-1-4534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01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1012 0 0,'0'0'3454'0'0,"-16"30"2860"0"0,16-29-6303 0 0,-1-1-1 0 0,1 1 1 0 0,0-1 0 0 0,0 1-1 0 0,0-1 1 0 0,0 1-1 0 0,0 0 1 0 0,-1-1-1 0 0,1 1 1 0 0,0-1 0 0 0,0 1-1 0 0,0 0 1 0 0,1-1-1 0 0,-1 1 1 0 0,0-1 0 0 0,0 1-1 0 0,0-1 1 0 0,0 1-1 0 0,0 0 1 0 0,1-1-1 0 0,-1 1 1 0 0,0-1 0 0 0,1 1-1 0 0,-1-1 1 0 0,0 1-1 0 0,1-1 1 0 0,-1 0-1 0 0,0 1 1 0 0,1-1 0 0 0,-1 1-1 0 0,1-1 1 0 0,-1 0-1 0 0,1 1 1 0 0,41 18 538 0 0,1-5-194 0 0,0-2-1 0 0,2-3 1 0 0,-1-1 0 0 0,88 5 0 0 0,552-27 1024 0 0,593-15-121 0 0,-1126 28-1100 0 0,234 4 458 0 0,-100-3 51 0 0,-118-2-441 0 0,582 18 73 0 0,-598-11-231 0 0,470 6 789 0 0,190 6-56 0 0,-596-13-410 0 0,397 14 192 0 0,-441-10-529 0 0,792 29 107 0 0,-440-17-116 0 0,-166-6 5 0 0,26 0 23 0 0,488 12 39 0 0,-332-3-42 0 0,-348-12 135 0 0,405 23 301 0 0,1044-8-353 0 0,-1527-26-132 0 0,847-30 0 0 0,91 5-315 0 0,-650 19-71 0 0,236-13 244 0 0,-306 1 130 0 0,299-7-152 0 0,-166 37-64 0 0,-7 0 191 0 0,-414-14 23 0 0,-36 3-8 0 0,40-4 18 0 0,56-10 47 0 0,-99 13-54 0 0,-2-1-2 0 0,58-15-22 0 0,-58 15 33 0 0,6 0-373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04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699 492 408 0 0,'-5'-5'1199'0'0,"0"-1"0"0"0,0 0 0 0 0,1 0 0 0 0,-7-11 0 0 0,5 5 153 0 0,1-1-1 0 0,-8-24 1 0 0,-1-6 1987 0 0,13 42-3055 0 0,1 0-259 0 0,0 1-1 0 0,0 0 0 0 0,0-1 0 0 0,-1 1 1 0 0,1-1-1 0 0,0 1 0 0 0,0 0 0 0 0,0-1 1 0 0,-1 1-1 0 0,1 0 0 0 0,0 0 1 0 0,0-1-1 0 0,-1 1 0 0 0,1 0 0 0 0,0-1 1 0 0,-1 1-1 0 0,1 0 0 0 0,0 0 0 0 0,-1 0 1 0 0,1-1-1 0 0,0 1 0 0 0,-1 0 0 0 0,1 0 1 0 0,0 0-1 0 0,-1 0 0 0 0,1 0 1 0 0,-1 0-1 0 0,1 0 0 0 0,-1 0 0 0 0,-2 2 17 0 0,0 0 0 0 0,1 1 0 0 0,-1-1 0 0 0,0 1 0 0 0,1 0-1 0 0,0 0 1 0 0,-1 0 0 0 0,1 0 0 0 0,-2 4 0 0 0,-18 39 226 0 0,9-19-135 0 0,-40 73 50 0 0,-5-2 0 0 0,-4-3 0 0 0,-4-3 1 0 0,-97 106-1 0 0,75-112 188 0 0,87-86-367 0 0,0 1 0 0 0,0 0 1 0 0,1 0-1 0 0,-1-1 0 0 0,0 1 1 0 0,0 0-1 0 0,0-1 1 0 0,0 1-1 0 0,0-1 0 0 0,-1 0 1 0 0,1 1-1 0 0,0-1 1 0 0,0 0-1 0 0,0 1 0 0 0,0-1 1 0 0,0 0-1 0 0,0 0 1 0 0,-1 0-1 0 0,1 0 0 0 0,0 0 1 0 0,0 0-1 0 0,0 0 0 0 0,-2-1 1 0 0,1 0-2 0 0,0 0 0 0 0,1 0 0 0 0,-1 0-1 0 0,0 0 1 0 0,1 0 0 0 0,-1-1 0 0 0,1 1 0 0 0,0 0 0 0 0,-1-1 0 0 0,1 1 0 0 0,0-1 0 0 0,-2-3 0 0 0,0 0-5 0 0,0-1 0 0 0,1 0 0 0 0,-1 1 1 0 0,1-1-1 0 0,0 0 0 0 0,1 0 0 0 0,-2-9 1 0 0,2 4-12 0 0,1-1 1 0 0,0 1-1 0 0,0-1 1 0 0,1 1 0 0 0,1 0-1 0 0,0-1 1 0 0,0 1-1 0 0,1 0 1 0 0,0 0 0 0 0,1 0-1 0 0,10-19 1 0 0,-9 22 1 0 0,0-1 0 0 0,0 1 0 0 0,1 0 0 0 0,0 0 1 0 0,0 1-1 0 0,1 0 0 0 0,0 0 0 0 0,1 0 0 0 0,-1 1 0 0 0,1 0 0 0 0,0 1 1 0 0,1 0-1 0 0,16-8 0 0 0,-18 10 2 0 0,0 1 0 0 0,0 0 0 0 0,0 0 0 0 0,0 1 0 0 0,1 0 0 0 0,-1 0 0 0 0,0 1 0 0 0,1-1 0 0 0,-1 2 0 0 0,1-1 1 0 0,-1 1-1 0 0,0 0 0 0 0,0 1 0 0 0,0 0 0 0 0,1 0 0 0 0,-1 0 0 0 0,-1 1 0 0 0,1 0 0 0 0,8 4 0 0 0,120 86 11 0 0,-97-63 21 0 0,1-3 0 0 0,1-1 0 0 0,48 22 0 0 0,-76-42-13 0 0,1-1 1 0 0,-1 0 0 0 0,1-1-1 0 0,0-1 1 0 0,1 0 0 0 0,-1-1-1 0 0,0 0 1 0 0,1-1-1 0 0,-1 0 1 0 0,1-1 0 0 0,-1-1-1 0 0,1 0 1 0 0,-1-1 0 0 0,0 0-1 0 0,20-7 1 0 0,-20 4-2 0 0,0-1 1 0 0,0-1 0 0 0,-1 1-1 0 0,1-2 1 0 0,-2 0-1 0 0,1-1 1 0 0,-1 0 0 0 0,0 0-1 0 0,-1-1 1 0 0,0 0-1 0 0,-1-1 1 0 0,0 0-1 0 0,-1-1 1 0 0,0 0 0 0 0,7-14-1 0 0,-2 1-1 0 0,-2-1 0 0 0,0 0 1 0 0,-2 0-1 0 0,-1-1 0 0 0,-1 0 0 0 0,7-50 0 0 0,-12 47-14 0 0,-1 0 0 0 0,-1 0 0 0 0,-2 0 1 0 0,0 0-1 0 0,-3 0 0 0 0,0 1 0 0 0,-2-1 0 0 0,-1 1 0 0 0,-1 0 0 0 0,-2 1 0 0 0,0 0 0 0 0,-2 1 0 0 0,-1 1 0 0 0,-2 0 0 0 0,0 0 0 0 0,-1 2 1 0 0,-2 0-1 0 0,0 1 0 0 0,-2 1 0 0 0,-43-36 0 0 0,59 54-4 0 0,0 0-1 0 0,-1 0 1 0 0,0 1 0 0 0,0-1 0 0 0,0 1-1 0 0,0 1 1 0 0,0-1 0 0 0,-1 1-1 0 0,1 0 1 0 0,-1 1 0 0 0,1-1 0 0 0,-1 1-1 0 0,-7 0 1 0 0,9 1 7 0 0,0 1 0 0 0,0-1 0 0 0,0 1-1 0 0,0 0 1 0 0,1 0 0 0 0,-1 1 0 0 0,0-1-1 0 0,1 1 1 0 0,-1 0 0 0 0,1 1 0 0 0,-1-1-1 0 0,1 1 1 0 0,0-1 0 0 0,0 1 0 0 0,0 1 0 0 0,0-1-1 0 0,1 0 1 0 0,-4 5 0 0 0,-3 4 2 0 0,0 1 0 0 0,1 0 1 0 0,1 0-1 0 0,0 0 0 0 0,1 1 1 0 0,1 0-1 0 0,0 1 0 0 0,1-1 1 0 0,0 1-1 0 0,1 0 0 0 0,1 0 1 0 0,0 1-1 0 0,1-1 0 0 0,0 28 1 0 0,3-26-290 0 0,0 0-1 0 0,1 0 1 0 0,1-1 0 0 0,0 1 0 0 0,2 0 0 0 0,-1-1 0 0 0,2 0 0 0 0,0 0-1 0 0,1-1 1 0 0,1 1 0 0 0,0-2 0 0 0,1 1 0 0 0,13 16 0 0 0,-9-17-848 0 0,-1 0 0 0 0,2-1-1 0 0,0-1 1 0 0,0 0 0 0 0,25 16 0 0 0,-9-9-2024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06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411 652 1468 0 0,'0'0'9422'0'0,"-1"3"-8999"0"0,-2 2-308 0 0,1 1-1 0 0,0-1 1 0 0,0 1 0 0 0,0 0 0 0 0,0 0-1 0 0,1 0 1 0 0,0 0 0 0 0,0 0 0 0 0,1 0-1 0 0,0 0 1 0 0,0 0 0 0 0,0 1-1 0 0,1-1 1 0 0,0 0 0 0 0,2 8 0 0 0,-1-10-92 0 0,-1 0 0 0 0,1 0 0 0 0,0 0 1 0 0,0-1-1 0 0,1 1 0 0 0,-1-1 1 0 0,1 1-1 0 0,0-1 0 0 0,0 0 1 0 0,0 0-1 0 0,0 0 0 0 0,0 0 1 0 0,1-1-1 0 0,-1 0 0 0 0,1 1 0 0 0,-1-1 1 0 0,1 0-1 0 0,0-1 0 0 0,0 1 1 0 0,0-1-1 0 0,0 1 0 0 0,8 0 1 0 0,-9-2 26 0 0,15-3 28 0 0,-15 2-71 0 0,-1 0 1 0 0,1 0 0 0 0,-1 0 0 0 0,1 0-1 0 0,-1 0 1 0 0,1-1 0 0 0,-1 1-1 0 0,0-1 1 0 0,0 0 0 0 0,0 1 0 0 0,0-1-1 0 0,0 0 1 0 0,0 0 0 0 0,0 0 0 0 0,-1-1-1 0 0,1 1 1 0 0,-1 0 0 0 0,1-1-1 0 0,-1 1 1 0 0,1-3 0 0 0,1-1 0 0 0,-1 0 0 0 0,0 0 0 0 0,-1 0 0 0 0,0 0 0 0 0,1 0 0 0 0,-2 0 0 0 0,1-8 0 0 0,-1 7-6 0 0,0 0 1 0 0,-1 0 0 0 0,0 1 0 0 0,0-1-1 0 0,0 0 1 0 0,-1 0 0 0 0,0 1 0 0 0,-1-1-1 0 0,1 1 1 0 0,-1 0 0 0 0,0 0-1 0 0,-1 0 1 0 0,-6-9 0 0 0,4 8 35 0 0,-1 0 0 0 0,0 0 0 0 0,0 0 0 0 0,-1 1-1 0 0,0 0 1 0 0,0 0 0 0 0,-1 1 0 0 0,-16-8 0 0 0,17 10-14 0 0,-1-1 0 0 0,1 1 0 0 0,-1 1 0 0 0,0 0 0 0 0,0 0 0 0 0,0 0 0 0 0,-1 1 1 0 0,1 1-1 0 0,0 0 0 0 0,-18 1 0 0 0,14 1-5 0 0,1 1 1 0 0,-1 0 0 0 0,0 1 0 0 0,1 0-1 0 0,-1 1 1 0 0,1 0 0 0 0,-12 8 0 0 0,7-2-10 0 0,0 1-1 0 0,0 0 1 0 0,1 1 0 0 0,1 0 0 0 0,0 2 0 0 0,1 0 0 0 0,1 0 0 0 0,0 1 0 0 0,-18 31 0 0 0,25-37-4 0 0,1 0 0 0 0,0 1 0 0 0,0 0-1 0 0,1 0 1 0 0,1 1 0 0 0,0-1 0 0 0,0 1 0 0 0,1 0 0 0 0,-1 15 0 0 0,3-21-1 0 0,0-1 0 0 0,1 1 0 0 0,-1 0 1 0 0,1 0-1 0 0,0-1 0 0 0,1 1 0 0 0,-1 0 1 0 0,1-1-1 0 0,0 1 0 0 0,1-1 0 0 0,-1 0 1 0 0,1 0-1 0 0,0 0 0 0 0,0 0 0 0 0,1 0 1 0 0,-1-1-1 0 0,1 1 0 0 0,0-1 0 0 0,0 0 1 0 0,1 0-1 0 0,4 3 0 0 0,1-1-13 0 0,0 0-1 0 0,1 0 1 0 0,-1-1 0 0 0,1-1 0 0 0,1 0-1 0 0,-1 0 1 0 0,0-1 0 0 0,1 0 0 0 0,0-1-1 0 0,-1-1 1 0 0,22 1 0 0 0,-3-2-169 0 0,1-2 0 0 0,-1-1 0 0 0,40-10 0 0 0,-42 6 29 0 0,-2-1 0 0 0,1-1-1 0 0,-1-2 1 0 0,-1-1-1 0 0,0-1 1 0 0,0 0 0 0 0,-1-2-1 0 0,-1-1 1 0 0,-1-1-1 0 0,25-24 1 0 0,-10 5-43 0 0,-3-1 0 0 0,0-2 0 0 0,-3-1 0 0 0,47-78 0 0 0,-51 66 366 0 0,-2-1 1 0 0,-2 0 0 0 0,-2-2-1 0 0,-3 0 1 0 0,-3-2 0 0 0,15-91-1 0 0,-26 108 692 0 0,7-31 392 0 0,-10 68-1113 0 0,0 6-137 0 0,0 0 0 0 0,0 0 0 0 0,0 1 0 0 0,-1-1 0 0 0,1 0 0 0 0,-1 1 0 0 0,0-1-1 0 0,0 0 1 0 0,0 1 0 0 0,0-1 0 0 0,-1 1 0 0 0,0 4 0 0 0,0-2 15 0 0,-15 163 413 0 0,-31 229 106 0 0,-3-146-349 0 0,-136 411-1 0 0,170-620-154 0 0,-11 35 18 0 0,-22 99 1 0 0,46-165-48 0 0,1 0 1 0 0,0 0-1 0 0,1 0 1 0 0,1 0-1 0 0,0 1 1 0 0,2 16-1 0 0,-2-27-4 0 0,1 1 1 0 0,-1 0-1 0 0,1 0 0 0 0,0 0 0 0 0,0 0 0 0 0,0-1 1 0 0,0 1-1 0 0,1 0 0 0 0,-1-1 0 0 0,1 1 0 0 0,0-1 1 0 0,-1 0-1 0 0,1 1 0 0 0,0-1 0 0 0,0 0 0 0 0,1 0 1 0 0,-1 0-1 0 0,0 0 0 0 0,1-1 0 0 0,-1 1 0 0 0,1-1 1 0 0,-1 1-1 0 0,1-1 0 0 0,0 0 0 0 0,-1 0 0 0 0,1 0 1 0 0,0 0-1 0 0,0-1 0 0 0,0 1 0 0 0,0-1 0 0 0,5 1 1 0 0,11-1 7 0 0,-1-1 0 0 0,1-1 0 0 0,-1 0 0 0 0,0-1 0 0 0,0-1 0 0 0,0-1 0 0 0,0 0 0 0 0,-1-2 0 0 0,27-13 0 0 0,-23 9 2 0 0,0 0 0 0 0,-1-2-1 0 0,0-1 1 0 0,-1 0 0 0 0,-1-2 0 0 0,0 0-1 0 0,15-18 1 0 0,-26 26-18 0 0,-1 0 0 0 0,0-1 0 0 0,0 1 0 0 0,0-1 0 0 0,-1 0 0 0 0,-1 0 0 0 0,1-1 0 0 0,-2 0 0 0 0,1 1-1 0 0,-1-1 1 0 0,-1-1 0 0 0,0 1 0 0 0,0 0 0 0 0,-1 0 0 0 0,0-1 0 0 0,-1 1 0 0 0,0 0 0 0 0,-1-1 0 0 0,0 1 0 0 0,-1 0 0 0 0,0-1-1 0 0,0 1 1 0 0,-1 0 0 0 0,0 0 0 0 0,-1 1 0 0 0,0-1 0 0 0,-1 1 0 0 0,0 0 0 0 0,0 0 0 0 0,-1 0 0 0 0,-7-8 0 0 0,-4-1-7 0 0,-1 0 1 0 0,-1 2 0 0 0,0 0 0 0 0,-2 0 0 0 0,0 2 0 0 0,-44-22 0 0 0,-148-51 28 0 0,120 53 23 0 0,69 24-41 0 0,1 2-24 0 0,-25-14 1 0 0,47 22 17 0 0,0-1 1 0 0,0 1-1 0 0,1-1 1 0 0,-1 0-1 0 0,0 1 1 0 0,0-1-1 0 0,1 0 1 0 0,-1 1-1 0 0,0-1 1 0 0,1 0-1 0 0,-1 0 1 0 0,1 0-1 0 0,-1 1 1 0 0,1-1-1 0 0,0 0 0 0 0,-1 0 1 0 0,1 0-1 0 0,0 0 1 0 0,-1 0-1 0 0,1 0 1 0 0,0 0-1 0 0,0 0 1 0 0,0 0-1 0 0,0 0 1 0 0,0 0-1 0 0,0 0 1 0 0,0 0-1 0 0,0 0 1 0 0,0 0-1 0 0,1 0 1 0 0,-1 0-1 0 0,0 0 1 0 0,1-1-1 0 0,1-2-44 0 0,0 0-1 0 0,0 1 1 0 0,0-1 0 0 0,0 0-1 0 0,5-5 1 0 0,9-9-377 0 0,1 2 0 0 0,0 0 0 0 0,33-24 0 0 0,65-35-1431 0 0,-58 40 909 0 0,88-52-1707 0 0,-62 39 1153 0 0,95-72-1 0 0,-167 111 2118 0 0,0-1-1 0 0,0 0 1 0 0,-1 0 0 0 0,0-1-1 0 0,-1-1 1 0 0,0 1-1 0 0,-1-1 1 0 0,0-1-1 0 0,-1 0 1 0 0,10-24 0 0 0,1-13 2492 0 0,-18 47-2940 0 0,-9 37 25 0 0,-2 7-39 0 0,-33 137 183 0 0,37-138-294 0 0,1-1 1 0 0,-1 64-1 0 0,7-89-16 0 0,1 1-1 0 0,5 26 1 0 0,-6-37-16 0 0,1-1-1 0 0,0 1 0 0 0,0-1 1 0 0,0 1-1 0 0,0-1 1 0 0,1 0-1 0 0,-1 1 1 0 0,1-1-1 0 0,0 0 0 0 0,0 0 1 0 0,0 0-1 0 0,1 0 1 0 0,-1 0-1 0 0,1-1 0 0 0,-1 1 1 0 0,4 2-1 0 0,13 2-116 0 0,-14-6 47 0 0,5 0-238 0 0,2-3-78 0 0,-1-1 0 0 0,1 0 0 0 0,0-1 0 0 0,-1 0 0 0 0,0-1 0 0 0,0 0 0 0 0,0 0 0 0 0,15-12 0 0 0,-8 4-1367 0 0,0-1 1 0 0,-1-1-1 0 0,30-33 0 0 0,-18 14-2918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06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78 656 0 0,'-10'-9'1045'0'0,"-1"0"0"0"0,-1 0-1 0 0,0 1 1 0 0,0 1 0 0 0,0 0 0 0 0,-1 1-1 0 0,0 0 1 0 0,0 1 0 0 0,-19-5 0 0 0,30 9-1031 0 0,0 1 0 0 0,-1-1 0 0 0,1 1 0 0 0,0 0 0 0 0,0 0 0 0 0,-1 0 0 0 0,1 0 0 0 0,0 1 0 0 0,0-1 0 0 0,-1 0 0 0 0,1 1 0 0 0,0 0 0 0 0,0-1 0 0 0,0 1 0 0 0,0 0 0 0 0,0 0 0 0 0,0 0 0 0 0,0 0 0 0 0,0 1 0 0 0,0-1 0 0 0,0 0 0 0 0,0 1 0 0 0,1-1 0 0 0,-1 1 0 0 0,1 0 0 0 0,-1 0 0 0 0,1-1 0 0 0,0 1 0 0 0,0 0 0 0 0,-2 3 0 0 0,0 1-718 0 0,0 1 0 0 0,0-1 0 0 0,1 1 0 0 0,-1-1 0 0 0,2 1 0 0 0,-1 0 0 0 0,-1 13 0 0 0,3-2-2798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07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41 392 0 0,'-18'5'6753'0'0,"14"-4"-6528"0"0,-10 7 3742 0 0,14-7-3914 0 0,0-1-1 0 0,0 1 1 0 0,-1-1 0 0 0,1 0 0 0 0,0 1-1 0 0,0-1 1 0 0,0 1 0 0 0,0-1 0 0 0,0 1-1 0 0,0-1 1 0 0,0 1 0 0 0,0-1 0 0 0,0 0-1 0 0,0 1 1 0 0,0-1 0 0 0,0 1 0 0 0,1-1-1 0 0,-1 1 1 0 0,0-1 0 0 0,0 0-1 0 0,0 1 1 0 0,1-1 0 0 0,-1 1 0 0 0,0-1-1 0 0,0 0 1 0 0,1 1 0 0 0,-1-1 0 0 0,0 0-1 0 0,1 1 1 0 0,-1-1 0 0 0,0 0 0 0 0,1 0-1 0 0,-1 1 1 0 0,0-1 0 0 0,1 0 0 0 0,-1 0-1 0 0,1 0 1 0 0,-1 1 0 0 0,1-1-1 0 0,0 0 1 0 0,9 7 99 0 0,-1 1 0 0 0,1 0 0 0 0,-1 0 0 0 0,0 1 0 0 0,-1 1 0 0 0,0-1 0 0 0,-1 1 0 0 0,0 0 0 0 0,0 1 0 0 0,-1 0 0 0 0,6 14 0 0 0,-9-17-113 0 0,1 1-1 0 0,-2 0 1 0 0,1 0 0 0 0,-1 0 0 0 0,-1 0 0 0 0,1 0-1 0 0,-1 0 1 0 0,-1 0 0 0 0,0 1 0 0 0,0-1-1 0 0,-1 0 1 0 0,0 0 0 0 0,-1 0 0 0 0,0 0 0 0 0,0 0-1 0 0,-5 10 1 0 0,4-11-86 0 0,2-3 255 0 0,-1 0-1 0 0,0 0 1 0 0,0 0 0 0 0,-1 0 0 0 0,1-1 0 0 0,-1 1 0 0 0,0-1 0 0 0,0 1 0 0 0,-1-1-1 0 0,1 0 1 0 0,-1 0 0 0 0,-4 3 0 0 0,6-6 54 0 0,-1-2-43 0 0,2 1-198 0 0,-1-1-1 0 0,1 1 0 0 0,0-1 0 0 0,-1 1 0 0 0,1-1 0 0 0,0 0 1 0 0,0 1-1 0 0,-1-1 0 0 0,1 0 0 0 0,0 0 0 0 0,0 0 0 0 0,0 0 1 0 0,0 0-1 0 0,0 0 0 0 0,0 0 0 0 0,1-1 0 0 0,-1 1 0 0 0,0 0 1 0 0,1 0-1 0 0,-1-1 0 0 0,0-1 0 0 0,0-1 2 0 0,0 0 0 0 0,0 0-1 0 0,0 0 1 0 0,1 0 0 0 0,-1-1 0 0 0,1 1-1 0 0,0-6 1 0 0,2-2-6 0 0,-1 0 0 0 0,2 0 0 0 0,-1 1 0 0 0,9-22 0 0 0,-1 12-30 0 0,1 1 1 0 0,1 0-1 0 0,1 1 0 0 0,1 0 1 0 0,1 1-1 0 0,0 0 0 0 0,1 2 1 0 0,1 0-1 0 0,0 0 0 0 0,1 2 1 0 0,1 0-1 0 0,0 1 0 0 0,1 1 1 0 0,0 1-1 0 0,1 1 0 0 0,40-14 1 0 0,-56 22 10 0 0,0 1 0 0 0,1 0 0 0 0,-1 0 0 0 0,1 0 0 0 0,-1 1 1 0 0,1 0-1 0 0,-1 0 0 0 0,1 0 0 0 0,-1 1 0 0 0,0-1 0 0 0,1 1 0 0 0,-1 1 0 0 0,0-1 1 0 0,1 1-1 0 0,-1 0 0 0 0,0 0 0 0 0,0 1 0 0 0,0-1 0 0 0,-1 1 0 0 0,1 0 0 0 0,-1 0 1 0 0,1 1-1 0 0,-1-1 0 0 0,0 1 0 0 0,0 0 0 0 0,-1 0 0 0 0,1 0 0 0 0,-1 1 0 0 0,0-1 1 0 0,0 1-1 0 0,0 0 0 0 0,-1 0 0 0 0,0 0 0 0 0,0 0 0 0 0,0 0 0 0 0,0 1 0 0 0,-1-1 1 0 0,1 8-1 0 0,0 4 21 0 0,-1 1 0 0 0,-1-1 1 0 0,0 1-1 0 0,-1 0 0 0 0,-1-1 1 0 0,-1 1-1 0 0,-1-1 0 0 0,-7 24 1 0 0,3-13-155 0 0,-7 55 0 0 0,15-79-56 0 0,-1-1 73 0 0,1-1 1 0 0,-1 0-1 0 0,1 0 0 0 0,0 1 0 0 0,0-1 0 0 0,0 0 0 0 0,0 1 0 0 0,0-1 0 0 0,1 0 0 0 0,-1 1 0 0 0,0-1 0 0 0,1 0 0 0 0,0 1 0 0 0,0-1 0 0 0,-1 0 0 0 0,1 0 0 0 0,1 0 0 0 0,-1 0 0 0 0,0 0 0 0 0,0 0 0 0 0,1 0 0 0 0,1 2 0 0 0,-1-3 3 0 0,-1-1 0 0 0,1 1 0 0 0,-1-1 0 0 0,1 1 0 0 0,-1-1-1 0 0,1 1 1 0 0,0-1 0 0 0,-1 0 0 0 0,1 0 0 0 0,0 0 0 0 0,-1 0 0 0 0,1 0 0 0 0,0 0 0 0 0,-1 0 0 0 0,1-1 0 0 0,-1 1 0 0 0,1 0 0 0 0,0-1 0 0 0,1 0 0 0 0,30-15-1070 0 0,-14 4 865 0 0,0-1 0 0 0,-2-1-1 0 0,1 0 1 0 0,-2-2 0 0 0,0 0 0 0 0,0 0 0 0 0,-2-2-1 0 0,14-20 1 0 0,-12 13 1538 0 0,-1 0 0 0 0,-2-1 0 0 0,-1 0 0 0 0,0-1-1 0 0,14-54 1 0 0,-11 24 2436 0 0,-10 37-2989 0 0,-7 23-349 0 0,-10 33-222 0 0,7-23-68 0 0,-10 37-2 0 0,3 1 1 0 0,2-1-1 0 0,-4 56 0 0 0,13-93-23 0 0,1 0 0 0 0,0 1-1 0 0,3 20 1 0 0,0-8-119 0 0,-3-25 48 0 0,0 0 0 0 0,0 1 0 0 0,0-1 0 0 0,0 1 0 0 0,0-1 0 0 0,0 1 0 0 0,1-1 0 0 0,-1 0 0 0 0,0 1 0 0 0,1-1 0 0 0,-1 1 0 0 0,1-1 0 0 0,0 0 0 0 0,-1 0 0 0 0,1 1 0 0 0,0-1 0 0 0,0 0 0 0 0,0 0 0 0 0,0 0 0 0 0,0 0 0 0 0,0 0 0 0 0,0 0-1 0 0,0 0 1 0 0,0 0 0 0 0,0 0 0 0 0,1-1 0 0 0,-1 1 0 0 0,0 0 0 0 0,0-1 0 0 0,2 1 0 0 0,0-1-188 0 0,-1 0 0 0 0,0 0 0 0 0,0 0 0 0 0,1 0 0 0 0,-1-1 0 0 0,0 1 0 0 0,0-1 0 0 0,1 1 0 0 0,-1-1 0 0 0,0 0 0 0 0,0 0 0 0 0,0 0 0 0 0,0 0 0 0 0,0 0 0 0 0,3-3 0 0 0,2-2-1080 0 0,0 0 1 0 0,0-1-1 0 0,0 0 1 0 0,-1 0-1 0 0,7-10 0 0 0,6-10-3942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07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175 123 2392 0 0,'-10'-12'1817'0'0,"-1"0"-1"0"0,0 0 1 0 0,-1 1-1 0 0,-14-11 1 0 0,1 4 119 0 0,-30-16 0 0 0,52 32-1804 0 0,0 3-394 0 0,-12 0-243 0 0,12 0-216 0 0,2 1-235 0 0,3 20-5309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08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18 1420 0 0,'-10'-17'21333'0'0,"10"17"-20984"0"0,-3 3-278 0 0,1 0-1 0 0,0 0 1 0 0,0 1-1 0 0,0-1 1 0 0,0 1-1 0 0,0 0 1 0 0,1-1 0 0 0,-2 9-1 0 0,-8 40 510 0 0,6-29-252 0 0,-44 193 692 0 0,-41 253-1249 0 0,89-460-125 0 0,-2 16-973 0 0,1 1 0 0 0,2 39 0 0 0,1-57 466 0 0,0 0 0 0 0,1 0-1 0 0,0 1 1 0 0,5 13 0 0 0,-5-18 75 0 0,0 1-1 0 0,0-1 1 0 0,1 1 0 0 0,-1-1 0 0 0,1 0 0 0 0,0 0 0 0 0,1 0 0 0 0,-1-1 0 0 0,4 4 0 0 0</inkml:trace>
  <inkml:trace contextRef="#ctx0" brushRef="#br0" timeOffset="1">587 719 3396 0 0,'18'-100'16719'0'0,"-16"88"-15050"0"0,-2 9-1272 0 0,1 0 1 0 0,-1 0-1 0 0,0 0 0 0 0,0 0 1 0 0,0 0-1 0 0,0-1 0 0 0,-2-4 1 0 0,2 8-383 0 0,0 0 0 0 0,0 0 1 0 0,0 0-1 0 0,0-1 0 0 0,0 1 0 0 0,0 0 1 0 0,0 0-1 0 0,0 0 0 0 0,0 0 1 0 0,0 0-1 0 0,0 0 0 0 0,0 0 0 0 0,-1 0 1 0 0,1 0-1 0 0,0-1 0 0 0,0 1 1 0 0,0 0-1 0 0,0 0 0 0 0,0 0 0 0 0,0 0 1 0 0,0 0-1 0 0,0 0 0 0 0,0 0 1 0 0,-1 0-1 0 0,1 0 0 0 0,0 0 0 0 0,0 0 1 0 0,0 0-1 0 0,0 0 0 0 0,0 0 1 0 0,0 0-1 0 0,0 0 0 0 0,0 0 1 0 0,-1 0-1 0 0,1 0 0 0 0,0 0 0 0 0,0 0 1 0 0,0 0-1 0 0,0 0 0 0 0,0 0 1 0 0,0 0-1 0 0,0 0 0 0 0,0 0 0 0 0,-1 0 1 0 0,1 0-1 0 0,0 0 0 0 0,0 0 1 0 0,0 0-1 0 0,0 0 0 0 0,0 1 0 0 0,0-1 1 0 0,0 0-1 0 0,0 0 0 0 0,0 0 1 0 0,0 0-1 0 0,0 0 0 0 0,0 0 0 0 0,-1 0 1 0 0,1 0-1 0 0,0 1 0 0 0,-7 16 135 0 0,-7 31 45 0 0,-13 83-1 0 0,24-107-1021 0 0,2 1 0 0 0,0-1 0 0 0,1 1 0 0 0,1-1-1 0 0,7 36 1 0 0,-7-55 360 0 0,1 0 0 0 0,-1-1 0 0 0,1 1 0 0 0,0-1 0 0 0,0 1 0 0 0,4 5 0 0 0,-6-8 223 0 0,1-1 0 0 0,0 1 0 0 0,0-1 0 0 0,0 0 0 0 0,0 0 0 0 0,1 1 0 0 0,-1-1 0 0 0,0 0 0 0 0,0 0 0 0 0,1 0 0 0 0,-1 0 0 0 0,1 0 0 0 0,-1-1 0 0 0,1 1 0 0 0,-1 0 0 0 0,1-1 0 0 0,-1 1 0 0 0,1-1 0 0 0,-1 1 0 0 0,1-1 0 0 0,0 0 0 0 0,-1 0 0 0 0,1 0 0 0 0,3 0 0 0 0,-4 0 119 0 0,7-1-1148 0 0,1-1 0 0 0,-1 0 0 0 0,11-3 0 0 0,3-4-3208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08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138 213 2068 0 0,'6'-10'1898'0'0,"3"-6"4611"0"0,14-31 0 0 0,-23 45-5825 0 0,4-5 491 0 0,-6 6-672 0 0,-4 10-134 0 0,-13 27-169 0 0,2 0-1 0 0,-15 43 1 0 0,26-61-176 0 0,0 1 0 0 0,2-1 0 0 0,0 1 0 0 0,1 0-1 0 0,1 0 1 0 0,1 35 0 0 0,1-50-11 0 0,0-1-1 0 0,0 1 1 0 0,1 0-1 0 0,0-1 1 0 0,0 1-1 0 0,0-1 1 0 0,0 1-1 0 0,0-1 1 0 0,0 1-1 0 0,1-1 1 0 0,0 0 0 0 0,0 1-1 0 0,0-1 1 0 0,0 0-1 0 0,0 0 1 0 0,1-1-1 0 0,5 6 1 0 0,-5-5-1 0 0,1-1 0 0 0,0 0 0 0 0,0 0 0 0 0,0 0 0 0 0,0-1 0 0 0,0 1 0 0 0,0-1 0 0 0,0 0 0 0 0,0 0 0 0 0,1 0 0 0 0,-1-1 0 0 0,0 0 0 0 0,6 0 0 0 0,2 0 7 0 0,0-2-1 0 0,0 0 1 0 0,0 0-1 0 0,0-1 1 0 0,0 0-1 0 0,-1-1 1 0 0,0 0 0 0 0,0-1-1 0 0,0-1 1 0 0,10-6-1 0 0,-3 0-25 0 0,0-2 0 0 0,-1 0-1 0 0,-1 0 1 0 0,0-2 0 0 0,-1 0 0 0 0,-1-1-1 0 0,-1 0 1 0 0,0-1 0 0 0,-1-1-1 0 0,-1 0 1 0 0,-1 0 0 0 0,0-1-1 0 0,-2-1 1 0 0,0 1 0 0 0,7-32 0 0 0,-14 45-1 0 0,0 0 1 0 0,0 0 0 0 0,-1-1 0 0 0,0 1-1 0 0,0 0 1 0 0,0 0 0 0 0,-1 0-1 0 0,0 0 1 0 0,-1 0 0 0 0,1 0 0 0 0,-1 0-1 0 0,-1 1 1 0 0,1-1 0 0 0,-1 1 0 0 0,0-1-1 0 0,-1 1 1 0 0,-6-10 0 0 0,6 11 2 0 0,0 1 1 0 0,-1-1 0 0 0,1 1-1 0 0,-1 0 1 0 0,0 0 0 0 0,0 1-1 0 0,0-1 1 0 0,0 1 0 0 0,-1 0-1 0 0,1 0 1 0 0,-1 1 0 0 0,0 0-1 0 0,0 0 1 0 0,0 0 0 0 0,0 1-1 0 0,0-1 1 0 0,0 2 0 0 0,0-1-1 0 0,0 1 1 0 0,-9 0 0 0 0,0 1 5 0 0,0 2 0 0 0,1 0 0 0 0,-1 0 0 0 0,1 2 0 0 0,0-1 0 0 0,0 2 0 0 0,1 0 0 0 0,0 0 0 0 0,0 2 0 0 0,0-1 0 0 0,1 2 1 0 0,0-1-1 0 0,0 2 0 0 0,1-1 0 0 0,-17 20 0 0 0,12-10-166 0 0,0 1 0 0 0,1 0 0 0 0,1 0 0 0 0,1 2 0 0 0,1-1 0 0 0,1 2 0 0 0,1 0 0 0 0,-12 38 0 0 0,19-49-432 0 0,0 0-1 0 0,0 0 1 0 0,2 1-1 0 0,-1-1 1 0 0,1 23-1 0 0,2-31 118 0 0,-1 1-1 0 0,1 0 1 0 0,0-1-1 0 0,0 1 1 0 0,0-1-1 0 0,0 1 0 0 0,1-1 1 0 0,0 0-1 0 0,0 1 1 0 0,0-1-1 0 0,1 0 1 0 0,-1 0-1 0 0,1-1 1 0 0,0 1-1 0 0,0 0 1 0 0,0-1-1 0 0,0 0 0 0 0,6 5 1 0 0,8 3-3674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09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20 105 924 0 0,'1'-30'8006'0'0,"0"0"-3163"0"0,-1 27-4016 0 0,0 1-169 0 0,0-10-148 0 0,0 9 700 0 0,3 5-1041 0 0,-1 2-135 0 0,1-1 0 0 0,0 0 0 0 0,-1 1 1 0 0,1 0-1 0 0,-1 0 0 0 0,0-1 0 0 0,-1 1 0 0 0,1 0 1 0 0,-1 1-1 0 0,1-1 0 0 0,-1 0 0 0 0,0 0 0 0 0,-1 1 1 0 0,1 5-1 0 0,1 15 54 0 0,-2 33 0 0 0,-1-30-21 0 0,0 5 103 0 0,-2 1-1 0 0,-1-1 1 0 0,-13 48 0 0 0,17-80-154 0 0,0 0 1 0 0,-1 0 0 0 0,1 0-1 0 0,0 0 1 0 0,-1 0-1 0 0,1 0 1 0 0,-1 0 0 0 0,0 0-1 0 0,1 0 1 0 0,-1 0 0 0 0,0 0-1 0 0,1 0 1 0 0,-1 0-1 0 0,0 0 1 0 0,0 0 0 0 0,0-1-1 0 0,0 1 1 0 0,0 0 0 0 0,0-1-1 0 0,0 1 1 0 0,-1 0-1 0 0,0 0-35 0 0,2-1 23 0 0,-1-1 0 0 0,1 1 0 0 0,-1-1 0 0 0,1 1 1 0 0,0 0-1 0 0,-1-1 0 0 0,1 1 0 0 0,0-1 0 0 0,-1 1 0 0 0,1-1 1 0 0,0 1-1 0 0,-1-1 0 0 0,1 1 0 0 0,0-1 0 0 0,0 1 0 0 0,0-1 0 0 0,0 1 1 0 0,-1-1-1 0 0,1 1 0 0 0,0-1 0 0 0,0 1 0 0 0,0-1 0 0 0,0-1 1 0 0,-2-15 25 0 0,2 17-28 0 0,0-11 2 0 0,0 0-1 0 0,1 0 0 0 0,1 0 0 0 0,0 0 0 0 0,0 0 1 0 0,1 1-1 0 0,0-1 0 0 0,1 1 0 0 0,0 0 0 0 0,1 0 1 0 0,10-16-1 0 0,1 1-4 0 0,1 1 0 0 0,1 0 0 0 0,23-21-1 0 0,-26 30-14 0 0,0 1-1 0 0,1 0 0 0 0,23-14 0 0 0,-30 22-2 0 0,0 0 0 0 0,1 1 0 0 0,0 0 0 0 0,0 0 1 0 0,1 1-1 0 0,-1 1 0 0 0,18-4 0 0 0,-24 6 13 0 0,-1 1 1 0 0,0-1-1 0 0,0 1 1 0 0,1 0-1 0 0,-1 0 1 0 0,0 1-1 0 0,0-1 1 0 0,1 1 0 0 0,-1-1-1 0 0,0 1 1 0 0,0 0-1 0 0,0 0 1 0 0,0 0-1 0 0,0 1 1 0 0,0-1-1 0 0,0 1 1 0 0,4 3-1 0 0,-4-3 17 0 0,0 1 0 0 0,0 0 0 0 0,-1 1 0 0 0,1-1 0 0 0,-1 0-1 0 0,0 1 1 0 0,0-1 0 0 0,0 1 0 0 0,0 0 0 0 0,-1-1 0 0 0,1 1 0 0 0,0 6 0 0 0,1 3 76 0 0,-1 1 0 0 0,-1 0 0 0 0,0 1 1 0 0,-1-1-1 0 0,-1 0 0 0 0,-4 27 1 0 0,1-15 12 0 0,-5 24 64 0 0,-4 89 0 0 0,13-137-173 0 0,0 0 0 0 0,0 0 0 0 0,0-1 0 0 0,0 1 0 0 0,0 0 0 0 0,0 0 0 0 0,0 0 0 0 0,1 0 0 0 0,-1 0 0 0 0,1-1 0 0 0,-1 1 0 0 0,1 0-1 0 0,0 0 1 0 0,-1-1 0 0 0,1 1 0 0 0,0 0 0 0 0,0-1 0 0 0,0 1 0 0 0,1-1 0 0 0,-1 1 0 0 0,0-1 0 0 0,0 0 0 0 0,1 1 0 0 0,-1-1 0 0 0,1 0 0 0 0,-1 0 0 0 0,3 1 0 0 0,-2-2-179 0 0,1 1 0 0 0,-1-1 0 0 0,0 0 0 0 0,1 0 0 0 0,-1 0 0 0 0,1 0 0 0 0,-1-1-1 0 0,0 1 1 0 0,1 0 0 0 0,-1-1 0 0 0,0 0 0 0 0,1 0 0 0 0,-1 1 0 0 0,0-1 0 0 0,0 0 0 0 0,0-1 0 0 0,0 1 0 0 0,0 0 0 0 0,4-4-1 0 0,-1 1-793 0 0,1-1-1 0 0,-1 0 0 0 0,-1 0 0 0 0,1 0 0 0 0,-1 0 0 0 0,0-1 0 0 0,5-8 0 0 0,4-8-4693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10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1730 64 1464 0 0,'-158'-31'10372'0'0,"7"2"-3691"0"0,149 29-6869 0 0,-2-1-308 0 0,0 0 1 0 0,-1 0 0 0 0,1 1-1 0 0,0 0 1 0 0,-8 0 0 0 0,-14 6-7828 0 0,8-1 3693 0 0</inkml:trace>
  <inkml:trace contextRef="#ctx0" brushRef="#br0" timeOffset="1">194 438 2176 0 0,'-181'89'10506'0'0,"170"-75"-9497"0"0,11-13-990 0 0,-1-1-1 0 0,1 0 0 0 0,0 1 0 0 0,0-1 0 0 0,0 0 0 0 0,0 1 0 0 0,0-1 0 0 0,0 1 0 0 0,-1-1 0 0 0,1 0 0 0 0,0 1 1 0 0,0-1-1 0 0,0 0 0 0 0,0 1 0 0 0,0-1 0 0 0,0 1 0 0 0,1-1 0 0 0,-1 0 0 0 0,0 1 0 0 0,0-1 0 0 0,0 0 0 0 0,0 1 1 0 0,0-1-1 0 0,0 0 0 0 0,1 1 0 0 0,-1-1 0 0 0,0 0 0 0 0,0 1 0 0 0,0-1 0 0 0,1 0 0 0 0,-1 1 0 0 0,0-1 1 0 0,1 0-1 0 0,-1 0 0 0 0,0 1 0 0 0,1-1 0 0 0,-1 0 0 0 0,0 0 0 0 0,1 0 0 0 0,-1 0 0 0 0,0 1 0 0 0,1-1 0 0 0,-1 0 1 0 0,0 0-1 0 0,1 0 0 0 0,-1 0 0 0 0,0 0 0 0 0,1 0 0 0 0,43 5-119 0 0,79-3 0 0 0,48-13-3783 0 0,-89 1 466 0 0,5 0-1252 0 0</inkml:trace>
  <inkml:trace contextRef="#ctx0" brushRef="#br0" timeOffset="2">4107 195 2544 0 0,'-4'1'3162'0'0,"-52"4"11116"0"0,18-3-8268 0 0,34-1-5882 0 0</inkml:trace>
  <inkml:trace contextRef="#ctx0" brushRef="#br0" timeOffset="3">3872 737 3856 0 0,'-76'76'19470'0'0,"70"-68"-18063"0"0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11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451 410 1920 0 0,'-3'-1'1844'0'0,"-5"0"-644"0"0,-23-4 9497 0 0,24 4-11125 0 0,4 1 1675 0 0,4-3-1236 0 0,-1 1 0 0 0,1 0 0 0 0,0 0 0 0 0,0-1 0 0 0,0 1 0 0 0,0 0 1 0 0,0 0-1 0 0,0 0 0 0 0,0 0 0 0 0,1 0 0 0 0,-1 0 0 0 0,0 1 0 0 0,1-1 0 0 0,0 0 0 0 0,0 1 0 0 0,-1-1 0 0 0,1 1 0 0 0,0 0 0 0 0,3-2 0 0 0,8-8 18 0 0,62-52 25 0 0,-38 28-29 0 0,-2-2 0 0 0,-1-1 0 0 0,-3-2 0 0 0,35-56 1 0 0,-43 60-160 0 0,-21 35 64 0 0,1-4-36 0 0,-3 5 104 0 0,0 0-1 0 0,0 0 0 0 0,0 0 0 0 0,0 0 1 0 0,0 0-1 0 0,0 0 0 0 0,0 0 0 0 0,0 0 1 0 0,0 0-1 0 0,0 0 0 0 0,0 0 0 0 0,1 0 1 0 0,-1 0-1 0 0,0 0 0 0 0,0 0 0 0 0,0 0 1 0 0,0 0-1 0 0,0 0 0 0 0,0 0 0 0 0,0 0 1 0 0,0 0-1 0 0,0 0 0 0 0,0 0 0 0 0,0 0 1 0 0,0 0-1 0 0,0 0 0 0 0,1 0 0 0 0,-1 0 1 0 0,0 0-1 0 0,0 0 0 0 0,0 0 0 0 0,0 0 1 0 0,0 0-1 0 0,0 0 0 0 0,0 0 0 0 0,0 0 1 0 0,0 0-1 0 0,0 0 0 0 0,0 0 0 0 0,0 0 1 0 0,0 0-1 0 0,0 0 0 0 0,0 0 0 0 0,0 0 1 0 0,1 0-1 0 0,-1 0 0 0 0,0 0 0 0 0,0-1 1 0 0,0 1-1 0 0,-5 30-32 0 0,-1-1 1 0 0,-16 51-1 0 0,-31 59 97 0 0,37-101-47 0 0,-174 369 48 0 0,151-338-17 0 0,-4-3 1 0 0,-2-1-1 0 0,-90 99 1 0 0,114-141-34 0 0,-2 1 674 0 0,-31 27 0 0 0,53-50-661 0 0,0 0-1 0 0,-1 0 1 0 0,1 0 0 0 0,0 0-1 0 0,0 0 1 0 0,-1 0-1 0 0,1-1 1 0 0,-1 1-1 0 0,1-1 1 0 0,0 1 0 0 0,-1-1-1 0 0,1 1 1 0 0,-1-1-1 0 0,1 0 1 0 0,-1 0-1 0 0,1 1 1 0 0,-1-1 0 0 0,0 0-1 0 0,1-1 1 0 0,-1 1-1 0 0,1 0 1 0 0,-1 0-1 0 0,-1-1 1 0 0,0-1-7 0 0,1 1 0 0 0,0 0 0 0 0,0-1 1 0 0,-1 1-1 0 0,1-1 0 0 0,0 0 0 0 0,1 0 0 0 0,-1 0 0 0 0,0 0 0 0 0,1 0 1 0 0,-1 0-1 0 0,-1-4 0 0 0,-3-4 3 0 0,2-1 0 0 0,-1 1 0 0 0,1-1 0 0 0,-4-22 0 0 0,4 9-25 0 0,2 0 0 0 0,1-1 0 0 0,1 1 0 0 0,0 0 0 0 0,2-1 0 0 0,1 1-1 0 0,1 0 1 0 0,1 0 0 0 0,1 1 0 0 0,14-35 0 0 0,-18 53-17 0 0,1-1-1 0 0,0 0 1 0 0,1 1 0 0 0,-1 0-1 0 0,1 0 1 0 0,0 0 0 0 0,0 0-1 0 0,1 0 1 0 0,-1 1 0 0 0,1 0-1 0 0,0 0 1 0 0,0 0 0 0 0,6-3-1 0 0,-9 6 12 0 0,1 0 0 0 0,0 0 0 0 0,-1 0 0 0 0,1 1 0 0 0,0-1 0 0 0,0 1 0 0 0,0-1 0 0 0,-1 1 0 0 0,1 0 0 0 0,0 0 0 0 0,0 0 0 0 0,5 2 0 0 0,-2-1-3 0 0,0 0 0 0 0,1 1 0 0 0,-1 0 1 0 0,9 4-1 0 0,11 9-1 0 0,-2 2 1 0 0,0 0 0 0 0,-1 1 0 0 0,-1 2-1 0 0,24 26 1 0 0,23 20 25 0 0,-39-40 5 0 0,1-2-1 0 0,1-1 1 0 0,1-1 0 0 0,1-2-1 0 0,39 17 1 0 0,-59-30-11 0 0,1-1-1 0 0,0-1 1 0 0,0-1-1 0 0,0 0 1 0 0,1 0 0 0 0,-1-2-1 0 0,1 0 1 0 0,0-1-1 0 0,0 0 1 0 0,0-1-1 0 0,0-1 1 0 0,-1-1 0 0 0,1 0-1 0 0,0-1 1 0 0,21-7-1 0 0,-27 6 4 0 0,0-1 0 0 0,0 0-1 0 0,0-1 1 0 0,-1 0 0 0 0,0 0-1 0 0,0-1 1 0 0,15-15 0 0 0,-10 6 2 0 0,0 0 1 0 0,-1-1 0 0 0,13-20-1 0 0,-19 24-17 0 0,0-1-1 0 0,-1 1 0 0 0,-1-1 1 0 0,0 0-1 0 0,-1-1 1 0 0,0 1-1 0 0,-1-1 0 0 0,-1 0 1 0 0,0 0-1 0 0,-1-19 0 0 0,0 33 2 0 0,-1 0-1 0 0,0 1 1 0 0,0-1-1 0 0,0 0 1 0 0,0 0-1 0 0,0 1 1 0 0,0-1-1 0 0,0 0 1 0 0,0 0-1 0 0,-1 1 1 0 0,1-1-1 0 0,0 0 1 0 0,0 1-1 0 0,-1-1 1 0 0,1 0-1 0 0,0 0 0 0 0,-1 1 1 0 0,1-1-1 0 0,0 1 1 0 0,-1-1-1 0 0,1 0 1 0 0,-1 1-1 0 0,1-1 1 0 0,-1 1-1 0 0,0-1 1 0 0,1 1-1 0 0,-1-1 1 0 0,1 1-1 0 0,-1 0 1 0 0,0-1-1 0 0,1 1 1 0 0,-1 0-1 0 0,0-1 1 0 0,1 1-1 0 0,-1 0 0 0 0,0 0 1 0 0,0 0-1 0 0,1 0 1 0 0,-1 0-1 0 0,0-1 1 0 0,0 1-1 0 0,1 1 1 0 0,-1-1-1 0 0,0 0 1 0 0,0 0-1 0 0,1 0 1 0 0,-1 0-1 0 0,0 0 1 0 0,0 1-1 0 0,-1 0 1 0 0,-2 0-11 0 0,-1 1 0 0 0,0 1 0 0 0,0-1 1 0 0,1 1-1 0 0,-8 5 0 0 0,-1 3-9 0 0,0 1 0 0 0,1 0-1 0 0,0 1 1 0 0,1 1 0 0 0,0 0 0 0 0,-14 25-1 0 0,12-15 3 0 0,1 0 0 0 0,1 1-1 0 0,-12 41 1 0 0,21-59 22 0 0,0-1 0 0 0,1 1 0 0 0,0 0 0 0 0,0-1 0 0 0,1 1 0 0 0,-1 0 0 0 0,2 0 0 0 0,-1-1 0 0 0,1 1 0 0 0,0 0 0 0 0,0-1 0 0 0,0 1 0 0 0,1-1 0 0 0,5 13 0 0 0,-4-14-6 0 0,0-1-1 0 0,0 1 1 0 0,0-1 0 0 0,0 0-1 0 0,1 0 1 0 0,-1 0-1 0 0,1 0 1 0 0,0-1 0 0 0,0 1-1 0 0,1-1 1 0 0,-1 0 0 0 0,1 0-1 0 0,-1-1 1 0 0,1 1 0 0 0,0-1-1 0 0,0 0 1 0 0,0 0 0 0 0,0-1-1 0 0,6 2 1 0 0,2-1-114 0 0,1 0 0 0 0,-1 0 0 0 0,0-2 0 0 0,1 1 0 0 0,-1-2 0 0 0,1 0 0 0 0,-1 0 0 0 0,19-6 0 0 0,-13 2-68 0 0,-1-1 1 0 0,0-1 0 0 0,0 0-1 0 0,-1-2 1 0 0,23-13 0 0 0,-13 3 0 0 0,0-1 0 0 0,-1-2 1 0 0,-1 0-1 0 0,-1-2 0 0 0,-1 0 1 0 0,29-40-1 0 0,-29 30 105 0 0,-1-2 1 0 0,-1 0-1 0 0,23-60 0 0 0,33-124 242 0 0,-67 179 404 0 0,-1-1-1 0 0,3-43 1 0 0,4-20 1255 0 0,-16 85-1711 0 0,0 17-58 0 0,-3 5-47 0 0,-2 3 4 0 0,1 0-1 0 0,-1 0 1 0 0,1 0-1 0 0,0 0 1 0 0,0 1-1 0 0,1 0 0 0 0,-1 0 1 0 0,-2 8-1 0 0,-23 61 45 0 0,18-43-21 0 0,-94 275 126 0 0,80-216-118 0 0,-20 134 0 0 0,42-207-4 0 0,2-1 0 0 0,0 1 1 0 0,0 0-1 0 0,2 0 0 0 0,0-1 0 0 0,1 1 0 0 0,8 29 1 0 0,-9-42-83 0 0,0 0 0 0 0,1-1 0 0 0,0 1 0 0 0,0 0 0 0 0,0-1 0 0 0,1 1 0 0 0,0-1 0 0 0,-1 0 0 0 0,2 0 0 0 0,-1 0 0 0 0,0 0 0 0 0,1-1 0 0 0,-1 1 0 0 0,1-1 0 0 0,0 0 0 0 0,0 0 0 0 0,1 0 1 0 0,-1-1-1 0 0,0 1 0 0 0,1-1 0 0 0,0 0 0 0 0,-1 0 0 0 0,1-1 0 0 0,0 1 0 0 0,0-1 0 0 0,0 0 0 0 0,0-1 0 0 0,0 1 0 0 0,0-1 0 0 0,0 0 0 0 0,6 0 0 0 0,-1-1-408 0 0,0-1 0 0 0,0 0 1 0 0,-1 0-1 0 0,1 0 0 0 0,-1-2 0 0 0,1 1 0 0 0,15-9 0 0 0,-9 3-1145 0 0,0-1 1 0 0,-1 0-1 0 0,19-17 0 0 0,-2-2-3109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11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224 166 2440 0 0,'-144'-44'10691'0'0,"77"25"-7044"0"0,66 19-3616 0 0,1 0-1 0 0,-1 0 1 0 0,1 0-1 0 0,-1 0 1 0 0,1-1-1 0 0,-1 1 1 0 0,1 0-1 0 0,-1 0 1 0 0,1 0-1 0 0,-1 0 1 0 0,1-1-1 0 0,-1 1 1 0 0,1 0-1 0 0,-1-1 1 0 0,1 1-1 0 0,0 0 1 0 0,-1-1-1 0 0,1 1 1 0 0,-1 0-1 0 0,1-1 0 0 0,0 1 1 0 0,-1-1-1 0 0,1 1 1 0 0,0-1-1 0 0,0 1 1 0 0,-1-1-1 0 0,1 1 1 0 0,0-1-1 0 0,0 0 1 0 0,0 0-17 0 0,0 1 0 0 0,1-1 1 0 0,-1 0-1 0 0,1 0 0 0 0,-1 1 0 0 0,1-1 1 0 0,-1 0-1 0 0,1 1 0 0 0,-1-1 0 0 0,1 1 1 0 0,0-1-1 0 0,-1 1 0 0 0,1-1 0 0 0,0 1 0 0 0,-1-1 1 0 0,2 1-1 0 0,31-14 77 0 0,32-3-1131 0 0,0 2 1 0 0,69-5-1 0 0,45 6-7281 0 0,-136 12 4139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12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135 313 2756 0 0,'0'0'8762'0'0,"3"0"-7468"0"0,-2 0-1101 0 0,0 0 0 0 0,1 0 0 0 0,-1 0-1 0 0,0 0 1 0 0,0 0 0 0 0,0 1 0 0 0,1-1 0 0 0,-1 0 0 0 0,0 0 0 0 0,0 1 0 0 0,0-1 0 0 0,0 1-1 0 0,0-1 1 0 0,0 1 0 0 0,0 0 0 0 0,0-1 0 0 0,0 1 0 0 0,0 0 0 0 0,1 1 0 0 0,-1 0-7 0 0,1 0 0 0 0,-1 1 1 0 0,0-1-1 0 0,0 1 0 0 0,0-1 1 0 0,0 1-1 0 0,0-1 0 0 0,-1 1 1 0 0,1 5-1 0 0,3 18 423 0 0,-2 0 1 0 0,-1 0-1 0 0,-2 1 0 0 0,-5 44 0 0 0,-28 104 148 0 0,28-145-666 0 0,-22 89 701 0 0,-47 126 1 0 0,75-244-699 0 0,0 0 0 0 0,0 0 0 0 0,0 0 0 0 0,-1 0 0 0 0,1-1 0 0 0,0 1 0 0 0,-1 0 0 0 0,1 0 0 0 0,-1-1 0 0 0,1 1 0 0 0,-1 0 0 0 0,1-1 0 0 0,-1 1 0 0 0,1 0 0 0 0,-1-1 0 0 0,1 1 0 0 0,-1-1 0 0 0,0 1 0 0 0,0-1 0 0 0,1 1 0 0 0,-1-1 0 0 0,-1 1 0 0 0,1-1-73 0 0,0-1-1 0 0,1 1 1 0 0,-1 0 0 0 0,0-1 0 0 0,1 1-1 0 0,-1-1 1 0 0,1 1 0 0 0,-1-1 0 0 0,1 0 0 0 0,-1 1-1 0 0,1-1 1 0 0,-1 0 0 0 0,1 1 0 0 0,0-1-1 0 0,-1 0 1 0 0,1 1 0 0 0,0-1 0 0 0,-1 0-1 0 0,1 0 1 0 0,0 1 0 0 0,0-1 0 0 0,0 0 0 0 0,0 0-1 0 0,0 1 1 0 0,0-2 0 0 0,-3-18 8 0 0,1-1-1 0 0,1 1 1 0 0,1 0 0 0 0,5-38-1 0 0,20-80-315 0 0,-21 120 290 0 0,18-73-60 0 0,3 1 0 0 0,5 2 1 0 0,3 0-1 0 0,88-161 0 0 0,-108 226-5 0 0,1-1 1 0 0,1 2-1 0 0,1 0 0 0 0,1 1 1 0 0,38-37-1 0 0,-51 55 30 0 0,1-1 0 0 0,-1 1-1 0 0,1 0 1 0 0,9-4 0 0 0,-12 7 25 0 0,0-1-1 0 0,-1 0 1 0 0,1 1 0 0 0,0-1 0 0 0,0 1-1 0 0,0-1 1 0 0,0 1 0 0 0,-1 0-1 0 0,1 0 1 0 0,0 0 0 0 0,0 0 0 0 0,0 0-1 0 0,0 0 1 0 0,0 1 0 0 0,-1-1-1 0 0,1 1 1 0 0,0-1 0 0 0,0 1 0 0 0,1 0-1 0 0,4 4 0 0 0,-1 0-1 0 0,0 1 0 0 0,-1-1 0 0 0,1 1 1 0 0,-1 0-1 0 0,0 1 0 0 0,0-1 0 0 0,-1 1 1 0 0,0 0-1 0 0,0 0 0 0 0,-1 0 0 0 0,0 0 0 0 0,0 1 1 0 0,-1-1-1 0 0,3 13 0 0 0,2 16-18 0 0,-1 0 0 0 0,1 38 0 0 0,-7-73 26 0 0,3 60 71 0 0,-3-1-1 0 0,-12 92 0 0 0,-35 118 56 0 0,9-121-83 0 0,-7 39 90 0 0,44-180-336 0 0,-1 0-1 0 0,0 0 0 0 0,-5 13 1 0 0,6-19-376 0 0,12-8-3564 0 0,-8 3 3599 0 0,1 0 1 0 0,-1 0-1 0 0,0 0 0 0 0,0 0 0 0 0,0 0 0 0 0,4-6 0 0 0,12-21-6456 0 0,-8 9-135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13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194 112 380 0 0,'-191'-21'16380'0'0,"188"21"-15468"0"0,19-10-672 0 0,-3 6-209 0 0,1 0 0 0 0,0 0 0 0 0,0 1 0 0 0,0 1 0 0 0,15-1 0 0 0,6-1-270 0 0,127-18-2704 0 0,31-4-4971 0 0,-142 18 3316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13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7 2076 0 0,'-4'8'16370'0'0,"4"-8"-16304"0"0,21 1 152 0 0,-1-1 1 0 0,22-3-1 0 0,-7 0-168 0 0,54-3-3409 0 0,-47 2-4322 0 0</inkml:trace>
  <inkml:trace contextRef="#ctx0" brushRef="#br0" timeOffset="1">110 230 1248 0 0,'-25'16'3224'0'0,"-39"21"4068"0"0,62-37-7153 0 0,0 1 0 0 0,1 0 0 0 0,-1 1 0 0 0,1-1 0 0 0,-1 0 0 0 0,1 0 0 0 0,0 0 0 0 0,-1 1 0 0 0,1-1 0 0 0,0 1 0 0 0,-1 1 0 0 0,2-3-112 0 0,-1 1 1 0 0,1-1-1 0 0,0 1 1 0 0,0-1-1 0 0,0 0 1 0 0,-1 1-1 0 0,1-1 1 0 0,0 0-1 0 0,0 1 1 0 0,0-1-1 0 0,0 1 1 0 0,0-1-1 0 0,0 0 1 0 0,0 1-1 0 0,0-1 1 0 0,0 1-1 0 0,0-1 1 0 0,0 0-1 0 0,0 1 1 0 0,0-1-1 0 0,0 1 1 0 0,0-1-1 0 0,0 0 1 0 0,0 1-1 0 0,0-1 1 0 0,1 1-1 0 0,-1-1 1 0 0,0 0-1 0 0,0 1 1 0 0,0-1-1 0 0,1 0 1 0 0,-1 1-1 0 0,0-1 1 0 0,1 0-1 0 0,-1 1 1 0 0,0-1-1 0 0,1 0 1 0 0,-1 0-1 0 0,0 0 1 0 0,1 1-1 0 0,-1-1 1 0 0,0 0-1 0 0,1 0 1 0 0,-1 0-1 0 0,0 0 1 0 0,1 1-1 0 0,-1-1 1 0 0,1 0-1 0 0,-1 0 1 0 0,1 0-1 0 0,19 3 101 0 0,-1-1 0 0 0,1-1 0 0 0,0-1 0 0 0,29-3 0 0 0,83-16-3196 0 0,-118 17 2506 0 0,44-9-3250 0 0,-2-2-1816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14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1037 192 316 0 0,'-7'-37'7132'0'0,"-15"-42"1812"0"0,20 73-8580 0 0,0 1 0 0 0,0-1 0 0 0,-1 1 0 0 0,0-1 0 0 0,0 1 0 0 0,0 0 0 0 0,-1 0 0 0 0,-7-7 0 0 0,9 10-349 0 0,0 0 1 0 0,-1 0 0 0 0,1 0 0 0 0,0 0 0 0 0,-1 1 0 0 0,0-1 0 0 0,1 1 0 0 0,-1 0 0 0 0,0 0-1 0 0,0 0 1 0 0,1 0 0 0 0,-1 0 0 0 0,0 0 0 0 0,0 1 0 0 0,0 0 0 0 0,0-1 0 0 0,0 1-1 0 0,0 0 1 0 0,0 0 0 0 0,-5 1 0 0 0,-10 4-29 0 0,0 0-1 0 0,1 1 1 0 0,0 1 0 0 0,0 1-1 0 0,0 0 1 0 0,1 1-1 0 0,0 0 1 0 0,1 2 0 0 0,0 0-1 0 0,-15 15 1 0 0,-6 7-8 0 0,2 2 1 0 0,-52 69-1 0 0,30-22 65 0 0,4 1 0 0 0,3 3-1 0 0,4 2 1 0 0,-64 182 0 0 0,-82 420 711 0 0,183-656-739 0 0,-21 106 34 0 0,20-93-99 0 0,5-30 84 0 0,1 1 0 0 0,1-1 0 0 0,0 1 0 0 0,1 0 0 0 0,1 0-1 0 0,0-1 1 0 0,6 34 0 0 0,-5-48-28 0 0,0-1 0 0 0,0 1 0 0 0,0 0 0 0 0,0 0 0 0 0,0-1 0 0 0,0 1-1 0 0,1-1 1 0 0,-1 1 0 0 0,1-1 0 0 0,0 0 0 0 0,-1 0 0 0 0,1 1 0 0 0,0-1 0 0 0,1-1 0 0 0,-1 1 0 0 0,0 0 0 0 0,0 0 0 0 0,1-1 0 0 0,-1 1 0 0 0,1-1-1 0 0,-1 0 1 0 0,1 0 0 0 0,0 0 0 0 0,4 1 0 0 0,4 1-218 0 0,0-2 0 0 0,0 1 1 0 0,1-2-1 0 0,-1 1 0 0 0,12-2 0 0 0,12-3-1613 0 0,-1-1 1 0 0,1-1-1 0 0,-1-2 0 0 0,-1-2 1 0 0,1 0-1 0 0,44-23 1 0 0,-31 10-2978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15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545 176 1100 0 0,'2'-13'2043'0'0,"-1"0"0"0"0,-1 1-1 0 0,0-1 1 0 0,-2-13 0 0 0,1 18-1302 0 0,-1 1-1 0 0,0 0 1 0 0,0-1-1 0 0,0 1 1 0 0,-1 0-1 0 0,0 0 1 0 0,-7-11-1 0 0,9 16-665 0 0,-1-1-1 0 0,0 1 1 0 0,0 0-1 0 0,0 0 1 0 0,0 0 0 0 0,0 1-1 0 0,0-1 1 0 0,-1 0-1 0 0,1 1 1 0 0,0-1-1 0 0,-1 1 1 0 0,1 0-1 0 0,-1 0 1 0 0,0 0 0 0 0,1 0-1 0 0,-1 0 1 0 0,0 1-1 0 0,-3-1 1 0 0,-4 0 11 0 0,0 0-1 0 0,0 1 1 0 0,-18 2 0 0 0,8 1-39 0 0,0 1 0 0 0,0 1 0 0 0,0 1 1 0 0,0 0-1 0 0,1 2 0 0 0,-22 11 0 0 0,13-5-42 0 0,1 2-1 0 0,1 2 0 0 0,-33 26 1 0 0,45-32-11 0 0,1 1 0 0 0,0 0 0 0 0,1 1 1 0 0,0 0-1 0 0,-11 18 0 0 0,20-26 10 0 0,-1 0-1 0 0,1 0 0 0 0,-1 0 1 0 0,2 1-1 0 0,-1 0 1 0 0,1-1-1 0 0,0 1 1 0 0,0 0-1 0 0,1 0 1 0 0,0 0-1 0 0,0 0 1 0 0,1 1-1 0 0,0-1 0 0 0,0 0 1 0 0,0 0-1 0 0,2 7 1 0 0,0-10 4 0 0,-1 1 0 0 0,1-1 0 0 0,0 0 0 0 0,0 0 0 0 0,0 0 1 0 0,0 0-1 0 0,0-1 0 0 0,1 1 0 0 0,0-1 0 0 0,0 1 0 0 0,0-1 0 0 0,0 0 0 0 0,0 0 1 0 0,1 0-1 0 0,-1-1 0 0 0,1 1 0 0 0,0-1 0 0 0,0 0 0 0 0,0 0 0 0 0,0 0 0 0 0,0-1 1 0 0,0 1-1 0 0,1-1 0 0 0,-1 0 0 0 0,6 1 0 0 0,1 0 6 0 0,1-1 0 0 0,-1 0-1 0 0,0-1 1 0 0,1 0 0 0 0,-1-1 0 0 0,1 0 0 0 0,-1 0-1 0 0,20-6 1 0 0,-16 1-8 0 0,1 0 0 0 0,-1-1 0 0 0,0-1-1 0 0,-1 0 1 0 0,0-1 0 0 0,0 0 0 0 0,-1-1 0 0 0,21-20 0 0 0,-2-3 445 0 0,52-69 1 0 0,-48 51 1259 0 0,-35 50-1645 0 0,0 0-16 0 0,3-5-39 0 0,-2 4-2 0 0,-1 5-10 0 0,0-1-1 0 0,0 1 1 0 0,-1-1-1 0 0,1 0 1 0 0,0 1 0 0 0,-1-1-1 0 0,1 1 1 0 0,-1 0-1 0 0,0-1 1 0 0,0 1 0 0 0,0-1-1 0 0,0 1 1 0 0,0-1-1 0 0,-1 1 1 0 0,1-1-1 0 0,-1 1 1 0 0,-1 4 0 0 0,0 6 0 0 0,-8 49-54 0 0,-9 85-186 0 0,17-124-792 0 0,2-1 0 0 0,0 1-1 0 0,2 0 1 0 0,5 32 0 0 0,-6-52 728 0 0,0 0 1 0 0,0 0 0 0 0,0 0 0 0 0,0 0 0 0 0,0 0 0 0 0,1 0 0 0 0,-1 0 0 0 0,1-1 0 0 0,0 1 0 0 0,0 0 0 0 0,0-1 0 0 0,0 1 0 0 0,0-1 0 0 0,1 0-1 0 0,-1 0 1 0 0,1 0 0 0 0,-1 0 0 0 0,1 0 0 0 0,0-1 0 0 0,0 1 0 0 0,0-1 0 0 0,0 0 0 0 0,0 1 0 0 0,0-1 0 0 0,0-1 0 0 0,0 1 0 0 0,0 0-1 0 0,6 0 1 0 0,35-6-3155 0 0,-25-1 1121 0 0</inkml:trace>
  <inkml:trace contextRef="#ctx0" brushRef="#br0" timeOffset="1">756 554 3636 0 0,'10'-6'1054'0'0,"1"0"0"0"0,-2 0 0 0 0,1-1 0 0 0,-1-1-1 0 0,0 1 1 0 0,9-12 0 0 0,18-14 7373 0 0,-24 23-5095 0 0,-11 10-3297 0 0,-1-1-1 0 0,0 1 0 0 0,0 0 1 0 0,1 0-1 0 0,-1 0 1 0 0,0-1-1 0 0,1 1 1 0 0,-1 0-1 0 0,0 0 0 0 0,1 0 1 0 0,-1 0-1 0 0,0 0 1 0 0,1 0-1 0 0,-1 0 1 0 0,0 0-1 0 0,1 0 0 0 0,-1 0 1 0 0,0 0-1 0 0,1 0 1 0 0,-1 0-1 0 0,0 0 1 0 0,1 0-1 0 0,-1 0 0 0 0,0 0 1 0 0,1 0-1 0 0,-1 0 1 0 0,0 0-1 0 0,1 0 1 0 0,-1 1-1 0 0,0-1 0 0 0,1 0 1 0 0,-1 0-1 0 0,0 0 1 0 0,1 1-1 0 0,-1-1 1 0 0,3 15 323 0 0,-8 25-102 0 0,-21 113 318 0 0,23-135-610 0 0,1 0 1 0 0,1 1-1 0 0,2 25 0 0 0,-1-8-2048 0 0,0-35 2007 0 0,0-1-1 0 0,0 1 1 0 0,0-1 0 0 0,0 1 0 0 0,0-1 0 0 0,1 1-1 0 0,-1-1 1 0 0,0 1 0 0 0,0-1 0 0 0,0 1 0 0 0,0-1 0 0 0,1 1-1 0 0,-1-1 1 0 0,0 1 0 0 0,1-1 0 0 0,-1 1 0 0 0,0-1-1 0 0,1 0 1 0 0,-1 1 0 0 0,0-1 0 0 0,1 1 0 0 0,-1-1 0 0 0,1 0-1 0 0,-1 0 1 0 0,0 1 0 0 0,1-1 0 0 0,-1 0 0 0 0,1 0-1 0 0,-1 1 1 0 0,1-1 0 0 0,-1 0 0 0 0,1 0 0 0 0,0 0 0 0 0,-1 0-1 0 0,1 0 1 0 0,-1 0 0 0 0,1 0 0 0 0,-1 0 0 0 0,1 0-1 0 0,-1 0 1 0 0,1 0 0 0 0,-1 0 0 0 0,1 0 0 0 0,0-1 0 0 0,2 1-393 0 0,0-1 0 0 0,1 0 1 0 0,-1 0-1 0 0,0 0 0 0 0,0-1 1 0 0,5-2-1 0 0,-4 1-934 0 0,1 0 0 0 0,-1-1-1 0 0,0 0 1 0 0,6-6 0 0 0,5-9-5383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16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244 170 612 0 0,'-4'-23'6566'0'0,"-14"-41"1"0"0,12 46-5165 0 0,-2 1 1 0 0,-15-29-1 0 0,22 45-1811 0 0,0 1 269 0 0,0 0 0 0 0,1 1 0 0 0,-1-1 0 0 0,0 1 0 0 0,0 0 0 0 0,1-1 0 0 0,-1 1 0 0 0,1 0-1 0 0,-1-1 1 0 0,1 1 0 0 0,-1 0 0 0 0,1-1 0 0 0,-1 1 0 0 0,1 0 0 0 0,-1 0 0 0 0,1 0 0 0 0,0-1 0 0 0,0 1 0 0 0,-1 0 0 0 0,1 0 0 0 0,0 1 0 0 0,-4 26-4383 0 0,4-11 1347 0 0,2-3-1183 0 0</inkml:trace>
  <inkml:trace contextRef="#ctx0" brushRef="#br0" timeOffset="1">364 351 348 0 0,'14'22'10849'0'0,"-11"-16"-9851"0"0,-2 0-1 0 0,1 1 1 0 0,-1-1 0 0 0,0 0-1 0 0,0 1 1 0 0,-1 11 0 0 0,-1 44 2450 0 0,-3-10-237 0 0,-21 99-1 0 0,14-108-2512 0 0,-2-1 0 0 0,-1 0-1 0 0,-3-1 1 0 0,-41 74-1 0 0,56-110-662 0 0,0 0 0 0 0,-1 0 0 0 0,0-1 0 0 0,0 1 1 0 0,-1-1-1 0 0,1 0 0 0 0,-1 0 0 0 0,0 0 0 0 0,0 0 0 0 0,0 0 0 0 0,0-1 0 0 0,-1 0 0 0 0,1 0 0 0 0,-1 0 0 0 0,0-1 0 0 0,-9 4 0 0 0,11-5-202 0 0,1-1-1 0 0,-1 0 0 0 0,0 0 1 0 0,0-1-1 0 0,0 1 0 0 0,1 0 1 0 0,-1-1-1 0 0,0 0 0 0 0,0 1 1 0 0,1-1-1 0 0,-1 0 0 0 0,1-1 1 0 0,-5-1-1 0 0,1 0-439 0 0,1-1 0 0 0,-1 1 0 0 0,0-1-1 0 0,-6-6 1 0 0,2-2-1155 0 0,0 0 0 0 0,1-1 0 0 0,0 1 1 0 0,1-2-1 0 0,1 1 0 0 0,0-1 0 0 0,0 0 0 0 0,2-1 0 0 0,-7-23 0 0 0,3 3-4966 0 0</inkml:trace>
  <inkml:trace contextRef="#ctx0" brushRef="#br0" timeOffset="2">367 95 2380 0 0,'6'-11'2568'0'0,"1"1"-479"0"0,-1 1 1083 0 0,3-4-1176 0 0,-1 2-724 0 0,1 1-524 0 0,-3 1-560 0 0,5-2-1328 0 0,0 5-1444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16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89 244 224 0 0,'-9'-39'11126'0'0,"1"-3"-4527"0"0,6 28-5270 0 0,2 13-1273 0 0,0 0 0 0 0,0 0 0 0 0,0-1 0 0 0,1 1 0 0 0,-1 0 0 0 0,0 0 0 0 0,1 0 1 0 0,-1 0-1 0 0,1-1 0 0 0,-1 1 0 0 0,1 0 0 0 0,-1 0 0 0 0,1 0 0 0 0,0 0 0 0 0,-1 0 0 0 0,1 0 1 0 0,0 1-1 0 0,0-1 0 0 0,0 0 0 0 0,0 0 0 0 0,1 0 0 0 0,21-14 302 0 0,7 3-271 0 0,0 1 0 0 0,0 2 0 0 0,1 1 0 0 0,0 2 0 0 0,34-3 0 0 0,-31 4-50 0 0,-6 0-18 0 0,205-23 33 0 0,-173 20-40 0 0,2 1-71 0 0,-59 7 34 0 0,17-2-48 0 0,-16 2 23 0 0,13 9-42 0 0,-12-3 86 0 0,-1 1 1 0 0,0 0-1 0 0,-1 0 0 0 0,1 1 0 0 0,-1-1 0 0 0,-1 1 0 0 0,1-1 0 0 0,-1 1 1 0 0,-1 0-1 0 0,1 0 0 0 0,-1 0 0 0 0,0 13 0 0 0,-1 15 106 0 0,-6 52 0 0 0,5-77-76 0 0,-42 308 456 0 0,4-47-309 0 0,10 42-53 0 0,-17 136 95 0 0,35-384 309 0 0,-3 0 0 0 0,-2-1 0 0 0,-42 108 0 0 0,49-152-307 0 0,0-1 0 0 0,-2 0 0 0 0,0-1 0 0 0,-21 28 0 0 0,25-38-122 0 0,-1 0 1 0 0,0-1-1 0 0,0 0 1 0 0,-1 0-1 0 0,0-1 0 0 0,-1 0 1 0 0,1-1-1 0 0,-1 0 0 0 0,-1 0 1 0 0,-15 6-1 0 0,9-7-410 0 0,1 0 1 0 0,-1-1-1 0 0,0-1 0 0 0,-1-1 1 0 0,1 0-1 0 0,0-1 0 0 0,-30-3 1 0 0,-37-9-4420 0 0,2-7-4024 0 0,46 7 660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17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208 116 2220 0 0,'6'-29'3715'0'0,"6"-19"3089"0"0,-6 16-3551 0 0,-5 26-2923 0 0,-3 17-307 0 0,-43 305 409 0 0,-25-4-273 0 0,63-280-149 0 0,-74 278 440 0 0,80-308-428 0 0,1 2 22 0 0,-1 0-1 0 0,0 0 0 0 0,0-1 0 0 0,0 1 1 0 0,0-1-1 0 0,-1 1 0 0 0,0-1 0 0 0,1 1 1 0 0,-4 2-1 0 0,5-6-41 0 0,-1 0 1 0 0,0 0-1 0 0,1-1 1 0 0,-1 1-1 0 0,0-1 0 0 0,1 1 1 0 0,-1 0-1 0 0,1-1 1 0 0,-1 1-1 0 0,1-1 0 0 0,-1 1 1 0 0,1-1-1 0 0,-1 0 1 0 0,1 1-1 0 0,-1-1 0 0 0,1 1 1 0 0,0-1-1 0 0,-1 0 1 0 0,1 1-1 0 0,0-1 0 0 0,-1 0 1 0 0,1 1-1 0 0,0-1 1 0 0,0 0-1 0 0,0 0 0 0 0,0 1 1 0 0,0-1-1 0 0,0 0 1 0 0,0 1-1 0 0,0-3 0 0 0,1-24 19 0 0,1 12-28 0 0,1 0 1 0 0,1 0 0 0 0,1 0-1 0 0,0 0 1 0 0,1 0-1 0 0,0 1 1 0 0,1 0 0 0 0,1 0-1 0 0,0 1 1 0 0,1 0 0 0 0,0 1-1 0 0,1 0 1 0 0,18-17-1 0 0,-20 22-5 0 0,0 0-1 0 0,1 0 0 0 0,-1 1 0 0 0,1 1 0 0 0,1-1 0 0 0,-1 1 0 0 0,1 1 0 0 0,-1 0 1 0 0,1 0-1 0 0,1 1 0 0 0,-1 0 0 0 0,0 1 0 0 0,1 0 0 0 0,-1 1 0 0 0,1 0 1 0 0,0 1-1 0 0,-1 0 0 0 0,1 0 0 0 0,-1 1 0 0 0,21 4 0 0 0,-22-2 7 0 0,0 0 0 0 0,0 0 0 0 0,0 1 0 0 0,0 0 0 0 0,-1 0 0 0 0,1 1 0 0 0,-1 0 0 0 0,0 1 0 0 0,0-1-1 0 0,-1 2 1 0 0,0-1 0 0 0,0 1 0 0 0,-1 0 0 0 0,1 0 0 0 0,-1 1 0 0 0,-1 0 0 0 0,0 0 0 0 0,7 14 0 0 0,-9-15 68 0 0,0 0 0 0 0,0 0 0 0 0,-1 0 0 0 0,0 1 0 0 0,-1-1 0 0 0,1 1 0 0 0,-1-1 0 0 0,-1 1 0 0 0,0 0 0 0 0,0-1 0 0 0,0 1 1 0 0,-1-1-1 0 0,0 1 0 0 0,0-1 0 0 0,-1 1 0 0 0,0-1 0 0 0,0 1 0 0 0,-1-1 0 0 0,0 0 0 0 0,0 0 0 0 0,-1-1 0 0 0,0 1 0 0 0,-9 11 0 0 0,7-10 82 0 0,-2 0-1 0 0,1 0 0 0 0,-1 0 0 0 0,-1-1 0 0 0,1 0 0 0 0,-1-1 1 0 0,0 1-1 0 0,-1-2 0 0 0,-11 6 0 0 0,14-8-93 0 0,-1 0-1 0 0,1 0 1 0 0,-1-1-1 0 0,1-1 1 0 0,-1 1-1 0 0,0-1 1 0 0,1 0-1 0 0,-1-1 1 0 0,0 0-1 0 0,0 0 1 0 0,0 0-1 0 0,0-1 1 0 0,-12-3-1 0 0,14 2-143 0 0,-1 0 0 0 0,0-1 0 0 0,1 1 0 0 0,0-1 0 0 0,0-1-1 0 0,0 1 1 0 0,0-1 0 0 0,0 0 0 0 0,0 0 0 0 0,1-1 0 0 0,-8-8 0 0 0,11 11-139 0 0,0-1 0 0 0,0 0 0 0 0,0 1 0 0 0,1-1 0 0 0,-1 0 1 0 0,1 0-1 0 0,0 0 0 0 0,0 0 0 0 0,0 0 0 0 0,0 0 0 0 0,0 0 0 0 0,0 0 1 0 0,1 0-1 0 0,0 0 0 0 0,-1-1 0 0 0,1 1 0 0 0,1 0 0 0 0,-1 0 1 0 0,0 0-1 0 0,1-1 0 0 0,-1 1 0 0 0,1 0 0 0 0,0 0 0 0 0,0 0 0 0 0,0 0 1 0 0,1 0-1 0 0,2-4 0 0 0,6-10-3232 0 0,26-31 1 0 0,-14 24-639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18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42 164 0 0,'0'0'1999'0'0,"4"-1"-530"0"0,10 0-287 0 0,-10 0-219 0 0,-2 2-724 0 0,0-1 1 0 0,0 0 0 0 0,0 1 0 0 0,0-1 0 0 0,0 1 0 0 0,-1-1 0 0 0,1 1 0 0 0,0 0 0 0 0,0 0 0 0 0,0 0 0 0 0,-1 0 0 0 0,1 0 0 0 0,0 0 0 0 0,1 3-1 0 0,22 24 1318 0 0,-8-9-1183 0 0,-9-11-213 0 0,0-2 0 0 0,0 1 0 0 0,1-1-1 0 0,0 0 1 0 0,0-1 0 0 0,1 0-1 0 0,-1 0 1 0 0,1-1 0 0 0,0-1 0 0 0,0 1-1 0 0,0-2 1 0 0,17 3 0 0 0,-17-3 30 0 0,0-2 1 0 0,0 1-1 0 0,0-2 1 0 0,0 1-1 0 0,0-1 1 0 0,0-1-1 0 0,0 1 1 0 0,0-2-1 0 0,11-3 1 0 0,-15 4-113 0 0,-1-1 0 0 0,0 1 0 0 0,0-1 1 0 0,0 0-1 0 0,0 0 0 0 0,0 0 0 0 0,-1 0 0 0 0,0-1 1 0 0,1 0-1 0 0,-1 0 0 0 0,-1 0 0 0 0,1-1 0 0 0,0 1 0 0 0,-1-1 1 0 0,0 0-1 0 0,0 0 0 0 0,2-6 0 0 0,-4 8-54 0 0,1 0-1 0 0,-1 0 0 0 0,0 0 0 0 0,-1 0 1 0 0,1 0-1 0 0,0 0 0 0 0,-1 0 1 0 0,0 0-1 0 0,0 0 0 0 0,0 0 1 0 0,0 0-1 0 0,0 0 0 0 0,0 0 1 0 0,-1 0-1 0 0,1 0 0 0 0,-1 0 1 0 0,0 0-1 0 0,0 0 0 0 0,0 0 1 0 0,-3-5-1 0 0,0 4-21 0 0,-21-6-39 0 0,16 10 30 0 0,4 1 0 0 0,-3 0-3 0 0,1 0 0 0 0,-1 0 1 0 0,1 0-1 0 0,-1 1 1 0 0,1 0-1 0 0,0 1 1 0 0,-1 0-1 0 0,-11 6 1 0 0,1 2-3 0 0,1-1 0 0 0,-17 15 0 0 0,12-8 2 0 0,2 1 0 0 0,0 1 0 0 0,-29 36 0 0 0,41-45 7 0 0,1 0 0 0 0,0 1 0 0 0,1 0 0 0 0,0 0 0 0 0,0 0 0 0 0,1 0 0 0 0,1 1 1 0 0,0 0-1 0 0,1 0 0 0 0,-3 19 0 0 0,5-27 9 0 0,1 1 0 0 0,0 0 0 0 0,0-1 0 0 0,0 1 0 0 0,1 0 0 0 0,-1-1 0 0 0,1 1-1 0 0,0-1 1 0 0,1 1 0 0 0,-1-1 0 0 0,1 1 0 0 0,0-1 0 0 0,0 0 0 0 0,0 0 0 0 0,4 6 0 0 0,-1-5 8 0 0,-1 0 0 0 0,1 0 0 0 0,0 0-1 0 0,1 0 1 0 0,-1-1 0 0 0,1 0 0 0 0,0 0 0 0 0,0-1 0 0 0,8 5 0 0 0,4-1-270 0 0,-1-1 1 0 0,1-1-1 0 0,0 0 1 0 0,0-1-1 0 0,0-1 1 0 0,34 1-1 0 0,-29-4-1027 0 0,0 0-1 0 0,0-2 1 0 0,0-1-1 0 0,0-1 0 0 0,-1 0 1 0 0,37-13-1 0 0,-16 0-2848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19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548 263 1492 0 0,'0'-34'4646'0'0,"1"-4"-761"0"0,-1-1-1 0 0,-10-55 1 0 0,9 89-3732 0 0,0 1 0 0 0,-1 0 0 0 0,1 0 0 0 0,-1 0 0 0 0,0 0 0 0 0,0 0 0 0 0,-4-5 0 0 0,2 3-32 0 0,3 5-109 0 0,0 0 1 0 0,-1 0-1 0 0,1-1 0 0 0,0 1 0 0 0,0 0 0 0 0,-1 1 1 0 0,1-1-1 0 0,0 0 0 0 0,-1 0 0 0 0,1 0 0 0 0,-1 1 1 0 0,1-1-1 0 0,-1 1 0 0 0,0-1 0 0 0,1 1 0 0 0,-1 0 1 0 0,1 0-1 0 0,-1 0 0 0 0,0 0 0 0 0,-1 0 0 0 0,-33 4 20 0 0,19 1-31 0 0,1 1-1 0 0,-1 1 0 0 0,1 1 1 0 0,0 0-1 0 0,-19 13 1 0 0,1 3-22 0 0,-34 32 0 0 0,39-28 8 0 0,1 1 0 0 0,1 1 1 0 0,2 1-1 0 0,-30 47 0 0 0,45-61 9 0 0,0 0-1 0 0,1 1 0 0 0,1 0 1 0 0,-11 35-1 0 0,16-43 15 0 0,1 0 0 0 0,0-1 0 0 0,1 1 0 0 0,0 0 0 0 0,0 0 0 0 0,1 0 1 0 0,0 0-1 0 0,1 0 0 0 0,0 0 0 0 0,0-1 0 0 0,5 14 0 0 0,-5-21-3 0 0,0 0-1 0 0,1 0 1 0 0,-1-1 0 0 0,1 1 0 0 0,-1 0-1 0 0,1-1 1 0 0,0 1 0 0 0,-1-1 0 0 0,1 0 0 0 0,0 1-1 0 0,0-1 1 0 0,0 0 0 0 0,0 0 0 0 0,5 1-1 0 0,-5-1 1 0 0,2 0 0 0 0,0-1 0 0 0,0 1 0 0 0,0-1 0 0 0,0 0-1 0 0,0 0 1 0 0,-1-1 0 0 0,1 1 0 0 0,0-1 0 0 0,0 0-1 0 0,0 0 1 0 0,0 0 0 0 0,0 0 0 0 0,-1-1-1 0 0,1 1 1 0 0,0-1 0 0 0,4-3 0 0 0,2-2 0 0 0,0 0 0 0 0,0 0 0 0 0,-1-1 0 0 0,0-1 0 0 0,0 0 1 0 0,-1 0-1 0 0,10-13 0 0 0,45-77 23 0 0,-39 58-32 0 0,76-141 568 0 0,-94 166-467 0 0,-5 13-118 0 0,0 1 0 0 0,0 0 1 0 0,0-1-1 0 0,0 1 0 0 0,0 0 0 0 0,1 0 1 0 0,-1 0-1 0 0,0 0 0 0 0,3-2 1 0 0,-2 4-2 0 0,7 6 4 0 0,-5 9 4 0 0,2 69 7 0 0,-5-59-18 0 0,0 0 1 0 0,2-1-1 0 0,1 1 1 0 0,1 0-1 0 0,8 26 0 0 0,-9-42-291 0 0,0 0 0 0 0,0-1 0 0 0,0 1-1 0 0,1-1 1 0 0,1 1 0 0 0,-1-2 0 0 0,1 1-1 0 0,0 0 1 0 0,1-1 0 0 0,0-1 0 0 0,0 1-1 0 0,15 10 1 0 0,-14-12-717 0 0,1 0-1 0 0,0-1 1 0 0,0 0-1 0 0,0 0 1 0 0,1-1-1 0 0,-1 0 1 0 0,19 3-1 0 0,0-2-4245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20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1 170 2452 0 0,'7'-14'2403'0'0,"0"1"1"0"0,1-1-1 0 0,17-22 0 0 0,-23 34-2311 0 0,0 0-1 0 0,1 1 1 0 0,-1-1-1 0 0,0 1 1 0 0,0-1-1 0 0,1 1 1 0 0,-1 0 0 0 0,1 0-1 0 0,-1 0 1 0 0,1 0-1 0 0,-1 0 1 0 0,1 1-1 0 0,0-1 1 0 0,3 1 0 0 0,-1-1 1 0 0,-1 1 1 0 0,1 0 0 0 0,0 0 0 0 0,-1 0-1 0 0,1 1 1 0 0,0 0 0 0 0,-1 0 0 0 0,5 1 0 0 0,0 1-27 0 0,-2 0 0 0 0,1 1 0 0 0,0 0 0 0 0,0 1-1 0 0,-1-1 1 0 0,0 1 0 0 0,0 1 0 0 0,-1-1 0 0 0,1 1 0 0 0,-1 0 0 0 0,0 1 0 0 0,-1-1 0 0 0,0 1 0 0 0,0 0 0 0 0,0 1 0 0 0,-1-1 0 0 0,0 1 0 0 0,0 0 0 0 0,-1 0 0 0 0,0 0 0 0 0,0 0 0 0 0,1 14 0 0 0,-1-9 12 0 0,-2 0 1 0 0,0 1-1 0 0,-1-1 1 0 0,0 0-1 0 0,-1 1 0 0 0,0-1 1 0 0,-1 0-1 0 0,-1 0 1 0 0,0 0-1 0 0,-1 0 1 0 0,0 0-1 0 0,-1-1 0 0 0,0 0 1 0 0,-7 12-1 0 0,6-14 89 0 0,-1 0-1 0 0,0-1 0 0 0,-1 1 1 0 0,1-2-1 0 0,-2 1 0 0 0,1-1 1 0 0,-11 8-1 0 0,18-16-154 0 0,1 1 0 0 0,-1 0 0 0 0,1-1 0 0 0,-1 1 0 0 0,0-1 0 0 0,1 1 0 0 0,-1-1 0 0 0,0 1 0 0 0,0-1 0 0 0,1 0 0 0 0,-1 1 0 0 0,0-1 0 0 0,0 0 0 0 0,1 0 0 0 0,-1 1 0 0 0,0-1 0 0 0,0 0 0 0 0,0 0 0 0 0,1 0 0 0 0,-1 0 0 0 0,0 0 0 0 0,0 0 0 0 0,0 0 0 0 0,1 0 0 0 0,-1 0 0 0 0,0-1 0 0 0,0 1 0 0 0,0 0 0 0 0,1 0 0 0 0,-1-1 0 0 0,0 1 0 0 0,0 0 0 0 0,1-1 0 0 0,-1 1 0 0 0,0-1 0 0 0,1 1 0 0 0,-1-1 0 0 0,0 1 0 0 0,1-1 0 0 0,-1 0 0 0 0,1 1 0 0 0,-1-1 0 0 0,1 0 0 0 0,-1 1 0 0 0,1-1 0 0 0,0 0 0 0 0,-1 0 0 0 0,1 1 0 0 0,0-1 0 0 0,0 0 0 0 0,-1 0 0 0 0,1-1 0 0 0,-1-2-7 0 0,0-1 0 0 0,0 1 0 0 0,1 0 0 0 0,-1-1 0 0 0,1 1 0 0 0,0-1 0 0 0,1-6 0 0 0,2-2-9 0 0,2-1-1 0 0,-1 1 1 0 0,2 0-1 0 0,0 0 0 0 0,0 1 1 0 0,1-1-1 0 0,1 1 0 0 0,0 1 1 0 0,0-1-1 0 0,1 2 0 0 0,1-1 1 0 0,15-13-1 0 0,-9 10-19 0 0,1 1 0 0 0,1 0 0 0 0,-1 1-1 0 0,2 1 1 0 0,0 1 0 0 0,0 1 0 0 0,32-11 0 0 0,-42 18 7 0 0,0-1 1 0 0,0 1-1 0 0,0 1 1 0 0,1 0-1 0 0,-1 0 1 0 0,0 0-1 0 0,1 2 1 0 0,-1-1-1 0 0,1 1 1 0 0,-1 0 0 0 0,0 1-1 0 0,0 0 1 0 0,0 1-1 0 0,0 0 1 0 0,14 6-1 0 0,-16-5 16 0 0,0 0-1 0 0,0 0 1 0 0,-1 1-1 0 0,1 0 1 0 0,-1 0 0 0 0,0 0-1 0 0,0 1 1 0 0,0 0-1 0 0,-1 0 1 0 0,0 1-1 0 0,0 0 1 0 0,-1-1-1 0 0,0 2 1 0 0,0-1-1 0 0,-1 0 1 0 0,0 1 0 0 0,0-1-1 0 0,2 10 1 0 0,-4-11 17 0 0,-1-1 0 0 0,1 1 0 0 0,-1 0-1 0 0,-1-1 1 0 0,1 1 0 0 0,-1-1 0 0 0,0 1 0 0 0,0-1 0 0 0,0 0 0 0 0,-1 1 0 0 0,0-1 0 0 0,0 0 0 0 0,0 0 0 0 0,-1 0 0 0 0,0 0 0 0 0,0-1 0 0 0,0 1 0 0 0,-4 4 0 0 0,7-8-15 0 0,-1 0 1 0 0,0 0-1 0 0,1 0 1 0 0,-1-1 0 0 0,0 1-1 0 0,1 0 1 0 0,-1 0-1 0 0,0 0 1 0 0,0-1-1 0 0,0 1 1 0 0,0 0-1 0 0,0-1 1 0 0,0 1 0 0 0,0-1-1 0 0,0 1 1 0 0,0-1-1 0 0,0 1 1 0 0,0-1-1 0 0,0 0 1 0 0,0 1 0 0 0,0-1-1 0 0,0 0 1 0 0,0 0-1 0 0,0 0 1 0 0,-1 0-1 0 0,1 0 1 0 0,0 0-1 0 0,0 0 1 0 0,0-1 0 0 0,0 1-1 0 0,0 0 1 0 0,0 0-1 0 0,0-1 1 0 0,0 1-1 0 0,0-1 1 0 0,0 1-1 0 0,0-1 1 0 0,0 1 0 0 0,0-1-1 0 0,0 0 1 0 0,-1-1-1 0 0,0 0-7 0 0,0 0 1 0 0,1 0-1 0 0,-1 0 0 0 0,1 0 0 0 0,0 0 1 0 0,-1-1-1 0 0,1 1 0 0 0,0 0 0 0 0,1-1 0 0 0,-1 1 1 0 0,0-1-1 0 0,1 1 0 0 0,-1-1 0 0 0,1 1 0 0 0,0-1 1 0 0,0-3-1 0 0,2-7-10 0 0,0 1 1 0 0,1 0-1 0 0,1-1 1 0 0,0 1-1 0 0,0 0 1 0 0,2 1 0 0 0,-1-1-1 0 0,1 1 1 0 0,1 0-1 0 0,0 0 1 0 0,13-14-1 0 0,3-1-9 0 0,1 1 0 0 0,0 1 0 0 0,30-21 0 0 0,-28 26-2 0 0,1 0 0 0 0,0 2 0 0 0,1 1 0 0 0,1 1 0 0 0,36-13 0 0 0,-45 23 2 0 0,7 2-6 0 0,-24 3 35 0 0,1 0 0 0 0,-1 0 0 0 0,0 0 1 0 0,1 1-1 0 0,-1-1 0 0 0,0 1 0 0 0,1 0 1 0 0,-1-1-1 0 0,0 2 0 0 0,0-1 0 0 0,0 0 1 0 0,0 1-1 0 0,0-1 0 0 0,0 1 0 0 0,0 0 1 0 0,0 0-1 0 0,-1 0 0 0 0,5 4 0 0 0,-4-2 19 0 0,0 0 0 0 0,0 1 1 0 0,0-1-1 0 0,0 1 0 0 0,-1 0 0 0 0,0 0 0 0 0,0 0 0 0 0,0 0 0 0 0,0 0 0 0 0,0 9 0 0 0,1 5 33 0 0,-2 0 0 0 0,0 0 0 0 0,-1 0 0 0 0,-1 0 0 0 0,-5 28 0 0 0,-4 9-24 0 0,-6 45-1960 0 0,15-89 245 0 0,1 0-1 0 0,0 0 1 0 0,3 18-1 0 0,0-20-1758 0 0</inkml:trace>
  <inkml:trace contextRef="#ctx0" brushRef="#br0" timeOffset="1">1376 192 3296 0 0,'9'-30'7240'0'0,"0"2"-2831"0"0,-8 25-3677 0 0,0 1-138 0 0,3-6-147 0 0,-3 5-79 0 0,0 3-333 0 0,-1-1 1 0 0,0 1 0 0 0,1-1 0 0 0,-1 1 0 0 0,0 0-1 0 0,1-1 1 0 0,-1 1 0 0 0,0-1 0 0 0,1 1 0 0 0,-1 0-1 0 0,1-1 1 0 0,-1 1 0 0 0,1 0 0 0 0,-1-1 0 0 0,1 1 0 0 0,-1 0-1 0 0,1 0 1 0 0,-1 0 0 0 0,1-1 0 0 0,0 1 0 0 0,-1 0-1 0 0,1 0 1 0 0,0 0 0 0 0,8 4 34 0 0,1 0 0 0 0,-1 1-1 0 0,0 1 1 0 0,-1-1 0 0 0,1 1 0 0 0,11 12 0 0 0,44 49 82 0 0,-7-7-294 0 0,-35-38-644 0 0,-3-4-878 0 0,30 23 0 0 0,-41-35 248 0 0,0-1 1 0 0,1 0-1 0 0,0 0 1 0 0,10 3-1 0 0,-1-2-3432 0 0</inkml:trace>
  <inkml:trace contextRef="#ctx0" brushRef="#br0" timeOffset="2">1941 78 2084 0 0,'-13'-31'8107'0'0,"10"23"-6485"0"0,0 0 0 0 0,-1 1 0 0 0,-6-11 1 0 0,9 16-1243 0 0,-13 5 191 0 0,8 0-466 0 0,1 0 0 0 0,0 0 0 0 0,0 1 0 0 0,1-1 0 0 0,-1 1 0 0 0,1 0 0 0 0,-1 0 0 0 0,1 1 0 0 0,-6 8 1 0 0,-6 6 153 0 0,-38 44 77 0 0,3 3 0 0 0,-43 74 0 0 0,79-117-282 0 0,-56 92-17 0 0,60-93-1079 0 0,1-1 1 0 0,0 2 0 0 0,-10 37-1 0 0,20-58 351 0 0,-1 1 0 0 0,1 0 0 0 0,0-1-1 0 0,0 1 1 0 0,0 0 0 0 0,0 0 0 0 0,1-1 0 0 0,-1 1 0 0 0,1 0 0 0 0,1 3-1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2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63 2672 0 0,'10'-17'5510'0'0,"-8"12"-4707"0"0,0 1-1 0 0,0 0 1 0 0,1 0 0 0 0,0 1-1 0 0,-1-1 1 0 0,5-3 0 0 0,-5 5-408 0 0,-2 2-364 0 0,0 1-1 0 0,1-1 1 0 0,-1 0-1 0 0,1 0 1 0 0,-1 1 0 0 0,0-1-1 0 0,1 0 1 0 0,-1 1-1 0 0,0-1 1 0 0,1 0 0 0 0,-1 1-1 0 0,0-1 1 0 0,1 1-1 0 0,-1-1 1 0 0,0 0 0 0 0,0 1-1 0 0,1-1 1 0 0,-1 1-1 0 0,0-1 1 0 0,0 1 0 0 0,0-1-1 0 0,0 1 1 0 0,0-1-1 0 0,0 1 1 0 0,0-1 0 0 0,0 1-1 0 0,2 14 207 0 0,-2-15-215 0 0,0 22 292 0 0,0 0 1 0 0,-1 0 0 0 0,-1 0 0 0 0,-1 0-1 0 0,-12 39 1 0 0,1-18 182 0 0,-33 73-1 0 0,44-109-418 0 0,-1 0-1 0 0,0-1 1 0 0,0 1-1 0 0,0-1 0 0 0,-1 1 1 0 0,0-1-1 0 0,0-1 1 0 0,0 1-1 0 0,-12 8 0 0 0,15-13-17 0 0,-16-1 34 0 0,17 0-90 0 0,0-1 0 0 0,0 1 0 0 0,0-1 0 0 0,0 1 0 0 0,0-1 0 0 0,-1 0 0 0 0,1 0 0 0 0,0 1 0 0 0,1-1 0 0 0,-1 0 0 0 0,0 0 0 0 0,0 0 0 0 0,0 0 0 0 0,0 0 0 0 0,1 0 0 0 0,-1 0 0 0 0,1 0 0 0 0,-1-1 0 0 0,1 1 0 0 0,-1 0 0 0 0,1 0 0 0 0,-1 0 0 0 0,1-1 0 0 0,0 1 0 0 0,0-2 0 0 0,-6-32 18 0 0,7 21-31 0 0,0-1-1 0 0,1 1 1 0 0,1 0 0 0 0,0 0 0 0 0,1 0-1 0 0,0 1 1 0 0,1-1 0 0 0,0 1 0 0 0,2 0 0 0 0,-1 0-1 0 0,1 1 1 0 0,1 0 0 0 0,14-17 0 0 0,-6 11-8 0 0,1 0 0 0 0,0 1 0 0 0,1 1 1 0 0,1 1-1 0 0,0 0 0 0 0,1 1 0 0 0,28-14 0 0 0,-37 22-3 0 0,0 1 0 0 0,0 1 0 0 0,0-1-1 0 0,1 2 1 0 0,-1-1 0 0 0,1 2 0 0 0,0 0-1 0 0,15-1 1 0 0,-22 2 21 0 0,-1 1-1 0 0,1 0 1 0 0,-1 1-1 0 0,0-1 1 0 0,1 1-1 0 0,-1 0 1 0 0,0 0-1 0 0,1 1 1 0 0,-1-1-1 0 0,0 1 1 0 0,0 0-1 0 0,0 0 1 0 0,0 0-1 0 0,-1 0 1 0 0,1 1-1 0 0,0 0 1 0 0,-1-1-1 0 0,0 1 1 0 0,0 1-1 0 0,0-1 1 0 0,0 0-1 0 0,0 1 1 0 0,-1-1-1 0 0,1 1 1 0 0,2 6-1 0 0,0 0 53 0 0,-1 1-1 0 0,-1 0 1 0 0,0-1 0 0 0,0 1 0 0 0,-1 0-1 0 0,0 1 1 0 0,-1-1 0 0 0,0 0-1 0 0,-2 16 1 0 0,-2 12 164 0 0,-11 52 0 0 0,8-57-131 0 0,5-27-42 0 0,0-2-3 0 0,0 0-1 0 0,0 0 1 0 0,1 0 0 0 0,0 0 0 0 0,0 1-1 0 0,0-1 1 0 0,2 9 0 0 0,-2-13-44 0 0,1-1 0 0 0,-1 1-1 0 0,1 0 1 0 0,-1-1 0 0 0,1 1 0 0 0,-1 0 0 0 0,1-1 0 0 0,0 1 0 0 0,-1-1 0 0 0,1 1 0 0 0,0-1-1 0 0,0 0 1 0 0,-1 1 0 0 0,1-1 0 0 0,0 0 0 0 0,0 1 0 0 0,-1-1 0 0 0,1 0 0 0 0,0 0-1 0 0,0 0 1 0 0,0 0 0 0 0,0 0 0 0 0,-1 0 0 0 0,1 0 0 0 0,0 0 0 0 0,0 0 0 0 0,0 0-1 0 0,-1 0 1 0 0,1 0 0 0 0,0-1 0 0 0,1 0 0 0 0,26-7-773 0 0,168-76-10517 0 0,-147 61 5666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22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21 131 568 0 0,'-2'-2'562'0'0,"0"-1"-1"0"0,-1 0 1 0 0,2-1-1 0 0,-1 1 1 0 0,0 0-1 0 0,1 0 1 0 0,-1-1-1 0 0,1 1 1 0 0,0-1-1 0 0,0 0 1 0 0,0 1-1 0 0,1-1 1 0 0,-1 1-1 0 0,1-1 1 0 0,0-6-1 0 0,0 6-438 0 0,1 1 0 0 0,0 0-1 0 0,0 0 1 0 0,0-1 0 0 0,0 1-1 0 0,1 0 1 0 0,-1 0-1 0 0,1 0 1 0 0,-1 0 0 0 0,1 0-1 0 0,0 0 1 0 0,0 1 0 0 0,1-1-1 0 0,-1 1 1 0 0,0-1-1 0 0,1 1 1 0 0,0 0 0 0 0,-1 0-1 0 0,1 0 1 0 0,0 0-1 0 0,0 1 1 0 0,0-1 0 0 0,0 1-1 0 0,0 0 1 0 0,1-1 0 0 0,3 0-1 0 0,-1 1-87 0 0,0 0 1 0 0,0 0-1 0 0,0 1 0 0 0,0-1 0 0 0,0 1 0 0 0,0 1 1 0 0,1-1-1 0 0,-1 1 0 0 0,0 0 0 0 0,0 0 1 0 0,0 1-1 0 0,-1-1 0 0 0,1 2 0 0 0,0-1 0 0 0,-1 0 1 0 0,1 1-1 0 0,-1 0 0 0 0,0 0 0 0 0,0 1 1 0 0,0 0-1 0 0,0-1 0 0 0,-1 2 0 0 0,1-1 0 0 0,4 7 1 0 0,0-1-18 0 0,-1 0 1 0 0,-1 0-1 0 0,0 1 1 0 0,0 0-1 0 0,-1 0 1 0 0,-1 1 0 0 0,0 0-1 0 0,0 0 1 0 0,-1 0-1 0 0,3 21 1 0 0,-5-18 2 0 0,0 0 0 0 0,-1 0 0 0 0,-1 0-1 0 0,-1 0 1 0 0,0 0 0 0 0,-1 0 0 0 0,-3 15 0 0 0,-5 3 395 0 0,-25 62 1 0 0,33-90-199 0 0,0 0 1 0 0,0 0-1 0 0,-1 1 1 0 0,0-2-1 0 0,0 1 1 0 0,0 0-1 0 0,-7 8 1 0 0,9-12 75 0 0,-5-11-105 0 0,5 9-182 0 0,0 0 1 0 0,0 0 0 0 0,1 0-1 0 0,-1 0 1 0 0,1-1 0 0 0,-1 1-1 0 0,1 0 1 0 0,-1 0 0 0 0,1 0-1 0 0,0-1 1 0 0,-1 1 0 0 0,1-2-1 0 0,1-13 7 0 0,0 1 0 0 0,1-1 0 0 0,0 1-1 0 0,1 0 1 0 0,1 0 0 0 0,1 0 0 0 0,0 0-1 0 0,1 1 1 0 0,0 0 0 0 0,13-20 0 0 0,-9 17-32 0 0,2 1 0 0 0,0 0 0 0 0,0 1 0 0 0,2 0 0 0 0,0 1 0 0 0,28-22 0 0 0,-32 27-3 0 0,2 1 0 0 0,-1 1 1 0 0,1 0-1 0 0,1 1 0 0 0,-1 0 1 0 0,1 1-1 0 0,0 0 0 0 0,0 1 1 0 0,0 1-1 0 0,20-3 0 0 0,-27 5 9 0 0,0 1 0 0 0,0 0-1 0 0,-1 0 1 0 0,1 0 0 0 0,0 1 0 0 0,0 0-1 0 0,-1 0 1 0 0,1 0 0 0 0,0 1 0 0 0,-1 0-1 0 0,1 0 1 0 0,-1 0 0 0 0,0 1 0 0 0,0-1-1 0 0,5 5 1 0 0,-4-2 5 0 0,0 0-1 0 0,0 0 1 0 0,-1 1-1 0 0,0 0 1 0 0,0 0-1 0 0,0 0 1 0 0,-1 1-1 0 0,0 0 1 0 0,0-1-1 0 0,3 9 1 0 0,0 3 19 0 0,-1 0 0 0 0,-1 0 0 0 0,-1 0 0 0 0,0 1 0 0 0,-2 0 0 0 0,0 0 0 0 0,-1 0 0 0 0,-1 21 0 0 0,-10 32 116 0 0,6-49-18 0 0,3-19-88 0 0,0-1 0 0 0,0 1 0 0 0,0-1 1 0 0,-1 0-1 0 0,1 1 0 0 0,-1-1 0 0 0,0 0 0 0 0,-3 5 0 0 0,5-8-21 0 0,-1 1 1 0 0,1-1 0 0 0,0 1-1 0 0,-1-1 1 0 0,1 0-1 0 0,-1 1 1 0 0,1-1-1 0 0,-1 0 1 0 0,1 1 0 0 0,-1-1-1 0 0,1 0 1 0 0,-1 1-1 0 0,0-1 1 0 0,1 0-1 0 0,-1 0 1 0 0,1 0 0 0 0,-1 0-1 0 0,0 1 1 0 0,1-1-1 0 0,-1 0 1 0 0,1 0-1 0 0,-1 0 1 0 0,0 0-1 0 0,1 0 1 0 0,-1-1 0 0 0,1 1-1 0 0,-1 0 1 0 0,-1 0-1 0 0,1-1-1 0 0,0 0 0 0 0,0 0-1 0 0,0 0 1 0 0,0 0 0 0 0,0 0-1 0 0,0 0 1 0 0,0 0 0 0 0,1 0-1 0 0,-1 0 1 0 0,0 0 0 0 0,0 0-1 0 0,0-2 1 0 0,-10-37-35 0 0,10 30 27 0 0,0-1-1 0 0,0 0 1 0 0,1-1 0 0 0,1 1-1 0 0,0 0 1 0 0,0 0 0 0 0,1 1-1 0 0,0-1 1 0 0,1 0 0 0 0,5-11-1 0 0,-1 7 0 0 0,0 0 0 0 0,0 1 0 0 0,2 0 0 0 0,0 1 0 0 0,0-1 1 0 0,15-14-1 0 0,-1 5-13 0 0,0 2 1 0 0,1 0-1 0 0,1 2 1 0 0,1 1 0 0 0,1 1-1 0 0,44-21 1 0 0,-51 28-15 0 0,1 1 0 0 0,0 1-1 0 0,30-7 1 0 0,-45 13 27 0 0,1 1-1 0 0,-1 0 0 0 0,1 0 0 0 0,-1 1 1 0 0,1-1-1 0 0,-1 1 0 0 0,1 1 1 0 0,0-1-1 0 0,-1 1 0 0 0,0 1 0 0 0,1-1 1 0 0,-1 1-1 0 0,0 0 0 0 0,1 0 1 0 0,9 6-1 0 0,-12-5 9 0 0,-1-1 0 0 0,1 1 0 0 0,-1 0 0 0 0,0-1 0 0 0,0 2 0 0 0,0-1-1 0 0,-1 0 1 0 0,1 0 0 0 0,-1 1 0 0 0,0 0 0 0 0,0-1 0 0 0,0 1 0 0 0,2 5 0 0 0,-2-2 5 0 0,0 1 0 0 0,0-1-1 0 0,-1 1 1 0 0,0 0 0 0 0,0-1-1 0 0,-1 15 1 0 0,-2 1 21 0 0,-2 1 1 0 0,0-1-1 0 0,-13 40 0 0 0,1-16-56 0 0,8-26-827 0 0,1 0-1 0 0,1 0 1 0 0,1 0-1 0 0,1 1 1 0 0,-1 22-1 0 0,5-42 670 0 0,0 0-1 0 0,0 0 1 0 0,0 0-1 0 0,0 0 1 0 0,0 0 0 0 0,1 0-1 0 0,-1-1 1 0 0,1 1-1 0 0,-1 0 1 0 0,1 0-1 0 0,0 0 1 0 0,0-1 0 0 0,0 1-1 0 0,0-1 1 0 0,0 1-1 0 0,0 0 1 0 0,0-1 0 0 0,0 0-1 0 0,1 1 1 0 0,-1-1-1 0 0,1 0 1 0 0,-1 1-1 0 0,1-1 1 0 0,-1 0 0 0 0,1 0-1 0 0,-1 0 1 0 0,1-1-1 0 0,0 1 1 0 0,0 0-1 0 0,-1-1 1 0 0,1 1 0 0 0,0-1-1 0 0,0 1 1 0 0,0-1-1 0 0,0 0 1 0 0,0 0 0 0 0,0 0-1 0 0,2 0 1 0 0,14-1-1695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23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208 977 80 0 0,'89'-81'7466'0'0,"-77"67"-6279"0"0,0 1 1 0 0,-1-2-1 0 0,0 1 0 0 0,13-26 1 0 0,-19 31-732 0 0,-4 6-332 0 0,1 0 0 0 0,0 0 0 0 0,-1 0 0 0 0,0 0 0 0 0,1 0 0 0 0,-1 0 0 0 0,-1 0 0 0 0,1 0 0 0 0,0 0-1 0 0,-1 0 1 0 0,1-1 0 0 0,-1 1 0 0 0,0 0 0 0 0,0-5 0 0 0,-1 8-117 0 0,1-1 0 0 0,-1 0 0 0 0,1 1 0 0 0,-1-1 0 0 0,0 1 0 0 0,1-1 0 0 0,-1 1 0 0 0,1-1 0 0 0,-1 1 0 0 0,0-1 0 0 0,1 1 0 0 0,-1-1-1 0 0,0 1 1 0 0,0 0 0 0 0,1-1 0 0 0,-1 1 0 0 0,0 0 0 0 0,0 0 0 0 0,0 0 0 0 0,1 0 0 0 0,-1-1 0 0 0,0 1 0 0 0,0 0 0 0 0,0 1 0 0 0,0-1 0 0 0,1 0 0 0 0,-1 0 0 0 0,0 0 0 0 0,0 0 0 0 0,0 1 0 0 0,-27 5 26 0 0,4 5-43 0 0,1 1-1 0 0,0 0 1 0 0,1 2-1 0 0,0 1 1 0 0,1 0-1 0 0,1 2 0 0 0,1 0 1 0 0,0 1-1 0 0,1 1 1 0 0,1 1-1 0 0,1 0 1 0 0,1 1-1 0 0,0 1 0 0 0,-11 24 1 0 0,21-35 18 0 0,0-1 1 0 0,0 1-1 0 0,1-1 0 0 0,1 1 1 0 0,0 1-1 0 0,0-1 1 0 0,1 0-1 0 0,1 1 0 0 0,-1-1 1 0 0,2 1-1 0 0,1 19 0 0 0,0-28 0 0 0,-1 0-1 0 0,1-1 1 0 0,0 1-1 0 0,0-1 0 0 0,0 1 1 0 0,0 0-1 0 0,0-1 0 0 0,1 0 1 0 0,-1 1-1 0 0,1-1 0 0 0,0 0 1 0 0,0 0-1 0 0,0 0 0 0 0,0 0 1 0 0,0 0-1 0 0,0 0 0 0 0,0 0 1 0 0,0-1-1 0 0,1 1 1 0 0,-1-1-1 0 0,1 0 0 0 0,-1 1 1 0 0,1-1-1 0 0,0 0 0 0 0,-1-1 1 0 0,1 1-1 0 0,4 0 0 0 0,-2 0 0 0 0,1 0 0 0 0,-1-1 0 0 0,1 1 0 0 0,-1-1 0 0 0,0-1 0 0 0,1 1 0 0 0,-1-1 0 0 0,0 0-1 0 0,1 0 1 0 0,-1-1 0 0 0,0 1 0 0 0,0-1 0 0 0,0 0 0 0 0,5-3 0 0 0,7-7-8 0 0,0 0-1 0 0,-1-1 1 0 0,0-1 0 0 0,-2-1-1 0 0,1 0 1 0 0,-2-1 0 0 0,18-25-1 0 0,72-133 290 0 0,-95 157-208 0 0,23-40 474 0 0,-27 52-566 0 0,-3 8-9 0 0,-5 15-37 0 0,-10 28-23 0 0,0-7 136 0 0,1 0 1 0 0,2 0 0 0 0,3 1 0 0 0,0 0 0 0 0,-3 76 0 0 0,11-115-49 0 0,0 0 1 0 0,0 0-1 0 0,1 0 1 0 0,-1 0-1 0 0,0 0 0 0 0,0 0 1 0 0,0 0-1 0 0,1 0 1 0 0,-1-1-1 0 0,0 1 1 0 0,1 0-1 0 0,-1 0 0 0 0,1 0 1 0 0,-1 0-1 0 0,1 0 1 0 0,-1 0-1 0 0,1-1 1 0 0,0 1-1 0 0,-1 0 0 0 0,1-1 1 0 0,0 1-1 0 0,0 0 1 0 0,-1-1-1 0 0,1 1 1 0 0,0-1-1 0 0,0 1 0 0 0,0-1 1 0 0,0 1-1 0 0,0-1 1 0 0,1 1-1 0 0,1-1 5 0 0,0 1 1 0 0,0-1-1 0 0,0 0 0 0 0,0 1 1 0 0,1-1-1 0 0,-1-1 0 0 0,4 0 1 0 0,0 0-25 0 0,1-1 0 0 0,-1-1 0 0 0,0 1 1 0 0,0-1-1 0 0,0-1 0 0 0,0 1 0 0 0,0-1 1 0 0,9-7-1 0 0,46-43-568 0 0,-56 49 498 0 0,40-41-562 0 0,-3-1 0 0 0,-1-2-1 0 0,44-70 1 0 0,83-176-696 0 0,-139 233 1493 0 0,-2 0 1 0 0,-4-2-1 0 0,22-88 0 0 0,-29 86 506 0 0,17-88 1463 0 0,-34 138-2078 0 0,-7 26-48 0 0,-8 25-9 0 0,-33 90 344 0 0,-66 180 598 0 0,26 8-460 0 0,74-252-382 0 0,4 0 0 0 0,2 1 1 0 0,0 120-1 0 0,8-175-60 0 0,1 0 1 0 0,0 0-1 0 0,0 0 1 0 0,1 0-1 0 0,0 0 1 0 0,0 0 0 0 0,0 0-1 0 0,6 10 1 0 0,-7-15-17 0 0,1 1 0 0 0,0-1 0 0 0,-1 0 1 0 0,1 1-1 0 0,0-1 0 0 0,0 0 0 0 0,0 0 0 0 0,0 0 0 0 0,1 0 1 0 0,-1-1-1 0 0,0 1 0 0 0,1-1 0 0 0,-1 1 0 0 0,1-1 1 0 0,0 0-1 0 0,-1 0 0 0 0,1 0 0 0 0,0 0 0 0 0,0 0 1 0 0,-1-1-1 0 0,1 1 0 0 0,0-1 0 0 0,4 0 0 0 0,-1 0 1 0 0,1-1 0 0 0,0 0 0 0 0,-1-1 0 0 0,1 1 0 0 0,-1-1 0 0 0,1 0-1 0 0,-1-1 1 0 0,0 0 0 0 0,0 0 0 0 0,0 0 0 0 0,0 0 0 0 0,-1-1-1 0 0,9-7 1 0 0,5-6 8 0 0,-2 0 0 0 0,20-25-1 0 0,-35 39-17 0 0,24-30 35 0 0,-1-1 1 0 0,-2-1-1 0 0,-1-2 0 0 0,26-60 1 0 0,-40 77 8 0 0,-1-1 0 0 0,-1 1 1 0 0,-1-1-1 0 0,-1-1 0 0 0,-1 1 1 0 0,-1-1-1 0 0,-1 1 0 0 0,0-1 1 0 0,-2 0-1 0 0,-3-24 0 0 0,2 31-102 0 0,2 14 50 0 0,0 0 1 0 0,0 0 0 0 0,0 0-1 0 0,0 0 1 0 0,0-1 0 0 0,-1 1-1 0 0,1 0 1 0 0,0 0 0 0 0,-1 0 0 0 0,1 0-1 0 0,0 0 1 0 0,-1 0 0 0 0,1 0-1 0 0,-1 0 1 0 0,0 0 0 0 0,1 0-1 0 0,-1 0 1 0 0,0 0 0 0 0,0 0-1 0 0,1 1 1 0 0,-1-1 0 0 0,0 0-1 0 0,-1 0 1 0 0,0 0-22 0 0,-1 1-28 0 0,2 0 45 0 0,-1 1 0 0 0,1-1-1 0 0,0 0 1 0 0,0 1 0 0 0,-1-1 0 0 0,1 1 0 0 0,0-1-1 0 0,0 1 1 0 0,0-1 0 0 0,-1 1 0 0 0,1 0 0 0 0,0 0-1 0 0,0-1 1 0 0,0 1 0 0 0,0 0 0 0 0,1 0-1 0 0,-1 0 1 0 0,0 0 0 0 0,0 0 0 0 0,0 0 0 0 0,1 0-1 0 0,-1 1 1 0 0,1-1 0 0 0,-1 0 0 0 0,1 0 0 0 0,-1 0-1 0 0,1 1 1 0 0,0-1 0 0 0,-1 0 0 0 0,1 1-1 0 0,0-1 1 0 0,0 0 0 0 0,0 3 0 0 0,0 1-58 0 0,0-1 0 0 0,1 1 0 0 0,-1-1 0 0 0,1 1 0 0 0,0-1 0 0 0,1 1 0 0 0,-1-1 0 0 0,1 0 0 0 0,-1 1 0 0 0,1-1 0 0 0,1 0 0 0 0,-1 0 1 0 0,0 0-1 0 0,6 5 0 0 0,-3-4-57 0 0,0 0 0 0 0,0 0 0 0 0,1 0 0 0 0,0-1 0 0 0,0 0 0 0 0,0 0 0 0 0,0 0 0 0 0,12 4 0 0 0,-4-3-12 0 0,-1-1 0 0 0,1 0-1 0 0,1-1 1 0 0,-1 0 0 0 0,0-2 0 0 0,1 1-1 0 0,-1-2 1 0 0,0 0 0 0 0,17-2-1 0 0,-20 0 248 0 0,0 0-1 0 0,-1-1 0 0 0,1-1 0 0 0,-1 1 0 0 0,0-2 0 0 0,0 0 1 0 0,0 0-1 0 0,-1 0 0 0 0,0-1 0 0 0,0-1 0 0 0,0 0 0 0 0,-1 0 1 0 0,0 0-1 0 0,0-1 0 0 0,-1 0 0 0 0,0-1 0 0 0,0 0 0 0 0,-1 0 1 0 0,0 0-1 0 0,-1-1 0 0 0,5-11 0 0 0,-9 20-37 0 0,-4 3-117 0 0,-10 11 62 0 0,0 0 0 0 0,1 1 0 0 0,0 1 0 0 0,2 0 0 0 0,-1 1 0 0 0,-7 16 0 0 0,4-9 22 0 0,-3 7-6 0 0,0 1 0 0 0,-18 49 0 0 0,29-64-13 0 0,1 0-1 0 0,0 1 0 0 0,2 0 0 0 0,0 0 0 0 0,0 0 1 0 0,2 0-1 0 0,0 21 0 0 0,1-33-49 0 0,1-1 0 0 0,-1 1 0 0 0,1 0 0 0 0,0-1 0 0 0,0 1 0 0 0,1-1 0 0 0,-1 1 0 0 0,1-1 0 0 0,0 0 0 0 0,0 0 0 0 0,0 0 0 0 0,1 0 0 0 0,-1 0 0 0 0,1 0 0 0 0,0-1 0 0 0,0 1 0 0 0,1-1 0 0 0,-1 0 0 0 0,1 0 0 0 0,-1 0 0 0 0,1 0 0 0 0,0-1 0 0 0,0 1 0 0 0,0-1 0 0 0,0 0 0 0 0,1 0 0 0 0,-1-1 0 0 0,0 1 0 0 0,1-1 0 0 0,6 1 0 0 0,-2 0-127 0 0,1-1 1 0 0,-1-1-1 0 0,1 1 1 0 0,0-2 0 0 0,-1 1-1 0 0,1-1 1 0 0,-1 0-1 0 0,1-1 1 0 0,-1 0-1 0 0,0-1 1 0 0,0 0-1 0 0,0 0 1 0 0,0-1 0 0 0,9-5-1 0 0,1-4 33 0 0,0-1 1 0 0,0 0-1 0 0,-2-2 1 0 0,0 0-1 0 0,0 0 0 0 0,-2-2 1 0 0,25-35-1 0 0,-17 18 713 0 0,-2-1 0 0 0,-2-1 0 0 0,24-61 0 0 0,-3-27 3237 0 0,-40 123-3716 0 0,-15 14-23 0 0,5-2 8 0 0,1 2 0 0 0,0 0-1 0 0,1 0 1 0 0,0 0 0 0 0,1 1 0 0 0,-9 22 0 0 0,2-3 60 0 0,-8 15-28 0 0,2 1 0 0 0,2 1-1 0 0,-16 77 1 0 0,32-117-279 0 0,0 1 0 0 0,1-1 0 0 0,0 1 0 0 0,1 0 0 0 0,0-1 0 0 0,1 1 0 0 0,0-1 0 0 0,0 1 0 0 0,1-1 0 0 0,0 1 0 0 0,1-1 0 0 0,5 13 0 0 0,-6-17-292 0 0,1 1 0 0 0,0 0-1 0 0,1-1 1 0 0,-1 0 0 0 0,1 0 0 0 0,0 0 0 0 0,1 0-1 0 0,6 5 1 0 0,-6-6-290 0 0,0-1 0 0 0,-1 1 0 0 0,1-2 1 0 0,1 1-1 0 0,-1 0 0 0 0,0-1 0 0 0,1 0 0 0 0,-1 0 0 0 0,1-1 0 0 0,6 2 0 0 0,7-1-4919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24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1 171 1056 0 0,'3'-12'1551'0'0,"0"0"-1"0"0,1 0 1 0 0,1 1 0 0 0,0-1 0 0 0,7-11-1 0 0,-9 19-1317 0 0,0-1-1 0 0,0 1 1 0 0,0 0 0 0 0,0 1-1 0 0,0-1 1 0 0,1 1 0 0 0,0-1-1 0 0,0 1 1 0 0,0 0-1 0 0,0 0 1 0 0,0 1 0 0 0,0-1-1 0 0,1 1 1 0 0,-1 0-1 0 0,1 0 1 0 0,6-1 0 0 0,-4 1-115 0 0,0 1 0 0 0,-1 1 0 0 0,1-1 0 0 0,-1 1 1 0 0,1 1-1 0 0,0-1 0 0 0,-1 1 0 0 0,1 0 0 0 0,-1 0 0 0 0,1 1 1 0 0,-1 0-1 0 0,0 0 0 0 0,1 1 0 0 0,-1-1 0 0 0,0 1 1 0 0,-1 1-1 0 0,1-1 0 0 0,0 1 0 0 0,-1 0 0 0 0,0 0 0 0 0,0 1 1 0 0,0-1-1 0 0,-1 1 0 0 0,1 0 0 0 0,-1 1 0 0 0,0-1 1 0 0,-1 1-1 0 0,1-1 0 0 0,-1 1 0 0 0,3 9 0 0 0,-2-4 5 0 0,-1-1 0 0 0,-1 1 1 0 0,0 0-1 0 0,0 0 0 0 0,-1 0 0 0 0,0 0 0 0 0,-1 0 0 0 0,0 1 0 0 0,-1-1 0 0 0,-1 0 0 0 0,1 0 0 0 0,-2 0 0 0 0,1-1 0 0 0,-1 1 0 0 0,-1 0 0 0 0,0-1 0 0 0,-1 0 0 0 0,-6 11 1 0 0,-12 22 111 0 0,17-29-56 0 0,-2 0-1 0 0,-12 18 0 0 0,19-30-150 0 0,-7 6-152 0 0,27-40-297 0 0,2 1-1 0 0,43-50 0 0 0,-61 77 404 0 0,45-53-200 0 0,130-168 6 0 0,-168 202 47 0 0,-12 17 3 0 0,-9 14 73 0 0,2 3 83 0 0,-1 1 1 0 0,2 1 0 0 0,0-1-1 0 0,0 2 1 0 0,1-1 0 0 0,1 1-1 0 0,0 0 1 0 0,1 0-1 0 0,0 0 1 0 0,1 1 0 0 0,1 0-1 0 0,0 0 1 0 0,1 0 0 0 0,1 0-1 0 0,0 0 1 0 0,1 0-1 0 0,2 16 1 0 0,-1-25-22 0 0,1-1-1 0 0,-1 1 1 0 0,1-1 0 0 0,-1 1-1 0 0,2-1 1 0 0,-1 0-1 0 0,0 0 1 0 0,1 0 0 0 0,0 0-1 0 0,1 0 1 0 0,-1 0-1 0 0,1-1 1 0 0,-1 0 0 0 0,1 0-1 0 0,1 0 1 0 0,-1 0-1 0 0,0 0 1 0 0,1-1 0 0 0,0 0-1 0 0,0 0 1 0 0,0 0 0 0 0,0-1-1 0 0,0 0 1 0 0,0 1-1 0 0,1-2 1 0 0,10 3 0 0 0,-10-3-407 0 0,0 0 0 0 0,0-1 0 0 0,-1 1 0 0 0,1-2 0 0 0,0 1 0 0 0,0 0 1 0 0,8-3-1 0 0,-8 2-357 0 0,-1-1 0 0 0,0 0 0 0 0,1 0 0 0 0,-1 0 0 0 0,0-1-1 0 0,0 0 1 0 0,0 0 0 0 0,5-4 0 0 0,6-8-4240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24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1911 185 1316 0 0,'-142'-96'14886'0'0,"53"28"-11522"0"0,88 67-3915 0 0,-45-18-11069 0 0</inkml:trace>
  <inkml:trace contextRef="#ctx0" brushRef="#br0" timeOffset="1">214 164 3104 0 0,'-210'31'11899'0'0,"207"-30"-11224"0"0,6-1-76 0 0,159 2 979 0 0,-82-4-1355 0 0,317-8-2369 0 0,-134-17-5587 0 0,-181 12 1938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26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555 143 920 0 0,'0'0'15218'0'0,"-11"-21"-14362"0"0,8 11-831 0 0,-1 0 0 0 0,0 1 1 0 0,-1-1-1 0 0,0 1 0 0 0,0 0 1 0 0,-10-12-1 0 0,12 17-35 0 0,0 1 0 0 0,-1-1 0 0 0,1 1 0 0 0,-1-1 0 0 0,0 1 1 0 0,0 0-1 0 0,-1 1 0 0 0,1-1 0 0 0,-1 1 0 0 0,1 0 0 0 0,-1 0 0 0 0,0 0 0 0 0,1 0 0 0 0,-1 1 0 0 0,-8-2 0 0 0,2 3-5 0 0,0 0 0 0 0,0 0 0 0 0,0 1 0 0 0,0 0 0 0 0,0 1 0 0 0,0 0 0 0 0,1 1 0 0 0,-1 0 0 0 0,1 1 0 0 0,0 0 0 0 0,0 1 0 0 0,0 0 0 0 0,0 0 0 0 0,-14 12 0 0 0,1-1 8 0 0,2 2 1 0 0,0 0-1 0 0,1 2 0 0 0,-29 35 1 0 0,31-32-4 0 0,1 1 1 0 0,-26 49-1 0 0,35-56-43 0 0,1-1 0 0 0,1 1 0 0 0,0 0 0 0 0,1 0-1 0 0,-5 34 1 0 0,10-45 32 0 0,-1-1 0 0 0,1 1 0 0 0,0-1-1 0 0,0 1 1 0 0,0-1 0 0 0,1 1 0 0 0,0-1-1 0 0,0 0 1 0 0,0 1 0 0 0,1-1 0 0 0,0 0 0 0 0,0 0-1 0 0,0 0 1 0 0,1 0 0 0 0,-1 0 0 0 0,5 5 0 0 0,-4-7 10 0 0,0 0 0 0 0,0 0 0 0 0,0-1 0 0 0,0 1 0 0 0,1-1 0 0 0,-1 1 0 0 0,1-1 0 0 0,0 0 0 0 0,-1-1 0 0 0,1 1 0 0 0,0-1 1 0 0,0 1-1 0 0,0-1 0 0 0,0 0 0 0 0,0-1 0 0 0,0 1 0 0 0,0-1 0 0 0,1 0 0 0 0,-1 0 0 0 0,0 0 0 0 0,8-1 0 0 0,2-1-27 0 0,0-1 0 0 0,-1 0 0 0 0,1-1 0 0 0,0-1 0 0 0,-1 0 0 0 0,0 0 0 0 0,0-2-1 0 0,-1 1 1 0 0,0-2 0 0 0,0 1 0 0 0,-1-2 0 0 0,17-14 0 0 0,-14 10 8 0 0,-1-2 1 0 0,0 0-1 0 0,-1-1 0 0 0,0 0 1 0 0,-1 0-1 0 0,-1-2 1 0 0,-1 1-1 0 0,10-26 0 0 0,28-103 336 0 0,-46 143-347 0 0,-1 5-47 0 0,1-1 89 0 0,-1 1 0 0 0,1 0 0 0 0,-1-1 0 0 0,0 1 0 0 0,1-1 0 0 0,-1 1 0 0 0,0 0 0 0 0,0-1 0 0 0,0 1 0 0 0,-1 0 0 0 0,1 2 0 0 0,-10 58-115 0 0,4 0-1 0 0,2 0 1 0 0,5 81 0 0 0,-1-130-256 0 0,2-1 0 0 0,-1 1 1 0 0,2 0-1 0 0,-1 0 0 0 0,10 22 0 0 0,-11-33 290 0 0,0 0-1 0 0,0 0 1 0 0,0-1-1 0 0,0 1 1 0 0,1 0-1 0 0,-1-1 0 0 0,1 1 1 0 0,-1-1-1 0 0,1 1 1 0 0,-1-1-1 0 0,1 0 0 0 0,0 0 1 0 0,0 0-1 0 0,2 2 1 0 0,-2-3 60 0 0,1 2-246 0 0,1-3 14 0 0,2 0 193 0 0,0-1-1 0 0,0 0 1 0 0,0-1 0 0 0,-1 1-1 0 0,1-1 1 0 0,-1 0-1 0 0,0-1 1 0 0,0 1 0 0 0,0-1-1 0 0,0 0 1 0 0,-1 0-1 0 0,1-1 1 0 0,-1 1-1 0 0,0-1 1 0 0,5-8 0 0 0,9-14-28 0 0,25-52 0 0 0,-29 52 97 0 0,-6 12 23 0 0,7-15 264 0 0,35-50 0 0 0,-45 73-224 0 0,0 0 0 0 0,0 1 0 0 0,1 0 1 0 0,0 0-1 0 0,0 0 0 0 0,0 1 0 0 0,0 0 0 0 0,1 0 0 0 0,0 1 0 0 0,0 0 0 0 0,1 0 0 0 0,13-5 0 0 0,-16 7-39 0 0,0 1 1 0 0,1 0-1 0 0,-1 0 1 0 0,1 1-1 0 0,-1-1 0 0 0,0 1 1 0 0,1 1-1 0 0,-1-1 1 0 0,1 1-1 0 0,-1-1 0 0 0,0 2 1 0 0,1-1-1 0 0,-1 0 1 0 0,0 1-1 0 0,0 0 0 0 0,7 4 1 0 0,-6-2-2 0 0,0 0 0 0 0,0 0 0 0 0,-1 1 0 0 0,1 0 0 0 0,-1 0 0 0 0,0 0-1 0 0,0 1 1 0 0,-1-1 0 0 0,0 1 0 0 0,0 0 0 0 0,0 0 0 0 0,-1 1 0 0 0,0-1 0 0 0,0 1 0 0 0,0 0 0 0 0,-1-1 0 0 0,0 1 0 0 0,-1 0 0 0 0,1 0 0 0 0,-1 1 0 0 0,-1-1 0 0 0,1 0 0 0 0,-1 0 0 0 0,0 0 0 0 0,-2 9 0 0 0,0-4 5 0 0,0 0 1 0 0,0-1-1 0 0,-1 1 1 0 0,-1-1-1 0 0,0 0 0 0 0,0 0 1 0 0,-1 0-1 0 0,-1 0 1 0 0,0-1-1 0 0,0 0 1 0 0,-1 0-1 0 0,0-1 0 0 0,-1 0 1 0 0,-16 16-1 0 0,12-16 108 0 0,11-8-138 0 0,1-1 0 0 0,-1 0 0 0 0,1 1-1 0 0,-1-1 1 0 0,0 1 0 0 0,1-1 0 0 0,-1 0 0 0 0,0 1 0 0 0,1-1 0 0 0,-1 0 0 0 0,0 0 0 0 0,1 1 0 0 0,-1-1 0 0 0,0 0 0 0 0,1 0 0 0 0,-1 0 0 0 0,0 0-1 0 0,0 0 1 0 0,1 0 0 0 0,-1 0 0 0 0,0 0 0 0 0,1 0 0 0 0,-1-1 0 0 0,0 1 0 0 0,0 0 0 0 0,1 0 0 0 0,-1-1 0 0 0,0 1 0 0 0,1 0 0 0 0,-1-1 0 0 0,-2-3-2 0 0,1 0 0 0 0,0 0 0 0 0,0-1 0 0 0,1 1 0 0 0,0 0 0 0 0,-1-1 0 0 0,1 1 0 0 0,1-1 0 0 0,-1 1 0 0 0,1-1 0 0 0,-1 0 0 0 0,1 1 0 0 0,1-1 0 0 0,-1 1 0 0 0,1-1 0 0 0,-1 1 0 0 0,2-1 1 0 0,-1 1-1 0 0,3-8 0 0 0,3-9-10 0 0,1 1 1 0 0,20-35 0 0 0,-16 34-10 0 0,1 1 0 0 0,0 1-1 0 0,2 0 1 0 0,0 1 0 0 0,1 0 0 0 0,1 1 0 0 0,0 1 0 0 0,1 1 0 0 0,1 1-1 0 0,36-22 1 0 0,-44 30 56 0 0,1 0 0 0 0,0 0 0 0 0,0 1 0 0 0,1 1 0 0 0,-1 0-1 0 0,1 1 1 0 0,0 0 0 0 0,23-1 0 0 0,-31 3-29 0 0,-1 1 0 0 0,0 0 0 0 0,1 0 0 0 0,-1 1 0 0 0,0-1 0 0 0,1 1 0 0 0,-1 0 0 0 0,0 0 0 0 0,0 1 0 0 0,1-1 0 0 0,-1 1 0 0 0,0 0 0 0 0,-1 0 0 0 0,1 0 0 0 0,0 1 0 0 0,-1-1-1 0 0,1 1 1 0 0,-1 0 0 0 0,0 0 0 0 0,1 0 0 0 0,-2 0 0 0 0,1 1 0 0 0,0-1 0 0 0,-1 1 0 0 0,1-1 0 0 0,-1 1 0 0 0,0 0 0 0 0,0 0 0 0 0,2 8 0 0 0,-1-2 18 0 0,-1 0 1 0 0,0 0-1 0 0,0 0 0 0 0,-1 0 0 0 0,0 1 1 0 0,-1-1-1 0 0,-2 15 0 0 0,-2 7 16 0 0,-8 33 0 0 0,4-29-19 0 0,-9 26-16 0 0,12-49-412 0 0,0 1 0 0 0,2 0 0 0 0,0 0 0 0 0,0 0 0 0 0,1 0 1 0 0,0 22-1 0 0,3-34 144 0 0,-1 0 1 0 0,0 0-1 0 0,1 0 1 0 0,0 0-1 0 0,-1 0 1 0 0,1 0-1 0 0,0 0 1 0 0,0 0-1 0 0,0 0 1 0 0,0 0-1 0 0,0 0 1 0 0,1 0-1 0 0,-1-1 1 0 0,0 1-1 0 0,1 0 1 0 0,-1-1-1 0 0,1 0 1 0 0,0 1-1 0 0,0-1 1 0 0,-1 0-1 0 0,1 0 1 0 0,0 0-1 0 0,0 0 1 0 0,0 0-1 0 0,0 0 1 0 0,0 0-1 0 0,0-1 1 0 0,3 1-1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27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409 680 1648 0 0,'7'-12'1099'0'0,"0"0"0"0"0,-1 0-1 0 0,-1-1 1 0 0,0 1 0 0 0,-1-1 0 0 0,4-15 0 0 0,-7 24-908 0 0,-1 1 1 0 0,1-1 0 0 0,-1 0-1 0 0,1 0 1 0 0,-1 0 0 0 0,0 0-1 0 0,-1 0 1 0 0,1 0 0 0 0,-1 0 0 0 0,1 0-1 0 0,-1 0 1 0 0,0 0 0 0 0,-1 0-1 0 0,1 1 1 0 0,-1-1 0 0 0,0 0-1 0 0,1 1 1 0 0,-2-1 0 0 0,1 1-1 0 0,0 0 1 0 0,-1 0 0 0 0,1 0 0 0 0,-1 0-1 0 0,-5-4 1 0 0,7 6-172 0 0,0 1 0 0 0,0-1 0 0 0,0 1 0 0 0,0-1 0 0 0,0 1 0 0 0,0-1 0 0 0,0 1 0 0 0,0 0 0 0 0,-1-1 0 0 0,1 1 0 0 0,0 0 0 0 0,0 0 0 0 0,0 0 0 0 0,-1 0 0 0 0,-1 0 0 0 0,0 0 29 0 0,-2 0-19 0 0,0 0 0 0 0,0 0 0 0 0,0 1 0 0 0,-1-1 0 0 0,1 1-1 0 0,0 0 1 0 0,0 0 0 0 0,0 1 0 0 0,0 0 0 0 0,0 0 0 0 0,0 0 0 0 0,-4 3 0 0 0,-9 5 43 0 0,-24 18-1 0 0,41-27-69 0 0,-28 21 49 0 0,0 1 0 0 0,2 1 0 0 0,-39 46 1 0 0,50-50-49 0 0,1 0-1 0 0,1 0 1 0 0,0 2 0 0 0,2-1 0 0 0,1 2 0 0 0,-11 27 0 0 0,20-44 4 0 0,0 0 1 0 0,1 0-1 0 0,-1 0 0 0 0,1-1 0 0 0,0 1 1 0 0,1 0-1 0 0,0 0 0 0 0,0 0 0 0 0,0 0 1 0 0,0 0-1 0 0,1 0 0 0 0,0 0 0 0 0,1 0 1 0 0,-1 0-1 0 0,5 11 0 0 0,-4-14-2 0 0,0 1 0 0 0,0-1 0 0 0,1 0 1 0 0,-1 0-1 0 0,1 0 0 0 0,-1 0 0 0 0,1 0 0 0 0,0-1 0 0 0,0 1 0 0 0,0-1 0 0 0,1 1 0 0 0,-1-1 0 0 0,1 0 1 0 0,-1-1-1 0 0,1 1 0 0 0,-1-1 0 0 0,1 1 0 0 0,0-1 0 0 0,0 0 0 0 0,0 0 0 0 0,0-1 0 0 0,0 1 1 0 0,0-1-1 0 0,6 0 0 0 0,5 0 1 0 0,1-1 1 0 0,-1-1-1 0 0,0 0 1 0 0,0-1 0 0 0,0-1-1 0 0,-1 0 1 0 0,1-1-1 0 0,25-13 1 0 0,-22 8 5 0 0,0-1 0 0 0,-1 0 0 0 0,0-2 0 0 0,-1 0-1 0 0,28-29 1 0 0,-19 14-13 0 0,-2-2-1 0 0,-2 0 0 0 0,0-1 1 0 0,-2-2-1 0 0,-2 1 0 0 0,26-68 0 0 0,-20 32 184 0 0,-3-1-1 0 0,-3-1 0 0 0,-3-1 1 0 0,-3 0-1 0 0,3-137 1 0 0,-16 184 35 0 0,-14 33-183 0 0,12-3-27 0 0,0-1 1 0 0,0 1-1 0 0,1-1 1 0 0,-1 1-1 0 0,1 0 1 0 0,1 0-1 0 0,-1 1 1 0 0,-1 7-1 0 0,-4 5 11 0 0,-13 38 85 0 0,1 1 0 0 0,-21 108 0 0 0,35-127-346 0 0,1-1 0 0 0,2 1 1 0 0,2 1-1 0 0,1-1 0 0 0,8 59 0 0 0,-4-78-358 0 0,0 0-1 0 0,1-1 0 0 0,1 1 0 0 0,16 34 1 0 0,-16-41-578 0 0,1-1 0 0 0,1 0 0 0 0,0 0 0 0 0,15 16 1 0 0,4-2-3530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28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1016 612 0 0,'-116'19'10582'0'0,"98"-15"-10272"0"0,15-3-236 0 0,1 0-1 0 0,-1 0 0 0 0,1 0 0 0 0,0 0 0 0 0,-1 1 0 0 0,1-1 0 0 0,0 1 0 0 0,0-1 1 0 0,0 1-1 0 0,0 0 0 0 0,0 0 0 0 0,1 0 0 0 0,-3 3 0 0 0,-1 1 77 0 0,3-4-110 0 0,1-1-1 0 0,0 1 0 0 0,0 0 0 0 0,0 1 0 0 0,0-1 0 0 0,0 0 0 0 0,1 0 0 0 0,-1 0 1 0 0,0 0-1 0 0,1 1 0 0 0,0-1 0 0 0,0 0 0 0 0,-1 0 0 0 0,1 1 0 0 0,1 3 0 0 0,-1-2 93 0 0,0-3-87 0 0,0 0 1 0 0,0 0-1 0 0,0 0 1 0 0,0 0-1 0 0,0 0 1 0 0,0 0-1 0 0,0 0 1 0 0,1-1-1 0 0,-1 1 1 0 0,0 0-1 0 0,1 0 1 0 0,-1 0-1 0 0,0 0 1 0 0,1 0-1 0 0,-1 0 1 0 0,1-1-1 0 0,-1 1 1 0 0,1 0 0 0 0,0 0-1 0 0,-1-1 1 0 0,1 1-1 0 0,0-1 1 0 0,-1 1-1 0 0,3 0 1 0 0,-2 0 1 0 0,1 0 0 0 0,0-1 0 0 0,-1 1 0 0 0,1-1 0 0 0,0 0 0 0 0,-1 0 0 0 0,1 0 0 0 0,0 0 0 0 0,0 0 1 0 0,0 0-1 0 0,-1 0 0 0 0,3-1 0 0 0,4-1 39 0 0,0 0 0 0 0,-1 0 1 0 0,1-1-1 0 0,13-7 0 0 0,15-13-42 0 0,0-1 1 0 0,-1-2-1 0 0,-2-1 0 0 0,-1-2 0 0 0,-1-1 0 0 0,-1-1 0 0 0,-2-2 0 0 0,-1-1 0 0 0,-2-1 0 0 0,-1-1 0 0 0,24-49 0 0 0,-21 28-53 0 0,-2-1-1 0 0,-2-1 1 0 0,-3-1-1 0 0,-3 0 1 0 0,-3-2-1 0 0,-2 0 1 0 0,4-68-1 0 0,-15 123 11 0 0,1-19-77 0 0,-1 1-1 0 0,-3-44 1 0 0,2 66 12 0 0,-2 5 21 0 0,-3 2 32 0 0,1-1 0 0 0,0 1 0 0 0,1 0 0 0 0,-1 1 1 0 0,1-1-1 0 0,0 1 0 0 0,-5 8 0 0 0,-18 41-1 0 0,15-28 1 0 0,-20 40 28 0 0,-83 189 115 0 0,94-203-127 0 0,3 1-1 0 0,-22 109 0 0 0,35-137-1 0 0,1 0-1 0 0,2 0 0 0 0,0 1 1 0 0,4 34-1 0 0,-3-52 4 0 0,1 0 0 0 0,1-1-1 0 0,-1 1 1 0 0,1 0 0 0 0,1-1 0 0 0,-1 1 0 0 0,1-1 0 0 0,1 0-1 0 0,-1 0 1 0 0,1 0 0 0 0,1-1 0 0 0,-1 1 0 0 0,1-1-1 0 0,0 0 1 0 0,0 0 0 0 0,1-1 0 0 0,0 1 0 0 0,8 5-1 0 0,-6-7 1 0 0,1 0-1 0 0,-1 0 0 0 0,1-1 0 0 0,-1 0 0 0 0,1-1 0 0 0,0 0 0 0 0,0 0 0 0 0,0-1 1 0 0,0 0-1 0 0,0 0 0 0 0,1-1 0 0 0,-1-1 0 0 0,15-1 0 0 0,-5-1-30 0 0,0-1 0 0 0,-1 0 1 0 0,0-2-1 0 0,0 0 0 0 0,27-13 0 0 0,-25 9-2 0 0,-1-2-1 0 0,-1 0 1 0 0,0-1-1 0 0,-1 0 1 0 0,0-2-1 0 0,-1 0 1 0 0,0-1-1 0 0,-1-1 0 0 0,-1 0 1 0 0,-1 0-1 0 0,-1-2 1 0 0,0 0-1 0 0,-1 0 1 0 0,13-34-1 0 0,-17 35 94 0 0,0-1-1 0 0,-1 0 1 0 0,-1 0-1 0 0,-1-1 1 0 0,-1 1-1 0 0,1-37 0 0 0,-10 14-9 0 0,6 41-57 0 0,-1 1-1 0 0,1-1 0 0 0,0 0 0 0 0,-1 1 1 0 0,1-1-1 0 0,-1 0 0 0 0,1 1 0 0 0,-1-1 0 0 0,1 1 1 0 0,-1-1-1 0 0,1 1 0 0 0,-1-1 0 0 0,0 1 0 0 0,1-1 1 0 0,-1 1-1 0 0,0-1 0 0 0,0 1 0 0 0,1 0 1 0 0,-1 0-1 0 0,0-1 0 0 0,0 1 0 0 0,1 0 0 0 0,-1 0 1 0 0,0 0-1 0 0,0 0 0 0 0,0 0 0 0 0,1 0 1 0 0,-1 0-1 0 0,0 0 0 0 0,0 0 0 0 0,0 0 0 0 0,1 0 1 0 0,-1 0-1 0 0,0 1 0 0 0,0-1 0 0 0,1 0 0 0 0,-1 0 1 0 0,0 1-1 0 0,1-1 0 0 0,-1 1 0 0 0,0-1 1 0 0,1 1-1 0 0,-1-1 0 0 0,0 1 0 0 0,0 0 0 0 0,-10 10 6 0 0,0 1 0 0 0,1 0 0 0 0,1 0 0 0 0,0 1 0 0 0,0 0 0 0 0,1 1 0 0 0,1-1 0 0 0,1 2 0 0 0,-6 16 0 0 0,3-7-13 0 0,2 1 1 0 0,1 0 0 0 0,0 1 0 0 0,-2 48-1 0 0,7-65 13 0 0,1 0-1 0 0,1 0 1 0 0,-1-1-1 0 0,2 1 0 0 0,-1 0 1 0 0,1-1-1 0 0,0 1 1 0 0,1-1-1 0 0,0 1 0 0 0,0-1 1 0 0,0 0-1 0 0,6 7 1 0 0,-6-10-10 0 0,1 0 0 0 0,0 0 0 0 0,-1-1 0 0 0,2 1 0 0 0,-1-1 1 0 0,1 0-1 0 0,-1-1 0 0 0,1 1 0 0 0,0-1 0 0 0,0 0 0 0 0,0 0 1 0 0,1 0-1 0 0,-1-1 0 0 0,1 0 0 0 0,0 0 0 0 0,-1 0 0 0 0,1-1 1 0 0,10 2-1 0 0,1-2-149 0 0,-1-1 1 0 0,1 0-1 0 0,0-1 1 0 0,0-1 0 0 0,0 0-1 0 0,-1-2 1 0 0,1 1-1 0 0,-1-2 1 0 0,0-1-1 0 0,0 0 1 0 0,-1 0 0 0 0,24-15-1 0 0,-14 6-75 0 0,-1-1 1 0 0,-1-1-1 0 0,0-1 1 0 0,-1-1-1 0 0,-1-1 0 0 0,29-35 1 0 0,-16 10-50 0 0,-3-2 1 0 0,49-91-1 0 0,24-113 165 0 0,-59 101 1051 0 0,-23 74 529 0 0,-14 46-118 0 0,6-45 0 0 0,-14 72-1173 0 0,-1 5-131 0 0,-129 392 1169 0 0,111-328-1074 0 0,0 3-21 0 0,3 0 0 0 0,3 2 0 0 0,-6 97 0 0 0,19-155-84 0 0,0 0-1 0 0,0 0 0 0 0,5 23 1 0 0,-4-32-20 0 0,-1 0 0 0 0,2 1 1 0 0,-1-1-1 0 0,0 0 1 0 0,1 0-1 0 0,0 0 0 0 0,0 0 1 0 0,0-1-1 0 0,0 1 0 0 0,1 0 1 0 0,0-1-1 0 0,-1 0 0 0 0,1 1 1 0 0,6 3-1 0 0,-8-6-84 0 0,1 0 0 0 0,0 0 0 0 0,0 0 0 0 0,0 0-1 0 0,0 0 1 0 0,0-1 0 0 0,0 1 0 0 0,1-1 0 0 0,-1 0 0 0 0,0 1 0 0 0,0-1 0 0 0,0 0-1 0 0,0 0 1 0 0,0-1 0 0 0,1 1 0 0 0,2-1 0 0 0,-1 0-260 0 0,0 0-1 0 0,1 0 1 0 0,-1 0 0 0 0,0-1-1 0 0,0 0 1 0 0,7-4 0 0 0,-6 3-470 0 0,-1 0 0 0 0,0 0 0 0 0,0-1 1 0 0,0 1-1 0 0,0-1 0 0 0,-1 0 0 0 0,1 0 1 0 0,5-9-1 0 0,2-10-4803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29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162 126 1988 0 0,'-147'-51'14168'0'0,"146"51"-14104"0"0,0 0 0 0 0,1 0 0 0 0,-1-1 0 0 0,0 1 0 0 0,0 0 0 0 0,1 0 0 0 0,-1-1 0 0 0,0 1 0 0 0,0 0 0 0 0,1-1 0 0 0,-1 1 0 0 0,0-1 0 0 0,1 1 0 0 0,-1-1 0 0 0,1 1 0 0 0,-1-1 0 0 0,1 1 0 0 0,-1-1 0 0 0,1 1 0 0 0,-2-2 0 0 0,2 1-51 0 0,1 1 1 0 0,-1-1 0 0 0,0 1-1 0 0,0-1 1 0 0,0 1 0 0 0,0-1-1 0 0,1 1 1 0 0,-1 0-1 0 0,0-1 1 0 0,1 1 0 0 0,-1-1-1 0 0,0 1 1 0 0,1 0 0 0 0,-1-1-1 0 0,0 1 1 0 0,1 0-1 0 0,-1-1 1 0 0,0 1 0 0 0,1 0-1 0 0,-1 0 1 0 0,1-1-1 0 0,-1 1 1 0 0,1 0 0 0 0,31-11 75 0 0,63-5-2482 0 0,97-2 1 0 0,-107 11-2700 0 0,-36 3-543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30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526 841 1260 0 0,'-212'59'16007'0'0,"158"-43"-14702"0"0,51-15-1230 0 0,-10-1 427 0 0,52-28-454 0 0,-1-1 0 0 0,-1-2 0 0 0,-1-1 0 0 0,-3-2 1 0 0,0-1-1 0 0,31-45 0 0 0,-39 39-41 0 0,-1 0 1 0 0,-2-1-1 0 0,-2-1 1 0 0,-2-1-1 0 0,-2-1 1 0 0,-2 0-1 0 0,-2-1 1 0 0,-1-1-1 0 0,6-80 0 0 0,-8 22-135 0 0,-8 104 123 0 0,-1 1 0 0 0,0-1-1 0 0,0 0 1 0 0,0 0 0 0 0,1 0-1 0 0,-1 1 1 0 0,0-1 0 0 0,0 0-1 0 0,0 0 1 0 0,0 0 0 0 0,-1 1-1 0 0,1-1 1 0 0,0 0 0 0 0,0 0-1 0 0,0 0 1 0 0,-1 1-1 0 0,1-1 1 0 0,0 0 0 0 0,-1 0-1 0 0,1 1 1 0 0,0-1 0 0 0,-1 0-1 0 0,1 1 1 0 0,-1-1 0 0 0,1 1-1 0 0,-1-1 1 0 0,0 0 0 0 0,0 1 3 0 0,0 0-1 0 0,1-1 1 0 0,-1 1 0 0 0,0 0 0 0 0,0 0 0 0 0,1 0 0 0 0,-1 0 0 0 0,0 0 0 0 0,1 1 0 0 0,-1-1 0 0 0,0 0 0 0 0,1 0 0 0 0,-1 0 0 0 0,0 1 0 0 0,1-1 0 0 0,-1 0 0 0 0,0 1 0 0 0,1-1-1 0 0,-1 0 1 0 0,1 1 0 0 0,-1-1 0 0 0,1 1 0 0 0,-1-1 0 0 0,0 2 0 0 0,-10 10-9 0 0,2 1 1 0 0,-1 0-1 0 0,2 0 1 0 0,-1 1-1 0 0,-6 18 0 0 0,-2 1-6 0 0,12-24 16 0 0,-231 466 152 0 0,223-444-177 0 0,2 1 0 0 0,1 0-1 0 0,2 0 1 0 0,1 1 0 0 0,-5 57 0 0 0,12-85-63 0 0,0 0 0 0 0,0-1 0 0 0,0 1 1 0 0,0 0-1 0 0,1 0 0 0 0,-1 0 0 0 0,1-1 0 0 0,0 1 0 0 0,1 0 0 0 0,-1-1 0 0 0,1 1 1 0 0,0-1-1 0 0,0 1 0 0 0,1-1 0 0 0,-1 0 0 0 0,1 0 0 0 0,0 0 0 0 0,0 0 0 0 0,0-1 0 0 0,0 1 1 0 0,1-1-1 0 0,-1 0 0 0 0,1 0 0 0 0,0 0 0 0 0,0 0 0 0 0,0-1 0 0 0,1 0 0 0 0,-1 1 1 0 0,0-2-1 0 0,1 1 0 0 0,-1 0 0 0 0,1-1 0 0 0,0 0 0 0 0,-1 0 0 0 0,1 0 0 0 0,0-1 1 0 0,0 1-1 0 0,7-2 0 0 0,5 0-234 0 0,-1 0-1 0 0,0-2 1 0 0,0 0 0 0 0,1-1 0 0 0,-2 0-1 0 0,1-1 1 0 0,-1-1 0 0 0,1-1 0 0 0,-1 0-1 0 0,-1-1 1 0 0,0 0 0 0 0,0-1-1 0 0,-1-1 1 0 0,0 0 0 0 0,19-19 0 0 0,-10 6 144 0 0,-1 0-1 0 0,-1-2 1 0 0,-1 0 0 0 0,-2-1 0 0 0,0-1-1 0 0,-2 0 1 0 0,16-38 0 0 0,-13 20 650 0 0,-2-1 0 0 0,-3-1 0 0 0,-1 1 0 0 0,-2-2 0 0 0,3-50 0 0 0,-6 36 1124 0 0,1-27 238 0 0,-8 86-1737 0 0,-1 5-54 0 0,-7 15-24 0 0,1 0 0 0 0,1 0 1 0 0,1 1-1 0 0,0 0 0 0 0,-3 29 1 0 0,-2 5 16 0 0,-34 135 91 0 0,-30 135-28 0 0,68-295-77 0 0,2-11 278 0 0,1 0-1 0 0,-3 28 1 0 0,6-42 58 0 0,2-3-279 0 0,10-12-29 0 0,0 1-1 0 0,-1-2 1 0 0,-1 1-1 0 0,11-19 1 0 0,1-2-15 0 0,14-16-65 0 0,2 2 0 0 0,60-59 0 0 0,-79 89 1 0 0,0 0-1 0 0,2 2 0 0 0,0 0 1 0 0,1 1-1 0 0,1 1 1 0 0,0 1-1 0 0,1 2 0 0 0,28-11 1 0 0,-48 21 17 0 0,1-1 0 0 0,0 1 1 0 0,0 0-1 0 0,0 0 0 0 0,0 1 1 0 0,-1-1-1 0 0,1 1 0 0 0,0 0 0 0 0,0 1 1 0 0,9 1-1 0 0,-11-1 12 0 0,0 0 1 0 0,-1 0-1 0 0,0 0 0 0 0,1 1 1 0 0,-1-1-1 0 0,0 1 0 0 0,0 0 1 0 0,0-1-1 0 0,0 1 0 0 0,0 0 1 0 0,0 0-1 0 0,0 0 0 0 0,-1 1 1 0 0,1-1-1 0 0,-1 0 0 0 0,0 1 1 0 0,2 2-1 0 0,0 2 7 0 0,-1 1 0 0 0,0-1-1 0 0,0 1 1 0 0,0 0 0 0 0,-1 0 0 0 0,0-1 0 0 0,0 1 0 0 0,-1 0 0 0 0,-2 15-1 0 0,-1 4 20 0 0,-12 40-1 0 0,6-27-18 0 0,-3 14-24 0 0,-10 56-17 0 0,22-109 40 0 0,0 0 0 0 0,-1 1 0 0 0,1-1 1 0 0,0 0-1 0 0,0 1 0 0 0,0-1 0 0 0,1 0 0 0 0,-1 0 0 0 0,0 1 0 0 0,0-1 1 0 0,1 0-1 0 0,-1 1 0 0 0,1-1 0 0 0,-1 0 0 0 0,1 0 0 0 0,-1 0 1 0 0,1 0-1 0 0,0 0 0 0 0,0 0 0 0 0,-1 0 0 0 0,1 0 0 0 0,0 0 0 0 0,0 0 1 0 0,0 0-1 0 0,0 0 0 0 0,0 0 0 0 0,0-1 0 0 0,0 1 0 0 0,1 0 1 0 0,-1-1-1 0 0,0 1 0 0 0,0-1 0 0 0,0 1 0 0 0,1-1 0 0 0,-1 0 1 0 0,0 1-1 0 0,0-1 0 0 0,1 0 0 0 0,-1 0 0 0 0,2 0 0 0 0,3 0 5 0 0,-1 0 0 0 0,1-1 0 0 0,0 1 0 0 0,-1-1-1 0 0,1 0 1 0 0,-1-1 0 0 0,9-2 0 0 0,18-12 5 0 0,-1 0 0 0 0,0-2 0 0 0,-1-2 0 0 0,-2 0 0 0 0,0-2 0 0 0,-1-1 1 0 0,39-42-1 0 0,-47 44-17 0 0,-1-1 1 0 0,0-1 0 0 0,14-25-1 0 0,-24 34-1 0 0,0-1 1 0 0,0 0-1 0 0,-2 0 0 0 0,0 0 0 0 0,-1-1 0 0 0,6-27 0 0 0,-10 39-10 0 0,-1 0 1 0 0,0 0-1 0 0,1-1 0 0 0,-1 1 0 0 0,-1-7 1 0 0,0 9 6 0 0,1 1 0 0 0,0 0 0 0 0,-1-1 0 0 0,1 1 0 0 0,-1 0 0 0 0,1 0 0 0 0,-1-1 0 0 0,0 1 0 0 0,1 0 0 0 0,-1 0 0 0 0,0 0 0 0 0,0 0 0 0 0,0 0 0 0 0,0 0 1 0 0,0 0-1 0 0,0 0 0 0 0,0 1 0 0 0,0-1 0 0 0,0 0 0 0 0,-2 0 0 0 0,2 0 2 0 0,-1 1-1 0 0,0 0 1 0 0,0-1 0 0 0,0 1-1 0 0,0 0 1 0 0,1 0 0 0 0,-1 0-1 0 0,0 0 1 0 0,0 1 0 0 0,0-1-1 0 0,1 0 1 0 0,-1 1 0 0 0,0-1-1 0 0,0 1 1 0 0,1 0 0 0 0,-1-1-1 0 0,0 1 1 0 0,-2 2-1 0 0,-27 18-30 0 0,31-21 35 0 0,-12 11-6 0 0,-1 1 0 0 0,2 0 0 0 0,0 1 0 0 0,0 0 0 0 0,1 1 0 0 0,1 0 0 0 0,-14 25 0 0 0,17-26 10 0 0,0 0 0 0 0,1 0 0 0 0,1 0 0 0 0,0 1 0 0 0,0-1-1 0 0,1 1 1 0 0,1 0 0 0 0,1 0 0 0 0,-1 23 0 0 0,3-32 0 0 0,-1 0 0 0 0,1 0 0 0 0,0 0 0 0 0,0 0 0 0 0,0 0 0 0 0,1 0 0 0 0,0 0 0 0 0,0-1 0 0 0,0 1 0 0 0,0 0 0 0 0,1-1 0 0 0,-1 0 0 0 0,1 0 0 0 0,1 0 0 0 0,4 5 0 0 0,-2-3 17 0 0,0-2 0 0 0,0 1 0 0 0,0-1 0 0 0,1 0 0 0 0,-1 0 1 0 0,1-1-1 0 0,0 1 0 0 0,0-2 0 0 0,11 4 0 0 0,3-1-398 0 0,0-2 1 0 0,1 0-1 0 0,-1-1 0 0 0,1-1 1 0 0,-1-1-1 0 0,30-4 1 0 0,-33 2-1310 0 0,-1-1 0 0 0,0-1 0 0 0,20-7 0 0 0,-7 1-3863 0 0</inkml:trace>
  <inkml:trace contextRef="#ctx0" brushRef="#br0" timeOffset="1">194 443 212 0 0,'-64'2'4337'0'0,"23"-1"-415"0"0,-46-3 0 0 0,87 2-3911 0 0,0 0 0 0 0,0 0 0 0 0,-1 0 0 0 0,1 0 0 0 0,0-1 0 0 0,0 1 0 0 0,0 0 0 0 0,0 0 0 0 0,0 0 0 0 0,0 0 0 0 0,0 0 0 0 0,0 0 0 0 0,0 0 0 0 0,0 0 0 0 0,0 0 0 0 0,0 0 0 0 0,0 0 0 0 0,-1 0 0 0 0,1 0 0 0 0,0-1 0 0 0,0 1 0 0 0,0 0 0 0 0,0 0-1 0 0,0 0 1 0 0,0 0 0 0 0,0 0 0 0 0,0 0 0 0 0,0 0 0 0 0,0 0 0 0 0,0 0 0 0 0,0 0 0 0 0,0-1 0 0 0,0 1 0 0 0,0 0 0 0 0,0 0 0 0 0,0 0 0 0 0,0 0 0 0 0,0 0 0 0 0,0 0 0 0 0,0 0 0 0 0,0 0 0 0 0,1 0 0 0 0,-1-1 0 0 0,0 1 0 0 0,0 0 0 0 0,0 0 0 0 0,0 0 0 0 0,0 0 0 0 0,0 0 0 0 0,0 0 0 0 0,0 0 0 0 0,0 0 0 0 0,0 0 0 0 0,0 0 0 0 0,0 0 0 0 0,0 0 0 0 0,1 0 0 0 0,-1 0 0 0 0,0 0 0 0 0,0 0 0 0 0,0 0-1 0 0,5-5 123 0 0,13-2-183 0 0,1 1-1 0 0,0 0 1 0 0,0 2 0 0 0,0 0-1 0 0,38-3 1 0 0,-9 2-492 0 0,189-27-5262 0 0,-148 19 1650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31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104 497 1112 0 0,'0'-2'1534'0'0,"7"-53"6300"0"0,-1 18-1576 0 0,-7 57-5962 0 0,-1-1 0 0 0,-1 1 0 0 0,-9 34 0 0 0,-24 58 360 0 0,29-92-596 0 0,-30 96 153 0 0,32-96-176 0 0,1-1-1 0 0,0 1 1 0 0,-1 39-1 0 0,5-57-27 0 0,0 1-1 0 0,0 0 0 0 0,0 0 1 0 0,1 0-1 0 0,-1 0 1 0 0,1 0-1 0 0,-1-1 1 0 0,1 1-1 0 0,0 0 1 0 0,0 0-1 0 0,0-1 1 0 0,1 1-1 0 0,-1-1 1 0 0,1 1-1 0 0,-1-1 1 0 0,1 0-1 0 0,0 1 1 0 0,0-1-1 0 0,0 0 0 0 0,0 0 1 0 0,0 0-1 0 0,0-1 1 0 0,1 1-1 0 0,-1 0 1 0 0,1-1-1 0 0,-1 1 1 0 0,1-1-1 0 0,0 0 1 0 0,-1 0-1 0 0,1 0 1 0 0,0 0-1 0 0,0-1 1 0 0,-1 1-1 0 0,1-1 1 0 0,0 0-1 0 0,6 0 1 0 0,2 1-274 0 0,1-2 1 0 0,0 0 0 0 0,0 0 0 0 0,-1-1 0 0 0,1-1 0 0 0,0 0 0 0 0,19-8 0 0 0,-19 6-735 0 0,-1-1 0 0 0,1 0-1 0 0,-1-1 1 0 0,-1 0-1 0 0,1-1 1 0 0,-1 0 0 0 0,-1 0-1 0 0,1-1 1 0 0,14-20 0 0 0,-2 0-3802 0 0</inkml:trace>
  <inkml:trace contextRef="#ctx0" brushRef="#br0" timeOffset="1">218 119 272 0 0,'-127'-66'12033'0'0,"121"63"-11907"0"0,-9 2-1114 0 0,22 4 31 0 0,-1 0 0 0 0,1 0-1 0 0,0-1 1 0 0,0 0 0 0 0,8 1 0 0 0,0-1-2339 0 0</inkml:trace>
  <inkml:trace contextRef="#ctx0" brushRef="#br0" timeOffset="2">653 18 1944 0 0,'2'-1'2568'0'0,"11"-7"2993"0"0,-11 7-5023 0 0,-1 0-1 0 0,0 0 0 0 0,1 0 0 0 0,-1 0 0 0 0,1 0 0 0 0,-1 1 0 0 0,1-1 0 0 0,-1 1 0 0 0,1-1 0 0 0,-1 1 0 0 0,4-1 0 0 0,-5 1-490 0 0,1 1 0 0 0,0-1 0 0 0,0 1 0 0 0,0-1 0 0 0,-1 1 0 0 0,1-1 0 0 0,0 1 0 0 0,0 0 0 0 0,-1-1 0 0 0,1 1-1 0 0,-1 0 1 0 0,1-1 0 0 0,0 1 0 0 0,-1 0 0 0 0,0 0 0 0 0,1 0 0 0 0,-1-1 0 0 0,1 1 0 0 0,-1 0 0 0 0,0 0 0 0 0,0 0 0 0 0,1 0 0 0 0,-1 0 0 0 0,0 0 0 0 0,0 0 0 0 0,0 1 0 0 0,3 18 251 0 0,-1 0 0 0 0,-1 0 0 0 0,-1 0 1 0 0,-2 21-1 0 0,0-8-7 0 0,-7 74 436 0 0,-25 120 0 0 0,34-227-726 0 0,-44 285-605 0 0,43-278-171 0 0,1 0 0 0 0,0 0 0 0 0,1-1 0 0 0,0 1 0 0 0,0 0 0 0 0,2 8 0 0 0,14-11-6472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32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169 334 1156 0 0,'-21'-8'3226'0'0,"1"1"0"0"0,-29-5 0 0 0,-7 3-145 0 0,53 8-2829 0 0,-13-1 122 0 0,13 2 64 0 0,4 5-322 0 0,-1-5-113 0 0,0 0 0 0 0,0 1 0 0 0,0-1 1 0 0,-1 0-1 0 0,1 0 0 0 0,0 1 0 0 0,0-1 0 0 0,0 0 1 0 0,0 0-1 0 0,0 1 0 0 0,0-1 0 0 0,0 0 0 0 0,0 1 1 0 0,0-1-1 0 0,0 0 0 0 0,1 0 0 0 0,-1 1 0 0 0,0-1 0 0 0,0 0 1 0 0,0 0-1 0 0,0 1 0 0 0,0-1 0 0 0,0 0 0 0 0,1 0 1 0 0,-1 1-1 0 0,0-1 0 0 0,0 0 0 0 0,0 0 0 0 0,1 0 1 0 0,-1 1-1 0 0,0-1 0 0 0,0 0 0 0 0,0 0 0 0 0,1 0 0 0 0,-1 0 1 0 0,0 0-1 0 0,1 1 0 0 0,16 2 52 0 0,0 0 1 0 0,0-2-1 0 0,1 0 0 0 0,-1 0 0 0 0,19-3 1 0 0,93-15 84 0 0,-84 11-94 0 0,-10 0-162 0 0,0-1-1 0 0,-1-1 1 0 0,0-2 0 0 0,0-1-1 0 0,-1-2 1 0 0,38-20 0 0 0,-54 24 53 0 0,-1-1 0 0 0,-1 0 0 0 0,0-1 1 0 0,0-1-1 0 0,-1-1 0 0 0,0 1 1 0 0,-1-2-1 0 0,-1 0 0 0 0,0-1 1 0 0,-1 0-1 0 0,0 0 0 0 0,-2-1 1 0 0,11-22-1 0 0,-69 198 261 0 0,28-86 35 0 0,-96 350 457 0 0,113-406-546 0 0,3-12 42 0 0,0-1-1 0 0,-1 0 1 0 0,1 1-1 0 0,-5 7 1 0 0,5-11 340 0 0,1-5-505 0 0,1 0 0 0 0,0-1 0 0 0,0 1 0 0 0,0 0 0 0 0,0-1 0 0 0,0 1 0 0 0,3-4 0 0 0,-4 6-18 0 0,10-20-8 0 0,0 1 0 0 0,1-1 0 0 0,2 2 1 0 0,0 0-1 0 0,0 0 0 0 0,2 1 0 0 0,21-20 0 0 0,-23 26-25 0 0,0 0 0 0 0,1 1 0 0 0,0 1 0 0 0,1 0 0 0 0,0 0 0 0 0,0 2-1 0 0,1 0 1 0 0,1 1 0 0 0,29-10 0 0 0,-42 16 29 0 0,0 0 1 0 0,1 0-1 0 0,-1 0 0 0 0,0 1 0 0 0,1-1 0 0 0,-1 1 0 0 0,1 0 0 0 0,-1 0 1 0 0,0 1-1 0 0,1-1 0 0 0,-1 1 0 0 0,0 0 0 0 0,1 0 0 0 0,-1 0 1 0 0,0 1-1 0 0,0 0 0 0 0,0-1 0 0 0,0 1 0 0 0,0 1 0 0 0,-1-1 1 0 0,1 1-1 0 0,0-1 0 0 0,-1 1 0 0 0,0 0 0 0 0,0 0 0 0 0,0 0 0 0 0,0 1 1 0 0,0-1-1 0 0,-1 1 0 0 0,1 0 0 0 0,-1-1 0 0 0,3 7 0 0 0,-1 1 34 0 0,0-1 0 0 0,-1 1 0 0 0,0 0 0 0 0,0 0 0 0 0,-1 1 0 0 0,-1-1 0 0 0,0 0-1 0 0,0 1 1 0 0,-1-1 0 0 0,-1 1 0 0 0,-1 12 0 0 0,-2 6 28 0 0,-1 35 1 0 0,5-63-48 0 0,2 3-16 0 0,-2-5-2 0 0,0 0 0 0 0,0 1 0 0 0,0-1 0 0 0,0 0 0 0 0,0 0-1 0 0,0 1 1 0 0,0-1 0 0 0,0 0 0 0 0,0 1 0 0 0,0-1 0 0 0,0 0 0 0 0,0 0 0 0 0,0 1 0 0 0,0-1 0 0 0,0 0 0 0 0,0 0 0 0 0,0 1 0 0 0,1-1 0 0 0,-1 0 0 0 0,0 0 0 0 0,0 0 0 0 0,0 1 0 0 0,0-1 0 0 0,1 0 0 0 0,-1 0 0 0 0,0 0 0 0 0,0 1 0 0 0,0-1 0 0 0,1 0 0 0 0,-1 0 0 0 0,0 0 0 0 0,0 0 0 0 0,1 0-1 0 0,-1 0 1 0 0,0 0 0 0 0,0 1 0 0 0,1-1 0 0 0,-1 0 0 0 0,0 0 0 0 0,1 0 0 0 0,7-1-372 0 0,1 0 0 0 0,-1 0 0 0 0,0-1 0 0 0,0 0 0 0 0,0 0-1 0 0,13-6 1 0 0,49-26-4794 0 0,-54 25 3192 0 0,16-9-2765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34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24 229 388 0 0,'-5'-10'1508'0'0,"2"1"0"0"0,-1-1 0 0 0,1 1 0 0 0,0-1 0 0 0,1 0 0 0 0,-1-16 0 0 0,3 23-1402 0 0,0-1 0 0 0,0 1-1 0 0,0 0 1 0 0,1-1-1 0 0,-1 1 1 0 0,1 0 0 0 0,0-1-1 0 0,0 1 1 0 0,1 0-1 0 0,-1 0 1 0 0,0 0-1 0 0,1 0 1 0 0,0 0 0 0 0,0 0-1 0 0,0 1 1 0 0,0-1-1 0 0,0 0 1 0 0,0 1 0 0 0,1 0-1 0 0,-1-1 1 0 0,1 1-1 0 0,0 0 1 0 0,4-2 0 0 0,-1 0-68 0 0,0 1 1 0 0,0 0-1 0 0,1 0 1 0 0,-1 0-1 0 0,1 1 1 0 0,-1 0-1 0 0,1 0 1 0 0,0 1-1 0 0,0 0 1 0 0,0 0-1 0 0,-1 0 1 0 0,1 1-1 0 0,0 0 1 0 0,14 2 0 0 0,-13 0-17 0 0,1 0 1 0 0,-1 1 0 0 0,1 0 0 0 0,-1 0 0 0 0,0 1-1 0 0,0 0 1 0 0,-1 0 0 0 0,1 1 0 0 0,-1 0 0 0 0,12 10-1 0 0,-9-5 7 0 0,0 1 0 0 0,0 0 0 0 0,-1 0 0 0 0,-1 0 0 0 0,0 1 0 0 0,0 1 0 0 0,-1-1 0 0 0,0 1 0 0 0,-2 0 0 0 0,1 1 0 0 0,-2 0 0 0 0,1-1-1 0 0,-2 1 1 0 0,3 18 0 0 0,-6-21 32 0 0,0 0-1 0 0,-1 1 0 0 0,0-1 1 0 0,0 1-1 0 0,-1-1 1 0 0,-1 0-1 0 0,0 0 0 0 0,0 0 1 0 0,-7 13-1 0 0,4-10 126 0 0,-1-1-1 0 0,0 1 1 0 0,-1-2 0 0 0,0 1 0 0 0,-2-1-1 0 0,-14 16 1 0 0,21-25-90 0 0,1-1 1 0 0,-1 0-1 0 0,1 0 1 0 0,-1 0-1 0 0,0 0 1 0 0,1-1-1 0 0,-1 1 1 0 0,0-1-1 0 0,0 1 1 0 0,0-1-1 0 0,-5 1 1 0 0,5-1 23 0 0,0-2-17 0 0,2 0-94 0 0,-1 1 0 0 0,1-1-1 0 0,0 0 1 0 0,-1 1 0 0 0,1-1-1 0 0,0 0 1 0 0,0 0 0 0 0,0 0-1 0 0,0 0 1 0 0,0 0 0 0 0,0 0-1 0 0,0 0 1 0 0,0 0 0 0 0,0 0-1 0 0,0-1 1 0 0,1 1 0 0 0,-1 0-1 0 0,0 0 1 0 0,1-1 0 0 0,-1 1-1 0 0,0-3 1 0 0,1 1-5 0 0,-1-1 0 0 0,1 0 0 0 0,0 1 0 0 0,0-1 0 0 0,0 1 0 0 0,1-1 0 0 0,-1 1 0 0 0,2-7 0 0 0,1 0-9 0 0,1 1 0 0 0,-1-1 0 0 0,1 1-1 0 0,1 0 1 0 0,10-16 0 0 0,1 4-15 0 0,1 1 0 0 0,0 0 0 0 0,2 1 0 0 0,0 1 0 0 0,2 1 0 0 0,-1 1 0 0 0,2 1 0 0 0,0 0 0 0 0,1 2 0 0 0,0 1 1 0 0,1 0-1 0 0,1 2 0 0 0,-1 1 0 0 0,1 1 0 0 0,51-10 0 0 0,-68 17 6 0 0,0 0 0 0 0,0 0 0 0 0,0 1-1 0 0,0 0 1 0 0,0 0 0 0 0,0 1 0 0 0,0 0 0 0 0,0 0 0 0 0,0 1-1 0 0,0 0 1 0 0,0 1 0 0 0,-1-1 0 0 0,1 2 0 0 0,-1-1 0 0 0,0 1-1 0 0,8 4 1 0 0,-12-5 15 0 0,0 0 0 0 0,0 1 0 0 0,0-1 0 0 0,0 0 0 0 0,-1 1 0 0 0,1-1 0 0 0,-1 1 0 0 0,0 0 0 0 0,0 0 0 0 0,0 0 0 0 0,-1 0 0 0 0,1 0 0 0 0,-1 0 1 0 0,1 7-1 0 0,1 7 7 0 0,-1-1 1 0 0,-1 25 0 0 0,2 13-17 0 0,-2-51 8 0 0,0 8-123 0 0,1-1-1 0 0,1 1 1 0 0,4 11-1 0 0,-5-21 90 0 0,-1 0 0 0 0,0 0 0 0 0,1-1 0 0 0,-1 1 0 0 0,1 0 0 0 0,0-1 0 0 0,0 0 0 0 0,-1 1 0 0 0,1-1 0 0 0,0 0 1 0 0,0 0-1 0 0,0 0 0 0 0,4 1 0 0 0,-2 0-49 0 0,0-1 1 0 0,1 1 0 0 0,0-1 0 0 0,-1 0 0 0 0,1 0 0 0 0,6 0-1 0 0,0-1 48 0 0,0-2 0 0 0,0 1-1 0 0,-1-1 1 0 0,1-1-1 0 0,0 0 1 0 0,-1 0 0 0 0,0-1-1 0 0,0-1 1 0 0,0 0-1 0 0,0 0 1 0 0,-1 0-1 0 0,0-2 1 0 0,0 1 0 0 0,-1-1-1 0 0,1 0 1 0 0,-1-1-1 0 0,-1 1 1 0 0,0-2 0 0 0,0 1-1 0 0,0-1 1 0 0,-1 0-1 0 0,0 0 1 0 0,-1-1-1 0 0,0 0 1 0 0,-1 0 0 0 0,0 0-1 0 0,0 0 1 0 0,-1-1-1 0 0,0 1 1 0 0,-1-1-1 0 0,1-19 1 0 0,-2 22 35 0 0,-1-1-1 0 0,-1 1 1 0 0,1 0-1 0 0,-2 0 1 0 0,1 0 0 0 0,-1-1-1 0 0,0 1 1 0 0,0 1-1 0 0,-1-1 1 0 0,0 0 0 0 0,-1 1-1 0 0,0-1 1 0 0,0 1-1 0 0,0 0 1 0 0,-1 0 0 0 0,0 1-1 0 0,0 0 1 0 0,-1-1-1 0 0,0 2 1 0 0,0-1 0 0 0,0 1-1 0 0,-1 0 1 0 0,0 0-1 0 0,0 0 1 0 0,0 1 0 0 0,0 1-1 0 0,-1-1 1 0 0,1 1-1 0 0,-1 0 1 0 0,0 1 0 0 0,0-1-1 0 0,0 2 1 0 0,0-1-1 0 0,0 1 1 0 0,-1 0 0 0 0,1 1-1 0 0,0 0 1 0 0,0 0-1 0 0,-1 1 1 0 0,1 0 0 0 0,0 1-1 0 0,-11 2 1 0 0,2 2 5 0 0,0-1-1 0 0,1 2 1 0 0,0 1 0 0 0,0 0 0 0 0,0 0 0 0 0,-20 17-1 0 0,28-19-56 0 0,0 0 0 0 0,1 0 0 0 0,0 1-1 0 0,1 0 1 0 0,0 1 0 0 0,0-1 0 0 0,0 1-1 0 0,1 0 1 0 0,0 1 0 0 0,1-1-1 0 0,0 1 1 0 0,0 0 0 0 0,-4 16 0 0 0,7-21-147 0 0,0 1-1 0 0,0 0 1 0 0,1-1 0 0 0,0 1 0 0 0,0 0 0 0 0,0-1 0 0 0,0 1 0 0 0,1 0 0 0 0,0 0 0 0 0,0-1-1 0 0,0 1 1 0 0,0-1 0 0 0,1 1 0 0 0,0-1 0 0 0,0 0 0 0 0,3 6 0 0 0,-2-6-372 0 0,0 0 0 0 0,0 0 0 0 0,0-1 0 0 0,0 1 0 0 0,1-1 0 0 0,-1 1 0 0 0,1-1 0 0 0,0 0 0 0 0,8 4 0 0 0,5 1-2233 0 0</inkml:trace>
  <inkml:trace contextRef="#ctx0" brushRef="#br0" timeOffset="1">1431 233 864 0 0,'49'-67'13023'0'0,"-48"65"-12529"0"0,-85 153 1177 0 0,76-138-1664 0 0,2 1-1 0 0,0 0 1 0 0,1 0-1 0 0,0 1 1 0 0,1-1-1 0 0,1 1 1 0 0,0 0-1 0 0,-1 17 1 0 0,4-29 3 0 0,0-1 1 0 0,0 1-1 0 0,0 0 1 0 0,0 0-1 0 0,1 0 1 0 0,-1-1-1 0 0,1 1 1 0 0,0 0-1 0 0,0-1 1 0 0,0 1-1 0 0,0-1 0 0 0,0 1 1 0 0,0-1-1 0 0,1 1 1 0 0,-1-1-1 0 0,1 0 1 0 0,-1 0-1 0 0,1 1 1 0 0,0-1-1 0 0,0-1 1 0 0,0 1-1 0 0,0 0 1 0 0,1 0-1 0 0,-1-1 1 0 0,0 1-1 0 0,3 0 1 0 0,0-1-25 0 0,0 0 0 0 0,1 0 1 0 0,-1-1-1 0 0,0 1 1 0 0,0-1-1 0 0,0-1 1 0 0,0 1-1 0 0,0-1 1 0 0,0 0-1 0 0,0 0 1 0 0,7-2-1 0 0,2-3-116 0 0,-1-1 0 0 0,0 0 0 0 0,-1 0 0 0 0,0-1 0 0 0,0-1 0 0 0,0 0 0 0 0,-1-1-1 0 0,14-16 1 0 0,-1-1-12 0 0,-2-1 1 0 0,26-40-1 0 0,-26 32 96 0 0,-6 10 548 0 0,27-35 0 0 0,-38 53-510 0 0,-5 8 7 0 0,0 0 1 0 0,0 0-1 0 0,1 0 0 0 0,-1 0 0 0 0,0 1 0 0 0,0-1 0 0 0,0 0 0 0 0,0 0 0 0 0,0 0 0 0 0,0 0 0 0 0,0 0 1 0 0,0 0-1 0 0,0 0 0 0 0,0 0 0 0 0,0 0 0 0 0,0 0 0 0 0,0 0 0 0 0,0 0 0 0 0,0 0 0 0 0,0 0 1 0 0,0 0-1 0 0,1 0 0 0 0,-1 0 0 0 0,0 0 0 0 0,0 0 0 0 0,0 0 0 0 0,0 0 0 0 0,0 0 0 0 0,0 0 1 0 0,0 0-1 0 0,0 0 0 0 0,0 0 0 0 0,0 0 0 0 0,0 0 0 0 0,0 0 0 0 0,1 6 5 0 0,-2 2 2 0 0,1 0-1 0 0,-1-1 1 0 0,0 1 0 0 0,-1-1 0 0 0,0 1-1 0 0,-6 13 1 0 0,-1 10 7 0 0,3-10 12 0 0,0 4-30 0 0,-5 33-1 0 0,10-51 25 0 0,0 0-1 0 0,1 0 1 0 0,0 1-1 0 0,0-1 1 0 0,1 0-1 0 0,0 0 0 0 0,0 0 1 0 0,1 1-1 0 0,3 8 1 0 0,-4-14-8 0 0,0-1-1 0 0,0 1 1 0 0,0 0 0 0 0,1-1 0 0 0,-1 1-1 0 0,0-1 1 0 0,1 1 0 0 0,0-1 0 0 0,-1 0-1 0 0,1 0 1 0 0,0 1 0 0 0,-1-1 0 0 0,1 0-1 0 0,0-1 1 0 0,0 1 0 0 0,0 0 0 0 0,0 0-1 0 0,0-1 1 0 0,0 1 0 0 0,0-1 0 0 0,0 0-1 0 0,0 0 1 0 0,4 0 0 0 0,3 1 12 0 0,0-2 0 0 0,0 1-1 0 0,12-3 1 0 0,-20 3-20 0 0,15-4 20 0 0,0 0 0 0 0,0-1 0 0 0,-1-1 0 0 0,1 0 0 0 0,-1-1 0 0 0,-1-1 0 0 0,1 0 0 0 0,16-13 1 0 0,-6 2-8 0 0,-1-1 0 0 0,-1-1 0 0 0,28-33 1 0 0,-34 34-12 0 0,0-2 0 0 0,26-43 0 0 0,-38 54-12 0 0,0 1 0 0 0,0-1 0 0 0,-1 1 0 0 0,0-1 0 0 0,-1-1 0 0 0,0 1 0 0 0,-1 0 0 0 0,0-1 0 0 0,0-14 0 0 0,-2 23-1 0 0,0 0 1 0 0,0 0-1 0 0,0 0 0 0 0,-1 0 1 0 0,1 0-1 0 0,-1 0 0 0 0,0 0 1 0 0,0 0-1 0 0,0 1 1 0 0,0-1-1 0 0,0 0 0 0 0,-1 1 1 0 0,1-1-1 0 0,-1 1 0 0 0,0-1 1 0 0,1 1-1 0 0,-1 0 0 0 0,0-1 1 0 0,-1 1-1 0 0,1 0 1 0 0,0 1-1 0 0,-1-1 0 0 0,1 0 1 0 0,-6-2-1 0 0,5 2-5 0 0,-1 1 0 0 0,0 0 1 0 0,0-1-1 0 0,0 2 0 0 0,0-1 0 0 0,0 0 1 0 0,0 1-1 0 0,0 0 0 0 0,0 0 0 0 0,0 0 1 0 0,0 0-1 0 0,0 1 0 0 0,0-1 0 0 0,0 1 0 0 0,0 0 1 0 0,0 0-1 0 0,-3 2 0 0 0,6-3 14 0 0,0 0-1 0 0,1 1 1 0 0,-1-1 0 0 0,1 0-1 0 0,-1 0 1 0 0,1 1-1 0 0,0-1 1 0 0,-1 0 0 0 0,1 1-1 0 0,-1-1 1 0 0,1 0-1 0 0,0 1 1 0 0,-1-1 0 0 0,1 1-1 0 0,-1-1 1 0 0,1 1 0 0 0,0-1-1 0 0,0 1 1 0 0,-1-1-1 0 0,1 1 1 0 0,0-1 0 0 0,0 1-1 0 0,0-1 1 0 0,0 1-1 0 0,-1-1 1 0 0,1 1 0 0 0,0-1-1 0 0,0 1 1 0 0,0 0-1 0 0,0-1 1 0 0,0 1 0 0 0,0-1-1 0 0,1 1 1 0 0,-1-1 0 0 0,0 1-1 0 0,0-1 1 0 0,0 1-1 0 0,1 0 1 0 0,-1 0-1 0 0,1 1 1 0 0,0-1-1 0 0,0 0 1 0 0,0 1-1 0 0,0-1 0 0 0,0 0 1 0 0,0 0-1 0 0,0 0 1 0 0,0 0-1 0 0,0 0 0 0 0,0 0 1 0 0,1 0-1 0 0,-1-1 1 0 0,3 2-1 0 0,11 3-344 0 0,0 0 0 0 0,1-1 0 0 0,0-1 0 0 0,-1-1 0 0 0,1 0 0 0 0,27-1 0 0 0,103-10-5243 0 0,-122 7 4155 0 0,36-4-2725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35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169 349 2292 0 0,'16'-52'6728'0'0,"-11"39"-5274"0"0,-1 1 0 0 0,3-18 1 0 0,-3 16-497 0 0,-3 13-864 0 0,0-1 0 0 0,0 0 0 0 0,-1 0 0 0 0,1 0 0 0 0,-1 0 0 0 0,1 0 1 0 0,-1 0-1 0 0,0 0 0 0 0,0-4 0 0 0,-4 8-84 0 0,0 0 1 0 0,1 0-1 0 0,-1 0 0 0 0,0 1 0 0 0,1 0 1 0 0,-1-1-1 0 0,1 1 0 0 0,0 1 1 0 0,0-1-1 0 0,-3 4 0 0 0,5-5-7 0 0,-9 8 0 0 0,-23 26 45 0 0,-31 44 1 0 0,55-68-42 0 0,2 0-1 0 0,-1 0 1 0 0,2 1 0 0 0,0 0-1 0 0,0 0 1 0 0,1 1 0 0 0,1 0-1 0 0,-4 19 1 0 0,7-30 1 0 0,1 0 1 0 0,-1 0-1 0 0,1-1 1 0 0,0 1-1 0 0,0 0 0 0 0,0 0 1 0 0,1 0-1 0 0,-1-1 0 0 0,0 1 1 0 0,1 0-1 0 0,0-1 0 0 0,0 1 1 0 0,0 0-1 0 0,0-1 0 0 0,0 1 1 0 0,0-1-1 0 0,1 1 1 0 0,3 3-1 0 0,-3-3 3 0 0,1 0-1 0 0,0-1 1 0 0,0 0 0 0 0,0 0 0 0 0,1 0 0 0 0,-1 0 0 0 0,1 0-1 0 0,-1 0 1 0 0,1-1 0 0 0,-1 0 0 0 0,1 0 0 0 0,4 1 0 0 0,8 1 9 0 0,1-2 1 0 0,-1 0-1 0 0,0-1 1 0 0,0 0 0 0 0,20-4-1 0 0,-15 2-118 0 0,-1-2 0 0 0,0 0-1 0 0,0-2 1 0 0,-1 0 0 0 0,0-1-1 0 0,0-1 1 0 0,0 0 0 0 0,-1-2-1 0 0,-1 0 1 0 0,1-1-1 0 0,-2-1 1 0 0,20-16 0 0 0,-26 18-9 0 0,0 0 1 0 0,-1 0 0 0 0,0-1-1 0 0,0 0 1 0 0,-1-1 0 0 0,0 0-1 0 0,-1 0 1 0 0,-1-1-1 0 0,0 1 1 0 0,-1-1 0 0 0,0-1-1 0 0,-1 1 1 0 0,0-1 0 0 0,-1 0-1 0 0,-1 0 1 0 0,0 0 0 0 0,-1 0-1 0 0,0-19 1 0 0,-2 23 90 0 0,0-1-1 0 0,-1 1 1 0 0,0 0 0 0 0,0-1 0 0 0,-1 1 0 0 0,-1 0 0 0 0,0 1-1 0 0,0-1 1 0 0,-11-17 0 0 0,11 21 30 0 0,0 0-1 0 0,0 1 1 0 0,-1-1 0 0 0,1 1 0 0 0,-1 0-1 0 0,-1 0 1 0 0,1 1 0 0 0,-1-1 0 0 0,1 1-1 0 0,-1 0 1 0 0,0 1 0 0 0,-1 0 0 0 0,1 0-1 0 0,-1 0 1 0 0,-7-2 0 0 0,10 4-15 0 0,0 1 0 0 0,1-1 0 0 0,-1 1 0 0 0,0 0 0 0 0,1 1 0 0 0,-1-1 1 0 0,0 0-1 0 0,1 1 0 0 0,-1 0 0 0 0,0 0 0 0 0,1 0 0 0 0,-1 0 0 0 0,1 1 0 0 0,0-1 0 0 0,-1 1 1 0 0,1 0-1 0 0,0 0 0 0 0,0 0 0 0 0,0 0 0 0 0,0 1 0 0 0,1-1 0 0 0,-1 1 0 0 0,1 0 0 0 0,-1-1 0 0 0,1 1 1 0 0,-3 5-1 0 0,2-4 3 0 0,1 0 1 0 0,0 0-1 0 0,-1 0 1 0 0,1 0 0 0 0,0 0-1 0 0,1 0 1 0 0,-1 1-1 0 0,1-1 1 0 0,0 1-1 0 0,0-1 1 0 0,1 1 0 0 0,-1 0-1 0 0,1-1 1 0 0,0 1-1 0 0,0-1 1 0 0,0 1-1 0 0,1 0 1 0 0,-1-1 0 0 0,4 9-1 0 0,0-4 9 0 0,1 0 1 0 0,1-1-1 0 0,0 0 0 0 0,0 0 1 0 0,0-1-1 0 0,1 1 0 0 0,0-1 1 0 0,0-1-1 0 0,1 1 0 0 0,0-1 1 0 0,0-1-1 0 0,0 0 0 0 0,1 0 1 0 0,0 0-1 0 0,11 3 0 0 0,8 3 7 0 0,0-1 0 0 0,1-2 0 0 0,53 8 0 0 0,-47-11-1 0 0,1-2 0 0 0,0-1 0 0 0,0-2 0 0 0,0-1 0 0 0,-1-2 0 0 0,46-9-1 0 0,-59 7-7 0 0,0 0-1 0 0,0-2 0 0 0,-1 0 1 0 0,0-2-1 0 0,-1 0 0 0 0,0-1 0 0 0,0-1 1 0 0,-1-1-1 0 0,0-1 0 0 0,-1-1 1 0 0,18-17-1 0 0,-14 7 393 0 0,-1-2-1 0 0,19-29 1 0 0,-7 9 456 0 0,-24 32-732 0 0,-1 4-83 0 0,-7 26-49 0 0,-4 0 5 0 0,-1 0 1 0 0,0-1 0 0 0,-13 30-1 0 0,8-22 18 0 0,-178 453 1545 0 0,-41 109-534 0 0,163-394-809 0 0,50-139-93 0 0,-14 92 0 0 0,28-133-98 0 0,-1 0 0 0 0,2 1 0 0 0,0-1 0 0 0,0 0 0 0 0,1 0 0 0 0,0 0 0 0 0,1 0 0 0 0,0 0 0 0 0,4 11 0 0 0,-4-17-13 0 0,0-1-1 0 0,0 1 1 0 0,1 0 0 0 0,-1-1 0 0 0,1 0 0 0 0,0 1 0 0 0,1-1 0 0 0,-1 0 0 0 0,1-1 0 0 0,-1 1 0 0 0,1-1-1 0 0,0 1 1 0 0,1-1 0 0 0,-1 0 0 0 0,0-1 0 0 0,1 1 0 0 0,0-1 0 0 0,-1 0 0 0 0,1 0 0 0 0,0 0 0 0 0,7 1-1 0 0,-6-2 1 0 0,-1 1-1 0 0,1-2 0 0 0,0 1 0 0 0,0 0 0 0 0,0-1 0 0 0,0 0 0 0 0,0-1 0 0 0,0 1 0 0 0,0-1 0 0 0,0 0 0 0 0,0-1 0 0 0,-1 1 1 0 0,1-1-1 0 0,0 0 0 0 0,-1-1 0 0 0,1 1 0 0 0,8-7 0 0 0,-8 4-9 0 0,-1 1 0 0 0,0-1 0 0 0,0 1 0 0 0,0-1 1 0 0,-1-1-1 0 0,1 1 0 0 0,-1-1 0 0 0,-1 0 0 0 0,1 0 0 0 0,-1 0 0 0 0,0 0 0 0 0,0 0 0 0 0,-1-1 1 0 0,0 1-1 0 0,2-10 0 0 0,-2 2-8 0 0,-1 1 0 0 0,0-1 0 0 0,-1 0 1 0 0,-1 1-1 0 0,0-1 0 0 0,0 0 0 0 0,-2 1 0 0 0,0-1 0 0 0,0 1 1 0 0,-1 0-1 0 0,-1 0 0 0 0,0 0 0 0 0,-1 1 0 0 0,-9-17 1 0 0,-9-9-12 0 0,-1 0 1 0 0,-2 2-1 0 0,-32-34 0 0 0,-44-39 60 0 0,48 53 5 0 0,-63-84-1 0 0,114 135-95 0 0,1 0-1 0 0,0 0 1 0 0,0 0-1 0 0,0 0 1 0 0,1 0-1 0 0,0-1 1 0 0,0 1-1 0 0,0-1 1 0 0,0 0-1 0 0,1 0 1 0 0,0 1-1 0 0,0-1 1 0 0,1 0-1 0 0,0 0 1 0 0,0-8-1 0 0,1 8-160 0 0,1 0 0 0 0,-1-1 1 0 0,1 1-1 0 0,1 0 0 0 0,-1 0 0 0 0,1 0 0 0 0,0 1 0 0 0,0-1 0 0 0,0 1 0 0 0,1-1 0 0 0,0 1 0 0 0,0 0 0 0 0,1 1 0 0 0,4-6 0 0 0,17-11-2059 0 0,1 0 0 0 0,51-29 0 0 0,-54 35 186 0 0,16-9-2218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36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158 822 1056 0 0,'-17'2'2165'0'0,"0"1"1"0"0,0 0-1 0 0,-19 7 1 0 0,32-7-2064 0 0,1-1 1 0 0,-1 1 0 0 0,1-1 0 0 0,0 1 0 0 0,0 0 0 0 0,0 1-1 0 0,0-1 1 0 0,0 0 0 0 0,1 1 0 0 0,-1 0 0 0 0,1-1 0 0 0,0 1 0 0 0,0 0-1 0 0,-1 5 1 0 0,-1-2 41 0 0,0 2-3 0 0,0 0-1 0 0,1 0 0 0 0,0 0 0 0 0,0 1 0 0 0,1-1 0 0 0,0 1 0 0 0,1-1 0 0 0,0 1 1 0 0,1-1-1 0 0,0 12 0 0 0,0-20-104 0 0,0 0 0 0 0,1 0 0 0 0,-1 0 0 0 0,0 0 0 0 0,1 0 0 0 0,-1 0 0 0 0,1 0 0 0 0,-1 0 0 0 0,1 0 0 0 0,0 0 0 0 0,-1 0 0 0 0,1-1 0 0 0,0 1 1 0 0,0 0-1 0 0,-1 0 0 0 0,1-1 0 0 0,0 1 0 0 0,0 0 0 0 0,0-1 0 0 0,0 1 0 0 0,0-1 0 0 0,0 0 0 0 0,0 1 0 0 0,0-1 0 0 0,0 0 0 0 0,0 1 0 0 0,0-1 0 0 0,0 0 0 0 0,0 0 0 0 0,0 0 0 0 0,0 0 0 0 0,0 0 0 0 0,2 0 0 0 0,28-5 246 0 0,-18 1-235 0 0,-1-1 1 0 0,0-1 0 0 0,0 0 0 0 0,-1 0 0 0 0,1-1-1 0 0,-1-1 1 0 0,-1 0 0 0 0,17-16 0 0 0,-7 4-2 0 0,0-1 0 0 0,30-46 0 0 0,-29 33-46 0 0,-1 0-1 0 0,-2-1 1 0 0,-2-1-1 0 0,-1-1 1 0 0,-2 0-1 0 0,13-60 1 0 0,-13 32 279 0 0,-3-1 0 0 0,-4-1 0 0 0,0-70 0 0 0,-9 42 73 0 0,3 93-364 0 0,-3 3 14 0 0,-1 0-3 0 0,0 1 0 0 0,1 0 0 0 0,-1 0 0 0 0,1 1 0 0 0,-1-1 0 0 0,1 1 1 0 0,0-1-1 0 0,0 1 0 0 0,0 0 0 0 0,0 0 0 0 0,1 0 0 0 0,-1 1 0 0 0,-2 4 1 0 0,-30 57 30 0 0,23-41-22 0 0,-18 37-3 0 0,1 1 1 0 0,-21 75 0 0 0,40-105-2 0 0,2 0 0 0 0,1 0 0 0 0,2 1 0 0 0,1 0 0 0 0,2 0 0 0 0,2 52 1 0 0,0-78-1 0 0,1 0 0 0 0,0 0 0 0 0,0 0 0 0 0,1 0 0 0 0,0 0 0 0 0,0 0 1 0 0,1 0-1 0 0,0-1 0 0 0,0 1 0 0 0,0-1 0 0 0,1 0 0 0 0,0 0 1 0 0,0 0-1 0 0,0-1 0 0 0,1 1 0 0 0,0-1 0 0 0,0 0 0 0 0,0 0 1 0 0,1-1-1 0 0,-1 1 0 0 0,1-1 0 0 0,0-1 0 0 0,0 1 0 0 0,1-1 1 0 0,-1 0-1 0 0,1 0 0 0 0,0-1 0 0 0,-1 0 0 0 0,1 0 0 0 0,0 0 1 0 0,0-1-1 0 0,10 0 0 0 0,0 0-88 0 0,0-1 1 0 0,0 0 0 0 0,0-1-1 0 0,0-1 1 0 0,0-1 0 0 0,0-1-1 0 0,-1 0 1 0 0,1-1-1 0 0,23-10 1 0 0,-19 4-2 0 0,0 0-1 0 0,0-1 1 0 0,-1-1 0 0 0,-1-2-1 0 0,0 1 1 0 0,20-22-1 0 0,-9 4 29 0 0,-2-1-1 0 0,-1-2 0 0 0,-2 0 0 0 0,-1-2 0 0 0,-2 0 0 0 0,-1-2 1 0 0,16-45-1 0 0,-16 31 365 0 0,-3-2 1 0 0,-2 0 0 0 0,-3-1-1 0 0,10-84 1 0 0,-18 44 444 0 0,-5 93-741 0 0,0 4-10 0 0,-5 3-4 0 0,0 1 0 0 0,0 0 0 0 0,1 1 0 0 0,0-1 0 0 0,0 1 0 0 0,-4 6 0 0 0,-26 64 21 0 0,-42 128 1 0 0,51-130 7 0 0,-25 74-17 0 0,-40 205 1 0 0,59-195 774 0 0,30-154 75 0 0,3-6-841 0 0,0 0 0 0 0,0 1 0 0 0,-1-1 0 0 0,1 0 0 0 0,0 0 0 0 0,-1 0 0 0 0,1 0 0 0 0,-1 0 0 0 0,0 0 0 0 0,2-4 0 0 0,9-18 53 0 0,9-21-59 0 0,3 2 0 0 0,1 0 0 0 0,33-42 0 0 0,-34 57-54 0 0,1 0 0 0 0,29-25 0 0 0,-41 42 11 0 0,0 1 0 0 0,0 0-1 0 0,1 1 1 0 0,0 1 0 0 0,1 0 0 0 0,28-11 0 0 0,-40 18 27 0 0,0 0 0 0 0,0 0-1 0 0,0 0 1 0 0,0 1 0 0 0,0-1 0 0 0,0 1 0 0 0,0 0 0 0 0,0 0 0 0 0,0 0 0 0 0,0 0 0 0 0,0 0 0 0 0,0 1 0 0 0,-1-1-1 0 0,1 1 1 0 0,0 0 0 0 0,0 0 0 0 0,0 0 0 0 0,0 0 0 0 0,-1 1 0 0 0,1-1 0 0 0,0 1 0 0 0,2 2 0 0 0,-2-2-1 0 0,0 1-1 0 0,0 0 1 0 0,-1 1 0 0 0,1-1 0 0 0,-1 0 0 0 0,0 1-1 0 0,0-1 1 0 0,0 1 0 0 0,0 0 0 0 0,-1 0-1 0 0,1 0 1 0 0,-1-1 0 0 0,0 1 0 0 0,1 8 0 0 0,0 13 4 0 0,0 0 0 0 0,-1-1 0 0 0,-2 1 1 0 0,-1 0-1 0 0,0-1 0 0 0,-10 37 0 0 0,6-34 0 0 0,0-5-3 0 0,1 1 0 0 0,-3 46-1 0 0,8-40 4 0 0,1-26 2 0 0,0-1 1 0 0,-1-1-1 0 0,1 0 1 0 0,-1 1-1 0 0,1-1 0 0 0,0 0 1 0 0,0 1-1 0 0,0-1 1 0 0,0 0-1 0 0,0 0 0 0 0,0 0 1 0 0,0 0-1 0 0,0 0 1 0 0,0 0-1 0 0,0 0 1 0 0,0 0-1 0 0,1 0 0 0 0,-1-1 1 0 0,2 2-1 0 0,0-1 5 0 0,0 1 0 0 0,0-1-1 0 0,0 0 1 0 0,0 0 0 0 0,0 0 0 0 0,0 0 0 0 0,0-1-1 0 0,5 1 1 0 0,7-2 7 0 0,0-1-1 0 0,0 0 0 0 0,0-1 1 0 0,-1-1-1 0 0,1 0 1 0 0,-1-1-1 0 0,0-1 1 0 0,0 0-1 0 0,-1-1 1 0 0,1-1-1 0 0,-1 0 1 0 0,21-18-1 0 0,0-2 15 0 0,-1-2-1 0 0,-2-1 1 0 0,34-43-1 0 0,-43 46 12 0 0,-2 0-1 0 0,-1-1 1 0 0,-1-1-1 0 0,27-64 1 0 0,-44 91-44 0 0,0-1-1 0 0,-1 1 1 0 0,1 0-1 0 0,-1 0 1 0 0,0-1-1 0 0,0-5 1 0 0,0 4-2 0 0,0 5 7 0 0,0-1-1 0 0,0 0 0 0 0,-1 1 1 0 0,1-1-1 0 0,0 1 0 0 0,0-1 1 0 0,0 1-1 0 0,-1-1 0 0 0,1 1 1 0 0,0-1-1 0 0,-1 1 0 0 0,1 0 0 0 0,0-1 1 0 0,-1 1-1 0 0,1-1 0 0 0,-1 1 1 0 0,1 0-1 0 0,-1-1 0 0 0,1 1 1 0 0,-1 0-1 0 0,1-1 0 0 0,-1 1 1 0 0,1 0-1 0 0,-1 0 0 0 0,1 0 0 0 0,-1-1 1 0 0,1 1-1 0 0,-1 0 0 0 0,0 0 1 0 0,0 0-1 0 0,-20 1-20 0 0,9 5 9 0 0,0 0 1 0 0,1 0-1 0 0,0 1 0 0 0,0 0 1 0 0,1 1-1 0 0,0 1 1 0 0,0-1-1 0 0,0 2 0 0 0,2-1 1 0 0,-1 1-1 0 0,1 0 1 0 0,-10 17-1 0 0,8-11-4 0 0,1 0 0 0 0,0 1 0 0 0,2 0 0 0 0,0 0 0 0 0,0 1 0 0 0,2 0 0 0 0,0 0-1 0 0,-3 26 1 0 0,7-38 14 0 0,1-1 0 0 0,-1 0 0 0 0,1 1 1 0 0,0-1-1 0 0,1 1 0 0 0,0-1 0 0 0,-1 1 0 0 0,1-1 0 0 0,1 0 0 0 0,-1 1 0 0 0,1-1 0 0 0,0 0 0 0 0,0 0 0 0 0,1 0 0 0 0,0 0 0 0 0,-1-1 0 0 0,2 1 0 0 0,-1-1 0 0 0,0 1 0 0 0,1-1 0 0 0,0 0 0 0 0,0-1 0 0 0,0 1 0 0 0,0-1 0 0 0,1 1 0 0 0,-1-1 0 0 0,1-1 0 0 0,0 1 0 0 0,0-1 0 0 0,0 1 0 0 0,0-2 1 0 0,0 1-1 0 0,0 0 0 0 0,1-1 0 0 0,-1 0 0 0 0,0 0 0 0 0,9 0 0 0 0,2 0-490 0 0,-1 0 0 0 0,1-1-1 0 0,-1-1 1 0 0,1 0 0 0 0,-1-2 0 0 0,0 1 0 0 0,0-2 0 0 0,15-5 0 0 0,-14 3-1000 0 0,0-1-1 0 0,0 0 1 0 0,-1-1 0 0 0,15-11-1 0 0,-2 0-2753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38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28 2132 0 0,'-409'9'13117'0'0,"382"-6"-12512"0"0,22-2 251 0 0,10-1-772 0 0,189-13-485 0 0,-74 2-1697 0 0,43 0-4700 0 0,-103 5 1705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39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103 677 1140 0 0,'-98'-47'10332'0'0,"97"46"-10312"0"0,1 1 0 0 0,0 0 0 0 0,-1 0 0 0 0,1-1 0 0 0,0 1 0 0 0,-1 0 0 0 0,1 0 0 0 0,0-1 0 0 0,0 1 0 0 0,-1 0 0 0 0,1-1 0 0 0,0 1 0 0 0,0 0 0 0 0,0-1 0 0 0,0 1 0 0 0,-1 0 0 0 0,1-1 0 0 0,0 1 0 0 0,0-1 0 0 0,0 1 0 0 0,0 0-1 0 0,0-1 1 0 0,0 1 0 0 0,0-1 0 0 0,0 1 0 0 0,0 0 0 0 0,0-1 0 0 0,0 1 0 0 0,0 0 0 0 0,0-1 0 0 0,1 1 0 0 0,-1-1 0 0 0,0 1 0 0 0,0 0 0 0 0,0-1 0 0 0,0 1 0 0 0,1 0 0 0 0,-1-1 0 0 0,0 1 0 0 0,0 0 0 0 0,1 0 0 0 0,-1-1 0 0 0,0 1 0 0 0,1 0 0 0 0,-1 0 0 0 0,0-1 0 0 0,0 1 0 0 0,1 0 0 0 0,-1 0 0 0 0,1 0 0 0 0,-1-1 0 0 0,0 1 0 0 0,1 0 0 0 0,1-1 142 0 0,2 2 14 0 0,3-1-106 0 0,-1 1 0 0 0,1 0 1 0 0,-1 1-1 0 0,0 0 1 0 0,1 0-1 0 0,-1 0 0 0 0,0 1 1 0 0,0-1-1 0 0,0 1 1 0 0,-1 1-1 0 0,1-1 0 0 0,-1 1 1 0 0,0 0-1 0 0,6 6 1 0 0,-4-2 17 0 0,0-1 0 0 0,-1 2-1 0 0,0-1 1 0 0,0 1 0 0 0,-1 0 0 0 0,0 0 0 0 0,0 1 0 0 0,4 13 0 0 0,-3-2 16 0 0,0 1 0 0 0,-2 0 0 0 0,0 0 1 0 0,-1 1-1 0 0,-2-1 0 0 0,0 1 0 0 0,-4 43 0 0 0,0-40 128 0 0,0 0-1 0 0,-2-1 1 0 0,-1 0 0 0 0,-17 47 0 0 0,3-45 465 0 0,19-25-502 0 0,-2-3-127 0 0,2 1-63 0 0,0-1-1 0 0,0 1 0 0 0,-1-1 0 0 0,1 1 1 0 0,0-1-1 0 0,0 0 0 0 0,0 1 1 0 0,0-1-1 0 0,0 0 0 0 0,0 0 0 0 0,0 1 1 0 0,0-1-1 0 0,0 0 0 0 0,1 0 1 0 0,-1 0-1 0 0,0 0 0 0 0,1 0 0 0 0,-1-1 1 0 0,0 1-1 0 0,1 0 0 0 0,-1 0 1 0 0,1 0-1 0 0,0 0 0 0 0,-1-1 0 0 0,1 1 1 0 0,0 0-1 0 0,0 0 0 0 0,0-1 0 0 0,0 1 1 0 0,0 0-1 0 0,0 0 0 0 0,0-3 1 0 0,1-16-7 0 0,1 0 0 0 0,0 1 0 0 0,2-1 0 0 0,0 1 0 0 0,1-1 0 0 0,1 1 0 0 0,0 1 0 0 0,2-1 0 0 0,0 1 0 0 0,1 1 0 0 0,19-29 0 0 0,-18 33-18 0 0,0 0 1 0 0,0 0-1 0 0,1 1 0 0 0,0 0 0 0 0,1 1 0 0 0,1 1 0 0 0,0 0 1 0 0,0 1-1 0 0,1 0 0 0 0,0 1 0 0 0,0 0 0 0 0,1 1 1 0 0,0 1-1 0 0,27-8 0 0 0,-36 13 14 0 0,0 0 0 0 0,0 0 0 0 0,0 0 1 0 0,0 1-1 0 0,0 0 0 0 0,0 0 0 0 0,0 1 0 0 0,0 0 0 0 0,0 0 1 0 0,0 0-1 0 0,0 0 0 0 0,0 1 0 0 0,0 0 0 0 0,-1 1 0 0 0,1-1 1 0 0,-1 1-1 0 0,1 0 0 0 0,-1 0 0 0 0,0 1 0 0 0,0 0 1 0 0,-1-1-1 0 0,1 2 0 0 0,-1-1 0 0 0,0 0 0 0 0,0 1 0 0 0,0 0 1 0 0,-1 0-1 0 0,6 10 0 0 0,-5-8 11 0 0,0 1 1 0 0,0 1 0 0 0,-1-1-1 0 0,0 0 1 0 0,0 1-1 0 0,-1 0 1 0 0,0-1 0 0 0,-1 1-1 0 0,0 0 1 0 0,0 0-1 0 0,-1 0 1 0 0,0 0 0 0 0,-1 0-1 0 0,0-1 1 0 0,0 1-1 0 0,-1 0 1 0 0,0 0-1 0 0,0-1 1 0 0,-5 11 0 0 0,3-11-11 0 0,1 0 0 0 0,-2 0 0 0 0,1 0 0 0 0,-1-1 0 0 0,0 0-1 0 0,0 0 1 0 0,-1 0 0 0 0,0-1 0 0 0,0 1 0 0 0,-1-2 0 0 0,1 1 0 0 0,-1-1 0 0 0,-1 1 0 0 0,1-2 0 0 0,-1 1 0 0 0,1-1 0 0 0,-1-1 0 0 0,-15 6 0 0 0,21-9-27 0 0,0 1 0 0 0,1-1 0 0 0,-1 1 0 0 0,0-1 0 0 0,0 1 0 0 0,0-1 0 0 0,1 0 0 0 0,-1 0 0 0 0,0 0 0 0 0,0 0 0 0 0,0-1 0 0 0,1 1 0 0 0,-1 0 0 0 0,0-1 0 0 0,0 1 0 0 0,1-1 0 0 0,-1 1 0 0 0,0-1 0 0 0,1 0 0 0 0,-1 0 0 0 0,0 0 0 0 0,1 0 0 0 0,-1 0 0 0 0,1 0 0 0 0,0 0 0 0 0,-1-1 0 0 0,1 1 0 0 0,0 0 0 0 0,0-1 0 0 0,0 1 0 0 0,0-1 0 0 0,0 1 0 0 0,0-1 0 0 0,0 0 0 0 0,0 1 0 0 0,1-1 0 0 0,-1 0 0 0 0,1 1 0 0 0,-1-4-1 0 0,-1-2-29 0 0,1 1 0 0 0,1 0 0 0 0,-1-1 0 0 0,1 1 0 0 0,0-1 0 0 0,0 1 0 0 0,1-1 0 0 0,0 1 0 0 0,3-10 0 0 0,0 4 37 0 0,1 1-1 0 0,1-1 0 0 0,0 1 1 0 0,1 0-1 0 0,0 1 1 0 0,0 0-1 0 0,1 0 0 0 0,1 0 1 0 0,-1 1-1 0 0,2 0 0 0 0,19-14 1 0 0,-4 5-20 0 0,1 1 1 0 0,0 2 0 0 0,53-23 0 0 0,-57 30 19 0 0,1 1 1 0 0,0 0-1 0 0,1 2 1 0 0,33-4-1 0 0,-54 9 22 0 0,1 0 1 0 0,-1 0-1 0 0,0 0 0 0 0,0 1 1 0 0,1-1-1 0 0,-1 1 0 0 0,0-1 1 0 0,0 1-1 0 0,0 0 0 0 0,5 2 1 0 0,1 1 2 0 0,-6-3 12 0 0,1 0 0 0 0,-1 1 0 0 0,0 0 0 0 0,0-1 0 0 0,1 1 0 0 0,-1 0 0 0 0,0 0 0 0 0,0 1-1 0 0,-1-1 1 0 0,1 1 0 0 0,0-1 0 0 0,-1 1 0 0 0,0 0 0 0 0,0 0 0 0 0,1 0 0 0 0,-2 0 0 0 0,3 5 0 0 0,-2-2 8 0 0,0-1 1 0 0,0 1-1 0 0,-1 0 1 0 0,0-1 0 0 0,0 1-1 0 0,-1 0 1 0 0,1 0 0 0 0,-1 0-1 0 0,-2 11 1 0 0,-1 3 24 0 0,-2 1 1 0 0,0-2 0 0 0,-2 1-1 0 0,0-1 1 0 0,-10 21-1 0 0,-42 74-163 0 0,46-83-1636 0 0,12-28 1186 0 0,1-3 453 0 0,0 1 0 0 0,1 0 0 0 0,-1-1-1 0 0,0 1 1 0 0,1-1 0 0 0,-1 1 0 0 0,1-1 0 0 0,-1 1 0 0 0,1-1-1 0 0,-1 0 1 0 0,1 1 0 0 0,-1-1 0 0 0,1 0 0 0 0,-1 1-1 0 0,1-1 1 0 0,-1 0 0 0 0,1 1 0 0 0,0-1 0 0 0,-1 0 0 0 0,1 0-1 0 0,0 0 1 0 0,-1 0 0 0 0,1 0 0 0 0,0 0 0 0 0,9 0-641 0 0,-1-2 1 0 0,1 1-1 0 0,-1-1 1 0 0,0-1-1 0 0,1 0 1 0 0,15-7-1 0 0,-2-1-1745 0 0</inkml:trace>
  <inkml:trace contextRef="#ctx0" brushRef="#br0" timeOffset="1">1198 946 1012 0 0,'33'-26'2093'0'0,"-2"0"1"0"0,-1-3-1 0 0,-1 0 0 0 0,33-44 0 0 0,-54 62-1326 0 0,0 0 0 0 0,-1 0 0 0 0,-1-1 0 0 0,0 0 0 0 0,6-17 0 0 0,-12 29-757 0 0,0-1-1 0 0,1 1 1 0 0,-1-1-1 0 0,0 1 1 0 0,0-1 0 0 0,0 1-1 0 0,0-1 1 0 0,0 1-1 0 0,0-1 1 0 0,0 0 0 0 0,0 1-1 0 0,0-1 1 0 0,0 1-1 0 0,-1-1 1 0 0,1 1 0 0 0,0-1-1 0 0,0 1 1 0 0,0-1-1 0 0,-1 1 1 0 0,1-1-1 0 0,0 1 1 0 0,0 0 0 0 0,-1-1-1 0 0,1 1 1 0 0,0-1-1 0 0,-1 1 1 0 0,1 0 0 0 0,-1-1-1 0 0,1 1 1 0 0,-1 0-1 0 0,1-1 1 0 0,0 1 0 0 0,-1 0-1 0 0,1 0 1 0 0,-1-1-1 0 0,1 1 1 0 0,-1 0-1 0 0,1 0 1 0 0,-1 0 0 0 0,0 0-1 0 0,1 0 1 0 0,-1-1-1 0 0,1 1 1 0 0,-1 0 0 0 0,1 0-1 0 0,-1 1 1 0 0,0-1-1 0 0,-25 3 62 0 0,-5 9-47 0 0,2 0 0 0 0,0 2 0 0 0,0 2 0 0 0,-38 27 0 0 0,30-16-43 0 0,1 2 1 0 0,-50 51 0 0 0,75-68 5 0 0,0 1 0 0 0,0 1 0 0 0,2-1 0 0 0,-1 2 0 0 0,-9 19 1 0 0,17-29 17 0 0,-1 0 1 0 0,1 0 0 0 0,0 0 0 0 0,1 0-1 0 0,-1 0 1 0 0,1 0 0 0 0,0 0 0 0 0,0 0 0 0 0,1 1-1 0 0,-1-1 1 0 0,1 0 0 0 0,0 1 0 0 0,1-1 0 0 0,-1 0-1 0 0,1 0 1 0 0,0 1 0 0 0,0-1 0 0 0,1 0 0 0 0,0 0-1 0 0,4 9 1 0 0,-4-11-3 0 0,0-1 0 0 0,0 1 0 0 0,0-1 0 0 0,1 0 0 0 0,-1 0 0 0 0,0 0 0 0 0,1 0 0 0 0,0 0 0 0 0,0 0 0 0 0,-1-1 0 0 0,1 1 0 0 0,0-1 0 0 0,0 0 0 0 0,0 0 0 0 0,0 0 0 0 0,0 0 0 0 0,1-1 0 0 0,-1 1 0 0 0,0-1 0 0 0,0 0 0 0 0,0 0 0 0 0,7 0 0 0 0,-2-1-54 0 0,-1 0 1 0 0,1 0-1 0 0,-1-1 0 0 0,1 0 1 0 0,-1 0-1 0 0,0-1 0 0 0,1 0 1 0 0,10-6-1 0 0,-2-1-81 0 0,-1-1 1 0 0,-1 0-1 0 0,0-1 1 0 0,20-23-1 0 0,43-61 142 0 0,-47 58 390 0 0,1-8 338 0 0,-30 45-749 0 0,-1 1 9 0 0,1 0 0 0 0,-1 0 1 0 0,0 0-1 0 0,0 0 1 0 0,0 0-1 0 0,0 0 0 0 0,1 0 1 0 0,-1-1-1 0 0,0 1 1 0 0,0 0-1 0 0,0 0 1 0 0,0 1-1 0 0,1-1 0 0 0,-1 0 1 0 0,0 0-1 0 0,0 0 1 0 0,0 0-1 0 0,0 0 0 0 0,1 0 1 0 0,-1 0-1 0 0,0 0 1 0 0,0 0-1 0 0,0 0 1 0 0,0 0-1 0 0,1 0 0 0 0,-1 0 1 0 0,0 1-1 0 0,0-1 1 0 0,0 0-1 0 0,0 0 0 0 0,0 0 1 0 0,0 0-1 0 0,0 0 1 0 0,1 1-1 0 0,-1-1 1 0 0,0 0-1 0 0,0 0 0 0 0,0 0 1 0 0,0 0-1 0 0,0 0 1 0 0,0 1-1 0 0,0-1 0 0 0,0 0 1 0 0,0 0-1 0 0,0 0 1 0 0,0 0-1 0 0,0 1 1 0 0,0-1-1 0 0,0 0 0 0 0,0 0 1 0 0,0 0-1 0 0,0 1 1 0 0,0-1-1 0 0,0 0 0 0 0,0 0 1 0 0,-3 21-31 0 0,-12 33 34 0 0,10-39-13 0 0,-24 105-56 0 0,25-101 73 0 0,1 1 0 0 0,1 0 0 0 0,1 0-1 0 0,2 24 1 0 0,-1-42 2 0 0,0 0 0 0 0,0 0 0 0 0,1 0 0 0 0,-1 0 0 0 0,1 0 0 0 0,-1 1 0 0 0,1-1 0 0 0,0 0 0 0 0,0 0 0 0 0,0 0 0 0 0,0-1 0 0 0,0 1 0 0 0,0 0 0 0 0,0 0 0 0 0,1-1 0 0 0,-1 1 0 0 0,1 0 0 0 0,-1-1 0 0 0,1 1 0 0 0,-1-1 0 0 0,5 2 0 0 0,-3-1 0 0 0,1-1 1 0 0,-1 1-1 0 0,1-1 1 0 0,0-1 0 0 0,0 1-1 0 0,-1 0 1 0 0,1-1-1 0 0,0 0 1 0 0,0 1-1 0 0,0-2 1 0 0,6 0-1 0 0,1 0-35 0 0,0-2 0 0 0,1 0 0 0 0,-1 0 0 0 0,0-1 0 0 0,-1 0 0 0 0,1-1 0 0 0,17-10 0 0 0,1-7-166 0 0,0-1 1 0 0,-1-1-1 0 0,-2-1 1 0 0,-1-2-1 0 0,0-1 1 0 0,-2 0 0 0 0,-2-2-1 0 0,20-35 1 0 0,4-17-32 0 0,68-173 1 0 0,-87 177 462 0 0,-3-1 0 0 0,-4-1 0 0 0,13-107 0 0 0,-25 133 373 0 0,1-56 0 0 0,-8 110-612 0 0,0-1-1 0 0,0 1 1 0 0,0-1-1 0 0,0 1 1 0 0,0-1 0 0 0,0 1-1 0 0,0 0 1 0 0,0-1 0 0 0,0 1-1 0 0,0-1 1 0 0,0 1 0 0 0,0-1-1 0 0,0 1 1 0 0,0-1-1 0 0,0 1 1 0 0,0-1 0 0 0,-1 1-1 0 0,1-1 1 0 0,0 1 0 0 0,0-1-1 0 0,-1 1 1 0 0,1 0 0 0 0,0-1-1 0 0,0 1 1 0 0,-1 0 0 0 0,1-1-1 0 0,0 1 1 0 0,-1 0-1 0 0,1-1 1 0 0,-1 1 0 0 0,0-1-1 0 0,0 1 1 0 0,0 1 0 0 0,0-1-1 0 0,1 0 1 0 0,-1 1-1 0 0,0-1 1 0 0,0 1 0 0 0,0-1-1 0 0,0 1 1 0 0,1-1-1 0 0,-1 1 1 0 0,0 0 0 0 0,1-1-1 0 0,-1 1 1 0 0,-1 1-1 0 0,-20 30-23 0 0,-32 79 47 0 0,5 1 1 0 0,-38 131-1 0 0,41-91 2 0 0,-29 177 0 0 0,54-176-12 0 0,20-142-5 0 0,0-2 15 0 0,1 0 0 0 0,0 0 0 0 0,1 0 1 0 0,1 9-1 0 0,-1-14-9 0 0,-1 0-1 0 0,1 0 1 0 0,0-1 0 0 0,0 1-1 0 0,1 0 1 0 0,-1-1 0 0 0,1 1 0 0 0,0-1-1 0 0,0 0 1 0 0,0 1 0 0 0,3 2-1 0 0,-4-5-3 0 0,1 1-1 0 0,0-1 0 0 0,0 0 1 0 0,0 0-1 0 0,0 0 1 0 0,0 0-1 0 0,0 0 1 0 0,0 0-1 0 0,1 0 0 0 0,-1-1 1 0 0,0 1-1 0 0,0-1 1 0 0,1 0-1 0 0,-1 0 0 0 0,0 1 1 0 0,4-2-1 0 0,0 1 6 0 0,0-1-1 0 0,0 0 0 0 0,0 0 1 0 0,0-1-1 0 0,6-1 0 0 0,1-3 3 0 0,-1-1-1 0 0,1 1 1 0 0,-1-2-1 0 0,-1 0 0 0 0,1 0 1 0 0,-1-1-1 0 0,-1-1 1 0 0,19-20-1 0 0,-7 4 7 0 0,-1-2 0 0 0,25-44-1 0 0,-30 45-7 0 0,-1-1 0 0 0,-2 0 0 0 0,0 0 0 0 0,-2-2 0 0 0,-2 1 0 0 0,0-2 0 0 0,4-32 0 0 0,-8-48-15 0 0,-5 108-54 0 0,-2-2 14 0 0,-2-4-84 0 0,3 9 121 0 0,0 1 1 0 0,0 0-1 0 0,0 0 0 0 0,0 0 0 0 0,0 0 0 0 0,0 0 0 0 0,0 0 0 0 0,0 0 0 0 0,0 0 0 0 0,1 0 1 0 0,-1 0-1 0 0,0 0 0 0 0,1 0 0 0 0,-1 0 0 0 0,1 1 0 0 0,0-1 0 0 0,-1 0 0 0 0,1 0 1 0 0,0 1-1 0 0,-1 1 0 0 0,1 0-3 0 0,0 1 1 0 0,1-1-1 0 0,-1 1 1 0 0,1-1-1 0 0,-1 0 0 0 0,1 0 1 0 0,0 1-1 0 0,2 3 1 0 0,-1-1-24 0 0,1-1 1 0 0,0 1-1 0 0,0 0 1 0 0,0-1 0 0 0,1 0-1 0 0,0 0 1 0 0,0 0-1 0 0,0 0 1 0 0,6 4 0 0 0,2-1-69 0 0,0-1 1 0 0,1 0-1 0 0,-1-1 1 0 0,1-1 0 0 0,0 0-1 0 0,1 0 1 0 0,-1-1-1 0 0,1-1 1 0 0,0 0 0 0 0,0-1-1 0 0,17 0 1 0 0,-17-1 58 0 0,0-1-1 0 0,0-1 1 0 0,0 0 0 0 0,0-1 0 0 0,-1 0-1 0 0,1-1 1 0 0,-1 0 0 0 0,1-1 0 0 0,-1-1 0 0 0,0 0-1 0 0,16-10 1 0 0,-22 10 162 0 0,0 0 0 0 0,0 0 0 0 0,0-1 0 0 0,-1 1 0 0 0,0-2 0 0 0,0 1 0 0 0,-1-1 1 0 0,0 1-1 0 0,0-2 0 0 0,-1 1 0 0 0,1 0 0 0 0,-2-1 0 0 0,1 0 0 0 0,-1 0 0 0 0,3-10 0 0 0,-6 17-105 0 0,1 0-1 0 0,-1 0 1 0 0,0 0 0 0 0,1-1-1 0 0,-1 1 1 0 0,0 0 0 0 0,0 0 0 0 0,0 0-1 0 0,0-1 1 0 0,0 1 0 0 0,0 0-1 0 0,0 0 1 0 0,-1 0 0 0 0,1-1-1 0 0,0 1 1 0 0,-1-1 0 0 0,1 1-15 0 0,-1 1 0 0 0,1-1 0 0 0,-1 1 0 0 0,1 0 0 0 0,0-1 0 0 0,-1 1 0 0 0,1-1 0 0 0,-1 1 0 0 0,1 0 0 0 0,-1-1 0 0 0,0 1 1 0 0,1 0-1 0 0,-1 0 0 0 0,1-1 0 0 0,-1 1 0 0 0,1 0 0 0 0,-1 0 0 0 0,0 0 0 0 0,1 0 0 0 0,-1 0 0 0 0,-1 0 0 0 0,-1 0-8 0 0,-1 1 0 0 0,1-1-1 0 0,-1 1 1 0 0,0 0 0 0 0,1 0 0 0 0,-1 0 0 0 0,-5 4-1 0 0,-1 0 2 0 0,0 2-1 0 0,1-1 0 0 0,0 1 0 0 0,0 1 1 0 0,0 0-1 0 0,-8 10 0 0 0,-45 58 26 0 0,41-48-9 0 0,3-5-20 0 0,2 1-1 0 0,1 1 1 0 0,-15 32 0 0 0,22-40 16 0 0,1-1 0 0 0,1 1 1 0 0,1 0-1 0 0,0 1 1 0 0,1-1-1 0 0,-1 25 1 0 0,4-37 6 0 0,1 1 0 0 0,0-1 1 0 0,0 1-1 0 0,1-1 1 0 0,-1 1-1 0 0,1-1 0 0 0,0 1 1 0 0,1-1-1 0 0,0 0 1 0 0,-1 1-1 0 0,2-1 1 0 0,3 7-1 0 0,-4-8-9 0 0,1-1 0 0 0,-1 0 0 0 0,1 0 0 0 0,0 0-1 0 0,0 0 1 0 0,1-1 0 0 0,-1 1 0 0 0,0-1 0 0 0,1 1 0 0 0,0-1 0 0 0,-1 0 0 0 0,1-1 0 0 0,0 1-1 0 0,0-1 1 0 0,0 0 0 0 0,0 1 0 0 0,5-1 0 0 0,0 1-112 0 0,0-1 1 0 0,-1-1-1 0 0,1 0 0 0 0,-1 0 0 0 0,1 0 1 0 0,0-1-1 0 0,-1 0 0 0 0,1-1 1 0 0,12-4-1 0 0,-8 1-58 0 0,0 0-1 0 0,0-1 1 0 0,-1-1 0 0 0,0 0 0 0 0,15-11-1 0 0,-1-4-38 0 0,-1 0-1 0 0,-1-1 1 0 0,-1-2 0 0 0,23-32-1 0 0,-11 10 707 0 0,-2-2-1 0 0,-2-1 1 0 0,25-57 0 0 0,-39 67 739 0 0,10-20 224 0 0,-26 58-1374 0 0,-2 6-90 0 0,0-1 1 0 0,0 1-1 0 0,0-1 1 0 0,0 0-1 0 0,-1 1 1 0 0,1-1-1 0 0,-1 0 1 0 0,-3 3-1 0 0,-6 14 28 0 0,-23 62 60 0 0,-26 69 42 0 0,49-119-124 0 0,2 0-1 0 0,-9 61 0 0 0,17-88-159 0 0,1 1-1 0 0,0-1 1 0 0,0 1-1 0 0,1-1 1 0 0,-1 1-1 0 0,1-1 1 0 0,0 1-1 0 0,1-1 1 0 0,-1 0-1 0 0,5 10 0 0 0,-4-12-185 0 0,0 0 0 0 0,-1 0 0 0 0,1 0 0 0 0,0 0 0 0 0,1-1 0 0 0,-1 1 0 0 0,0-1 0 0 0,5 4 0 0 0,-4-4-313 0 0,-1 0 0 0 0,1-1 0 0 0,-1 0 0 0 0,1 1 0 0 0,0-1 0 0 0,-1 0 0 0 0,1 0 0 0 0,0 0 0 0 0,0-1 0 0 0,0 1 0 0 0,4 0 0 0 0,18 0-4717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41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1617 600 1476 0 0,'-35'-75'12193'0'0,"34"74"-12156"0"0,1 1 0 0 0,0-1-1 0 0,0 0 1 0 0,-1 1 0 0 0,1-1 0 0 0,0 1-1 0 0,0-1 1 0 0,0 0 0 0 0,0 1 0 0 0,0-1-1 0 0,0 0 1 0 0,0 1 0 0 0,0-1-1 0 0,1 0 1 0 0,-1 1 0 0 0,0-1 0 0 0,0 0-1 0 0,0 1 1 0 0,1-1 0 0 0,-1 1 0 0 0,0-1-1 0 0,1 1 1 0 0,-1-1 0 0 0,0 0-1 0 0,1 1 1 0 0,-1-1 0 0 0,1 1 0 0 0,-1 0-1 0 0,1-1 1 0 0,-1 1 0 0 0,1-1 0 0 0,-1 1-1 0 0,1 0 1 0 0,-1-1 0 0 0,1 1 0 0 0,0 0-1 0 0,-1 0 1 0 0,1-1 0 0 0,-1 1-1 0 0,1 0 1 0 0,0 0 0 0 0,-1 0 0 0 0,1 0-1 0 0,1 0 1 0 0,5 0-9 0 0,1 2-1 0 0,-1-1 1 0 0,0 1-1 0 0,0 0 1 0 0,1 0-1 0 0,-1 1 1 0 0,-1-1-1 0 0,1 2 1 0 0,0-1-1 0 0,-1 1 1 0 0,0 0 0 0 0,1 0-1 0 0,-2 1 1 0 0,1 0-1 0 0,0 0 1 0 0,-1 0-1 0 0,0 1 1 0 0,-1 0-1 0 0,1 0 1 0 0,-1 0-1 0 0,0 0 1 0 0,5 12-1 0 0,-5-9 26 0 0,0 0-1 0 0,0 0 0 0 0,-1 1 0 0 0,-1-1 0 0 0,0 1 0 0 0,0 0 0 0 0,-1 0 1 0 0,0-1-1 0 0,0 1 0 0 0,-1 0 0 0 0,-1 0 0 0 0,0 0 0 0 0,-2 10 0 0 0,-1-6 23 0 0,0 0 0 0 0,-1 0-1 0 0,0 0 1 0 0,-1-1-1 0 0,-1 0 1 0 0,0-1 0 0 0,-1 1-1 0 0,-12 15 1 0 0,-47 46 284 0 0,64-70-315 0 0,-5 2 16 0 0,7-5-3 0 0,2-4-124 0 0,0 1 30 0 0,0-1 0 0 0,1 0 0 0 0,0 1 0 0 0,-1-1 0 0 0,1 1 0 0 0,0-1 0 0 0,0 1 0 0 0,0 0 0 0 0,0 0 0 0 0,1 0 0 0 0,-1 0 0 0 0,3-2 0 0 0,6-5-133 0 0,125-120-970 0 0,16-16 588 0 0,-109 100 653 0 0,51-70 0 0 0,-86 105 48 0 0,-2-1-1 0 0,12-23 1 0 0,-17 32-149 0 0,-4 1-13 0 0,1 1 11 0 0,-1 0 1 0 0,1 0-1 0 0,0 0 0 0 0,-1 1 1 0 0,1-1-1 0 0,-1 1 0 0 0,1-1 1 0 0,0 1-1 0 0,-1 0 1 0 0,1 0-1 0 0,0 0 0 0 0,0 0 1 0 0,0 0-1 0 0,0 0 0 0 0,0 1 1 0 0,0-1-1 0 0,-3 4 1 0 0,-36 36 65 0 0,28-27-2 0 0,-7 8 7 0 0,1 1 0 0 0,2 0 1 0 0,0 1-1 0 0,-20 38 0 0 0,31-50-45 0 0,0 1-1 0 0,0 0 1 0 0,1 0-1 0 0,1 1 1 0 0,0-1-1 0 0,1 1 1 0 0,0 0-1 0 0,1 0 1 0 0,1 0-1 0 0,0 0 0 0 0,2 19 1 0 0,0-28-11 0 0,0 0-1 0 0,0-1 1 0 0,0 1 0 0 0,0-1-1 0 0,1 1 1 0 0,0-1 0 0 0,0 0-1 0 0,0 0 1 0 0,0 0 0 0 0,1 0 0 0 0,-1 0-1 0 0,1 0 1 0 0,0-1 0 0 0,1 1-1 0 0,4 4 1 0 0,-2-4 39 0 0,0 1 0 0 0,0-1 0 0 0,1 0 0 0 0,0-1 1 0 0,-1 0-1 0 0,1 0 0 0 0,0 0 0 0 0,1-1 0 0 0,8 2 0 0 0,-6-1-236 0 0,1-2-1 0 0,0 0 1 0 0,0 0-1 0 0,0-1 1 0 0,-1 0-1 0 0,15-3 1 0 0,-18 2-398 0 0,1 0 0 0 0,-1-1 1 0 0,1 0-1 0 0,-1-1 1 0 0,1 1-1 0 0,-1-2 0 0 0,0 1 1 0 0,10-7-1 0 0,-1-4-3018 0 0,-1-1-1421 0 0</inkml:trace>
  <inkml:trace contextRef="#ctx0" brushRef="#br0" timeOffset="1">1673 110 948 0 0,'-101'-43'13022'0'0,"37"16"-7984"0"0,37 14-4383 0 0,25 12-805 0 0,-21-11-4751 0 0,-5-2-7307 0 0</inkml:trace>
  <inkml:trace contextRef="#ctx0" brushRef="#br0" timeOffset="2">161 140 464 0 0,'-48'14'4775'0'0,"27"-8"-2610"0"0,1 0 0 0 0,0 1 1 0 0,-32 18 530 0 0,53-25-2671 0 0,-1 1 1 0 0,1 0-1 0 0,-1-1 1 0 0,1 1-1 0 0,0-1 0 0 0,0 1 1 0 0,-1-1-1 0 0,1 1 0 0 0,0-1 1 0 0,0 0-1 0 0,-1 1 1 0 0,1-1-1 0 0,0 0 0 0 0,0 0 1 0 0,0 0-1 0 0,-1 1 1 0 0,1-1-1 0 0,0 0 0 0 0,0 0 1 0 0,1 0-1 0 0,338-2-85 0 0,-108-15-6928 0 0,-155 10 1476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42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1022 348 0 0,'-2'2'1851'0'0,"-2"1"-1294"0"0,1 0 0 0 0,-1 1 0 0 0,1-1 0 0 0,1 1 0 0 0,-1 0 0 0 0,0 0 0 0 0,1 0 0 0 0,0 0 0 0 0,0 1 1 0 0,0-1-1 0 0,-1 6 0 0 0,1-4-261 0 0,0 1 1 0 0,1 0 0 0 0,0-1 0 0 0,0 1 0 0 0,1 0 0 0 0,0 0 0 0 0,0 0-1 0 0,0 0 1 0 0,1-1 0 0 0,0 1 0 0 0,4 11 0 0 0,-5-16-231 0 0,0-1 0 0 0,1 0 0 0 0,-1 1 0 0 0,1-1 0 0 0,0 0 0 0 0,0 0 1 0 0,-1 0-1 0 0,1 1 0 0 0,0-1 0 0 0,0 0 0 0 0,0 0 0 0 0,0 0 0 0 0,0 0 0 0 0,0 0 0 0 0,0 0 1 0 0,1-1-1 0 0,-1 1 0 0 0,0 0 0 0 0,0-1 0 0 0,1 1 0 0 0,-1 0 0 0 0,0-1 0 0 0,1 0 0 0 0,-1 1 0 0 0,0-1 1 0 0,1 0-1 0 0,-1 0 0 0 0,1 0 0 0 0,-1 1 0 0 0,1-2 0 0 0,1 1 0 0 0,4-1 40 0 0,-1 0-1 0 0,0-1 1 0 0,0 1 0 0 0,0-1-1 0 0,7-4 1 0 0,-11 5-100 0 0,14-7 70 0 0,0-1 1 0 0,0 0 0 0 0,-1-1 0 0 0,-1-1-1 0 0,25-22 1 0 0,58-72-77 0 0,-45 39-130 0 0,66-109 0 0 0,29-83-56 0 0,35-58 61 0 0,-165 287 93 0 0,2 2 0 0 0,1 0 0 0 0,1 2 0 0 0,29-30-1 0 0,-48 54 27 0 0,-1 0-1 0 0,1-1 1 0 0,-1 1-1 0 0,1 0 1 0 0,0 0 0 0 0,-1 0-1 0 0,1 0 1 0 0,0 0-1 0 0,0 0 1 0 0,0 0-1 0 0,0 0 1 0 0,0 1-1 0 0,0-1 1 0 0,0 1-1 0 0,0 0 1 0 0,0-1-1 0 0,0 1 1 0 0,0 0-1 0 0,0 0 1 0 0,0 0-1 0 0,2 1 1 0 0,-2 0 7 0 0,0 0 0 0 0,0 0 0 0 0,0 0 0 0 0,0 0 0 0 0,0 0 0 0 0,0 1 0 0 0,-1-1 0 0 0,1 1 0 0 0,-1-1 0 0 0,1 1 0 0 0,-1-1-1 0 0,1 1 1 0 0,-1 0 0 0 0,0 0 0 0 0,0 0 0 0 0,1 2 0 0 0,3 7 44 0 0,-1-1-1 0 0,-1 1 0 0 0,0 0 0 0 0,0 0 0 0 0,-1 0 1 0 0,1 17-1 0 0,-1 41 383 0 0,-3 0 0 0 0,-20 136-1 0 0,-48 134 537 0 0,56-280-891 0 0,10-45-51 0 0,-46 243 312 0 0,49-256-365 0 0,0 0 1 0 0,0 1 0 0 0,0-1 0 0 0,0 0 0 0 0,0 0 0 0 0,0 1-1 0 0,0-1 1 0 0,1 0 0 0 0,-1 1 0 0 0,1-1 0 0 0,-1 0 0 0 0,1 0 0 0 0,-1 0-1 0 0,1 1 1 0 0,-1-1 0 0 0,1 0 0 0 0,0 0 0 0 0,1 1 0 0 0,-2-1-33 0 0,1-1 1 0 0,0 1 0 0 0,-1-1-1 0 0,1 1 1 0 0,-1-1 0 0 0,1 0 0 0 0,0 1-1 0 0,-1-1 1 0 0,1 0 0 0 0,0 0-1 0 0,-1 0 1 0 0,1 1 0 0 0,0-1 0 0 0,-1 0-1 0 0,1 0 1 0 0,0 0 0 0 0,0 0 0 0 0,-1 0-1 0 0,1 0 1 0 0,0 0 0 0 0,-1 0-1 0 0,1-1 1 0 0,0 1 0 0 0,0 0 0 0 0,-1 0-1 0 0,1 0 1 0 0,0-1 0 0 0,-1 1-1 0 0,1 0 1 0 0,-1-1 0 0 0,1 1 0 0 0,1-2-1 0 0,5-5-579 0 0,0 0 0 0 0,0-1-1 0 0,0 0 1 0 0,-1-1-1 0 0,0 1 1 0 0,-1-1 0 0 0,0 0-1 0 0,0-1 1 0 0,-1 1-1 0 0,0-1 1 0 0,0 0 0 0 0,-1 0-1 0 0,-1 0 1 0 0,2-14-1 0 0,1-2-2402 0 0</inkml:trace>
  <inkml:trace contextRef="#ctx0" brushRef="#br0" timeOffset="1">890 719 228 0 0,'-10'-9'750'0'0,"0"2"-1"0"0,-1-1 1 0 0,-1 1-1 0 0,1 1 1 0 0,-1 0 0 0 0,0 1-1 0 0,0 0 1 0 0,0 1 0 0 0,-1 0-1 0 0,-24-4 1 0 0,-3 3 297 0 0,-1 2 1 0 0,-42 2-1 0 0,65 1-793 0 0,12 0-177 0 0,0 1 1 0 0,0-1-1 0 0,0 1 1 0 0,-11 3 0 0 0,10-2-21 0 0,4-1 80 0 0,3-1-131 0 0,0 0 0 0 0,0 1 1 0 0,0-1-1 0 0,0 1 0 0 0,0-1 0 0 0,0 0 1 0 0,-1 1-1 0 0,1-1 0 0 0,0 1 0 0 0,1-1 1 0 0,-1 1-1 0 0,0-1 0 0 0,0 0 0 0 0,0 1 0 0 0,0-1 1 0 0,0 1-1 0 0,0-1 0 0 0,0 0 0 0 0,1 1 1 0 0,-1-1-1 0 0,0 0 0 0 0,0 1 0 0 0,0-1 1 0 0,1 0-1 0 0,-1 1 0 0 0,0-1 0 0 0,1 0 1 0 0,-1 0-1 0 0,0 1 0 0 0,0-1 0 0 0,1 0 1 0 0,-1 0-1 0 0,1 1 0 0 0,-1-1 0 0 0,0 0 1 0 0,1 0-1 0 0,-1 0 0 0 0,0 0 0 0 0,1 0 1 0 0,0 1-1 0 0,66-1 207 0 0,217-7-4321 0 0,-229 3 1337 0 0,2-3-867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43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166 137 2204 0 0,'51'-115'9263'0'0,"-49"112"-9236"0"0,8-13 781 0 0,-10 16-798 0 0,1 0 1 0 0,-1-1 0 0 0,1 1-1 0 0,-1 0 1 0 0,0 0 0 0 0,1-1-1 0 0,-1 1 1 0 0,1 0 0 0 0,-1 0-1 0 0,1 0 1 0 0,-1 0 0 0 0,1 0-1 0 0,-1 0 1 0 0,0 0 0 0 0,1 0-1 0 0,-1 0 1 0 0,1 0 0 0 0,-1 0-1 0 0,1 0 1 0 0,-1 0 0 0 0,1 0-1 0 0,-1 0 1 0 0,1 0 0 0 0,-1 0-1 0 0,0 0 1 0 0,1 1 0 0 0,-1-1-1 0 0,1 0 1 0 0,-1 0 0 0 0,0 1-1 0 0,1-1 1 0 0,-1 0 0 0 0,1 1-1 0 0,-1-1 1 0 0,0 0 0 0 0,0 1 0 0 0,1-1-1 0 0,-1 0 1 0 0,1 1 0 0 0,0 2 39 0 0,0 0 0 0 0,1 0 0 0 0,-1 1 1 0 0,0-1-1 0 0,0 0 0 0 0,-1 0 1 0 0,1 0-1 0 0,-1 1 0 0 0,0-1 0 0 0,1 0 1 0 0,-2 7-1 0 0,1-1 55 0 0,0 19 135 0 0,-1-1 0 0 0,-9 51 1 0 0,-18 54 12 0 0,26-125-237 0 0,-31 115 369 0 0,-94 223 0 0 0,124-340-346 0 0,0 1 0 0 0,-1-1-1 0 0,1 1 1 0 0,-1-1 0 0 0,-8 8-1 0 0,12-13-37 0 0,-1 0 0 0 0,1 0-1 0 0,0 0 1 0 0,0 1-1 0 0,-1-1 1 0 0,1 0-1 0 0,0 0 1 0 0,-1 0-1 0 0,1 1 1 0 0,0-1-1 0 0,-1 0 1 0 0,1 0 0 0 0,0 0-1 0 0,-1 0 1 0 0,1 0-1 0 0,-1 0 1 0 0,1 0-1 0 0,0 0 1 0 0,-1 0-1 0 0,1 0 1 0 0,0 0 0 0 0,-1 0-1 0 0,1 0 1 0 0,-1 0-1 0 0,1 0 1 0 0,0 0-1 0 0,-1-1 1 0 0,1 1-1 0 0,0 0 1 0 0,-1 0-1 0 0,1 0 1 0 0,0 0 0 0 0,-1-1-1 0 0,1 1 1 0 0,0 0-1 0 0,0 0 1 0 0,-1-1-1 0 0,1 1 1 0 0,0 0-1 0 0,0-1 1 0 0,0 1 0 0 0,-1 0-1 0 0,1-1 1 0 0,0 1-1 0 0,-6-13-13 0 0,4 8 3 0 0,2-1 0 0 0,-1 1 0 0 0,1-1 0 0 0,0 1 0 0 0,0-1 0 0 0,0 0 0 0 0,1 1 0 0 0,0-1 0 0 0,0 1 0 0 0,0-1 0 0 0,3-7 0 0 0,1 0-13 0 0,0 1 0 0 0,1 0 0 0 0,10-16 0 0 0,-9 18 7 0 0,0 1 0 0 0,0 0 0 0 0,1 0-1 0 0,0 1 1 0 0,0 0 0 0 0,1 0 0 0 0,0 1 0 0 0,1 0 0 0 0,-1 0 0 0 0,1 1 0 0 0,0 1 0 0 0,1-1 0 0 0,0 2 0 0 0,0 0 0 0 0,0 0 0 0 0,0 1-1 0 0,21-4 1 0 0,-25 6 17 0 0,0 1 0 0 0,1 0-1 0 0,-1 0 1 0 0,0 0 0 0 0,0 1-1 0 0,0 0 1 0 0,1 1 0 0 0,-1-1-1 0 0,0 1 1 0 0,-1 1 0 0 0,1-1-1 0 0,0 1 1 0 0,-1 0 0 0 0,1 1-1 0 0,-1 0 1 0 0,0 0 0 0 0,0 0-1 0 0,-1 1 1 0 0,1-1 0 0 0,-1 1-1 0 0,0 1 1 0 0,0-1 0 0 0,0 1-1 0 0,-1 0 1 0 0,0 0 0 0 0,0 0-1 0 0,-1 0 1 0 0,0 1 0 0 0,0-1-1 0 0,0 1 1 0 0,-1 0 0 0 0,0 0-1 0 0,0 0 1 0 0,-1 0 0 0 0,1 0-1 0 0,-2 0 1 0 0,1 10 0 0 0,-1-8 101 0 0,-1 0 0 0 0,0 0 1 0 0,0 0-1 0 0,-1 0 1 0 0,-1 0-1 0 0,1 0 0 0 0,-1-1 1 0 0,-1 1-1 0 0,1-1 1 0 0,-1 0-1 0 0,-1 0 0 0 0,0 0 1 0 0,0-1-1 0 0,0 0 1 0 0,-11 11-1 0 0,9-11 12 0 0,-1 1 0 0 0,1-2 0 0 0,-2 1 0 0 0,1-1 0 0 0,-1-1 0 0 0,0 0 0 0 0,0 0 0 0 0,0 0 0 0 0,-1-1 0 0 0,0-1 0 0 0,0 0 0 0 0,-18 4 0 0 0,21-6-123 0 0,1-1-1 0 0,-1 0 1 0 0,0 0-1 0 0,1 0 1 0 0,-1-1 0 0 0,1 0-1 0 0,-1 0 1 0 0,1 0 0 0 0,-1-1-1 0 0,1 0 1 0 0,0 0 0 0 0,0-1-1 0 0,0 0 1 0 0,0 0-1 0 0,0 0 1 0 0,-6-6 0 0 0,11 8-82 0 0,0 1 1 0 0,0-1 0 0 0,0 0 0 0 0,0 0-1 0 0,1 0 1 0 0,-1 0 0 0 0,0 0 0 0 0,0 0-1 0 0,1 0 1 0 0,-1-1 0 0 0,1 1-1 0 0,-1 0 1 0 0,1 0 0 0 0,-1 0 0 0 0,1-1-1 0 0,0 1 1 0 0,-1 0 0 0 0,1 0 0 0 0,0-1-1 0 0,0 1 1 0 0,0 0 0 0 0,0-1 0 0 0,0 1-1 0 0,1-2 1 0 0,-1 0-207 0 0,1-1 1 0 0,0 1-1 0 0,0-1 0 0 0,0 0 0 0 0,0 1 1 0 0,3-5-1 0 0,1-1-619 0 0,2 1 1 0 0,-1 0-1 0 0,1 1 0 0 0,0 0 1 0 0,1 0-1 0 0,15-12 0 0 0,-14 13-397 0 0,11-10-2152 0 0</inkml:trace>
  <inkml:trace contextRef="#ctx0" brushRef="#br0" timeOffset="1">741 584 636 0 0,'9'-1'1797'0'0,"0"-1"-1"0"0,0 1 0 0 0,0 1 1 0 0,16 0-1 0 0,-2 8-896 0 0,-21-7-622 0 0,0 0-194 0 0,-1 0 1 0 0,1 0-1 0 0,0 0 0 0 0,0 1 0 0 0,-1-1 0 0 0,1 1 0 0 0,-1 0 0 0 0,1-1 0 0 0,-1 1 1 0 0,2 3-1 0 0,16 15 739 0 0,-10-16-518 0 0,0 0-1 0 0,1-1 1 0 0,-1 0-1 0 0,12 1 1 0 0,-18-3-176 0 0,1-1 25 0 0,2 0-106 0 0,-2 0-6 0 0,0 1 1 0 0,0-1-1 0 0,1 0 1 0 0,-1-1-1 0 0,0 1 1 0 0,0-1 0 0 0,0 0-1 0 0,0 0 1 0 0,0 0-1 0 0,0 0 1 0 0,0-1-1 0 0,0 1 1 0 0,-1-1-1 0 0,1 0 1 0 0,0 0 0 0 0,4-4-1 0 0,0-3 21 0 0,1-1 0 0 0,10-16 0 0 0,-16 20-3 0 0,0 1 0 0 0,-1-1-1 0 0,0 0 1 0 0,0 0 0 0 0,0 0 0 0 0,0 0 0 0 0,-1-1 0 0 0,0 1 0 0 0,0 0 0 0 0,-1-7-1 0 0,-1 9-45 0 0,1 3-15 0 0,-1 0 1 0 0,0 0-1 0 0,1 0 1 0 0,-1 0-1 0 0,0 0 0 0 0,0 0 1 0 0,0 1-1 0 0,0-1 1 0 0,0 0-1 0 0,0 0 1 0 0,0 1-1 0 0,0-1 0 0 0,0 1 1 0 0,0-1-1 0 0,0 1 1 0 0,0-1-1 0 0,-1 1 0 0 0,1-1 1 0 0,0 1-1 0 0,0 0 1 0 0,0 0-1 0 0,-1 0 1 0 0,1 0-1 0 0,-2 0 0 0 0,-24 7-24 0 0,22-5 30 0 0,-12 5 2 0 0,0 0-1 0 0,0 1 1 0 0,1 1-1 0 0,1 0 1 0 0,-1 2-1 0 0,1-1 1 0 0,1 2-1 0 0,0 0 1 0 0,1 1 0 0 0,0 0-1 0 0,1 1 1 0 0,1 0-1 0 0,0 1 1 0 0,1 0-1 0 0,-10 20 1 0 0,17-29 8 0 0,0 0 0 0 0,1 0 0 0 0,0 1 0 0 0,0-1 1 0 0,1 0-1 0 0,0 1 0 0 0,0-1 0 0 0,0 1 0 0 0,1 0 0 0 0,0 8 0 0 0,1-12-5 0 0,0 1 0 0 0,0 0 0 0 0,0-1 0 0 0,0 1 0 0 0,0-1-1 0 0,1 1 1 0 0,-1-1 0 0 0,1 0 0 0 0,0 0 0 0 0,0 1 0 0 0,0-1-1 0 0,0-1 1 0 0,1 1 0 0 0,-1 0 0 0 0,1-1 0 0 0,0 1 0 0 0,0-1-1 0 0,0 0 1 0 0,4 3 0 0 0,5 2-175 0 0,1-1 0 0 0,-1 0 0 0 0,1-1 0 0 0,0-1 0 0 0,0 0 0 0 0,0-1 1 0 0,0 0-1 0 0,24 1 0 0 0,-14-3-1440 0 0,1-1 0 0 0,0-1 0 0 0,-1 0 1 0 0,28-7-1 0 0,-10-1-2899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44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407 947 452 0 0,'19'-27'4101'0'0,"-9"13"-2396"0"0,0 0 1 0 0,11-24-1 0 0,-14 22-688 0 0,0 0 0 0 0,-1-1-1 0 0,8-32 1 0 0,-13 44-877 0 0,0-1-1 0 0,0 1 1 0 0,-1 0-1 0 0,0-1 1 0 0,0 1-1 0 0,0 0 1 0 0,-1-1-1 0 0,1 1 1 0 0,-1 0-1 0 0,0-1 1 0 0,-1 1-1 0 0,1 0 0 0 0,-1 0 1 0 0,0 0-1 0 0,-1 0 1 0 0,1 1-1 0 0,-4-6 1 0 0,5 9-129 0 0,-1-1 0 0 0,1 1 1 0 0,-1 0-1 0 0,0 0 0 0 0,1 0 1 0 0,-1-1-1 0 0,0 2 0 0 0,0-1 1 0 0,0 0-1 0 0,0 0 0 0 0,0 0 1 0 0,0 1-1 0 0,0-1 0 0 0,0 1 1 0 0,0 0-1 0 0,-4 0 0 0 0,-33 2 20 0 0,19 3-26 0 0,0 1-1 0 0,0 0 1 0 0,1 2 0 0 0,0 0-1 0 0,0 1 1 0 0,1 1-1 0 0,-33 24 1 0 0,21-10 1 0 0,0 1 0 0 0,2 1 0 0 0,-33 41 1 0 0,50-54-16 0 0,1 1 1 0 0,1 0 0 0 0,-12 21-1 0 0,17-28 20 0 0,1 1-1 0 0,0 0 1 0 0,0 0-1 0 0,0 0 0 0 0,1 0 1 0 0,1 0-1 0 0,-1 1 1 0 0,0 10-1 0 0,2-17-3 0 0,0 0 1 0 0,1 0-1 0 0,-1 0 0 0 0,0 0 0 0 0,1 0 0 0 0,-1 0 0 0 0,1 0 0 0 0,-1 0 1 0 0,1 0-1 0 0,0 0 0 0 0,0-1 0 0 0,0 1 0 0 0,0 0 0 0 0,0-1 1 0 0,0 1-1 0 0,1 0 0 0 0,-1-1 0 0 0,1 0 0 0 0,-1 1 0 0 0,1-1 1 0 0,-1 0-1 0 0,1 0 0 0 0,0 1 0 0 0,-1-1 0 0 0,1-1 0 0 0,0 1 1 0 0,0 0-1 0 0,3 1 0 0 0,0-1 6 0 0,1 1 1 0 0,-1-1-1 0 0,1-1 1 0 0,0 1-1 0 0,-1-1 1 0 0,1 0 0 0 0,0 0-1 0 0,10-2 1 0 0,1-2-58 0 0,1 0 0 0 0,0-2 0 0 0,-1-1 0 0 0,0 0 0 0 0,-1 0 1 0 0,0-2-1 0 0,0 0 0 0 0,0-1 0 0 0,-2-1 0 0 0,1 0 0 0 0,-1-1 1 0 0,-1 0-1 0 0,23-28 0 0 0,-4 1-359 0 0,-3-3 1 0 0,-1 0-1 0 0,40-82 1 0 0,-31 44 500 0 0,-5-2-1 0 0,-3 0 1 0 0,-3-3 0 0 0,-4 0-1 0 0,10-89 1 0 0,-28 151 192 0 0,-1 3-72 0 0,2-31 0 0 0,-5 48-231 0 0,-1 4-20 0 0,-1 0 30 0 0,1 0 0 0 0,-1 0 0 0 0,1 0 0 0 0,0 1-1 0 0,-1-1 1 0 0,1 0 0 0 0,0 1 0 0 0,0-1 0 0 0,0 1-1 0 0,0 0 1 0 0,0-1 0 0 0,0 1 0 0 0,1 0 0 0 0,-2 3-1 0 0,1-4 3 0 0,-176 457 133 0 0,162-416-86 0 0,-40 141 176 0 0,47-147-165 0 0,1 0 0 0 0,2 1 0 0 0,1 43 0 0 0,4-70-31 0 0,0 0-1 0 0,1-1 1 0 0,1 1 0 0 0,0 0-1 0 0,0-1 1 0 0,1 0 0 0 0,0 1-1 0 0,5 9 1 0 0,-5-13-4 0 0,0-1-1 0 0,0 1 1 0 0,0-1 0 0 0,1 0-1 0 0,0 0 1 0 0,0 0 0 0 0,0 0-1 0 0,1-1 1 0 0,-1 0 0 0 0,1 0 0 0 0,0 0-1 0 0,0 0 1 0 0,7 3 0 0 0,-7-6-9 0 0,0 0 1 0 0,1 0 0 0 0,-1 0 0 0 0,1-1 0 0 0,-1 1 0 0 0,0-1 0 0 0,1-1 0 0 0,-1 1 0 0 0,1-1 0 0 0,-1 0 0 0 0,0 0 0 0 0,0 0-1 0 0,1-1 1 0 0,5-3 0 0 0,0 0-6 0 0,0 0 0 0 0,-1-1-1 0 0,0-1 1 0 0,0 0-1 0 0,-1 0 1 0 0,0-1 0 0 0,0 0-1 0 0,-1-1 1 0 0,0 0 0 0 0,0 0-1 0 0,-1-1 1 0 0,7-11-1 0 0,7-16 8 0 0,33-77 0 0 0,-53 113-13 0 0,9-26 429 0 0,13-52-1 0 0,-11 31 78 0 0,-12 45-500 0 0,-1-1 4 0 0,1 4-13 0 0,0 0 1 0 0,0 0-1 0 0,0 0 1 0 0,0-1-1 0 0,0 1 1 0 0,0 0 0 0 0,0 0-1 0 0,0-1 1 0 0,0 1-1 0 0,0 0 1 0 0,0 0-1 0 0,0 0 1 0 0,0-1 0 0 0,0 1-1 0 0,0 0 1 0 0,-1 0-1 0 0,1 0 1 0 0,0 0 0 0 0,0-1-1 0 0,0 1 1 0 0,0 0-1 0 0,0 0 1 0 0,0 0-1 0 0,-1 0 1 0 0,1-1 0 0 0,0 1-1 0 0,0 0 1 0 0,0 0-1 0 0,-1 0 1 0 0,1 0-1 0 0,0 0 1 0 0,0 0 0 0 0,0 0-1 0 0,0 0 1 0 0,-1-1-1 0 0,1 1 1 0 0,0 0 0 0 0,0 0-1 0 0,-1 0 1 0 0,1 0-1 0 0,0 0 1 0 0,0 0-1 0 0,0 0 1 0 0,-1 0 0 0 0,1 0-1 0 0,0 1 1 0 0,-9 5-8 0 0,0 0 1 0 0,1 1 0 0 0,0 0-1 0 0,0 0 1 0 0,1 1-1 0 0,0 0 1 0 0,0 1 0 0 0,1-1-1 0 0,0 1 1 0 0,-7 14 0 0 0,-2 7 15 0 0,1 1 0 0 0,-10 35 0 0 0,20-55 0 0 0,1-1 0 0 0,0 1 0 0 0,1 0 0 0 0,0 0 0 0 0,1 0 1 0 0,0 0-1 0 0,1 0 0 0 0,2 19 0 0 0,-2-25-19 0 0,1 0 0 0 0,1-1 0 0 0,-1 1-1 0 0,0 0 1 0 0,1-1 0 0 0,0 0 0 0 0,0 1 0 0 0,1-1 0 0 0,-1 0 0 0 0,1 0 0 0 0,0 0 0 0 0,0 0 0 0 0,0-1 0 0 0,0 1 0 0 0,1-1 0 0 0,-1 0-1 0 0,1 0 1 0 0,0 0 0 0 0,0 0 0 0 0,0-1 0 0 0,0 0 0 0 0,6 3 0 0 0,0-1-316 0 0,1 0 0 0 0,0-1 0 0 0,0 0 0 0 0,0 0 0 0 0,1-2 0 0 0,-1 1 0 0 0,1-1 0 0 0,-1-1 0 0 0,1 0 0 0 0,-1-1 0 0 0,1 0 0 0 0,-1 0 0 0 0,0-1 0 0 0,0-1 0 0 0,0 0 0 0 0,0-1 0 0 0,0 0 0 0 0,0 0 0 0 0,-1-1 0 0 0,13-8 0 0 0,-8 3-28 0 0,1-1-1 0 0,-1 0 0 0 0,-1-1 1 0 0,0-1-1 0 0,-1 0 1 0 0,0-1-1 0 0,-1-1 1 0 0,-1 0-1 0 0,0 0 0 0 0,-1-1 1 0 0,13-28-1 0 0,-8 6 1457 0 0,-2 0 0 0 0,-1-1 0 0 0,-3-1-1 0 0,7-52 1 0 0,-16 90-983 0 0,1 4-90 0 0,-1 0 0 0 0,0 1 1 0 0,0-1-1 0 0,0 0 0 0 0,0 0 1 0 0,0 1-1 0 0,0-1 1 0 0,-1 4-1 0 0,-72 292 2111 0 0,31-149-303 0 0,41-147-1555 0 0,-3 1 198 0 0,-1 0-119 0 0,1-13-259 0 0,3 2-106 0 0,1 0 1 0 0,1 1-1 0 0,-1-1 1 0 0,1 1-1 0 0,0-1 1 0 0,1 1-1 0 0,5-15 1 0 0,23-52-302 0 0,-30 72 300 0 0,9-16-48 0 0,1 1 0 0 0,0 0 0 0 0,1 0 1 0 0,1 1-1 0 0,0 1 0 0 0,1 0 0 0 0,1 0 1 0 0,0 2-1 0 0,1-1 0 0 0,0 2 1 0 0,1 0-1 0 0,1 1 0 0 0,0 1 0 0 0,21-10 1 0 0,-31 18 34 0 0,-1 0 0 0 0,1 1 0 0 0,-1 0 1 0 0,1 0-1 0 0,-1 0 0 0 0,1 1 1 0 0,-1 0-1 0 0,1 1 0 0 0,0-1 0 0 0,-1 1 1 0 0,1 1-1 0 0,8 2 0 0 0,-12-3 17 0 0,0 0 0 0 0,0 1 0 0 0,0-1 0 0 0,0 1-1 0 0,0 0 1 0 0,0 0 0 0 0,-1 0 0 0 0,1 0 0 0 0,-1 1 0 0 0,1-1-1 0 0,-1 0 1 0 0,0 1 0 0 0,0 0 0 0 0,0 0 0 0 0,0 0 0 0 0,2 5-1 0 0,-1-3 11 0 0,-1 1-1 0 0,0 0 1 0 0,0-1-1 0 0,0 1 1 0 0,-1 0-1 0 0,0 0 0 0 0,0 0 1 0 0,-1 6-1 0 0,-1 31-40 0 0,-12 64 0 0 0,12-99-588 0 0,0 0-1 0 0,0 0 1 0 0,1 0 0 0 0,1 15-1 0 0,-1-20 98 0 0,1 0-1 0 0,0 0 1 0 0,0 0-1 0 0,0 0 1 0 0,0 0-1 0 0,0 0 1 0 0,1 0-1 0 0,-1 0 1 0 0,1 0-1 0 0,0-1 1 0 0,0 1-1 0 0,0 0 1 0 0,0-1-1 0 0,4 4 1 0 0,3 1-3150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46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1026 1868 0 0,'0'-3'2096'0'0,"14"-61"7162"0"0,-13 62-8758 0 0,-4 4-391 0 0,-3 2-62 0 0,1 1 0 0 0,-1 0 0 0 0,1 1 0 0 0,0-1 0 0 0,0 1 0 0 0,1 0 0 0 0,-7 10 0 0 0,-26 55 116 0 0,26-48-109 0 0,3-4 6 0 0,-11 36-1 0 0,2-4 80 0 0,17-48-117 0 0,-1 0-1 0 0,1 0 1 0 0,0 0 0 0 0,0 1-1 0 0,0-1 1 0 0,0 0 0 0 0,0 0-1 0 0,1 1 1 0 0,0-1-1 0 0,0 3 1 0 0,0-3 5 0 0,0-1-7 0 0,0 1 1 0 0,0-1 0 0 0,0 0-1 0 0,0 0 1 0 0,0 0-1 0 0,0 0 1 0 0,0 0 0 0 0,1 0-1 0 0,-1-1 1 0 0,1 1 0 0 0,-1 0-1 0 0,1-1 1 0 0,0 1-1 0 0,0-1 1 0 0,0 0 0 0 0,-1 1-1 0 0,1-1 1 0 0,1 0 0 0 0,-1 0-1 0 0,0 0 1 0 0,0 0-1 0 0,0-1 1 0 0,0 1 0 0 0,1-1-1 0 0,-1 1 1 0 0,0-1 0 0 0,0 0-1 0 0,1 0 1 0 0,2 0-1 0 0,5 0 15 0 0,0 0 0 0 0,-1-1 0 0 0,1 0 0 0 0,-1 0 0 0 0,14-5 0 0 0,-7 0-44 0 0,0 0-1 0 0,-1-1 1 0 0,0-1 0 0 0,0-1-1 0 0,0 0 1 0 0,-1-1 0 0 0,-1 0 0 0 0,0-1-1 0 0,0 0 1 0 0,-1-2 0 0 0,0 1-1 0 0,-1-1 1 0 0,-1-1 0 0 0,0 0 0 0 0,-1 0-1 0 0,0-1 1 0 0,-1 0 0 0 0,-1 0 0 0 0,-1-1-1 0 0,0 0 1 0 0,5-20 0 0 0,-10 29-8 0 0,0-1 1 0 0,-1 1-1 0 0,1-1 1 0 0,-2 1-1 0 0,1-1 1 0 0,-1 1-1 0 0,0-1 1 0 0,0 1-1 0 0,-1-1 1 0 0,0 1-1 0 0,0 0 1 0 0,-1 0-1 0 0,0 0 1 0 0,0 0-1 0 0,-8-10 1 0 0,8 11 4 0 0,-1 1 1 0 0,0 0-1 0 0,-1 0 1 0 0,1 0-1 0 0,-1 0 1 0 0,0 1-1 0 0,0 0 1 0 0,0 0-1 0 0,-1 0 1 0 0,1 1-1 0 0,-1-1 1 0 0,0 2-1 0 0,0-1 1 0 0,0 0-1 0 0,0 1 1 0 0,0 0-1 0 0,-1 1 1 0 0,1-1-1 0 0,-10 0 1 0 0,8 2 2 0 0,1-1 0 0 0,0 1 0 0 0,-1 1 0 0 0,1-1 0 0 0,0 1 0 0 0,0 0 0 0 0,-1 1 0 0 0,1 0-1 0 0,0 0 1 0 0,0 1 0 0 0,1-1 0 0 0,-13 8 0 0 0,17-9 6 0 0,-1 1-1 0 0,1 0 1 0 0,-1-1-1 0 0,1 1 0 0 0,0 0 1 0 0,-1 0-1 0 0,1 1 0 0 0,0-1 1 0 0,1 0-1 0 0,-1 1 1 0 0,0-1-1 0 0,1 1 0 0 0,-1 0 1 0 0,1 0-1 0 0,0-1 1 0 0,0 1-1 0 0,0 0 0 0 0,0 0 1 0 0,0 0-1 0 0,1 0 1 0 0,0 0-1 0 0,-1 0 0 0 0,1 0 1 0 0,0 0-1 0 0,0 0 0 0 0,1 0 1 0 0,-1 0-1 0 0,0 0 1 0 0,1 0-1 0 0,0 0 0 0 0,0 0 1 0 0,0 0-1 0 0,0-1 1 0 0,0 1-1 0 0,3 4 0 0 0,-3-5-61 0 0,1-1 0 0 0,0 1 0 0 0,0 0 0 0 0,0 0 0 0 0,0-1 0 0 0,0 1 0 0 0,0-1 0 0 0,0 0 0 0 0,0 1 0 0 0,1-1 0 0 0,-1 0 0 0 0,0 0 0 0 0,1-1 0 0 0,3 2 0 0 0,34 5-913 0 0,-36-7 869 0 0,12 2-340 0 0,-1-2-1 0 0,1 1 0 0 0,0-2 1 0 0,0 0-1 0 0,-1-1 1 0 0,1-1-1 0 0,-1 0 0 0 0,0-1 1 0 0,0-1-1 0 0,0 0 1 0 0,18-10-1 0 0,-16 6 165 0 0,-1-1 0 0 0,0 0 0 0 0,0-1 0 0 0,-1-1 0 0 0,0-1 1 0 0,-1 0-1 0 0,-1-1 0 0 0,21-28 0 0 0,-8 4 618 0 0,-1-1 0 0 0,-3 0 0 0 0,32-77 1 0 0,28-135 5055 0 0,-54 152-2056 0 0,-20 78-2864 0 0,-11 39-260 0 0,-10 36-124 0 0,-143 556 1519 0 0,142-551-1504 0 0,2 1 0 0 0,3 0 0 0 0,-1 67 0 0 0,10-123-85 0 0,0 0 1 0 0,0 0 0 0 0,0 0 0 0 0,1 0 0 0 0,0 0 0 0 0,-1-1-1 0 0,1 1 1 0 0,1 0 0 0 0,-1 0 0 0 0,0 0 0 0 0,1-1 0 0 0,0 1 0 0 0,0-1-1 0 0,0 1 1 0 0,0-1 0 0 0,1 0 0 0 0,-1 0 0 0 0,1 0 0 0 0,0 0-1 0 0,0 0 1 0 0,0 0 0 0 0,0-1 0 0 0,0 0 0 0 0,7 4 0 0 0,-5-4 0 0 0,0 0-1 0 0,1 0 1 0 0,-1-1 0 0 0,1 1 0 0 0,0-1 0 0 0,-1-1 0 0 0,1 1 0 0 0,0-1 0 0 0,-1 0 0 0 0,1 0 0 0 0,0-1 0 0 0,0 0 0 0 0,-1 0 0 0 0,1 0-1 0 0,-1-1 1 0 0,10-3 0 0 0,3-3-6 0 0,0-1-1 0 0,-1-1 0 0 0,0 0 1 0 0,-1-1-1 0 0,0-1 0 0 0,-1-1 1 0 0,26-27-1 0 0,-16 12 289 0 0,-1-1 0 0 0,-1-1 0 0 0,22-39-1 0 0,-24 29 626 0 0,18-44-1 0 0,-38 82-920 0 0,-1 2-3 0 0,0-1 1 0 0,0 1 0 0 0,0 0-1 0 0,0-1 1 0 0,0 1 0 0 0,0-1-1 0 0,1 1 1 0 0,-1 0 0 0 0,0-1-1 0 0,0 1 1 0 0,0-1 0 0 0,0 1-1 0 0,-1 0 1 0 0,1-1 0 0 0,0 1-1 0 0,0-1 1 0 0,0 1 0 0 0,0 0-1 0 0,0-1 1 0 0,0 1 0 0 0,-1 0-1 0 0,1-1 1 0 0,0 1 0 0 0,0-1-1 0 0,0 1 1 0 0,-1 0 0 0 0,1 0-1 0 0,0-1 1 0 0,-1 1 0 0 0,1 0-1 0 0,0-1 1 0 0,-1 1 0 0 0,1 0-1 0 0,0 0 1 0 0,-1 0 0 0 0,1-1-1 0 0,0 1 1 0 0,-1 0 0 0 0,1 0-1 0 0,0 0 1 0 0,-1 0 0 0 0,1 0-1 0 0,-1 0 1 0 0,1 0 0 0 0,0 0-1 0 0,-1 0 1 0 0,-21 1-22 0 0,9 5 9 0 0,0 1 0 0 0,1 0 0 0 0,-1 1 1 0 0,1 0-1 0 0,1 1 0 0 0,0 1 0 0 0,0-1 0 0 0,-16 21 0 0 0,14-14-19 0 0,0 1 1 0 0,1 0-1 0 0,1 1 1 0 0,1 0-1 0 0,-14 33 1 0 0,22-47-48 0 0,1 0 0 0 0,0 0 1 0 0,-1 0-1 0 0,1 0 0 0 0,1-1 1 0 0,-1 1-1 0 0,1 0 0 0 0,-1 0 0 0 0,1 1 1 0 0,0-1-1 0 0,0 0 0 0 0,1 0 0 0 0,-1 0 1 0 0,1 0-1 0 0,0-1 0 0 0,0 1 1 0 0,1 0-1 0 0,-1 0 0 0 0,1 0 0 0 0,-1-1 1 0 0,1 1-1 0 0,3 3 0 0 0,-1-2-176 0 0,0-1-1 0 0,1 1 0 0 0,-1-1 1 0 0,1 0-1 0 0,0 0 1 0 0,1-1-1 0 0,-1 0 0 0 0,1 0 1 0 0,-1 0-1 0 0,1 0 1 0 0,0-1-1 0 0,0 0 0 0 0,9 2 1 0 0,8 1-426 0 0,0-1 0 0 0,1-1-1 0 0,0-1 1 0 0,-1-1 0 0 0,1-1 0 0 0,0-1 0 0 0,0-1 0 0 0,-1-1 0 0 0,46-13 0 0 0,-42 8 632 0 0,0-1 0 0 0,-1-1 0 0 0,-1-2 0 0 0,0 0 0 0 0,0-2 0 0 0,-1-1 0 0 0,-1-1 0 0 0,24-20 0 0 0,-16 7 974 0 0,-1-1 1 0 0,33-42-1 0 0,-40 41 1113 0 0,-1-1-1 0 0,28-55 1 0 0,-49 85-1958 0 0,0-1 0 0 0,0 1 0 0 0,0-1 0 0 0,-1 1 0 0 0,1-1 0 0 0,-1 1 0 0 0,0-1 0 0 0,0-3 0 0 0,0 5-75 0 0,0 1 1 0 0,0-1 0 0 0,0 0 0 0 0,0 1 0 0 0,0-1 0 0 0,0 1 0 0 0,0-1 0 0 0,0 0 0 0 0,0 1-1 0 0,0-1 1 0 0,-1 1 0 0 0,1-1 0 0 0,0 1 0 0 0,0-1 0 0 0,-1 1 0 0 0,1-1 0 0 0,0 1 0 0 0,-1-1-1 0 0,1 1 1 0 0,0-1 0 0 0,-1 1 0 0 0,1-1 0 0 0,-1 1 0 0 0,1 0 0 0 0,-1-1 0 0 0,1 1 0 0 0,-1 0-1 0 0,1-1 1 0 0,-1 1 0 0 0,1 0 0 0 0,-1 0 0 0 0,0-1 0 0 0,1 1 0 0 0,-1 0 0 0 0,1 0 0 0 0,-1 0-1 0 0,0 0 1 0 0,1 0 0 0 0,-1 0 0 0 0,0 0 0 0 0,-7 2-4 0 0,1-1 0 0 0,0 2 0 0 0,0-1 0 0 0,-1 1 0 0 0,2 0 0 0 0,-1 0 0 0 0,0 1 0 0 0,1 0 0 0 0,0 0 0 0 0,-10 9 0 0 0,-8 8-26 0 0,-25 30 1 0 0,33-34 18 0 0,-2 4 10 0 0,-32 44 0 0 0,42-53 32 0 0,1 1-1 0 0,0-1 0 0 0,1 2 0 0 0,0-1 0 0 0,-6 20 0 0 0,12-31-14 0 0,0 0-1 0 0,0 0 1 0 0,-1 0-1 0 0,1 0 1 0 0,0 1-1 0 0,1-1 1 0 0,-1 0-1 0 0,0 0 1 0 0,1 0-1 0 0,-1 0 1 0 0,1-1-1 0 0,-1 1 1 0 0,1 0-1 0 0,0 0 1 0 0,0 0-1 0 0,0 0 1 0 0,0-1-1 0 0,0 1 1 0 0,0 0-1 0 0,1-1 1 0 0,-1 1-1 0 0,0-1 1 0 0,1 1-1 0 0,2 1 1 0 0,-1-1 28 0 0,0 0 0 0 0,0 0 0 0 0,0 0 0 0 0,0 0 0 0 0,0-1 0 0 0,1 1 0 0 0,-1-1 0 0 0,1 0 0 0 0,-1 0 0 0 0,1 0 0 0 0,-1-1 0 0 0,1 1 0 0 0,-1-1 0 0 0,7 0 0 0 0,8-2 19 0 0,1 0-1 0 0,-1-2 0 0 0,0 0 0 0 0,0-1 0 0 0,0 0 0 0 0,-1-2 0 0 0,0 0 0 0 0,0-1 0 0 0,-1-1 0 0 0,1 0 0 0 0,27-22 0 0 0,-12 3-55 0 0,-1-2-1 0 0,-2-1 0 0 0,-1-1 1 0 0,-1-2-1 0 0,42-68 1 0 0,-34 38-93 0 0,-3-1 0 0 0,40-114 0 0 0,-55 128 34 0 0,-3-1 0 0 0,-3 0 0 0 0,-1-1-1 0 0,-3 0 1 0 0,1-97 0 0 0,-10 65-314 0 0,1 82 325 0 0,-2 3-11 0 0,3-1 42 0 0,-1 1 0 0 0,0 0 1 0 0,0 0-1 0 0,0-1 0 0 0,0 1 1 0 0,0 0-1 0 0,1 0 0 0 0,-1 0 1 0 0,0 0-1 0 0,0 0 1 0 0,0 0-1 0 0,0 0 0 0 0,0 1 1 0 0,1-1-1 0 0,-1 0 0 0 0,0 0 1 0 0,0 1-1 0 0,-1-1 0 0 0,-6 9-10 0 0,-1 0-1 0 0,1 1 1 0 0,1-1-1 0 0,0 2 0 0 0,0-1 1 0 0,-6 15-1 0 0,-31 75-31 0 0,32-72 38 0 0,-21 57 17 0 0,3 3-1 0 0,-25 126 0 0 0,47-175 20 0 0,2 0 0 0 0,1 1 1 0 0,1 40-1 0 0,4-69-443 0 0,0 1 0 0 0,1 0 1 0 0,0-1-1 0 0,1 1 0 0 0,1-1 1 0 0,0 0-1 0 0,0 0 0 0 0,1 0 0 0 0,0 0 1 0 0,1 0-1 0 0,0-1 0 0 0,1 0 1 0 0,0 0-1 0 0,15 18 0 0 0,13-2-4566 0 0,-30-23 3987 0 0,16 10-4012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47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67 688 0 0,'-239'-43'11991'0'0,"158"28"-9171"0"0,57 8-1236 0 0,72 6-1883 0 0,0 1 0 0 0,76 12 0 0 0,11 1-3180 0 0,-38-13-2013 0 0,-50 0 681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48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33 1968 0 0,'37'-33'11946'0'0,"-39"80"-11446"0"0,-15 91 0 0 0,-22 45-336 0 0,30-144-120 0 0,-34 137 169 0 0,-88 231-1 0 0,117-371-156 0 0,3-5 157 0 0,-23 44 0 0 0,32-73-168 0 0,2-1-41 0 0,0-1-1 0 0,-1 1 1 0 0,1-1-1 0 0,-1 1 1 0 0,1-1 0 0 0,-1 0-1 0 0,1 1 1 0 0,-1-1-1 0 0,1 1 1 0 0,-1-1-1 0 0,1 0 1 0 0,-1 1 0 0 0,0-1-1 0 0,1 0 1 0 0,-1 0-1 0 0,0 0 1 0 0,1 1-1 0 0,-1-1 1 0 0,-1 0-1 0 0,1-2-3 0 0,-1 0-1 0 0,1 0 0 0 0,0 0 0 0 0,0 0 0 0 0,-1 0 0 0 0,1 0 0 0 0,1 0 0 0 0,-1-1 1 0 0,0 1-1 0 0,0 0 0 0 0,1 0 0 0 0,0-1 0 0 0,-1 1 0 0 0,1-1 0 0 0,0 1 0 0 0,0 0 1 0 0,0-1-1 0 0,0 1 0 0 0,1 0 0 0 0,0-5 0 0 0,1-3-23 0 0,0-24 8 0 0,2 0-1 0 0,2 1 1 0 0,1 0 0 0 0,2 0 0 0 0,1 1 0 0 0,1 0-1 0 0,2 0 1 0 0,1 2 0 0 0,1-1 0 0 0,2 2 0 0 0,1 0-1 0 0,37-44 1 0 0,-47 64-2 0 0,1 0-1 0 0,0 0 1 0 0,1 1 0 0 0,0 0-1 0 0,0 1 1 0 0,1 0 0 0 0,0 0-1 0 0,0 1 1 0 0,0 1 0 0 0,1 0-1 0 0,19-5 1 0 0,-26 9 10 0 0,-1 0-1 0 0,1 1 1 0 0,-1 0-1 0 0,1 0 1 0 0,-1 1-1 0 0,1-1 1 0 0,-1 1-1 0 0,1 0 1 0 0,-1 0 0 0 0,1 0-1 0 0,-1 1 1 0 0,0-1-1 0 0,0 1 1 0 0,8 4-1 0 0,-3 0-1 0 0,-1-1 0 0 0,1 1 0 0 0,-1 1-1 0 0,15 14 1 0 0,-15-12 14 0 0,-1-1 1 0 0,0 2-1 0 0,-1-1 1 0 0,1 1-1 0 0,-2 0 0 0 0,1 0 1 0 0,-2 1-1 0 0,1-1 0 0 0,-1 1 1 0 0,-1 0-1 0 0,0 0 0 0 0,1 13 1 0 0,-2-9 4 0 0,-1-1 1 0 0,-1 0-1 0 0,0 0 1 0 0,-1 0-1 0 0,-1 1 1 0 0,0-1-1 0 0,-1 0 1 0 0,-1-1-1 0 0,-5 16 1 0 0,2-12 63 0 0,0 1 0 0 0,-2-1 0 0 0,0 0 0 0 0,-1-1 0 0 0,-1 0 0 0 0,0 0-1 0 0,-1-1 1 0 0,-1-1 0 0 0,0 0 0 0 0,-1-1 0 0 0,0 0 0 0 0,-1-1 0 0 0,-1-1 0 0 0,-30 18 0 0 0,32-23 34 0 0,-1 0-1 0 0,1-1 0 0 0,-1-1 1 0 0,0 0-1 0 0,0-1 1 0 0,-1-1-1 0 0,1 0 0 0 0,0-1 1 0 0,-1 0-1 0 0,1-2 1 0 0,-1 0-1 0 0,1 0 1 0 0,0-2-1 0 0,-22-5 0 0 0,32 7-274 0 0,0-1 1 0 0,0 0-1 0 0,0-1 0 0 0,0 1 0 0 0,0-1 0 0 0,0 0 0 0 0,1 0 0 0 0,-1-1 0 0 0,1 1 0 0 0,0-1 0 0 0,0 0 0 0 0,-5-6 0 0 0,9 9-12 0 0,0-1 0 0 0,-1 0 0 0 0,1 1 0 0 0,0-1 0 0 0,0 0-1 0 0,0 1 1 0 0,0-1 0 0 0,0 1 0 0 0,1-1 0 0 0,-1 0 0 0 0,0 1-1 0 0,1-1 1 0 0,-1 1 0 0 0,1-1 0 0 0,0 1 0 0 0,-1-1-1 0 0,1 1 1 0 0,0-1 0 0 0,0 1 0 0 0,0 0 0 0 0,0-1 0 0 0,0 1-1 0 0,0 0 1 0 0,2-1 0 0 0,35-26-5434 0 0,-23 17 1983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49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298 157 2048 0 0,'14'-24'7756'0'0,"-5"5"-4283"0"0,1 31-3199 0 0,-1 30-122 0 0,-5-21-99 0 0,1 0 0 0 0,0 0 0 0 0,2 0 0 0 0,15 31 0 0 0,-19-46-36 0 0,0 0 1 0 0,1-1 0 0 0,-1 0 0 0 0,1 1 0 0 0,1-1 0 0 0,-1-1-1 0 0,1 1 1 0 0,0-1 0 0 0,0 1 0 0 0,0-2 0 0 0,0 1 0 0 0,1 0-1 0 0,-1-1 1 0 0,1 0 0 0 0,0 0 0 0 0,0-1 0 0 0,0 0 0 0 0,1 0-1 0 0,-1 0 1 0 0,10 1 0 0 0,-6-2-6 0 0,0-1 1 0 0,1 0-1 0 0,-1 0 0 0 0,0-1 0 0 0,0 0 1 0 0,0 0-1 0 0,0-1 0 0 0,-1-1 1 0 0,1 0-1 0 0,0 0 0 0 0,-1-1 1 0 0,0 0-1 0 0,0-1 0 0 0,0 0 1 0 0,-1 0-1 0 0,16-12 0 0 0,-11 5-2 0 0,0 0 0 0 0,-1 0 1 0 0,0-1-1 0 0,-1-1 0 0 0,0 0 0 0 0,-1-1 0 0 0,-1 0 0 0 0,0 0 1 0 0,8-20-1 0 0,17-67 822 0 0,-18 48 485 0 0,-13 37-1119 0 0,-3 14-38 0 0,-2 6-152 0 0,1 0 1 0 0,-1 0-1 0 0,1 0 1 0 0,-1 1-1 0 0,1-1 1 0 0,-1 5-1 0 0,2-8-7 0 0,-66 214 89 0 0,-10 35 268 0 0,-58 206 353 0 0,98-338-602 0 0,-74 197 443 0 0,83-250 18 0 0,-4-2 0 0 0,-67 105-1 0 0,87-153-289 0 0,0 0 0 0 0,0 0 0 0 0,-22 19 0 0 0,26-27-101 0 0,0 0 0 0 0,-1 0 0 0 0,0-1 0 0 0,0 0 0 0 0,0-1 1 0 0,-1 1-1 0 0,0-2 0 0 0,-9 4 0 0 0,16-7-157 0 0,1 1 0 0 0,0-1 1 0 0,-1 0-1 0 0,1 0 0 0 0,-1 0 1 0 0,1 0-1 0 0,0 0 0 0 0,-1 0 1 0 0,1-1-1 0 0,0 1 0 0 0,-1 0 1 0 0,1-1-1 0 0,0 1 0 0 0,0-1 1 0 0,-1 1-1 0 0,0-2 0 0 0,-2 0 36 0 0,0 1-29 0 0,-1-1 0 0 0,1 0 0 0 0,1-1 0 0 0,-1 1 0 0 0,0-1 0 0 0,1 0 0 0 0,-1 0 0 0 0,1 0 0 0 0,0 0 0 0 0,0 0 0 0 0,0-1 0 0 0,0 1 0 0 0,1-1 0 0 0,-1 0 0 0 0,1 0 0 0 0,0 0 0 0 0,0 0 0 0 0,1 0 0 0 0,-3-6 0 0 0,-1-7-2 0 0,1 0 0 0 0,1 0 0 0 0,-3-26 0 0 0,5 21-32 0 0,1 0 0 0 0,1 1-1 0 0,1-1 1 0 0,1 0 0 0 0,1 1 0 0 0,1 0 0 0 0,0 0 0 0 0,10-22 0 0 0,2 1-223 0 0,2-1 1 0 0,43-67-1 0 0,-36 70-387 0 0,2 1 0 0 0,2 1 0 0 0,1 2 0 0 0,2 1 0 0 0,2 2 0 0 0,1 1 0 0 0,44-30 0 0 0,-35 31-2298 0 0,2 3 1 0 0,0 2-1 0 0,72-29 0 0 0,-75 38-1989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4:51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1165 1872 0 0,'-8'14'4847'0'0,"4"-7"-4062"0"0,-4 4 117 0 0,1 1 1 0 0,0 0 0 0 0,1 1 0 0 0,0-1 0 0 0,-7 25 0 0 0,12-35-700 0 0,-3 23 4754 0 0,7-38-4611 0 0,164-614 120 0 0,-141 543-520 0 0,3 1 0 0 0,48-93 0 0 0,-60 143 18 0 0,1 0 1 0 0,2 2-1 0 0,2 0 0 0 0,0 1 1 0 0,2 1-1 0 0,1 1 1 0 0,52-43-1 0 0,-72 66 25 0 0,1 1 0 0 0,0 0 0 0 0,1 0 0 0 0,-1 0 0 0 0,1 1 0 0 0,0 0 0 0 0,0 0-1 0 0,0 0 1 0 0,0 1 0 0 0,0 0 0 0 0,0 1 0 0 0,1 0 0 0 0,12-1 0 0 0,-15 2 7 0 0,0 1-1 0 0,0 0 1 0 0,0 0 0 0 0,0 0 0 0 0,0 0 0 0 0,0 1-1 0 0,0 0 1 0 0,-1 0 0 0 0,1 0 0 0 0,-1 0 0 0 0,1 1 0 0 0,-1 0-1 0 0,0 0 1 0 0,0 0 0 0 0,0 0 0 0 0,0 1 0 0 0,-1-1 0 0 0,1 1-1 0 0,-1 0 1 0 0,4 6 0 0 0,0 2 0 0 0,0 0 0 0 0,-1 1 0 0 0,0 0 0 0 0,-1 0 0 0 0,0 0 0 0 0,-1 1 0 0 0,0 0 0 0 0,-2 0 0 0 0,1 0 0 0 0,-2 0 0 0 0,0 0 0 0 0,0 0 0 0 0,-2 0 1 0 0,1 0-1 0 0,-5 21 0 0 0,0-9 12 0 0,-2 1 0 0 0,0-1 1 0 0,-1-1-1 0 0,-2 0 1 0 0,-1 0-1 0 0,-1 0 1 0 0,-17 26-1 0 0,14-28 10 0 0,-1 0-1 0 0,0-1 1 0 0,-2-1 0 0 0,-1-1 0 0 0,0 0-1 0 0,-27 20 1 0 0,35-32-5 0 0,0 0 0 0 0,-1-1 1 0 0,0 0-1 0 0,0 0 0 0 0,0-1 0 0 0,-1-1 0 0 0,0 0 0 0 0,0-1 0 0 0,-1-1 0 0 0,1 0 1 0 0,-1 0-1 0 0,0-2 0 0 0,-27 1 0 0 0,27-4-10 0 0,1 0-1 0 0,-1-1 1 0 0,1-1-1 0 0,0 0 1 0 0,0-1-1 0 0,0 0 1 0 0,1-1-1 0 0,-16-10 1 0 0,2 3 0 0 0,20 9-2 0 0,-16-15-42 0 0,22 19 38 0 0,0-1-1 0 0,-1 1 1 0 0,1-1 0 0 0,-1 1 0 0 0,1-1-1 0 0,-1 1 1 0 0,1-1 0 0 0,-1 1 0 0 0,1 0-1 0 0,-1-1 1 0 0,0 1 0 0 0,1 0-1 0 0,-1-1 1 0 0,0 1 0 0 0,1 0 0 0 0,-1 0-1 0 0,0 0 1 0 0,1-1 0 0 0,-1 1 0 0 0,0 0-1 0 0,1 0 1 0 0,-2 0 0 0 0,2 0-1 0 0,-1-1 1 0 0,1 1-1 0 0,0 0 1 0 0,-1-1 0 0 0,1 1-1 0 0,0-1 1 0 0,-1 1-1 0 0,1-1 1 0 0,0 1 0 0 0,0-1-1 0 0,-1 1 1 0 0,1-1-1 0 0,0 1 1 0 0,0-1 0 0 0,0 1-1 0 0,0-1 1 0 0,0 1-1 0 0,0-1 1 0 0,0 1 0 0 0,0-1-1 0 0,0 1 1 0 0,0-1-1 0 0,0 1 1 0 0,0-1 0 0 0,0 1-1 0 0,0-1 1 0 0,0 0-1 0 0,0 1 1 0 0,1-1 0 0 0,-1 1-1 0 0,0-1 1 0 0,0 1-1 0 0,1 0 1 0 0,-1-1 0 0 0,0 1-1 0 0,1-1 1 0 0,-1 1-1 0 0,0-1 1 0 0,1 1 0 0 0,-1 0-1 0 0,1-1 1 0 0,-1 1-1 0 0,1 0 1 0 0,-1 0 0 0 0,1-1-1 0 0,-1 1 1 0 0,1 0-1 0 0,-1 0 1 0 0,2-1 0 0 0,5 1-5 0 0,0 1 0 0 0,0-1-1 0 0,1 1 1 0 0,-1 0 0 0 0,0 1 0 0 0,0 0 0 0 0,0 0 0 0 0,0 0 0 0 0,0 1 0 0 0,-1 0 0 0 0,1 0 0 0 0,-1 1 0 0 0,0 0 0 0 0,0 0 0 0 0,0 0-1 0 0,0 1 1 0 0,8 9 0 0 0,5 6 6 0 0,0 0-1 0 0,-2 2 0 0 0,22 33 1 0 0,-17-16 26 0 0,32 76 1 0 0,-40-80-4 0 0,2 0 0 0 0,2-1 0 0 0,25 36 1 0 0,-33-57 10 0 0,1-1 1 0 0,0-1-1 0 0,1 0 1 0 0,0 0-1 0 0,1-1 1 0 0,17 10-1 0 0,-22-16 0 0 0,0 0 0 0 0,0-1 0 0 0,14 4 0 0 0,-18-6-31 0 0,-1-1 21 0 0,0 1-29 0 0,2-1-81 0 0,0 0 0 0 0,0 0 0 0 0,0 0 0 0 0,-1-1-1 0 0,1 1 1 0 0,0-1 0 0 0,7-3 0 0 0,19-7-3415 0 0,-21 7 1385 0 0</inkml:trace>
  <inkml:trace contextRef="#ctx0" brushRef="#br0" timeOffset="1">1379 1081 1056 0 0,'33'-27'9858'0'0,"-10"7"-3442"0"0,-18 15-5137 0 0,8-8 1214 0 0,-7 14-1632 0 0,-5 9-631 0 0,-3 9-216 0 0,-2 0-1 0 0,0-1 0 0 0,-2 1 0 0 0,0-1 1 0 0,0 0-1 0 0,-11 18 0 0 0,-11 31 36 0 0,17-34-48 0 0,0 1 0 0 0,3 0-1 0 0,-6 41 1 0 0,13-72-91 0 0,1-1 0 0 0,-1 0 0 0 0,1 1 0 0 0,0-1 0 0 0,0 0 1 0 0,0 0-1 0 0,0 1 0 0 0,1-1 0 0 0,-1 0 0 0 0,0 1 0 0 0,1-1 0 0 0,0 0 0 0 0,-1 0 0 0 0,1 0 0 0 0,0 1 0 0 0,0-1 1 0 0,1 0-1 0 0,-1 0 0 0 0,0-1 0 0 0,0 1 0 0 0,1 0 0 0 0,-1 0 0 0 0,1 0 0 0 0,0-1 0 0 0,0 1 0 0 0,-1-1 0 0 0,1 0 0 0 0,0 1 1 0 0,0-1-1 0 0,0 0 0 0 0,0 0 0 0 0,1 0 0 0 0,-1 0 0 0 0,0-1 0 0 0,4 2 0 0 0,1-1-632 0 0,0-1 0 0 0,-1 1 0 0 0,1-1 0 0 0,0-1-1 0 0,0 1 1 0 0,0-1 0 0 0,-1 0 0 0 0,1-1 0 0 0,0 1 0 0 0,10-5 0 0 0,-2-1-2888 0 0,-3-1-1534 0 0</inkml:trace>
  <inkml:trace contextRef="#ctx0" brushRef="#br0" timeOffset="2">1695 685 2332 0 0,'-20'-18'8231'0'0,"-9"-11"-532"0"0,7 5-5427 0 0</inkml:trace>
  <inkml:trace contextRef="#ctx0" brushRef="#br0" timeOffset="3">3392 2075 5216 0 0,'0'0'6357'0'0,"18"4"-3133"0"0,-6 0-3684 0 0,-3 5-2636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08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318 454 252 0 0,'10'-7'10127'0'0,"-9"6"-9830"0"0,1 1 0 0 0,-1-1 0 0 0,0 0 0 0 0,0 0 0 0 0,0 0 0 0 0,0 0 0 0 0,-1 0 1 0 0,1 0-1 0 0,0 0 0 0 0,0 0 0 0 0,0 0 0 0 0,-1 0 0 0 0,1 0 0 0 0,0-2 0 0 0,-1 2-297 0 0,0 0-1 0 0,0 0 1 0 0,0 0-1 0 0,0 0 1 0 0,-1 0 0 0 0,1 0-1 0 0,0 0 1 0 0,-1 0-1 0 0,1 0 1 0 0,-1 0-1 0 0,1 1 1 0 0,-1-1 0 0 0,1 0-1 0 0,-1 0 1 0 0,1 0-1 0 0,-1 1 1 0 0,0-1 0 0 0,0 0-1 0 0,0 0 1 0 0,-1-1 21 0 0,2 2-19 0 0,-1 0-1 0 0,1 0 1 0 0,0 0 0 0 0,-1 0-1 0 0,1 0 1 0 0,-1 0 0 0 0,1 0-1 0 0,0 0 1 0 0,-1 0-1 0 0,1 0 1 0 0,-1-1 0 0 0,1 1-1 0 0,0 0 1 0 0,-1 0 0 0 0,1-1-1 0 0,0 1 1 0 0,-1 0 0 0 0,1 0-1 0 0,0-1 1 0 0,0 1 0 0 0,-1 0-1 0 0,1-1 1 0 0,0 1 0 0 0,0 0-1 0 0,-1-1 1 0 0,1 1-1 0 0,0 0 1 0 0,0-1 0 0 0,-2-2 3 0 0,0 0 0 0 0,0 0 1 0 0,-1 0-1 0 0,1 0 0 0 0,0 1 0 0 0,-6-5 1 0 0,-96-68-11 0 0,78 58-9 0 0,-25-11 12 0 0,35 20-35 0 0,1-1 0 0 0,-21-14 0 0 0,34 22 5 0 0,-5-6-229 0 0,348-51 273 0 0,106-55-325 0 0,-311 72 442 0 0,-134 41-151 0 0,-1 14-18 0 0,-4-7 87 0 0,1 0 0 0 0,-1 0 1 0 0,-1-1-1 0 0,1 1 0 0 0,-1-1 0 0 0,-5 7 0 0 0,-3 6 122 0 0,-30 58 342 0 0,4 3 0 0 0,3 0 0 0 0,4 2 0 0 0,-34 143 0 0 0,3-6 533 0 0,52-187-603 0 0,-1-1 1 0 0,-25 48 0 0 0,30-68-273 0 0,-1 0 0 0 0,0 0 1 0 0,0-1-1 0 0,-1 0 0 0 0,0-1 0 0 0,-1 1 1 0 0,0-1-1 0 0,0-1 0 0 0,-21 15 0 0 0,20-18-109 0 0,-1 0-1 0 0,1-1 1 0 0,-1 0-1 0 0,0 0 1 0 0,0-1-1 0 0,0 0 1 0 0,0-1-1 0 0,0-1 1 0 0,0 0-1 0 0,-21 0 0 0 0,-7-4-16 0 0,-68-12 0 0 0,82 10-28 0 0,-101-28 30 0 0,117 30-187 0 0,0 0 0 0 0,-1 0 1 0 0,-9-6-1 0 0,13 6-155 0 0,3 2-223 0 0,0-3-456 0 0,3 4 939 0 0,0-1 0 0 0,-1 1-1 0 0,1 0 1 0 0,0 0 0 0 0,0 0-1 0 0,0 0 1 0 0,-1 0 0 0 0,1-1 0 0 0,0 1-1 0 0,0 0 1 0 0,-1 0 0 0 0,1 0 0 0 0,0-1-1 0 0,0 1 1 0 0,0 0 0 0 0,0 0 0 0 0,0 0-1 0 0,-1-1 1 0 0,1 1 0 0 0,0 0 0 0 0,0 0-1 0 0,0-1 1 0 0,0 1 0 0 0,0 0 0 0 0,0 0-1 0 0,0-1 1 0 0,0 1 0 0 0,0 0 0 0 0,0-1-1 0 0,0 1 1 0 0,0 0 0 0 0,0 0-1 0 0,0-1 1 0 0,0 1 0 0 0,0-1 0 0 0,5-4-981 0 0,0 1 1 0 0,0-1 0 0 0,1 1-1 0 0,-1 0 1 0 0,1 0-1 0 0,0 1 1 0 0,10-5 0 0 0,-3 2-1929 0 0,7-5-2053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10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94 100 1464 0 0,'14'-23'7017'0'0,"19"-42"1"0"0,-33 63-6494 0 0,0 1-414 0 0,1 1-1 0 0,-1-1 0 0 0,0 1 0 0 0,0-1 1 0 0,0 1-1 0 0,1-1 0 0 0,-1 1 0 0 0,0-1 1 0 0,0 1-1 0 0,1 0 0 0 0,-1-1 0 0 0,0 1 1 0 0,1-1-1 0 0,-1 1 0 0 0,1 0 0 0 0,-1-1 0 0 0,0 1 1 0 0,1 0-1 0 0,-1-1 0 0 0,1 1 0 0 0,-1 0 1 0 0,1 0-1 0 0,-1 0 0 0 0,1-1 0 0 0,1 3-34 0 0,0-1-1 0 0,-1 1 0 0 0,1-1 0 0 0,-1 1 1 0 0,1 0-1 0 0,-1 0 0 0 0,0 0 0 0 0,0 0 1 0 0,0 0-1 0 0,0 0 0 0 0,0 0 0 0 0,0 0 1 0 0,0 0-1 0 0,-1 1 0 0 0,1-1 0 0 0,-1 0 0 0 0,1 0 1 0 0,-1 1-1 0 0,0-1 0 0 0,0 0 0 0 0,0 1 1 0 0,-1 1-1 0 0,-4 64 849 0 0,4-60-832 0 0,-21 144 541 0 0,-76 269 0 0 0,62-309-267 0 0,35-110-281 0 0,-5-27-78 0 0,9 11-49 0 0,1-1 0 0 0,0 1-1 0 0,1-1 1 0 0,1 1 0 0 0,11-22 0 0 0,-2 11-97 0 0,33-44 1 0 0,-35 53 102 0 0,1 0 0 0 0,0 1 0 0 0,1 1 0 0 0,31-23 0 0 0,-35 30 19 0 0,0 0-1 0 0,0 1 0 0 0,1 0 1 0 0,0 1-1 0 0,0 0 0 0 0,0 1 0 0 0,1 0 1 0 0,21-3-1 0 0,-28 6 12 0 0,0 0 0 0 0,0 1-1 0 0,-1 0 1 0 0,1 0 0 0 0,0 0 0 0 0,0 1-1 0 0,-1 0 1 0 0,1 0 0 0 0,-1 1 0 0 0,1-1-1 0 0,-1 1 1 0 0,1 0 0 0 0,-1 1 0 0 0,0-1-1 0 0,0 1 1 0 0,0 0 0 0 0,7 6 0 0 0,-8-6 6 0 0,-1 1 0 0 0,1 0-1 0 0,-1 0 1 0 0,0 0 0 0 0,0 1 0 0 0,0-1 0 0 0,-1 1 0 0 0,1-1 0 0 0,-1 1 0 0 0,0 0 0 0 0,0 0 0 0 0,-1 0 0 0 0,0 0 0 0 0,0 0 0 0 0,0 0 0 0 0,0 0 0 0 0,-1 1 0 0 0,0-1 0 0 0,0 8 0 0 0,-3 11 3 0 0,0 0 1 0 0,-1 0 0 0 0,-1-1 0 0 0,-12 31 0 0 0,-13 64-111 0 0,30-116 97 0 0,-1 1 0 0 0,1 0 0 0 0,-1-1 0 0 0,1 1 0 0 0,0 0 0 0 0,0-1 0 0 0,1 1 0 0 0,0 4 0 0 0,-1-6 5 0 0,0 0-1 0 0,0 0 1 0 0,0 1-1 0 0,1-1 1 0 0,-1 0-1 0 0,0 0 1 0 0,1 0 0 0 0,-1 0-1 0 0,1 0 1 0 0,0 1-1 0 0,-1-1 1 0 0,1 0-1 0 0,0 0 1 0 0,-1-1-1 0 0,1 1 1 0 0,0 0-1 0 0,0 0 1 0 0,0 0 0 0 0,0 0-1 0 0,1 0 1 0 0,4 1-59 0 0,1-1 0 0 0,-1 0 0 0 0,1-1 0 0 0,-1 1-1 0 0,1-1 1 0 0,-1 0 0 0 0,0-1 0 0 0,1 1 0 0 0,-1-2 0 0 0,1 1 0 0 0,-1 0 0 0 0,0-1 0 0 0,0 0 0 0 0,0-1 0 0 0,0 1 0 0 0,6-5 0 0 0,15-7-459 0 0,50-37 1 0 0,-51 32 371 0 0,-2-1 1 0 0,0-2-1 0 0,-1 0 1 0 0,-1-1-1 0 0,-1-1 1 0 0,-1-1 0 0 0,-1-1-1 0 0,-2-1 1 0 0,0 0-1 0 0,15-36 1 0 0,-30 58 129 0 0,1 0 1 0 0,-1-1 0 0 0,0 1 0 0 0,-1-1 0 0 0,1 1 0 0 0,-1-1-1 0 0,1-8 1 0 0,-2 12-19 0 0,-4 2 7 0 0,0 1 28 0 0,0-1 0 0 0,1 1 1 0 0,-1 0-1 0 0,0 0 0 0 0,1 1 1 0 0,-1-1-1 0 0,0 1 0 0 0,1 0 0 0 0,0 0 1 0 0,-1 0-1 0 0,-5 5 0 0 0,-36 38-16 0 0,29-29 18 0 0,-2 2 9 0 0,1 1 0 0 0,-27 39-1 0 0,38-48-3 0 0,1-1-1 0 0,0 1 1 0 0,0-1-1 0 0,0 2 1 0 0,1-1 0 0 0,1 0-1 0 0,0 1 1 0 0,0-1-1 0 0,-1 14 1 0 0,4-20-8 0 0,0-1 0 0 0,0 0 0 0 0,0 1 0 0 0,0-1 0 0 0,1 0 0 0 0,-1 0 0 0 0,1 1 0 0 0,0-1 1 0 0,0 0-1 0 0,0 0 0 0 0,0 0 0 0 0,1 0 0 0 0,-1 0 0 0 0,1 0 0 0 0,-1 0 0 0 0,1 0 0 0 0,3 2 0 0 0,-2-1-17 0 0,1-1 0 0 0,0 0 0 0 0,0 0-1 0 0,0 0 1 0 0,0 0 0 0 0,1-1 0 0 0,-1 0 0 0 0,1 0 0 0 0,-1 0 0 0 0,8 2-1 0 0,6 0-87 0 0,0-1 0 0 0,0-1-1 0 0,1 0 1 0 0,36-2 0 0 0,-27-1-298 0 0,0-2 0 0 0,0-1-1 0 0,0-1 1 0 0,0-1 0 0 0,-1-1 0 0 0,0-2 0 0 0,44-20 0 0 0,-50 18 217 0 0,1-1 0 0 0,-2-1 0 0 0,0-1 0 0 0,0-1-1 0 0,-2-1 1 0 0,0 0 0 0 0,0-1 0 0 0,-2-1 0 0 0,18-24 0 0 0,-10 6 333 0 0,20-41 0 0 0,-3 5 680 0 0,-40 69-707 0 0,0 3-77 0 0,-1 0 1 0 0,0-1-1 0 0,1 1 0 0 0,-1 0 1 0 0,1-1-1 0 0,-1 1 0 0 0,0 0 1 0 0,1 0-1 0 0,-1-1 0 0 0,1 1 1 0 0,-1 0-1 0 0,0 0 0 0 0,1 0 1 0 0,-1 0-1 0 0,1 0 0 0 0,-1-1 1 0 0,1 1-1 0 0,-1 0 0 0 0,1 0 1 0 0,-1 0-1 0 0,1 0 0 0 0,-1 0 1 0 0,1 0-1 0 0,-1 1 0 0 0,1-1 1 0 0,1 6 113 0 0,-1 0-1 0 0,1 1 1 0 0,-2-1 0 0 0,1 1 0 0 0,-1-1 0 0 0,0 1 0 0 0,0-1 0 0 0,0 0 0 0 0,-1 1 0 0 0,0-1 0 0 0,-4 11 0 0 0,-4 12 145 0 0,-15 34 1 0 0,12-33-166 0 0,-1-2-10 0 0,-19 32 0 0 0,7-14 671 0 0,17-36-280 0 0,3-13-78 0 0,4 2-425 0 0,1 0-1 0 0,-1 0 1 0 0,1 0 0 0 0,0 0 0 0 0,0 0-1 0 0,0 0 1 0 0,-1 0 0 0 0,1 0 0 0 0,0 0-1 0 0,0 0 1 0 0,0 0 0 0 0,0 0-1 0 0,1 0 1 0 0,-1 0 0 0 0,0 0 0 0 0,0 0-1 0 0,1-2 1 0 0,14-27 5 0 0,1 0 1 0 0,0 1-1 0 0,3 0 0 0 0,27-33 1 0 0,-34 48-26 0 0,1 1 0 0 0,0-1-1 0 0,1 2 1 0 0,0 0 0 0 0,1 1 0 0 0,0 0 0 0 0,1 1 0 0 0,0 1 0 0 0,23-10 0 0 0,-30 14-1 0 0,3 1-6 0 0,24 3-17 0 0,-28 1 51 0 0,-1 1 1 0 0,0-1-1 0 0,0 2 0 0 0,0-1 1 0 0,0 1-1 0 0,0 0 0 0 0,0 0 1 0 0,0 1-1 0 0,-1 0 1 0 0,1 0-1 0 0,-1 1 0 0 0,0-1 1 0 0,0 1-1 0 0,0 1 0 0 0,0-1 1 0 0,-1 1-1 0 0,0 0 0 0 0,0 0 1 0 0,0 1-1 0 0,-1-1 0 0 0,1 1 1 0 0,-1 0-1 0 0,-1 0 0 0 0,1 1 1 0 0,-1-1-1 0 0,0 1 1 0 0,-1 0-1 0 0,1 0 0 0 0,-1 0 1 0 0,-1 0-1 0 0,1 0 0 0 0,-1 0 1 0 0,0 0-1 0 0,-1 0 0 0 0,0 0 1 0 0,0 1-1 0 0,-2 9 0 0 0,-2 5 164 0 0,-1 0 0 0 0,-1 0 0 0 0,-1-1 0 0 0,-1 0 0 0 0,-21 40 0 0 0,-4 11 120 0 0,33-71-292 0 0,-1 0-1 0 0,1 0 1 0 0,0 0 0 0 0,-1 0 0 0 0,1 0-1 0 0,0 0 1 0 0,0 0 0 0 0,-1 0 0 0 0,1 0-1 0 0,0 0 1 0 0,0 0 0 0 0,0 0-1 0 0,0 0 1 0 0,1 0 0 0 0,-1 0 0 0 0,0 0-1 0 0,0 0 1 0 0,0 0 0 0 0,1 0 0 0 0,-1 0-1 0 0,1 0 1 0 0,-1 0 0 0 0,1 0 0 0 0,-1 0-1 0 0,1 0 1 0 0,0 1 0 0 0,0-1-14 0 0,-1-1 7 0 0,1 1 1 0 0,-1-1-1 0 0,0 0 0 0 0,0 0 0 0 0,0 0 0 0 0,0 1 0 0 0,0-1 1 0 0,1 0-1 0 0,-1 0 0 0 0,0 0 0 0 0,0 0 0 0 0,0 0 1 0 0,1 0-1 0 0,-1 1 0 0 0,0-1 0 0 0,0 0 0 0 0,0 0 0 0 0,1 0 1 0 0,-1 0-1 0 0,0 0 0 0 0,0 0 0 0 0,0 0 0 0 0,1 0 0 0 0,-1 0 1 0 0,0 0-1 0 0,0 0 0 0 0,1 0 0 0 0,-1 0 0 0 0,0 0 1 0 0,0 0-1 0 0,0 0 0 0 0,1 0 0 0 0,-1-1 0 0 0,32-2-284 0 0,0-2 0 0 0,51-15 0 0 0,64-28-2931 0 0,-129 41 2741 0 0,119-40-6399 0 0,-64 21 81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11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121 914 1392 0 0,'-3'2'2274'0'0,"-57"40"6120"0"0,51-35-7631 0 0,1 1-1 0 0,0-1 1 0 0,0 2 0 0 0,-11 15-1 0 0,18-23-736 0 0,1 0 0 0 0,-1 0 0 0 0,0 0 0 0 0,1 0 0 0 0,-1 0 0 0 0,1 0 0 0 0,0 0 0 0 0,-1 0 0 0 0,1 0 0 0 0,0 0 0 0 0,0 0 0 0 0,-1 0 0 0 0,1 0 0 0 0,0 0 0 0 0,0 0 0 0 0,0 0-1 0 0,1 1 1 0 0,-1-1 0 0 0,0 0 0 0 0,0 0 0 0 0,0 0 0 0 0,1 0 0 0 0,-1 0 0 0 0,0 0 0 0 0,1 0 0 0 0,-1 0 0 0 0,1 0 0 0 0,0 0 0 0 0,-1 0 0 0 0,1-1 0 0 0,0 1 0 0 0,-1 0-1 0 0,1 0 1 0 0,0 0 0 0 0,0-1 0 0 0,0 1 0 0 0,0 0 0 0 0,-1-1 0 0 0,1 1 0 0 0,0-1 0 0 0,0 1 0 0 0,0-1 0 0 0,0 0 0 0 0,0 1 0 0 0,0-1 0 0 0,1 0 0 0 0,-1 0 0 0 0,0 1 0 0 0,0-1-1 0 0,0 0 1 0 0,0 0 0 0 0,0 0 0 0 0,2-1 0 0 0,13-2 26 0 0,-1-1-1 0 0,0-1 1 0 0,1 0-1 0 0,-2-1 1 0 0,1-1-1 0 0,26-16 1 0 0,-20 8-75 0 0,0 0 0 0 0,-2-1 1 0 0,33-35-1 0 0,-18 11-336 0 0,-2-1-1 0 0,-2-2 1 0 0,42-80 0 0 0,-33 41-12 0 0,-3-1 0 0 0,-5-2 0 0 0,-2-1 0 0 0,-5-2 0 0 0,15-98 0 0 0,-39 140 237 0 0,-26 73 384 0 0,-30 69 845 0 0,-45 109-1 0 0,79-157-917 0 0,-79 192 441 0 0,88-203-546 0 0,2 0-1 0 0,2 0 0 0 0,1 1 1 0 0,-4 65-1 0 0,12-95-57 0 0,0-1-1 0 0,0 1 0 0 0,0 0 0 0 0,1-1 1 0 0,1 1-1 0 0,-1-1 0 0 0,1 0 1 0 0,0 1-1 0 0,1-1 0 0 0,-1 0 1 0 0,2 0-1 0 0,-1-1 0 0 0,7 12 1 0 0,-6-13-30 0 0,0-1 1 0 0,1 0-1 0 0,-1 1 1 0 0,1-1-1 0 0,0-1 1 0 0,0 1-1 0 0,0-1 1 0 0,0 1-1 0 0,1-2 1 0 0,-1 1-1 0 0,1 0 1 0 0,-1-1 0 0 0,1 0-1 0 0,0-1 1 0 0,0 1-1 0 0,0-1 1 0 0,7 0-1 0 0,5 1-282 0 0,0-1 0 0 0,1-1 0 0 0,-1-1-1 0 0,0 0 1 0 0,0-1 0 0 0,0-1 0 0 0,0-1-1 0 0,32-11 1 0 0,-28 6-71 0 0,0-1 0 0 0,-1-1-1 0 0,0-1 1 0 0,0-1-1 0 0,-1-1 1 0 0,18-17 0 0 0,-4 0-56 0 0,-2-2-1 0 0,-1-1 1 0 0,-2-2 0 0 0,-2 0 0 0 0,-1-2-1 0 0,33-65 1 0 0,-31 47 703 0 0,-3-1 0 0 0,26-91 0 0 0,-9-34 3589 0 0,-42 180-3368 0 0,-12 17 186 0 0,-1 6-32 0 0,0 1 0 0 0,-14 34 0 0 0,6-10-120 0 0,-115 254 1116 0 0,110-231-1446 0 0,4 1 1 0 0,-21 107-1 0 0,42-172-190 0 0,-1 0 2 0 0,1 0 1 0 0,0 1-1 0 0,1-1 1 0 0,-1 1-1 0 0,1-1 1 0 0,0 0 0 0 0,0 1-1 0 0,1-1 1 0 0,0 1-1 0 0,1 6 1 0 0,-1-11-13 0 0,-1-1 0 0 0,1 1 0 0 0,0 0 0 0 0,-1 0 0 0 0,1-1 0 0 0,0 1 0 0 0,0-1 0 0 0,0 1 0 0 0,-1-1 0 0 0,1 1 0 0 0,0-1 0 0 0,0 1 0 0 0,0-1 0 0 0,0 1 0 0 0,0-1 0 0 0,0 0 0 0 0,0 0 0 0 0,0 0 0 0 0,0 1 0 0 0,0-1 0 0 0,0 0 0 0 0,0 0 0 0 0,0 0 0 0 0,0 0 0 0 0,0-1 0 0 0,0 1 0 0 0,0 0 0 0 0,0 0 0 0 0,0-1 0 0 0,0 1 0 0 0,-1 0 0 0 0,1-1 0 0 0,0 1 0 0 0,0-1 0 0 0,1 0 0 0 0,9-5-30 0 0,-1-1 0 0 0,1 0 1 0 0,-1-1-1 0 0,0 0 0 0 0,-1 0 1 0 0,9-11-1 0 0,51-66-536 0 0,-25 30 354 0 0,-34 43 167 0 0,26-31-112 0 0,44-41 0 0 0,-68 73 130 0 0,0 1-1 0 0,0 0 0 0 0,1 1 0 0 0,1 0 0 0 0,-1 1 0 0 0,1 1 0 0 0,1 0 1 0 0,23-8-1 0 0,-36 15 24 0 0,0-1 0 0 0,1 1 0 0 0,-1-1-1 0 0,1 1 1 0 0,-1 0 0 0 0,1 0 0 0 0,-1 0 0 0 0,1 0 0 0 0,-1 1 0 0 0,1-1 0 0 0,-1 1 0 0 0,0-1 0 0 0,1 1 0 0 0,-1 0 0 0 0,0 0 0 0 0,1 0 0 0 0,-1 0 0 0 0,0 0 0 0 0,0 1 0 0 0,0-1 0 0 0,0 0-1 0 0,0 1 1 0 0,0 0 0 0 0,0-1 0 0 0,-1 1 0 0 0,1 0 0 0 0,-1 0 0 0 0,1 0 0 0 0,1 4 0 0 0,1 1 22 0 0,0 0-1 0 0,-1 0 1 0 0,0 0 0 0 0,-1 0-1 0 0,1 1 1 0 0,-1-1-1 0 0,1 15 1 0 0,-2-3 48 0 0,-1 1-1 0 0,-1-1 1 0 0,-1 1 0 0 0,-1-1-1 0 0,-9 34 1 0 0,-3 18 18 0 0,10-42-56 0 0,3-23-18 0 0,0 0 0 0 0,1 0 0 0 0,0 1 0 0 0,0-1 0 0 0,0 0 1 0 0,1 0-1 0 0,0 0 0 0 0,0 1 0 0 0,1-1 0 0 0,-1 0 1 0 0,1 0-1 0 0,1 0 0 0 0,2 9 0 0 0,-3-14-8 0 0,1 1 0 0 0,-1-1-1 0 0,1 0 1 0 0,0 0 0 0 0,-1 1-1 0 0,1-1 1 0 0,0 0 0 0 0,0 0 0 0 0,0-1-1 0 0,-1 1 1 0 0,1 0 0 0 0,0 0-1 0 0,0-1 1 0 0,0 0 0 0 0,0 1 0 0 0,0-1-1 0 0,0 0 1 0 0,1 0 0 0 0,-1 0 0 0 0,0 0-1 0 0,0 0 1 0 0,0 0 0 0 0,2-1-1 0 0,13-2 4 0 0,-1 0 0 0 0,0-1 0 0 0,1-1-1 0 0,-2 0 1 0 0,1-1 0 0 0,0-1 0 0 0,-1 0-1 0 0,-1-1 1 0 0,1-1 0 0 0,14-12 0 0 0,10-9-21 0 0,-1-1 0 0 0,44-47 1 0 0,-52 46 9 0 0,45-62 0 0 0,-63 76-4 0 0,-1 0-1 0 0,0-1 0 0 0,-1 0 0 0 0,-1-1 0 0 0,9-29 0 0 0,-18 48 6 0 0,0 0-1 0 0,0 0 1 0 0,1 0 0 0 0,-1 0 0 0 0,0 0-1 0 0,0-1 1 0 0,-1 1 0 0 0,1 0-1 0 0,0 0 1 0 0,0 0 0 0 0,0 0-1 0 0,-1 0 1 0 0,1 0 0 0 0,-1 0-1 0 0,1 0 1 0 0,-1 0 0 0 0,1 0-1 0 0,-1 0 1 0 0,1 0 0 0 0,-1 0 0 0 0,0 0-1 0 0,0 1 1 0 0,1-1 0 0 0,-1 0-1 0 0,0 0 1 0 0,0 1 0 0 0,0-1-1 0 0,0 0 1 0 0,0 1 0 0 0,0-1-1 0 0,0 1 1 0 0,0-1 0 0 0,0 1-1 0 0,0 0 1 0 0,0-1 0 0 0,0 1 0 0 0,0 0-1 0 0,0 0 1 0 0,-1 0 0 0 0,1 0-1 0 0,0 0 1 0 0,0 0 0 0 0,0 0-1 0 0,0 0 1 0 0,0 0 0 0 0,-2 1-1 0 0,-5 1 10 0 0,0 1 0 0 0,0 0-1 0 0,0 0 1 0 0,1 0-1 0 0,0 1 1 0 0,-1 0 0 0 0,1 1-1 0 0,1 0 1 0 0,-11 8-1 0 0,-6 9 106 0 0,-23 26-1 0 0,39-41-94 0 0,-3 4 24 0 0,1 0-1 0 0,0 1 1 0 0,1-1 0 0 0,0 2-1 0 0,1-1 1 0 0,0 1 0 0 0,1 0 0 0 0,1 0-1 0 0,-6 21 1 0 0,9-27-18 0 0,1-1 1 0 0,0 1-1 0 0,0-1 1 0 0,1 1-1 0 0,0 0 1 0 0,0-1-1 0 0,0 1 1 0 0,1 0-1 0 0,0-1 1 0 0,1 1-1 0 0,-1-1 1 0 0,1 1-1 0 0,0-1 1 0 0,1 0-1 0 0,-1 1 1 0 0,1-2-1 0 0,1 1 1 0 0,-1 0-1 0 0,1 0 1 0 0,0-1-1 0 0,0 0 1 0 0,7 7-1 0 0,-1-4-7 0 0,0 1-1 0 0,1-2 1 0 0,0 1 0 0 0,1-1-1 0 0,-1-1 1 0 0,1 0-1 0 0,0-1 1 0 0,1 0 0 0 0,0-1-1 0 0,-1 0 1 0 0,1-1-1 0 0,1 0 1 0 0,-1-1 0 0 0,14 0-1 0 0,-11-1-540 0 0,0-1 0 0 0,1 0 0 0 0,-1-1 0 0 0,0-1-1 0 0,0 0 1 0 0,0-2 0 0 0,0 0 0 0 0,-1 0 0 0 0,1-1 0 0 0,-1-1-1 0 0,18-10 1 0 0,-26 12-1008 0 0,0-1-1 0 0,0 0 0 0 0,12-12 0 0 0,-1-1-4354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11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68 408 0 0,'-118'14'5440'0'0,"-39"7"1370"0"0,153-20-6341 0 0,23-3 233 0 0,429-57-899 0 0,-194 29-6022 0 0,-162 18 1210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31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282 176 616 0 0,'1'-3'1536'0'0,"6"-21"672"0"0,-1-1 0 0 0,-1 1 1 0 0,-2-1-1 0 0,1-39 1 0 0,-4 64-2195 0 0,0-1 0 0 0,0 1 1 0 0,0-1-1 0 0,0 1 0 0 0,0 0 0 0 0,0-1 1 0 0,0 1-1 0 0,0 0 0 0 0,0-1 0 0 0,0 1 1 0 0,0-1-1 0 0,-1 1 0 0 0,1 0 0 0 0,0-1 1 0 0,0 1-1 0 0,0 0 0 0 0,0-1 0 0 0,-1 1 1 0 0,1 0-1 0 0,0 0 0 0 0,0-1 0 0 0,-1 1 1 0 0,1 0-1 0 0,0 0 0 0 0,-1-1 0 0 0,1 1 1 0 0,0 0-1 0 0,-1 0 0 0 0,1 0 0 0 0,0 0 1 0 0,-1-1-1 0 0,1 1 0 0 0,0 0 0 0 0,-1 0 1 0 0,1 0-1 0 0,-1 0 0 0 0,1 0 0 0 0,0 0 1 0 0,-1 0-1 0 0,1 0 0 0 0,0 0 0 0 0,-1 0 1 0 0,1 0-1 0 0,-1 0 0 0 0,1 0 0 0 0,-1 1 1 0 0,-13 4 116 0 0,5 3-65 0 0,0 0 1 0 0,0 0 0 0 0,1 1-1 0 0,0 0 1 0 0,1 0 0 0 0,0 1-1 0 0,-10 18 1 0 0,8-14-6 0 0,-27 42 4 0 0,2 2 0 0 0,3 1 0 0 0,2 2 0 0 0,-24 74 0 0 0,49-122-66 0 0,1-1-1 0 0,0 1 1 0 0,1 0 0 0 0,-1 25-1 0 0,2-35 4 0 0,1-1 0 0 0,0 1 1 0 0,0 0-1 0 0,1-1 0 0 0,-1 1 0 0 0,0-1 0 0 0,1 1 0 0 0,-1-1 0 0 0,1 1 0 0 0,0-1 0 0 0,0 1 1 0 0,0-1-1 0 0,0 1 0 0 0,1-1 0 0 0,-1 0 0 0 0,0 0 0 0 0,1 1 0 0 0,0-1 0 0 0,-1 0 0 0 0,1-1 1 0 0,0 1-1 0 0,0 0 0 0 0,0 0 0 0 0,0-1 0 0 0,1 1 0 0 0,-1-1 0 0 0,0 0 0 0 0,1 0 0 0 0,-1 0 0 0 0,0 0 1 0 0,4 1-1 0 0,4-1 8 0 0,-1 0 0 0 0,1-1 0 0 0,-1 0 0 0 0,1 0 0 0 0,-1-1 0 0 0,1 0 0 0 0,-1-1 0 0 0,1 0 0 0 0,-1-1 0 0 0,0 1 0 0 0,0-2-1 0 0,0 1 1 0 0,-1-1 0 0 0,9-6 0 0 0,2-1 17 0 0,0-1 0 0 0,-1-1 0 0 0,-1 0 0 0 0,31-32 0 0 0,-40 35-22 0 0,1 0 0 0 0,-2 0 0 0 0,1-1 0 0 0,-1-1 0 0 0,-1 1 0 0 0,0-1 0 0 0,-1 0 0 0 0,0 0 0 0 0,0-1 0 0 0,-2 0 0 0 0,1 1 0 0 0,-2-1 0 0 0,2-22 0 0 0,-3 24-25 0 0,-1 0 0 0 0,0 0 0 0 0,0 0 0 0 0,-2 0 0 0 0,1 0 0 0 0,-1 1-1 0 0,-1-1 1 0 0,0 0 0 0 0,0 1 0 0 0,-1 0 0 0 0,-1 0 0 0 0,0 0-1 0 0,0 0 1 0 0,-1 1 0 0 0,0-1 0 0 0,-12-13 0 0 0,13 19 8 0 0,1 0 1 0 0,-2 0 0 0 0,1 0-1 0 0,0 1 1 0 0,-1 0 0 0 0,1 0 0 0 0,-1 0-1 0 0,0 0 1 0 0,0 1 0 0 0,0 0-1 0 0,0 1 1 0 0,-1-1 0 0 0,1 1-1 0 0,0 0 1 0 0,-8 0 0 0 0,2 1 5 0 0,0 0 0 0 0,1 1 0 0 0,-1 0 1 0 0,0 0-1 0 0,1 1 0 0 0,-1 1 0 0 0,-17 6 0 0 0,15-4-42 0 0,8-3 14 0 0,0 0 0 0 0,0 1 0 0 0,1 0 0 0 0,-1 0 0 0 0,-8 5 0 0 0,13-7 18 0 0,16-1-15 0 0,0-1 23 0 0,-1-1-1 0 0,1 0 0 0 0,-1-1 0 0 0,1-1 0 0 0,20-8 0 0 0,-2 0-21 0 0,0 1-1 0 0,1 1 1 0 0,1 2-1 0 0,0 1 1 0 0,0 2-1 0 0,66-1 0 0 0,-85 7 35 0 0,-1 0 1 0 0,1 0-1 0 0,-1 2 0 0 0,1 0 0 0 0,-1 1 0 0 0,0 0 0 0 0,0 1 0 0 0,0 1 0 0 0,-1 0 0 0 0,0 1 0 0 0,0 1 0 0 0,-1 0 0 0 0,0 0 0 0 0,0 2 0 0 0,-1 0 0 0 0,0 0 0 0 0,19 22 0 0 0,-23-21 8 0 0,0 1 0 0 0,-1 0 0 0 0,0 0-1 0 0,0 1 1 0 0,-1 0 0 0 0,-1 0 0 0 0,-1 0 0 0 0,0 1 0 0 0,0-1 0 0 0,-1 1-1 0 0,-1 0 1 0 0,0 0 0 0 0,-1 0 0 0 0,-1 0 0 0 0,0 1 0 0 0,-1-1-1 0 0,-3 16 1 0 0,2-14 22 0 0,-5 50 539 0 0,7-64-180 0 0,0-3-387 0 0,-1 0-1 0 0,1-1 0 0 0,-1 1 0 0 0,1 0 0 0 0,0-1 1 0 0,0 1-1 0 0,0-1 0 0 0,0 1 0 0 0,0 0 1 0 0,0-1-1 0 0,0 1 0 0 0,0-1 0 0 0,0 1 0 0 0,1 0 1 0 0,0-3-1 0 0,7-27 5 0 0,3 0 0 0 0,0 0 0 0 0,2 1 0 0 0,1 1 0 0 0,32-51 0 0 0,-32 60-30 0 0,0 1 0 0 0,2 0 0 0 0,0 1 0 0 0,1 0 0 0 0,0 2 1 0 0,2 0-1 0 0,0 1 0 0 0,32-20 0 0 0,-42 30-2 0 0,1 0 0 0 0,-1 1-1 0 0,1 0 1 0 0,0 0 0 0 0,0 1 0 0 0,0 1 0 0 0,1-1-1 0 0,-1 2 1 0 0,20-2 0 0 0,-25 3 23 0 0,0 0 0 0 0,0 1 0 0 0,-1 0 0 0 0,1-1 0 0 0,0 1 0 0 0,-1 1 0 0 0,1-1 0 0 0,-1 1 0 0 0,1 0 0 0 0,-1 0 0 0 0,0 0 0 0 0,1 0 0 0 0,-1 1 0 0 0,0 0 0 0 0,-1-1 0 0 0,1 2 0 0 0,0-1 0 0 0,-1 0 0 0 0,0 1 0 0 0,0-1-1 0 0,0 1 1 0 0,0 0 0 0 0,3 7 0 0 0,-2-3 31 0 0,0 1 0 0 0,-1 0 0 0 0,0-1 0 0 0,-1 1 0 0 0,0 0 0 0 0,0 0 0 0 0,-1 0-1 0 0,0 1 1 0 0,0 9 0 0 0,-2 13-1 0 0,-7 41-1 0 0,1-16-22 0 0,7-54-5 0 0,-1 0 0 0 0,1 0-1 0 0,0 0 1 0 0,-1 0-1 0 0,1 0 1 0 0,1 0 0 0 0,-1 1-1 0 0,0-1 1 0 0,1 0-1 0 0,-1 0 1 0 0,1 0-1 0 0,0 0 1 0 0,2 4 0 0 0,-1-2 8 0 0,-1-3-4 0 0,1 0-1 0 0,-1 0 0 0 0,0 0 0 0 0,1 0 0 0 0,0-1 0 0 0,-1 1 0 0 0,1 0 0 0 0,0-1 0 0 0,0 1 0 0 0,0-1 0 0 0,0 1 0 0 0,0-1 0 0 0,0 0 0 0 0,0 0 0 0 0,0 0 0 0 0,0 0 0 0 0,1 0 1 0 0,-1-1-1 0 0,0 1 0 0 0,4 0 0 0 0,5 0-49 0 0,-1 0 0 0 0,0-1 1 0 0,13 0-1 0 0,-17 0-15 0 0,49-4-1367 0 0,103-20 0 0 0,50-27-3733 0 0,-175 42 3799 0 0,46-11-2450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33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524 151 424 0 0,'43'-100'10224'0'0,"-39"92"-9632"0"0,-1 0-1 0 0,1 0 1 0 0,0 1-1 0 0,8-11 1 0 0,-11 16-385 0 0,-1 3-197 0 0,1-1 1 0 0,0 1 0 0 0,0 0 0 0 0,-1-1 0 0 0,1 1-1 0 0,-1 0 1 0 0,1-1 0 0 0,0 1 0 0 0,-1 0 0 0 0,1 0-1 0 0,-1-1 1 0 0,0 1 0 0 0,1 0 0 0 0,0 1 0 0 0,0 16 220 0 0,-1-1 1 0 0,0 0-1 0 0,-6 34 1 0 0,-16 56 702 0 0,14-73-744 0 0,-90 305 866 0 0,32-123-910 0 0,28-54-1888 0 0,25-103-1791 0 0,13-56 2642 0 0,3 6-1146 0 0</inkml:trace>
  <inkml:trace contextRef="#ctx0" brushRef="#br0" timeOffset="1">201 385 60 0 0,'-34'-5'3302'0'0,"1"1"0"0"0,-67 1 0 0 0,76 10-2890 0 0,23-7-401 0 0,1 0 0 0 0,-1 0 0 0 0,1 0 0 0 0,0 0 0 0 0,-1 0 0 0 0,1 0 0 0 0,-1 1 0 0 0,1-1 0 0 0,0 0 0 0 0,-1 0 0 0 0,1 0 0 0 0,-1 1 0 0 0,1-1 0 0 0,0 0 0 0 0,-1 1 0 0 0,1-1 0 0 0,0 0 0 0 0,0 1 0 0 0,-1-1 0 0 0,1 0 0 0 0,0 1 0 0 0,0-1 0 0 0,-1 0 0 0 0,1 1 0 0 0,0-1 0 0 0,0 1 0 0 0,0-1 0 0 0,0 1 0 0 0,0-1 0 0 0,0 0 0 0 0,0 1 0 0 0,0-1 0 0 0,0 1 0 0 0,0-1 0 0 0,0 1 0 0 0,0-1 0 0 0,0 0 0 0 0,0 1 0 0 0,0-1 0 0 0,0 1 0 0 0,0-1 0 0 0,0 1 0 0 0,1-1 0 0 0,-1 0 0 0 0,0 1 0 0 0,0-1 0 0 0,1 1 0 0 0,1 1 33 0 0,1-1 0 0 0,0 1 0 0 0,-1 0 0 0 0,1-1 0 0 0,0 0 0 0 0,0 0 0 0 0,0 0 1 0 0,0 0-1 0 0,0 0 0 0 0,0 0 0 0 0,0-1 0 0 0,0 0 0 0 0,0 1 0 0 0,5-2 0 0 0,53-3 221 0 0,-42 2-173 0 0,251-42 343 0 0,-195 29-380 0 0,3-2 43 0 0,149-51 0 0 0,-203 58-63 0 0,-1-1 0 0 0,0-1 0 0 0,-1-1 0 0 0,0-1 0 0 0,-1-1 0 0 0,27-25 0 0 0,-17 9 289 0 0,-29 29-294 0 0,0-3-57 0 0,-4 15-3 0 0,-59 109 338 0 0,-73 159 865 0 0,44-19-811 0 0,52-141-268 0 0,-3 7 3811 0 0,40-141-3583 0 0,2 7-276 0 0,1 1 1 0 0,0-1 0 0 0,0 1-1 0 0,0 0 1 0 0,1 0 0 0 0,1 0-1 0 0,5-9 1 0 0,-6 10-30 0 0,11-21-18 0 0,1 0 0 0 0,1 1 0 0 0,2 1 0 0 0,0 0 0 0 0,2 2 0 0 0,1 0 0 0 0,0 1 0 0 0,2 1 0 0 0,1 1 0 0 0,35-23 0 0 0,-56 41-8 0 0,0 1 0 0 0,0 0-1 0 0,0 0 1 0 0,1 1 0 0 0,-1-1 0 0 0,1 1-1 0 0,-1-1 1 0 0,1 1 0 0 0,0 0 0 0 0,-1 0-1 0 0,1 1 1 0 0,0-1 0 0 0,-1 1 0 0 0,1 0-1 0 0,0 0 1 0 0,0 0 0 0 0,0 0 0 0 0,-1 1-1 0 0,1-1 1 0 0,0 1 0 0 0,-1 0 0 0 0,1 0-1 0 0,0 1 1 0 0,-1-1 0 0 0,1 1-1 0 0,-1 0 1 0 0,0 0 0 0 0,5 3 0 0 0,-2 0 1 0 0,-1 0-1 0 0,-1 0 1 0 0,1 1 0 0 0,-1 0 0 0 0,0 0 0 0 0,0 0 0 0 0,-1 0 0 0 0,1 0-1 0 0,-1 1 1 0 0,-1-1 0 0 0,1 1 0 0 0,-1 0 0 0 0,0 0 0 0 0,1 10-1 0 0,-1 9-1 0 0,-1 0-1 0 0,-1 1 1 0 0,-1-1-1 0 0,-6 32 0 0 0,-1 42-41 0 0,8-99 55 0 0,0 1 1 0 0,0 0-1 0 0,0 0 0 0 0,0 0 0 0 0,0-1 1 0 0,1 1-1 0 0,-1 0 0 0 0,1 0 0 0 0,-1-1 0 0 0,1 1 1 0 0,-1 0-1 0 0,1-1 0 0 0,0 1 0 0 0,0 0 1 0 0,0-1-1 0 0,0 1 0 0 0,0-1 0 0 0,0 0 1 0 0,0 1-1 0 0,1-1 0 0 0,-1 0 0 0 0,2 2 1 0 0,0-2-1 0 0,-1 0 0 0 0,1 0 0 0 0,-1 0 0 0 0,1 0 0 0 0,0-1 0 0 0,-1 1 0 0 0,1-1 0 0 0,0 1 0 0 0,0-1 0 0 0,-1 0 0 0 0,1 0 1 0 0,0 0-1 0 0,3-1 0 0 0,7-2 10 0 0,-1 0-1 0 0,1-1 1 0 0,0 0 0 0 0,20-10 0 0 0,-6 0-4 0 0,0-2-1 0 0,-2 0 1 0 0,0-1 0 0 0,-1-2-1 0 0,-1 0 1 0 0,0-2-1 0 0,-2 0 1 0 0,-1-2 0 0 0,0 0-1 0 0,-2-1 1 0 0,0-1 0 0 0,-2-1-1 0 0,-1 0 1 0 0,16-39-1 0 0,-30 63-26 0 0,1 0 0 0 0,-1-1-1 0 0,0 1 1 0 0,-1-1-1 0 0,1 1 1 0 0,0-1-1 0 0,-1 1 1 0 0,1-1 0 0 0,-1 0-1 0 0,0 1 1 0 0,0-1-1 0 0,0 1 1 0 0,0-1 0 0 0,0 0-1 0 0,-1 1 1 0 0,1-1-1 0 0,-1 1 1 0 0,-1-5-1 0 0,1 7 16 0 0,1-1 0 0 0,-1 1-1 0 0,1-1 1 0 0,-1 1 0 0 0,0-1-1 0 0,1 1 1 0 0,-1-1-1 0 0,0 1 1 0 0,1 0 0 0 0,-1-1-1 0 0,0 1 1 0 0,0 0 0 0 0,1 0-1 0 0,-1 0 1 0 0,0 0 0 0 0,0-1-1 0 0,1 1 1 0 0,-1 0-1 0 0,0 0 1 0 0,0 0 0 0 0,1 1-1 0 0,-1-1 1 0 0,0 0 0 0 0,0 0-1 0 0,1 0 1 0 0,-1 0-1 0 0,0 1 1 0 0,0-1 0 0 0,1 0-1 0 0,-1 1 1 0 0,0-1 0 0 0,0 1-1 0 0,-26 16-29 0 0,23-14 31 0 0,-16 11-21 0 0,1 1-1 0 0,1 1 1 0 0,0 1-1 0 0,1 0 1 0 0,1 1-1 0 0,0 1 1 0 0,2 1-1 0 0,0 0 1 0 0,-20 41-1 0 0,31-57 27 0 0,1 1 1 0 0,0 1-1 0 0,1-1 1 0 0,-1 0-1 0 0,1 0 1 0 0,0 1-1 0 0,0-1 0 0 0,0 0 1 0 0,1 1-1 0 0,0-1 1 0 0,0 1-1 0 0,0-1 1 0 0,1 0-1 0 0,0 1 0 0 0,0-1 1 0 0,0 0-1 0 0,1 1 1 0 0,0-1-1 0 0,0 0 1 0 0,0 0-1 0 0,0 0 0 0 0,1-1 1 0 0,0 1-1 0 0,0 0 1 0 0,0-1-1 0 0,0 0 1 0 0,1 0-1 0 0,0 0 0 0 0,0 0 1 0 0,0 0-1 0 0,0-1 1 0 0,0 0-1 0 0,1 0 1 0 0,0 0-1 0 0,8 4 0 0 0,6 1-175 0 0,0 0-1 0 0,1-1 1 0 0,-1-1-1 0 0,1-1 1 0 0,1-1-1 0 0,-1-1 1 0 0,37 2-1 0 0,-9-5-1517 0 0,-1-1 0 0 0,61-10 0 0 0,-45 0-2343 0 0,6-1-1982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48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408 332 16 0 0,'-48'-118'9766'0'0,"7"38"-5636"0"0,40 78-3993 0 0,0 2-120 0 0,1-1-1 0 0,-1 1 1 0 0,0-1-1 0 0,1 1 0 0 0,-1-1 1 0 0,0 1-1 0 0,1 0 1 0 0,-1-1-1 0 0,0 1 0 0 0,0 0 1 0 0,1 0-1 0 0,-1-1 1 0 0,0 1-1 0 0,0 0 1 0 0,-1 0-1 0 0,-3 3 63 0 0,0 1 0 0 0,1 0-1 0 0,-1 0 1 0 0,1 1 0 0 0,0-1 0 0 0,0 1-1 0 0,0 0 1 0 0,1 0 0 0 0,-4 6 0 0 0,-25 55 188 0 0,18-37-156 0 0,-6 12-62 0 0,2 1 0 0 0,2 1-1 0 0,1 0 1 0 0,3 1 0 0 0,-11 65 0 0 0,22-103-47 0 0,1 0-1 0 0,-1-1 1 0 0,1 1 0 0 0,0 0 0 0 0,1 0-1 0 0,-1-1 1 0 0,1 1 0 0 0,1 0 0 0 0,-1-1 0 0 0,1 1-1 0 0,0-1 1 0 0,2 7 0 0 0,-2-9 0 0 0,0-1 0 0 0,0 1 0 0 0,0 0 1 0 0,1-1-1 0 0,-1 0 0 0 0,0 1 0 0 0,1-1 0 0 0,0 0 1 0 0,-1 0-1 0 0,1 0 0 0 0,0-1 0 0 0,0 1 0 0 0,0-1 0 0 0,0 0 1 0 0,0 1-1 0 0,1-1 0 0 0,-1-1 0 0 0,0 1 0 0 0,0 0 1 0 0,1-1-1 0 0,-1 0 0 0 0,4 1 0 0 0,9-1-2 0 0,0-1-1 0 0,1 0 1 0 0,-1-1-1 0 0,-1 0 1 0 0,1-2-1 0 0,0 0 1 0 0,23-9-1 0 0,-17 4 5 0 0,0-1 0 0 0,-2-1 0 0 0,1-1 0 0 0,29-23 0 0 0,-39 26 2 0 0,0-1 0 0 0,-1-1-1 0 0,0 0 1 0 0,0 0 0 0 0,-2-1-1 0 0,1 0 1 0 0,-1-1 0 0 0,-1 0 0 0 0,0 0-1 0 0,-1 0 1 0 0,-1-1 0 0 0,0 0 0 0 0,-1 0-1 0 0,0 0 1 0 0,-1-1 0 0 0,0 1 0 0 0,-2-1-1 0 0,0 0 1 0 0,0-19 0 0 0,-2 17-3 0 0,0-1 0 0 0,-1 2 1 0 0,0-1-1 0 0,-2 0 1 0 0,0 0-1 0 0,-1 1 0 0 0,0 0 1 0 0,-1 0-1 0 0,-1 0 1 0 0,-1 1-1 0 0,0 0 0 0 0,-1 1 1 0 0,-1-1-1 0 0,0 2 0 0 0,0-1 1 0 0,-20-17-1 0 0,24 26-10 0 0,1 0 0 0 0,-2 1 0 0 0,1-1 0 0 0,0 1 0 0 0,-1 1 0 0 0,0-1 0 0 0,0 1 0 0 0,0 0 0 0 0,0 1 0 0 0,0 0 0 0 0,0 0-1 0 0,-1 0 1 0 0,-14 0 0 0 0,12 1-6 0 0,-1 2 0 0 0,0 0-1 0 0,1 0 1 0 0,-1 1 0 0 0,1 0-1 0 0,-1 1 1 0 0,1 0 0 0 0,0 0-1 0 0,-10 6 1 0 0,1 1-10 0 0,0 0-1 0 0,2 2 1 0 0,-1 0-1 0 0,1 1 1 0 0,1 0-1 0 0,0 2 1 0 0,1-1-1 0 0,1 2 1 0 0,-18 24-1 0 0,20-23 11 0 0,2 0 0 0 0,0 0 0 0 0,-12 29 0 0 0,19-37 9 0 0,0 0 0 0 0,0-1 0 0 0,1 1 0 0 0,0 0 0 0 0,0 1 0 0 0,1-1 0 0 0,1 0 0 0 0,-1 0 0 0 0,3 19 0 0 0,-1-24 5 0 0,0 1-1 0 0,0-1 0 0 0,0 1 1 0 0,1-1-1 0 0,-1 0 0 0 0,1 0 1 0 0,0 0-1 0 0,1 0 0 0 0,-1 0 1 0 0,1 0-1 0 0,-1 0 0 0 0,1-1 1 0 0,0 1-1 0 0,5 3 0 0 0,-3-3 2 0 0,1 0-1 0 0,-1 0 0 0 0,1 0 0 0 0,0-1 1 0 0,1 0-1 0 0,-1 0 0 0 0,1-1 0 0 0,10 4 0 0 0,1-3 2 0 0,1 0-1 0 0,-1-1 0 0 0,1 0 1 0 0,0-2-1 0 0,0 0 0 0 0,19-4 0 0 0,1-1 5 0 0,0-2 0 0 0,-1-2-1 0 0,0-2 1 0 0,-1-1-1 0 0,0-2 1 0 0,37-19-1 0 0,-29 9 6 0 0,0-2 0 0 0,-2-2 0 0 0,-1-2-1 0 0,44-42 1 0 0,15-21-38 0 0,-99 92 14 0 0,-1 0 0 0 0,0 1 1 0 0,0-1-1 0 0,1 0 0 0 0,-1 0 0 0 0,1 0 0 0 0,-1 1 0 0 0,1-1 1 0 0,-1 1-1 0 0,1-1 0 0 0,-1 1 0 0 0,1 0 0 0 0,-1 0 0 0 0,1-1 0 0 0,0 1 1 0 0,-1 0-1 0 0,1 0 0 0 0,-1 0 0 0 0,1 1 0 0 0,0-1 0 0 0,-1 0 1 0 0,2 1-1 0 0,0 0 15 0 0,-2-1-5 0 0,-1 0-1 0 0,1 1 0 0 0,0-1 0 0 0,0 0 0 0 0,-1 1 0 0 0,1-1 1 0 0,0 1-1 0 0,-1-1 0 0 0,1 1 0 0 0,0-1 0 0 0,-1 1 0 0 0,1-1 1 0 0,-1 1-1 0 0,1 0 0 0 0,-1-1 0 0 0,1 1 0 0 0,-1 0 0 0 0,1 0 1 0 0,-1-1-1 0 0,0 1 0 0 0,0 0 0 0 0,1 0 0 0 0,-1 0 0 0 0,0 0 1 0 0,1 1-7 0 0,2 6 1 0 0,1 1-1 0 0,-1 0 1 0 0,-1 0-1 0 0,1 0 1 0 0,-2 0-1 0 0,1 0 1 0 0,-1 1 0 0 0,0-1-1 0 0,-2 18 1 0 0,-2 6-25 0 0,-8 44-1 0 0,-1-29 109 0 0,-2 0-1 0 0,-2-1 0 0 0,-2-1 0 0 0,-35 65 1 0 0,23-50 347 0 0,29-59-324 0 0,-3-5-23 0 0,4 3-75 0 0,0 0 1 0 0,0-1-1 0 0,-1 1 1 0 0,1 0-1 0 0,0 0 1 0 0,0 0-1 0 0,-1 0 1 0 0,1 0-1 0 0,0 0 1 0 0,0 0-1 0 0,0-1 1 0 0,-1 1-1 0 0,1 0 1 0 0,0 0-1 0 0,0 0 1 0 0,0-1-1 0 0,-1 1 1 0 0,1 0-1 0 0,0 0 1 0 0,0 0-1 0 0,0-1 1 0 0,0 1-1 0 0,0 0 1 0 0,0 0-1 0 0,0-1 1 0 0,0 1-1 0 0,-1 0 1 0 0,1 0-1 0 0,0-1 1 0 0,0 1-1 0 0,0 0 1 0 0,0 0-1 0 0,0-1 1 0 0,0 1-1 0 0,0 0 1 0 0,1 0-1 0 0,-1-1 1 0 0,3-14 5 0 0,0 0 1 0 0,1 0-1 0 0,1 0 1 0 0,0 1-1 0 0,2-1 1 0 0,12-22-1 0 0,58-80 11 0 0,-74 113-17 0 0,17-23 6 0 0,1 1 1 0 0,46-43-1 0 0,-52 56-15 0 0,1 0 1 0 0,0 1-1 0 0,0 0 0 0 0,2 2 0 0 0,-1 0 1 0 0,20-8-1 0 0,-32 16-2 0 0,-1 1 0 0 0,1-1 0 0 0,0 1 0 0 0,0 0 0 0 0,0 0 0 0 0,0 0 0 0 0,0 1 0 0 0,0-1 0 0 0,0 1 0 0 0,0 1 0 0 0,0-1 0 0 0,0 1 0 0 0,0 0 0 0 0,0 0 0 0 0,0 0 0 0 0,0 0 0 0 0,0 1 1 0 0,-1 0-1 0 0,1 0 0 0 0,-1 1 0 0 0,6 2 0 0 0,-5-1 4 0 0,0 0 1 0 0,-1 0 0 0 0,1 1 0 0 0,-1-1-1 0 0,0 1 1 0 0,0 0 0 0 0,0 0-1 0 0,-1 0 1 0 0,0 1 0 0 0,0-1-1 0 0,0 1 1 0 0,-1 0 0 0 0,0-1 0 0 0,0 1-1 0 0,0 0 1 0 0,1 10 0 0 0,-1 5 16 0 0,0 0 0 0 0,-1 0 1 0 0,-2 1-1 0 0,0-1 0 0 0,-1 0 1 0 0,-1 0-1 0 0,-7 23 0 0 0,-2-2 129 0 0,-2 0 0 0 0,-27 57-1 0 0,12-32-87 0 0,28-66-52 0 0,1 0 1 0 0,-1 0-1 0 0,0 1 0 0 0,1-1 0 0 0,-1 0 0 0 0,1 0 0 0 0,-1 0 1 0 0,1 0-1 0 0,-1 0 0 0 0,1 1 0 0 0,0-1 0 0 0,0 0 1 0 0,0 0-1 0 0,0 1 0 0 0,0-1 0 0 0,0 0 0 0 0,0 0 0 0 0,0 1 1 0 0,1 1-1 0 0,-1-2 1 0 0,1-1 0 0 0,-1 0 1 0 0,1 1-1 0 0,0-1 0 0 0,-1 0 1 0 0,1 0-1 0 0,0 0 0 0 0,-1 0 1 0 0,1 1-1 0 0,0-1 0 0 0,0 0 0 0 0,-1 0 1 0 0,1 0-1 0 0,0 0 0 0 0,-1 0 1 0 0,1-1-1 0 0,0 1 0 0 0,-1 0 1 0 0,1 0-1 0 0,0 0 0 0 0,-1-1 1 0 0,1 1-1 0 0,0 0 0 0 0,0-1 0 0 0,9-3 8 0 0,-1-1 0 0 0,17-11-1 0 0,107-79 9 0 0,-4-5 0 0 0,136-136 0 0 0,-246 217-10 0 0,-1 0-1 0 0,0-1 1 0 0,-1-1-1 0 0,22-39 1 0 0,-37 57-15 0 0,0 0 1 0 0,-1-1-1 0 0,1 1 1 0 0,-1-1 0 0 0,0 0-1 0 0,1-6 1 0 0,-2 9 1 0 0,0-1-1 0 0,1 1 0 0 0,-1-1 1 0 0,-1 1-1 0 0,1 0 0 0 0,0-1 1 0 0,0 1-1 0 0,0-1 1 0 0,-1 1-1 0 0,1 0 0 0 0,-1-1 1 0 0,1 1-1 0 0,-1 0 1 0 0,0-1-1 0 0,1 1 0 0 0,-1 0 1 0 0,0 0-1 0 0,0 0 0 0 0,-1-2 1 0 0,1 3 5 0 0,0 0 1 0 0,0-1-1 0 0,0 1 1 0 0,0 0-1 0 0,0 0 1 0 0,0 0-1 0 0,0 0 1 0 0,0 0-1 0 0,0 0 1 0 0,0 0-1 0 0,-1 0 1 0 0,1 0-1 0 0,0 0 1 0 0,0 0-1 0 0,0 1 1 0 0,0-1-1 0 0,0 0 1 0 0,-1 1-1 0 0,1 0-1 0 0,-5 1 4 0 0,-1 1 0 0 0,0-1 0 0 0,1 1-1 0 0,-1 1 1 0 0,1 0 0 0 0,0 0 0 0 0,-11 9-1 0 0,-35 37 64 0 0,47-45-54 0 0,-27 29 44 0 0,-53 72 1 0 0,76-92-52 0 0,0 0 1 0 0,1 0 0 0 0,0 1-1 0 0,1 0 1 0 0,1 1 0 0 0,1-1-1 0 0,0 1 1 0 0,-6 32 0 0 0,11-44 0 0 0,0 1 1 0 0,0-1-1 0 0,0 0 1 0 0,0 1-1 0 0,0-1 1 0 0,1 0-1 0 0,0 0 1 0 0,0 0-1 0 0,0 1 1 0 0,0-1-1 0 0,1 0 1 0 0,0 0-1 0 0,0 0 1 0 0,0-1-1 0 0,3 5 1 0 0,-1-3 6 0 0,0 0 0 0 0,0 0 0 0 0,1 0 0 0 0,0-1 0 0 0,0 0 0 0 0,0 0 0 0 0,1 0 0 0 0,-1-1 0 0 0,8 4 0 0 0,3-1-13 0 0,0 1 0 0 0,1-2 1 0 0,-1 0-1 0 0,1-2 0 0 0,0 1 0 0 0,30 1 0 0 0,4-4-919 0 0,1-2-1 0 0,50-7 1 0 0,34-13-5358 0 0,-82 11 1196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50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337 491 2220 0 0,'-1'-20'3016'0'0,"-1"0"1"0"0,0 0-1 0 0,-12-39 0 0 0,12 49-2299 0 0,1 9-704 0 0,1 1 0 0 0,0 0 1 0 0,0-1-1 0 0,0 1 0 0 0,-1-1 0 0 0,1 1 0 0 0,0-1 0 0 0,0 1 1 0 0,-1 0-1 0 0,1-1 0 0 0,0 1 0 0 0,-1-1 0 0 0,1 1 1 0 0,-1 0-1 0 0,1-1 0 0 0,0 1 0 0 0,-1 0 0 0 0,1 0 0 0 0,-1 0 1 0 0,1-1-1 0 0,-1 1 0 0 0,1 0 0 0 0,-1 0 0 0 0,1 0 1 0 0,-1 0-1 0 0,1 0 0 0 0,-1-1 0 0 0,1 1 0 0 0,-1 0 1 0 0,1 0-1 0 0,-1 1 0 0 0,1-1 0 0 0,-1 0 0 0 0,1 0 0 0 0,-1 0 1 0 0,1 0-1 0 0,-1 0 0 0 0,1 0 0 0 0,0 1 0 0 0,-1-1 1 0 0,1 0-1 0 0,-1 0 0 0 0,1 1 0 0 0,-1-1 0 0 0,1 0 0 0 0,-1 1 1 0 0,-19 14 113 0 0,-13 23-109 0 0,1 1-1 0 0,2 2 0 0 0,-48 87 1 0 0,65-104-30 0 0,0 1 0 0 0,1 1 0 0 0,2 0 0 0 0,-12 42 0 0 0,19-52 30 0 0,1 13 42 0 0,4-24-49 0 0,-1-1 2 0 0,0-3-7 0 0,-1 1 1 0 0,0-1 0 0 0,1 1 0 0 0,-1-1-1 0 0,1 1 1 0 0,-1-1 0 0 0,1 0-1 0 0,0 1 1 0 0,0-1 0 0 0,0 1 0 0 0,-1-1-1 0 0,1 0 1 0 0,0 0 0 0 0,1 0-1 0 0,-1 0 1 0 0,0 0 0 0 0,0 0-1 0 0,0 0 1 0 0,1 0 0 0 0,-1 0 0 0 0,0 0-1 0 0,1 0 1 0 0,-1-1 0 0 0,1 1-1 0 0,-1-1 1 0 0,1 1 0 0 0,-1-1-1 0 0,1 0 1 0 0,-1 1 0 0 0,1-1 0 0 0,0 0-1 0 0,-1 0 1 0 0,1 0 0 0 0,-1 0-1 0 0,1 0 1 0 0,1-1 0 0 0,5 0 15 0 0,-1 0 0 0 0,1 0 0 0 0,-1-1 0 0 0,1 0 0 0 0,7-3 0 0 0,-5 0-9 0 0,-1 1 1 0 0,0-1 0 0 0,-1-1-1 0 0,1 0 1 0 0,-1 0 0 0 0,-1-1-1 0 0,1 0 1 0 0,-1 0-1 0 0,0 0 1 0 0,-1-1 0 0 0,1 0-1 0 0,-2-1 1 0 0,1 1 0 0 0,-1-1-1 0 0,0 0 1 0 0,-1-1-1 0 0,0 1 1 0 0,4-17 0 0 0,-3 7 0 0 0,0-1-1 0 0,-1 0 1 0 0,-2 0 0 0 0,0 0 0 0 0,-1 0 0 0 0,-1-1 0 0 0,0 1-1 0 0,-6-28 1 0 0,2 26-15 0 0,0 1 1 0 0,-2-1-1 0 0,-12-29 0 0 0,15 44-14 0 0,-1-1 0 0 0,0 0 1 0 0,0 1-1 0 0,0 0 0 0 0,-1 0 0 0 0,0 0 0 0 0,0 1 1 0 0,-1-1-1 0 0,0 1 0 0 0,0 0 0 0 0,0 1 1 0 0,-8-5-1 0 0,12 9 4 0 0,-1 0 1 0 0,1 0-1 0 0,0 0 1 0 0,-1 0-1 0 0,1 1 1 0 0,0-1-1 0 0,-1 1 1 0 0,1 0-1 0 0,-1 0 0 0 0,1 0 1 0 0,-1 0-1 0 0,1 0 1 0 0,-1 0-1 0 0,1 1 1 0 0,-1-1-1 0 0,-2 2 1 0 0,0-1-12 0 0,0 1 0 0 0,1 0 0 0 0,-1 0 0 0 0,0 0 0 0 0,0 1 1 0 0,-6 5-1 0 0,3-2 3 0 0,1 1 1 0 0,0 1-1 0 0,0-1 1 0 0,1 1-1 0 0,0 0 1 0 0,0 1-1 0 0,1-1 1 0 0,0 1-1 0 0,1 0 1 0 0,-1 0-1 0 0,2 1 1 0 0,-1-1-1 0 0,2 1 1 0 0,-1 0-1 0 0,1 0 1 0 0,0 0 0 0 0,0 18-1 0 0,2-22 20 0 0,0 1-1 0 0,0 0 0 0 0,1-1 1 0 0,-1 1-1 0 0,2-1 1 0 0,-1 1-1 0 0,1-1 1 0 0,-1 0-1 0 0,2 1 1 0 0,-1-1-1 0 0,1 0 1 0 0,0 0-1 0 0,0-1 1 0 0,0 1-1 0 0,1-1 1 0 0,0 1-1 0 0,0-1 1 0 0,1 0-1 0 0,-1-1 1 0 0,1 1-1 0 0,0-1 1 0 0,0 0-1 0 0,1 0 1 0 0,-1 0-1 0 0,1-1 1 0 0,0 0-1 0 0,0 0 1 0 0,7 2-1 0 0,5 0 9 0 0,0 0 0 0 0,0-2 0 0 0,1 0 0 0 0,-1-1 0 0 0,0-1-1 0 0,1-1 1 0 0,0 0 0 0 0,36-7 0 0 0,-10-1 6 0 0,-1-3 1 0 0,64-23-1 0 0,-61 16 10 0 0,-1-2 1 0 0,-1-1-1 0 0,60-41 1 0 0,-78 45 1 0 0,-2-2 1 0 0,0-2-1 0 0,-1 0 1 0 0,-1-1 0 0 0,-1-1-1 0 0,28-39 1 0 0,-21 17 57 0 0,-2-2-1 0 0,-3 0 1 0 0,22-59 0 0 0,-32 67-169 0 0,-14 37 53 0 0,-4 5-9 0 0,-1 2 37 0 0,0-1-1 0 0,1 0 0 0 0,0 1 1 0 0,0 0-1 0 0,0 0 0 0 0,1 0 1 0 0,0 1-1 0 0,0-1 0 0 0,0 1 1 0 0,-3 9-1 0 0,-4 6 11 0 0,-161 359 804 0 0,33 15-250 0 0,-72 398-42 0 0,160-476-304 0 0,49-315-200 0 0,1 0 1 0 0,0 0 0 0 0,0-1-1 0 0,0 1 1 0 0,0 0 0 0 0,0 0-1 0 0,1 0 1 0 0,-1 0 0 0 0,1 0-1 0 0,-1-1 1 0 0,1 1 0 0 0,-1 0-1 0 0,1 0 1 0 0,0-1 0 0 0,0 1-1 0 0,0 0 1 0 0,0-1 0 0 0,0 1-1 0 0,0-1 1 0 0,1 1 0 0 0,-1-1-1 0 0,2 1 1 0 0,-1 0-1 0 0,1 0 1 0 0,0-1-1 0 0,0 1 1 0 0,0-1-1 0 0,0 0 1 0 0,0 0-1 0 0,0 0 1 0 0,0-1-1 0 0,0 1 1 0 0,1-1-1 0 0,-1 0 1 0 0,3 1-1 0 0,8-2 18 0 0,0 0 0 0 0,-1-1 1 0 0,1 0-1 0 0,-1-1 0 0 0,15-5 0 0 0,-4-1 5 0 0,-1 0 0 0 0,0-1 0 0 0,0-2 0 0 0,-1 0 0 0 0,0-1 0 0 0,-1-2 1 0 0,-1 0-1 0 0,22-21 0 0 0,-27 22-12 0 0,-1-1 1 0 0,-1 0-1 0 0,0-1 1 0 0,-1-1-1 0 0,-1 0 1 0 0,-1 0-1 0 0,0-1 0 0 0,-1 0 1 0 0,-1-1-1 0 0,10-31 1 0 0,-16 39-14 0 0,1-1 0 0 0,-1 1 0 0 0,-1-1 1 0 0,0 0-1 0 0,-1 1 0 0 0,0-1 0 0 0,-1 0 0 0 0,0 1 0 0 0,-1-1 1 0 0,0 1-1 0 0,-1-1 0 0 0,0 1 0 0 0,0 0 0 0 0,-2 0 1 0 0,1 0-1 0 0,-1 1 0 0 0,-1-1 0 0 0,0 1 0 0 0,0 1 0 0 0,-1-1 1 0 0,-11-12-1 0 0,-1 4 45 0 0,0 0-1 0 0,0 1 1 0 0,-2 1 0 0 0,0 1 0 0 0,0 0 0 0 0,-2 2 0 0 0,0 1 0 0 0,-38-15 0 0 0,-34-6 239 0 0,-132-28 1 0 0,16 6-54 0 0,208 54-254 0 0,-1 0-25 0 0,0 0 0 0 0,1 0 1 0 0,-1 0-1 0 0,1-1 1 0 0,0 1-1 0 0,-1-1 1 0 0,1 0-1 0 0,0 0 0 0 0,0 0 1 0 0,0 0-1 0 0,-5-5 1 0 0,8 6-11 0 0,0 0 0 0 0,-1 0 0 0 0,1 0 0 0 0,0 0 0 0 0,0 0 0 0 0,0 0 0 0 0,0 0 0 0 0,0 0 0 0 0,0 0 0 0 0,0 0 0 0 0,1 0 0 0 0,-1 0 1 0 0,0 0-1 0 0,1 0 0 0 0,-1 0 0 0 0,0 0 0 0 0,1 0 0 0 0,-1 1 0 0 0,1-1 0 0 0,0-1 0 0 0,0 0-66 0 0,3-3-108 0 0,0 0 1 0 0,0 1 0 0 0,1-1-1 0 0,0 1 1 0 0,0 0 0 0 0,0 0-1 0 0,0 0 1 0 0,0 1-1 0 0,1-1 1 0 0,0 1 0 0 0,0 1-1 0 0,7-3 1 0 0,1-2-222 0 0,175-67-7341 0 0,-178 70 7106 0 0,79-27-5206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14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609 852 1156 0 0,'-86'-10'7915'0'0,"66"9"-6570"0"0,17 1-833 0 0,-2 1 20 0 0,1 0-273 0 0,0 0 0 0 0,0 0 0 0 0,-1 1 0 0 0,1-1-1 0 0,0 1 1 0 0,0 0 0 0 0,0 0 0 0 0,1 1 0 0 0,-1-1 0 0 0,1 1 0 0 0,-1 0 0 0 0,1 0 0 0 0,0 0 0 0 0,0 0 0 0 0,0 1 0 0 0,0-1 0 0 0,-2 6 0 0 0,4-7-218 0 0,0 0-1 0 0,0-1 1 0 0,0 1 0 0 0,0 0 0 0 0,1 0 0 0 0,-1 0 0 0 0,1 0 0 0 0,-1 0-1 0 0,1 0 1 0 0,0 0 0 0 0,0 0 0 0 0,0 0 0 0 0,0 0 0 0 0,0 0-1 0 0,1 0 1 0 0,-1 0 0 0 0,0 0 0 0 0,1 0 0 0 0,0 0 0 0 0,-1 0 0 0 0,1 0-1 0 0,2 3 1 0 0,-2-4-24 0 0,0 1 0 0 0,0-1 0 0 0,0 0-1 0 0,1 1 1 0 0,-1-1 0 0 0,1 0 0 0 0,-1 0-1 0 0,1 0 1 0 0,-1 0 0 0 0,1 0 0 0 0,-1-1-1 0 0,1 1 1 0 0,0 0 0 0 0,0-1 0 0 0,-1 1-1 0 0,1-1 1 0 0,0 0 0 0 0,0 1 0 0 0,-1-1-1 0 0,4 0 1 0 0,7-1 8 0 0,-1 1 0 0 0,1-2 0 0 0,-1 0-1 0 0,1 0 1 0 0,-1-1 0 0 0,0 0 0 0 0,0-1 0 0 0,0-1 0 0 0,-1 1-1 0 0,19-12 1 0 0,-21 10-45 0 0,0 1 0 0 0,-1-1 1 0 0,1 0-1 0 0,-1-1 0 0 0,0 1 0 0 0,-1-2 0 0 0,0 1 0 0 0,0-1 0 0 0,-1 1 0 0 0,0-2 1 0 0,0 1-1 0 0,0 0 0 0 0,5-18 0 0 0,-7 15-55 0 0,0 0 0 0 0,-1 0 1 0 0,-1-1-1 0 0,0 1 0 0 0,0 0 1 0 0,-1-1-1 0 0,0 1 0 0 0,-1 0 0 0 0,-1 0 1 0 0,-5-22-1 0 0,3 18 16 0 0,-1 0 1 0 0,-1 0-1 0 0,0 1 0 0 0,-1 0 1 0 0,-1 0-1 0 0,0 0 1 0 0,-13-15-1 0 0,16 23 39 0 0,0 0 1 0 0,-1 0-1 0 0,1 1 0 0 0,-1-1 1 0 0,0 1-1 0 0,-1 1 0 0 0,1-1 1 0 0,-1 1-1 0 0,0 0 0 0 0,0 1 1 0 0,0 0-1 0 0,0 0 0 0 0,0 0 1 0 0,-1 1-1 0 0,1 0 0 0 0,-1 1 1 0 0,0-1-1 0 0,0 2 0 0 0,1-1 1 0 0,-12 1-1 0 0,5 1 5 0 0,1 1-1 0 0,0 0 1 0 0,0 1 0 0 0,0 1 0 0 0,0 0-1 0 0,0 1 1 0 0,1 0 0 0 0,-1 1 0 0 0,1 0 0 0 0,1 1-1 0 0,-13 8 1 0 0,-9 10 36 0 0,0 2 1 0 0,2 0-1 0 0,-50 56 0 0 0,63-60 32 0 0,0 1 0 0 0,1 1 0 0 0,1 0 0 0 0,1 1 0 0 0,2 0 0 0 0,-12 32-1 0 0,22-48-26 0 0,-1-1-1 0 0,2 1 0 0 0,0 0 0 0 0,0 0 1 0 0,1 0-1 0 0,0 0 0 0 0,0 0 0 0 0,1 0 0 0 0,1 0 1 0 0,0 0-1 0 0,0 0 0 0 0,4 17 0 0 0,-3-21-10 0 0,1 0 0 0 0,-1-1 0 0 0,1 1-1 0 0,0 0 1 0 0,0-1 0 0 0,1 1-1 0 0,0-1 1 0 0,-1 0 0 0 0,2 0-1 0 0,-1-1 1 0 0,1 1 0 0 0,-1-1 0 0 0,1 0-1 0 0,0 0 1 0 0,1 0 0 0 0,-1-1-1 0 0,1 0 1 0 0,-1 0 0 0 0,1 0-1 0 0,12 3 1 0 0,1-1 2 0 0,1-1 0 0 0,1-1 0 0 0,-1 0 0 0 0,0-2 0 0 0,1 0 1 0 0,-1-1-1 0 0,1-1 0 0 0,23-5 0 0 0,15-4 9 0 0,87-28 1 0 0,-96 22-67 0 0,-2-1-1 0 0,0-3 1 0 0,-1-2 0 0 0,-1-2 0 0 0,-1-1-1 0 0,-1-3 1 0 0,-1-2 0 0 0,-2-1 0 0 0,-1-2-1 0 0,-2-2 1 0 0,-1-2 0 0 0,-2-1 0 0 0,-2-2-1 0 0,-1-1 1 0 0,32-55 0 0 0,-33 42 2 0 0,-2-1 1 0 0,-3-2-1 0 0,-2 0 1 0 0,-2-2-1 0 0,-4-1 1 0 0,21-111-1 0 0,-38 165 20 0 0,0 1-1 0 0,-1-1 0 0 0,1 1 1 0 0,-1 0-1 0 0,-1-6 1 0 0,0 10 20 0 0,1 1 0 0 0,-1 0 0 0 0,0 0 0 0 0,1 0 0 0 0,-1 0 0 0 0,1 0 0 0 0,-1 0 0 0 0,1 0 0 0 0,-1 0 0 0 0,0 1 0 0 0,1-1 0 0 0,-1 0 0 0 0,1 0 0 0 0,-1 0 0 0 0,1 1 1 0 0,-1-1-1 0 0,1 0 0 0 0,-1 1 0 0 0,1-1 0 0 0,-1 0 0 0 0,1 1 0 0 0,-1 0 0 0 0,1-1-1 0 0,-7 7 107 0 0,0 0 1 0 0,1 0 0 0 0,0 1 0 0 0,0 0-1 0 0,1 0 1 0 0,-8 17 0 0 0,-2 1 141 0 0,-241 421 2003 0 0,165-250-1789 0 0,80-167-414 0 0,0 2-1 0 0,2 0 1 0 0,1 0 0 0 0,-4 49 0 0 0,11-73-41 0 0,0 0 0 0 0,1 0 0 0 0,0 0 0 0 0,1 0 0 0 0,0 0 0 0 0,0 0 0 0 0,1 0 0 0 0,0 0 0 0 0,0 0 0 0 0,1 0 0 0 0,0-1 0 0 0,0 1 0 0 0,0-1 0 0 0,1 0 0 0 0,1 0 0 0 0,-1-1 0 0 0,1 1 0 0 0,0-1 0 0 0,0 0 0 0 0,1 0 0 0 0,0 0 0 0 0,0-1 0 0 0,0 0 0 0 0,1 0 0 0 0,0-1 0 0 0,0 0 0 0 0,0 0 0 0 0,0 0 0 0 0,0-1 0 0 0,1 0 0 0 0,0 0 0 0 0,7 1 0 0 0,7 1-61 0 0,0-1 0 0 0,1-1 0 0 0,-1-1 0 0 0,0-1 0 0 0,1-1 0 0 0,-1-1 0 0 0,0 0 0 0 0,1-2 0 0 0,-1-1 0 0 0,42-13 0 0 0,-38 9-139 0 0,-1-2 1 0 0,-1-1 0 0 0,0 0 0 0 0,0-2 0 0 0,-1-1 0 0 0,-1-1-1 0 0,-1-1 1 0 0,37-34 0 0 0,-37 27 110 0 0,-1 0-1 0 0,-1-1 1 0 0,-1-1-1 0 0,-2 0 1 0 0,0-2-1 0 0,-2 0 1 0 0,-1 0-1 0 0,-1-1 1 0 0,10-35-1 0 0,-20 57 74 0 0,-1 1 0 0 0,1 0 1 0 0,-1-1-1 0 0,0 1 0 0 0,0-1 0 0 0,-1 1 0 0 0,0-1 0 0 0,0 1 0 0 0,0-1 0 0 0,-1 1 1 0 0,1-1-1 0 0,-1 1 0 0 0,-1-1 0 0 0,1 1 0 0 0,-5-10 0 0 0,6 14 9 0 0,-1 1 0 0 0,0 0 1 0 0,1-1-1 0 0,-1 1 0 0 0,0 0 0 0 0,0-1 0 0 0,1 1 0 0 0,-1 0 0 0 0,0 0 0 0 0,0-1 1 0 0,0 1-1 0 0,0 0 0 0 0,1 0 0 0 0,-1 0 0 0 0,0 0 0 0 0,0 0 0 0 0,0 1 1 0 0,0-1-1 0 0,1 0 0 0 0,-2 0 0 0 0,-1 1 9 0 0,1-1 0 0 0,-1 0 0 0 0,0 1 0 0 0,1 0 0 0 0,-1-1 1 0 0,1 1-1 0 0,-1 0 0 0 0,1 0 0 0 0,-1 1 0 0 0,1-1 0 0 0,0 0 0 0 0,-3 3 0 0 0,-5 2 53 0 0,-3 2 26 0 0,1 1 1 0 0,-1 0-1 0 0,2 1 1 0 0,-19 19-1 0 0,-37 50 311 0 0,45-51-282 0 0,0 1 1 0 0,-23 44-1 0 0,40-65-102 0 0,0 1 1 0 0,1 0-1 0 0,0 1 0 0 0,1-1 0 0 0,0 1 0 0 0,0-1 1 0 0,1 1-1 0 0,1 0 0 0 0,-1 0 0 0 0,2 0 0 0 0,-1 0 1 0 0,1 0-1 0 0,2 15 0 0 0,-1-21-9 0 0,0 0 0 0 0,0 0 1 0 0,1-1-1 0 0,-1 1 0 0 0,1 0 0 0 0,0-1 0 0 0,0 1 0 0 0,0-1 1 0 0,0 0-1 0 0,0 1 0 0 0,1-1 0 0 0,0 0 0 0 0,-1-1 0 0 0,6 5 1 0 0,-2-3 3 0 0,-1 0 0 0 0,1-1 0 0 0,0 0 0 0 0,0 0 0 0 0,0 0 0 0 0,1-1 0 0 0,12 4 0 0 0,-4-4-41 0 0,1 1 0 0 0,-1-2 0 0 0,0 0 0 0 0,0-1-1 0 0,1 0 1 0 0,27-6 0 0 0,-29 3-114 0 0,-1 0 0 0 0,0-1 0 0 0,0-1 0 0 0,0 0 0 0 0,-1-1 0 0 0,0 0 0 0 0,0-1 0 0 0,0 0 0 0 0,-1-1 0 0 0,0-1 0 0 0,11-10 1 0 0,9-12-408 0 0,-2-2 0 0 0,30-42 1 0 0,17-20 118 0 0,-72 91 416 0 0,69-72-237 0 0,-63 67 229 0 0,1 0 1 0 0,0 1-1 0 0,0 1 0 0 0,1-1 1 0 0,19-7-1 0 0,-28 13 37 0 0,-1 1 0 0 0,0 1-1 0 0,1-1 1 0 0,0 0 0 0 0,-1 0 0 0 0,1 1 0 0 0,-1 0 0 0 0,1-1-1 0 0,0 1 1 0 0,-1 0 0 0 0,1 0 0 0 0,0 1 0 0 0,-1-1 0 0 0,1 0-1 0 0,-1 1 1 0 0,1 0 0 0 0,-1-1 0 0 0,4 3 0 0 0,-3-2 35 0 0,1 1 1 0 0,-1 1-1 0 0,0-1 1 0 0,0 0-1 0 0,-1 1 0 0 0,1-1 1 0 0,-1 1-1 0 0,1 0 1 0 0,-1 0-1 0 0,0 0 1 0 0,3 5-1 0 0,0 1 73 0 0,-1 0 0 0 0,0 0 0 0 0,-1 0 0 0 0,0 1 0 0 0,-1-1 0 0 0,0 1 0 0 0,0 0 0 0 0,0 17 0 0 0,-2-8-42 0 0,-1 0 0 0 0,-1 0 1 0 0,-1 0-1 0 0,0 0 1 0 0,-1-1-1 0 0,-1 1 1 0 0,-1-1-1 0 0,-1 0 0 0 0,0 0 1 0 0,-12 18-1 0 0,16-32-61 0 0,3-2-10 0 0,-1 0 0 0 0,-1 0 0 0 0,1 0 1 0 0,0 0-1 0 0,0 0 0 0 0,-1-1 0 0 0,1 1 1 0 0,-1 0-1 0 0,1-1 0 0 0,-1 1 0 0 0,-3 1 0 0 0,2-1-2 0 0,2-1 5 0 0,-2-2-16 0 0,2 0 3 0 0,0 1 1 0 0,0-1-1 0 0,0 0 0 0 0,0 1 1 0 0,0-1-1 0 0,1 0 1 0 0,-1 1-1 0 0,0-1 1 0 0,0 0-1 0 0,0 0 1 0 0,1 0-1 0 0,-1 0 1 0 0,1 0-1 0 0,-1 0 1 0 0,1 0-1 0 0,-1 0 1 0 0,1 0-1 0 0,-1 0 1 0 0,1 0-1 0 0,0 0 0 0 0,0 0 1 0 0,-1-1-1 0 0,1-1 1 0 0,0-2-22 0 0,0 0 1 0 0,1 1-1 0 0,-1-1 0 0 0,1 0 1 0 0,0 0-1 0 0,2-5 0 0 0,1-3-72 0 0,1-1-1 0 0,1 1 0 0 0,10-19 0 0 0,-4 13 39 0 0,1 1 1 0 0,1-1-1 0 0,1 2 0 0 0,0 0 0 0 0,1 1 0 0 0,30-23 0 0 0,-38 32 52 0 0,1 1-1 0 0,0 1 1 0 0,0-1-1 0 0,0 1 1 0 0,0 1-1 0 0,1 0 1 0 0,0 0-1 0 0,0 1 0 0 0,0 0 1 0 0,0 1-1 0 0,0 0 1 0 0,1 0-1 0 0,-1 1 1 0 0,0 1-1 0 0,1 0 1 0 0,17 2-1 0 0,-22-1 30 0 0,1 1 0 0 0,-1 0 1 0 0,0 0-1 0 0,0 0 0 0 0,1 1 0 0 0,-2 0 0 0 0,1 0 0 0 0,0 1 0 0 0,-1 0 0 0 0,1 0 0 0 0,-1 0 1 0 0,0 0-1 0 0,0 1 0 0 0,-1 0 0 0 0,1 0 0 0 0,-1 0 0 0 0,0 0 0 0 0,4 8 0 0 0,-6-8 3 0 0,1 1-1 0 0,-1-1 0 0 0,0 0 1 0 0,0 1-1 0 0,0-1 1 0 0,-1 1-1 0 0,0-1 0 0 0,0 1 1 0 0,0 0-1 0 0,-1-1 0 0 0,0 1 1 0 0,0 0-1 0 0,0 0 1 0 0,-1-1-1 0 0,0 1 0 0 0,0 0 1 0 0,0-1-1 0 0,-1 1 0 0 0,0-1 1 0 0,0 1-1 0 0,-3 5 1 0 0,-2 4 11 0 0,3-8-11 0 0,0 0 0 0 0,0 0-1 0 0,-1 0 1 0 0,0-1 0 0 0,0 1 0 0 0,0-1-1 0 0,-10 8 1 0 0,14-14-35 0 0,1 1-1 0 0,0-1 1 0 0,-1 1 0 0 0,1-1-1 0 0,-1 1 1 0 0,1-1 0 0 0,-1 0-1 0 0,0 1 1 0 0,1-1 0 0 0,-1 0 0 0 0,1 1-1 0 0,-1-1 1 0 0,0 0 0 0 0,1 0-1 0 0,-1 0 1 0 0,1 0 0 0 0,-1 1-1 0 0,0-1 1 0 0,1 0 0 0 0,-1 0-1 0 0,0 0 1 0 0,1 0 0 0 0,-1 0 0 0 0,0-1-1 0 0,1 1 1 0 0,-1 0 0 0 0,0 0-1 0 0,1 0 1 0 0,-1-1 0 0 0,1 1-1 0 0,-1 0 1 0 0,0 0 0 0 0,0-1-1 0 0,0 0 14 0 0,1 0-24 0 0,0 0 0 0 0,0 0 0 0 0,-1 0 1 0 0,1 0-1 0 0,0 0 0 0 0,0 0 1 0 0,0 0-1 0 0,1 0 0 0 0,-1 0 0 0 0,0 0 1 0 0,0 0-1 0 0,0 0 0 0 0,1 0 1 0 0,-1 0-1 0 0,1-2 0 0 0,3-8-101 0 0,1 0-1 0 0,0 1 1 0 0,0 0-1 0 0,1 0 0 0 0,0 1 1 0 0,1-1-1 0 0,14-15 1 0 0,61-51-133 0 0,-82 76 251 0 0,32-27-55 0 0,2 1 0 0 0,50-29 0 0 0,-67 45 57 0 0,2 1 0 0 0,-1 0 0 0 0,1 1 0 0 0,1 1-1 0 0,-1 1 1 0 0,38-7 0 0 0,-55 13 26 0 0,0-1 0 0 0,0 1 0 0 0,1 0 0 0 0,-1-1 0 0 0,0 1 0 0 0,0 0 0 0 0,0 0 0 0 0,0 1 0 0 0,1-1 0 0 0,-1 0 0 0 0,0 1 0 0 0,0-1 0 0 0,0 1 0 0 0,0 0 0 0 0,0-1 0 0 0,0 1 0 0 0,0 0 0 0 0,0 0 0 0 0,0 1 0 0 0,-1-1 0 0 0,1 0 0 0 0,0 0-1 0 0,0 1 1 0 0,-1-1 0 0 0,1 1 0 0 0,-1 0 0 0 0,0-1 0 0 0,1 1 0 0 0,-1 0 0 0 0,0 0 0 0 0,0 0 0 0 0,1 4 0 0 0,-1-1 36 0 0,1 0-1 0 0,-2 1 1 0 0,1-1-1 0 0,-1 1 1 0 0,0-1 0 0 0,0 1-1 0 0,0-1 1 0 0,-1 1-1 0 0,0-1 1 0 0,0 1 0 0 0,-2 6-1 0 0,-47 114 458 0 0,8-23-388 0 0,41-101-130 0 0,1 0 1 0 0,-1 0-1 0 0,1 0 1 0 0,-1 0-1 0 0,1 0 1 0 0,0 0-1 0 0,0 0 1 0 0,0 0-1 0 0,0 0 1 0 0,0-1-1 0 0,0 1 1 0 0,0 0-1 0 0,1 0 1 0 0,-1 0-1 0 0,1 0 1 0 0,-1 0 0 0 0,1 0-1 0 0,0 0 1 0 0,0-1-1 0 0,0 1 1 0 0,0 0-1 0 0,0-1 1 0 0,0 1-1 0 0,0-1 1 0 0,0 1-1 0 0,1-1 1 0 0,-1 1-1 0 0,1-1 1 0 0,-1 0-1 0 0,1 0 1 0 0,-1 0-1 0 0,1 0 1 0 0,0 0-1 0 0,-1 0 1 0 0,5 1-1 0 0,2 1 6 0 0,1 0-1 0 0,-1 0 1 0 0,1-1-1 0 0,0 0 1 0 0,0-1-1 0 0,12 0 0 0 0,0 0-114 0 0,0-2 0 0 0,0-1-1 0 0,0-1 1 0 0,-1 0 0 0 0,1-1 0 0 0,-1-2-1 0 0,0 0 1 0 0,0-1 0 0 0,-1-1 0 0 0,1-1-1 0 0,26-17 1 0 0,-30 17 45 0 0,-1-2-1 0 0,0 0 1 0 0,-1 0-1 0 0,0-2 1 0 0,0 0 0 0 0,-2 0-1 0 0,0-1 1 0 0,0-1-1 0 0,-1 0 1 0 0,-1 0 0 0 0,-1-1-1 0 0,0 0 1 0 0,9-23-1 0 0,-16 34 92 0 0,-1 0 0 0 0,0 0-1 0 0,1 0 1 0 0,-2 0-1 0 0,1 0 1 0 0,0 1-1 0 0,-1-2 1 0 0,0 1-1 0 0,0 0 1 0 0,-1 0-1 0 0,1 0 1 0 0,-1 1-1 0 0,0-1 1 0 0,-3-7 0 0 0,4 11-21 0 0,0 1 0 0 0,-1-1 0 0 0,1 1 0 0 0,0-1 0 0 0,-1 0 0 0 0,1 1 0 0 0,-1-1 0 0 0,1 1 1 0 0,-1-1-1 0 0,1 1 0 0 0,-1 0 0 0 0,1-1 0 0 0,-1 1 0 0 0,0-1 0 0 0,1 1 0 0 0,-1 0 1 0 0,0 0-1 0 0,1-1 0 0 0,-1 1 0 0 0,0 0 0 0 0,1 0 0 0 0,-1 0 0 0 0,0 0 0 0 0,1 0 1 0 0,-1 0-1 0 0,0 0 0 0 0,1 0 0 0 0,-1 0 0 0 0,0 0 0 0 0,-18 4 157 0 0,18-4-173 0 0,-6 3 62 0 0,-1 1 0 0 0,1 0 1 0 0,0 0-1 0 0,1 1 0 0 0,-1 0 0 0 0,1 0 0 0 0,0 0 0 0 0,0 1 0 0 0,1 0 0 0 0,-7 8 0 0 0,8-9-13 0 0,-12 14 55 0 0,0 0 0 0 0,2 2 1 0 0,0-1-1 0 0,-12 27 1 0 0,21-36-68 0 0,0 1 0 0 0,0 0 0 0 0,1 0 0 0 0,0 0 0 0 0,1 0 0 0 0,0 1 0 0 0,1-1 0 0 0,1 1 0 0 0,0 23 0 0 0,1-32-21 0 0,0 0 0 0 0,1-1 0 0 0,0 1 0 0 0,-1 0 0 0 0,1-1 0 0 0,0 1 0 0 0,1-1 1 0 0,-1 1-1 0 0,1-1 0 0 0,-1 0 0 0 0,1 1 0 0 0,0-1 0 0 0,0 0 0 0 0,1 0 0 0 0,-1 0 0 0 0,0-1 0 0 0,1 1 1 0 0,3 2-1 0 0,-1-2-2 0 0,-1 0 0 0 0,1 0 1 0 0,0-1-1 0 0,1 1 0 0 0,-1-1 1 0 0,0-1-1 0 0,0 1 1 0 0,1-1-1 0 0,-1 0 0 0 0,12 1 1 0 0,1-2-165 0 0,0 0 1 0 0,0-1-1 0 0,0-1 1 0 0,0-1-1 0 0,0-1 1 0 0,23-7 0 0 0,-19 3-217 0 0,0-1 0 0 0,-1-1 1 0 0,0-1-1 0 0,0-1 0 0 0,-2-1 1 0 0,21-16-1 0 0,104-102-670 0 0,-58 51 1449 0 0,-84 78-344 0 0,0 0-1 0 0,0 0 1 0 0,0 1-1 0 0,1-1 1 0 0,-1 1-1 0 0,1-1 1 0 0,-1 1-1 0 0,1 0 1 0 0,-1 0-1 0 0,1 0 1 0 0,0 0-1 0 0,-1 1 1 0 0,1-1-1 0 0,0 1 1 0 0,0-1-1 0 0,0 1 1 0 0,3 0-1 0 0,-4 1-4 0 0,0-1-1 0 0,0 1 0 0 0,0-1 1 0 0,0 1-1 0 0,0 0 1 0 0,0 0-1 0 0,0 0 0 0 0,0 0 1 0 0,0 0-1 0 0,0 0 0 0 0,0 0 1 0 0,-1 1-1 0 0,1-1 1 0 0,0 1-1 0 0,-1-1 0 0 0,1 1 1 0 0,-1 0-1 0 0,0-1 1 0 0,0 1-1 0 0,1 0 0 0 0,0 3 1 0 0,2 3 69 0 0,-1 1-1 0 0,1-1 1 0 0,-2 1 0 0 0,1 0-1 0 0,-1-1 1 0 0,-1 1 0 0 0,0 0-1 0 0,0 0 1 0 0,0 0 0 0 0,-1 0-1 0 0,-1 0 1 0 0,1 0 0 0 0,-4 15-1 0 0,1-12-64 0 0,-1 1 0 0 0,0-1 0 0 0,-1 0-1 0 0,-1 0 1 0 0,1 0 0 0 0,-2-1-1 0 0,1 0 1 0 0,-2 0 0 0 0,-8 10 0 0 0,7-9-17 0 0,5-7-13 0 0,0 0 0 0 0,0-1 1 0 0,0 1-1 0 0,0-1 0 0 0,-7 5 0 0 0,-11 7 17 0 0,19-16-39 0 0,1 1-11 0 0,0-2-13 0 0,1 0 10 0 0,0 0-1 0 0,0 0 1 0 0,0 1 0 0 0,0-1 0 0 0,0 0 0 0 0,0 0 0 0 0,0-1 0 0 0,1 1 0 0 0,-1 0-1 0 0,0 0 1 0 0,1 0 0 0 0,-1 0 0 0 0,1-1 0 0 0,-1 1 0 0 0,1 0 0 0 0,0 0-1 0 0,0-1 1 0 0,-1 1 0 0 0,1 0 0 0 0,0-1 0 0 0,0 1 0 0 0,0 0 0 0 0,0 0-1 0 0,1-1 1 0 0,-1 1 0 0 0,0 0 0 0 0,0-1 0 0 0,1 1 0 0 0,-1 0 0 0 0,1-2-1 0 0,3-8-173 0 0,0 1 0 0 0,11-19 0 0 0,-6 10-79 0 0,2-1 82 0 0,0 0 1 0 0,1 0-1 0 0,1 2 0 0 0,28-32 0 0 0,-5 12 13 0 0,42-34 0 0 0,-57 55 151 0 0,0 0 0 0 0,1 1-1 0 0,1 1 1 0 0,0 1 0 0 0,1 1 0 0 0,1 1-1 0 0,0 1 1 0 0,40-11 0 0 0,-63 21 44 0 0,1 1 0 0 0,-1-1 1 0 0,1 0-1 0 0,-1 1 0 0 0,1 0 0 0 0,0 0 0 0 0,-1 0 1 0 0,1 0-1 0 0,0 0 0 0 0,-1 0 0 0 0,1 1 0 0 0,-1-1 1 0 0,1 1-1 0 0,-1-1 0 0 0,1 1 0 0 0,-1 0 0 0 0,1 0 1 0 0,-1 1-1 0 0,0-1 0 0 0,1 0 0 0 0,-1 1 0 0 0,0-1 1 0 0,0 1-1 0 0,0 0 0 0 0,2 1 0 0 0,-2 0 39 0 0,0 0-1 0 0,0 0 1 0 0,-1 1-1 0 0,1-1 1 0 0,-1 0-1 0 0,0 0 1 0 0,1 1-1 0 0,-1-1 1 0 0,-1 1-1 0 0,1-1 1 0 0,-1 1-1 0 0,1-1 1 0 0,-1 1-1 0 0,0-1 1 0 0,0 1-1 0 0,-1 5 1 0 0,-3 10 102 0 0,-1 0 1 0 0,-1-1 0 0 0,0 0-1 0 0,-1 0 1 0 0,-1-1-1 0 0,-15 25 1 0 0,8-15-63 0 0,-16 42 0 0 0,26-57-102 0 0,3-11-2 0 0,1 1 0 0 0,0 0 0 0 0,0 0 0 0 0,0 0 0 0 0,0 0 0 0 0,0 0 0 0 0,0 1 0 0 0,1-1 0 0 0,-1 0 0 0 0,1 0 0 0 0,-1 0 0 0 0,1 1 0 0 0,0-1 0 0 0,0 0 0 0 0,0 0 0 0 0,0 1 0 0 0,0-1 0 0 0,0 0 0 0 0,1 0 0 0 0,0 3 1 0 0,1-2-3 0 0,0-1 1 0 0,0 0 0 0 0,0 1 0 0 0,0-1-1 0 0,0 0 1 0 0,0 0 0 0 0,1 0 0 0 0,-1 0-1 0 0,1-1 1 0 0,0 1 0 0 0,-1-1 0 0 0,1 0-1 0 0,3 2 1 0 0,1-1-36 0 0,0 0 1 0 0,0 0-1 0 0,0-1 1 0 0,0 0-1 0 0,10 0 0 0 0,4-2-284 0 0,-1 0 1 0 0,1-1-1 0 0,23-6 0 0 0,-26 3-132 0 0,0 0 0 0 0,0-1 0 0 0,-1-1 0 0 0,0 0 1 0 0,0-1-1 0 0,-1-1 0 0 0,29-21 0 0 0,-24 13 8 0 0,0-1 0 0 0,-1-1 0 0 0,-1-1 0 0 0,28-37 0 0 0,-11 3 53 0 0,-2-1 1 0 0,-3-2-1 0 0,41-104 1 0 0,-53 112 954 0 0,19-79 0 0 0,-30 94 615 0 0,-2 0 0 0 0,-2-1 0 0 0,1-45 0 0 0,-5 80-1166 0 0,0 0 0 0 0,0-1 1 0 0,0 1-1 0 0,0 0 1 0 0,0-1-1 0 0,0 1 0 0 0,0-1 1 0 0,0 1-1 0 0,0 0 0 0 0,0-1 1 0 0,0 1-1 0 0,0-1 1 0 0,0 1-1 0 0,0 0 0 0 0,0-1 1 0 0,0 1-1 0 0,0-1 0 0 0,-1 1 1 0 0,1 0-1 0 0,0-1 1 0 0,0 1-1 0 0,0 0 0 0 0,-1-1 1 0 0,1 1-1 0 0,0 0 0 0 0,0-1 1 0 0,-1 1-1 0 0,1 0 1 0 0,0 0-1 0 0,0-1 0 0 0,-1 1 1 0 0,1 0-1 0 0,0 0 1 0 0,-1 0-1 0 0,1-1 0 0 0,-1 1 1 0 0,1 0-1 0 0,0 0 0 0 0,-1 0 1 0 0,1 0-1 0 0,-1 0 1 0 0,1 0-1 0 0,0 0 0 0 0,-1 0 1 0 0,1 0-1 0 0,0 0 0 0 0,-1 0 1 0 0,1 0-1 0 0,-1 0 1 0 0,1 0-1 0 0,0 0 0 0 0,-1 0 1 0 0,1 0-1 0 0,-1 0 1 0 0,1 1-1 0 0,-1-1 0 0 0,-1 1 47 0 0,0 0 0 0 0,0 1-1 0 0,1-1 1 0 0,-1 0 0 0 0,0 1-1 0 0,0-1 1 0 0,1 1-1 0 0,-1 0 1 0 0,-1 2 0 0 0,-17 29 766 0 0,1 2 1 0 0,2 0 0 0 0,-18 54-1 0 0,10-25 37 0 0,-19 45 356 0 0,5 2-1 0 0,-30 134 1 0 0,63-213-1076 0 0,1-1-1 0 0,0 59 1 0 0,5-88-151 0 0,0 1-1 0 0,1-1 1 0 0,-1 0 0 0 0,0 0-1 0 0,1 1 1 0 0,-1-1 0 0 0,1 0 0 0 0,0 0-1 0 0,0 0 1 0 0,0 0 0 0 0,0 0 0 0 0,0 0-1 0 0,0 0 1 0 0,0 0 0 0 0,1 0-1 0 0,-1-1 1 0 0,1 1 0 0 0,-1-1 0 0 0,1 1-1 0 0,0-1 1 0 0,0 1 0 0 0,-1-1 0 0 0,1 0-1 0 0,0 0 1 0 0,0 0 0 0 0,0 0-1 0 0,0 0 1 0 0,1 0 0 0 0,1 0 0 0 0,1 1-192 0 0,1-1-1 0 0,-1 0 1 0 0,0-1 0 0 0,0 1 0 0 0,1-1 0 0 0,-1 0 0 0 0,0-1 0 0 0,0 1-1 0 0,1-1 1 0 0,-1 0 0 0 0,0 0 0 0 0,5-2 0 0 0,7-4-969 0 0,0 0 0 0 0,-1-1 0 0 0,0 0 0 0 0,-1-2 0 0 0,1 0 0 0 0,19-18 0 0 0,14-19-5781 0 0,-20 14-493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15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321 163 1864 0 0,'-316'-19'16532'0'0,"312"19"-16119"0"0,12-10 193 0 0,-2 8-543 0 0,0 0 0 0 0,1 0-1 0 0,-1 0 1 0 0,0 0 0 0 0,0 1-1 0 0,10 0 1 0 0,6-3 39 0 0,282-40-413 0 0,-1 0-5262 0 0,-195 26-456 0 0,-56 6 390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17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0 281 1696 0 0,'17'-12'2229'0'0,"-2"0"0"0"0,23-22 0 0 0,-23 19-1281 0 0,-1-1 0 0 0,-1-1 1 0 0,-1 0-1 0 0,13-23 0 0 0,-23 36-746 0 0,0-1 0 0 0,-1 0 0 0 0,0 0 0 0 0,0 0 0 0 0,0 0 0 0 0,0 0 0 0 0,-1 0 0 0 0,0 0 1 0 0,0 0-1 0 0,-1-8 0 0 0,1 11-155 0 0,-1-1 0 0 0,1 0 0 0 0,-1 1 0 0 0,1-1 1 0 0,-1 1-1 0 0,0-1 0 0 0,0 1 0 0 0,0-1 0 0 0,0 1 1 0 0,-1 0-1 0 0,1 0 0 0 0,0 0 0 0 0,-1-1 0 0 0,0 1 0 0 0,0 0 1 0 0,-2-1-1 0 0,-17-8 75 0 0,18 10-98 0 0,-16-1 6 0 0,3 6-36 0 0,13-4-158 0 0,0 1-1 0 0,1 0 1 0 0,-1 1-1 0 0,1-1 0 0 0,0 0 1 0 0,-1 1-1 0 0,1-1 0 0 0,0 1 1 0 0,0 0-1 0 0,0 0 0 0 0,0 0 1 0 0,0 0-1 0 0,0 0 0 0 0,0 0 1 0 0,1 1-1 0 0,-2 1 1 0 0,2 1-735 0 0,0-3 247 0 0,0 0 0 0 0,1 0 0 0 0,0 0 0 0 0,-1 0 0 0 0,1 0 0 0 0,0 0 0 0 0,0 0-1 0 0,0 0 1 0 0,1 3 0 0 0,2 6-3045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18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565 284 1200 0 0,'0'0'3754'0'0,"-12"-6"-555"0"0,8-3-2667 0 0,3 7-35 0 0,-2-11 1238 0 0,-14-40 1686 0 0,14 42-2961 0 0,0 0 0 0 0,0 0-1 0 0,-1 1 1 0 0,-10-20 0 0 0,5 16-164 0 0,7 10-253 0 0,0 0 0 0 0,0 0 0 0 0,0 1 0 0 0,-1-1 1 0 0,1 1-1 0 0,-1-1 0 0 0,0 1 0 0 0,0 0 0 0 0,0 0 0 0 0,-1 0 0 0 0,1 0 0 0 0,-1 1 1 0 0,1 0-1 0 0,-1-1 0 0 0,0 1 0 0 0,0 1 0 0 0,0-1 0 0 0,-7-2 0 0 0,5 3-33 0 0,0 0-1 0 0,0 0 0 0 0,0 0 1 0 0,1 1-1 0 0,-1 0 0 0 0,0 0 1 0 0,0 1-1 0 0,0-1 0 0 0,0 1 1 0 0,-6 2-1 0 0,0 1-2 0 0,2 0-1 0 0,-1 0 1 0 0,0 1-1 0 0,-16 11 1 0 0,-1 3 13 0 0,1 2-1 0 0,-39 37 0 0 0,42-34 13 0 0,0 1-1 0 0,-25 36 1 0 0,39-49-20 0 0,2 1 1 0 0,0 1 0 0 0,1 0-1 0 0,0 0 1 0 0,1 0 0 0 0,0 0 0 0 0,-4 22-1 0 0,9-33-6 0 0,0 0 0 0 0,1 0-1 0 0,-1 0 1 0 0,1 0 0 0 0,-1 0-1 0 0,1 1 1 0 0,0-1 0 0 0,1 0-1 0 0,-1 0 1 0 0,0 0 0 0 0,1 0-1 0 0,0 1 1 0 0,0-1 0 0 0,0 0-1 0 0,0 0 1 0 0,0 0 0 0 0,0-1-1 0 0,1 1 1 0 0,-1 0 0 0 0,1 0-1 0 0,0-1 1 0 0,0 1 0 0 0,0-1-1 0 0,0 1 1 0 0,1-1 0 0 0,-1 0 0 0 0,0 0-1 0 0,1 0 1 0 0,0 0 0 0 0,-1-1-1 0 0,1 1 1 0 0,0-1 0 0 0,0 1-1 0 0,0-1 1 0 0,0 0 0 0 0,0 0-1 0 0,5 1 1 0 0,9 1 9 0 0,-1 0 0 0 0,1-2-1 0 0,0 1 1 0 0,0-2 0 0 0,27-3 0 0 0,-22 1-41 0 0,-1-2 0 0 0,1 0 0 0 0,-1-1 0 0 0,-1-2 0 0 0,1 0 0 0 0,-1-1 0 0 0,0-1 0 0 0,-1-1 0 0 0,0 0 0 0 0,-1-2 0 0 0,0 0 0 0 0,0-1 0 0 0,-2-1 0 0 0,1 0 0 0 0,-2-1 1 0 0,0-1-1 0 0,-1 0 0 0 0,0-1 0 0 0,-2-1 0 0 0,18-31 0 0 0,-4-1-29 0 0,-14 24 20 0 0,24-35 1 0 0,-34 57 5 0 0,4-2-41 0 0,-6 19 86 0 0,-4 8 49 0 0,-1 0 1 0 0,-8 25-1 0 0,5-21 8 0 0,-5 30-1 0 0,10-40-43 0 0,1-1 0 0 0,0 1-1 0 0,1 0 1 0 0,3 30-1 0 0,-2-41-20 0 0,1 0-1 0 0,0 0 1 0 0,0 0-1 0 0,0 0 1 0 0,0 0-1 0 0,1 0 1 0 0,-1 0-1 0 0,1-1 0 0 0,0 1 1 0 0,0 0-1 0 0,1-1 1 0 0,-1 0-1 0 0,1 0 1 0 0,-1 1-1 0 0,1-2 1 0 0,0 1-1 0 0,0 0 1 0 0,1 0-1 0 0,-1-1 1 0 0,0 0-1 0 0,1 0 1 0 0,7 4-1 0 0,-3-3-1 0 0,1-1 1 0 0,1 1-1 0 0,-1-1 1 0 0,0-1-1 0 0,0 0 1 0 0,1 0-1 0 0,-1-1 1 0 0,0 0-1 0 0,1 0 1 0 0,-1-1-1 0 0,0-1 1 0 0,1 1-1 0 0,-1-2 1 0 0,0 1-1 0 0,0-1 1 0 0,0 0-1 0 0,-1-1 1 0 0,1 0-1 0 0,7-5 1 0 0,4-3-21 0 0,-1-1 1 0 0,0 0 0 0 0,-1-2 0 0 0,0 0 0 0 0,-2-1 0 0 0,24-27-1 0 0,-22 19-17 0 0,0-1-1 0 0,-2 0 0 0 0,-1-2 0 0 0,-1 1 0 0 0,-1-2 0 0 0,-2 0 0 0 0,14-47 1 0 0,-24 71 23 0 0,0 1 1 0 0,0-1 0 0 0,-1 0 0 0 0,1 0 0 0 0,-1 0 0 0 0,0 0-1 0 0,0 0 1 0 0,0 0 0 0 0,-1 0 0 0 0,1 0 0 0 0,-1 0-1 0 0,0 0 1 0 0,0 1 0 0 0,0-1 0 0 0,0 0 0 0 0,-1 1 0 0 0,-2-5-1 0 0,4 7 5 0 0,-1 1 0 0 0,1-1 0 0 0,-1 0 0 0 0,0 1 0 0 0,0-1 0 0 0,1 0 0 0 0,-1 1 0 0 0,0-1-1 0 0,0 1 1 0 0,0 0 0 0 0,0-1 0 0 0,1 1 0 0 0,-1 0 0 0 0,0-1 0 0 0,0 1 0 0 0,0 0 0 0 0,0 0 0 0 0,0 0-1 0 0,0 0 1 0 0,0-1 0 0 0,0 2 0 0 0,-1-1 0 0 0,-15 3-15 0 0,16-3 19 0 0,-2 1-4 0 0,0 0-1 0 0,0 0 1 0 0,0 1-1 0 0,0 0 0 0 0,1-1 1 0 0,-1 1-1 0 0,0 0 1 0 0,1 0-1 0 0,-1 0 1 0 0,1 1-1 0 0,0-1 0 0 0,0 1 1 0 0,-1-1-1 0 0,2 1 1 0 0,-1 0-1 0 0,0 0 0 0 0,1-1 1 0 0,-3 7-1 0 0,3-7 4 0 0,0 1 0 0 0,0 0 0 0 0,0 0 0 0 0,0 0 0 0 0,1-1 1 0 0,-1 1-1 0 0,1 0 0 0 0,0 0 0 0 0,0 0 0 0 0,0 0 0 0 0,0 0 0 0 0,0 0 0 0 0,1 0 0 0 0,-1 0 0 0 0,1 0 0 0 0,0-1 0 0 0,0 1 0 0 0,0 0 0 0 0,0 0 0 0 0,0-1 0 0 0,1 1 0 0 0,-1-1 0 0 0,1 1 0 0 0,0-1 0 0 0,0 1 0 0 0,2 1 0 0 0,2 2 2 0 0,0-1 0 0 0,1 0 0 0 0,0 0 0 0 0,0 0 0 0 0,0-1-1 0 0,13 5 1 0 0,-1-1 1 0 0,1-1 0 0 0,0-2 0 0 0,0 0 1 0 0,1-1-1 0 0,0-1 0 0 0,0 0 0 0 0,-1-2 0 0 0,1-1 0 0 0,0 0 0 0 0,0-2 0 0 0,32-6 0 0 0,-6-5 0 0 0,-27 8 11 0 0,-8 1 0 0 0,0 1-1 0 0,0-2 0 0 0,19-9 1 0 0,-29 13-23 0 0,2 1-2 0 0,8 0-34 0 0,-12 0 44 0 0,0 0 0 0 0,1 1 0 0 0,-1-1-1 0 0,0 0 1 0 0,0 1 0 0 0,0-1 0 0 0,1 0-1 0 0,-1 1 1 0 0,0-1 0 0 0,0 0 0 0 0,0 1-1 0 0,0-1 1 0 0,0 0 0 0 0,0 1 0 0 0,0-1-1 0 0,0 1 1 0 0,0-1 0 0 0,0 0 0 0 0,0 1-1 0 0,0-1 1 0 0,0 0 0 0 0,0 1 0 0 0,0-1-1 0 0,0 0 1 0 0,0 1 0 0 0,0-1 0 0 0,0 0-1 0 0,-1 1 1 0 0,1-1 0 0 0,0 0 0 0 0,0 1 0 0 0,0-1-1 0 0,-1 0 1 0 0,1 1 0 0 0,0-1 0 0 0,0 0-1 0 0,-1 0 1 0 0,1 1 0 0 0,0-1 0 0 0,-1 0-1 0 0,-39 58 109 0 0,10-15 24 0 0,1 1 1 0 0,2 1-1 0 0,-21 52 0 0 0,46-93-119 0 0,0 1 0 0 0,0 0 0 0 0,1 0 0 0 0,0 0 1 0 0,0 0-1 0 0,0 0 0 0 0,1 0 0 0 0,0 0 0 0 0,0 0 1 0 0,0 0-1 0 0,1 9 0 0 0,0-12-8 0 0,0 1 0 0 0,0-1 0 0 0,0 1 1 0 0,0-1-1 0 0,0 1 0 0 0,1-1 0 0 0,-1 0 0 0 0,1 1 0 0 0,-1-1 0 0 0,1 0 0 0 0,0 0 1 0 0,0 0-1 0 0,0 0 0 0 0,0-1 0 0 0,0 1 0 0 0,0 0 0 0 0,0-1 0 0 0,1 0 0 0 0,-1 1 1 0 0,1-1-1 0 0,-1 0 0 0 0,1 0 0 0 0,2 0 0 0 0,6 2 3 0 0,0-1 0 0 0,0-1-1 0 0,1 0 1 0 0,-1 0 0 0 0,0-1 0 0 0,0 0-1 0 0,0-1 1 0 0,0-1 0 0 0,0 0 0 0 0,0 0-1 0 0,0-1 1 0 0,16-6 0 0 0,1-2-20 0 0,-1-1 1 0 0,0-2-1 0 0,35-23 0 0 0,-33 16-37 0 0,-1-1 0 0 0,-1-1 0 0 0,0-1 0 0 0,27-33 0 0 0,-12 6 4 0 0,47-74 0 0 0,-20 12 114 0 0,-68 112-54 0 0,-2 3 4 0 0,-1 7 69 0 0,-1 1-1 0 0,-1-1 0 0 0,0 0 1 0 0,-10 17-1 0 0,-6 12 142 0 0,14-23-168 0 0,-6 13 81 0 0,-16 57 1 0 0,26-77-123 0 0,0 0 1 0 0,1 0 0 0 0,0 0 0 0 0,0 0-1 0 0,1 0 1 0 0,0 0 0 0 0,0 0-1 0 0,1 0 1 0 0,0 0 0 0 0,0 1 0 0 0,1-2-1 0 0,4 12 1 0 0,-4-15-11 0 0,0 0-1 0 0,0 0 1 0 0,1 0 0 0 0,-1 0-1 0 0,1 0 1 0 0,0-1 0 0 0,0 1 0 0 0,1-1-1 0 0,-1 0 1 0 0,1 0 0 0 0,0 0-1 0 0,-1-1 1 0 0,1 1 0 0 0,0-1-1 0 0,0 0 1 0 0,1 0 0 0 0,-1 0-1 0 0,0-1 1 0 0,1 1 0 0 0,-1-1-1 0 0,1 0 1 0 0,7 1 0 0 0,1-1 4 0 0,0-1 1 0 0,0 1 0 0 0,0-2 0 0 0,0 0 0 0 0,0-1 0 0 0,24-6 0 0 0,-23 4-13 0 0,1-1 0 0 0,-2-1 0 0 0,1-1 0 0 0,-1 0 1 0 0,0-1-1 0 0,0 0 0 0 0,-1-1 0 0 0,0 0 0 0 0,0-1 0 0 0,-1 0 0 0 0,11-14 1 0 0,12-17-27 0 0,51-81 1 0 0,-58 81-32 0 0,-25 39 35 0 0,-9 21 99 0 0,-96 262 3495 0 0,-42 120-730 0 0,78-187-2073 0 0,-30 89-44 0 0,-25-10-352 0 0,101-252-299 0 0,-2-1 0 0 0,-2 0 0 0 0,-1-2 0 0 0,-59 65 0 0 0,78-96-52 0 0,-1 0 0 0 0,0-1 1 0 0,0 1-1 0 0,0-2 0 0 0,-1 1 0 0 0,1-1 0 0 0,-1 0 0 0 0,-1-1 0 0 0,1 0 0 0 0,-20 5 0 0 0,25-8-14 0 0,-1 0 0 0 0,0 0 0 0 0,0-1 0 0 0,0 1 0 0 0,0-1 0 0 0,0 0 1 0 0,0 0-1 0 0,0-1 0 0 0,1 1 0 0 0,-1-1 0 0 0,0 0 0 0 0,0-1 0 0 0,0 1 0 0 0,1-1 0 0 0,-1 0 0 0 0,1 0 0 0 0,0 0 0 0 0,-1-1 0 0 0,1 0 0 0 0,0 1 0 0 0,0-2 0 0 0,0 1 0 0 0,1 0 0 0 0,-5-5 0 0 0,-2-5 8 0 0,1-1 1 0 0,1 0-1 0 0,0 0 0 0 0,0-1 0 0 0,2 0 0 0 0,-1 0 0 0 0,2-1 0 0 0,0 0 0 0 0,1 1 0 0 0,1-1 1 0 0,0-1-1 0 0,1 1 0 0 0,1 0 0 0 0,2-30 0 0 0,1 18-110 0 0,1 1 0 0 0,1-1 0 0 0,1 1 0 0 0,2 1 1 0 0,1-1-1 0 0,1 1 0 0 0,1 0 0 0 0,14-26 0 0 0,10-7-622 0 0,2 1 0 0 0,3 2-1 0 0,2 2 1 0 0,3 2 0 0 0,2 1 0 0 0,71-60 0 0 0,-46 51-2125 0 0,86-54 1 0 0,90-29-8214 0 0,-202 121 6585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20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184 645 872 0 0,'-171'59'12289'0'0,"168"-58"-12089"0"0,1 0-38 0 0,-5 3 1159 0 0,20-8-1021 0 0,25-10-219 0 0,12-8 11 0 0,-1-3 1 0 0,-2-2-1 0 0,56-40 1 0 0,-81 50-115 0 0,0-1 0 0 0,-1-2 1 0 0,-1 0-1 0 0,-1-1 0 0 0,0-1 1 0 0,-2 0-1 0 0,-1-1 0 0 0,15-28 0 0 0,-22 34-9 0 0,0-1-1 0 0,-1 0 0 0 0,-1 0 1 0 0,0-1-1 0 0,-1 0 1 0 0,-2 0-1 0 0,0 0 0 0 0,0 0 1 0 0,-2-1-1 0 0,0-32 0 0 0,-2 48 26 0 0,-1 0-1 0 0,1 1 0 0 0,-1-1 0 0 0,0 1 0 0 0,0-1 1 0 0,0 1-1 0 0,0-1 0 0 0,0 1 0 0 0,-1-1 1 0 0,0 1-1 0 0,1 0 0 0 0,-1 0 0 0 0,0 0 0 0 0,-1 0 1 0 0,1 0-1 0 0,-1 1 0 0 0,1-1 0 0 0,-1 1 1 0 0,0-1-1 0 0,1 1 0 0 0,-1 0 0 0 0,-4-2 0 0 0,5 3 3 0 0,0 1 0 0 0,0-1-1 0 0,1 1 1 0 0,-1 0-1 0 0,0 0 1 0 0,0 0 0 0 0,0 0-1 0 0,0 0 1 0 0,1 0 0 0 0,-1 0-1 0 0,0 1 1 0 0,0-1-1 0 0,1 1 1 0 0,-1-1 0 0 0,0 1-1 0 0,1 0 1 0 0,-1 0-1 0 0,0-1 1 0 0,-1 3 0 0 0,-28 20-15 0 0,27-19 18 0 0,1 0 0 0 0,-1 0 0 0 0,1 0 0 0 0,0 1 0 0 0,0 0 0 0 0,0-1 0 0 0,1 1 0 0 0,-1 0 0 0 0,1 0 0 0 0,0 0 0 0 0,1 0 0 0 0,-1 1 0 0 0,1-1 0 0 0,0 0 0 0 0,1 1 0 0 0,-1-1 0 0 0,1 1 0 0 0,0-1 0 0 0,0 1 0 0 0,1-1 0 0 0,-1 0 0 0 0,1 1 0 0 0,1-1 0 0 0,-1 0 0 0 0,1 1 0 0 0,-1-1 0 0 0,2 0 0 0 0,-1 0 0 0 0,0-1 0 0 0,1 1 0 0 0,0 0 0 0 0,0-1 0 0 0,1 0 0 0 0,-1 1 0 0 0,1-1 0 0 0,4 3 0 0 0,4 2 1 0 0,1-1 1 0 0,1 0-1 0 0,-1-1 0 0 0,1 0 1 0 0,0-1-1 0 0,1-1 0 0 0,-1-1 1 0 0,1 0-1 0 0,16 2 1 0 0,8 0-57 0 0,1-1 1 0 0,50-2 0 0 0,-76-3 31 0 0,-1-1-1 0 0,1 0 1 0 0,0 0-1 0 0,25-8 1 0 0,-34 8 22 0 0,0-1 0 0 0,0 0 0 0 0,0 0 0 0 0,-1-1 0 0 0,1 1 0 0 0,0-1 0 0 0,-1 0 0 0 0,0 0 0 0 0,0-1 0 0 0,0 1 0 0 0,0-1 0 0 0,0 0 1 0 0,-1 0-1 0 0,1 0 0 0 0,2-5 0 0 0,-5 7-2 0 0,0 1 1 0 0,0-1-1 0 0,0 0 0 0 0,0 0 1 0 0,0 1-1 0 0,0-1 1 0 0,0 0-1 0 0,-1 0 1 0 0,1 0-1 0 0,-1 0 1 0 0,0 0-1 0 0,1 0 1 0 0,-1 0-1 0 0,0 0 1 0 0,0 0-1 0 0,0 0 0 0 0,0 0 1 0 0,-1 0-1 0 0,1 0 1 0 0,-1 0-1 0 0,1 0 1 0 0,-1 0-1 0 0,1 0 1 0 0,-1 0-1 0 0,0 0 1 0 0,0 1-1 0 0,0-1 0 0 0,0 0 1 0 0,0 1-1 0 0,-1-1 1 0 0,1 0-1 0 0,0 1 1 0 0,-1-1-1 0 0,-1 0 1 0 0,1 1 2 0 0,0 1 0 0 0,1 0 0 0 0,-1 0 0 0 0,0 0 1 0 0,0 0-1 0 0,0 0 0 0 0,1 0 0 0 0,-1 0 0 0 0,0 0 1 0 0,0 1-1 0 0,1-1 0 0 0,-1 1 0 0 0,0-1 0 0 0,0 1 1 0 0,1 0-1 0 0,-1 0 0 0 0,1 0 0 0 0,-1 0 0 0 0,-1 1 1 0 0,-31 22 52 0 0,12-6-1 0 0,0 2 0 0 0,1 1 0 0 0,1 1 0 0 0,1 0 0 0 0,1 2 0 0 0,1 0 0 0 0,1 1 0 0 0,2 0 0 0 0,0 1 0 0 0,-14 38 0 0 0,27-59-46 0 0,-1-1 0 0 0,1 0 0 0 0,0 1 0 0 0,0-1 0 0 0,1 1-1 0 0,-1-1 1 0 0,1 1 0 0 0,0 0 0 0 0,0-1 0 0 0,1 1 0 0 0,-1-1 0 0 0,1 1 0 0 0,0-1 0 0 0,0 1 0 0 0,1-1 0 0 0,-1 0 0 0 0,1 0-1 0 0,0 1 1 0 0,0-1 0 0 0,0 0 0 0 0,1-1 0 0 0,4 7 0 0 0,-2-5-5 0 0,0 0 1 0 0,1 0-1 0 0,0 0 1 0 0,0-1-1 0 0,0 1 0 0 0,1-2 1 0 0,-1 1-1 0 0,1-1 1 0 0,0 0-1 0 0,0 0 0 0 0,0-1 1 0 0,0 0-1 0 0,9 2 1 0 0,-1-2-40 0 0,1 0 1 0 0,-1-1 0 0 0,1 0-1 0 0,-1-1 1 0 0,1-1-1 0 0,-1-1 1 0 0,1 0 0 0 0,-1-1-1 0 0,0 0 1 0 0,0-1-1 0 0,0-1 1 0 0,-1-1 0 0 0,1 0-1 0 0,13-8 1 0 0,-11 4 21 0 0,0-1-1 0 0,0-1 1 0 0,-1 0-1 0 0,-1-1 1 0 0,0 0 0 0 0,-1-1-1 0 0,-1-1 1 0 0,0-1 0 0 0,-1 0-1 0 0,15-24 1 0 0,47-111 559 0 0,-73 149-309 0 0,-4 3-148 0 0,-3 3-31 0 0,0-1 0 0 0,0 1 0 0 0,1 0 0 0 0,0 1 0 0 0,-1-1 0 0 0,2 1 1 0 0,-1 0-1 0 0,0 0 0 0 0,-6 11 0 0 0,-4 7 155 0 0,-15 29 0 0 0,23-39-161 0 0,1 0-1 0 0,0 0 0 0 0,1 1 0 0 0,0-1 0 0 0,1 1 0 0 0,-3 20 0 0 0,7-30-37 0 0,-1 0 0 0 0,1 0 1 0 0,0 0-1 0 0,0 0 0 0 0,0 0 1 0 0,0 0-1 0 0,1 0 0 0 0,0 0 1 0 0,-1 0-1 0 0,2-1 0 0 0,-1 1 1 0 0,0 0-1 0 0,1 0 0 0 0,0-1 0 0 0,-1 1 1 0 0,1 0-1 0 0,1-1 0 0 0,-1 0 1 0 0,0 0-1 0 0,1 0 0 0 0,0 0 1 0 0,0 0-1 0 0,0 0 0 0 0,0-1 1 0 0,0 1-1 0 0,0-1 0 0 0,6 3 1 0 0,0 0 0 0 0,0-1 0 0 0,1 0 0 0 0,0-1 0 0 0,-1 0 0 0 0,1-1 0 0 0,1 0 0 0 0,-1 0 0 0 0,0-1 1 0 0,0 0-1 0 0,0-1 0 0 0,1 0 0 0 0,-1-1 0 0 0,0 0 0 0 0,0 0 0 0 0,0-1 0 0 0,0-1 1 0 0,0 1-1 0 0,0-2 0 0 0,0 1 0 0 0,12-8 0 0 0,-11 5-9 0 0,1-1 1 0 0,-1 0-1 0 0,0-1 1 0 0,-1 0-1 0 0,0-1 0 0 0,0 0 1 0 0,-1 0-1 0 0,0-1 1 0 0,-1-1-1 0 0,0 1 0 0 0,0-1 1 0 0,-1 0-1 0 0,-1-1 1 0 0,0 0-1 0 0,6-17 1 0 0,-4 5-3 0 0,-1 0 0 0 0,5-38 0 0 0,-10 48-8 0 0,-1 1 0 0 0,0-1 0 0 0,-1 1 1 0 0,-1-1-1 0 0,0 0 0 0 0,-4-17 0 0 0,4 27 3 0 0,0 0 1 0 0,0 1-1 0 0,0-1 1 0 0,0 1-1 0 0,-1-1 1 0 0,1 1-1 0 0,-1 0 0 0 0,0-1 1 0 0,0 1-1 0 0,-1 0 1 0 0,1 0-1 0 0,0 0 1 0 0,-1 1-1 0 0,0-1 0 0 0,0 1 1 0 0,0-1-1 0 0,0 1 1 0 0,0 0-1 0 0,0 0 1 0 0,0 0-1 0 0,-1 1 0 0 0,1-1 1 0 0,-1 1-1 0 0,1 0 1 0 0,-1 0-1 0 0,0 0 1 0 0,1 0-1 0 0,-1 0 1 0 0,0 1-1 0 0,1 0 0 0 0,-1 0 1 0 0,-6 0-1 0 0,-3 1-3 0 0,0 1 1 0 0,-1 0-1 0 0,1 1 0 0 0,0 1 0 0 0,1 0 0 0 0,-1 0 0 0 0,-22 13 1 0 0,16-7 3 0 0,0 1 1 0 0,1 2 0 0 0,0-1 0 0 0,-26 27 0 0 0,36-32 2 0 0,1 0 0 0 0,0 1-1 0 0,0 0 1 0 0,1 0 0 0 0,0 1 0 0 0,1 0 0 0 0,0 0 0 0 0,0 0 0 0 0,1 1 0 0 0,0-1 0 0 0,-5 20 0 0 0,8-25-11 0 0,1 0 0 0 0,0-1 0 0 0,-1 1 0 0 0,1 0 1 0 0,0 0-1 0 0,1-1 0 0 0,-1 1 0 0 0,1 0 0 0 0,0 0 0 0 0,-1-1 1 0 0,2 1-1 0 0,-1-1 0 0 0,0 1 0 0 0,1-1 0 0 0,-1 1 0 0 0,4 3 0 0 0,-2-3-33 0 0,1 1 0 0 0,0-1-1 0 0,0 0 1 0 0,0 0-1 0 0,0-1 1 0 0,1 1-1 0 0,-1-1 1 0 0,1 0-1 0 0,10 5 1 0 0,-1-2-65 0 0,1-1 0 0 0,0 0 0 0 0,0-1 1 0 0,0-1-1 0 0,0 0 0 0 0,30 1 0 0 0,-21-4-21 0 0,0-1-1 0 0,-1 0 1 0 0,1-2-1 0 0,-1-1 0 0 0,1-1 1 0 0,-1-1-1 0 0,-1-1 1 0 0,1-1-1 0 0,-1 0 1 0 0,41-24-1 0 0,-39 17 97 0 0,-1-1 0 0 0,0-1-1 0 0,-1-1 1 0 0,-1-1 0 0 0,-1-1-1 0 0,-1 0 1 0 0,0-2 0 0 0,29-44-1 0 0,45-93 2143 0 0,-91 157-1697 0 0,-2 5-247 0 0,-3 10 7 0 0,-1-1 1 0 0,0 1-1 0 0,0-1 1 0 0,-1 0-1 0 0,-9 16 1 0 0,-12 31 158 0 0,22-48-282 0 0,-4 12 36 0 0,1 0-1 0 0,1 1 0 0 0,-5 37 0 0 0,11-54-65 0 0,-1-1 0 0 0,1 1 0 0 0,1-1 1 0 0,-1 1-1 0 0,1-1 0 0 0,1 1 0 0 0,3 11 0 0 0,-4-15-7 0 0,1 1 1 0 0,-1-1 0 0 0,1 1-1 0 0,0-1 1 0 0,0 0-1 0 0,0 0 1 0 0,1 0-1 0 0,-1 0 1 0 0,1-1 0 0 0,0 1-1 0 0,0-1 1 0 0,0 1-1 0 0,0-1 1 0 0,5 3-1 0 0,-2-2-5 0 0,0-1 0 0 0,0 0 1 0 0,0 0-1 0 0,0-1 0 0 0,0 0 0 0 0,0 0 0 0 0,0 0 0 0 0,0-1 0 0 0,1 1 0 0 0,-1-2 0 0 0,0 1 0 0 0,0-1 0 0 0,0 0 0 0 0,0 0 0 0 0,0 0 0 0 0,0-1 0 0 0,0 0 0 0 0,0 0 0 0 0,0-1 1 0 0,9-5-1 0 0,5-4-19 0 0,-1 0 0 0 0,0-1-1 0 0,-1-1 1 0 0,22-22 0 0 0,-9 4-36 0 0,-1-2 1 0 0,-2-1-1 0 0,-2-1 0 0 0,24-42 0 0 0,-49 76 9 0 0,-1 2-2 0 0,1 0 42 0 0,-1 0 0 0 0,1 0-1 0 0,-1 0 1 0 0,0 1 0 0 0,1-1 0 0 0,-1 0 0 0 0,1 0 0 0 0,-1 0 0 0 0,1 0 0 0 0,-1 1 0 0 0,0-1 0 0 0,1 0 0 0 0,-1 0 0 0 0,0 1 0 0 0,1-1 0 0 0,-1 0 0 0 0,0 1 0 0 0,1-1 0 0 0,-1 0 0 0 0,0 1 0 0 0,0-1 0 0 0,1 0 0 0 0,-1 1 0 0 0,0-1 0 0 0,0 1 0 0 0,0-1 0 0 0,0 0 0 0 0,1 1 0 0 0,-1-1 0 0 0,0 1 0 0 0,0-1-1 0 0,0 0 1 0 0,0 1 0 0 0,0-1 0 0 0,0 1 0 0 0,0 0 0 0 0,-3 20-26 0 0,2-17 17 0 0,-3 18 23 0 0,0-4 0 0 0,1 0-1 0 0,0 1 0 0 0,2 0 1 0 0,0-1-1 0 0,2 23 1 0 0,-1-36-8 0 0,1-1-1 0 0,0 0 1 0 0,0 1 0 0 0,0-1-1 0 0,0 0 1 0 0,1 0 0 0 0,0 1 0 0 0,0-1-1 0 0,0-1 1 0 0,0 1 0 0 0,0 0-1 0 0,1 0 1 0 0,0-1 0 0 0,0 1 0 0 0,0-1-1 0 0,0 0 1 0 0,0 0 0 0 0,1 0-1 0 0,-1-1 1 0 0,1 1 0 0 0,0-1 0 0 0,0 0-1 0 0,0 0 1 0 0,0 0 0 0 0,0 0 0 0 0,0-1-1 0 0,6 2 1 0 0,5 0 2 0 0,0 0 0 0 0,1-1 1 0 0,-1-1-1 0 0,0 0 0 0 0,1-1 0 0 0,-1-1 0 0 0,1 0 1 0 0,-1-1-1 0 0,0-1 0 0 0,26-8 0 0 0,-26 7 2 0 0,0-2-1 0 0,0 0 0 0 0,-1 0 1 0 0,0-2-1 0 0,0 0 0 0 0,0 0 1 0 0,-1-1-1 0 0,0-1 1 0 0,-1 0-1 0 0,13-14 0 0 0,-15 12-9 0 0,0 0-1 0 0,-1-1 1 0 0,0 1-1 0 0,-1-2 1 0 0,-1 1-1 0 0,0-1 1 0 0,-1-1-1 0 0,0 1 1 0 0,-1-1-1 0 0,-1 0 1 0 0,0 0-1 0 0,-1 0 1 0 0,-1-1-1 0 0,0 1 1 0 0,-1-1-1 0 0,-1 1 1 0 0,-3-28-1 0 0,2 37-5 0 0,0 1 0 0 0,-1 0 0 0 0,1 0 0 0 0,-1-1 0 0 0,-1 1 0 0 0,1 0 1 0 0,-1 1-1 0 0,0-1 0 0 0,0 0 0 0 0,0 1 0 0 0,0 0 0 0 0,-1 0 0 0 0,0 0 0 0 0,0 0 0 0 0,0 0 0 0 0,0 1 0 0 0,-1 0 0 0 0,1 0 0 0 0,-1 0 1 0 0,0 0-1 0 0,0 1 0 0 0,0 0 0 0 0,0 0 0 0 0,0 0 0 0 0,-9-1 0 0 0,13 2 5 0 0,-1 1-1 0 0,0 0 1 0 0,1 0-1 0 0,-1 0 1 0 0,0 0-1 0 0,0 0 1 0 0,1 0-1 0 0,-1 0 1 0 0,0 0-1 0 0,1 1 1 0 0,-3 0-1 0 0,1 0-4 0 0,2-1 7 0 0,1 0 0 0 0,0 0 0 0 0,-1-1 0 0 0,1 1-1 0 0,0 0 1 0 0,-1 0 0 0 0,1 0 0 0 0,0 1 0 0 0,-1-1-1 0 0,1 0 1 0 0,0 0 0 0 0,-1 0 0 0 0,1 0 0 0 0,0 0-1 0 0,0 0 1 0 0,-1 0 0 0 0,1 0 0 0 0,0 1 0 0 0,-1-1-1 0 0,1 0 1 0 0,0 0 0 0 0,0 0 0 0 0,-1 1 0 0 0,1-1-1 0 0,0 0 1 0 0,0 0 0 0 0,0 1 0 0 0,-1-1 0 0 0,1 0-1 0 0,0 0 1 0 0,0 1 0 0 0,0-1 0 0 0,0 0 0 0 0,0 1-1 0 0,0-1 1 0 0,-1 0 0 0 0,1 0 0 0 0,0 1 0 0 0,0-1 0 0 0,0 0-1 0 0,0 1 1 0 0,0-1 0 0 0,0 0 0 0 0,0 1 0 0 0,0-1-1 0 0,0 0 1 0 0,0 1 0 0 0,1-1 0 0 0,-1 0 0 0 0,0 1-1 0 0,0-1 1 0 0,0 0 0 0 0,0 0 0 0 0,0 1 0 0 0,1-1-1 0 0,-1 0 1 0 0,0 0 0 0 0,0 1 0 0 0,0-1 0 0 0,1 0-1 0 0,-1 0 1 0 0,0 1 0 0 0,0-1 0 0 0,1 0 0 0 0,-1 0-1 0 0,1 0 1 0 0,18 12 20 0 0,-3-8-268 0 0,0 0 1 0 0,0-1-1 0 0,0-1 0 0 0,1 0 0 0 0,-1-1 1 0 0,18-1-1 0 0,-1 0-684 0 0,99-3-6133 0 0,-79 1 1231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22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1302 1308 0 0,'-16'12'3645'0'0,"-22"24"0"0"0,34-31-3220 0 0,-1 1 1 0 0,1 0 0 0 0,0-1-1 0 0,0 2 1 0 0,0-1 0 0 0,1 0-1 0 0,-5 13 1 0 0,8-18-383 0 0,-1 0 0 0 0,1 0 0 0 0,-1 0-1 0 0,1 0 1 0 0,0 0 0 0 0,-1 0 0 0 0,1 0 0 0 0,0 0-1 0 0,0 0 1 0 0,0 0 0 0 0,-1 0 0 0 0,1 1 0 0 0,1-1 0 0 0,-1 0-1 0 0,0 0 1 0 0,0 0 0 0 0,0 0 0 0 0,0 0 0 0 0,1 0 0 0 0,-1 1-1 0 0,1-1 1 0 0,-1 0 0 0 0,1 0 0 0 0,-1 0 0 0 0,1 0-1 0 0,-1 0 1 0 0,1-1 0 0 0,0 1 0 0 0,0 0 0 0 0,-1 0 0 0 0,1 0-1 0 0,0-1 1 0 0,0 1 0 0 0,0 0 0 0 0,0-1 0 0 0,0 1 0 0 0,0 0-1 0 0,0-1 1 0 0,0 0 0 0 0,0 1 0 0 0,0-1 0 0 0,0 0-1 0 0,0 1 1 0 0,0-1 0 0 0,1 0 0 0 0,-1 0 0 0 0,0 0 0 0 0,0 0-1 0 0,0 0 1 0 0,0 0 0 0 0,2 0 0 0 0,5-1 14 0 0,0 0 0 0 0,0 0 1 0 0,0 0-1 0 0,0-1 0 0 0,-1 0 0 0 0,10-4 1 0 0,14-8-40 0 0,-2-1 0 0 0,0-2 0 0 0,-1-1 0 0 0,-1-1 1 0 0,-1-1-1 0 0,0-1 0 0 0,-2-2 0 0 0,0 0 1 0 0,21-29-1 0 0,7-15-212 0 0,-4-2 0 0 0,56-103 0 0 0,-40 47 11 0 0,-6-3 0 0 0,77-246 0 0 0,-84 178 156 0 0,-32 120-17 0 0,-18 71 101 0 0,-3 6 0 0 0,-7 12 60 0 0,-9 26 136 0 0,-144 426 1737 0 0,92-252-1369 0 0,-5 30-181 0 0,65-200-360 0 0,1 1 0 0 0,2 1 0 0 0,-2 72 0 0 0,9-106-63 0 0,1 1 0 0 0,0-1 1 0 0,0 0-1 0 0,1 0 0 0 0,1 0 0 0 0,0 0 1 0 0,0 0-1 0 0,1-1 0 0 0,9 19 1 0 0,-10-24-13 0 0,0-1-1 0 0,0 1 1 0 0,0-1 0 0 0,0 0 0 0 0,1 0 0 0 0,0 0 0 0 0,0-1 0 0 0,0 1 0 0 0,0-1-1 0 0,0 0 1 0 0,0 0 0 0 0,1-1 0 0 0,0 1 0 0 0,-1-1 0 0 0,1 0 0 0 0,0 0 0 0 0,0-1-1 0 0,0 1 1 0 0,0-1 0 0 0,1 0 0 0 0,-1 0 0 0 0,0-1 0 0 0,6 0 0 0 0,3 0-8 0 0,0-2 0 0 0,0 0 1 0 0,0 0-1 0 0,0-1 1 0 0,0-1-1 0 0,-1 0 0 0 0,1-1 1 0 0,-1-1-1 0 0,0 0 0 0 0,-1 0 1 0 0,0-2-1 0 0,0 1 1 0 0,0-2-1 0 0,-1 1 0 0 0,0-1 1 0 0,11-12-1 0 0,3-7-34 0 0,0-1-1 0 0,-2-1 1 0 0,-1-1 0 0 0,32-61-1 0 0,-42 67 30 0 0,-2 0 0 0 0,13-44 0 0 0,-21 61 3 0 0,0 1 0 0 0,0-1 1 0 0,-1 0-1 0 0,0 0 0 0 0,0 0 1 0 0,-1 0-1 0 0,0 0 0 0 0,0 0 1 0 0,-1 0-1 0 0,0 0 0 0 0,0 0 1 0 0,-1 1-1 0 0,-3-10 0 0 0,5 17 3 0 0,-1-1 0 0 0,1 0 0 0 0,-1 0 0 0 0,1 1 0 0 0,-1-1 0 0 0,1 1 0 0 0,-1-1 0 0 0,0 0 0 0 0,1 1 0 0 0,-1-1 0 0 0,0 1 0 0 0,0-1 0 0 0,1 1 0 0 0,-1 0-1 0 0,0-1 1 0 0,0 1 0 0 0,0 0 0 0 0,1 0 0 0 0,-1-1 0 0 0,0 1 0 0 0,0 0 0 0 0,0 0 0 0 0,0 0 0 0 0,1 0 0 0 0,-1 0 0 0 0,0 0 0 0 0,0 0 0 0 0,0 0 0 0 0,0 1 0 0 0,0-1 0 0 0,0 0 0 0 0,-2 1-4 0 0,1 0 0 0 0,0 0 0 0 0,0 0 0 0 0,0 0 0 0 0,0 0 0 0 0,0 0 0 0 0,0 0 0 0 0,0 1 0 0 0,0-1 0 0 0,0 1 0 0 0,-1 1 0 0 0,1 0 5 0 0,0 0 0 0 0,0 0 0 0 0,0 0 1 0 0,1 0-1 0 0,-1 1 0 0 0,1-1 0 0 0,0 0 0 0 0,0 1 1 0 0,0-1-1 0 0,0 1 0 0 0,1-1 0 0 0,-1 1 0 0 0,1 0 0 0 0,0-1 1 0 0,0 1-1 0 0,0-1 0 0 0,1 1 0 0 0,-1-1 0 0 0,1 1 1 0 0,0-1-1 0 0,0 1 0 0 0,0-1 0 0 0,1 1 0 0 0,-1-1 0 0 0,1 0 1 0 0,-1 0-1 0 0,1 0 0 0 0,0 0 0 0 0,0 0 0 0 0,1 0 1 0 0,-1-1-1 0 0,0 1 0 0 0,1-1 0 0 0,4 4 0 0 0,6 4-13 0 0,-1-2-1 0 0,2 1 1 0 0,-1-2-1 0 0,1 0 1 0 0,0 0-1 0 0,0-2 1 0 0,1 0-1 0 0,0 0 1 0 0,20 3 0 0 0,-8-3-157 0 0,-1-2 0 0 0,1-1 1 0 0,0-1-1 0 0,42-3 1 0 0,-55 0 147 0 0,0 0 0 0 0,-1-1 0 0 0,1 0 0 0 0,-1-1 0 0 0,0-1 1 0 0,0 0-1 0 0,0 0 0 0 0,-1-2 0 0 0,0 1 0 0 0,0-2 0 0 0,0 1 0 0 0,-1-1 0 0 0,0-1 1 0 0,-1 0-1 0 0,0-1 0 0 0,-1 0 0 0 0,1-1 0 0 0,14-21 0 0 0,4-20 10 0 0,-27 49-4 0 0,-1 3 15 0 0,1 0 1 0 0,-1-1-1 0 0,0 1 0 0 0,0-1 0 0 0,0 1 1 0 0,0-1-1 0 0,0 1 0 0 0,0-1 1 0 0,0 1-1 0 0,-1-1 0 0 0,1 1 0 0 0,0-1 1 0 0,0 1-1 0 0,0-1 0 0 0,0 1 0 0 0,-1 0 1 0 0,1-1-1 0 0,0 1 0 0 0,0-1 1 0 0,-1 1-1 0 0,1 0 0 0 0,0-1 0 0 0,-1 1 1 0 0,1 0-1 0 0,0-1 0 0 0,-1 1 0 0 0,-7 4 20 0 0,0 0-1 0 0,0 1 1 0 0,0 0 0 0 0,1 1-1 0 0,0 0 1 0 0,-11 12-1 0 0,-39 49 208 0 0,38-44-190 0 0,-10 13 104 0 0,-49 78 1 0 0,71-102-210 0 0,1 0 0 0 0,0 1 0 0 0,0 0 0 0 0,1 0 0 0 0,1 0 0 0 0,0 1 0 0 0,1-1 1 0 0,1 1-1 0 0,0 0 0 0 0,1 0 0 0 0,0 15 0 0 0,1-25-144 0 0,1 1 0 0 0,0 0 0 0 0,0-1 1 0 0,0 1-1 0 0,1-1 0 0 0,-1 1 0 0 0,1-1 0 0 0,0 0 0 0 0,0 0 0 0 0,1 0 1 0 0,-1 0-1 0 0,1 0 0 0 0,0 0 0 0 0,0-1 0 0 0,0 1 0 0 0,1-1 0 0 0,-1 0 0 0 0,5 4 1 0 0,-2-3-465 0 0,1 0 1 0 0,-1 0 0 0 0,1-1-1 0 0,0 1 1 0 0,0-1 0 0 0,0-1 0 0 0,1 1-1 0 0,-1-1 1 0 0,16 2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24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1172 60 0 0,'17'-29'3391'0'0,"-1"-1"-1"0"0,12-34 1 0 0,-27 62-3260 0 0,-1 0 0 0 0,1 0 0 0 0,-1 0 0 0 0,0 0 0 0 0,0 0 0 0 0,1-1 0 0 0,-2 1 0 0 0,1 0 0 0 0,0 0 0 0 0,0 0 0 0 0,-1-3 0 0 0,1 4-104 0 0,-1 1-1 0 0,1-1 1 0 0,0 0 0 0 0,0 1-1 0 0,0-1 1 0 0,-1 1-1 0 0,1-1 1 0 0,0 1-1 0 0,-1-1 1 0 0,1 0-1 0 0,0 1 1 0 0,-1-1-1 0 0,1 1 1 0 0,-1-1-1 0 0,1 1 1 0 0,0 0-1 0 0,-1-1 1 0 0,1 1 0 0 0,-1-1-1 0 0,0 1 1 0 0,1 0-1 0 0,-1 0 1 0 0,1-1-1 0 0,-1 1 1 0 0,1 0-1 0 0,-1 0 1 0 0,0 0-1 0 0,1-1 1 0 0,-1 1-1 0 0,0 0 1 0 0,1 0-1 0 0,-1 0 1 0 0,0 0 0 0 0,1 0-1 0 0,-1 0 1 0 0,1 0-1 0 0,-1 1 1 0 0,0-1-1 0 0,1 0 1 0 0,-1 0-1 0 0,0 0 1 0 0,1 1-1 0 0,-2-1 1 0 0,-18 11 243 0 0,0 0 0 0 0,1 1 0 0 0,0 1 0 0 0,1 0 1 0 0,1 2-1 0 0,0 0 0 0 0,-22 27 0 0 0,22-24-198 0 0,2 2-1 0 0,1 0 1 0 0,0 0-1 0 0,1 1 0 0 0,2 1 1 0 0,-18 44-1 0 0,27-59-54 0 0,0 0-1 0 0,1 0 1 0 0,0 0-1 0 0,0 0 1 0 0,0 0-1 0 0,1 0 1 0 0,0 0-1 0 0,0 0 1 0 0,3 14-1 0 0,-2-18-11 0 0,-1 0 0 0 0,1 1 0 0 0,0-1 0 0 0,1 0 0 0 0,-1 0-1 0 0,0 0 1 0 0,1 0 0 0 0,0 0 0 0 0,0 0 0 0 0,0 0-1 0 0,0-1 1 0 0,0 1 0 0 0,0-1 0 0 0,1 1 0 0 0,-1-1-1 0 0,1 0 1 0 0,-1 0 0 0 0,1 0 0 0 0,0 0 0 0 0,0-1 0 0 0,0 1-1 0 0,0-1 1 0 0,0 1 0 0 0,4 0 0 0 0,-1-1-52 0 0,1 1 0 0 0,-1-1 1 0 0,1 0-1 0 0,-1-1 0 0 0,1 0 1 0 0,-1 0-1 0 0,1 0 0 0 0,-1-1 0 0 0,1 0 1 0 0,-1 0-1 0 0,1 0 0 0 0,-1-1 1 0 0,0 0-1 0 0,0-1 0 0 0,1 1 1 0 0,-2-1-1 0 0,1 0 0 0 0,0 0 0 0 0,-1-1 1 0 0,1 0-1 0 0,7-7 0 0 0,1-3-68 0 0,-2 0-1 0 0,0 0 1 0 0,0-1-1 0 0,-2-1 0 0 0,16-28 1 0 0,33-89 349 0 0,-52 114-60 0 0,4-4 208 0 0,-10 23 43 0 0,-6 11-209 0 0,-5 11-169 0 0,-8 17 539 0 0,-18 53 1 0 0,32-80-903 0 0,1 0 0 0 0,1 0 1 0 0,0 0-1 0 0,0 0 1 0 0,1 0-1 0 0,0 1 0 0 0,1-1 1 0 0,1 0-1 0 0,2 16 1 0 0,-2-26-103 0 0,-1 1 1 0 0,1-1 0 0 0,0 1 0 0 0,0-1-1 0 0,1 1 1 0 0,-1-1 0 0 0,0 0 0 0 0,1 0-1 0 0,-1 0 1 0 0,1 0 0 0 0,0 0-1 0 0,0 0 1 0 0,-1 0 0 0 0,1 0 0 0 0,0-1-1 0 0,1 1 1 0 0,3 2 0 0 0</inkml:trace>
  <inkml:trace contextRef="#ctx0" brushRef="#br0" timeOffset="1">617 1192 1608 0 0,'3'-8'589'0'0,"0"0"0"0"0,0 0-1 0 0,1 0 1 0 0,0 1 0 0 0,0 0-1 0 0,1 0 1 0 0,0 0 0 0 0,0 0 0 0 0,1 1-1 0 0,-1 0 1 0 0,2 0 0 0 0,-1 0 0 0 0,0 1-1 0 0,1 0 1 0 0,0 0 0 0 0,0 1-1 0 0,1-1 1 0 0,13-4 0 0 0,-17 8-457 0 0,0 0 1 0 0,0 0-1 0 0,0 0 1 0 0,1 1-1 0 0,-1 0 1 0 0,0 0-1 0 0,0 0 1 0 0,0 0-1 0 0,0 1 1 0 0,1 0-1 0 0,-1 0 1 0 0,0 0-1 0 0,0 0 1 0 0,0 0-1 0 0,0 1 0 0 0,-1 0 1 0 0,1 0-1 0 0,0 0 1 0 0,-1 0-1 0 0,1 0 1 0 0,-1 1-1 0 0,0 0 1 0 0,0-1-1 0 0,0 1 1 0 0,0 0-1 0 0,0 1 1 0 0,-1-1-1 0 0,1 0 1 0 0,-1 1-1 0 0,2 4 1 0 0,1-1-43 0 0,-1 1 1 0 0,-1 0 0 0 0,0 0 0 0 0,0 1 0 0 0,0-1 0 0 0,-1 1-1 0 0,0-1 1 0 0,-1 1 0 0 0,0 0 0 0 0,0 0 0 0 0,-1-1 0 0 0,0 1-1 0 0,-1 10 1 0 0,-2-5-78 0 0,-1-1-1 0 0,0 1 1 0 0,-1 0-1 0 0,0-1 1 0 0,-1 0-1 0 0,-1-1 1 0 0,0 1-1 0 0,0-1 0 0 0,-2 0 1 0 0,1-1-1 0 0,-1 0 1 0 0,-1 0-1 0 0,0-1 1 0 0,0 0-1 0 0,-14 9 1 0 0,23-18-56 0 0,0-1 0 0 0,1 1 0 0 0,-1-1 0 0 0,1 1 0 0 0,-1-1 0 0 0,0 1 0 0 0,0-1 1 0 0,1 1-1 0 0,-1-1 0 0 0,0 0 0 0 0,0 1 0 0 0,1-1 0 0 0,-1 0 0 0 0,0 0 0 0 0,0 1 0 0 0,0-1 0 0 0,1 0 1 0 0,-1 0-1 0 0,0 0 0 0 0,0 0 0 0 0,0 0 0 0 0,1 0 0 0 0,-1 0 0 0 0,0-1 0 0 0,0 1 0 0 0,0 0 0 0 0,0 0 1 0 0,1-1-1 0 0,-1 1 0 0 0,0 0 0 0 0,1-1 0 0 0,-1 1 0 0 0,0-1 0 0 0,0 1 0 0 0,1-1 0 0 0,-1 1 0 0 0,1-1 1 0 0,-1 1-1 0 0,0-1 0 0 0,1 0 0 0 0,-1 1 0 0 0,1-1 0 0 0,0 0 0 0 0,-1 1 0 0 0,1-1 0 0 0,-1 0 1 0 0,1 0-1 0 0,0-1 0 0 0,-2-1-77 0 0,1-1 0 0 0,0 0 0 0 0,1 1 0 0 0,-1-1 0 0 0,0 0-1 0 0,1 0 1 0 0,0-4 0 0 0,2-4-7 0 0,1-1 0 0 0,0 1-1 0 0,1 0 1 0 0,0 0 0 0 0,1 0 0 0 0,0 0-1 0 0,1 1 1 0 0,0 0 0 0 0,1 0-1 0 0,16-20 1 0 0,-6 12 81 0 0,1 0 0 0 0,1 0 0 0 0,1 2 0 0 0,27-19 0 0 0,-27 22 71 0 0,0 2 0 0 0,0 0 0 0 0,2 1 1 0 0,-1 1-1 0 0,1 1 0 0 0,1 1 1 0 0,-1 1-1 0 0,1 1 0 0 0,0 1 0 0 0,1 1 1 0 0,0 1-1 0 0,-1 1 0 0 0,38 1 1 0 0,-55 2 50 0 0,1 0 1 0 0,0 0 0 0 0,0 1 0 0 0,0 0-1 0 0,-1 0 1 0 0,1 0 0 0 0,-1 1 0 0 0,1 0-1 0 0,-1 0 1 0 0,0 1 0 0 0,7 5 0 0 0,-10-7-28 0 0,0 1 0 0 0,0 0 1 0 0,0 0-1 0 0,-1 0 0 0 0,1 0 1 0 0,-1 0-1 0 0,0 0 0 0 0,1 1 1 0 0,-2-1-1 0 0,1 1 0 0 0,0 0 0 0 0,-1-1 1 0 0,0 1-1 0 0,1 0 0 0 0,-1 0 1 0 0,-1 0-1 0 0,1 0 0 0 0,-1 0 1 0 0,1 0-1 0 0,-2 6 0 0 0,0 3 27 0 0,-1 0 0 0 0,-1 0 0 0 0,0-1 0 0 0,0 1 0 0 0,-2-1 0 0 0,1 0 0 0 0,-10 16 0 0 0,-52 79 122 0 0,29-51-128 0 0,1 9-26 0 0,36-64-50 0 0,-1 0 1 0 0,1-1-1 0 0,0 1 1 0 0,0 0 0 0 0,0 0-1 0 0,1 0 1 0 0,-1 0-1 0 0,0 0 1 0 0,0 0-1 0 0,0 0 1 0 0,1 0-1 0 0,-1 0 1 0 0,0-1-1 0 0,1 1 1 0 0,-1 0-1 0 0,1 0 1 0 0,-1 0-1 0 0,1-1 1 0 0,-1 1-1 0 0,1 0 1 0 0,-1-1-1 0 0,1 1 1 0 0,0 0-1 0 0,0-1 1 0 0,-1 1 0 0 0,1-1-1 0 0,0 1 1 0 0,0-1-1 0 0,0 1 1 0 0,-1-1-1 0 0,1 0 1 0 0,0 1-1 0 0,0-1 1 0 0,0 0-1 0 0,0 0 1 0 0,0 1-1 0 0,1-1 1 0 0,13 1-194 0 0,0-1 0 0 0,-1 0-1 0 0,1-1 1 0 0,-1-1 0 0 0,1 0 0 0 0,-1-1 0 0 0,1 0-1 0 0,21-9 1 0 0,10-6-369 0 0,56-29 0 0 0,-30 9 85 0 0,106-75 0 0 0,-142 87 537 0 0,-2-2 0 0 0,0-2 1 0 0,-3 0-1 0 0,46-57 0 0 0,-72 80 46 0 0,0 1 0 0 0,0-1 0 0 0,-1 0 0 0 0,0 0 1 0 0,0 0-1 0 0,-1 0 0 0 0,0-1 0 0 0,0 1 0 0 0,-1-1 0 0 0,0 0 0 0 0,1-12 0 0 0,-2 20-96 0 0,-1-1-1 0 0,-1 1 1 0 0,1-1-1 0 0,0 1 1 0 0,0-1-1 0 0,0 1 1 0 0,0-1 0 0 0,0 1-1 0 0,0 0 1 0 0,0-1-1 0 0,-1 1 1 0 0,1-1-1 0 0,0 1 1 0 0,0 0 0 0 0,-1-1-1 0 0,1 1 1 0 0,0 0-1 0 0,0-1 1 0 0,-1 1 0 0 0,1 0-1 0 0,0-1 1 0 0,-1 1-1 0 0,1 0 1 0 0,-1 0-1 0 0,1 0 1 0 0,0-1 0 0 0,-1 1-1 0 0,1 0 1 0 0,-1 0-1 0 0,1 0 1 0 0,0 0-1 0 0,-1 0 1 0 0,1-1 0 0 0,-1 1-1 0 0,1 0 1 0 0,-1 0-1 0 0,1 0 1 0 0,-1 0 0 0 0,1 0-1 0 0,0 1 1 0 0,-1-1-1 0 0,0 0 1 0 0,-16 5 42 0 0,16-5-49 0 0,-8 3 11 0 0,1 1 1 0 0,-1 0 0 0 0,1 1-1 0 0,0 0 1 0 0,1 0-1 0 0,-1 0 1 0 0,-11 12 0 0 0,7-4 1 0 0,-1 0 0 0 0,-18 27 1 0 0,26-33 4 0 0,0 1 0 0 0,1-1 0 0 0,0 1 0 0 0,0 1 1 0 0,1-1-1 0 0,-4 11 0 0 0,7-16 6 0 0,-1 0 1 0 0,0 1-1 0 0,1-1 0 0 0,-1 1 1 0 0,1-1-1 0 0,0 1 1 0 0,0-1-1 0 0,1 0 0 0 0,-1 1 1 0 0,1-1-1 0 0,-1 1 1 0 0,1-1-1 0 0,0 0 0 0 0,0 1 1 0 0,1-1-1 0 0,-1 0 1 0 0,1 0-1 0 0,-1 0 0 0 0,4 4 1 0 0,6 4 14 0 0,0 0 1 0 0,1 0 0 0 0,0-1-1 0 0,1 0 1 0 0,0-2 0 0 0,0 1-1 0 0,21 9 1 0 0,-14-8-7 0 0,-1 1 0 0 0,0 1 0 0 0,17 15 0 0 0,-35-26-19 0 0,0 0 1 0 0,1 0-1 0 0,-1 0 1 0 0,0 1-1 0 0,0-1 0 0 0,1 0 1 0 0,-1 1-1 0 0,0-1 1 0 0,-1 1-1 0 0,1 0 0 0 0,0-1 1 0 0,0 1-1 0 0,-1 0 1 0 0,1-1-1 0 0,-1 1 0 0 0,1 0 1 0 0,-1 0-1 0 0,0-1 1 0 0,1 3-1 0 0,-2-1 3 0 0,1-1 1 0 0,-1 0-1 0 0,1 0 0 0 0,-1 0 1 0 0,0 0-1 0 0,0 0 0 0 0,0 0 1 0 0,0-1-1 0 0,0 1 0 0 0,0 0 1 0 0,0 0-1 0 0,-1-1 0 0 0,1 1 1 0 0,-1 0-1 0 0,1-1 0 0 0,-4 3 0 0 0,-12 7 38 0 0,-1 0 0 0 0,0-1 0 0 0,0 0-1 0 0,-1-2 1 0 0,0 0 0 0 0,0-1 0 0 0,-40 7 0 0 0,58-13-129 0 0,0-1 1 0 0,0 1 0 0 0,0-1 0 0 0,-1 0-1 0 0,1 1 1 0 0,0-1 0 0 0,0 0 0 0 0,0 0-1 0 0,-1 0 1 0 0,1 0 0 0 0,0 0 0 0 0,0 0-1 0 0,-1-1 1 0 0,1 1 0 0 0,0 0 0 0 0,0 0-1 0 0,0-1 1 0 0,0 1 0 0 0,-2-2 0 0 0,3 2 11 0 0,0-1 1 0 0,-1 1 0 0 0,1-1 0 0 0,0 0 0 0 0,0 1-1 0 0,0-1 1 0 0,0 1 0 0 0,0-1 0 0 0,0 0-1 0 0,0 1 1 0 0,0-1 0 0 0,0 0 0 0 0,0 1 0 0 0,0-1-1 0 0,0 1 1 0 0,0-1 0 0 0,0 0 0 0 0,1 1 0 0 0,-1-1-1 0 0,0 1 1 0 0,0-1 0 0 0,1 1 0 0 0,-1-1 0 0 0,1 1-1 0 0,-1-1 1 0 0,5-6-478 0 0,0 0-1 0 0,1 0 1 0 0,9-9 0 0 0,120-119-5650 0 0,-94 92 3744 0 0</inkml:trace>
  <inkml:trace contextRef="#ctx0" brushRef="#br0" timeOffset="2">2635 394 1484 0 0,'25'-67'3250'0'0,"-4"0"-1"0"0,22-113 0 0 0,-27 102-846 0 0,-16 76-2140 0 0,0 5 68 0 0,-17 162 3091 0 0,-126 624 1543 0 0,-67-12-3334 0 0,60-311-1264 0 0,-63 223-96 0 0,208-669-262 0 0,-20 84 10 0 0,23-91-11 0 0,0 0-1 0 0,1 0 1 0 0,1 1-1 0 0,0-1 1 0 0,3 25-1 0 0,-3-36-4 0 0,0 0 0 0 0,1-1 0 0 0,-1 1-1 0 0,1 0 1 0 0,-1 0 0 0 0,1-1 0 0 0,0 1-1 0 0,0 0 1 0 0,-1-1 0 0 0,1 1 0 0 0,0-1-1 0 0,0 1 1 0 0,1-1 0 0 0,-1 1 0 0 0,0-1-1 0 0,0 0 1 0 0,1 0 0 0 0,-1 1 0 0 0,1-1 0 0 0,-1 0-1 0 0,1 0 1 0 0,-1 0 0 0 0,1-1 0 0 0,0 1-1 0 0,-1 0 1 0 0,1-1 0 0 0,0 1 0 0 0,0-1-1 0 0,-1 1 1 0 0,1-1 0 0 0,0 0 0 0 0,0 0-1 0 0,0 0 1 0 0,0 0 0 0 0,-1 0 0 0 0,1 0-1 0 0,0 0 1 0 0,0-1 0 0 0,0 1 0 0 0,2-2 0 0 0,6-1 1 0 0,0 0 1 0 0,0-1 0 0 0,0 0 0 0 0,0-1 0 0 0,15-9-1 0 0,0-3 7 0 0,-1-2-1 0 0,0 0 0 0 0,-2-2 0 0 0,0 0 1 0 0,25-32-1 0 0,-8 3 63 0 0,49-86 0 0 0,-53 76-64 0 0,-3-1 1 0 0,-2-2-1 0 0,-3-1 0 0 0,-3-1 1 0 0,26-117-1 0 0,-46 162-24 0 0,-2 0 0 0 0,0 0 0 0 0,-1 0 0 0 0,-1 0 0 0 0,0 0 0 0 0,-2 0 0 0 0,-1 1-1 0 0,0-1 1 0 0,-1 0 0 0 0,-1 1 0 0 0,-13-33 0 0 0,6 28 8 0 0,0 0 0 0 0,-1 0 1 0 0,-2 1-1 0 0,0 1 0 0 0,-2 1 0 0 0,0 0 0 0 0,-1 1 0 0 0,-24-21 1 0 0,-23-14 2 0 0,-30-28-370 0 0,92 81 248 0 0,1 0 0 0 0,0 0 0 0 0,0 0-1 0 0,1 0 1 0 0,-1 0 0 0 0,0-1 0 0 0,1 1 0 0 0,-1-1-1 0 0,1 1 1 0 0,0-1 0 0 0,0 1 0 0 0,0-1-1 0 0,0 0 1 0 0,0 1 0 0 0,1-1 0 0 0,-1 0 0 0 0,1-4-1 0 0,0 3-94 0 0,1 1 0 0 0,0 0-1 0 0,0 0 1 0 0,0 0-1 0 0,0 0 1 0 0,0 0 0 0 0,1 0-1 0 0,0 0 1 0 0,-1 0 0 0 0,1 1-1 0 0,0-1 1 0 0,0 1 0 0 0,0-1-1 0 0,1 1 1 0 0,3-3-1 0 0,15-13-2392 0 0,1 1-1 0 0,48-27 0 0 0,-40 26-512 0 0,9-6-2428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25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291 224 1056 0 0,'0'-4'1824'0'0,"-15"-112"8776"0"0,12 117-10243 0 0,0 0-239 0 0,-1 1-1 0 0,1 0 1 0 0,-1 1-1 0 0,1-1 1 0 0,0 0-1 0 0,0 1 0 0 0,0 0 1 0 0,0 0-1 0 0,1 0 1 0 0,-4 4-1 0 0,-25 39 820 0 0,16-21-586 0 0,6-12-161 0 0,-96 157 1332 0 0,91-145-1364 0 0,2 1 0 0 0,1 0 0 0 0,0 1 0 0 0,-12 54 0 0 0,22-76-143 0 0,0 0-1 0 0,0 1 1 0 0,0-1 0 0 0,1 1-1 0 0,0-1 1 0 0,0 1 0 0 0,0 0-1 0 0,1-1 1 0 0,-1 1 0 0 0,1-1-1 0 0,1 0 1 0 0,-1 1 0 0 0,1-1-1 0 0,0 0 1 0 0,0 0 0 0 0,0 0-1 0 0,1 0 1 0 0,0 0 0 0 0,0-1-1 0 0,0 1 1 0 0,1-1 0 0 0,-1 1-1 0 0,1-1 1 0 0,0-1 0 0 0,0 1-1 0 0,0 0 1 0 0,1-1 0 0 0,-1 0-1 0 0,1 0 1 0 0,0 0 0 0 0,0-1-1 0 0,0 1 1 0 0,0-1 0 0 0,0-1-1 0 0,9 3 1 0 0,-3-1-3 0 0,0-1 0 0 0,0-1 0 0 0,0 0 1 0 0,1 0-1 0 0,-1-1 0 0 0,0 0 0 0 0,0-1 0 0 0,0-1 0 0 0,0 0 0 0 0,0 0 0 0 0,0-1 0 0 0,0 0 1 0 0,-1-1-1 0 0,1 0 0 0 0,-1-1 0 0 0,0 0 0 0 0,0 0 0 0 0,8-8 0 0 0,-4 3-13 0 0,0-1 0 0 0,-1 0-1 0 0,0-2 1 0 0,-1 1 0 0 0,-1-1-1 0 0,0-1 1 0 0,-1 0-1 0 0,0-1 1 0 0,-1 0 0 0 0,13-31-1 0 0,-5 7 5 0 0,19-72 0 0 0,-33 99-13 0 0,0-1 1 0 0,-1 0-1 0 0,-1 0 0 0 0,0 0 1 0 0,0 0-1 0 0,-1 0 0 0 0,-1 0 1 0 0,0 0-1 0 0,-1 1 0 0 0,-4-16 1 0 0,5 25 5 0 0,0 0 1 0 0,0 0 0 0 0,0 0-1 0 0,-1 0 1 0 0,1 0-1 0 0,-1 1 1 0 0,0-1-1 0 0,1 0 1 0 0,-1 1 0 0 0,-1 0-1 0 0,1-1 1 0 0,0 1-1 0 0,0 0 1 0 0,-1 0-1 0 0,1 0 1 0 0,-1 0 0 0 0,0 1-1 0 0,0-1 1 0 0,1 1-1 0 0,-1-1 1 0 0,0 1-1 0 0,0 0 1 0 0,0 0 0 0 0,0 1-1 0 0,0-1 1 0 0,-1 1-1 0 0,1-1 1 0 0,0 1 0 0 0,-5 0-1 0 0,-6 3-2 0 0,0 0 0 0 0,0 0 0 0 0,0 2 0 0 0,0 0 0 0 0,1 0 0 0 0,0 1 0 0 0,0 1 0 0 0,-14 9 0 0 0,17-9-1 0 0,-1 0 1 0 0,2 1-1 0 0,-1 0 1 0 0,1 0-1 0 0,0 1 1 0 0,1 0 0 0 0,0 1-1 0 0,0-1 1 0 0,1 2-1 0 0,-9 15 1 0 0,15-22 0 0 0,0-1 0 0 0,0 0 0 0 0,1 1 0 0 0,-1-1-1 0 0,1 0 1 0 0,-1 1 0 0 0,1-1 0 0 0,0 1 0 0 0,1-1 0 0 0,-1 1 0 0 0,1 4 0 0 0,3-2-23 0 0,2-3-4 0 0,0 0 0 0 0,0 0-1 0 0,0 0 1 0 0,0-1 0 0 0,0 0-1 0 0,0 0 1 0 0,1 0-1 0 0,-1-1 1 0 0,1 0 0 0 0,-1 0-1 0 0,9 0 1 0 0,-1-2-13 0 0,-1 0 0 0 0,1 0 0 0 0,-1-1 0 0 0,0-1 0 0 0,14-5 0 0 0,14-7-49 0 0,0-2 0 0 0,53-30 0 0 0,-93 46 93 0 0,47-25-49 0 0,52-27-54 0 0,-86 46 86 0 0,0 2-1 0 0,1 0 1 0 0,-1 0 0 0 0,1 2-1 0 0,19-4 1 0 0,-28 7 16 0 0,0 0 0 0 0,0 0-1 0 0,0 0 1 0 0,0 1 0 0 0,0-1 0 0 0,0 2-1 0 0,0-1 1 0 0,-1 0 0 0 0,1 1 0 0 0,0 0 0 0 0,-1 1-1 0 0,1-1 1 0 0,8 6 0 0 0,-7-3 13 0 0,1 1 0 0 0,-1 0 0 0 0,-1 0 0 0 0,1 1 0 0 0,-1 0 0 0 0,0 0 0 0 0,0 0 0 0 0,6 12 0 0 0,-5-9 39 0 0,-2 1 0 0 0,0-1-1 0 0,0 1 1 0 0,-1 0 0 0 0,0 1 0 0 0,-1-1 0 0 0,0 1 0 0 0,-1-1-1 0 0,0 1 1 0 0,-1 0 0 0 0,0 0 0 0 0,-1-1 0 0 0,-1 1 0 0 0,-1 15-1 0 0,-1-16 5 0 0,1-1 0 0 0,-1 1 0 0 0,-1-1 0 0 0,0 0 0 0 0,0 0 0 0 0,-1 0 0 0 0,0-1-1 0 0,-1 1 1 0 0,0-1 0 0 0,0 0 0 0 0,-1-1 0 0 0,0 0 0 0 0,-1 0 0 0 0,0 0 0 0 0,0-1 0 0 0,-1 0-1 0 0,1-1 1 0 0,-1 0 0 0 0,-1 0 0 0 0,1-1 0 0 0,-13 5 0 0 0,16-7-24 0 0,-1-1 0 0 0,1 0 1 0 0,-1 0-1 0 0,-8 1 0 0 0,13-3-24 0 0,-1 0 0 0 0,0 0 0 0 0,1 0-1 0 0,-1-1 1 0 0,0 1 0 0 0,1-1 0 0 0,-1 1 0 0 0,1-1-1 0 0,-1 0 1 0 0,1 0 0 0 0,-1 0 0 0 0,-3-3 0 0 0,5 4-7 0 0,0-1 1 0 0,0 1 0 0 0,-1-1 0 0 0,1 1 0 0 0,1-1-1 0 0,-1 1 1 0 0,0-1 0 0 0,0 1 0 0 0,0-1 0 0 0,0 0-1 0 0,0 0 1 0 0,0 1 0 0 0,1-1 0 0 0,-1 0 0 0 0,0 0-1 0 0,1 0 1 0 0,-1 0 0 0 0,1 0 0 0 0,-1 0 0 0 0,1 0-1 0 0,-1 0 1 0 0,1 0 0 0 0,-1-2 0 0 0,0 0-5 0 0,0 0-29 0 0,0-1 0 0 0,1 1 0 0 0,-1 0 0 0 0,1-1 0 0 0,-1 1 0 0 0,1 0 0 0 0,0-1 0 0 0,0 1-1 0 0,1-1 1 0 0,-1 1 0 0 0,1 0 0 0 0,0-1 0 0 0,0 1 0 0 0,0 0 0 0 0,0 0 0 0 0,0-1 0 0 0,1 1 0 0 0,-1 0 0 0 0,4-4 0 0 0,2-4-317 0 0,0 0-1 0 0,2 0 1 0 0,13-15 0 0 0,29-22-2072 0 0,106-78 1 0 0,-48 43 748 0 0,119-116 624 0 0,-174 150 2333 0 0,-52 47-767 0 0,-1 3-460 0 0,0-1-1 0 0,0 1 1 0 0,0-1 0 0 0,0 1-1 0 0,0 0 1 0 0,0-1 0 0 0,0 1 0 0 0,0 0-1 0 0,0 0 1 0 0,0 0 0 0 0,-1-1 0 0 0,1 1-1 0 0,0 0 1 0 0,-1 0 0 0 0,1 0-1 0 0,-1 0 1 0 0,1 0 0 0 0,-1 0 0 0 0,1 1-1 0 0,-1-1 1 0 0,0 0 0 0 0,1 0 0 0 0,-1 2-1 0 0,-1 18 590 0 0,0 1 0 0 0,-1-1 1 0 0,-2 1-1 0 0,0-1 0 0 0,-13 37 0 0 0,8-26-154 0 0,-75 232 1291 0 0,58-188-1468 0 0,20-58-101 0 0,7-22-105 0 0,15-33-189 0 0,-5 16-63 0 0,2 0 0 0 0,1 1 0 0 0,26-31-1 0 0,-30 41 90 0 0,0 0 0 0 0,0 0 0 0 0,1 1-1 0 0,0 1 1 0 0,0 0 0 0 0,1 0 0 0 0,21-10-1 0 0,-28 17 52 0 0,-1 0 0 0 0,0 0 0 0 0,1 0 0 0 0,-1 0 0 0 0,1 1-1 0 0,-1-1 1 0 0,0 1 0 0 0,1 0 0 0 0,-1 0 0 0 0,1 1 0 0 0,-1 0 0 0 0,1-1-1 0 0,-1 1 1 0 0,0 1 0 0 0,1-1 0 0 0,-1 1 0 0 0,0 0 0 0 0,0-1-1 0 0,0 2 1 0 0,5 2 0 0 0,-1 1 7 0 0,0 0 0 0 0,0 0 0 0 0,0 1 0 0 0,-1 0 0 0 0,0 0 0 0 0,0 1 0 0 0,10 16 0 0 0,-7-9 49 0 0,-1 1-1 0 0,13 32 1 0 0,-22-46 7 0 0,2-4-90 0 0,39-59-179 0 0,-2 2 24 0 0,-18 32 148 0 0,2 1 0 0 0,1 1 0 0 0,0 1-1 0 0,2 1 1 0 0,1 2 0 0 0,0 0 0 0 0,2 2-1 0 0,36-19 1 0 0,-57 34 110 0 0,0 0 0 0 0,0 0 1 0 0,0 1-1 0 0,1 1 0 0 0,-1-1 0 0 0,1 1 0 0 0,-1 1 1 0 0,1 0-1 0 0,0 0 0 0 0,-1 0 0 0 0,1 1 1 0 0,0 1-1 0 0,0-1 0 0 0,10 4 0 0 0,-16-4-36 0 0,0 1 0 0 0,0 0 0 0 0,0 0-1 0 0,-1 0 1 0 0,1 1 0 0 0,0-1 0 0 0,-1 1 0 0 0,1-1-1 0 0,-1 1 1 0 0,0 0 0 0 0,0 0 0 0 0,1 0 0 0 0,-1 0-1 0 0,0 1 1 0 0,-1-1 0 0 0,1 0 0 0 0,2 5 0 0 0,-2-3 12 0 0,-1 0 1 0 0,0-1-1 0 0,0 1 1 0 0,0 0-1 0 0,0 0 1 0 0,-1 0-1 0 0,1 0 1 0 0,-1 0-1 0 0,0 0 1 0 0,0 0-1 0 0,-2 6 1 0 0,-1 4 25 0 0,0-1 1 0 0,-1 0-1 0 0,-1 0 1 0 0,0-1-1 0 0,-1 1 0 0 0,-10 15 1 0 0,-102 150-1237 0 0,116-175 897 0 0,0 0 1 0 0,0 1-1 0 0,1-1 0 0 0,-1 0 1 0 0,1 1-1 0 0,-1-1 0 0 0,1 1 0 0 0,0-1 1 0 0,1 1-1 0 0,-1-1 0 0 0,0 1 0 0 0,1 0 1 0 0,0-1-1 0 0,0 6 0 0 0,1-7 80 0 0,-1 0 1 0 0,1 0-1 0 0,0 0 0 0 0,-1 0 1 0 0,1 0-1 0 0,0-1 0 0 0,0 1 0 0 0,0 0 1 0 0,1 0-1 0 0,-1-1 0 0 0,0 1 0 0 0,1-1 1 0 0,-1 1-1 0 0,0-1 0 0 0,1 0 0 0 0,0 1 1 0 0,-1-1-1 0 0,1 0 0 0 0,0 0 1 0 0,0 0-1 0 0,0 0 0 0 0,-1 0 0 0 0,1-1 1 0 0,0 1-1 0 0,0-1 0 0 0,3 1 0 0 0,35 4-4541 0 0,-18-5 714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27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1057 332 0 0,'19'-17'1961'0'0,"0"-1"0"0"0,-1 0 1 0 0,-1-2-1 0 0,-1 0 0 0 0,-1 0 0 0 0,0-2 1 0 0,-2 0-1 0 0,18-37 0 0 0,-28 42-1139 0 0,-2 16-806 0 0,-1 1 1 0 0,0-1-1 0 0,0 1 0 0 0,0 0 0 0 0,0-1 1 0 0,0 1-1 0 0,0-1 0 0 0,0 1 0 0 0,0 0 0 0 0,0-1 1 0 0,0 1-1 0 0,0-1 0 0 0,0 1 0 0 0,0 0 1 0 0,0-1-1 0 0,0 1 0 0 0,0-1 0 0 0,0 1 0 0 0,0 0 1 0 0,-1-1-1 0 0,1 1 0 0 0,0 0 0 0 0,0-1 1 0 0,0 1-1 0 0,-1 0 0 0 0,1-1 0 0 0,0 1 0 0 0,0 0 1 0 0,-1-1-1 0 0,1 1 0 0 0,0 0 0 0 0,-1 0 1 0 0,1-1-1 0 0,0 1 0 0 0,-1 0 0 0 0,1 0 0 0 0,-1 0 1 0 0,1 0-1 0 0,0-1 0 0 0,-1 1 0 0 0,1 0 1 0 0,-1 0-1 0 0,1 0 0 0 0,-1 0 0 0 0,-11 3 31 0 0,0 0-1 0 0,0 1 1 0 0,1 0-1 0 0,-1 1 1 0 0,1 0-1 0 0,0 1 1 0 0,-19 13-1 0 0,-71 60 76 0 0,68-51-92 0 0,2 1 0 0 0,0 1 1 0 0,2 2-1 0 0,2 1 0 0 0,-26 39 0 0 0,51-69-24 0 0,0 1 1 0 0,0 0-1 0 0,0 0 0 0 0,1 0 1 0 0,0 0-1 0 0,0 1 1 0 0,0-1-1 0 0,0 0 0 0 0,1 0 1 0 0,-1 6-1 0 0,1-8-4 0 0,0 0-1 0 0,0-1 1 0 0,0 1-1 0 0,1 0 1 0 0,-1-1-1 0 0,1 1 1 0 0,-1-1-1 0 0,1 1 1 0 0,-1 0-1 0 0,1-1 1 0 0,0 0-1 0 0,0 1 1 0 0,0-1 0 0 0,-1 1-1 0 0,2-1 1 0 0,-1 0-1 0 0,0 1 1 0 0,0-1-1 0 0,0 0 1 0 0,0 0-1 0 0,1 0 1 0 0,-1 0-1 0 0,1 0 1 0 0,-1 0-1 0 0,0-1 1 0 0,1 1-1 0 0,0 0 1 0 0,-1-1-1 0 0,1 1 1 0 0,-1-1-1 0 0,1 0 1 0 0,2 1 0 0 0,4 0-32 0 0,1 0 1 0 0,0-1 0 0 0,0 0-1 0 0,-1-1 1 0 0,1 0 0 0 0,0 0-1 0 0,-1-1 1 0 0,1 0 0 0 0,-1 0 0 0 0,0-1-1 0 0,1 0 1 0 0,-1-1 0 0 0,-1 0-1 0 0,1 0 1 0 0,-1 0 0 0 0,1-1-1 0 0,10-10 1 0 0,11-10-226 0 0,-2-1 0 0 0,45-55 0 0 0,-40 44 193 0 0,37-46-70 0 0,-67 80 108 0 0,0 7-7 0 0,-1-4 35 0 0,-1 0-1 0 0,0 0 1 0 0,0 0 0 0 0,0 0 0 0 0,1 0-1 0 0,-1 0 1 0 0,0 1 0 0 0,0-1-1 0 0,0 0 1 0 0,1 0 0 0 0,-1 0 0 0 0,0 1-1 0 0,0-1 1 0 0,0 0 0 0 0,0 0-1 0 0,0 0 1 0 0,1 1 0 0 0,-1-1-1 0 0,0 0 1 0 0,0 0 0 0 0,0 1 0 0 0,0-1-1 0 0,0 0 1 0 0,0 0 0 0 0,0 1-1 0 0,0-1 1 0 0,0 0 0 0 0,0 0 0 0 0,0 1-1 0 0,0-1 1 0 0,0 0 0 0 0,0 1-1 0 0,0-1 1 0 0,0 0 0 0 0,0 0 0 0 0,0 0-1 0 0,0 1 1 0 0,-1-1 0 0 0,-4 18 189 0 0,0-1 1 0 0,-10 22-1 0 0,-8 22 11 0 0,17-44-161 0 0,3-8-18 0 0,0-1 0 0 0,1 1 0 0 0,0 0 0 0 0,0 0 0 0 0,1 0 0 0 0,0 0 0 0 0,0 0 0 0 0,2 19 0 0 0,0-26-20 0 0,0 1 0 0 0,0-1 1 0 0,0 1-1 0 0,0-1 0 0 0,1 0 0 0 0,-1 1 1 0 0,1-1-1 0 0,-1 0 0 0 0,1 0 1 0 0,0 0-1 0 0,0 0 0 0 0,0 0 0 0 0,0-1 1 0 0,0 1-1 0 0,0-1 0 0 0,1 1 0 0 0,-1-1 1 0 0,0 0-1 0 0,1 0 0 0 0,-1 0 0 0 0,1 0 1 0 0,-1 0-1 0 0,1 0 0 0 0,0-1 1 0 0,-1 0-1 0 0,1 1 0 0 0,4-1 0 0 0,3 1-3 0 0,1-1 1 0 0,-1 0-1 0 0,0 0 0 0 0,1-1 0 0 0,17-4 0 0 0,-12 0-153 0 0,-1-1 0 0 0,1 0 1 0 0,-1-1-1 0 0,-1-1 0 0 0,1-1 1 0 0,-1 0-1 0 0,-1 0 0 0 0,0-1 1 0 0,0-1-1 0 0,16-18 0 0 0,8-11-614 0 0,56-82-1 0 0,-9-8-248 0 0,-5-2 0 0 0,111-259 0 0 0,-177 360 1085 0 0,-1 0 0 0 0,-2-1-1 0 0,-1 0 1 0 0,-1-1 0 0 0,-2 0-1 0 0,4-58 1 0 0,-10 89-62 0 0,0 0 0 0 0,0 0 0 0 0,0 0 0 0 0,0 0 0 0 0,0 0 0 0 0,0 0 0 0 0,-1 0 0 0 0,1 0 0 0 0,-1 0 0 0 0,0 1-1 0 0,1-1 1 0 0,-1 0 0 0 0,0 0 0 0 0,0 1 0 0 0,0-1 0 0 0,0 0 0 0 0,-1 1 0 0 0,-1-3 0 0 0,2 3 1 0 0,0 1 0 0 0,0-1 0 0 0,-1 1 0 0 0,1 0 0 0 0,0-1 0 0 0,-1 1 0 0 0,1 0 0 0 0,0 0-1 0 0,0-1 1 0 0,-1 1 0 0 0,1 0 0 0 0,0 0 0 0 0,-1 1 0 0 0,1-1 0 0 0,0 0 0 0 0,-1 0 0 0 0,1 1 0 0 0,0-1 0 0 0,0 1 0 0 0,-1-1 0 0 0,1 1 0 0 0,0-1-1 0 0,0 1 1 0 0,0 0 0 0 0,0-1 0 0 0,0 1 0 0 0,0 0 0 0 0,-2 1 0 0 0,-6 6 109 0 0,0 0 0 0 0,0 1-1 0 0,0 0 1 0 0,1 1 0 0 0,1-1 0 0 0,-10 16 0 0 0,-34 70 543 0 0,37-68-499 0 0,-174 375 1528 0 0,140-280-1282 0 0,-46 177 0 0 0,90-285-373 0 0,1 0 0 0 0,0 1 0 0 0,1-1 1 0 0,1 1-1 0 0,0 0 0 0 0,2 18 0 0 0,0-27-61 0 0,0-1 0 0 0,0 1 0 0 0,0-1 0 0 0,1 0-1 0 0,0 1 1 0 0,0-1 0 0 0,0 0 0 0 0,1 0 0 0 0,0 0 0 0 0,0 0 0 0 0,0-1-1 0 0,0 1 1 0 0,1-1 0 0 0,0 0 0 0 0,0 0 0 0 0,0 0 0 0 0,0-1 0 0 0,0 1 0 0 0,8 3-1 0 0,-4-2-208 0 0,0 0 0 0 0,0-1 0 0 0,1 0 0 0 0,-1-1-1 0 0,1 0 1 0 0,0 0 0 0 0,0-1 0 0 0,0 0 0 0 0,0 0 0 0 0,1-1-1 0 0,-1 0 1 0 0,15-2 0 0 0,-10 0-86 0 0,-1-1 1 0 0,0-1-1 0 0,1 0 1 0 0,-1 0-1 0 0,-1-2 1 0 0,1 0-1 0 0,22-12 0 0 0,-4-2-33 0 0,0-2 0 0 0,-2-1 0 0 0,0-2 0 0 0,-2 0 0 0 0,36-42 0 0 0,87-125 1064 0 0,-58 56 3645 0 0,-78 113-3249 0 0,-1 7-544 0 0,-17 30-270 0 0,-16 30-156 0 0,-26 45 106 0 0,13-28-77 0 0,2 1 1 0 0,-28 85-1 0 0,52-120-97 0 0,7-26-59 0 0,0 0-1 0 0,-1 0 0 0 0,1-1 0 0 0,0 1 0 0 0,0 0 1 0 0,0 0-1 0 0,0 0 0 0 0,1-1 0 0 0,-1 1 1 0 0,0 0-1 0 0,1 0 0 0 0,-1 0 0 0 0,1-1 1 0 0,1 3-1 0 0,-1-2-8 0 0,0-1-1 0 0,1 1 1 0 0,-1-1 0 0 0,1 1 0 0 0,-1-1-1 0 0,1 0 1 0 0,-1 0 0 0 0,1 0 0 0 0,0 0 0 0 0,0 0-1 0 0,-1 0 1 0 0,1 0 0 0 0,0 0 0 0 0,0-1-1 0 0,0 1 1 0 0,0-1 0 0 0,0 0 0 0 0,0 1 0 0 0,0-1-1 0 0,0 0 1 0 0,3 0 0 0 0,0-1-53 0 0,1 1 1 0 0,-1-1-1 0 0,1 0 1 0 0,-1-1 0 0 0,0 0-1 0 0,1 1 1 0 0,8-6-1 0 0,27-16-454 0 0,-1 0-1 0 0,65-52 1 0 0,63-72 279 0 0,-120 104 557 0 0,-3 3 131 0 0,-43 38-463 0 0,4 5-16 0 0,-6-3 18 0 0,1 0-1 0 0,-1 0 1 0 0,0 0 0 0 0,1 0 0 0 0,-1 0-1 0 0,0 0 1 0 0,1 0 0 0 0,-1 0 0 0 0,0 0-1 0 0,1 0 1 0 0,-1 0 0 0 0,0 0 0 0 0,1 1-1 0 0,-1-1 1 0 0,0 0 0 0 0,1 0 0 0 0,-1 0-1 0 0,0 0 1 0 0,0 1 0 0 0,1-1-1 0 0,-1 0 1 0 0,0 0 0 0 0,0 1 0 0 0,1-1-1 0 0,-1 0 1 0 0,0 0 0 0 0,0 1 0 0 0,0-1-1 0 0,1 0 1 0 0,-1 1 0 0 0,0-1 0 0 0,0 0-1 0 0,0 0 1 0 0,0 1 0 0 0,0-1 0 0 0,0 1-1 0 0,-1 17 0 0 0,-1 0-1 0 0,-1-1 1 0 0,-10 32-1 0 0,-4 29 56 0 0,12-49-22 0 0,3-23-3 0 0,1 1 0 0 0,0-1 0 0 0,0 1 0 0 0,0-1 1 0 0,1 1-1 0 0,0 0 0 0 0,1-1 0 0 0,-1 1 0 0 0,1 0 0 0 0,3 9 0 0 0,-4-15-19 0 0,1 0 0 0 0,-1-1 1 0 0,1 1-1 0 0,-1 0 0 0 0,1-1 1 0 0,-1 1-1 0 0,1-1 0 0 0,-1 1 0 0 0,1-1 1 0 0,0 1-1 0 0,-1-1 0 0 0,1 1 1 0 0,0-1-1 0 0,-1 0 0 0 0,1 1 1 0 0,0-1-1 0 0,0 0 0 0 0,-1 0 0 0 0,1 0 1 0 0,0 1-1 0 0,0-1 0 0 0,-1 0 1 0 0,2 0-1 0 0,20-2 118 0 0,-13-2-114 0 0,0 0 0 0 0,-1 0-1 0 0,1-1 1 0 0,-1 0 0 0 0,-1 0 0 0 0,1-1 0 0 0,-1 0 0 0 0,0-1-1 0 0,0 0 1 0 0,0 0 0 0 0,-1 0 0 0 0,5-8 0 0 0,3-6-4 0 0,0 0 0 0 0,-2-1 0 0 0,16-35 1 0 0,7-38-40 0 0,-31 81-10 0 0,0-1 1 0 0,-1 1-1 0 0,0-1 0 0 0,0-24 0 0 0,-4 34 18 0 0,1 0-1 0 0,-1 0 0 0 0,0 0 1 0 0,0 0-1 0 0,-1 0 1 0 0,0 0-1 0 0,0 0 1 0 0,0 0-1 0 0,0 0 1 0 0,-1 1-1 0 0,0-1 1 0 0,0 1-1 0 0,-3-4 1 0 0,5 6 3 0 0,-14-16-113 0 0,48 10 152 0 0,-14 6-15 0 0,7 0-12 0 0,28 0-25 0 0,-45 4 25 0 0,7 0-9 0 0,1 1-1 0 0,-1 0 1 0 0,1 1-1 0 0,-1 1 1 0 0,-1 1-1 0 0,1 0 1 0 0,-1 1-1 0 0,0 0 1 0 0,0 2-1 0 0,-1-1 1 0 0,0 2-1 0 0,23 20 1 0 0,-23-17 14 0 0,0 1 1 0 0,-1 1 0 0 0,0 0-1 0 0,-2 1 1 0 0,0 0-1 0 0,0 1 1 0 0,-1 0-1 0 0,-2 1 1 0 0,1 0-1 0 0,8 29 1 0 0,-16-41 13 0 0,1 0 0 0 0,-1 0 0 0 0,-1 0 1 0 0,1 0-1 0 0,-1 0 0 0 0,0 0 0 0 0,0 0 0 0 0,-1 0 0 0 0,0 0 0 0 0,0 0 0 0 0,0 0 1 0 0,-1 0-1 0 0,0-1 0 0 0,-3 9 0 0 0,0-6 30 0 0,1 1 0 0 0,-1-2 0 0 0,0 1 0 0 0,-1 0 0 0 0,1-1 0 0 0,-1 0 0 0 0,-1 0 0 0 0,-12 9 0 0 0,17-14 58 0 0,2-2-102 0 0,-1-1 1 0 0,0 1-1 0 0,1 0 0 0 0,-1-1 1 0 0,1 1-1 0 0,-1-1 1 0 0,1 1-1 0 0,-1-1 1 0 0,1 1-1 0 0,-1-1 0 0 0,1 1 1 0 0,-1-1-1 0 0,1 1 1 0 0,-1-1-1 0 0,1 0 1 0 0,0 1-1 0 0,-1-1 1 0 0,1 0-1 0 0,0 0 0 0 0,11-18-13 0 0,1 0-1 0 0,0 1 0 0 0,2 0 1 0 0,0 1-1 0 0,32-28 1 0 0,91-68-30 0 0,-95 81 5 0 0,2 2-1 0 0,0 1 1 0 0,2 3-1 0 0,1 2 1 0 0,59-22-1 0 0,-102 44 30 0 0,0 1-1 0 0,1 0 1 0 0,-1 0 0 0 0,0 0-1 0 0,1 1 1 0 0,-1 0-1 0 0,1 0 1 0 0,-1 0-1 0 0,0 0 1 0 0,1 0-1 0 0,6 3 1 0 0,-9-3 7 0 0,-1 1 1 0 0,1-1-1 0 0,0 1 0 0 0,-1 0 0 0 0,1-1 1 0 0,-1 1-1 0 0,1 0 0 0 0,-1 0 0 0 0,1 0 1 0 0,-1 0-1 0 0,0 1 0 0 0,1-1 1 0 0,-1 0-1 0 0,0 1 0 0 0,0-1 0 0 0,0 0 1 0 0,0 1-1 0 0,0-1 0 0 0,0 1 0 0 0,-1 0 1 0 0,1-1-1 0 0,0 3 0 0 0,1 1 3 0 0,-1 1-1 0 0,1-1 0 0 0,-2 0 1 0 0,1 1-1 0 0,0 9 0 0 0,-2-4 8 0 0,0-1 0 0 0,0 1 0 0 0,-1 0-1 0 0,0-1 1 0 0,-1 1 0 0 0,-4 9 0 0 0,-30 62 49 0 0,6-13-4 0 0,29-63-45 0 0,1-5-4 0 0,1 1 0 0 0,-1-1 0 0 0,1 1 0 0 0,-1-1 0 0 0,1 1 1 0 0,0-1-1 0 0,0 1 0 0 0,-1-1 0 0 0,1 1 0 0 0,0 0 0 0 0,0-1 0 0 0,1 1 0 0 0,-1-1 0 0 0,0 1 0 0 0,0-1 0 0 0,1 1 0 0 0,-1-1 1 0 0,1 1-1 0 0,0-1 0 0 0,-1 1 0 0 0,1-1 0 0 0,0 1 0 0 0,0-1 0 0 0,0 0 0 0 0,0 0 0 0 0,0 1 0 0 0,0-1 0 0 0,0 0 0 0 0,0 0 1 0 0,0 0-1 0 0,0 0 0 0 0,1 0 0 0 0,-1 0 0 0 0,0 0 0 0 0,1-1 0 0 0,-1 1 0 0 0,1-1 0 0 0,-1 1 0 0 0,4 0 0 0 0,0 0 3 0 0,-1 0-1 0 0,1-1 1 0 0,0 0-1 0 0,0 0 0 0 0,0 0 1 0 0,0 0-1 0 0,-1-1 1 0 0,1 0-1 0 0,7-2 0 0 0,10-5 9 0 0,0-2 0 0 0,-1 0 0 0 0,0-2-1 0 0,0 0 1 0 0,29-24 0 0 0,87-84 0 0 0,-103 88-5 0 0,90-95 307 0 0,-39 37 1293 0 0,-53 57-1283 0 0,-29 31-333 0 0,0-1-3 0 0,-3 3 10 0 0,0 0 0 0 0,1-1 0 0 0,-1 1 0 0 0,0 0 0 0 0,0 0 0 0 0,0-1-1 0 0,1 1 1 0 0,-1 0 0 0 0,0 0 0 0 0,0 0 0 0 0,1-1 0 0 0,-1 1 0 0 0,0 0 0 0 0,0 0 0 0 0,1 0 0 0 0,-1 0-1 0 0,0 0 1 0 0,1 0 0 0 0,-1-1 0 0 0,0 1 0 0 0,0 0 0 0 0,1 0 0 0 0,-1 0 0 0 0,0 0 0 0 0,1 0 0 0 0,-1 0 0 0 0,0 0-1 0 0,1 0 1 0 0,-1 0 0 0 0,2 4-5 0 0,0 0 0 0 0,0 0 0 0 0,-1 1 0 0 0,0-1 0 0 0,0 0 0 0 0,0 0 0 0 0,0 1 0 0 0,-1-1 0 0 0,1 0-1 0 0,-1 5 1 0 0,1 10-9 0 0,3 3 17 0 0,2 0-1 0 0,0 0 1 0 0,15 33 0 0 0,37 60 10 0 0,5 14 72 0 0,-63-127-59 0 0,1 1 0 0 0,-1-1 0 0 0,1 0-1 0 0,-1 0 1 0 0,0 1 0 0 0,0-1 0 0 0,0 0 0 0 0,0 0 0 0 0,0 1 0 0 0,-1-1 0 0 0,1 0-1 0 0,-1 0 1 0 0,1 0 0 0 0,-1 1 0 0 0,0-1 0 0 0,0 0 0 0 0,0 0 0 0 0,0 0 0 0 0,0 0 0 0 0,0-1-1 0 0,-1 1 1 0 0,1 0 0 0 0,0 0 0 0 0,-1-1 0 0 0,0 1 0 0 0,1-1 0 0 0,-1 1 0 0 0,0-1-1 0 0,0 0 1 0 0,-2 2 0 0 0,-4 2 56 0 0,0 0 0 0 0,-1-1 0 0 0,1 0 1 0 0,-1 0-1 0 0,-16 4 0 0 0,-8 0-105 0 0,0-2 1 0 0,-1-2 0 0 0,1-1 0 0 0,-1-1 0 0 0,-63-6-1 0 0,57-1-1797 0 0,1-1 0 0 0,-56-17 0 0 0,85 21 50 0 0,1-2 0 0 0,-1 1 0 0 0,-12-8 1 0 0,0-3-5181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28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999 123 924 0 0,'1'-2'2456'0'0,"34"-31"8421"0"0,-32 30-10546 0 0,12-16 2518 0 0</inkml:trace>
  <inkml:trace contextRef="#ctx0" brushRef="#br0" timeOffset="1">181 155 232 0 0,'-56'3'6424'0'0,"-65"-5"0"0"0,117 1-6000 0 0,6-1-84 0 0,0-1-295 0 0,0 1 0 0 0,0-1 0 0 0,1 1 0 0 0,-1 0 0 0 0,1 0 0 0 0,-1 0 0 0 0,1 0-1 0 0,0 0 1 0 0,-1 1 0 0 0,1-1 0 0 0,0 1 0 0 0,5-2 0 0 0,47-13 119 0 0,-38 12-139 0 0,242-54-2527 0 0,-139 33-1895 0 0,-21 2-917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29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1 299 1420 0 0,'2'-15'9880'0'0,"0"-1"-4774"0"0,3 5-3771 0 0,-3 9-1338 0 0,0 1-1 0 0,-1-1 1 0 0,1 1 0 0 0,0 0-1 0 0,0 0 1 0 0,0 0-1 0 0,1 0 1 0 0,-1 0 0 0 0,0 0-1 0 0,0 0 1 0 0,5 0-1 0 0,420-84 238 0 0,5 26-1840 0 0,-120 18-1638 0 0,-146 16-990 0 0,29-8-2212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35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22 800 720 0 0,'-6'-17'3403'0'0,"2"7"-1497"0"0,1 0 0 0 0,-4-21 1 0 0,6 27-1717 0 0,1-1 0 0 0,0 1 0 0 0,0 0 0 0 0,0 0 1 0 0,0 0-1 0 0,1 0 0 0 0,0-1 0 0 0,0 1 0 0 0,0 0 0 0 0,0 0 1 0 0,3-5-1 0 0,-2 5-155 0 0,0-1 1 0 0,0 1-1 0 0,1 0 1 0 0,-1 0-1 0 0,1 0 1 0 0,0 0-1 0 0,0 0 1 0 0,1 1-1 0 0,-1-1 1 0 0,1 1-1 0 0,0 0 0 0 0,-1 0 1 0 0,1 0-1 0 0,1 1 1 0 0,-1 0-1 0 0,0-1 1 0 0,1 1-1 0 0,-1 1 1 0 0,1-1-1 0 0,-1 1 1 0 0,1-1-1 0 0,0 1 1 0 0,0 1-1 0 0,0-1 1 0 0,-1 1-1 0 0,1 0 1 0 0,0 0-1 0 0,0 0 1 0 0,0 0-1 0 0,0 1 0 0 0,-1 0 1 0 0,1 0-1 0 0,0 0 1 0 0,-1 1-1 0 0,1 0 1 0 0,-1 0-1 0 0,1 0 1 0 0,6 4-1 0 0,-5-2-32 0 0,-1 1-1 0 0,1-1 1 0 0,-1 1-1 0 0,0 0 1 0 0,0 0-1 0 0,-1 1 1 0 0,0 0-1 0 0,0 0 1 0 0,0 0-1 0 0,0 0 1 0 0,-1 0-1 0 0,0 1 1 0 0,-1-1-1 0 0,1 1 0 0 0,-1 0 1 0 0,0 0-1 0 0,-1 0 1 0 0,0 0-1 0 0,1 9 1 0 0,-2-3 7 0 0,-1-1 1 0 0,0 1 0 0 0,-1-1-1 0 0,0 1 1 0 0,0-1-1 0 0,-2 0 1 0 0,1 0 0 0 0,-2 0-1 0 0,0-1 1 0 0,-7 14-1 0 0,2-5 70 0 0,-1 0-1 0 0,-1-1 1 0 0,0 0 0 0 0,-23 24-1 0 0,35-42-76 0 0,-1-1 1 0 0,1 1-1 0 0,-1-1 0 0 0,1 1 0 0 0,-1-1 0 0 0,1 1 0 0 0,-1-1 0 0 0,1 0 0 0 0,-1 1 0 0 0,1-1 1 0 0,-1 0-1 0 0,0 1 0 0 0,1-1 0 0 0,-1 0 0 0 0,0 0 0 0 0,1 0 0 0 0,-1 1 0 0 0,0-1 1 0 0,1 0-1 0 0,-2 0 0 0 0,-5-8 17 0 0,4-16-8 0 0,5 14-15 0 0,-1 0 0 0 0,1 0 0 0 0,1 0-1 0 0,0 1 1 0 0,0-1 0 0 0,1 1 0 0 0,0 0 0 0 0,9-15-1 0 0,2 2-3 0 0,0 1-1 0 0,19-21 0 0 0,-21 28-1 0 0,0 0-1 0 0,1 1 1 0 0,1 1-1 0 0,0 0 0 0 0,1 1 1 0 0,0 0-1 0 0,0 2 1 0 0,1 0-1 0 0,1 0 0 0 0,-1 2 1 0 0,20-6-1 0 0,-28 10 2 0 0,1 1 1 0 0,0 0-1 0 0,0 0 0 0 0,0 1 0 0 0,1 0 0 0 0,-1 1 1 0 0,0 0-1 0 0,0 1 0 0 0,0 0 0 0 0,0 0 1 0 0,0 1-1 0 0,0 0 0 0 0,0 1 0 0 0,0 0 0 0 0,-1 1 1 0 0,0 0-1 0 0,1 0 0 0 0,-1 1 0 0 0,-1 0 1 0 0,1 1-1 0 0,-1 0 0 0 0,9 8 0 0 0,-12-10 8 0 0,-1 0 0 0 0,0 1 0 0 0,0-1 0 0 0,0 1 0 0 0,-1 0-1 0 0,0 0 1 0 0,0 0 0 0 0,0 1 0 0 0,0-1 0 0 0,-1 1 0 0 0,0-1-1 0 0,0 1 1 0 0,-1 0 0 0 0,1 0 0 0 0,-1 0 0 0 0,0 0 0 0 0,-1 12 0 0 0,0-12 5 0 0,-1 1 1 0 0,0 0 0 0 0,0 0 0 0 0,-1-1 0 0 0,0 1 0 0 0,0 0 0 0 0,-1-1 0 0 0,0 0-1 0 0,0 0 1 0 0,0 0 0 0 0,-1 0 0 0 0,0 0 0 0 0,0-1 0 0 0,0 1 0 0 0,-7 6 0 0 0,0-1 14 0 0,7-7 5 0 0,1 0-1 0 0,-1 0 1 0 0,0-1-1 0 0,0 1 1 0 0,0-1-1 0 0,-1 0 0 0 0,1 0 1 0 0,-7 2-1 0 0,8-4 16 0 0,2-1-37 0 0,0-1-2 0 0,0 1 0 0 0,0-1 0 0 0,0 1 0 0 0,0 0 0 0 0,0-1 0 0 0,0 0 0 0 0,0 1 0 0 0,1-1 0 0 0,-1 0 0 0 0,0 1 0 0 0,0-1 0 0 0,0 0 0 0 0,1 0 0 0 0,-2-1 0 0 0,5-20 5 0 0,0 14-6 0 0,0 1 0 0 0,0-1 0 0 0,1 1 0 0 0,0-1-1 0 0,0 1 1 0 0,0 0 0 0 0,9-9 0 0 0,42-43-2 0 0,-54 58 2 0 0,31-30-6 0 0,2 2-1 0 0,48-34 1 0 0,-58 47 1 0 0,1 1-1 0 0,0 1 1 0 0,2 1-1 0 0,42-14 1 0 0,-58 23-2 0 0,-7 2 2 0 0,0 1-1 0 0,0 0 0 0 0,1 0 0 0 0,-1 0 0 0 0,0 0 1 0 0,1 1-1 0 0,-1-1 0 0 0,9 2 0 0 0,11 0-12 0 0,-20-1 20 0 0,0 0 0 0 0,-1 1 0 0 0,1 0 0 0 0,-1 0-1 0 0,1 0 1 0 0,-1 0 0 0 0,1 0 0 0 0,-1 1 0 0 0,0 0 0 0 0,0-1 0 0 0,0 1 0 0 0,0 0 0 0 0,0 1 0 0 0,0-1 0 0 0,0 1 0 0 0,-1-1 0 0 0,1 1 0 0 0,-1 0 0 0 0,0-1 0 0 0,1 1 0 0 0,-1 1 0 0 0,-1-1 0 0 0,1 0 0 0 0,0 0 0 0 0,-1 1 0 0 0,0-1 0 0 0,0 1 0 0 0,0-1 0 0 0,0 1 0 0 0,0-1 0 0 0,-1 1 0 0 0,1-1 0 0 0,-1 8 0 0 0,-1 10-46 0 0,0-1 0 0 0,-2 1 1 0 0,0 0-1 0 0,-10 35 0 0 0,7-32-204 0 0,0-2-370 0 0,-5 28-1463 0 0,13-17-3058 0 0</inkml:trace>
  <inkml:trace contextRef="#ctx0" brushRef="#br0" timeOffset="1">1739 643 1744 0 0,'29'-36'4160'0'0,"-11"14"-1895"0"0,-1-1-1 0 0,0 0 1 0 0,13-26 0 0 0,-30 48-2066 0 0,8-16 420 0 0,-8 17-607 0 0,0 0 1 0 0,0 0 0 0 0,1 0-1 0 0,-1 0 1 0 0,0-1 0 0 0,0 1-1 0 0,0 0 1 0 0,0 0 0 0 0,1-1-1 0 0,-1 1 1 0 0,0 0 0 0 0,0 0-1 0 0,0 0 1 0 0,0-1 0 0 0,0 1-1 0 0,0 0 1 0 0,0-1 0 0 0,0 1-1 0 0,0 0 1 0 0,0 0 0 0 0,0-1-1 0 0,0 1 1 0 0,0 0 0 0 0,0 0-1 0 0,0-1 1 0 0,0 1 0 0 0,0 0-1 0 0,0 0 1 0 0,0-1 0 0 0,0 1-1 0 0,0 0 1 0 0,0 0 0 0 0,0-1-1 0 0,0 1 1 0 0,-1 0 0 0 0,1 0-1 0 0,0-1 1 0 0,0 1 0 0 0,0 0-1 0 0,0 0 1 0 0,-1 0 0 0 0,1 0-1 0 0,0-1 1 0 0,0 1 0 0 0,-1 0-1 0 0,1 0 1 0 0,0 0 0 0 0,0 0 0 0 0,-1 0-1 0 0,1-1 1 0 0,-15 6 20 0 0,0-1 0 0 0,1 2 0 0 0,0 0 1 0 0,0 0-1 0 0,0 2 0 0 0,1-1 0 0 0,-14 11 1 0 0,-88 75 16 0 0,30-12-97 0 0,76-71 17 0 0,1-1 0 0 0,0 2 0 0 0,1-1 0 0 0,0 1 0 0 0,1 0 1 0 0,0 0-1 0 0,-5 14 0 0 0,10-23 25 0 0,0 0-1 0 0,1 1 1 0 0,-1-1 0 0 0,0 0 0 0 0,1 1-1 0 0,-1-1 1 0 0,1 0 0 0 0,0 1 0 0 0,0-1 0 0 0,-1 1-1 0 0,2-1 1 0 0,-1 0 0 0 0,0 1 0 0 0,0-1-1 0 0,1 0 1 0 0,0 1 0 0 0,-1-1 0 0 0,1 0 0 0 0,0 0-1 0 0,0 1 1 0 0,0-1 0 0 0,0 0 0 0 0,1 0-1 0 0,0 2 1 0 0,2-2-5 0 0,-1 0 0 0 0,0 0-1 0 0,1-1 1 0 0,-1 1 0 0 0,1-1-1 0 0,-1 0 1 0 0,1 1 0 0 0,0-2 0 0 0,0 1-1 0 0,-1 0 1 0 0,1-1 0 0 0,0 0 0 0 0,0 0-1 0 0,0 0 1 0 0,0 0 0 0 0,-1-1-1 0 0,1 1 1 0 0,0-1 0 0 0,0 0 0 0 0,-1 0-1 0 0,1 0 1 0 0,-1-1 0 0 0,6-2-1 0 0,8-5-59 0 0,0 0 0 0 0,0-2 0 0 0,-1 0 0 0 0,0-1 0 0 0,22-22 0 0 0,-9 4 26 0 0,40-53 0 0 0,-22 31-175 0 0,-42 47 145 0 0,-3 3 19 0 0,4 4-28 0 0,-6-2 81 0 0,1 0 1 0 0,-1 0-1 0 0,1 0 1 0 0,0 0-1 0 0,-1 0 1 0 0,1 0-1 0 0,-1 0 0 0 0,1 0 1 0 0,-1 0-1 0 0,1 0 1 0 0,0 1-1 0 0,-1-1 1 0 0,1 0-1 0 0,-1 0 0 0 0,1 1 1 0 0,-1-1-1 0 0,1 0 1 0 0,-1 1-1 0 0,1-1 1 0 0,-1 0-1 0 0,1 1 0 0 0,4 12-13 0 0,0 0 1 0 0,-2 1-1 0 0,1-1 0 0 0,-2 1 0 0 0,3 20 0 0 0,-4-19 20 0 0,1 0 1 0 0,1 1-1 0 0,1-1 0 0 0,9 25 1 0 0,-11-35-53 0 0,0 0 0 0 0,1-1 0 0 0,0 1 0 0 0,0-1 1 0 0,0 1-1 0 0,0-1 0 0 0,1 0 0 0 0,0-1 0 0 0,-1 1 0 0 0,2-1 0 0 0,-1 1 1 0 0,0-1-1 0 0,0 0 0 0 0,10 4 0 0 0,-6-4-152 0 0,-1 0-1 0 0,1-1 1 0 0,0 0 0 0 0,0 0-1 0 0,0-1 1 0 0,1 0 0 0 0,-1-1 0 0 0,15 0-1 0 0,-2-2-440 0 0,0-1 0 0 0,0-1 0 0 0,0-1-1 0 0,-1-1 1 0 0,0-1 0 0 0,32-15 0 0 0,-34 13-250 0 0,0-1 1 0 0,-1-1 0 0 0,0 0 0 0 0,27-25-1 0 0,-16 10-324 0 0</inkml:trace>
  <inkml:trace contextRef="#ctx0" brushRef="#br0" timeOffset="2">2563 471 1672 0 0,'26'-51'2111'0'0,"-2"-1"-1"0"0,-2-1 1 0 0,20-72 0 0 0,-8 24 1083 0 0,-9 15-488 0 0,-24 83-2413 0 0,-2 5-197 0 0,-42 107 1198 0 0,32-75-956 0 0,-20 50 419 0 0,-113 349 883 0 0,140-417-1662 0 0,-5 13-148 0 0,1 0 0 0 0,1 1 0 0 0,2 0 0 0 0,-1 35 0 0 0,6-63-19 0 0,0 0 0 0 0,0 0 0 0 0,1 0 0 0 0,-1 0 0 0 0,1 0 0 0 0,-1 0 0 0 0,1 0 0 0 0,0-1 0 0 0,0 1 0 0 0,0 0 0 0 0,0 0 0 0 0,0 0 0 0 0,0-1 0 0 0,0 1 0 0 0,0-1 0 0 0,1 1 0 0 0,-1-1 0 0 0,1 1 0 0 0,-1-1 0 0 0,1 0 0 0 0,3 2 0 0 0,2-2-2667 0 0,-4-1 2439 0 0,0 0 25 0 0,-1 0-1 0 0,0-1 1 0 0,1 1-1 0 0,-1 0 0 0 0,0-1 1 0 0,1 0-1 0 0,-1 1 1 0 0,0-1-1 0 0,1 0 0 0 0,-1 0 1 0 0,0 0-1 0 0,3-2 1 0 0,7-6-4231 0 0</inkml:trace>
  <inkml:trace contextRef="#ctx0" brushRef="#br0" timeOffset="3">2438 527 1656 0 0,'-95'-23'12373'0'0,"93"22"-11739"0"0,1 1-586 0 0,1 0-1 0 0,-1 0 1 0 0,1-1 0 0 0,-1 1 0 0 0,1-1 0 0 0,0 1 0 0 0,-1 0 0 0 0,1-1 0 0 0,-1 1-1 0 0,1-1 1 0 0,0 1 0 0 0,-1-1 0 0 0,1 1 0 0 0,0-1 0 0 0,-1 1 0 0 0,1-1-1 0 0,0 1 1 0 0,0-1 0 0 0,0 1 0 0 0,-1-1 0 0 0,1 0 0 0 0,0 1 0 0 0,0-1 0 0 0,0-1-1 0 0,21-10 109 0 0,1 0 0 0 0,0 2-1 0 0,1 0 1 0 0,0 1-1 0 0,27-6 1 0 0,-2 0-78 0 0,207-61 131 0 0,85-32-1781 0 0,-332 105 1252 0 0,54-24-2088 0 0,-25 4-3580 0 0,-26 12 1600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36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0 200 260 0 0,'0'-3'2756'0'0,"1"-7"-2026"0"0,0 1 0 0 0,1 0 0 0 0,0-1 1 0 0,1 1-1 0 0,0 0 0 0 0,0 0 0 0 0,1 0 1 0 0,0 0-1 0 0,0 1 0 0 0,1 0 0 0 0,10-14 1 0 0,-11 16-605 0 0,1 0 1 0 0,0 0 0 0 0,0 0 0 0 0,0 1 0 0 0,1 0 0 0 0,0 0-1 0 0,0 0 1 0 0,0 1 0 0 0,0-1 0 0 0,1 2 0 0 0,-1-1 0 0 0,1 1-1 0 0,0 0 1 0 0,0 0 0 0 0,11-2 0 0 0,-11 4-88 0 0,0 1 0 0 0,1-1 0 0 0,-1 1 0 0 0,0 1 0 0 0,1-1 0 0 0,-1 1-1 0 0,0 1 1 0 0,0-1 0 0 0,0 1 0 0 0,0 1 0 0 0,0-1 0 0 0,0 1 0 0 0,0 0 0 0 0,-1 1 0 0 0,1-1 0 0 0,-1 1 0 0 0,0 0 0 0 0,0 1 0 0 0,-1 0 0 0 0,1 0 0 0 0,-1 0 0 0 0,0 0-1 0 0,-1 1 1 0 0,1 0 0 0 0,-1 0 0 0 0,6 10 0 0 0,-4-4 29 0 0,0 1 0 0 0,0 0-1 0 0,-1 0 1 0 0,-1 0 0 0 0,0 0-1 0 0,-1 1 1 0 0,0-1 0 0 0,-1 1-1 0 0,-1 0 1 0 0,0 0 0 0 0,-1 0-1 0 0,0 0 1 0 0,-3 15 0 0 0,-5 9 234 0 0,-2 0 0 0 0,-2-1-1 0 0,-1 0 1 0 0,-21 41 0 0 0,29-66 188 0 0,-3 5 22 0 0,7-16-483 0 0,1-1-1 0 0,-1 1 1 0 0,1-1 0 0 0,-1 1-1 0 0,1-1 1 0 0,-1 0 0 0 0,1 1-1 0 0,-1-1 1 0 0,0 0-1 0 0,1 0 1 0 0,-1 0 0 0 0,1 1-1 0 0,-1-1 1 0 0,0 0 0 0 0,1 0-1 0 0,-1 0 1 0 0,0 0-1 0 0,1 0 1 0 0,-1 0 0 0 0,1 0-1 0 0,-1 0 1 0 0,0 0 0 0 0,1 0-1 0 0,-1-1 1 0 0,0 1-1 0 0,1 0 1 0 0,-2-1 0 0 0,2 1-24 0 0,0-1 0 0 0,-1 0 0 0 0,1 0 0 0 0,0 0 0 0 0,-1 0 0 0 0,1 1 0 0 0,0-1 0 0 0,0 0 0 0 0,0 0 0 0 0,0 0 0 0 0,0 0 0 0 0,0 0 0 0 0,0 0 0 0 0,0 0 0 0 0,0 0 0 0 0,0 1 0 0 0,1-2 0 0 0,0-6 11 0 0,0 1-1 0 0,1-1 0 0 0,0 1 0 0 0,1 0 1 0 0,-1 0-1 0 0,1 0 0 0 0,8-12 0 0 0,0 2-123 0 0,21-27 0 0 0,-13 23-327 0 0,0 2 0 0 0,0 0 0 0 0,2 2 0 0 0,0 0 0 0 0,2 1 0 0 0,-1 1 0 0 0,30-14 0 0 0,23-6-2825 0 0,81-25-1 0 0,-107 42 1700 0 0,-6 4 207 0 0,-29 10 1554 0 0,0-1-1 0 0,0 0 1 0 0,0 0 0 0 0,-1-1 0 0 0,0-1-1 0 0,21-14 1 0 0,-31 17 323 0 0,1 0 0 0 0,-1 0 0 0 0,0 0 0 0 0,0 0-1 0 0,0 0 1 0 0,3-8 0 0 0,0 3 683 0 0,-5 7-489 0 0,6-19 4083 0 0,-13 30-4817 0 0,-13 22 218 0 0,2 0 0 0 0,-25 61 0 0 0,25-51-156 0 0,0-1-23 0 0,-13 44-1 0 0,25-63-8 0 0,0-1 1 0 0,1 0-1 0 0,1 1 1 0 0,0 28-1 0 0,3-45-5 0 0,0-1 0 0 0,0 1 0 0 0,0-1 0 0 0,1 0 1 0 0,0 1-1 0 0,0-1 0 0 0,0 0 0 0 0,1 4 0 0 0,-1-5-29 0 0,0-1 0 0 0,0 0 0 0 0,-1 1 0 0 0,1-1 0 0 0,0 0 0 0 0,0 0 0 0 0,0 0 1 0 0,0 0-1 0 0,0 0 0 0 0,1 0 0 0 0,-1 0 0 0 0,0 0 0 0 0,0 0 0 0 0,1 0 1 0 0,-1-1-1 0 0,0 1 0 0 0,1 0 0 0 0,-1-1 0 0 0,1 0 0 0 0,-1 1 0 0 0,1-1 0 0 0,-1 0 1 0 0,2 1-1 0 0,4-1-270 0 0,1-1 1 0 0,-1 1-1 0 0,0-1 1 0 0,0 0-1 0 0,1-1 1 0 0,-1 0-1 0 0,0 0 1 0 0,-1-1-1 0 0,1 1 1 0 0,0-2-1 0 0,-1 1 1 0 0,1-1-1 0 0,-1 1 1 0 0,10-10-1 0 0,1-1-1614 0 0,0-1-1 0 0,-1-1 1 0 0,23-31 0 0 0,-15 16-2006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38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60 2148 0 0,'-11'-10'1653'0'0,"0"1"0"0"0,-1 0 0 0 0,0 0 1 0 0,-26-13-1 0 0,36 21-1477 0 0,1 1-210 0 0,0 1 1 0 0,0-1 0 0 0,0 1 0 0 0,0 0 0 0 0,1-1 0 0 0,-1 1-1 0 0,0 0 1 0 0,0-1 0 0 0,0 1 0 0 0,1 0 0 0 0,-1 0 0 0 0,0 0-1 0 0,1 0 1 0 0,-1 0 0 0 0,0 0 0 0 0,1 0 0 0 0,0 0-1 0 0,-1 0 1 0 0,1 0 0 0 0,-1 0 0 0 0,1 0 0 0 0,0 0 0 0 0,0 0-1 0 0,0 0 1 0 0,0 0 0 0 0,0 0 0 0 0,0 0 0 0 0,0 0-1 0 0,0 0 1 0 0,0 2 0 0 0,1 2-668 0 0,1 0 0 0 0,0 0-1 0 0,0 0 1 0 0,0 0 0 0 0,4 6 0 0 0,1 4-2249 0 0</inkml:trace>
  <inkml:trace contextRef="#ctx0" brushRef="#br0" timeOffset="1">251 394 1832 0 0,'-2'13'6259'0'0,"1"-13"-6137"0"0,1 1 1 0 0,0 0-1 0 0,0-1 0 0 0,0 1 1 0 0,0-1-1 0 0,1 1 1 0 0,-1 0-1 0 0,0-1 0 0 0,0 1 1 0 0,0 0-1 0 0,0-1 1 0 0,1 1-1 0 0,-1-1 1 0 0,0 1-1 0 0,0-1 0 0 0,1 1 1 0 0,-1 0-1 0 0,0-1 1 0 0,1 1-1 0 0,-1-1 1 0 0,1 1-1 0 0,0 0 0 0 0,25 7 762 0 0,68 27 473 0 0,-81-29-1308 0 0,-1 0 1 0 0,1 1-1 0 0,-2 1 1 0 0,1 0-1 0 0,15 13 1 0 0,-21-15 30 0 0,0 0 1 0 0,-1 0-1 0 0,1 1 1 0 0,-1 0-1 0 0,0 0 1 0 0,-1 0-1 0 0,0 0 1 0 0,0 1-1 0 0,0 0 1 0 0,-1 0-1 0 0,0 0 1 0 0,-1 0-1 0 0,0 0 1 0 0,0 0-1 0 0,1 12 1 0 0,-3-9 74 0 0,0-1 0 0 0,0 1 1 0 0,-1-1-1 0 0,-1 1 0 0 0,0-1 1 0 0,0 0-1 0 0,-1 0 0 0 0,0 0 1 0 0,-1 0-1 0 0,0 0 0 0 0,0-1 1 0 0,-8 11-1 0 0,2-4 219 0 0,0-1 0 0 0,-1 0 1 0 0,-1 0-1 0 0,-24 22 0 0 0,34-35-79 0 0,-4-4-180 0 0,6 2-113 0 0,-1 0 0 0 0,1 0 0 0 0,0 0 1 0 0,-1 0-1 0 0,1 0 0 0 0,0 0 0 0 0,0 0 0 0 0,-1 0 0 0 0,1 0 0 0 0,0 0 0 0 0,-1 0 0 0 0,1 0 0 0 0,0 0 0 0 0,0 0 0 0 0,-1 0 0 0 0,1 0 0 0 0,0-1 0 0 0,-1 1 0 0 0,1 0 0 0 0,0 0 0 0 0,0 0 0 0 0,-1 0 0 0 0,1-1 0 0 0,0 1 0 0 0,0 0 0 0 0,0 0 0 0 0,-1 0 0 0 0,1-1 0 0 0,0 1 0 0 0,0 0 1 0 0,0 0-1 0 0,0-1 0 0 0,0 1 0 0 0,-1 0 0 0 0,1-1 0 0 0,0 1 0 0 0,0-1 0 0 0,2-5 20 0 0,-1-1 0 0 0,1 1-1 0 0,1-1 1 0 0,-1 1 0 0 0,1 0 0 0 0,0 0 0 0 0,1 0 0 0 0,5-8 0 0 0,40-48 2 0 0,-34 45 1 0 0,121-134-14 0 0,0-1-150 0 0,-92 100-87 0 0,-42 50 150 0 0,-7 3-148 0 0,-4 2 213 0 0,1 0 0 0 0,1 0 0 0 0,-1 1 0 0 0,0 0 0 0 0,1 0 0 0 0,0 1 0 0 0,0 0 0 0 0,0 0 0 0 0,1 1 0 0 0,-8 8 0 0 0,-61 72-48 0 0,72-82 55 0 0,-11 12-16 0 0,2 1-1 0 0,-1 1 1 0 0,2 0 0 0 0,1 1 0 0 0,0 0 0 0 0,-9 27 0 0 0,17-39 18 0 0,0-1 1 0 0,1 1-1 0 0,0-1 0 0 0,0 1 1 0 0,0-1-1 0 0,1 1 0 0 0,0 0 1 0 0,0-1-1 0 0,1 1 0 0 0,2 10 1 0 0,-2-12 6 0 0,1 0 1 0 0,0 0 0 0 0,1 0 0 0 0,-1 0-1 0 0,1 0 1 0 0,0-1 0 0 0,0 0-1 0 0,0 1 1 0 0,0-1 0 0 0,1 0-1 0 0,0 0 1 0 0,0-1 0 0 0,0 1-1 0 0,0-1 1 0 0,5 3 0 0 0,8 4-37 0 0,1 0 1 0 0,0-1-1 0 0,0-1 0 0 0,1-1 1 0 0,32 9-1 0 0,-7-7-887 0 0,65 7-1 0 0,94-9-6751 0 0,-127-11 1315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40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277 344 1536 0 0,'14'-15'3214'0'0,"21"-28"0"0"0,-23 26-2022 0 0,-1 0-1 0 0,-1-1 1 0 0,12-29 0 0 0,-21 44-1098 0 0,0 0 1 0 0,0 0 0 0 0,0 0-1 0 0,-1-1 1 0 0,1 1 0 0 0,-1 0-1 0 0,0 0 1 0 0,0 0 0 0 0,0 0 0 0 0,-1-1-1 0 0,1 1 1 0 0,-1 0 0 0 0,1 0-1 0 0,-1 0 1 0 0,0 0 0 0 0,0 0 0 0 0,-1 0-1 0 0,-2-5 1 0 0,3 7-89 0 0,0 0-1 0 0,0 1 1 0 0,0-1-1 0 0,0 1 1 0 0,0-1-1 0 0,0 1 1 0 0,0 0-1 0 0,0-1 1 0 0,0 1-1 0 0,-1 0 1 0 0,1 0-1 0 0,0-1 1 0 0,0 1-1 0 0,0 0 1 0 0,0 0-1 0 0,0 1 1 0 0,0-1-1 0 0,-1 0 1 0 0,1 0-1 0 0,0 0 1 0 0,0 1-1 0 0,0-1 1 0 0,0 0-1 0 0,0 1 1 0 0,-1 0-1 0 0,-27 12 11 0 0,5 1-17 0 0,1 1-1 0 0,0 1 0 0 0,1 0 0 0 0,1 2 0 0 0,-24 26 0 0 0,20-16-20 0 0,1 1 0 0 0,2 0 0 0 0,-28 48-1 0 0,43-65 18 0 0,1 0 0 0 0,0 1-1 0 0,1 0 1 0 0,1 0-1 0 0,-4 14 1 0 0,8-23 10 0 0,-1 0 0 0 0,0 0 0 0 0,1 0 1 0 0,0 0-1 0 0,0 0 0 0 0,0 0 0 0 0,1 0 0 0 0,-1 0 0 0 0,2 5 1 0 0,-1-7-1 0 0,0 0 0 0 0,0 0 0 0 0,0 0 0 0 0,-1-1 1 0 0,2 1-1 0 0,-1 0 0 0 0,0-1 0 0 0,0 1 1 0 0,0-1-1 0 0,1 0 0 0 0,-1 1 0 0 0,1-1 0 0 0,-1 0 1 0 0,1 0-1 0 0,-1 0 0 0 0,1 0 0 0 0,0 0 0 0 0,0 0 1 0 0,-1 0-1 0 0,3 0 0 0 0,7 2 7 0 0,0-2 0 0 0,0 0 0 0 0,0 0 0 0 0,0-1 0 0 0,0 0 0 0 0,0-1 1 0 0,0 0-1 0 0,20-5 0 0 0,-10 0-31 0 0,-1-1 1 0 0,1-1-1 0 0,-1 0 1 0 0,-1-2-1 0 0,1 0 1 0 0,-2-2-1 0 0,0 0 1 0 0,0 0-1 0 0,-1-2 1 0 0,0 0-1 0 0,28-33 1 0 0,-20 14-10 0 0,0-2 1 0 0,-3 0-1 0 0,25-51 0 0 0,-9 15-173 0 0,-36 68 151 0 0,-2 6-49 0 0,0-1 92 0 0,0 1 0 0 0,-1 0 1 0 0,1-1-1 0 0,0 1 0 0 0,-1-1 1 0 0,0 1-1 0 0,0-1 0 0 0,1 1 0 0 0,-3 2 1 0 0,-15 40-26 0 0,3 1 0 0 0,1 1 1 0 0,-11 74-1 0 0,22-107 38 0 0,2 1 1 0 0,0-1-1 0 0,0 0 1 0 0,3 28-1 0 0,-1-39 6 0 0,-1 0 0 0 0,1 0 0 0 0,-1 0 0 0 0,1 1 0 0 0,0-1 0 0 0,0 0 0 0 0,1 0 0 0 0,-1 0 0 0 0,1 0 0 0 0,-1-1 0 0 0,1 1 0 0 0,0 0 0 0 0,0-1 0 0 0,0 1 0 0 0,0-1 0 0 0,0 0 0 0 0,1 1 0 0 0,-1-1 0 0 0,1 0 0 0 0,0 0 0 0 0,-1-1 0 0 0,1 1 0 0 0,0-1 0 0 0,0 1 0 0 0,0-1 0 0 0,0 0 0 0 0,0 0 0 0 0,6 1 0 0 0,0-1 3 0 0,-1 0-1 0 0,1-1 1 0 0,-1 0-1 0 0,0 0 1 0 0,1-1 0 0 0,-1 0-1 0 0,1 0 1 0 0,-1-1 0 0 0,0 0-1 0 0,11-4 1 0 0,-6 0 5 0 0,-1 0 0 0 0,0 0 1 0 0,-1-1-1 0 0,1-1 0 0 0,19-16 1 0 0,-7 1 3 0 0,-1-2 0 0 0,-1 0 0 0 0,-1-2 0 0 0,26-43 0 0 0,-27 34-4 0 0,-2 0 0 0 0,23-68 0 0 0,-36 92-20 0 0,-1 0-17 0 0,0 0 0 0 0,-1-1 0 0 0,0 0 1 0 0,-1 0-1 0 0,-1 0 0 0 0,0 0 0 0 0,-1-23 1 0 0,0 35 9 0 0,0 0 0 0 0,-1 0 1 0 0,1 0-1 0 0,-1 0 0 0 0,1 0 1 0 0,-1 0-1 0 0,1 1 0 0 0,-1-1 0 0 0,0 0 1 0 0,1 0-1 0 0,-1 1 0 0 0,0-1 1 0 0,0 0-1 0 0,1 1 0 0 0,-1-1 1 0 0,0 0-1 0 0,0 1 0 0 0,0-1 1 0 0,0 1-1 0 0,0 0 0 0 0,0-1 0 0 0,0 1 1 0 0,-1-1-1 0 0,0 1 1 0 0,0-1-12 0 0,-12 7-56 0 0,4 16 6 0 0,9-21 69 0 0,1 0 0 0 0,0 1 0 0 0,-1-1 0 0 0,1 0 0 0 0,0 0 0 0 0,0 0 0 0 0,0 0 0 0 0,0 0 0 0 0,0 1 0 0 0,0-1 0 0 0,0 0 0 0 0,0 0 0 0 0,0 0 0 0 0,1 0 0 0 0,-1 0-1 0 0,1 0 1 0 0,-1 0 0 0 0,0 0 0 0 0,1 0 0 0 0,0 0 0 0 0,-1 0 0 0 0,1 0 0 0 0,-1 0 0 0 0,2 1 0 0 0,5 3 9 0 0,1 0 0 0 0,-1-1 0 0 0,1 0 0 0 0,0-1 0 0 0,0 1 0 0 0,0-1-1 0 0,0-1 1 0 0,1 0 0 0 0,-1 0 0 0 0,1-1 0 0 0,-1 1 0 0 0,1-2 0 0 0,14 0 0 0 0,16-1 25 0 0,65-12 0 0 0,-95 12-33 0 0,216-54 84 0 0,-208 50-86 0 0,3-1 11 0 0,-13 3-38 0 0,1 1 0 0 0,-1 0 0 0 0,0 1 0 0 0,1-1 0 0 0,0 1 0 0 0,7 0 0 0 0,-14 2 24 0 0,-1-1 1 0 0,1 0 0 0 0,-1 0-1 0 0,0 1 1 0 0,1-1 0 0 0,-1 0-1 0 0,1 1 1 0 0,-1-1-1 0 0,0 1 1 0 0,1-1 0 0 0,-1 0-1 0 0,0 1 1 0 0,0-1 0 0 0,1 1-1 0 0,-1-1 1 0 0,0 1 0 0 0,0-1-1 0 0,0 1 1 0 0,1-1 0 0 0,-1 1-1 0 0,0-1 1 0 0,0 1-1 0 0,0-1 1 0 0,0 1 0 0 0,0-1-1 0 0,0 1 1 0 0,0-1 0 0 0,0 1-1 0 0,0-1 1 0 0,0 1 0 0 0,-1-1-1 0 0,1 1 1 0 0,0-1 0 0 0,0 1-1 0 0,-1 0 1 0 0,-4 20-19 0 0,-12 13 69 0 0,-2 0 0 0 0,-1-1 0 0 0,-28 35 0 0 0,-22 37 82 0 0,60-89-106 0 0,-5 9-17 0 0,-12 28-1 0 0,24-47 8 0 0,1 0 0 0 0,0 0 0 0 0,0 0 0 0 0,0 0 1 0 0,0 1-1 0 0,1-1 0 0 0,0 1 0 0 0,1-1 0 0 0,-1 1 0 0 0,2 11 0 0 0,-1-16-5 0 0,1 0 0 0 0,0 0 0 0 0,-1 0 1 0 0,1 0-1 0 0,0 0 0 0 0,0 0 0 0 0,0 0 0 0 0,0 0 1 0 0,0-1-1 0 0,1 1 0 0 0,-1 0 0 0 0,0-1 0 0 0,1 1 1 0 0,0-1-1 0 0,-1 1 0 0 0,1-1 0 0 0,0 0 0 0 0,-1 1 1 0 0,1-1-1 0 0,0 0 0 0 0,0 0 0 0 0,0 0 1 0 0,0-1-1 0 0,0 1 0 0 0,0 0 0 0 0,0-1 0 0 0,1 1 1 0 0,-1-1-1 0 0,0 0 0 0 0,0 0 0 0 0,0 0 0 0 0,3 0 1 0 0,5 0 4 0 0,0-1 1 0 0,-1 0-1 0 0,1 0 1 0 0,-1-1-1 0 0,16-6 1 0 0,22-8 21 0 0,-2-3 0 0 0,0-2 0 0 0,-1-2 1 0 0,-2-2-1 0 0,46-34 0 0 0,-34 17 12 0 0,-2-2 0 0 0,-2-3 0 0 0,51-60 0 0 0,-82 85-35 0 0,1 0 6 0 0,-1-1 0 0 0,17-29 0 0 0,-28 26-171 0 0,-8 26 149 0 0,1 0 0 0 0,-1-1 0 0 0,0 1 0 0 0,0-1 0 0 0,0 1 0 0 0,0 0 0 0 0,0-1 0 0 0,0 1 0 0 0,0 0 0 0 0,0-1 0 0 0,0 1 0 0 0,0-1 0 0 0,0 1 0 0 0,0 0 0 0 0,0-1 0 0 0,0 1 0 0 0,0 0 0 0 0,0-1 0 0 0,0 1 0 0 0,-1-1 0 0 0,1 1 0 0 0,0 0 0 0 0,0-1 0 0 0,0 1 0 0 0,-1 0 0 0 0,1 0 0 0 0,0-1 0 0 0,0 1 0 0 0,-1 0 0 0 0,1-1 0 0 0,0 1 0 0 0,0 0 0 0 0,-1 0 0 0 0,1 0 0 0 0,0-1 0 0 0,-1 1 0 0 0,1 0 0 0 0,-1 0 0 0 0,1 0 0 0 0,0 0 0 0 0,-1 0 0 0 0,1-1 0 0 0,0 1 0 0 0,-1 0 0 0 0,1 0 0 0 0,-1 0 0 0 0,1 0 0 0 0,0 0 0 0 0,-1 0 0 0 0,1 0 0 0 0,0 1 0 0 0,-1-1 0 0 0,1 0 0 0 0,-1 0 0 0 0,1 0 0 0 0,0 0 0 0 0,-1 0 0 0 0,1 1 0 0 0,0-1 0 0 0,-1 0 0 0 0,1 0 0 0 0,0 0 0 0 0,-1 1 0 0 0,1-1 0 0 0,0 0 0 0 0,-1 1 0 0 0,-14 8-23 0 0,1 2 0 0 0,0-1 0 0 0,1 2 0 0 0,0-1 0 0 0,0 2 0 0 0,-10 14 0 0 0,2-2-1 0 0,2 2-1 0 0,-24 42 0 0 0,35-55 27 0 0,1 0 0 0 0,1 0 0 0 0,0 1 0 0 0,1 0 0 0 0,-6 27 0 0 0,10-38 9 0 0,1 0 0 0 0,-1 0 0 0 0,1 0 0 0 0,0 0 0 0 0,0 0 0 0 0,0-1 0 0 0,0 1 0 0 0,1 0 0 0 0,-1 0 0 0 0,1 0 0 0 0,0 0 0 0 0,0 0 0 0 0,1-1 0 0 0,-1 1 0 0 0,1 0 0 0 0,0-1 0 0 0,0 1 0 0 0,0-1 0 0 0,0 0 0 0 0,0 0 0 0 0,1 0 0 0 0,0 0 0 0 0,-1 0 0 0 0,1 0 0 0 0,0-1 0 0 0,1 1 0 0 0,-1-1 0 0 0,5 3 0 0 0,3 0-6 0 0,0-1 1 0 0,0 0-1 0 0,0 0 1 0 0,1-1-1 0 0,-1-1 1 0 0,1 0-1 0 0,0-1 1 0 0,15 1-1 0 0,96-9-1521 0 0,20-17-4772 0 0,-89 11 1122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42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565 790 1772 0 0,'1'-13'1363'0'0,"2"-5"199"0"0,-1-1-1 0 0,-1 0 1 0 0,-1-1-1 0 0,-3-24 1 0 0,2 39-1471 0 0,1 1 0 0 0,-1 0 0 0 0,0 0 0 0 0,-1-1 0 0 0,1 1 0 0 0,-1 0 0 0 0,1 0 0 0 0,-1 0 0 0 0,-1 1 0 0 0,1-1 0 0 0,0 0 0 0 0,-1 1-1 0 0,0-1 1 0 0,0 1 0 0 0,0 0 0 0 0,0 0 0 0 0,0 0 0 0 0,-1 0 0 0 0,1 1 0 0 0,-1 0 0 0 0,0-1 0 0 0,1 1 0 0 0,-1 0 0 0 0,-7-2 0 0 0,6 3-78 0 0,1 1-1 0 0,-1-1 1 0 0,0 1-1 0 0,0 0 1 0 0,0 0-1 0 0,0 0 1 0 0,0 1-1 0 0,0 0 1 0 0,0 0-1 0 0,1 0 0 0 0,-1 0 1 0 0,0 1-1 0 0,-4 2 1 0 0,-11 4 18 0 0,-26 17 1 0 0,45-24-29 0 0,-36 20-6 0 0,2 2 1 0 0,0 1-1 0 0,2 2 1 0 0,1 1-1 0 0,1 2 0 0 0,2 1 1 0 0,0 1-1 0 0,-34 51 1 0 0,57-72 18 0 0,-1 0 0 0 0,2 0 0 0 0,-7 15 1 0 0,11-22-12 0 0,0 0 1 0 0,0 1 0 0 0,0-1 0 0 0,0 1-1 0 0,1-1 1 0 0,-1 1 0 0 0,1-1 0 0 0,0 1-1 0 0,0-1 1 0 0,0 1 0 0 0,0 0 0 0 0,1-1-1 0 0,-1 1 1 0 0,3 6 0 0 0,-2-9-1 0 0,0 0 1 0 0,0 0-1 0 0,1 0 0 0 0,-1 0 1 0 0,0 0-1 0 0,1 0 1 0 0,-1 0-1 0 0,1 0 0 0 0,-1 0 1 0 0,1-1-1 0 0,0 1 0 0 0,-1 0 1 0 0,1-1-1 0 0,0 0 0 0 0,-1 1 1 0 0,1-1-1 0 0,0 0 1 0 0,-1 0-1 0 0,1 0 0 0 0,2 0 1 0 0,36-1 30 0 0,-18-2-89 0 0,0-2 1 0 0,0 0 0 0 0,-1-1 0 0 0,0-2-1 0 0,0 0 1 0 0,0-1 0 0 0,-1-1-1 0 0,-1 0 1 0 0,0-2 0 0 0,31-24 0 0 0,-7 0-271 0 0,-1-3 0 0 0,-1-1 0 0 0,35-47 0 0 0,-40 41 173 0 0,-1-2 0 0 0,-3-2 0 0 0,-2-1 0 0 0,32-75 0 0 0,-26 37 639 0 0,47-178 0 0 0,-79 256-483 0 0,-4 9 7 0 0,-2 4-14 0 0,-8 13 34 0 0,1 0 1 0 0,0 0-1 0 0,1 1 1 0 0,-11 28-1 0 0,3-7 78 0 0,-30 62 194 0 0,-52 119 8 0 0,73-153-269 0 0,-25 95 1 0 0,43-132-18 0 0,2-1 1 0 0,1 1-1 0 0,-2 50 1 0 0,6-68-9 0 0,1 1 0 0 0,0-1 0 0 0,1 1 0 0 0,0-1-1 0 0,6 18 1 0 0,-6-22-5 0 0,0-1-1 0 0,1 1 0 0 0,0-1 1 0 0,0 1-1 0 0,0-1 0 0 0,1 0 1 0 0,0-1-1 0 0,0 1 1 0 0,0-1-1 0 0,10 8 0 0 0,-7-7 1 0 0,1-1 0 0 0,-1 1 0 0 0,1-2 0 0 0,0 1 0 0 0,1-1-1 0 0,-1-1 1 0 0,1 1 0 0 0,-1-1 0 0 0,1-1 0 0 0,0 1 0 0 0,0-2 0 0 0,-1 1-1 0 0,1-1 1 0 0,0-1 0 0 0,0 1 0 0 0,9-3 0 0 0,2-1 9 0 0,-1 0 0 0 0,0-1 0 0 0,0-1 0 0 0,0-1-1 0 0,0 0 1 0 0,18-12 0 0 0,-10 3-8 0 0,-1-1-1 0 0,-1-1 0 0 0,-1-1 1 0 0,0-2-1 0 0,-2 0 0 0 0,0-1 1 0 0,-1-1-1 0 0,-2-1 0 0 0,0-1 1 0 0,-2-1-1 0 0,-1 0 1 0 0,-1-1-1 0 0,-1-1 0 0 0,15-43 1 0 0,-24 59-6 0 0,-5 10-12 0 0,1 0 0 0 0,0 0 0 0 0,0 0 0 0 0,-1 0 0 0 0,1 0 1 0 0,-1 0-1 0 0,1 0 0 0 0,-1 0 0 0 0,0 0 0 0 0,0 0 0 0 0,0 0 1 0 0,0-1-1 0 0,0 1 0 0 0,-1 0 0 0 0,1 0 0 0 0,-1-3 0 0 0,0 3-25 0 0,-15 7-9 0 0,14-5 35 0 0,0 1 1 0 0,0-1-1 0 0,0 1 1 0 0,1-1 0 0 0,-1 1-1 0 0,0 0 1 0 0,1-1-1 0 0,-1 1 1 0 0,0 0-1 0 0,1 0 1 0 0,-1 0 0 0 0,-1 2-1 0 0,-22 19 23 0 0,1 2 0 0 0,0 0 0 0 0,2 2 0 0 0,1 0 0 0 0,1 1 0 0 0,2 1 0 0 0,0 1 0 0 0,-15 36 0 0 0,30-58-11 0 0,0 1 0 0 0,0 0 0 0 0,1 0 0 0 0,0 0 0 0 0,0 0 0 0 0,1 1 0 0 0,0-1 0 0 0,0 0 0 0 0,1 1 0 0 0,1 8 0 0 0,-1-12-1 0 0,1-1 1 0 0,0 0-1 0 0,0 0 0 0 0,0 0 0 0 0,1 0 0 0 0,-1 0 0 0 0,1 0 0 0 0,0-1 0 0 0,0 1 1 0 0,1 0-1 0 0,-1-1 0 0 0,1 0 0 0 0,-1 1 0 0 0,1-1 0 0 0,0 0 0 0 0,0 0 1 0 0,1-1-1 0 0,-1 1 0 0 0,0-1 0 0 0,1 1 0 0 0,5 2 0 0 0,3-1 9 0 0,0 1 0 0 0,0-1 0 0 0,0-1-1 0 0,0 0 1 0 0,1-1 0 0 0,-1 0 0 0 0,1-1 0 0 0,-1-1-1 0 0,1 0 1 0 0,-1 0 0 0 0,1-1 0 0 0,-1-1 0 0 0,1 0-1 0 0,21-7 1 0 0,-5 0 5 0 0,0-2-1 0 0,-1 0 0 0 0,-1-2 1 0 0,0-2-1 0 0,26-17 1 0 0,-5-2-25 0 0,-3-1 0 0 0,-1-3 1 0 0,-2-1-1 0 0,-1-2 1 0 0,-3-2-1 0 0,44-62 0 0 0,-10-2-86 0 0,99-201 0 0 0,-136 232 160 0 0,22-40 366 0 0,-56 115-453 0 0,-2 3-40 0 0,-356 898 2580 0 0,268-667-2287 0 0,30-83-79 0 0,-102 300 131 0 0,148-404-248 0 0,4-18-8 0 0,2 0 1 0 0,-4 29-1 0 0,10-54-18 0 0,1 1 1 0 0,0-1-1 0 0,0 0 1 0 0,0 1-1 0 0,1-1 1 0 0,-1 1-1 0 0,1-1 0 0 0,0 0 1 0 0,2 6-1 0 0,-3-8-11 0 0,1 0 0 0 0,0-1 0 0 0,-1 1 0 0 0,1 0 0 0 0,0 0 0 0 0,0-1 0 0 0,0 1 0 0 0,-1-1 0 0 0,1 1 0 0 0,0 0 0 0 0,0-1 0 0 0,0 1 0 0 0,0-1 0 0 0,0 0 0 0 0,0 1 0 0 0,0-1 0 0 0,0 0 0 0 0,0 0 0 0 0,0 0 0 0 0,0 0 0 0 0,1 1 0 0 0,-1-1 0 0 0,0-1 0 0 0,0 1 0 0 0,2 0 0 0 0,26-6 53 0 0,-11-1-40 0 0,0-1-1 0 0,-1-1 0 0 0,1 0 0 0 0,-2-2 0 0 0,1 0 0 0 0,-2 0 0 0 0,0-2 0 0 0,26-26 1 0 0,-15 10-14 0 0,-1-1 1 0 0,-1-1 0 0 0,29-51 0 0 0,-42 63-6 0 0,-1-1 0 0 0,0-1 0 0 0,-2 1 1 0 0,0-2-1 0 0,-1 1 0 0 0,7-41 0 0 0,-13 50-2 0 0,1-1-1 0 0,-2 1 1 0 0,0-1 0 0 0,0 1-1 0 0,-1 0 1 0 0,-1-1-1 0 0,0 1 1 0 0,-1 0 0 0 0,0 0-1 0 0,0 0 1 0 0,-2 0-1 0 0,1 1 1 0 0,-13-22-1 0 0,5 16-1 0 0,0 0-1 0 0,-1 1 0 0 0,-1 0 1 0 0,0 1-1 0 0,-1 1 0 0 0,0 0 1 0 0,-26-16-1 0 0,-14-5-26 0 0,-60-29-1 0 0,14 11-617 0 0,101 53 643 0 0,-1 0 0 0 0,1 0 0 0 0,-1-1 0 0 0,1 1 0 0 0,0 0 1 0 0,-1 0-1 0 0,1-1 0 0 0,0 1 0 0 0,-1 0 0 0 0,1-1 0 0 0,0 1 1 0 0,-1 0-1 0 0,1-1 0 0 0,0 1 0 0 0,0 0 0 0 0,-1-1 0 0 0,1 1 0 0 0,0-1 1 0 0,0 1-1 0 0,0-1 0 0 0,0 1 0 0 0,-1 0 0 0 0,1-1 0 0 0,0 1 1 0 0,0-1-1 0 0,0 1 0 0 0,0-1 0 0 0,0 1 0 0 0,0-1 0 0 0,0 1 1 0 0,0-1-1 0 0,0 1 0 0 0,1-1 0 0 0,-1 1 0 0 0,0 0 0 0 0,0-1 0 0 0,0 1 1 0 0,0-1-1 0 0,1 1 0 0 0,-1 0 0 0 0,0-1 0 0 0,0 1 0 0 0,1-1 1 0 0,-1 1-1 0 0,0 0 0 0 0,1-1 0 0 0,-1 1 0 0 0,0 0 0 0 0,1-1 1 0 0,20-12-267 0 0,-21 13 260 0 0,148-60-1482 0 0,-51 23 737 0 0,213-101-1923 0 0,-224 95 1993 0 0,121-83 1 0 0,-170 97 2204 0 0,61-63 0 0 0,-83 77-926 0 0,-13 13-478 0 0,5-2 80 0 0,-34 50 184 0 0,2 2 1 0 0,-27 71-1 0 0,43-94-344 0 0,1 0 0 0 0,1 1 0 0 0,2 0 0 0 0,0 0 0 0 0,2 0 0 0 0,1 1 0 0 0,1 26 0 0 0,1-45-5 0 0,0-1 1 0 0,1 1 0 0 0,0-1 0 0 0,1 1 0 0 0,0-1 0 0 0,0 0 0 0 0,1 0 0 0 0,-1 0 0 0 0,1 0 0 0 0,6 9 0 0 0,-6-12-12 0 0,-1-1 1 0 0,1 1-1 0 0,0-1 0 0 0,0 0 1 0 0,1 0-1 0 0,-1 0 1 0 0,1 0-1 0 0,-1-1 0 0 0,1 1 1 0 0,0-1-1 0 0,0 0 1 0 0,0 0-1 0 0,0-1 0 0 0,1 1 1 0 0,-1-1-1 0 0,0 0 0 0 0,1 0 1 0 0,7 1-1 0 0,-4-2-188 0 0,1 1 0 0 0,0-1-1 0 0,-1-1 1 0 0,1 0 0 0 0,-1 0-1 0 0,1-1 1 0 0,-1 0 0 0 0,1 0-1 0 0,-1-1 1 0 0,0 0 0 0 0,14-7-1 0 0,-11 3-981 0 0,1 0 1 0 0,-1-1-1 0 0,0 0 0 0 0,-1 0 0 0 0,0-2 0 0 0,16-18 1 0 0,-2 1-3537 0 0</inkml:trace>
  <inkml:trace contextRef="#ctx0" brushRef="#br0" timeOffset="1">2507 93 2120 0 0,'-57'-27'5214'0'0,"-71"-25"-1"0"0,126 52-5187 0 0,0-1 0 0 0,0 1 0 0 0,0-1 0 0 0,-1 1 0 0 0,1 0 0 0 0,0 0 0 0 0,0 0 0 0 0,-1 0 0 0 0,1 1 0 0 0,0-1 0 0 0,0 0 0 0 0,0 1 0 0 0,-1 0 0 0 0,1-1 0 0 0,0 1 0 0 0,-3 2 0 0 0,4-3-89 0 0,1 1 0 0 0,-1 0 0 0 0,0 0 0 0 0,0 0 0 0 0,1 0 1 0 0,-1 0-1 0 0,1 0 0 0 0,-1 0 0 0 0,1 0 0 0 0,-1 0 1 0 0,1 0-1 0 0,0 0 0 0 0,-1 0 0 0 0,1 0 0 0 0,0 1 1 0 0,0-1-1 0 0,0 0 0 0 0,0 0 0 0 0,0 0 0 0 0,0 0 1 0 0,0 0-1 0 0,0 0 0 0 0,1 1 0 0 0,-1-1 0 0 0,0 0 1 0 0,0 0-1 0 0,2 1 0 0 0,9 29-4226 0 0,-2-16-248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44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1 992 1156 0 0,'0'-8'664'0'0,"1"0"1"0"0,0 0-1 0 0,1 0 1 0 0,0 0-1 0 0,0 0 0 0 0,1 1 1 0 0,0-1-1 0 0,0 1 0 0 0,0-1 1 0 0,1 1-1 0 0,9-11 0 0 0,-2 2-64 0 0,2 1 0 0 0,0 0 0 0 0,25-21 0 0 0,-29 29-466 0 0,0 0 0 0 0,0 1 0 0 0,0 0 0 0 0,1 1 1 0 0,0-1-1 0 0,0 2 0 0 0,1 0 0 0 0,11-4 0 0 0,-13 6-96 0 0,-1 0 0 0 0,0 1 0 0 0,0 0 0 0 0,1 0 0 0 0,-1 1 0 0 0,1 0 0 0 0,-1 0 0 0 0,0 1 0 0 0,1 0 0 0 0,-1 0 0 0 0,11 4 0 0 0,-11-2-30 0 0,-1-1 0 0 0,1 2 0 0 0,-1-1-1 0 0,0 1 1 0 0,0 0 0 0 0,-1 0 0 0 0,1 1 0 0 0,-1 0-1 0 0,0 0 1 0 0,-1 1 0 0 0,1-1 0 0 0,-1 1 0 0 0,0 1-1 0 0,0-1 1 0 0,6 12 0 0 0,-6-9 60 0 0,-1 1 0 0 0,-1-1 0 0 0,0 1 0 0 0,0 0 0 0 0,-1 0 0 0 0,0 0 0 0 0,0 0 0 0 0,-1 0 0 0 0,-1 0 1 0 0,1 0-1 0 0,-4 19 0 0 0,0-11 132 0 0,-1-1 0 0 0,-1 0-1 0 0,-1 0 1 0 0,0 0 0 0 0,-1-1 0 0 0,-1 0 0 0 0,-1 0 0 0 0,0-1 0 0 0,-16 20 0 0 0,24-33-140 0 0,0-1 0 0 0,0 0 1 0 0,0 1-1 0 0,0-1 0 0 0,0 0 0 0 0,-1 0 0 0 0,1 0 1 0 0,-1 0-1 0 0,1 0 0 0 0,0 0 0 0 0,-1-1 0 0 0,0 1 0 0 0,-2 0 1 0 0,-2 2 42 0 0,5-3-97 0 0,1 0 0 0 0,-1 0 0 0 0,1-1 0 0 0,-1 1 0 0 0,1 0 1 0 0,0 0-1 0 0,-1 0 0 0 0,1-1 0 0 0,-1 1 0 0 0,1 0 1 0 0,0 0-1 0 0,-1-1 0 0 0,1 1 0 0 0,0 0 0 0 0,-1-1 1 0 0,1 1-1 0 0,0-1 0 0 0,-1 1 0 0 0,1 0 0 0 0,0-1 0 0 0,0 1 1 0 0,-1-1-1 0 0,1 1 0 0 0,0-1 0 0 0,0 1 0 0 0,0-1 1 0 0,0 1-1 0 0,0-1 0 0 0,0 0 0 0 0,-5-15 37 0 0,4 16-42 0 0,1-6 10 0 0,0 0 0 0 0,0 0 0 0 0,0 0 0 0 0,1 0 0 0 0,0 0 0 0 0,0 0 1 0 0,0 1-1 0 0,1-1 0 0 0,4-11 0 0 0,28-47 5 0 0,-30 57-14 0 0,8-11-10 0 0,1 0 0 0 0,0 0 0 0 0,1 1 0 0 0,1 1-1 0 0,1 0 1 0 0,24-18 0 0 0,-18 17-23 0 0,1 2-1 0 0,0 0 1 0 0,1 1 0 0 0,44-18-1 0 0,-63 30 20 0 0,0 0 0 0 0,1 1 0 0 0,-1-1 0 0 0,0 1-1 0 0,1 0 1 0 0,-1 1 0 0 0,1-1 0 0 0,-1 1 0 0 0,0 0 0 0 0,1 0-1 0 0,-1 1 1 0 0,1-1 0 0 0,5 3 0 0 0,-8-2 7 0 0,0 0-1 0 0,0 0 1 0 0,0 1 0 0 0,0 0 0 0 0,0-1-1 0 0,0 1 1 0 0,0 0 0 0 0,-1 0 0 0 0,1 1 0 0 0,-1-1-1 0 0,0 0 1 0 0,0 1 0 0 0,1-1 0 0 0,-2 1-1 0 0,1 0 1 0 0,0 0 0 0 0,0 0 0 0 0,-1 0-1 0 0,0 0 1 0 0,0 0 0 0 0,1 0 0 0 0,-2 0-1 0 0,2 4 1 0 0,0 5-4 0 0,-1 0 1 0 0,0 0-1 0 0,0 1 0 0 0,-1-1 0 0 0,-1 0 0 0 0,0 0 0 0 0,0 0 0 0 0,-7 22 1 0 0,-4 8 3 0 0,-20 44 0 0 0,20-55-2 0 0,3-11 11 0 0,6-14-18 0 0,1 0 0 0 0,-1 0 0 0 0,1 0 1 0 0,0 0-1 0 0,0 1 0 0 0,-1 11 1 0 0,3-17 13 0 0,0 0 0 0 0,0-1 0 0 0,1 1 0 0 0,-1-1 0 0 0,0 1 1 0 0,0-1-1 0 0,0 1 0 0 0,0-1 0 0 0,1 1 0 0 0,-1-1 1 0 0,0 0-1 0 0,0 1 0 0 0,1-1 0 0 0,-1 1 0 0 0,0-1 1 0 0,1 1-1 0 0,-1-1 0 0 0,1 0 0 0 0,-1 1 0 0 0,0-1 0 0 0,1 0 1 0 0,-1 0-1 0 0,1 1 0 0 0,-1-1 0 0 0,1 0 0 0 0,-1 0 1 0 0,1 1-1 0 0,-1-1 0 0 0,2 0 0 0 0,19 0-1 0 0,5-6-1 0 0,0-2-1 0 0,0-1 0 0 0,0-1 0 0 0,-1-1 1 0 0,-1-2-1 0 0,0 0 0 0 0,0-1 1 0 0,28-24-1 0 0,-14 7 0 0 0,-1-2 1 0 0,-3-1-1 0 0,61-76 1 0 0,-88 101-7 0 0,0-1 0 0 0,-1 0 0 0 0,0 0 0 0 0,0-1 1 0 0,-1 1-1 0 0,5-16 0 0 0,-10 24-7 0 0,1-1 0 0 0,-1 1 1 0 0,0 0-1 0 0,0 0 0 0 0,0-1 0 0 0,0 1 0 0 0,0 0 0 0 0,0 0 0 0 0,-1 0 0 0 0,0-5 0 0 0,0 7 12 0 0,1-1 0 0 0,-1 0 0 0 0,1 1 0 0 0,0-1 0 0 0,-1 1 0 0 0,0-1 0 0 0,1 0 0 0 0,-1 1 0 0 0,1-1 0 0 0,-1 1 0 0 0,0-1 0 0 0,1 1 0 0 0,-1 0 0 0 0,0-1 0 0 0,1 1 0 0 0,-1 0 0 0 0,0-1 0 0 0,0 1 0 0 0,1 0 0 0 0,-1 0 1 0 0,0 0-1 0 0,0 0 0 0 0,0 0 0 0 0,1 0 0 0 0,-1 0 0 0 0,0 0 0 0 0,0 0 0 0 0,1 0 0 0 0,-1 0 0 0 0,0 0 0 0 0,0 0 0 0 0,1 1 0 0 0,-1-1 0 0 0,0 0 0 0 0,0 1 0 0 0,-1 0-1 0 0,-11 5-13 0 0,0 0 0 0 0,0 1 0 0 0,0 1 0 0 0,1 0 0 0 0,0 1 0 0 0,1 0 0 0 0,-12 12 0 0 0,9-7-3 0 0,0 0 0 0 0,1 1 1 0 0,1 1-1 0 0,1 0 0 0 0,-10 19 1 0 0,18-30 4 0 0,0 1 0 0 0,1 0 0 0 0,-1 0 0 0 0,1 0 0 0 0,1 0 0 0 0,-1 0 0 0 0,1 0 0 0 0,0 0 0 0 0,1 0 0 0 0,-1 1 0 0 0,1-1 0 0 0,0 0 0 0 0,1 0 0 0 0,0 0 0 0 0,0 1 0 0 0,0-1 0 0 0,1 0 0 0 0,-1 0 0 0 0,6 10 0 0 0,-3-9-189 0 0,0 0-1 0 0,0 1 1 0 0,1-1 0 0 0,1-1-1 0 0,-1 1 1 0 0,1-1-1 0 0,0 0 1 0 0,0 0 0 0 0,1-1-1 0 0,-1 0 1 0 0,1 0 0 0 0,1 0-1 0 0,-1-1 1 0 0,9 4-1 0 0,4 0-907 0 0,-1 0-1 0 0,1-2 1 0 0,0-1-1 0 0,0 0 0 0 0,1-1 1 0 0,29 1-1 0 0,-20-3-1341 0 0</inkml:trace>
  <inkml:trace contextRef="#ctx0" brushRef="#br0" timeOffset="1">1659 1093 444 0 0,'22'-24'3472'0'0,"31"-45"0"0"0,-48 60-3002 0 0,0-1 0 0 0,0 1-1 0 0,0-1 1 0 0,-1 1 0 0 0,-1-1 0 0 0,1-1 0 0 0,-2 1-1 0 0,1 0 1 0 0,0-14 0 0 0,-3 22-372 0 0,0-1 1 0 0,0 0 0 0 0,0 1-1 0 0,-1-1 1 0 0,1 0 0 0 0,-1 1 0 0 0,0-1-1 0 0,1 1 1 0 0,-1-1 0 0 0,0 1-1 0 0,-3-5 1 0 0,3 6-73 0 0,0-1 0 0 0,1 1-1 0 0,-1 0 1 0 0,0 0 0 0 0,0 0 0 0 0,0 0 0 0 0,-1 0 0 0 0,1 0-1 0 0,0 0 1 0 0,0 0 0 0 0,0 0 0 0 0,-1 0 0 0 0,1 1 0 0 0,0-1-1 0 0,-1 0 1 0 0,1 1 0 0 0,-1-1 0 0 0,1 1 0 0 0,-1 0 0 0 0,1-1-1 0 0,-1 1 1 0 0,1 0 0 0 0,-3 0 0 0 0,-7 2 3 0 0,0 0 1 0 0,1 1-1 0 0,-1 0 0 0 0,1 0 1 0 0,0 2-1 0 0,0-1 0 0 0,0 1 1 0 0,0 0-1 0 0,1 1 0 0 0,0 0 1 0 0,-13 12-1 0 0,3-2-26 0 0,1 1 0 0 0,1 1 1 0 0,0 1-1 0 0,-17 25 0 0 0,27-33 1 0 0,1 0 0 0 0,-1 0 0 0 0,2 1-1 0 0,0 0 1 0 0,0 1 0 0 0,1-1 0 0 0,1 1 0 0 0,0-1 0 0 0,0 1 0 0 0,0 14 0 0 0,3-22 6 0 0,0 1 1 0 0,0-1 0 0 0,0 1 0 0 0,1-1 0 0 0,0 1 0 0 0,0-1 0 0 0,0 0-1 0 0,1 1 1 0 0,0-1 0 0 0,0 0 0 0 0,4 7 0 0 0,-4-8 1 0 0,1-1 0 0 0,-1 0 0 0 0,1 1 0 0 0,0-1 1 0 0,0 0-1 0 0,1 0 0 0 0,-1-1 0 0 0,0 1 0 0 0,1-1 0 0 0,0 0 0 0 0,-1 1 1 0 0,1-2-1 0 0,0 1 0 0 0,0 0 0 0 0,0-1 0 0 0,6 2 0 0 0,1-2 4 0 0,-1 1-1 0 0,0-2 0 0 0,1 1 0 0 0,-1-1 0 0 0,0-1 0 0 0,1 0 0 0 0,-1 0 1 0 0,0-1-1 0 0,0-1 0 0 0,0 0 0 0 0,0 0 0 0 0,0 0 0 0 0,-1-2 1 0 0,0 1-1 0 0,13-8 0 0 0,8-7 15 0 0,0-2 0 0 0,-2 0 1 0 0,28-28-1 0 0,-14 8-7 0 0,-3-1 1 0 0,-1-3-1 0 0,-3-1 1 0 0,-1-1-1 0 0,-2-2 1 0 0,43-92-1 0 0,-48 84-22 0 0,-3-2 0 0 0,21-73 0 0 0,-37 104-6 0 0,-2 0 1 0 0,-1 0 0 0 0,-1-1 0 0 0,-2 1 0 0 0,0-1-1 0 0,-2 0 1 0 0,-4-34 0 0 0,4 60 0 0 0,-1 0 0 0 0,1 1 0 0 0,-1-1 0 0 0,1 0 0 0 0,-1 1 0 0 0,0-1 0 0 0,0 1 0 0 0,0-1 0 0 0,0 1 0 0 0,0-1 0 0 0,-1 1 0 0 0,1 0 0 0 0,-1-1 0 0 0,1 1 0 0 0,-1 0 0 0 0,0 0 0 0 0,0 0 0 0 0,0 1 0 0 0,0-1 0 0 0,0 0 0 0 0,0 1 0 0 0,0-1 0 0 0,-1 1 0 0 0,1 0 0 0 0,-1 0 0 0 0,1 0 0 0 0,-1 0 0 0 0,-3-1 0 0 0,1 2-1 0 0,1-1 0 0 0,-1 1 1 0 0,0 0-1 0 0,0 1 1 0 0,1-1-1 0 0,-1 1 1 0 0,0 0-1 0 0,0 0 1 0 0,1 0-1 0 0,-1 1 0 0 0,1 0 1 0 0,0 0-1 0 0,-1 0 1 0 0,1 0-1 0 0,-5 4 1 0 0,-13 10 1 0 0,1 1 0 0 0,1 1 0 0 0,1 0 0 0 0,0 2 0 0 0,1 0 0 0 0,-18 29 0 0 0,9-9 15 0 0,2 1-1 0 0,-31 70 0 0 0,43-80 6 0 0,1 1 1 0 0,1 0-1 0 0,2 0 0 0 0,2 1 1 0 0,1 0-1 0 0,-3 46 0 0 0,8-60-116 0 0,1-1-1 0 0,0 0 1 0 0,2 1-1 0 0,0-1 1 0 0,1 0-1 0 0,1 0 1 0 0,0-1 0 0 0,2 1-1 0 0,0-1 1 0 0,1 0-1 0 0,0 0 1 0 0,2-1-1 0 0,11 18 1 0 0,-12-23-538 0 0,1-1 1 0 0,0 0-1 0 0,0-1 0 0 0,1 0 1 0 0,0-1-1 0 0,1 0 1 0 0,0 0-1 0 0,0-1 1 0 0,13 6-1 0 0,24 9-4280 0 0</inkml:trace>
  <inkml:trace contextRef="#ctx0" brushRef="#br0" timeOffset="2">4454 108 2556 0 0,'4'-108'10136'0'0,"-31"250"-9541"0"0,-5-2-1 0 0,-51 137 0 0 0,45-170-317 0 0,-93 184 0 0 0,106-239 280 0 0,23-50-286 0 0,3-5-260 0 0,-1 0 0 0 0,1 0 0 0 0,0 0 0 0 0,0 0-1 0 0,0 0 1 0 0,0 0 0 0 0,1 0 0 0 0,-1 0 0 0 0,1 1-1 0 0,-1-1 1 0 0,5-4 0 0 0,-2 0 5 0 0,12-17-10 0 0,0 1 0 0 0,1 0 0 0 0,1 2 0 0 0,1 0 0 0 0,1 1 0 0 0,1 1 0 0 0,24-18 0 0 0,-36 30-24 0 0,1 1 0 0 0,0 0 0 0 0,0 0 0 0 0,1 1 0 0 0,-1 0 1 0 0,1 1-1 0 0,0 0 0 0 0,1 0 0 0 0,-1 2 0 0 0,1-1 0 0 0,-1 1 1 0 0,1 1-1 0 0,-1 0 0 0 0,1 1 0 0 0,0 0 0 0 0,0 1 1 0 0,-1 0-1 0 0,1 1 0 0 0,18 5 0 0 0,-21-4 7 0 0,1 1-1 0 0,-1 0 1 0 0,0 1 0 0 0,-1 0-1 0 0,1 0 1 0 0,-1 0 0 0 0,0 2 0 0 0,-1-1-1 0 0,1 1 1 0 0,-1 0 0 0 0,0 0-1 0 0,-1 1 1 0 0,0-1 0 0 0,0 2-1 0 0,6 11 1 0 0,-9-15 62 0 0,0 1 0 0 0,-1-1 0 0 0,1 1 0 0 0,-1 0 0 0 0,0 0 0 0 0,-1 0 0 0 0,0 1 0 0 0,0-1-1 0 0,0 0 1 0 0,-1 0 0 0 0,1 1 0 0 0,-2-1 0 0 0,1 0 0 0 0,-1 0 0 0 0,0 1 0 0 0,0-1 0 0 0,0 0 0 0 0,-1 0 0 0 0,0 0 0 0 0,0 0 0 0 0,-1-1 0 0 0,0 1 0 0 0,0 0 0 0 0,0-1 0 0 0,-4 6 0 0 0,-2-1 67 0 0,-1 0 0 0 0,0 0 1 0 0,-1-1-1 0 0,1 0 1 0 0,-2 0-1 0 0,1-1 1 0 0,-1-1-1 0 0,0 0 0 0 0,-1-1 1 0 0,0 0-1 0 0,0-1 1 0 0,0 0-1 0 0,-24 4 1 0 0,-3-1-71 0 0,0-2 0 0 0,0-2 0 0 0,-56-2 0 0 0,92-1-257 0 0,0-1 1 0 0,0-1-1 0 0,1 1 0 0 0,-1-1 1 0 0,0 1-1 0 0,0-1 1 0 0,0 0-1 0 0,1 0 1 0 0,-8-4-1 0 0,11 5 114 0 0,-1-1 1 0 0,1 1-1 0 0,0 0 0 0 0,-1-1 0 0 0,1 1 1 0 0,0-1-1 0 0,-1 1 0 0 0,1-1 1 0 0,0 1-1 0 0,-1-1 0 0 0,1 1 0 0 0,0-1 1 0 0,0 1-1 0 0,-1-1 0 0 0,1 1 0 0 0,0-1 1 0 0,0 1-1 0 0,0-1 0 0 0,0 1 0 0 0,0-1 1 0 0,0 0-1 0 0,0 1 0 0 0,0-1 0 0 0,0 1 1 0 0,0-1-1 0 0,0 1 0 0 0,0-1 0 0 0,1 1 1 0 0,-1-1-1 0 0,0 1 0 0 0,0-1 1 0 0,1 0-1 0 0,6-14-1400 0 0,-6 14 1464 0 0,3-4-954 0 0,0-1 1 0 0,0 1-1 0 0,1 0 1 0 0,5-5-1 0 0,-9 9 739 0 0,22-19-4131 0 0</inkml:trace>
  <inkml:trace contextRef="#ctx0" brushRef="#br0" timeOffset="3">4985 549 1060 0 0,'23'-12'5039'0'0,"-20"11"-4045"0"0,-1 2-168 0 0,0 1-687 0 0,-1 0 1 0 0,1 0-1 0 0,-1 1 1 0 0,0-1-1 0 0,0 0 1 0 0,1 0-1 0 0,-2 1 1 0 0,1-1-1 0 0,0 1 1 0 0,0-1 0 0 0,-1 1-1 0 0,1-1 1 0 0,-1 1-1 0 0,0-1 1 0 0,0 1-1 0 0,0-1 1 0 0,0 5-1 0 0,-7 55 969 0 0,2-32-752 0 0,3-7-161 0 0,-5 78 302 0 0,7-89-448 0 0,1 0 0 0 0,0 0 0 0 0,0 0 0 0 0,2 0 0 0 0,-1 0 0 0 0,7 15 0 0 0,-7-21-20 0 0,1 0 1 0 0,0 0 0 0 0,1 0 0 0 0,-1 0 0 0 0,1-1 0 0 0,0 1 0 0 0,0-1 0 0 0,1 0 0 0 0,0-1-1 0 0,0 1 1 0 0,0-1 0 0 0,0 0 0 0 0,1 0 0 0 0,-1 0 0 0 0,1-1 0 0 0,0 0 0 0 0,0 0 0 0 0,0-1 0 0 0,1 1-1 0 0,11 2 1 0 0,-7-3 11 0 0,-1-1-1 0 0,0 0 0 0 0,0 0 1 0 0,0-1-1 0 0,0 0 0 0 0,1-1 0 0 0,-1 0 1 0 0,0-1-1 0 0,0 0 0 0 0,0 0 1 0 0,0-1-1 0 0,-1 0 0 0 0,11-5 1 0 0,-7 1-10 0 0,0-1 0 0 0,0 0 1 0 0,-1-1-1 0 0,0 0 0 0 0,0 0 0 0 0,-1-2 1 0 0,18-20-1 0 0,-1-5 137 0 0,29-50 0 0 0,6-10 683 0 0,-62 95-853 0 0,-1 0 0 0 0,0 1 0 0 0,1-1 0 0 0,-1 0 0 0 0,1 1-1 0 0,-1-1 1 0 0,1 0 0 0 0,0 1 0 0 0,-1-1 0 0 0,1 1 0 0 0,-1-1 0 0 0,1 1 0 0 0,0-1 0 0 0,-1 1-1 0 0,1-1 1 0 0,0 1 0 0 0,0 0 0 0 0,-1-1 0 0 0,1 1 0 0 0,0 0 0 0 0,0 0 0 0 0,0 0 0 0 0,0-1-1 0 0,0 2 2 0 0,-1-1-1 0 0,1 1 1 0 0,0-1-1 0 0,-1 1 0 0 0,0-1 1 0 0,1 1-1 0 0,-1-1 0 0 0,1 1 1 0 0,-1-1-1 0 0,1 1 1 0 0,-1-1-1 0 0,0 1 0 0 0,0 0 1 0 0,1-1-1 0 0,-1 1 1 0 0,0 0-1 0 0,0-1 0 0 0,0 1 1 0 0,1 0-1 0 0,-1 1 1 0 0,1 44-31 0 0,-1-43 31 0 0,-4 56 114 0 0,-3 0-1 0 0,-3 0 0 0 0,-17 58 1 0 0,-65 168 575 0 0,-149 259 321 0 0,88-255-738 0 0,114-224-31 0 0,-2-3 0 0 0,-68 78 0 0 0,90-117 98 0 0,-2-2-1 0 0,0-1 1 0 0,-31 23-1 0 0,44-37-182 0 0,0 0-1 0 0,-1-1 1 0 0,1 0-1 0 0,-1-1 0 0 0,-1 1 1 0 0,1-2-1 0 0,0 1 0 0 0,-1-1 1 0 0,0-1-1 0 0,1 0 1 0 0,-1 0-1 0 0,0-1 0 0 0,-13 0 1 0 0,18-1-97 0 0,0-1 1 0 0,0 0-1 0 0,0 0 1 0 0,0 0 0 0 0,0 0-1 0 0,0-1 1 0 0,1 0-1 0 0,-1 0 1 0 0,0 0 0 0 0,1 0-1 0 0,0-1 1 0 0,0 0-1 0 0,-5-4 1 0 0,3 2-17 0 0,1 0 0 0 0,-1-1 0 0 0,1 0-1 0 0,1 0 1 0 0,-1 0 0 0 0,1-1 0 0 0,0 0 0 0 0,-2-7 0 0 0,0 0-12 0 0,1 0 1 0 0,0 0 0 0 0,1-1 0 0 0,1 0 0 0 0,1 0 0 0 0,0 0 0 0 0,1 0 0 0 0,0-22-1 0 0,4 10-22 0 0,1 1 0 0 0,1-1 0 0 0,2 1-1 0 0,0 0 1 0 0,2 0 0 0 0,1 1 0 0 0,1 0-1 0 0,1 1 1 0 0,19-30 0 0 0,2 4-238 0 0,2 2 1 0 0,3 1-1 0 0,47-47 1 0 0,-19 30-917 0 0,3 4 1 0 0,82-56-1 0 0,4 12-2708 0 0,2 7-3584 0 0,-112 70 1846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46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678 198 760 0 0,'9'-27'3174'0'0,"-2"11"-1343"0"0,-1-1-1 0 0,5-28 0 0 0,-10 41-1666 0 0,0 1 0 0 0,-1-1-1 0 0,0 0 1 0 0,1 1 0 0 0,-1-1 0 0 0,-1 1-1 0 0,1-1 1 0 0,0 0 0 0 0,-1 1 0 0 0,0-1-1 0 0,0 1 1 0 0,0-1 0 0 0,0 1 0 0 0,0-1-1 0 0,-1 1 1 0 0,0 0 0 0 0,1-1 0 0 0,-4-3-1 0 0,2 5-124 0 0,0-1 0 0 0,1 1 0 0 0,-1 0 0 0 0,0 1-1 0 0,0-1 1 0 0,0 0 0 0 0,0 1 0 0 0,-1 0-1 0 0,1-1 1 0 0,0 1 0 0 0,0 1 0 0 0,-1-1 0 0 0,1 0-1 0 0,-1 1 1 0 0,1 0 0 0 0,0-1 0 0 0,-1 2-1 0 0,1-1 1 0 0,-1 0 0 0 0,1 0 0 0 0,0 1 0 0 0,-1 0-1 0 0,1 0 1 0 0,-4 1 0 0 0,-10 4-5 0 0,1 0-1 0 0,1 0 1 0 0,-21 13 0 0 0,-26 17 41 0 0,2 2 0 0 0,-85 70 1 0 0,108-76-77 0 0,2 1 1 0 0,1 2 0 0 0,1 2-1 0 0,-44 64 1 0 0,70-89-1 0 0,0 0 0 0 0,0 1 0 0 0,2-1 0 0 0,-5 15 0 0 0,8-22 13 0 0,0 1-1 0 0,0 0 1 0 0,1 0 0 0 0,0 0 0 0 0,1-1-1 0 0,-1 1 1 0 0,1 0 0 0 0,0 0-1 0 0,0 0 1 0 0,1 0 0 0 0,2 10 0 0 0,-2-13-5 0 0,1-1 0 0 0,-1 1 1 0 0,1 0-1 0 0,-1-1 0 0 0,1 1 0 0 0,0-1 1 0 0,0 0-1 0 0,0 0 0 0 0,1 1 1 0 0,-1-2-1 0 0,0 1 0 0 0,1 0 1 0 0,-1 0-1 0 0,1-1 0 0 0,0 1 0 0 0,-1-1 1 0 0,1 0-1 0 0,0 0 0 0 0,0 0 1 0 0,5 1-1 0 0,0 0 9 0 0,1 0 0 0 0,-1 0-1 0 0,1-1 1 0 0,0-1 0 0 0,-1 0 0 0 0,12 0 0 0 0,-5-2-19 0 0,1-1 0 0 0,0-1 0 0 0,-1 0 0 0 0,0 0 0 0 0,0-2 0 0 0,0 0 0 0 0,17-10 1 0 0,-11 4-55 0 0,-1-1 0 0 0,0-2 0 0 0,0 0 0 0 0,17-19 0 0 0,12-17-111 0 0,-3-3 0 0 0,49-75 1 0 0,-75 101 174 0 0,0-3 44 0 0,-12 19-79 0 0,0-1 0 0 0,16-16-1 0 0,-23 28-13 0 0,0 3-7 0 0,-1-1 48 0 0,1 0 0 0 0,-1 0 0 0 0,1 0 0 0 0,-1 0 0 0 0,0 0 0 0 0,1 0 1 0 0,-1 0-1 0 0,0 0 0 0 0,0 0 0 0 0,0 0 0 0 0,0 0 0 0 0,0 0 0 0 0,0 0 0 0 0,0 0 0 0 0,0 0 0 0 0,0 0 0 0 0,0 0 1 0 0,-1 0-1 0 0,1 0 0 0 0,0 0 0 0 0,-1 0 0 0 0,1 0 0 0 0,-1 0 0 0 0,0 1 0 0 0,-1 2-2 0 0,-37 98-12 0 0,18-51 7 0 0,3 1-1 0 0,-22 95 1 0 0,38-137 23 0 0,1-1 0 0 0,0 1 0 0 0,1-1 1 0 0,0 1-1 0 0,0 0 0 0 0,1-1 0 0 0,0 1 0 0 0,4 13 1 0 0,-4-21-9 0 0,0 0 1 0 0,0 0 0 0 0,0 0 0 0 0,0 0 0 0 0,1-1 0 0 0,-1 1 0 0 0,0 0 0 0 0,1-1 0 0 0,-1 1 0 0 0,1-1-1 0 0,0 1 1 0 0,2 1 0 0 0,-2-1 18 0 0,3-3-8 0 0,0 0-10 0 0,1 0 1 0 0,0-1-1 0 0,-1 0 0 0 0,1 0 0 0 0,-1-1 0 0 0,1 1 0 0 0,-1-1 0 0 0,0 0 0 0 0,0-1 1 0 0,-1 1-1 0 0,1-1 0 0 0,-1 0 0 0 0,7-7 0 0 0,10-12 9 0 0,24-35-1 0 0,-34 42-12 0 0,132-163-7 0 0,-113 146-21 0 0,1 2 0 0 0,1 1-1 0 0,44-31 1 0 0,-56 48-68 0 0,27-12 0 0 0,-41 22 78 0 0,-5 2 11 0 0,1 1 0 0 0,0-1 0 0 0,0 1 0 0 0,0 0 0 0 0,0-1 0 0 0,0 1 0 0 0,0 0 0 0 0,0 0 0 0 0,0 0 0 0 0,0 0 1 0 0,0 0-1 0 0,0 1 0 0 0,-1-1 0 0 0,1 0 0 0 0,0 1 0 0 0,0 0 0 0 0,0-1 0 0 0,0 1 0 0 0,-1 0 0 0 0,1 0 0 0 0,3 2 0 0 0,-2-1 2 0 0,0 0 0 0 0,0 1 0 0 0,0-1-1 0 0,-1 1 1 0 0,1-1 0 0 0,0 1 0 0 0,-1 0 0 0 0,0 0-1 0 0,0 0 1 0 0,3 5 0 0 0,-1 3 7 0 0,0 0 1 0 0,-1 0-1 0 0,0 0 0 0 0,-1 0 1 0 0,0 1-1 0 0,-1-1 1 0 0,0 1-1 0 0,-1-1 0 0 0,0 1 1 0 0,-1-1-1 0 0,0 1 1 0 0,-1-1-1 0 0,0 0 0 0 0,-1 0 1 0 0,-4 13-1 0 0,-3 2 337 0 0,0 0 0 0 0,-2-1-1 0 0,-1 0 1 0 0,-1-1 0 0 0,-17 22 0 0 0,30-45-314 0 0,1-1 1 0 0,-1 1-1 0 0,1-1 0 0 0,0 1 1 0 0,-1-1-1 0 0,1 1 1 0 0,-1-1-1 0 0,1 1 1 0 0,-1-1-1 0 0,1 0 0 0 0,-1 1 1 0 0,1-1-1 0 0,-1 0 1 0 0,1 1-1 0 0,-1-1 1 0 0,1 0-1 0 0,-1 0 0 0 0,0 0 1 0 0,1 0-1 0 0,-1 1 1 0 0,0-1-1 0 0,1 0 0 0 0,-1 0 1 0 0,1 0-1 0 0,-1 0 1 0 0,0 0-1 0 0,1 0 1 0 0,-1-1-1 0 0,0 1 0 0 0,1 0 1 0 0,-1 0-1 0 0,1 0 1 0 0,-1-1-1 0 0,1 1 1 0 0,-1 0-1 0 0,0 0 0 0 0,0-1 1 0 0,0 0-101 0 0,0 0 77 0 0,1 0 0 0 0,-1 0 1 0 0,1 1-1 0 0,0-1 0 0 0,-1 0 0 0 0,1 0 0 0 0,0 0 0 0 0,0 0 0 0 0,-1 0 0 0 0,1 0 1 0 0,0 0-1 0 0,0 0 0 0 0,0 1 0 0 0,0-1 0 0 0,0 0 0 0 0,1 0 0 0 0,-1 0 1 0 0,0 0-1 0 0,1-1 0 0 0,-1 2-2 0 0,3-11 17 0 0,0 0 0 0 0,1 0 0 0 0,0 1-1 0 0,1 0 1 0 0,0 0 0 0 0,1 0 0 0 0,0 0 0 0 0,8-9 0 0 0,-2 1-8 0 0,11-14-30 0 0,2 1 1 0 0,2 1 0 0 0,0 1-1 0 0,2 2 1 0 0,1 1 0 0 0,1 1-1 0 0,2 1 1 0 0,50-27 0 0 0,-69 42-17 0 0,0 1 1 0 0,1 1-1 0 0,0 0 0 0 0,1 2 1 0 0,0-1-1 0 0,-1 2 1 0 0,2 0-1 0 0,-1 1 0 0 0,27-2 1 0 0,-40 5 27 0 0,1 0 1 0 0,-1 0-1 0 0,0 0 1 0 0,0 0-1 0 0,0 1 1 0 0,0-1 0 0 0,1 1-1 0 0,-1 0 1 0 0,0 0-1 0 0,0 1 1 0 0,0-1-1 0 0,-1 0 1 0 0,1 1-1 0 0,0 0 1 0 0,-1-1-1 0 0,1 1 1 0 0,0 0-1 0 0,1 3 1 0 0,-1-2 5 0 0,-1 0 1 0 0,0 0-1 0 0,0 1 0 0 0,0-1 1 0 0,-1 1-1 0 0,1-1 0 0 0,-1 1 1 0 0,0 0-1 0 0,0 0 0 0 0,0-1 1 0 0,0 1-1 0 0,0 7 0 0 0,-1 4 6 0 0,-1-1-1 0 0,0 1 0 0 0,-1-1 1 0 0,0 1-1 0 0,-2-1 0 0 0,-5 17 1 0 0,-74 204-92 0 0,78-204 143 0 0,5-27-44 0 0,0-3-10 0 0,0-1-1 0 0,0 0 1 0 0,0 1 0 0 0,0-1-1 0 0,0 1 1 0 0,0-1 0 0 0,0 0 0 0 0,0 1-1 0 0,0-1 1 0 0,0 1 0 0 0,0-1-1 0 0,0 0 1 0 0,0 1 0 0 0,0-1 0 0 0,1 0-1 0 0,-1 1 1 0 0,0-1 0 0 0,0 0 0 0 0,0 1-1 0 0,1-1 1 0 0,-1 0 0 0 0,0 1-1 0 0,0-1 1 0 0,1 0 0 0 0,-1 0 0 0 0,0 1-1 0 0,0-1 1 0 0,1 0 0 0 0,-1 0-1 0 0,0 1 1 0 0,1-1 0 0 0,-1 0 0 0 0,1 0-1 0 0,-1 0 1 0 0,0 0 0 0 0,1 0-1 0 0,-1 0 1 0 0,0 1 0 0 0,2-1 0 0 0,12-2 52 0 0,-13 2-66 0 0,4-2 18 0 0,-1 1 0 0 0,1-1 0 0 0,-1 0 0 0 0,1 0 0 0 0,-1 0 0 0 0,0-1 0 0 0,0 0 0 0 0,0 1 0 0 0,5-6 0 0 0,32-33 26 0 0,-32 31-29 0 0,159-198 35 0 0,-101 118 514 0 0,-21 26-91 0 0,-45 63-451 0 0,-2 9-8 0 0,0 0-1 0 0,-1 0 0 0 0,0 0 1 0 0,-1-1-1 0 0,1 1 1 0 0,-2 0-1 0 0,-3 7 0 0 0,-7 18 6 0 0,8-16-13 0 0,2-1-1 0 0,0 1 1 0 0,0 0-1 0 0,2 0 1 0 0,0 0-1 0 0,1 0 1 0 0,1 0-1 0 0,4 33 1 0 0,-4-45 14 0 0,2 0 1 0 0,-1 0 0 0 0,0 0 0 0 0,1 0 0 0 0,0 0 0 0 0,0 0 0 0 0,0-1 0 0 0,1 1-1 0 0,0-1 1 0 0,0 1 0 0 0,0-1 0 0 0,0 0 0 0 0,0 0 0 0 0,1 0 0 0 0,0-1-1 0 0,0 1 1 0 0,0-1 0 0 0,0 0 0 0 0,0 0 0 0 0,1 0 0 0 0,0-1 0 0 0,-1 0-1 0 0,1 0 1 0 0,0 0 0 0 0,0 0 0 0 0,0-1 0 0 0,0 1 0 0 0,0-1 0 0 0,0-1 0 0 0,10 1-1 0 0,-1 0 16 0 0,0-2 0 0 0,0 1 0 0 0,0-2 0 0 0,0 0 0 0 0,-1-1 0 0 0,1 0 0 0 0,-1-1 0 0 0,0 0 0 0 0,0-1 0 0 0,19-10 0 0 0,-14 4-2 0 0,0 0 1 0 0,-1-2 0 0 0,0 0 0 0 0,21-21 0 0 0,52-66 134 0 0,-42 43 304 0 0,-47 56-460 0 0,-1 1 0 0 0,1-1 1 0 0,0 0-1 0 0,-1 0 0 0 0,1 0 1 0 0,0 0-1 0 0,0 1 0 0 0,-1-1 1 0 0,1 0-1 0 0,0 1 0 0 0,0-1 1 0 0,0 1-1 0 0,0-1 0 0 0,0 1 1 0 0,2-1-1 0 0,-3 1-2 0 0,0 0 0 0 0,1 1 1 0 0,-1-1-1 0 0,0 1 0 0 0,0-1 0 0 0,0 1 1 0 0,0-1-1 0 0,0 1 0 0 0,1-1 0 0 0,-1 1 0 0 0,0 0 1 0 0,0-1-1 0 0,0 1 0 0 0,-1-1 0 0 0,1 1 1 0 0,0-1-1 0 0,0 1 0 0 0,0-1 0 0 0,0 1 0 0 0,0-1 1 0 0,-1 1-1 0 0,1 0 0 0 0,-17 42 65 0 0,16-40-53 0 0,-159 339 1312 0 0,59-132-678 0 0,100-209-643 0 0,-307 672 1132 0 0,302-657-1074 0 0,-91 195 37 0 0,63-146 1268 0 0,-47 70-1 0 0,77-128-1086 0 0,-1 0 0 0 0,0 0 0 0 0,0-1 0 0 0,0 0 0 0 0,-1 0 0 0 0,1-1-1 0 0,-2 1 1 0 0,1-1 0 0 0,0-1 0 0 0,-1 1 0 0 0,0-1 0 0 0,0 0 0 0 0,-12 4 0 0 0,17-7-240 0 0,1-1 0 0 0,-1 0 0 0 0,1 1 0 0 0,-1-1 0 0 0,1 0 0 0 0,-1 0 0 0 0,1 0 0 0 0,-1 0 0 0 0,1-1 0 0 0,-1 1 0 0 0,1 0 0 0 0,-1-1 1 0 0,1 1-1 0 0,-1-1 0 0 0,0 0 0 0 0,-3-1 62 0 0,2 1-71 0 0,0 0 0 0 0,0 0 0 0 0,0-1 0 0 0,0 1-1 0 0,0-1 1 0 0,0 0 0 0 0,1 0 0 0 0,-1 0 0 0 0,1 0 0 0 0,-1 0 0 0 0,1-1 0 0 0,0 1-1 0 0,0-1 1 0 0,0 1 0 0 0,0-1 0 0 0,0 0 0 0 0,0 0 0 0 0,1 0 0 0 0,0 0 0 0 0,-1 0-1 0 0,1 0 1 0 0,0-4 0 0 0,-2-3-28 0 0,1 0 1 0 0,0 0-1 0 0,1-1 0 0 0,0 1 1 0 0,1-16-1 0 0,1 6-15 0 0,1-1 0 0 0,2 1 0 0 0,0-1-1 0 0,1 1 1 0 0,1 0 0 0 0,1 1 0 0 0,12-26-1 0 0,3 3-130 0 0,2 1 0 0 0,33-44-1 0 0,5 4-515 0 0,4 3 1 0 0,3 2-1 0 0,3 4 1 0 0,161-124-1 0 0,-136 127-1947 0 0,108-57 1 0 0,118-27-8877 0 0,-232 119 3742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52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485 133 2308 0 0,'-4'-17'3234'0'0,"0"0"0"0"0,-2-30 0 0 0,-1-3 49 0 0,7 48-2959 0 0,-13 50-143 0 0,-137 486 99 0 0,53-217-119 0 0,76-243-107 0 0,-14 101 0 0 0,35-172-64 0 0,-1 4 9 0 0,0 0-1 0 0,1 0 1 0 0,1 12-1 0 0,-1-18-3 0 0,0 1 0 0 0,0-1 0 0 0,0 0 0 0 0,0 0 0 0 0,0 1 0 0 0,1-1 0 0 0,-1 0 0 0 0,1 0 0 0 0,-1 1 0 0 0,1-1 0 0 0,-1 0 0 0 0,1 0 0 0 0,0 0 0 0 0,-1 0 0 0 0,1 0 0 0 0,0 0 0 0 0,0 0 0 0 0,0 0 0 0 0,0 0 0 0 0,0 0 0 0 0,0-1 0 0 0,0 1 0 0 0,0 0 0 0 0,0-1 0 0 0,0 1 0 0 0,0 0 0 0 0,0-1 0 0 0,0 0 0 0 0,3 1 0 0 0,6 0-104 0 0,0-1 1 0 0,-1 0 0 0 0,1-1-1 0 0,0 0 1 0 0,0-1 0 0 0,-1 0-1 0 0,1 0 1 0 0,-1-1 0 0 0,16-7-1 0 0,83-45-1151 0 0,-106 54 1235 0 0,43-26-324 0 0,-2-2 0 0 0,-2-2 0 0 0,0-1 0 0 0,-2-3 0 0 0,-2-1 0 0 0,57-70 0 0 0,-36 29 210 0 0,-4-2 0 0 0,75-147 0 0 0,-36 11 1379 0 0,-71 160-265 0 0,-4 3-97 0 0,-17 50-795 0 0,-3 4-54 0 0,0 0 0 0 0,-1 0 0 0 0,1 1 0 0 0,1-1 0 0 0,-1 1 0 0 0,0-1 0 0 0,1 1 0 0 0,-2 3 0 0 0,2-4-1 0 0,-59 111 361 0 0,-71 197 0 0 0,102-230-313 0 0,5 2 0 0 0,-28 160 0 0 0,45-185 81 0 0,0 72 0 0 0,7-129-153 0 0,0 1 0 0 0,0-1-1 0 0,0 1 1 0 0,0-1-1 0 0,0 1 1 0 0,0-1-1 0 0,0 0 1 0 0,0 1-1 0 0,0-1 1 0 0,0 1 0 0 0,1-1-1 0 0,-1 0 1 0 0,0 1-1 0 0,0-1 1 0 0,0 0-1 0 0,1 1 1 0 0,-1-1-1 0 0,0 1 1 0 0,0-1 0 0 0,1 0-1 0 0,-1 0 1 0 0,0 1-1 0 0,1-1 1 0 0,-1 0-1 0 0,0 0 1 0 0,1 1 0 0 0,-1-1-1 0 0,0 0 1 0 0,1 0-1 0 0,-1 0 1 0 0,0 1-1 0 0,1-1 1 0 0,-1 0-1 0 0,1 0 1 0 0,-1 0 0 0 0,1 0-1 0 0,-1 0 1 0 0,0 0-1 0 0,1 0 1 0 0,-1 0-1 0 0,1 0 1 0 0,14-4 39 0 0,-15 4-45 0 0,9-5 4 0 0,-1-1 1 0 0,0 0-1 0 0,0 0 0 0 0,0-1 1 0 0,-1 0-1 0 0,0 0 0 0 0,0-1 1 0 0,-1 1-1 0 0,7-12 1 0 0,-1 4-6 0 0,114-131-5 0 0,-99 118-38 0 0,2 1-1 0 0,61-44 1 0 0,-86 69 34 0 0,-1 0 0 0 0,0 0 0 0 0,1 0 0 0 0,-1 1 0 0 0,1-1 0 0 0,-1 1 0 0 0,1 0 1 0 0,0 0-1 0 0,0 0 0 0 0,-1 1 0 0 0,1-1 0 0 0,6 1 0 0 0,-8 0 8 0 0,0 0-1 0 0,0 1 1 0 0,0-1 0 0 0,0 1 0 0 0,0-1 0 0 0,0 1 0 0 0,0 0 0 0 0,0 0-1 0 0,0 0 1 0 0,-1 0 0 0 0,1 0 0 0 0,0 0 0 0 0,-1 0 0 0 0,1 0 0 0 0,-1 1-1 0 0,1-1 1 0 0,-1 1 0 0 0,0-1 0 0 0,1 1 0 0 0,-1-1 0 0 0,0 1-1 0 0,0 0 1 0 0,0 0 0 0 0,0-1 0 0 0,0 1 0 0 0,0 2 0 0 0,3 13 11 0 0,0-1 1 0 0,-1 1 0 0 0,-1 0 0 0 0,0-1-1 0 0,-1 1 1 0 0,-1 0 0 0 0,-3 23-1 0 0,1 18 4 0 0,2-40-22 0 0,-1-8 16 0 0,1 0 0 0 0,1 1-1 0 0,2 12 1 0 0,-3-20 1 0 0,1 0 0 0 0,0 0-1 0 0,0-1 1 0 0,0 1 0 0 0,0 0-1 0 0,1 0 1 0 0,-1-1 0 0 0,1 1 0 0 0,-1-1-1 0 0,1 1 1 0 0,0-1 0 0 0,0 0 0 0 0,0 0-1 0 0,0 0 1 0 0,3 2 0 0 0,-4-3-4 0 0,0 0 1 0 0,0 0-1 0 0,1-1 1 0 0,-1 1-1 0 0,0 0 1 0 0,0-1-1 0 0,0 1 1 0 0,1-1-1 0 0,-1 1 1 0 0,0-1-1 0 0,0 0 1 0 0,1 0-1 0 0,-1 1 1 0 0,0-1-1 0 0,1 0 1 0 0,0 0-1 0 0,2 0 5 0 0,5 1-3 0 0,0 1 1 0 0,0-2-1 0 0,0 1 0 0 0,0-1 1 0 0,1-1-1 0 0,-1 1 0 0 0,0-1 1 0 0,0-1-1 0 0,11-3 0 0 0,6-4 0 0 0,40-17-1 0 0,-63 24-4 0 0,20-8-12 0 0,-1-2 0 0 0,0 0-1 0 0,0-2 1 0 0,-2 0 0 0 0,0-1 0 0 0,0-1 0 0 0,-1-1 0 0 0,-1-1 0 0 0,-1 0-1 0 0,-1-2 1 0 0,0 1 0 0 0,-2-2 0 0 0,0 0 0 0 0,-1-1 0 0 0,-1 0 0 0 0,11-32-1 0 0,-17 36 0 0 0,0 0-1 0 0,4-23 0 0 0,-10 39 9 0 0,0 1 1 0 0,0 0-1 0 0,0-1 1 0 0,0 1-1 0 0,0-1 1 0 0,-1 1-1 0 0,1 0 1 0 0,0-1-1 0 0,0 1 1 0 0,-1 0-1 0 0,1 0 1 0 0,-1-1-1 0 0,-1-1 0 0 0,-2-11-78 0 0,0 15 52 0 0,-2 1 25 0 0,0 0-1 0 0,0 0 0 0 0,1 1 0 0 0,-1 0 0 0 0,1 0 0 0 0,-1 0 1 0 0,1 1-1 0 0,0-1 0 0 0,0 1 0 0 0,0 1 0 0 0,1-1 0 0 0,-1 1 1 0 0,1 0-1 0 0,0 0 0 0 0,1 0 0 0 0,-1 0 0 0 0,-4 9 1 0 0,-4 10 18 0 0,0 1 1 0 0,-14 46 0 0 0,23-64-7 0 0,1-1 0 0 0,1 2-1 0 0,-1-1 1 0 0,1 0 0 0 0,0 0 0 0 0,1 0 0 0 0,-1 0-1 0 0,2 1 1 0 0,-1-1 0 0 0,1 0 0 0 0,0 0 0 0 0,0 0-1 0 0,1 0 1 0 0,0 0 0 0 0,0 0 0 0 0,1 0 0 0 0,5 10-1 0 0,-3-9 10 0 0,0-1-1 0 0,1 0 0 0 0,-1 0 0 0 0,1 0 0 0 0,1-1 1 0 0,-1 0-1 0 0,1 0 0 0 0,0 0 0 0 0,1-1 1 0 0,-1 0-1 0 0,1-1 0 0 0,0 0 0 0 0,16 7 0 0 0,2-2-4 0 0,0-1 0 0 0,0-1-1 0 0,1-2 1 0 0,47 5-1 0 0,-55-9-671 0 0,0-1 1 0 0,36-5-1 0 0,-42 3-375 0 0,-1-1 0 0 0,1 0 1 0 0,-1-1-1 0 0,0 0 0 0 0,12-6 0 0 0,0-3-3895 0 0</inkml:trace>
  <inkml:trace contextRef="#ctx0" brushRef="#br0" timeOffset="1">193 706 1144 0 0,'-58'4'3017'0'0,"32"-1"-1126"0"0,0-1 0 0 0,-42-2 0 0 0,67 0-1844 0 0,1 0 1 0 0,-1 0-1 0 0,0 0 1 0 0,1-1-1 0 0,-1 1 0 0 0,0 0 1 0 0,1 0-1 0 0,-1 0 1 0 0,0 0-1 0 0,1-1 1 0 0,-1 1-1 0 0,0 0 1 0 0,1 0-1 0 0,-1-1 1 0 0,1 1-1 0 0,-1-1 1 0 0,1 1-1 0 0,-1 0 1 0 0,1-1-1 0 0,-1 1 1 0 0,1-1-1 0 0,-1 0 1 0 0,1 0-21 0 0,0 1-1 0 0,0-1 1 0 0,0 1 0 0 0,0-1 0 0 0,0 1 0 0 0,0-1 0 0 0,0 1 0 0 0,0-1-1 0 0,0 1 1 0 0,0-1 0 0 0,1 1 0 0 0,-1-1 0 0 0,0 1 0 0 0,0-1 0 0 0,1 1-1 0 0,-1-1 1 0 0,0 1 0 0 0,1-1 0 0 0,-1 1 0 0 0,0 0 0 0 0,1-1 0 0 0,27-19 389 0 0,-2 7-239 0 0,0 2 1 0 0,56-17-1 0 0,61-6-367 0 0,-92 23-45 0 0,282-59-5516 0 0,-247 53 1866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54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651 953 1920 0 0,'-4'1'1542'0'0,"-3"0"-1196"0"0,3 0 207 0 0,0 0 1 0 0,0 0-1 0 0,-1 0 1 0 0,1-1 0 0 0,0 1-1 0 0,-1-1 1 0 0,1 0-1 0 0,0-1 1 0 0,-1 1 0 0 0,1-1-1 0 0,0 1 1 0 0,-7-4-1 0 0,9 3-88 0 0,2-13 394 0 0,0 8-714 0 0,0 1 0 0 0,1 0 0 0 0,0 0 0 0 0,0-1 1 0 0,1 1-1 0 0,-1 0 0 0 0,1 0 0 0 0,0 0 0 0 0,4-5 0 0 0,26-38 281 0 0,-22 34-303 0 0,92-121 314 0 0,-51 72-332 0 0,43-73 1 0 0,-70 95-47 0 0,35-82 0 0 0,-49 98-43 0 0,-2-1-1 0 0,-1 0 1 0 0,-1 0-1 0 0,5-48 1 0 0,-8 55-51 0 0,-2 1-1 0 0,0 0 1 0 0,-2-1-1 0 0,0 1 1 0 0,-6-32-1 0 0,6 47-2 0 0,-2 5-4 0 0,1-1 35 0 0,-1 1 1 0 0,1-1-1 0 0,0 1 1 0 0,-1 0-1 0 0,1 0 1 0 0,0 0-1 0 0,0 1 1 0 0,0-1-1 0 0,1 0 1 0 0,-1 1-1 0 0,0-1 1 0 0,1 1 0 0 0,-2 4-1 0 0,-16 45-41 0 0,12-31 41 0 0,-22 80-43 0 0,-18 117-1 0 0,42-194 46 0 0,1-3 1 0 0,-173 911 77 0 0,83-393-222 0 0,89-518 154 0 0,1 1 1 0 0,2 0-1 0 0,0-1 0 0 0,1 1 1 0 0,4 40-1 0 0,-2-59 4 0 0,-1 0-1 0 0,1-1 0 0 0,0 1 0 0 0,0 0 1 0 0,0-1-1 0 0,0 1 0 0 0,1-1 0 0 0,-1 1 1 0 0,0-1-1 0 0,1 1 0 0 0,0-1 0 0 0,0 0 1 0 0,0 0-1 0 0,0 0 0 0 0,0 0 0 0 0,3 2 1 0 0,-1-1 2 0 0,0-1 0 0 0,1 1 1 0 0,0-1-1 0 0,-1 0 0 0 0,1 0 1 0 0,0 0-1 0 0,0-1 0 0 0,7 1 1 0 0,1 0-2 0 0,1-1 1 0 0,0 0 0 0 0,-1-1 0 0 0,1-1-1 0 0,24-3 1 0 0,-32 3-3 0 0,0-1 0 0 0,0 1-1 0 0,0-1 1 0 0,-1 0 0 0 0,1 0 0 0 0,-1-1-1 0 0,0 1 1 0 0,1-1 0 0 0,-1-1-1 0 0,0 1 1 0 0,-1-1 0 0 0,1 1 0 0 0,-1-1-1 0 0,1-1 1 0 0,-1 1 0 0 0,5-8 0 0 0,-6 6 0 0 0,1 0 1 0 0,-1 0-1 0 0,-1 0 0 0 0,1 0 1 0 0,-1 0-1 0 0,0-1 1 0 0,-1 1-1 0 0,0-1 1 0 0,0 0-1 0 0,0 1 0 0 0,-1-1 1 0 0,1 0-1 0 0,-2 0 1 0 0,-1-11-1 0 0,-1 0 1 0 0,-1 0 0 0 0,-1 0 0 0 0,-1 0 0 0 0,-1 0 0 0 0,0 1-1 0 0,-1 0 1 0 0,-1 1 0 0 0,-13-19 0 0 0,1 5 19 0 0,-1 1 0 0 0,-2 1 0 0 0,-33-31-1 0 0,15 22 184 0 0,-2 1-1 0 0,-1 3 0 0 0,-2 1 0 0 0,-60-29 0 0 0,-211-84 485 0 0,307 141-708 0 0,2-1-1 0 0,-1 1 1 0 0,0-2 0 0 0,1 1-1 0 0,-11-10 1 0 0,19 14 7 0 0,1 1 1 0 0,0-1-1 0 0,-1 1 1 0 0,1-1-1 0 0,0 1 1 0 0,0-1-1 0 0,-1 1 1 0 0,1-1-1 0 0,0 1 1 0 0,0-1-1 0 0,0 0 1 0 0,0 1-1 0 0,0-1 1 0 0,0 1-1 0 0,0-1 1 0 0,0 1-1 0 0,0-1 1 0 0,0 0-1 0 0,0 1 1 0 0,0-1-1 0 0,0 1 1 0 0,0-1-1 0 0,0 1 1 0 0,1-1-1 0 0,-1 0 1 0 0,0 1-1 0 0,0-1 1 0 0,1 0-1 0 0,8-12-180 0 0,1 3-18 0 0,0 0 1 0 0,1 2-1 0 0,0-1 0 0 0,0 1 1 0 0,1 1-1 0 0,12-7 1 0 0,80-32-874 0 0,-67 31 717 0 0,390-131-3397 0 0,-59 24 1226 0 0,-340 110 2698 0 0,0 0 0 0 0,38-24 1 0 0,-53 27 267 0 0,0 0 0 0 0,-1 0 1 0 0,0-2-1 0 0,0 0 0 0 0,-1 0 0 0 0,13-17 1 0 0,-11 6 637 0 0,-15 17-635 0 0,-8 7-340 0 0,6 1-76 0 0,0 0-1 0 0,1 0 1 0 0,-1 0-1 0 0,1 0 1 0 0,-1 1-1 0 0,1-1 1 0 0,0 1-1 0 0,-4 7 0 0 0,-2 2 48 0 0,-26 31 180 0 0,-31 50 0 0 0,56-79-224 0 0,1 1 0 0 0,1 1 0 0 0,0-1 0 0 0,1 1 0 0 0,1 0 0 0 0,1 1 0 0 0,-4 25 0 0 0,8-40-15 0 0,1 0 1 0 0,-1 1-1 0 0,1-1 1 0 0,0 0-1 0 0,0 1 1 0 0,1-1 0 0 0,-1 1-1 0 0,1-1 1 0 0,-1 0-1 0 0,1 0 1 0 0,0 1-1 0 0,1-1 1 0 0,-1 0 0 0 0,0 0-1 0 0,1 0 1 0 0,0 0-1 0 0,2 4 1 0 0,0-4 0 0 0,-1 0 1 0 0,0 0 0 0 0,0 0-1 0 0,1 0 1 0 0,0-1 0 0 0,-1 0-1 0 0,1 1 1 0 0,0-1 0 0 0,0-1-1 0 0,0 1 1 0 0,9 2 0 0 0,0-2 4 0 0,0 0 0 0 0,0 0 1 0 0,0-1-1 0 0,1-1 0 0 0,-1 0 1 0 0,0-1-1 0 0,26-5 0 0 0,-26 4-8 0 0,0-1 0 0 0,0-1 0 0 0,-1 0 0 0 0,0-1 0 0 0,0 0 0 0 0,0-1 0 0 0,0 0 0 0 0,-1-1 0 0 0,0 0 0 0 0,0-1 0 0 0,-1 0 0 0 0,0-1 0 0 0,0 0 0 0 0,-1 0 0 0 0,-1-1-1 0 0,1 0 1 0 0,-1-1 0 0 0,-1 0 0 0 0,0 0 0 0 0,-1-1 0 0 0,0 0 0 0 0,-1 0 0 0 0,0 0 0 0 0,0 0 0 0 0,4-25 0 0 0,-7 24-3 0 0,0 0 0 0 0,-1 0-1 0 0,-1 0 1 0 0,1 0 0 0 0,-2 0 0 0 0,0 1 0 0 0,-1-1-1 0 0,0 0 1 0 0,-1 0 0 0 0,0 1 0 0 0,-7-18 0 0 0,7 24-7 0 0,1 1 1 0 0,-1-1-1 0 0,0 1 1 0 0,0 0-1 0 0,0 0 1 0 0,-1 0-1 0 0,0 0 1 0 0,0 1 0 0 0,0-1-1 0 0,-1 1 1 0 0,1 0-1 0 0,-1 0 1 0 0,0 1-1 0 0,0-1 1 0 0,0 1-1 0 0,-1 0 1 0 0,1 1 0 0 0,-1-1-1 0 0,1 1 1 0 0,-1 0-1 0 0,0 1 1 0 0,0-1-1 0 0,0 1 1 0 0,0 0 0 0 0,0 0-1 0 0,-7 1 1 0 0,1 1-6 0 0,0 0 1 0 0,-1 1 0 0 0,1 0 0 0 0,0 1 0 0 0,0 0 0 0 0,1 1-1 0 0,-1 1 1 0 0,1 0 0 0 0,0 0 0 0 0,-20 13 0 0 0,14-6-5 0 0,0 0 0 0 0,1 1 1 0 0,1 1-1 0 0,0 1 0 0 0,-22 26 1 0 0,33-36 8 0 0,0 1 0 0 0,0-1 0 0 0,1 1 0 0 0,0-1 0 0 0,0 1 0 0 0,1 0 0 0 0,-1 0 0 0 0,1 0 0 0 0,0 1 0 0 0,1-1 0 0 0,0 0 0 0 0,0 1 0 0 0,-1 12 1 0 0,3-15 3 0 0,-1 0 0 0 0,1 0 0 0 0,0 0 0 0 0,0 0 0 0 0,0 0 0 0 0,0 0 1 0 0,1-1-1 0 0,-1 1 0 0 0,1 0 0 0 0,0-1 0 0 0,0 1 0 0 0,1-1 1 0 0,-1 0-1 0 0,1 1 0 0 0,-1-1 0 0 0,1 0 0 0 0,0-1 0 0 0,0 1 1 0 0,0 0-1 0 0,1-1 0 0 0,-1 0 0 0 0,1 0 0 0 0,3 2 0 0 0,7 2-3 0 0,-1 0-1 0 0,1-1 0 0 0,0-1 0 0 0,0-1 1 0 0,0 0-1 0 0,0 0 0 0 0,1-1 1 0 0,-1-1-1 0 0,24-1 0 0 0,12-4-34 0 0,70-14-1 0 0,-78 10-7 0 0,-1-2 0 0 0,0-1-1 0 0,-1-3 1 0 0,0-1 0 0 0,-1-2-1 0 0,64-38 1 0 0,-74 36 22 0 0,0-2 0 0 0,-1 0-1 0 0,-2-2 1 0 0,0-1 0 0 0,-1-1 0 0 0,-2-1 0 0 0,0-1-1 0 0,29-48 1 0 0,-28 34 125 0 0,-2-1-1 0 0,-2-1 0 0 0,-2 0 0 0 0,23-83 1 0 0,-39 117-35 0 0,0 0 0 0 0,-1 0 1 0 0,1 0-1 0 0,-2 0 0 0 0,1 0 1 0 0,-2 0-1 0 0,-1-15 0 0 0,2 24-67 0 0,0 0 0 0 0,0-1 0 0 0,0 1 0 0 0,0-1 1 0 0,0 1-1 0 0,0 0 0 0 0,-1-1 0 0 0,1 1 0 0 0,0 0 0 0 0,0-1 0 0 0,0 1 0 0 0,-1-1 0 0 0,1 1 0 0 0,0 0 0 0 0,0-1 0 0 0,-1 1 0 0 0,1 0 0 0 0,0 0 0 0 0,-1-1 0 0 0,1 1 0 0 0,0 0 0 0 0,-1 0 0 0 0,1 0 0 0 0,0-1 0 0 0,-1 1 0 0 0,1 0 0 0 0,-1 0 0 0 0,1 0 0 0 0,0 0 0 0 0,-1 0 1 0 0,1 0-1 0 0,-1 0 0 0 0,1 0 0 0 0,-1 0 0 0 0,1 0 0 0 0,0 0 0 0 0,-1 0 0 0 0,-13 5 26 0 0,13-5-26 0 0,-5 3 2 0 0,1 1 0 0 0,-1 0 0 0 0,1 0 1 0 0,0 0-1 0 0,0 0 0 0 0,0 1 0 0 0,-5 6 0 0 0,-29 41 60 0 0,27-35-35 0 0,-165 254 689 0 0,140-204-580 0 0,3 3 1 0 0,-31 86-1 0 0,55-128-95 0 0,1 1 0 0 0,2 0 0 0 0,-6 52 0 0 0,11-70-23 0 0,2-1 0 0 0,-1 1 0 0 0,2 0 0 0 0,-1-1 0 0 0,1 1 0 0 0,1-1 1 0 0,0 1-1 0 0,1-1 0 0 0,0 0 0 0 0,0 0 0 0 0,1 0 0 0 0,0 0 1 0 0,1-1-1 0 0,5 10 0 0 0,-6-14-8 0 0,-1-1 1 0 0,1 1 0 0 0,0-1-1 0 0,1 0 1 0 0,-1 0-1 0 0,1 0 1 0 0,-1-1 0 0 0,1 0-1 0 0,0 0 1 0 0,1 0 0 0 0,-1 0-1 0 0,9 2 1 0 0,-5-2-1 0 0,0-1 0 0 0,1 0 1 0 0,0 0-1 0 0,-1-1 0 0 0,1 0 1 0 0,0-1-1 0 0,9-1 1 0 0,6-2-34 0 0,0-1 1 0 0,0-1 0 0 0,0-1 0 0 0,46-19 0 0 0,-28 6-207 0 0,-1-1 1 0 0,-1-2-1 0 0,-1-3 1 0 0,-1 0-1 0 0,-1-3 0 0 0,-1-1 1 0 0,-2-2-1 0 0,50-55 1 0 0,-48 43 156 0 0,-2-1 0 0 0,-3-2 0 0 0,-1-2 0 0 0,-2-1 0 0 0,-2-1 0 0 0,35-94 0 0 0,-57 129 222 0 0,0 0 0 0 0,-1-1 0 0 0,0 0 0 0 0,-2 0 0 0 0,2-22 0 0 0,-8 19-19 0 0,4 16-85 0 0,-13 5 2 0 0,12-2-47 0 0,0 0-1 0 0,0 0 1 0 0,-1 0-1 0 0,1 0 1 0 0,0 1-1 0 0,0-1 1 0 0,0 0 0 0 0,-1 1-1 0 0,1-1 1 0 0,0 1-1 0 0,0-1 1 0 0,0 1 0 0 0,0 0-1 0 0,0-1 1 0 0,0 1-1 0 0,0 0 1 0 0,0 0-1 0 0,-1 1 1 0 0,-20 22 82 0 0,1 0-1 0 0,-32 49 1 0 0,-26 63 202 0 0,63-108-246 0 0,-99 200 227 0 0,100-193-226 0 0,2 0 0 0 0,2 0 0 0 0,1 2 0 0 0,-9 66 0 0 0,18-89-34 0 0,0 0 1 0 0,1 0 0 0 0,1-1-1 0 0,0 1 1 0 0,1 0-1 0 0,0 0 1 0 0,1-1 0 0 0,1 0-1 0 0,9 26 1 0 0,-9-31-80 0 0,0-1 0 0 0,0 0 1 0 0,0 0-1 0 0,1 0 0 0 0,0-1 1 0 0,0 0-1 0 0,0 1 0 0 0,1-2 1 0 0,0 1-1 0 0,0-1 0 0 0,1 0 1 0 0,-1 0-1 0 0,1-1 0 0 0,0 1 0 0 0,0-2 1 0 0,1 1-1 0 0,-1-1 0 0 0,10 3 1 0 0,-5-3-209 0 0,1 0 1 0 0,-1-1 0 0 0,1 0 0 0 0,-1-1 0 0 0,1-1-1 0 0,-1 0 1 0 0,1 0 0 0 0,0-1 0 0 0,-1-1-1 0 0,14-3 1 0 0,-9 0-102 0 0,1-1-1 0 0,-2 0 0 0 0,1-1 0 0 0,-1-1 1 0 0,0 0-1 0 0,21-16 0 0 0,-8 2 386 0 0,-2-1 0 0 0,-1-1 0 0 0,-1-1 0 0 0,-1-1 0 0 0,-1-1 0 0 0,32-50 1 0 0,-41 55 1413 0 0,23-49 0 0 0,-35 63-741 0 0,-4 7-235 0 0,-11 14-47 0 0,-16 27-22 0 0,2 4-50 0 0,6-9-121 0 0,-24 52-1 0 0,40-76-173 0 0,1 1-1 0 0,0 0 1 0 0,0 0 0 0 0,2 0-1 0 0,-1 0 1 0 0,1 1 0 0 0,1-1-1 0 0,1 24 1 0 0,0-33-19 0 0,0 1 0 0 0,1-1-1 0 0,0 0 1 0 0,-1 0 0 0 0,1-1 0 0 0,0 1 0 0 0,1 0-1 0 0,-1 0 1 0 0,0 0 0 0 0,1-1 0 0 0,-1 1 0 0 0,1-1-1 0 0,0 1 1 0 0,0-1 0 0 0,0 1 0 0 0,0-1 0 0 0,1 0-1 0 0,-1 0 1 0 0,0 0 0 0 0,1-1 0 0 0,0 1 0 0 0,-1 0-1 0 0,1-1 1 0 0,0 0 0 0 0,0 0 0 0 0,0 1 0 0 0,-1-2-1 0 0,1 1 1 0 0,0 0 0 0 0,0-1 0 0 0,0 1 0 0 0,4-1-1 0 0,2 1 7 0 0,1-1 0 0 0,-1 0-1 0 0,0 0 1 0 0,0-1 0 0 0,1 0-1 0 0,-1 0 1 0 0,0-1-1 0 0,0-1 1 0 0,12-4 0 0 0,-5-1-28 0 0,-1 0 0 0 0,0-1 0 0 0,0-1 0 0 0,-1-1 0 0 0,0 1 0 0 0,-1-2 0 0 0,0 0 0 0 0,-1-1 0 0 0,0 0 0 0 0,-1-1 0 0 0,-1 0 0 0 0,14-25 0 0 0,-15 24-4 0 0,-1-1 0 0 0,0 0 0 0 0,-2-1 0 0 0,0 0 0 0 0,-1 0 0 0 0,0 0 0 0 0,-2 0 0 0 0,0-1 0 0 0,-1 1 0 0 0,0-1 0 0 0,-2 0 0 0 0,-2-25 0 0 0,2 37 17 0 0,-1 1-1 0 0,0 0 1 0 0,0-1-1 0 0,0 1 1 0 0,0 0-1 0 0,-1 0 0 0 0,0 0 1 0 0,0 0-1 0 0,-1 0 1 0 0,0 0-1 0 0,1 1 1 0 0,-1-1-1 0 0,-1 1 1 0 0,1 0-1 0 0,-1 0 0 0 0,1 0 1 0 0,-8-5-1 0 0,8 7-3 0 0,0 1 0 0 0,0 0 1 0 0,1 1-1 0 0,-1-1 0 0 0,0 0 0 0 0,0 1 0 0 0,-1 0 0 0 0,1-1 0 0 0,0 1 0 0 0,0 1 0 0 0,0-1 0 0 0,0 0 0 0 0,0 1 0 0 0,0-1 0 0 0,0 1 0 0 0,0 0 0 0 0,-4 2 0 0 0,-6 2-16 0 0,1 0-1 0 0,-16 10 1 0 0,13-7 18 0 0,1 2-1 0 0,0 0 1 0 0,1 1 0 0 0,1 0 0 0 0,-1 1 0 0 0,-19 25-1 0 0,27-31 8 0 0,0 1 0 0 0,0-1 1 0 0,1 1-1 0 0,0 0 0 0 0,1 1 0 0 0,-1-1 0 0 0,1 1 0 0 0,0-1 0 0 0,1 1 0 0 0,0 0 0 0 0,0 0 0 0 0,1 0 0 0 0,0 0 0 0 0,1 0 0 0 0,-1 0 0 0 0,2 12 0 0 0,1-15-4 0 0,-1 1 0 0 0,1-1 0 0 0,0 1 0 0 0,1-1 0 0 0,-1 0 0 0 0,1 0 0 0 0,0 0 0 0 0,0 0 0 0 0,1-1 0 0 0,-1 1 0 0 0,1-1 0 0 0,0 0 0 0 0,0 0 0 0 0,1 0 0 0 0,-1-1-1 0 0,1 1 1 0 0,0-1 0 0 0,0 0 0 0 0,0-1 0 0 0,0 1 0 0 0,8 2 0 0 0,8 3-137 0 0,0-1-1 0 0,1-1 0 0 0,-1-1 1 0 0,26 2-1 0 0,-12-2-246 0 0,0-2 0 0 0,1-2 0 0 0,-1-1 0 0 0,0-2 0 0 0,0-1 0 0 0,1-1 0 0 0,44-13 0 0 0,-59 11 194 0 0,-1-1 0 0 0,0-1 1 0 0,-1-1-1 0 0,1-1 0 0 0,28-19 1 0 0,-35 20 251 0 0,-1-1 0 0 0,0 0 0 0 0,-1-1 0 0 0,0 0 0 0 0,0-1 0 0 0,-1 0 0 0 0,-1-1 0 0 0,11-18 0 0 0,-12 16 533 0 0,0 0 0 0 0,-1 0 0 0 0,-1 0 0 0 0,-1-1 0 0 0,6-29 0 0 0,-10 43-452 0 0,-3 2-138 0 0,1 0 0 0 0,0 1 1 0 0,-1-1-1 0 0,1 1 0 0 0,0-1 0 0 0,0 1 0 0 0,-1 0 1 0 0,1-1-1 0 0,0 1 0 0 0,0 0 0 0 0,0 0 0 0 0,0 0 0 0 0,0 0 1 0 0,0 0-1 0 0,0 0 0 0 0,0 0 0 0 0,-1 2 0 0 0,-14 23 33 0 0,12-20-16 0 0,-18 33 84 0 0,-28 69 1 0 0,41-85-79 0 0,1 1 1 0 0,2 0-1 0 0,0 0 1 0 0,-4 39-1 0 0,10-60-11 0 0,0 0-1 0 0,0 0 1 0 0,0 0 0 0 0,0 1-1 0 0,0-1 1 0 0,1 0-1 0 0,-1 0 1 0 0,1 0-1 0 0,0 0 1 0 0,0 0-1 0 0,0 0 1 0 0,0 0 0 0 0,0 0-1 0 0,1 0 1 0 0,-1 0-1 0 0,1-1 1 0 0,0 1-1 0 0,0-1 1 0 0,0 1 0 0 0,0-1-1 0 0,0 0 1 0 0,1 1-1 0 0,2 1 1 0 0,-3-4-11 0 0,0 1-1 0 0,0 0 1 0 0,0-1 0 0 0,0 1 0 0 0,1-1 0 0 0,-1 1 0 0 0,0-1 0 0 0,0 0 0 0 0,0 0 0 0 0,1 0-1 0 0,-1 0 1 0 0,0-1 0 0 0,0 1 0 0 0,0-1 0 0 0,0 1 0 0 0,0-1 0 0 0,4-1 0 0 0,34-17 45 0 0,-14 1-91 0 0,0 0 1 0 0,-2-2 0 0 0,0-1-1 0 0,34-39 1 0 0,-15 8-32 0 0,40-64 0 0 0,-77 107 80 0 0,-4 5-4 0 0,1-1-1 0 0,0 1 1 0 0,0 0 0 0 0,1 0 0 0 0,4-4-1 0 0,-2-3-83 0 0,-6 11 69 0 0,0-1 0 0 0,0 0 0 0 0,0 1 0 0 0,0-1 0 0 0,0 1 0 0 0,1-1 0 0 0,-1 1 0 0 0,0-1 0 0 0,0 1 0 0 0,1-1 0 0 0,-1 1 0 0 0,0-1 0 0 0,1 1 0 0 0,-1-1 1 0 0,1 1-1 0 0,-1-1 0 0 0,1 1 0 0 0,-1 0 0 0 0,0-1 0 0 0,1 1 0 0 0,-1 0 0 0 0,1-1 0 0 0,0 1 0 0 0,-1 0 0 0 0,1 0 0 0 0,0-1 0 0 0,-1 17-67 0 0,-1-4 69 0 0,0-1-1 0 0,-1 0 1 0 0,0 0 0 0 0,-5 16 0 0 0,-3 12 49 0 0,10-38-42 0 0,-4 17 20 0 0,-1 36 0 0 0,5-48 3 0 0,1 0-1 0 0,-1 0 0 0 0,1 0 1 0 0,0 0-1 0 0,0 0 0 0 0,0 0 1 0 0,1-1-1 0 0,0 1 1 0 0,0 0-1 0 0,6 9 0 0 0,-7-13-8 0 0,1 1 0 0 0,-1-1 0 0 0,1 0 0 0 0,0 0 0 0 0,-1 0 0 0 0,1 0 0 0 0,0-1 0 0 0,0 1 0 0 0,0 0 0 0 0,1-1 0 0 0,-1 1 0 0 0,0-1-1 0 0,0 0 1 0 0,1 0 0 0 0,-1 0 0 0 0,1 0 0 0 0,-1 0 0 0 0,5 0 0 0 0,0 0 0 0 0,1-1 0 0 0,-1 0-1 0 0,1 0 1 0 0,-1-1 0 0 0,1 0 0 0 0,-1 0 0 0 0,0 0-1 0 0,1-1 1 0 0,-1-1 0 0 0,0 1 0 0 0,0-1 0 0 0,-1 0-1 0 0,1-1 1 0 0,0 1 0 0 0,-1-1 0 0 0,0 0 0 0 0,0-1-1 0 0,0 0 1 0 0,7-7 0 0 0,1-3-13 0 0,0 0 0 0 0,0-1 0 0 0,-1-1 0 0 0,-2 0 0 0 0,1 0 0 0 0,8-21 0 0 0,-10 16 5 0 0,0 0 0 0 0,-2-1 0 0 0,8-33 1 0 0,-13 42-27 0 0,0 0 1 0 0,-1 1 0 0 0,-1-1-1 0 0,0 0 1 0 0,-1 0-1 0 0,0 0 1 0 0,-4-18 0 0 0,4 30-3 0 0,-1-1 0 0 0,0 1 1 0 0,1 0-1 0 0,-1-1 0 0 0,0 1 1 0 0,-1 0-1 0 0,1 0 0 0 0,0 0 1 0 0,-3-4-1 0 0,3 5-24 0 0,-3 2-44 0 0,2-1 73 0 0,0 1 0 0 0,0 0 0 0 0,0 0 1 0 0,0 0-1 0 0,0 0 0 0 0,1 0 0 0 0,-1 0 0 0 0,0 0 0 0 0,0 0 0 0 0,1 1 0 0 0,-1-1 1 0 0,1 1-1 0 0,-1-1 0 0 0,1 1 0 0 0,0 0 0 0 0,-1 0 0 0 0,1-1 0 0 0,0 1 0 0 0,0 0 1 0 0,0 0-1 0 0,1 0 0 0 0,-2 4 0 0 0,1-2-34 0 0,1-1 1 0 0,0 1-1 0 0,0-1 1 0 0,0 1-1 0 0,1 0 1 0 0,-1-1-1 0 0,1 1 1 0 0,0-1-1 0 0,0 0 1 0 0,0 1-1 0 0,0-1 0 0 0,1 0 1 0 0,-1 0-1 0 0,1 1 1 0 0,0-1-1 0 0,3 3 1 0 0,-1-1-56 0 0,0 0 1 0 0,1-1-1 0 0,0 0 0 0 0,0 0 1 0 0,0 0-1 0 0,0-1 1 0 0,1 1-1 0 0,9 3 1 0 0,0 0-165 0 0,1-2 0 0 0,0 0 1 0 0,1-1-1 0 0,-1 0 1 0 0,1-1-1 0 0,22 0 1 0 0,-23-2 81 0 0,-1-1 0 0 0,1 0 1 0 0,0-2-1 0 0,-1 0 0 0 0,20-5 1 0 0,-28 6 252 0 0,-1-1 1 0 0,0-1 0 0 0,0 1 0 0 0,1-1 0 0 0,-1 0 0 0 0,-1 0-1 0 0,1-1 1 0 0,0 0 0 0 0,-1 0 0 0 0,0 0 0 0 0,0-1 0 0 0,0 0-1 0 0,-1 1 1 0 0,1-2 0 0 0,4-6 0 0 0,-1-2 1083 0 0,-1-1 1 0 0,9-23-1 0 0,-9 19 173 0 0,-6 17-1112 0 0,-1-6 32 0 0,0 9-144 0 0,-5 17-78 0 0,-4 3-14 0 0,-56 132 77 0 0,54-125-51 0 0,2 2 0 0 0,1-1 1 0 0,-6 44-1 0 0,13-66-80 0 0,1 0-1 0 0,-1 0 1 0 0,1 0 0 0 0,1 0 0 0 0,-1 0-1 0 0,1 0 1 0 0,0 0 0 0 0,3 11-1 0 0,-2-15-156 0 0,-1 0 0 0 0,0 0 0 0 0,1 0 0 0 0,0 0 0 0 0,0-1 0 0 0,0 1 0 0 0,0 0 0 0 0,0-1 0 0 0,0 1-1 0 0,1-1 1 0 0,-1 0 0 0 0,1 0 0 0 0,-1 0 0 0 0,1 0 0 0 0,0 0 0 0 0,0-1 0 0 0,0 1 0 0 0,0-1 0 0 0,5 2-1 0 0,-4-2-304 0 0,-1 0-1 0 0,1-1 0 0 0,-1 0 0 0 0,1 1 0 0 0,-1-1 0 0 0,0 0 0 0 0,1-1 0 0 0,-1 1 1 0 0,1-1-1 0 0,-1 1 0 0 0,7-3 0 0 0,7-5-2957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5:55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212 810 2320 0 0,'12'-24'2940'0'0,"-9"15"-1629"0"0,1 1-1 0 0,0 1 0 0 0,1-1 0 0 0,10-14 1 0 0,-15 22-1291 0 0,1 0 1 0 0,0 0 0 0 0,-1-1 0 0 0,1 1-1 0 0,-1 0 1 0 0,1 0 0 0 0,-1 0-1 0 0,1 0 1 0 0,0 0 0 0 0,-1 0 0 0 0,1 0-1 0 0,-1 0 1 0 0,1 0 0 0 0,0 0-1 0 0,-1 0 1 0 0,1 0 0 0 0,-1 0-1 0 0,1 0 1 0 0,0 1 0 0 0,-1-1 0 0 0,1 0-1 0 0,-1 0 1 0 0,1 1 0 0 0,-1-1-1 0 0,1 0 1 0 0,-1 1 0 0 0,1-1 0 0 0,-1 0-1 0 0,1 1 1 0 0,-1-1 0 0 0,0 1-1 0 0,1-1 1 0 0,-1 1 0 0 0,0-1-1 0 0,1 1 1 0 0,11 20 631 0 0,-7 0-414 0 0,-2 0 0 0 0,-1 0 0 0 0,0 0 1 0 0,-2 0-1 0 0,0 1 0 0 0,-2-1 0 0 0,0 0 0 0 0,-1 0 0 0 0,-9 28 0 0 0,8-35-168 0 0,1-3-10 0 0,0-1 1 0 0,0 0-1 0 0,-1 0 0 0 0,0-1 0 0 0,-1 1 0 0 0,0-1 0 0 0,-1 0 0 0 0,1 0 0 0 0,-2-1 0 0 0,1 0 0 0 0,-15 14 0 0 0,19-20-38 0 0,-1 0 0 0 0,1 0-1 0 0,0 0 1 0 0,-1-1-1 0 0,0 1 1 0 0,1-1-1 0 0,-1 1 1 0 0,0-1 0 0 0,0 0-1 0 0,0 0 1 0 0,0 0-1 0 0,0-1 1 0 0,0 1-1 0 0,0-1 1 0 0,0 1-1 0 0,0-1 1 0 0,-5 0 0 0 0,7-1-19 0 0,0 1 0 0 0,0-1 1 0 0,0 1-1 0 0,0-1 1 0 0,0 1-1 0 0,0-1 1 0 0,0 0-1 0 0,0 0 1 0 0,1 1-1 0 0,-1-1 0 0 0,0 0 1 0 0,1 0-1 0 0,-1 0 1 0 0,0 0-1 0 0,1 1 1 0 0,-1-1-1 0 0,1 0 1 0 0,-1 0-1 0 0,1 0 0 0 0,0 0 1 0 0,-1-1-1 0 0,1 1 1 0 0,0-1-1 0 0,-4-26 17 0 0,6 16-33 0 0,1 0 0 0 0,0-1 0 0 0,0 1 1 0 0,2 1-1 0 0,-1-1 0 0 0,1 0 0 0 0,1 1 1 0 0,0 0-1 0 0,0 1 0 0 0,1-1 0 0 0,1 1 1 0 0,0 1-1 0 0,0-1 0 0 0,1 1 1 0 0,12-10-1 0 0,8-5-17 0 0,1 2 0 0 0,1 0 1 0 0,61-30-1 0 0,-71 41 7 0 0,1 1 0 0 0,0 1 1 0 0,0 2-1 0 0,1 0 0 0 0,0 1 1 0 0,31-4-1 0 0,-44 9 7 0 0,1 0-1 0 0,-1 1 1 0 0,1 1 0 0 0,-1 0 0 0 0,0 0-1 0 0,1 1 1 0 0,13 3 0 0 0,-18-2 11 0 0,0-1 0 0 0,0 1-1 0 0,0 0 1 0 0,0 0 0 0 0,0 1 0 0 0,0-1 0 0 0,-1 1 0 0 0,1 1-1 0 0,-1-1 1 0 0,-1 1 0 0 0,1 0 0 0 0,5 7 0 0 0,-6-7 12 0 0,-1 0 1 0 0,0 0-1 0 0,-1 0 1 0 0,1 1-1 0 0,-1-1 1 0 0,0 1-1 0 0,0 0 0 0 0,-1 0 1 0 0,0-1-1 0 0,0 1 1 0 0,0 0-1 0 0,-1 0 1 0 0,0 0-1 0 0,0 0 1 0 0,0 0-1 0 0,-1 0 0 0 0,0 0 1 0 0,0 0-1 0 0,-2 7 1 0 0,-5 11-22 0 0,0-1 1 0 0,-2 0-1 0 0,-17 30 1 0 0,3-5-608 0 0,23-46 492 0 0,0 0 1 0 0,0 0 0 0 0,0 0-1 0 0,1-1 1 0 0,-1 2-1 0 0,0-1 1 0 0,1 0 0 0 0,0 0-1 0 0,-1 0 1 0 0,1 0-1 0 0,0 0 1 0 0,0 0 0 0 0,0 0-1 0 0,0 0 1 0 0,1 4 0 0 0,0-4 38 0 0,0-1 1 0 0,0 1-1 0 0,0-1 1 0 0,1 1 0 0 0,-1-1-1 0 0,0 0 1 0 0,0 1 0 0 0,1-1-1 0 0,-1 0 1 0 0,1 0 0 0 0,-1 0-1 0 0,1 0 1 0 0,0 0 0 0 0,-1 0-1 0 0,1 0 1 0 0,0-1 0 0 0,3 2-1 0 0,13 2-753 0 0,-1-1 0 0 0,1 0 0 0 0,0-1-1 0 0,0-1 1 0 0,0-1 0 0 0,0 0 0 0 0,20-4-1 0 0,9 0-2010 0 0</inkml:trace>
  <inkml:trace contextRef="#ctx0" brushRef="#br0" timeOffset="1">1610 862 1596 0 0,'21'-20'2070'0'0,"-1"0"0"0"0,20-27 0 0 0,-33 38-1396 0 0,-1 0 0 0 0,0-1 0 0 0,0 0 0 0 0,-1 0 0 0 0,0-1 0 0 0,-1 1 0 0 0,0-1-1 0 0,3-12 1 0 0,-7 22-628 0 0,0 0-1 0 0,0 0 1 0 0,0 0 0 0 0,0 0-1 0 0,0 0 1 0 0,0 1-1 0 0,0-1 1 0 0,0 0-1 0 0,0 0 1 0 0,-1 0 0 0 0,1 0-1 0 0,0 0 1 0 0,-1 0-1 0 0,1 1 1 0 0,-1-1 0 0 0,0-1-1 0 0,0 0 69 0 0,1 1-90 0 0,-1 1 1 0 0,1-1-1 0 0,-1 0 1 0 0,1 1-1 0 0,-1-1 0 0 0,1 0 1 0 0,-1 1-1 0 0,1-1 1 0 0,-1 1-1 0 0,0-1 1 0 0,1 1-1 0 0,-1-1 0 0 0,0 1 1 0 0,1-1-1 0 0,-1 1 1 0 0,0 0-1 0 0,1 0 0 0 0,-1-1 1 0 0,0 1-1 0 0,0 0 1 0 0,0 0-1 0 0,0 0 0 0 0,-8-1 176 0 0,-5 4-124 0 0,1 0 1 0 0,-1 2-1 0 0,1-1 1 0 0,0 2-1 0 0,0 0 1 0 0,0 0-1 0 0,-16 12 1 0 0,-87 66 190 0 0,108-78-250 0 0,-25 21 57 0 0,-40 41 1 0 0,59-53-41 0 0,1-1 1 0 0,1 2-1 0 0,1 0 1 0 0,0 0-1 0 0,-11 23 0 0 0,20-35-13 0 0,0 1 0 0 0,0-1 0 0 0,1 1 0 0 0,-1 0 0 0 0,1 0 1 0 0,0 0-1 0 0,1 0 0 0 0,-1 8 0 0 0,1-11-5 0 0,0 1-1 0 0,0 0 1 0 0,1-1 0 0 0,-1 1 0 0 0,1 0 0 0 0,0-1 0 0 0,0 1-1 0 0,0 0 1 0 0,0-1 0 0 0,0 1 0 0 0,1-1 0 0 0,-1 0 0 0 0,1 1-1 0 0,-1-1 1 0 0,1 0 0 0 0,2 2 0 0 0,-2-2-4 0 0,1-1 1 0 0,-1 1-1 0 0,1-1 1 0 0,-1 0-1 0 0,1 1 0 0 0,-1-1 1 0 0,1-1-1 0 0,0 1 1 0 0,0 0-1 0 0,-1-1 0 0 0,6 1 1 0 0,29 0 69 0 0,-26-3-70 0 0,0 0 1 0 0,0 0-1 0 0,0-1 1 0 0,0-1-1 0 0,0 0 1 0 0,-1 0-1 0 0,15-8 1 0 0,64-48 8 0 0,-51 33-13 0 0,65-41-170 0 0,-102 68 152 0 0,0-1 1 0 0,0 0-1 0 0,0 0 0 0 0,1 1 1 0 0,-1-1-1 0 0,0 1 0 0 0,0-1 1 0 0,1 1-1 0 0,-1-1 0 0 0,0 1 1 0 0,1 0-1 0 0,-1-1 1 0 0,0 1-1 0 0,1 0 0 0 0,-1 0 1 0 0,1 0-1 0 0,-1 0 0 0 0,0 1 1 0 0,1-1-1 0 0,-1 0 0 0 0,0 0 1 0 0,1 1-1 0 0,-1-1 0 0 0,1 1 1 0 0,0 1 3 0 0,-1-1 1 0 0,1 0-1 0 0,-1 1 1 0 0,1-1-1 0 0,-1 1 1 0 0,0-1-1 0 0,0 1 1 0 0,0 0 0 0 0,0-1-1 0 0,0 1 1 0 0,0 0-1 0 0,0 0 1 0 0,-1 0-1 0 0,2 2 1 0 0,0 8 72 0 0,0-1 1 0 0,-1 1-1 0 0,0 0 1 0 0,0 12 0 0 0,-1-23-59 0 0,-3 71 888 0 0,-2 0 1 0 0,-21 102-1 0 0,-53 137 821 0 0,64-261-1267 0 0,-3 0 0 0 0,-2-2 0 0 0,-1 0 0 0 0,-3-1 0 0 0,-56 80 0 0 0,62-101-25 0 0,-2-2-1 0 0,-1 0 1 0 0,0-2 0 0 0,-2 0 0 0 0,-1-1 0 0 0,0-2 0 0 0,-1 0-1 0 0,-1-2 1 0 0,-1-1 0 0 0,-1-1 0 0 0,-32 13 0 0 0,51-24-307 0 0,0-1 0 0 0,0 0 0 0 0,0-1 0 0 0,-1 0 0 0 0,1-1 0 0 0,-1 0 0 0 0,1 0 0 0 0,-1-1 0 0 0,1 0 1 0 0,-1 0-1 0 0,1-1 0 0 0,0-1 0 0 0,-10-2 0 0 0,13 2-51 0 0,0 0-1 0 0,1 0 1 0 0,-1-1 0 0 0,1 0-1 0 0,-1 0 1 0 0,1-1 0 0 0,0 1-1 0 0,0-1 1 0 0,1 0 0 0 0,-1 0-1 0 0,1-1 1 0 0,0 1 0 0 0,0-1-1 0 0,0 0 1 0 0,0 0 0 0 0,1 0-1 0 0,0-1 1 0 0,0 1 0 0 0,1-1-1 0 0,-4-10 1 0 0,1-2-67 0 0,1 0 1 0 0,1-1-1 0 0,0 0 0 0 0,1 0 0 0 0,1 0 1 0 0,1 0-1 0 0,1 0 0 0 0,1 1 1 0 0,0-1-1 0 0,1 0 0 0 0,1 1 1 0 0,11-31-1 0 0,1 7-18 0 0,1 1 0 0 0,2 0 0 0 0,2 2 0 0 0,31-45 1 0 0,-24 46-727 0 0,1 0 1 0 0,2 2 0 0 0,35-32 0 0 0,112-86-5565 0 0,-75 67-411 0 0,-93 78 4274 0 0,0 0 1 0 0,13-18-1 0 0,-7 5-4527 0 0</inkml:trace>
  <inkml:trace contextRef="#ctx0" brushRef="#br0" timeOffset="2">403 79 2124 0 0,'-244'-51'17021'0'0,"143"27"-13049"0"0,82 21-6055 0 0,13 3 43 0 0,1 0 0 0 0,-1 0 0 0 0,1 1 0 0 0,-1-1 1 0 0,-5 2-1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03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20 748 0 0,'-5'-20'15611'0'0,"3"63"-15528"0"0,-43 317 605 0 0,34-276-1393 0 0,1-7-5614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03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82 1760 0 0,'-20'-69'8556'0'0,"19"69"-8523"0"0,1 0 0 0 0,0-1 0 0 0,0 1 0 0 0,0 0 0 0 0,0-1 0 0 0,0 1 0 0 0,-1 0-1 0 0,1-1 1 0 0,0 1 0 0 0,0 0 0 0 0,0-1 0 0 0,0 1 0 0 0,0 0 0 0 0,0-1 0 0 0,0 1 0 0 0,0 0-1 0 0,0-1 1 0 0,1 1 0 0 0,-1 0 0 0 0,0-1 0 0 0,0 1 0 0 0,0 0 0 0 0,0-1 0 0 0,0 1 0 0 0,1 0 0 0 0,-1-1-1 0 0,0 1 1 0 0,0 0 0 0 0,0 0 0 0 0,1-1 0 0 0,-1 1 0 0 0,0 0 0 0 0,0 0 0 0 0,1-1 0 0 0,-1 1-1 0 0,0 0 1 0 0,1 0 0 0 0,-1 0 0 0 0,0 0 0 0 0,1-1 0 0 0,-1 1 0 0 0,0 0 0 0 0,1 0 0 0 0,-1 0-1 0 0,1 0 1 0 0,12 1 388 0 0,-6 0-258 0 0,-1 1 0 0 0,0 1 0 0 0,0-1 1 0 0,0 1-1 0 0,0 0 0 0 0,0 0 0 0 0,9 7 0 0 0,34 32 711 0 0,-42-35-742 0 0,29 28 269 0 0,-1 1 1 0 0,-3 2 0 0 0,0 1-1 0 0,-3 2 1 0 0,-1 0 0 0 0,-2 2-1 0 0,-2 1 1 0 0,22 57-1 0 0,-31-60-300 0 0,0 1 0 0 0,-3 1 0 0 0,-2 0 0 0 0,-1 1 0 0 0,-3 0-1 0 0,-1 0 1 0 0,-2 0 0 0 0,-2 1 0 0 0,-8 65 0 0 0,1-69-42 0 0,-2 0 0 0 0,-2 0 1 0 0,-2-1-1 0 0,-1 0 0 0 0,-27 54 1 0 0,17-50-352 0 0,-1-1 0 0 0,-3-1 1 0 0,-1-1-1 0 0,-42 47 1 0 0,47-63-1079 0 0,-47 39 1 0 0,51-49-2042 0 0,-32 18 0 0 0,25-19-2706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06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391 225 680 0 0,'0'0'2064'0'0,"11"8"2250"0"0,-3 26-1702 0 0,-8-31-2400 0 0,0-2-173 0 0,1 1 67 0 0,-1 1 0 0 0,0-1 0 0 0,0 1-1 0 0,0-1 1 0 0,0 1 0 0 0,-1 0-1 0 0,1-1 1 0 0,-1 1 0 0 0,1-1 0 0 0,-1 1-1 0 0,0-1 1 0 0,-2 4 0 0 0,3-6-87 0 0,-1 1 1 0 0,1-1 0 0 0,-1 0 0 0 0,0 0 0 0 0,1 0-1 0 0,-1 0 1 0 0,0 0 0 0 0,1 0 0 0 0,-1 0-1 0 0,1 0 1 0 0,-1 0 0 0 0,0 0 0 0 0,1 0-1 0 0,-1 0 1 0 0,0 0 0 0 0,1 0 0 0 0,-1 0 0 0 0,1-1-1 0 0,-1 1 1 0 0,0 0 0 0 0,1 0 0 0 0,-1-1-1 0 0,1 1 1 0 0,-1 0 0 0 0,1-1 0 0 0,-1 1-1 0 0,0-1 1 0 0,-9-19 122 0 0,2-29-235 0 0,8 45 111 0 0,-1-10-32 0 0,1 0 1 0 0,0-1-1 0 0,1 1 1 0 0,1 0 0 0 0,0 0-1 0 0,5-19 1 0 0,-4 24 2 0 0,1-1 1 0 0,-1 1-1 0 0,1-1 0 0 0,1 1 1 0 0,0 0-1 0 0,0 1 1 0 0,0-1-1 0 0,1 1 0 0 0,10-10 1 0 0,-14 16 2 0 0,0 1 1 0 0,1-1-1 0 0,-1 1 1 0 0,0 0-1 0 0,1 0 1 0 0,-1 0-1 0 0,0 0 1 0 0,1 0-1 0 0,-1 0 1 0 0,1 1-1 0 0,0-1 1 0 0,-1 1-1 0 0,1 0 1 0 0,-1-1-1 0 0,1 1 0 0 0,0 1 1 0 0,-1-1-1 0 0,1 0 1 0 0,-1 1-1 0 0,1-1 1 0 0,4 2-1 0 0,-3 0 5 0 0,0 0 1 0 0,1 1-1 0 0,-1-1 0 0 0,0 1 0 0 0,0 0 0 0 0,0 0 0 0 0,-1 1 0 0 0,1-1 0 0 0,-1 1 0 0 0,0 0 0 0 0,0-1 1 0 0,5 9-1 0 0,-4-4 5 0 0,0 0 0 0 0,0 1 0 0 0,-1-1 1 0 0,0 1-1 0 0,-1-1 0 0 0,2 14 0 0 0,-1 9 10 0 0,-1-1-1 0 0,-2 1 1 0 0,-3 33 0 0 0,2-57-13 0 0,-9 81 60 0 0,-25 102 1 0 0,25-144-21 0 0,-2 12 308 0 0,-3-2-1 0 0,-38 97 1 0 0,51-147-28 0 0,0 0 0 0 0,-1 0 1 0 0,0 0-1 0 0,-1-1 0 0 0,1 1 1 0 0,-1-1-1 0 0,0 0 0 0 0,0 0 1 0 0,0 0-1 0 0,-6 4 0 0 0,8-8-183 0 0,-1 0-63 0 0,-1 0 0 0 0,1 0 0 0 0,0 0 0 0 0,-1-1 0 0 0,1 0 0 0 0,-1 1 1 0 0,-6-2-1 0 0,10 1-78 0 0,-7 0 23 0 0,1-1 0 0 0,0-1 0 0 0,0 1 0 0 0,0-1-1 0 0,0 0 1 0 0,0 0 0 0 0,0-1 0 0 0,-9-5 0 0 0,-4-1-28 0 0,-176-89-27 0 0,129 60-1492 0 0,64 37 666 0 0,-10-5-391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07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39 380 0 0,'12'-10'5707'0'0,"-4"1"-3405"0"0,8-7 1377 0 0,-16 16-3612 0 0,1-1-1 0 0,0 1 0 0 0,-1 0 0 0 0,1 0 0 0 0,0-1 0 0 0,0 1 0 0 0,-1 0 0 0 0,1 0 0 0 0,0 0 0 0 0,-1 0 0 0 0,1-1 0 0 0,0 1 0 0 0,0 0 0 0 0,-1 0 0 0 0,1 1 0 0 0,0-1 0 0 0,0 0 0 0 0,-1 0 0 0 0,1 0 0 0 0,0 0 0 0 0,-1 1 0 0 0,1-1 0 0 0,0 0 0 0 0,-1 1 0 0 0,1-1 0 0 0,0 1 0 0 0,1 2-31 0 0,-1 0 0 0 0,1 0 0 0 0,-1 0 0 0 0,0 1 0 0 0,0-1 0 0 0,0 0 0 0 0,-1 1 0 0 0,1-1 0 0 0,-1 7 0 0 0,1-2 27 0 0,1 19 53 0 0,-1 0 0 0 0,-1 0 1 0 0,-1 0-1 0 0,-2 0 1 0 0,-10 48-1 0 0,7-47-65 0 0,-2 7 332 0 0,-1 0 0 0 0,-18 40-1 0 0,27-73 9 0 0,-1-3-386 0 0,0 1 1 0 0,1 0-1 0 0,-1-1 1 0 0,1 1-1 0 0,-1-1 1 0 0,1 1-1 0 0,-1-1 1 0 0,1 1-1 0 0,-1-1 1 0 0,1 1-1 0 0,-1-1 1 0 0,1 1 0 0 0,0-1-1 0 0,-1 1 1 0 0,1-1-1 0 0,0 0 1 0 0,0 1-1 0 0,-1-1 1 0 0,1 0-1 0 0,0 1 1 0 0,0-1-1 0 0,0 0 1 0 0,0 1-1 0 0,0-1 1 0 0,0 0 0 0 0,0 1-1 0 0,0-1 1 0 0,0 0-1 0 0,0 1 1 0 0,0-2-1 0 0,2-22 32 0 0,3 3-35 0 0,0 1 0 0 0,1 0 1 0 0,1 0-1 0 0,1 1 1 0 0,1 0-1 0 0,0 0 1 0 0,2 1-1 0 0,16-23 1 0 0,-10 18-22 0 0,1 1 1 0 0,1 1-1 0 0,1 0 1 0 0,1 2-1 0 0,36-27 1 0 0,-48 40-14 0 0,1 0 1 0 0,-1 0 0 0 0,1 1 0 0 0,0 0 0 0 0,0 1 0 0 0,1 0 0 0 0,-1 1 0 0 0,12-2 0 0 0,-14 4-10 0 0,18 5-29 0 0,-21 0 64 0 0,-2-1-3 0 0,0-1 5 0 0,0 0 0 0 0,0 1 0 0 0,0-1 0 0 0,0 1 0 0 0,0 0 0 0 0,-1-1 0 0 0,0 1 0 0 0,1 0 0 0 0,-1 1 0 0 0,0-1 0 0 0,0 0 0 0 0,-1 1 0 0 0,1-1 0 0 0,-1 1 0 0 0,1-1 0 0 0,-1 1 0 0 0,0 0 0 0 0,-1-1 0 0 0,1 1 0 0 0,0 5 0 0 0,0 6 1 0 0,-1 0 0 0 0,0 0-1 0 0,-4 22 1 0 0,-7 24 32 0 0,-2 15-288 0 0,13-67-77 0 0,-1-5 231 0 0,0-1 1 0 0,1 0-1 0 0,0 0 1 0 0,0 1-1 0 0,0-1 1 0 0,0 0-1 0 0,1 0 1 0 0,-1 1 0 0 0,1-1-1 0 0,-1 0 1 0 0,1 0-1 0 0,0 0 1 0 0,2 4-1 0 0,-2-6 10 0 0,0 0-1 0 0,0 0 0 0 0,0 0 0 0 0,0 0 1 0 0,0-1-1 0 0,0 1 0 0 0,0 0 0 0 0,1-1 1 0 0,-1 1-1 0 0,0-1 0 0 0,0 1 0 0 0,0-1 1 0 0,1 0-1 0 0,-1 1 0 0 0,0-1 0 0 0,1 0 1 0 0,-1 0-1 0 0,0 0 0 0 0,0 0 0 0 0,1 0 1 0 0,-1 0-1 0 0,0 0 0 0 0,1 0 0 0 0,-1-1 1 0 0,0 1-1 0 0,0 0 0 0 0,3-2 0 0 0,5-1-608 0 0,0-1-1 0 0,0-1 1 0 0,0 0-1 0 0,0 0 1 0 0,-1-1 0 0 0,0 0-1 0 0,0 0 1 0 0,11-12-1 0 0,-2-2-1857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07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184 173 1928 0 0,'7'-21'1925'0'0,"-2"8"-449"0"0,-1 0-1 0 0,-1 0 1 0 0,0-1 0 0 0,1-17 0 0 0,-3 26-960 0 0,-1 0 0 0 0,1 0 0 0 0,0 1 0 0 0,0-1 1 0 0,3-5-1 0 0,3-21 1311 0 0,-7 29-1477 0 0,0 4-243 0 0,-34 106 2041 0 0,-14 53-20 0 0,17-39-1141 0 0,-64 280 625 0 0,93-391-1581 0 0,-3 8 10 0 0,1 0 0 0 0,2 0 0 0 0,-1 0 1 0 0,2 0-1 0 0,2 37 0 0 0,9-26 20 0 0,-9-29-89 0 0,-1 0-1 0 0,1 0 1 0 0,0 0 0 0 0,-1 0 0 0 0,1 0 0 0 0,0-1-1 0 0,0 1 1 0 0,-1 0 0 0 0,1 0 0 0 0,0 0 0 0 0,0-1 0 0 0,0 1-1 0 0,0 0 1 0 0,0-1 0 0 0,0 1 0 0 0,0-1 0 0 0,1 0 0 0 0,-1 1-1 0 0,0-1 1 0 0,0 0 0 0 0,0 1 0 0 0,0-1 0 0 0,0 0-1 0 0,1 0 1 0 0,1 0 0 0 0,6-2-414 0 0,0 0-1 0 0,0 0 1 0 0,0-1-1 0 0,0 0 1 0 0,0 0-1 0 0,0-1 1 0 0,-1 0-1 0 0,0-1 1 0 0,0 0-1 0 0,0 0 1 0 0,-1-1-1 0 0,8-6 1 0 0,6-8-2853 0 0,0-1 0 0 0,30-40 0 0 0,-24 26-1758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07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157 129 1336 0 0,'-157'-34'12903'0'0,"165"22"-12572"0"0,-2 8-282 0 0,1 1 1 0 0,0-1-1 0 0,-1 2 0 0 0,2-1 1 0 0,-1 1-1 0 0,0 0 1 0 0,14-2-1 0 0,-9 1-7 0 0,81-16-1078 0 0,99-8-1 0 0,0 18-6599 0 0,-160 10 4742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08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242 115 1184 0 0,'-6'13'1818'0'0,"0"0"-1"0"0,1 0 1 0 0,-3 16-1 0 0,7-26-1615 0 0,0 0 0 0 0,0 0 0 0 0,0 0 0 0 0,0 0 0 0 0,1 0 0 0 0,0 0 0 0 0,-1 0 0 0 0,1 0-1 0 0,0 0 1 0 0,1 1 0 0 0,-1-1 0 0 0,0 0 0 0 0,1 0 0 0 0,0 0 0 0 0,0 0 0 0 0,0 0 0 0 0,0-1 0 0 0,0 1 0 0 0,0 0 0 0 0,1 0 0 0 0,-1-1 0 0 0,4 5 0 0 0,-4-6-115 0 0,1 1 1 0 0,-1-1 0 0 0,1 0-1 0 0,-1 0 1 0 0,1 0 0 0 0,0 0-1 0 0,-1 0 1 0 0,1 0 0 0 0,0-1-1 0 0,0 1 1 0 0,0 0 0 0 0,-1-1 0 0 0,1 1-1 0 0,0-1 1 0 0,0 0 0 0 0,0 0-1 0 0,0 0 1 0 0,3 0 0 0 0,33-6 355 0 0,-30 4-370 0 0,4-1 1 0 0,1 0 0 0 0,-1-1 0 0 0,0-1 0 0 0,0 0 0 0 0,-1-1 0 0 0,0 0 0 0 0,0 0-1 0 0,0-1 1 0 0,17-16 0 0 0,-19 16-54 0 0,-1-1 0 0 0,0 0 0 0 0,-1 0-1 0 0,0-1 1 0 0,0 0 0 0 0,-1-1 0 0 0,0 1-1 0 0,0-1 1 0 0,-1 0 0 0 0,-1 0 0 0 0,5-14-1 0 0,-8 21-29 0 0,0 0-1 0 0,-1 0 1 0 0,0-1-1 0 0,1 1 0 0 0,-1 0 1 0 0,0-1-1 0 0,0 1 1 0 0,-1 0-1 0 0,1-1 0 0 0,-1 1 1 0 0,-1-5-1 0 0,1 6 3 0 0,1 1 1 0 0,-1-1-1 0 0,0 1 1 0 0,0-1-1 0 0,0 1 0 0 0,0 0 1 0 0,0-1-1 0 0,0 1 0 0 0,0 0 1 0 0,0 0-1 0 0,-1 0 1 0 0,1 0-1 0 0,0 0 0 0 0,-1 0 1 0 0,1 0-1 0 0,-1 0 0 0 0,1 0 1 0 0,-1 1-1 0 0,0-1 1 0 0,1 1-1 0 0,-1-1 0 0 0,1 1 1 0 0,-1-1-1 0 0,0 1 1 0 0,1 0-1 0 0,-1 0 0 0 0,0 0 1 0 0,0 0-1 0 0,-2 1 0 0 0,-11 1-10 0 0,0 0-1 0 0,1 2 1 0 0,-1 0-1 0 0,1 1 1 0 0,0 0-1 0 0,0 1 1 0 0,1 0-1 0 0,0 1 1 0 0,0 1-1 0 0,0 0 1 0 0,-17 16-1 0 0,-6 6 25 0 0,2 2 0 0 0,-45 55 0 0 0,58-62 13 0 0,1 0-1 0 0,1 2 0 0 0,1 0 1 0 0,2 1-1 0 0,1 1 0 0 0,-18 46 0 0 0,32-72-4 0 0,0-1 0 0 0,0 1 0 0 0,1 0 0 0 0,-1 0-1 0 0,1 0 1 0 0,-1 0 0 0 0,1 1 0 0 0,0-1 0 0 0,0 0-1 0 0,0 0 1 0 0,1 0 0 0 0,-1 0 0 0 0,1 0 0 0 0,-1 0 0 0 0,1 0-1 0 0,0 0 1 0 0,0 0 0 0 0,1-1 0 0 0,-1 1 0 0 0,0 0-1 0 0,1-1 1 0 0,0 1 0 0 0,3 3 0 0 0,-1-2 3 0 0,0-1 0 0 0,0 1-1 0 0,0-1 1 0 0,1 0 0 0 0,-1 0 0 0 0,1-1 0 0 0,0 0 0 0 0,-1 1 0 0 0,1-1 0 0 0,0-1-1 0 0,1 1 1 0 0,8 1 0 0 0,13 0-482 0 0,1 0 0 0 0,-1-1-1 0 0,1-2 1 0 0,0-1 0 0 0,41-7-1 0 0,-34 2-2702 0 0,63-20 0 0 0,-52 9-1676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08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57 1824 0 0,'0'-3'1870'0'0,"-8"-39"4627"0"0,8 40-5836 0 0,-3-7 1171 0 0,2 15-1569 0 0,0 0 1 0 0,0 1-1 0 0,1-1 0 0 0,-1 1 1 0 0,2-1-1 0 0,-1 1 0 0 0,3 11 1 0 0,0 19 641 0 0,-3 2-387 0 0,-1 1 1 0 0,-2 0-1 0 0,-2-1 1 0 0,-2 0-1 0 0,-12 42 0 0 0,15-67-224 0 0,-1 0-1 0 0,0-1 0 0 0,-1 1 0 0 0,0-1 1 0 0,-1-1-1 0 0,-1 1 0 0 0,-15 19 1 0 0,21-30-231 0 0,1 0 1 0 0,-1-1 0 0 0,0 1-1 0 0,0-1 1 0 0,0 0-1 0 0,0 0 1 0 0,0 0 0 0 0,0 0-1 0 0,-1 0 1 0 0,1 0 0 0 0,0 0-1 0 0,0-1 1 0 0,-1 1 0 0 0,1-1-1 0 0,0 1 1 0 0,-1-1-1 0 0,1 0 1 0 0,0 0 0 0 0,-1 0-1 0 0,1 0 1 0 0,0-1 0 0 0,-1 1-1 0 0,1-1 1 0 0,0 1 0 0 0,0-1-1 0 0,-1 0 1 0 0,1 0 0 0 0,0 0-1 0 0,0 0 1 0 0,-4-2-1 0 0,5 2-57 0 0,-1-1-1 0 0,0 1 1 0 0,1 0-1 0 0,-1 0 0 0 0,1 0 1 0 0,0-1-1 0 0,-1 1 0 0 0,1-1 1 0 0,0 1-1 0 0,0-1 1 0 0,0 1-1 0 0,0-1 0 0 0,0 0 1 0 0,0 0-1 0 0,0 1 0 0 0,1-1 1 0 0,-1 0-1 0 0,0-3 0 0 0,0 1 2 0 0,1 0 0 0 0,0-1 0 0 0,-1 1 0 0 0,2 0-1 0 0,-1-1 1 0 0,0 1 0 0 0,1 0 0 0 0,0-1-1 0 0,0 1 1 0 0,0 0 0 0 0,0 0 0 0 0,1 0 0 0 0,-1 0-1 0 0,1 0 1 0 0,0 0 0 0 0,1 0 0 0 0,3-5-1 0 0,1 0-8 0 0,6-10-201 0 0,1 1 0 0 0,1 1-1 0 0,1 0 1 0 0,0 1-1 0 0,1 1 1 0 0,1 0-1 0 0,34-21 1 0 0,-29 22-1134 0 0,1 1-1 0 0,0 1 1 0 0,38-13 0 0 0,-37 18-1380 0 0,0 2-1 0 0,45-5 1 0 0,-57 9 1146 0 0,13-2-2673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08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44 404 0 0,'-2'-2'4190'0'0,"0"-1"-3442"0"0,0-1-1 0 0,0 1 0 0 0,0 0 0 0 0,-1 0 1 0 0,1 0-1 0 0,-1 0 0 0 0,0 0 0 0 0,0 0 1 0 0,0 1-1 0 0,-1 0 0 0 0,1-1 0 0 0,-7-2 1 0 0,8 4-326 0 0,-1 1-91 0 0,-3 0-245 0 0,0 1 0 0 0,0-1 0 0 0,0 1 0 0 0,1 1 0 0 0,-1-1 0 0 0,0 1 0 0 0,1 0 0 0 0,-1 0 0 0 0,1 0 0 0 0,0 1 0 0 0,-1 0-1 0 0,1 0 1 0 0,1 0 0 0 0,-1 1 0 0 0,0 0 0 0 0,1 0 0 0 0,-5 5 0 0 0,-12 13 276 0 0,1 1 1 0 0,-18 25-1 0 0,32-40-257 0 0,-24 33 334 0 0,-36 64 1 0 0,56-86-377 0 0,1-1 0 0 0,1 1 0 0 0,0 1 1 0 0,2 0-1 0 0,0 0 0 0 0,-4 29 0 0 0,9-44-38 0 0,1 0 0 0 0,0 1 0 0 0,0-1-1 0 0,0 0 1 0 0,0 1 0 0 0,1-1 0 0 0,0 0 0 0 0,0 1-1 0 0,1-1 1 0 0,-1 0 0 0 0,3 5 0 0 0,-3-8-63 0 0,1 1 0 0 0,-1-1 0 0 0,1 0 1 0 0,-1 0-1 0 0,1 0 0 0 0,0 0 0 0 0,0 0 0 0 0,0 0 1 0 0,0-1-1 0 0,0 1 0 0 0,0 0 0 0 0,0-1 1 0 0,1 0-1 0 0,-1 1 0 0 0,1-1 0 0 0,-1 0 0 0 0,1 0 1 0 0,-1-1-1 0 0,1 1 0 0 0,-1 0 0 0 0,1-1 1 0 0,0 0-1 0 0,-1 1 0 0 0,1-1 0 0 0,0 0 0 0 0,3-1 1 0 0,12-1-584 0 0,-1 0 1 0 0,0-2-1 0 0,0 0 1 0 0,0-1 0 0 0,0-1-1 0 0,-1 0 1 0 0,0-1-1 0 0,28-17 1 0 0,-18 7-823 0 0,-1 0 0 0 0,-1-2 0 0 0,0 0 0 0 0,30-34 0 0 0,-13 8-1754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09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165 326 1040 0 0,'24'-57'4575'0'0,"-2"-1"0"0"0,19-83 0 0 0,-25 81-770 0 0,-12 51-2882 0 0,-10 39-854 0 0,-191 698 876 0 0,133-517-457 0 0,59-199-168 0 0,7-21-280 0 0,4-19-134 0 0,2 7 23 0 0,1 0 1 0 0,1 1 0 0 0,1 1-1 0 0,0 0 1 0 0,17-21 0 0 0,74-79-107 0 0,-26 45 95 0 0,-64 64 50 0 0,0 0 0 0 0,0 1-1 0 0,1 1 1 0 0,25-13 0 0 0,-33 19 24 0 0,0 1 1 0 0,0-1 0 0 0,0 1 0 0 0,1-1-1 0 0,-1 1 1 0 0,0 1 0 0 0,0-1 0 0 0,1 1 0 0 0,-1 0-1 0 0,0 0 1 0 0,0 1 0 0 0,1-1 0 0 0,-1 1-1 0 0,0 0 1 0 0,0 1 0 0 0,0-1 0 0 0,0 1-1 0 0,0 0 1 0 0,0 0 0 0 0,0 1 0 0 0,-1-1 0 0 0,1 1-1 0 0,-1 0 1 0 0,0 0 0 0 0,0 1 0 0 0,0-1-1 0 0,0 1 1 0 0,0 0 0 0 0,-1 0 0 0 0,0 0 0 0 0,0 1-1 0 0,0-1 1 0 0,0 1 0 0 0,-1-1 0 0 0,1 1-1 0 0,2 8 1 0 0,-2-2 35 0 0,0-1 0 0 0,0 1 0 0 0,-1 0 0 0 0,0 0 0 0 0,-1 0 0 0 0,0 20 0 0 0,-11 66-242 0 0,3-46-1658 0 0,7-49 1713 0 0,0 0 0 0 0,0 0 0 0 0,0-1 0 0 0,0 1 1 0 0,0 0-1 0 0,0 0 0 0 0,0 0 0 0 0,1 0 0 0 0,-1 0 0 0 0,0 0 0 0 0,1-1 0 0 0,0 1 1 0 0,0 0-1 0 0,-1 0 0 0 0,1-1 0 0 0,0 1 0 0 0,0-1 0 0 0,0 1 0 0 0,1-1 0 0 0,-1 1 0 0 0,0-1 1 0 0,1 1-1 0 0,-1-1 0 0 0,0 0 0 0 0,1 0 0 0 0,0 0 0 0 0,-1 0 0 0 0,1 0 0 0 0,0 0 0 0 0,-1 0 1 0 0,1 0-1 0 0,0-1 0 0 0,0 1 0 0 0,0-1 0 0 0,-1 1 0 0 0,1-1 0 0 0,0 0 0 0 0,0 0 1 0 0,2 0-1 0 0,7 1-811 0 0,1-1 0 0 0,-1-1-1 0 0,0 0 1 0 0,0 0 0 0 0,13-4 0 0 0,6-3-2711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09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253 213 2260 0 0,'8'-8'1059'0'0,"0"0"0"0"0,0-1 0 0 0,-1-1-1 0 0,0 1 1 0 0,-1-1 0 0 0,0 0 0 0 0,0 0 0 0 0,-1-1 0 0 0,0 0-1 0 0,-1 0 1 0 0,4-16 0 0 0,-7 24-846 0 0,0 0-1 0 0,-1-1 1 0 0,1 1-1 0 0,-1 0 1 0 0,1-1-1 0 0,-1 1 1 0 0,0-1 0 0 0,-1 1-1 0 0,1-1 1 0 0,0 1-1 0 0,-1-1 1 0 0,0 1 0 0 0,0 0-1 0 0,0-1 1 0 0,0 1-1 0 0,-1 0 1 0 0,-2-5-1 0 0,3 6-183 0 0,0 1 0 0 0,0 0 0 0 0,0 0 0 0 0,-1 0 0 0 0,1 0 0 0 0,0 0 0 0 0,0 0 0 0 0,-1 1 0 0 0,1-1-1 0 0,-1 0 1 0 0,1 1 0 0 0,0-1 0 0 0,-1 1 0 0 0,1-1 0 0 0,-1 1 0 0 0,1 0 0 0 0,-1 0 0 0 0,0 0 0 0 0,1-1-1 0 0,-3 2 1 0 0,3-1-18 0 0,-1 0-3 0 0,1-1-1 0 0,0 1 1 0 0,-1 1 0 0 0,1-1 0 0 0,0 0 0 0 0,-1 0-1 0 0,1 0 1 0 0,0 1 0 0 0,0-1 0 0 0,-1 1 0 0 0,1-1-1 0 0,0 1 1 0 0,0-1 0 0 0,0 1 0 0 0,-1 0 0 0 0,1-1-1 0 0,-1 2 1 0 0,-2 1 13 0 0,-11 6 18 0 0,0 1-1 0 0,0 0 1 0 0,1 1 0 0 0,1 1-1 0 0,-1 0 1 0 0,-21 27 0 0 0,10-7-12 0 0,-39 68 0 0 0,55-83-17 0 0,0 1 0 0 0,1 0 0 0 0,-10 32 0 0 0,16-44 0 0 0,0 1-1 0 0,0-1 1 0 0,1 1 0 0 0,0-1-1 0 0,1 1 1 0 0,0 0 0 0 0,0-1-1 0 0,0 1 1 0 0,1 0 0 0 0,-1-1-1 0 0,2 1 1 0 0,-1 0 0 0 0,1-1-1 0 0,4 11 1 0 0,-5-14-35 0 0,1-1 0 0 0,-1 1-1 0 0,1 0 1 0 0,0-1 0 0 0,0 1-1 0 0,0-1 1 0 0,0 0 0 0 0,0 0-1 0 0,0 0 1 0 0,1 0 0 0 0,-1 0 0 0 0,1 0-1 0 0,0 0 1 0 0,-1-1 0 0 0,1 1-1 0 0,0-1 1 0 0,0 0 0 0 0,0 0-1 0 0,0 0 1 0 0,0 0 0 0 0,0 0 0 0 0,0-1-1 0 0,0 0 1 0 0,0 1 0 0 0,0-1-1 0 0,0 0 1 0 0,0 0 0 0 0,0-1-1 0 0,1 1 1 0 0,-1-1 0 0 0,0 1 0 0 0,0-1-1 0 0,0 0 1 0 0,3-2 0 0 0,3 0-160 0 0,0-1 1 0 0,0-1 0 0 0,0 1 0 0 0,-1-1 0 0 0,1-1-1 0 0,-1 0 1 0 0,0 0 0 0 0,-1 0 0 0 0,10-12 0 0 0,9-14 223 0 0,-1-2 1 0 0,-2 0 0 0 0,34-71-1 0 0,-27 52 1803 0 0,-30 51-1758 0 0,5-1-44 0 0,-5 3-38 0 0,0 0 0 0 0,0 0 0 0 0,1-1 0 0 0,-1 1 0 0 0,0 0-1 0 0,0 0 1 0 0,0-1 0 0 0,1 1 0 0 0,-1 0 0 0 0,0 0 0 0 0,0 0 0 0 0,1-1-1 0 0,-1 1 1 0 0,0 0 0 0 0,1 0 0 0 0,-1 0 0 0 0,0 0 0 0 0,0 0-1 0 0,1 0 1 0 0,-1-1 0 0 0,0 1 0 0 0,1 0 0 0 0,-1 0 0 0 0,0 0 0 0 0,1 0-1 0 0,-1 0 1 0 0,0 0 0 0 0,1 0 0 0 0,-1 0 0 0 0,0 0 0 0 0,0 1 0 0 0,1-1-1 0 0,-1 0 1 0 0,1 0 0 0 0,1 5 24 0 0,0 0 0 0 0,0 0 0 0 0,0 1-1 0 0,0-1 1 0 0,-1 1 0 0 0,0-1 0 0 0,0 1-1 0 0,-1 10 1 0 0,-3 52 124 0 0,0-17-61 0 0,-1 49-737 0 0,1-51-2870 0 0,1-2-5907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10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0 191 476 0 0,'13'-30'6938'0'0,"-11"27"-6478"0"0,0-1 1 0 0,0 1-1 0 0,0-1 0 0 0,0 1 1 0 0,1 0-1 0 0,-1 0 1 0 0,1 0-1 0 0,0 0 0 0 0,4-3 1 0 0,-5 5-367 0 0,0 0 0 0 0,0 0 1 0 0,1 0-1 0 0,-1 0 0 0 0,0 1 1 0 0,1-1-1 0 0,-1 1 0 0 0,0 0 1 0 0,1 0-1 0 0,-1 0 0 0 0,0 0 1 0 0,1 0-1 0 0,-1 0 0 0 0,0 0 1 0 0,1 1-1 0 0,-1-1 0 0 0,0 1 1 0 0,0 0-1 0 0,1 0 0 0 0,-1 0 1 0 0,0 0-1 0 0,0 0 0 0 0,0 0 1 0 0,0 0-1 0 0,0 1 0 0 0,3 2 1 0 0,1 1 81 0 0,-1-1 0 0 0,0 1 0 0 0,0 0 0 0 0,0 1 0 0 0,-1-1 0 0 0,0 1 0 0 0,6 10 0 0 0,-5-6-36 0 0,0 0-1 0 0,0 1 0 0 0,-2-1 1 0 0,1 1-1 0 0,-1 0 0 0 0,-1 1 1 0 0,0-1-1 0 0,-1 0 0 0 0,0 0 0 0 0,0 1 1 0 0,-2 14-1 0 0,-2 1 180 0 0,-9 35-1 0 0,12-60-296 0 0,-1 0-1 0 0,1 0 1 0 0,-1-1-1 0 0,0 1 1 0 0,0 0-1 0 0,0 0 1 0 0,0-1 0 0 0,0 1-1 0 0,0-1 1 0 0,-1 1-1 0 0,1-1 1 0 0,0 0-1 0 0,-1 1 1 0 0,1-1-1 0 0,-1 0 1 0 0,1 0-1 0 0,-1 0 1 0 0,0 0-1 0 0,0 0 1 0 0,-2 1-1 0 0,4-2-18 0 0,-1 0-1 0 0,1 0 0 0 0,-1-1 0 0 0,1 1 1 0 0,-1 0-1 0 0,1 0 0 0 0,0 0 0 0 0,-1 0 1 0 0,1 0-1 0 0,0-1 0 0 0,-1 1 0 0 0,1 0 1 0 0,-1 0-1 0 0,1-1 0 0 0,0 1 0 0 0,-1 0 1 0 0,1-1-1 0 0,0 1 0 0 0,0 0 0 0 0,-1-1 1 0 0,1 1-1 0 0,0 0 0 0 0,0-1 0 0 0,0 1 0 0 0,-1-1 1 0 0,1 1-1 0 0,0 0 0 0 0,0-1 0 0 0,0 0 1 0 0,-1 0 5 0 0,-1-4-18 0 0,1 1-1 0 0,0-1 1 0 0,0 1-1 0 0,0-1 1 0 0,0 0-1 0 0,1 1 0 0 0,0-1 1 0 0,0 0-1 0 0,0 1 1 0 0,0-1-1 0 0,1 0 1 0 0,0 1-1 0 0,0-1 0 0 0,0 0 1 0 0,0 1-1 0 0,1-1 1 0 0,3-6-1 0 0,-2 2-19 0 0,4-7-3 0 0,0 1 0 0 0,1-1 0 0 0,0 1 1 0 0,2 1-1 0 0,-1 0 0 0 0,2 0 0 0 0,19-19 0 0 0,1 2-24 0 0,63-46 0 0 0,-73 62 24 0 0,0 0 1 0 0,1 2-1 0 0,1 0 0 0 0,0 2 1 0 0,47-16-1 0 0,-66 25 26 0 0,-1 2 0 0 0,1-1 0 0 0,-1 0 0 0 0,1 1 0 0 0,0-1 0 0 0,-1 1 0 0 0,1 0 0 0 0,0 1 0 0 0,0-1 0 0 0,-1 1 0 0 0,1-1 0 0 0,-1 1 0 0 0,1 0 0 0 0,-1 0 1 0 0,1 1-1 0 0,-1-1 0 0 0,1 1 0 0 0,-1-1 0 0 0,0 1 0 0 0,0 0 0 0 0,0 0 0 0 0,0 1 0 0 0,0-1 0 0 0,4 5 0 0 0,-3-2 11 0 0,-1 0 1 0 0,1-1-1 0 0,-1 1 1 0 0,0 0-1 0 0,-1 1 1 0 0,1-1-1 0 0,-1 0 1 0 0,0 1-1 0 0,0-1 1 0 0,-1 1-1 0 0,1 0 1 0 0,-2-1-1 0 0,1 1 1 0 0,0 8-1 0 0,-3 8 20 0 0,0-1 0 0 0,-2 1 0 0 0,0-1 0 0 0,-1 0 0 0 0,-1 0 0 0 0,-13 27 0 0 0,-11 45-3025 0 0,29-90 2601 0 0,0 1 0 0 0,0-1 1 0 0,1 1-1 0 0,-1-1 0 0 0,1 1 1 0 0,0-1-1 0 0,0 1 0 0 0,1-1 1 0 0,-1 1-1 0 0,1-1 0 0 0,-1 1 1 0 0,1-1-1 0 0,0 0 1 0 0,0 1-1 0 0,1-1 0 0 0,-1 0 1 0 0,1 0-1 0 0,-1 0 0 0 0,1 0 1 0 0,3 4-1 0 0,6 4-3880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11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721 324 756 0 0,'4'-10'1536'0'0,"-1"-1"-1"0"0,1 1 1 0 0,-2 0 0 0 0,0-1-1 0 0,0 0 1 0 0,1-21 0 0 0,-3 29-1295 0 0,0-1 0 0 0,0 0 0 0 0,0 0 0 0 0,0 0 0 0 0,-1 0 0 0 0,1 0 0 0 0,-1 1 0 0 0,0-1 0 0 0,0 0 1 0 0,-1 0-1 0 0,1 1 0 0 0,-1-1 0 0 0,0 1 0 0 0,0 0 0 0 0,0-1 0 0 0,0 1 0 0 0,0 0 0 0 0,-1 0 0 0 0,0 0 0 0 0,1 0 0 0 0,-7-4 1 0 0,6 6-192 0 0,0-1 0 0 0,-1 1 0 0 0,1-1 0 0 0,-1 1 0 0 0,1 0 0 0 0,-1 0 0 0 0,0 1 0 0 0,1-1 0 0 0,-1 1 0 0 0,0 0 0 0 0,1 0 0 0 0,-1 0 0 0 0,0 0 0 0 0,1 1 0 0 0,-1-1 0 0 0,0 1 0 0 0,-6 2 0 0 0,-3 2-16 0 0,0 1 1 0 0,0 0-1 0 0,-14 9 0 0 0,14-7 32 0 0,-6 4-42 0 0,0 1 0 0 0,0 0-1 0 0,2 2 1 0 0,0 0 0 0 0,0 1 0 0 0,1 0 0 0 0,1 2 0 0 0,1 0-1 0 0,1 0 1 0 0,0 1 0 0 0,-14 30 0 0 0,25-45-12 0 0,1 0 0 0 0,-1 0 1 0 0,1 0-1 0 0,0 0 0 0 0,0 0 0 0 0,1 0 0 0 0,-1 0 0 0 0,1 0 1 0 0,0 1-1 0 0,0-1 0 0 0,1 7 0 0 0,-1-9-3 0 0,1 0 1 0 0,-1 0-1 0 0,1 0 0 0 0,0 1 0 0 0,0-1 0 0 0,0 0 0 0 0,0 0 1 0 0,0 0-1 0 0,0 0 0 0 0,0-1 0 0 0,1 1 0 0 0,-1 0 0 0 0,1 0 1 0 0,-1-1-1 0 0,1 1 0 0 0,0-1 0 0 0,-1 0 0 0 0,1 1 1 0 0,0-1-1 0 0,0 0 0 0 0,0 0 0 0 0,0 0 0 0 0,0 0 0 0 0,0 0 1 0 0,3 0-1 0 0,3 1-5 0 0,0-1-1 0 0,0 0 1 0 0,0-1 0 0 0,0 0 0 0 0,0 0 0 0 0,0-1 0 0 0,0 0 0 0 0,0 0 0 0 0,0-1-1 0 0,0 0 1 0 0,-1 0 0 0 0,1-1 0 0 0,-1 0 0 0 0,1 0 0 0 0,-1-1 0 0 0,0 0 0 0 0,0 0-1 0 0,-1 0 1 0 0,1-1 0 0 0,5-6 0 0 0,14-15-62 0 0,-2 0 0 0 0,0-2 0 0 0,-2-1 0 0 0,-2-1-1 0 0,24-44 1 0 0,-44 74 49 0 0,0-1-1 0 0,1 1 0 0 0,-1-1 0 0 0,0 1 0 0 0,0-1 0 0 0,0 1 1 0 0,1-1-1 0 0,-1 1 0 0 0,0-1 0 0 0,1 1 0 0 0,-1-1 1 0 0,0 1-1 0 0,1-1 0 0 0,-1 1 0 0 0,1-1 0 0 0,-1 1 1 0 0,1 0-1 0 0,-1-1 0 0 0,1 1 0 0 0,-1 0 0 0 0,1 0 1 0 0,-1-1-1 0 0,1 1 0 0 0,-1 0 0 0 0,1 0 0 0 0,-1 0 1 0 0,1-1-1 0 0,-1 1 0 0 0,1 0 0 0 0,0 0 0 0 0,-1 0 0 0 0,1 0 1 0 0,-1 0-1 0 0,1 0 0 0 0,-1 0 0 0 0,1 1 0 0 0,0-1 1 0 0,-1 0-1 0 0,1 0 0 0 0,-1 0 0 0 0,1 0 0 0 0,-1 1 1 0 0,2 0-1 0 0,0-1 33 0 0,-2 1-26 0 0,1 0 1 0 0,-1 0-1 0 0,1 0 1 0 0,-1 0-1 0 0,0 0 1 0 0,1 0-1 0 0,-1 0 1 0 0,0 0-1 0 0,0 0 1 0 0,0 0-1 0 0,0 0 1 0 0,0 0-1 0 0,0 0 1 0 0,0 0-1 0 0,0-1 1 0 0,0 1-1 0 0,0 0 1 0 0,-1 2-1 0 0,1-3 0 0 0,-2 51 556 0 0,-2 0 1 0 0,-17 85-1 0 0,-38 95 689 0 0,52-207-1202 0 0,-21 74 280 0 0,-5-2 0 0 0,-73 148 0 0 0,91-216-108 0 0,-1 0-1 0 0,-1-2 0 0 0,-2 0 1 0 0,-25 28-1 0 0,32-42 23 0 0,1 0 1 0 0,-1-1-1 0 0,-1 0 1 0 0,0-1-1 0 0,-1-1 1 0 0,0 0-1 0 0,0-1 1 0 0,-1 0-1 0 0,-26 10 1 0 0,34-16-121 0 0,-1-1 1 0 0,1 1-1 0 0,-1-1 1 0 0,1-1-1 0 0,-1 1 1 0 0,0-1-1 0 0,1 0 0 0 0,-1-1 1 0 0,1 0-1 0 0,-1 0 1 0 0,1-1-1 0 0,-1 0 1 0 0,1 0-1 0 0,0 0 1 0 0,-10-5-1 0 0,13 4-84 0 0,-1 1 1 0 0,0-1-1 0 0,1 0 1 0 0,0 0-1 0 0,0 0 0 0 0,0-1 1 0 0,0 1-1 0 0,0-1 0 0 0,1 0 1 0 0,-1 0-1 0 0,1-1 0 0 0,0 1 1 0 0,1 0-1 0 0,-1-1 1 0 0,1 0-1 0 0,0 0 0 0 0,0 0 1 0 0,0 0-1 0 0,0 0 0 0 0,1 0 1 0 0,0 0-1 0 0,-1-9 1 0 0,3 0-49 0 0,-1 1 0 0 0,2 0 0 0 0,0 0 0 0 0,0 1 0 0 0,1-1 0 0 0,1 0 1 0 0,0 1-1 0 0,1 0 0 0 0,0 0 0 0 0,1 0 0 0 0,0 0 0 0 0,1 1 0 0 0,8-11 1 0 0,14-16-103 0 0,2 1 1 0 0,41-38 0 0 0,11-2-468 0 0,3 3 0 0 0,104-69 1 0 0,203-108-1864 0 0,-231 152 1212 0 0,-89 54 706 0 0,78-50-430 0 0,-121 73 714 0 0,-1-1 0 0 0,47-46 0 0 0,-71 64 201 0 0,-1 0 0 0 0,1-1 0 0 0,-1 1 0 0 0,0-1 0 0 0,0 1 0 0 0,-1-1 0 0 0,1-1 0 0 0,-1 1 0 0 0,-1 0 0 0 0,1-1 0 0 0,-1 1 0 0 0,2-11 0 0 0,-4 16 38 0 0,0 0 1 0 0,0 0-1 0 0,0 0 1 0 0,0 0-1 0 0,-1 0 1 0 0,1 0-1 0 0,0 0 1 0 0,-1 0 0 0 0,1 0-1 0 0,0 0 1 0 0,-1 0-1 0 0,1 1 1 0 0,-1-1-1 0 0,1 0 1 0 0,-1 0-1 0 0,0 0 1 0 0,1 1-1 0 0,-1-1 1 0 0,0 0-1 0 0,1 1 1 0 0,-1-1 0 0 0,0 1-1 0 0,0-1 1 0 0,0 1-1 0 0,1-1 1 0 0,-1 1-1 0 0,0-1 1 0 0,0 1-1 0 0,0 0 1 0 0,0 0-1 0 0,0-1 1 0 0,0 1-1 0 0,0 0 1 0 0,0 0 0 0 0,0 0-1 0 0,0 0 1 0 0,0 0-1 0 0,-1 0 1 0 0,-7 2-11 0 0,0 0 0 0 0,0 0 0 0 0,0 0 1 0 0,0 1-1 0 0,1 1 0 0 0,-1-1 0 0 0,1 2 0 0 0,0-1 1 0 0,0 1-1 0 0,-8 7 0 0 0,-13 10-26 0 0,-33 33-1 0 0,49-42 46 0 0,1 1-1 0 0,0 0 0 0 0,1 1 0 0 0,0 0 1 0 0,1 1-1 0 0,-13 27 0 0 0,18-31 17 0 0,0 0 0 0 0,1 0 0 0 0,0 1 0 0 0,1-1 0 0 0,0 1 0 0 0,1 0 1 0 0,1 0-1 0 0,0 0 0 0 0,0 0 0 0 0,2 16 0 0 0,0-23 15 0 0,0-1 1 0 0,0 0 0 0 0,0 0-1 0 0,1 1 1 0 0,0-1 0 0 0,0 0-1 0 0,0 0 1 0 0,0 0 0 0 0,1-1-1 0 0,0 1 1 0 0,0-1 0 0 0,0 1 0 0 0,1-1-1 0 0,6 7 1 0 0,-4-6 10 0 0,1 0 0 0 0,0 0 1 0 0,0-1-1 0 0,0 0 0 0 0,0 0 0 0 0,1 0 1 0 0,0-1-1 0 0,13 4 0 0 0,4-2-23 0 0,-1-1-1 0 0,1-1 1 0 0,-1-1-1 0 0,1-1 1 0 0,34-3-1 0 0,-32-1-904 0 0,1 0 0 0 0,-2-2 0 0 0,33-10 0 0 0,30-17-6851 0 0,-59 19 2126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12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211 386 1936 0 0,'4'-15'2819'0'0,"-1"0"1"0"0,1-20-1 0 0,-1 10-1185 0 0,-2 22-1288 0 0,-1 3-327 0 0,0 0 0 0 0,0 0-1 0 0,0-1 1 0 0,0 1-1 0 0,1 0 1 0 0,-1-1-1 0 0,0 1 1 0 0,0 0-1 0 0,0-1 1 0 0,0 1-1 0 0,0 0 1 0 0,0-1-1 0 0,0 1 1 0 0,0 0-1 0 0,0-1 1 0 0,-1 1 0 0 0,1 0-1 0 0,0-1 1 0 0,0 1-1 0 0,0 0 1 0 0,0-1-1 0 0,0 1 1 0 0,0 0-1 0 0,-1 0 1 0 0,1-1-1 0 0,0 1 1 0 0,0 0-1 0 0,0 0 1 0 0,-1-1 0 0 0,1 1-1 0 0,0 0 1 0 0,0 0-1 0 0,-1 0 1 0 0,1-1-1 0 0,0 1 1 0 0,-1 0-1 0 0,1 0 1 0 0,0 0-1 0 0,-1 0 1 0 0,1 0-1 0 0,0 0 1 0 0,-1-1-1 0 0,1 1 1 0 0,0 0 0 0 0,-1 0-1 0 0,-13 9 122 0 0,14-9-148 0 0,-9 8 20 0 0,1 1 1 0 0,0-1 0 0 0,1 2 0 0 0,0-1 0 0 0,-9 16-1 0 0,-5 6 21 0 0,0-4-23 0 0,2 2 0 0 0,1 1 1 0 0,1 0-1 0 0,2 1 0 0 0,-18 49 0 0 0,28-45 49 0 0,5-34-50 0 0,0 1 0 0 0,0-1 0 0 0,0 1 0 0 0,0 0 0 0 0,0-1-1 0 0,1 1 1 0 0,-1 0 0 0 0,0-1 0 0 0,1 1 0 0 0,-1-1 0 0 0,1 1-1 0 0,0-1 1 0 0,0 1 0 0 0,-1-1 0 0 0,1 1 0 0 0,0-1 0 0 0,0 0-1 0 0,0 0 1 0 0,0 1 0 0 0,2 0 0 0 0,2 0 6 0 0,-1 1 0 0 0,1-1 0 0 0,0-1 0 0 0,0 1 1 0 0,0-1-1 0 0,0 0 0 0 0,0 0 0 0 0,0 0 0 0 0,0-1 0 0 0,1 0 0 0 0,-1 0 1 0 0,0 0-1 0 0,0 0 0 0 0,7-2 0 0 0,3-1 8 0 0,-1 0 1 0 0,0-1 0 0 0,0-1-1 0 0,18-7 1 0 0,-15 3-15 0 0,0-1 1 0 0,-1-1-1 0 0,0 0 0 0 0,-1 0 1 0 0,0-2-1 0 0,-1 0 1 0 0,0-1-1 0 0,-1 0 1 0 0,-1-1-1 0 0,0 0 0 0 0,-1-1 1 0 0,-1 0-1 0 0,0-1 1 0 0,-1 0-1 0 0,-1-1 1 0 0,-1 0-1 0 0,0 0 0 0 0,-2 0 1 0 0,0-1-1 0 0,-1 0 1 0 0,0 0-1 0 0,-2 0 1 0 0,0 0-1 0 0,-2-1 1 0 0,-1-19-1 0 0,0 30-28 0 0,0 0-1 0 0,-1 0 1 0 0,0-1 0 0 0,-1 1 0 0 0,0 1-1 0 0,-7-16 1 0 0,9 21 13 0 0,-1 1-1 0 0,1-1 0 0 0,-1 0 1 0 0,0 0-1 0 0,0 1 1 0 0,0-1-1 0 0,0 1 1 0 0,0-1-1 0 0,-1 1 0 0 0,1 0 1 0 0,-1 0-1 0 0,0 0 1 0 0,1 0-1 0 0,-1 1 0 0 0,0-1 1 0 0,0 1-1 0 0,0-1 1 0 0,0 1-1 0 0,0 0 1 0 0,0 0-1 0 0,-1 1 0 0 0,1-1 1 0 0,-6 0-1 0 0,0 2-7 0 0,1 0-1 0 0,-1 1 0 0 0,1 0 1 0 0,0 0-1 0 0,0 1 0 0 0,0 0 1 0 0,0 1-1 0 0,0-1 1 0 0,0 1-1 0 0,1 1 0 0 0,0 0 1 0 0,0 0-1 0 0,0 0 0 0 0,1 1 1 0 0,-1-1-1 0 0,1 2 1 0 0,-9 12-1 0 0,6-8 8 0 0,0 0 0 0 0,2 1 0 0 0,-1 0 0 0 0,2 1 0 0 0,-1-1 0 0 0,2 1 0 0 0,0 1 0 0 0,0-1 0 0 0,1 1 0 0 0,-3 22 0 0 0,6-31 12 0 0,1 0-1 0 0,-1 1 1 0 0,2-1-1 0 0,-1 1 1 0 0,0-1-1 0 0,1 1 1 0 0,0-1-1 0 0,0 0 1 0 0,1 1-1 0 0,-1-1 1 0 0,1 0-1 0 0,1 0 1 0 0,-1 0-1 0 0,6 8 1 0 0,-4-7 3 0 0,1 0 1 0 0,0-1 0 0 0,0 1-1 0 0,1-1 1 0 0,0-1 0 0 0,-1 1-1 0 0,2-1 1 0 0,-1 0 0 0 0,12 6-1 0 0,2-3 16 0 0,0 0 0 0 0,0 0-1 0 0,1-2 1 0 0,0-1-1 0 0,0 0 1 0 0,32 0 0 0 0,-19-3-5 0 0,-1-2 1 0 0,0-1 0 0 0,0-2 0 0 0,0-2 0 0 0,0 0 0 0 0,0-2 0 0 0,-2-2-1 0 0,1-1 1 0 0,-1-1 0 0 0,0-2 0 0 0,-2-1 0 0 0,53-34 0 0 0,-57 29 74 0 0,-1-1 0 0 0,-1-1 0 0 0,-1-1 0 0 0,-1-1 1 0 0,-1-1-1 0 0,-1-1 0 0 0,27-49 0 0 0,21-45 1939 0 0,-39 74-1504 0 0,-26 44-495 0 0,-2 2-31 0 0,1 1 0 0 0,-1-1-1 0 0,1 1 1 0 0,-1-1 0 0 0,0 1-1 0 0,0-1 1 0 0,1 1 0 0 0,-1-1-1 0 0,0 1 1 0 0,0 0 0 0 0,1-1-1 0 0,-1 1 1 0 0,0-1 0 0 0,0 1-1 0 0,0 0 1 0 0,0-1 0 0 0,0 1-1 0 0,0-1 1 0 0,0 1 0 0 0,0 0-1 0 0,0 0 1 0 0,-100 521 935 0 0,-24 1-207 0 0,47-205-521 0 0,-88 455 213 0 0,163-761-408 0 0,-8 61 158 0 0,9-66-83 0 0,1 0 1 0 0,0 1-1 0 0,0-1 0 0 0,1 0 1 0 0,0 1-1 0 0,0-1 1 0 0,5 11-1 0 0,-6-16-57 0 0,1 0-1 0 0,0 0 1 0 0,0 0 0 0 0,0 0-1 0 0,0-1 1 0 0,1 1 0 0 0,-1 0-1 0 0,0-1 1 0 0,1 1 0 0 0,-1-1 0 0 0,1 1-1 0 0,0-1 1 0 0,-1 0 0 0 0,1 0-1 0 0,0 0 1 0 0,0 0 0 0 0,0 0-1 0 0,0 0 1 0 0,-1 0 0 0 0,1-1-1 0 0,0 1 1 0 0,0-1 0 0 0,1 1-1 0 0,-1-1 1 0 0,0 0 0 0 0,0 0 0 0 0,0 0-1 0 0,0 0 1 0 0,0 0 0 0 0,0 0-1 0 0,4-1 1 0 0,1-1 12 0 0,0 0 0 0 0,0 0 0 0 0,-1 0 0 0 0,1-1-1 0 0,-1 0 1 0 0,1 0 0 0 0,-1 0 0 0 0,8-6 0 0 0,-2-2-4 0 0,1 0-1 0 0,-1-1 1 0 0,-1 0-1 0 0,0 0 1 0 0,-1-2-1 0 0,0 1 1 0 0,-1-1-1 0 0,14-29 1 0 0,-9 12-37 0 0,-1-1 0 0 0,-2-1 0 0 0,10-43 0 0 0,-18 57-5 0 0,0 0 0 0 0,0 0 0 0 0,-2 0 0 0 0,0 0 0 0 0,-2 0 0 0 0,0 0 0 0 0,-1 0 0 0 0,-1 0 0 0 0,-6-22 0 0 0,2 16-5 0 0,-2 0 0 0 0,-1 1 0 0 0,-1 0 0 0 0,-1 1 0 0 0,0 0 0 0 0,-17-22 0 0 0,1 8 3 0 0,-1 2 0 0 0,-57-55 0 0 0,-76-44 90 0 0,119 102 111 0 0,15 14 35 0 0,1-2 0 0 0,1-2 0 0 0,1 0 0 0 0,-41-47 0 0 0,63 65-234 0 0,0-1-1 0 0,0 1 0 0 0,1 0 1 0 0,-1-1-1 0 0,1 1 1 0 0,0-1-1 0 0,0 0 0 0 0,1 0 1 0 0,-1 0-1 0 0,1 0 0 0 0,0 0 1 0 0,1 0-1 0 0,-1 0 1 0 0,1 0-1 0 0,0 0 0 0 0,0 0 1 0 0,0 0-1 0 0,1 0 1 0 0,2-10-1 0 0,0 6-115 0 0,1-1 0 0 0,1 1 1 0 0,-1 0-1 0 0,2 0 0 0 0,-1 0 1 0 0,1 0-1 0 0,0 1 0 0 0,14-14 0 0 0,5-2-582 0 0,0 2-1 0 0,1 0 0 0 0,1 2 1 0 0,57-33-1 0 0,131-51-5120 0 0,-181 88 4509 0 0,35-15-2776 0 0,4 0-1860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14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523 162 1212 0 0,'3'-9'952'0'0,"0"0"0"0"0,0 0-1 0 0,-1-1 1 0 0,0 1 0 0 0,-1 0 0 0 0,0-1-1 0 0,0 1 1 0 0,-1-1 0 0 0,-2-17 0 0 0,-7-6 549 0 0,9 32-1483 0 0,0 0-1 0 0,-1 0 0 0 0,0 0 1 0 0,1 0-1 0 0,-1 0 0 0 0,1 0 0 0 0,-1 0 1 0 0,0 0-1 0 0,0 0 0 0 0,0 0 0 0 0,1 1 1 0 0,-1-1-1 0 0,0 0 0 0 0,0 0 1 0 0,0 1-1 0 0,0-1 0 0 0,0 1 0 0 0,0-1 1 0 0,-1 1-1 0 0,1 0 0 0 0,0-1 0 0 0,0 1 1 0 0,0 0-1 0 0,0 0 0 0 0,-2-1 1 0 0,-5 2-7 0 0,-1 1 0 0 0,1-1 1 0 0,-1 1-1 0 0,1 1 0 0 0,0 0 1 0 0,0 0-1 0 0,0 0 0 0 0,0 1 1 0 0,1 0-1 0 0,-1 1 0 0 0,-10 8 1 0 0,-13 11 8 0 0,-33 33 1 0 0,57-50-16 0 0,-154 156 88 0 0,142-141-84 0 0,1 2 0 0 0,0 0 0 0 0,2 1 0 0 0,1 1 0 0 0,-19 44 1 0 0,32-65 7 0 0,-1 1 0 0 0,1 0 1 0 0,1-1-1 0 0,-1 1 1 0 0,1 0-1 0 0,0 0 1 0 0,0 0-1 0 0,1 0 1 0 0,0 0-1 0 0,0 0 1 0 0,0 0-1 0 0,1 0 1 0 0,-1 0-1 0 0,4 10 1 0 0,-3-15-9 0 0,0 1 1 0 0,1-1 0 0 0,-1 1-1 0 0,1-1 1 0 0,-1 1 0 0 0,1-1-1 0 0,-1 0 1 0 0,1 0 0 0 0,0 0-1 0 0,0 0 1 0 0,-1 0 0 0 0,1 0 0 0 0,0 0-1 0 0,0 0 1 0 0,0-1 0 0 0,0 1-1 0 0,3 0 1 0 0,-4-1-8 0 0,3 1 5 0 0,0-1-1 0 0,1 1 1 0 0,-1-1-1 0 0,1 1 1 0 0,-1-1 0 0 0,1-1-1 0 0,-1 1 1 0 0,0-1-1 0 0,1 1 1 0 0,-1-1-1 0 0,0-1 1 0 0,1 1-1 0 0,4-3 1 0 0,5-2 0 0 0,1-1 1 0 0,14-11-1 0 0,-25 16-4 0 0,13-10-9 0 0,0 0 0 0 0,-1-1 0 0 0,-1-1 0 0 0,0 0 0 0 0,-1-1 0 0 0,13-19 0 0 0,67-106-23 0 0,-73 106 7 0 0,13-25 63 0 0,19-26-125 0 0,-51 82 55 0 0,-1 5-50 0 0,0-1 72 0 0,-1 1 0 0 0,1-1-1 0 0,0 1 1 0 0,-1 0 0 0 0,1-1 0 0 0,-1 1 0 0 0,1 0-1 0 0,-1-1 1 0 0,0 1 0 0 0,0 0 0 0 0,0-1 0 0 0,0 1-1 0 0,0 2 1 0 0,-5 35 5 0 0,-18 66 0 0 0,13-60 13 0 0,-4 12 39 0 0,-7 87 1 0 0,17-81 391 0 0,4-63-439 0 0,0 1-1 0 0,0-1 0 0 0,0 0 1 0 0,0 1-1 0 0,0-1 1 0 0,0 1-1 0 0,0-1 0 0 0,0 0 1 0 0,0 1-1 0 0,0-1 0 0 0,0 0 1 0 0,0 1-1 0 0,0-1 1 0 0,0 0-1 0 0,0 1 0 0 0,0-1 1 0 0,1 0-1 0 0,-1 0 0 0 0,0 1 1 0 0,0-1-1 0 0,0 0 1 0 0,1 0-1 0 0,-1 1 0 0 0,0-1 1 0 0,0 0-1 0 0,1 0 0 0 0,-1 1 1 0 0,0-1-1 0 0,1 0 1 0 0,-1 0-1 0 0,0 0 0 0 0,0 0 1 0 0,1 1-1 0 0,-1-1 0 0 0,0 0 1 0 0,1 0-1 0 0,-1 0 1 0 0,0 0-1 0 0,1 0 0 0 0,-1 0 1 0 0,1 0-1 0 0,-1 0 0 0 0,0 0 1 0 0,1 0-1 0 0,-1 0 1 0 0,0 0-1 0 0,1 0 0 0 0,-1 0 1 0 0,0 0-1 0 0,1-1 0 0 0,-1 1 1 0 0,0 0-1 0 0,0 0 1 0 0,1 0-1 0 0,-1 0 0 0 0,0-1 1 0 0,1 1-1 0 0,-1 0 0 0 0,0 0 1 0 0,0-1-1 0 0,1 1 1 0 0,-1-1-1 0 0,20-15 63 0 0,-18 14-68 0 0,18-19 12 0 0,-1-1 0 0 0,-2 0 1 0 0,26-42-1 0 0,5-6-30 0 0,-36 54 11 0 0,68-84-40 0 0,-70 89 13 0 0,1 1-1 0 0,0-1 1 0 0,1 2 0 0 0,0 0 0 0 0,0 0 0 0 0,17-8 0 0 0,-27 16 28 0 0,1 0 0 0 0,-1 0 0 0 0,1 1 0 0 0,0-1 0 0 0,-1 1 1 0 0,1-1-1 0 0,-1 1 0 0 0,1 0 0 0 0,0 0 0 0 0,-1 0 1 0 0,1 1-1 0 0,0-1 0 0 0,-1 0 0 0 0,1 1 0 0 0,-1 0 0 0 0,1 0 1 0 0,3 1-1 0 0,-2 0-1 0 0,0 0 1 0 0,0 0 0 0 0,0 1-1 0 0,-1-1 1 0 0,1 1-1 0 0,-1 0 1 0 0,1-1 0 0 0,-1 2-1 0 0,0-1 1 0 0,3 4 0 0 0,2 5 11 0 0,-1 1 1 0 0,0 0 0 0 0,-1 0 0 0 0,-1 0 0 0 0,0 1 0 0 0,0 0-1 0 0,-2 0 1 0 0,1 0 0 0 0,-2 1 0 0 0,1 14 0 0 0,-1-9 47 0 0,-2 0 0 0 0,0 0 1 0 0,-2 1-1 0 0,0-1 0 0 0,-1 0 1 0 0,-9 32-1 0 0,-10 6 1216 0 0,22-56-1091 0 0,-3-1-19 0 0,-7 2-14 0 0,7-3-39 0 0,3-2-14 0 0,-1-5-73 0 0,0 1-1 0 0,0-1 1 0 0,1 0 0 0 0,0 1 0 0 0,0-1-1 0 0,1 1 1 0 0,-1-1 0 0 0,2 0 0 0 0,-1 1 0 0 0,1-1-1 0 0,2-6 1 0 0,5-10-32 0 0,20-38 0 0 0,-17 39-2 0 0,1 1 0 0 0,1 0 0 0 0,2 2 0 0 0,-1-1 0 0 0,33-28 0 0 0,-35 35-17 0 0,1 1-1 0 0,1 1 1 0 0,0 1-1 0 0,1 0 1 0 0,-1 0-1 0 0,2 2 1 0 0,-1 0-1 0 0,25-8 1 0 0,-37 16 18 0 0,1-1 1 0 0,0 1-1 0 0,-1 0 1 0 0,1 0-1 0 0,-1 0 1 0 0,1 1-1 0 0,8 1 1 0 0,-8-1 4 0 0,-3 0 10 0 0,0 0-1 0 0,0 0 1 0 0,0-1 0 0 0,0 1 0 0 0,0 0 0 0 0,-1 1 0 0 0,1-1 0 0 0,0 0-1 0 0,0 0 1 0 0,-1 1 0 0 0,1-1 0 0 0,-1 1 0 0 0,0 0 0 0 0,1-1 0 0 0,-1 1-1 0 0,0 0 1 0 0,0 0 0 0 0,0 0 0 0 0,1 3 0 0 0,11 36-3 0 0,-12-30 14 0 0,0 0 1 0 0,0-1-1 0 0,-1 1 0 0 0,-1 0 0 0 0,0 0 0 0 0,-3 17 0 0 0,-22 65 61 0 0,14-54-48 0 0,-1 0-13 0 0,-4 18 103 0 0,17-55-65 0 0,4 1-6 0 0,-4-3-39 0 0,0 0 0 0 0,1 1-1 0 0,-1-1 1 0 0,0 0 0 0 0,0 1 0 0 0,1-1 0 0 0,-1 0 0 0 0,0 0-1 0 0,0 1 1 0 0,1-1 0 0 0,-1 0 0 0 0,0 0 0 0 0,1 1 0 0 0,-1-1-1 0 0,0 0 1 0 0,1 0 0 0 0,-1 0 0 0 0,0 0 0 0 0,1 1 0 0 0,-1-1-1 0 0,1 0 1 0 0,-1 0 0 0 0,0 0 0 0 0,1 0 0 0 0,-1 0 0 0 0,1 0-1 0 0,6-2-4 0 0,0 0 0 0 0,0 0 0 0 0,-1-1 0 0 0,1 0 0 0 0,-1 0 0 0 0,0 0-1 0 0,0-1 1 0 0,0 0 0 0 0,8-7 0 0 0,49-48-426 0 0,-58 55 387 0 0,53-60-417 0 0,83-119 0 0 0,-78 97 1128 0 0,-48 70-560 0 0,-14 16-111 0 0,-1 0 1 0 0,0 0 0 0 0,0 0 0 0 0,0 0 0 0 0,1 0 0 0 0,-1 0 0 0 0,0 1-1 0 0,0-1 1 0 0,0 0 0 0 0,1 0 0 0 0,-1 0 0 0 0,0 0 0 0 0,0 0 0 0 0,0 0-1 0 0,0 0 1 0 0,1 1 0 0 0,-1-1 0 0 0,0 0 0 0 0,0 0 0 0 0,0 0 0 0 0,0 0-1 0 0,0 1 1 0 0,0-1 0 0 0,1 0 0 0 0,-1 0 0 0 0,0 0 0 0 0,0 0 0 0 0,0 1-1 0 0,0-1 1 0 0,0 0 0 0 0,0 0 0 0 0,0 0 0 0 0,0 1 0 0 0,0-1 0 0 0,0 0-1 0 0,0 0 1 0 0,0 0 0 0 0,0 1 0 0 0,0-1 0 0 0,0 0 0 0 0,0 0 0 0 0,0 0-1 0 0,0 1 1 0 0,-1-1 0 0 0,-7 40-39 0 0,-14 24 68 0 0,-16 58 16 0 0,35-106-2 0 0,0 1 0 0 0,0-1-1 0 0,1 1 1 0 0,2 0-1 0 0,0 23 1 0 0,0-37-27 0 0,1-1 1 0 0,-1 1-1 0 0,1-1 1 0 0,-1 1-1 0 0,1-1 1 0 0,0 0-1 0 0,0 0 0 0 0,0 1 1 0 0,0-1-1 0 0,0 0 1 0 0,1 0-1 0 0,-1 0 1 0 0,1 0-1 0 0,-1 0 1 0 0,1 0-1 0 0,0-1 1 0 0,-1 1-1 0 0,1 0 0 0 0,0-1 1 0 0,0 1-1 0 0,0-1 1 0 0,1 0-1 0 0,-1 0 1 0 0,0 0-1 0 0,0 0 1 0 0,1 0-1 0 0,-1 0 1 0 0,4 0-1 0 0,1 0 11 0 0,0 0 0 0 0,0 0-1 0 0,0-1 1 0 0,-1 0 0 0 0,1 0 0 0 0,0-1-1 0 0,0 1 1 0 0,0-2 0 0 0,9-2 0 0 0,6-3 2 0 0,0-1 1 0 0,-1-2-1 0 0,-1 0 1 0 0,0-1-1 0 0,0-1 1 0 0,-1 0-1 0 0,0-2 1 0 0,24-23-1 0 0,-16 10 16 0 0,-1-1-1 0 0,-1-1 1 0 0,-2-1 0 0 0,26-44 0 0 0,17-32 1413 0 0,-65 104-1465 0 0,-5 20-45 0 0,-51 116 87 0 0,27-71 83 0 0,-67 172 643 0 0,-47 107 329 0 0,86-213-786 0 0,-60 123 2 0 0,96-214-80 0 0,-3 0-1 0 0,-1-2 1 0 0,-2 0 0 0 0,-39 41 0 0 0,55-66-38 0 0,-1-1 0 0 0,0 0 0 0 0,-1-1 0 0 0,0 0 0 0 0,-1-1 0 0 0,0 0 0 0 0,0-1 1 0 0,-19 7-1 0 0,26-11-112 0 0,0-1 1 0 0,0-1-1 0 0,0 1 1 0 0,-1-1 0 0 0,1 0-1 0 0,0 0 1 0 0,-1-1-1 0 0,1 1 1 0 0,0-1 0 0 0,-1-1-1 0 0,1 1 1 0 0,0-1-1 0 0,-1-1 1 0 0,1 1 0 0 0,0-1-1 0 0,0 0 1 0 0,0 0 0 0 0,0-1-1 0 0,0 1 1 0 0,1-1-1 0 0,-11-8 1 0 0,9 6-56 0 0,0-1 0 0 0,1 0 0 0 0,0-1 0 0 0,0 1 0 0 0,0-1 0 0 0,1 0-1 0 0,0-1 1 0 0,0 1 0 0 0,1-1 0 0 0,0 0 0 0 0,0 0 0 0 0,1-1 0 0 0,0 1 0 0 0,0-1 0 0 0,1 1 0 0 0,0-1 0 0 0,1 0 0 0 0,0 0 0 0 0,0-14-1 0 0,2 6-108 0 0,0 1-1 0 0,1 0 0 0 0,1 0 1 0 0,1 0-1 0 0,1 0 0 0 0,0 1 0 0 0,0-1 1 0 0,2 1-1 0 0,16-28 0 0 0,5-1-699 0 0,2 1 1 0 0,2 1-1 0 0,1 1 0 0 0,3 2 0 0 0,1 2 0 0 0,76-59 0 0 0,-48 49-1986 0 0,2 2 0 0 0,2 4-1 0 0,132-57 1 0 0,-113 61-2626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15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144 946 1444 0 0,'-7'0'621'0'0,"-1"1"-1"0"0,1 0 1 0 0,-1 0-1 0 0,1 0 1 0 0,0 1-1 0 0,-1 0 1 0 0,1 0-1 0 0,0 1 1 0 0,0 0-1 0 0,0 0 1 0 0,-10 8-1 0 0,13-9-525 0 0,0 1-1 0 0,1 0 1 0 0,0 0-1 0 0,-1 0 0 0 0,1 0 1 0 0,0 1-1 0 0,1-1 1 0 0,-1 1-1 0 0,0 0 0 0 0,1 0 1 0 0,0 0-1 0 0,0 0 1 0 0,0 0-1 0 0,1 0 1 0 0,-1 1-1 0 0,1-1 0 0 0,0 1 1 0 0,0-1-1 0 0,1 0 1 0 0,-1 9-1 0 0,1-11-43 0 0,0 1 0 0 0,0-1 1 0 0,1 1-1 0 0,-1-1 0 0 0,1 0 0 0 0,-1 1 0 0 0,1-1 1 0 0,0 0-1 0 0,0 1 0 0 0,0-1 0 0 0,0 0 1 0 0,0 0-1 0 0,0 0 0 0 0,1 0 0 0 0,-1 0 0 0 0,1 0 1 0 0,-1 0-1 0 0,1 0 0 0 0,0-1 0 0 0,0 1 0 0 0,0 0 1 0 0,0-1-1 0 0,0 0 0 0 0,0 1 0 0 0,0-1 0 0 0,0 0 1 0 0,1 0-1 0 0,-1 0 0 0 0,0-1 0 0 0,1 1 1 0 0,-1 0-1 0 0,0-1 0 0 0,4 1 0 0 0,6 0 80 0 0,-1 0 0 0 0,1-1 0 0 0,-1 0 0 0 0,1-1 0 0 0,18-3 0 0 0,2-2-66 0 0,-1-1 0 0 0,1-2 0 0 0,-1-1 0 0 0,-1-2 0 0 0,0-1 0 0 0,-1-1 0 0 0,37-24 1 0 0,-31 14-25 0 0,-2-1 1 0 0,0-2 0 0 0,-2-1 0 0 0,-1-1-1 0 0,29-37 1 0 0,-20 15-20 0 0,-2-1 1 0 0,54-101-1 0 0,-50 70-37 0 0,37-111 1 0 0,-59 139 91 0 0,-2 0 0 0 0,16-98 0 0 0,-31 140-144 0 0,-16 23 23 0 0,0 5 64 0 0,1 1-1 0 0,1 1 0 0 0,1 0 0 0 0,-15 30 0 0 0,6-11-13 0 0,-138 251-2 0 0,116-200 34 0 0,-43 131-1 0 0,77-193-21 0 0,1 1-1 0 0,-6 45 1 0 0,11-63-3 0 0,2 0 0 0 0,-1 1 0 0 0,1-1 0 0 0,0 0-1 0 0,1 1 1 0 0,0-1 0 0 0,1 0 0 0 0,-1 0 0 0 0,1 0 0 0 0,1 0 0 0 0,0 0 0 0 0,7 14 0 0 0,-8-18-25 0 0,1 0 1 0 0,0 0 0 0 0,0 0 0 0 0,1-1-1 0 0,-1 1 1 0 0,1-1 0 0 0,-1 0-1 0 0,1 0 1 0 0,0 0 0 0 0,0-1 0 0 0,0 0-1 0 0,1 1 1 0 0,-1-1 0 0 0,1-1 0 0 0,-1 1-1 0 0,1-1 1 0 0,-1 1 0 0 0,1-1-1 0 0,0-1 1 0 0,0 1 0 0 0,-1-1 0 0 0,1 1-1 0 0,0-1 1 0 0,0-1 0 0 0,9-1 0 0 0,-2 0-87 0 0,0-1-1 0 0,0 0 1 0 0,0-1 0 0 0,0 0 0 0 0,0-1 0 0 0,-1 0 0 0 0,0-1 0 0 0,20-14 0 0 0,-14 6 23 0 0,-1 0 0 0 0,-1-1-1 0 0,0 0 1 0 0,-1-2 0 0 0,23-32-1 0 0,49-99 1214 0 0,-85 147-1116 0 0,28-54 833 0 0,-28 52-828 0 0,0 5-33 0 0,-1-1 6 0 0,0 1 1 0 0,0-1-1 0 0,0 1 0 0 0,0-1 0 0 0,0 1 0 0 0,0 0 0 0 0,0-1 0 0 0,0 1 0 0 0,-1-1 0 0 0,1 1 0 0 0,-1-1 0 0 0,1 0 0 0 0,-1 1 0 0 0,0 1 0 0 0,0-3 0 0 0,-6 19 5 0 0,-40 114 0 0 0,39-108 10 0 0,2 0 0 0 0,1 1 0 0 0,-3 34-1 0 0,7-55 3 0 0,1 0-1 0 0,0 0 0 0 0,0 0 1 0 0,1 0-1 0 0,-1 0 0 0 0,1 0 0 0 0,0-1 1 0 0,0 1-1 0 0,1 0 0 0 0,0-1 1 0 0,-1 1-1 0 0,2-1 0 0 0,-1 1 1 0 0,0-1-1 0 0,1 0 0 0 0,0 0 0 0 0,0 0 1 0 0,0 0-1 0 0,0 0 0 0 0,6 4 1 0 0,-4-4-1 0 0,0-1-1 0 0,0 0 1 0 0,0-1 0 0 0,1 1 0 0 0,-1-1 0 0 0,0 0 0 0 0,1 0 0 0 0,0-1 0 0 0,-1 1 0 0 0,1-1 0 0 0,0 0 0 0 0,0-1 0 0 0,-1 0-1 0 0,1 0 1 0 0,0 0 0 0 0,0 0 0 0 0,7-2 0 0 0,0-1-4 0 0,-1-1 1 0 0,0 1-1 0 0,0-2 0 0 0,0 0 0 0 0,0 0 0 0 0,-1-1 1 0 0,0-1-1 0 0,0 0 0 0 0,-1 0 0 0 0,1-1 1 0 0,-2 0-1 0 0,1-1 0 0 0,15-18 0 0 0,4-10 123 0 0,-2 0 1 0 0,33-61-1 0 0,-53 86-49 0 0,24-47 318 0 0,-29 57-425 0 0,-2 3-56 0 0,0-1 76 0 0,1 0 0 0 0,-1 0-1 0 0,0 0 1 0 0,1 0 0 0 0,-1 0 0 0 0,1 1-1 0 0,-1-1 1 0 0,0 0 0 0 0,1 0 0 0 0,-1 1-1 0 0,0-1 1 0 0,0 0 0 0 0,1 1 0 0 0,-1-1-1 0 0,0 0 1 0 0,0 1 0 0 0,1-1 0 0 0,-1 0 0 0 0,0 1-1 0 0,0-1 1 0 0,0 0 0 0 0,0 1 0 0 0,1-1-1 0 0,-1 1 1 0 0,0-1 0 0 0,0 0 0 0 0,0 1-1 0 0,0-1 1 0 0,0 1 0 0 0,0-1 0 0 0,0 0 0 0 0,0 1-1 0 0,0-1 1 0 0,0 1 0 0 0,0-1 0 0 0,-1 0-1 0 0,1 1 1 0 0,0 0 0 0 0,-2 14-10 0 0,2-15 12 0 0,-2 13-1 0 0,1-1 1 0 0,0 0 0 0 0,0 1-1 0 0,1-1 1 0 0,1 1-1 0 0,0-1 1 0 0,1 0-1 0 0,0 0 1 0 0,1 0-1 0 0,0 0 1 0 0,6 13-1 0 0,-6-19 16 0 0,-1 1-1 0 0,1-1 1 0 0,1 0-1 0 0,-1 0 1 0 0,1 0-1 0 0,0 0 1 0 0,1-1-1 0 0,-1 1 1 0 0,1-1-1 0 0,0 0 1 0 0,0-1-1 0 0,1 1 0 0 0,-1-1 1 0 0,1 0-1 0 0,0 0 1 0 0,0-1-1 0 0,1 0 1 0 0,-1 0-1 0 0,0 0 1 0 0,12 2-1 0 0,-12-3 1 0 0,0-1 0 0 0,1-1 0 0 0,-1 1 0 0 0,0-1 0 0 0,1 0 0 0 0,-1 0 0 0 0,0-1 0 0 0,1 0 0 0 0,-1 0 0 0 0,0 0 0 0 0,0-1 0 0 0,0 0 0 0 0,0 0 0 0 0,9-5 1 0 0,-8 3-8 0 0,0-1 0 0 0,0 0 1 0 0,0 0-1 0 0,-1-1 0 0 0,0 0 1 0 0,0 0-1 0 0,0 0 1 0 0,-1-1-1 0 0,0 1 0 0 0,4-9 1 0 0,-1 1-3 0 0,-1-1 0 0 0,0 0 0 0 0,-1 0-1 0 0,-1-1 1 0 0,0 1 0 0 0,-1-1 0 0 0,-1 0 0 0 0,-1 0 0 0 0,0-1 0 0 0,-1-31 0 0 0,-2 38-36 0 0,0 0 0 0 0,-1-1 0 0 0,0 1 0 0 0,-1 0 1 0 0,0 0-1 0 0,-1 0 0 0 0,0 1 0 0 0,0-1 0 0 0,-1 1 1 0 0,-1 0-1 0 0,1 0 0 0 0,-1 1 0 0 0,-1 0 0 0 0,0 0 1 0 0,-12-12-1 0 0,18 19-58 0 0,-1 1 1 0 0,1-1-1 0 0,-1 0 0 0 0,0 0 1 0 0,0 1-1 0 0,1-1 0 0 0,-1 1 1 0 0,0 0-1 0 0,0-1 1 0 0,1 1-1 0 0,-1 0 0 0 0,0 0 1 0 0,0 0-1 0 0,0 0 0 0 0,0 1 1 0 0,-2-1-1 0 0,2 1-22 0 0,1-1 49 0 0,0 0-1 0 0,0 1 0 0 0,1-1 0 0 0,-1 0 1 0 0,0 1-1 0 0,0-1 0 0 0,0 1 0 0 0,1 0 1 0 0,-1-1-1 0 0,0 1 0 0 0,1-1 0 0 0,-1 1 1 0 0,0 0-1 0 0,1-1 0 0 0,-1 1 0 0 0,1 0 0 0 0,-1 0 1 0 0,1 0-1 0 0,-1-1 0 0 0,1 1 0 0 0,0 0 1 0 0,-1 0-1 0 0,1 0 0 0 0,0 0 0 0 0,0 0 1 0 0,0 0-1 0 0,0 0 0 0 0,0 0 0 0 0,0 1 1 0 0,2 24-1153 0 0,1-22 987 0 0,-1 0-1 0 0,1 0 0 0 0,0 0 1 0 0,0 0-1 0 0,0 0 0 0 0,1-1 1 0 0,-1 0-1 0 0,1 0 0 0 0,7 5 0 0 0,-3-2-309 0 0,1 0-1 0 0,0-1 0 0 0,14 5 1 0 0,-5-4-587 0 0,0 0 1 0 0,0-1-1 0 0,36 4 0 0 0,-24-7 15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16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261 358 1832 0 0,'10'-5'881'0'0,"0"0"0"0"0,0-1 0 0 0,0-1 0 0 0,-1 1 0 0 0,0-2 0 0 0,0 1 0 0 0,13-16 0 0 0,12-16 1927 0 0,-32 37-2543 0 0,-11 12-109 0 0,1 1-1 0 0,-10 14 1 0 0,-1 3 205 0 0,-9 8-64 0 0,1 2 0 0 0,3 0 0 0 0,1 2-1 0 0,-21 48 1 0 0,43-84-269 0 0,-1 0-1 0 0,1 0 0 0 0,0 0 0 0 0,0-1 1 0 0,1 1-1 0 0,-1 1 0 0 0,1-1 0 0 0,-1 0 1 0 0,1 0-1 0 0,1 0 0 0 0,-1 0 0 0 0,1 0 1 0 0,-1 0-1 0 0,3 6 0 0 0,-2-8 3 0 0,0 0 0 0 0,0 0 0 0 0,0 0-1 0 0,0 0 1 0 0,0 0 0 0 0,0-1 0 0 0,1 1-1 0 0,-1 0 1 0 0,1-1 0 0 0,-1 1 0 0 0,1-1 0 0 0,0 0-1 0 0,-1 1 1 0 0,1-1 0 0 0,0 0 0 0 0,0 0-1 0 0,0 0 1 0 0,0 0 0 0 0,0-1 0 0 0,0 1 0 0 0,0 0-1 0 0,0-1 1 0 0,0 1 0 0 0,1-1 0 0 0,-1 0 0 0 0,0 0-1 0 0,3 0 1 0 0,3 0 42 0 0,0-1 1 0 0,0-1-1 0 0,0 1 0 0 0,-1-1 1 0 0,1 0-1 0 0,-1-1 0 0 0,1 1 1 0 0,-1-2-1 0 0,0 1 1 0 0,0-1-1 0 0,12-8 0 0 0,-5 0 61 0 0,1 1 0 0 0,-2-2 0 0 0,24-26 0 0 0,-28 28-68 0 0,0 0-1 0 0,-1-1 1 0 0,0 0-1 0 0,-1 0 1 0 0,-1-1-1 0 0,0 0 1 0 0,0 0 0 0 0,-1-1-1 0 0,-1 1 1 0 0,0-1-1 0 0,3-28 1 0 0,-6 33-60 0 0,-1 0 0 0 0,0-1 0 0 0,-1 1 0 0 0,0 0 0 0 0,0-1 0 0 0,-1 1 0 0 0,0 0 0 0 0,0 0 0 0 0,-1 0 0 0 0,-1 0 0 0 0,1 1 0 0 0,-1-1 0 0 0,-1 1 0 0 0,0 0 0 0 0,0 0 0 0 0,0 0 0 0 0,-1 1 0 0 0,0 0 0 0 0,-9-8 0 0 0,-4-1-393 0 0,0 1 0 0 0,-1 0 0 0 0,0 2 0 0 0,-1 0 0 0 0,-44-19 0 0 0,-121-33-6838 0 0,163 58 5829 0 0,-27-8-3031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16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23 1676 0 0,'-62'-6'4751'0'0,"-42"-1"3889"0"0,156-2-7938 0 0,508 8-1533 0 0,-260 4-4274 0 0,-229-3 1916 0 0,-2-2-1051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17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5 230 1612 0 0,'-2'-9'1144'0'0,"1"0"0"0"0,0 0 0 0 0,1 0 0 0 0,0-1 0 0 0,0 1 0 0 0,1 0 0 0 0,0 0 0 0 0,3-10 0 0 0,-3 16-1063 0 0,0 0 0 0 0,0 0 0 0 0,0 0 0 0 0,0 0 0 0 0,0 1 0 0 0,1-1 0 0 0,0 1 0 0 0,-1-1 0 0 0,1 1 0 0 0,0-1 0 0 0,0 1 0 0 0,0 0 0 0 0,0 0 0 0 0,1 0 0 0 0,-1 0 1 0 0,1 0-1 0 0,-1 1 0 0 0,1-1 0 0 0,0 1 0 0 0,-1-1 0 0 0,1 1 0 0 0,0 0 0 0 0,0 0 0 0 0,0 1 0 0 0,0-1 0 0 0,0 0 0 0 0,0 1 0 0 0,4 0 0 0 0,6 0-54 0 0,0 0-1 0 0,0 1 1 0 0,0 1 0 0 0,0 1 0 0 0,-1 0-1 0 0,1 0 1 0 0,-1 1 0 0 0,1 1-1 0 0,-1 0 1 0 0,0 0 0 0 0,-1 1-1 0 0,16 12 1 0 0,-10-7-25 0 0,-1 1 0 0 0,0 1 0 0 0,-1 1 0 0 0,-1 0-1 0 0,0 1 1 0 0,-1 0 0 0 0,16 24 0 0 0,-24-30 10 0 0,0 0-1 0 0,0 0 1 0 0,-1 0 0 0 0,0 0 0 0 0,0 1-1 0 0,-1 0 1 0 0,-1-1 0 0 0,0 1 0 0 0,0 0-1 0 0,-1 0 1 0 0,0 0 0 0 0,0 0 0 0 0,-2 18-1 0 0,-1-15 34 0 0,-1 1-1 0 0,0-1 1 0 0,-1 0-1 0 0,0 0 0 0 0,-1 0 1 0 0,-1 0-1 0 0,0-1 0 0 0,0 0 1 0 0,-14 18-1 0 0,14-21 196 0 0,-2-1-1 0 0,1 1 1 0 0,-1-1-1 0 0,0-1 1 0 0,-15 12 0 0 0,22-18-201 0 0,0-1 0 0 0,-1 1 0 0 0,1 0 0 0 0,0-1 1 0 0,-1 1-1 0 0,1-1 0 0 0,0 0 0 0 0,-1 1 1 0 0,1-1-1 0 0,-1 0 0 0 0,1 0 0 0 0,0 0 1 0 0,-1 0-1 0 0,1 0 0 0 0,-1 0 0 0 0,1 0 1 0 0,0 0-1 0 0,-1-1 0 0 0,1 1 0 0 0,-2-1 1 0 0,1 0-61 0 0,1 0 31 0 0,0 0-1 0 0,0 0 1 0 0,0 0 0 0 0,0 0-1 0 0,0 0 1 0 0,1 0-1 0 0,-1-1 1 0 0,0 1 0 0 0,1 0-1 0 0,-1-1 1 0 0,1 1 0 0 0,-1 0-1 0 0,1-1 1 0 0,-1 1 0 0 0,1-1-1 0 0,0 1 1 0 0,0-1 0 0 0,0-2-1 0 0,0-4 0 0 0,0 0 0 0 0,1 1 0 0 0,0-1-1 0 0,1 0 1 0 0,-1 0 0 0 0,1 1 0 0 0,1-1-1 0 0,0 1 1 0 0,0 0 0 0 0,5-9 0 0 0,2-3-22 0 0,1 1 1 0 0,21-26 0 0 0,-9 17-11 0 0,1 1 0 0 0,2 2 1 0 0,0 0-1 0 0,1 2 0 0 0,2 0 1 0 0,0 2-1 0 0,1 2 0 0 0,1 1 1 0 0,35-15-1 0 0,-60 29 5 0 0,0 1 0 0 0,0 0 0 0 0,0 0 0 0 0,1 1 0 0 0,-1 0 0 0 0,0 0 0 0 0,1 0 0 0 0,-1 1 0 0 0,1 0 0 0 0,-1 0 0 0 0,1 1 0 0 0,-1-1 0 0 0,7 3 0 0 0,-10-2 12 0 0,1 0 1 0 0,0 0 0 0 0,-1 1-1 0 0,1 0 1 0 0,-1-1-1 0 0,0 1 1 0 0,1 1 0 0 0,-1-1-1 0 0,0 0 1 0 0,0 1-1 0 0,-1 0 1 0 0,1-1-1 0 0,0 1 1 0 0,-1 0 0 0 0,0 0-1 0 0,1 1 1 0 0,-1-1-1 0 0,-1 0 1 0 0,1 1-1 0 0,0-1 1 0 0,-1 1 0 0 0,2 5-1 0 0,2 14 3 0 0,-1 1 0 0 0,-2-1 0 0 0,0 1 0 0 0,-1 0 0 0 0,-3 26 0 0 0,3 48 33 0 0,-1-94-22 0 0,0-1 1 0 0,1 1-1 0 0,0 0 1 0 0,-1-1-1 0 0,2 1 1 0 0,-1-1 0 0 0,0 1-1 0 0,1-1 1 0 0,-1 1-1 0 0,1-1 1 0 0,0 0 0 0 0,0 0-1 0 0,0 0 1 0 0,1 0-1 0 0,-1 0 1 0 0,1 0-1 0 0,0-1 1 0 0,-1 1 0 0 0,1-1-1 0 0,0 0 1 0 0,0 0-1 0 0,1 0 1 0 0,-1 0 0 0 0,0 0-1 0 0,1-1 1 0 0,-1 0-1 0 0,1 1 1 0 0,-1-1-1 0 0,1 0 1 0 0,0-1 0 0 0,-1 1-1 0 0,8-1 1 0 0,0 1 6 0 0,-1-1 1 0 0,1 0 0 0 0,-1-1-1 0 0,1 0 1 0 0,-1-1-1 0 0,0 0 1 0 0,1-1-1 0 0,-1 0 1 0 0,0 0 0 0 0,17-9-1 0 0,-9 1 1 0 0,0-1-1 0 0,-1-1 1 0 0,0 0 0 0 0,-1-1-1 0 0,0-1 1 0 0,-1-1-1 0 0,-1 0 1 0 0,0 0 0 0 0,-2-2-1 0 0,0 0 1 0 0,0 0-1 0 0,-2-1 1 0 0,0 0 0 0 0,-2-1-1 0 0,0 0 1 0 0,-1 0-1 0 0,-1 0 1 0 0,0-1 0 0 0,1-22-1 0 0,-6 35-9 0 0,0 0 0 0 0,-1 0 0 0 0,0 0 0 0 0,0 0 0 0 0,0 0 0 0 0,-1 0 0 0 0,-1 0 0 0 0,0 0 0 0 0,0 0 0 0 0,0 1 0 0 0,-1-1 1 0 0,0 0-1 0 0,0 1 0 0 0,-1 0 0 0 0,0 0 0 0 0,0 0 0 0 0,-1 0 0 0 0,1 1 0 0 0,-2 0 0 0 0,1 0 0 0 0,-1 0 0 0 0,0 0 0 0 0,0 1 0 0 0,0 0 0 0 0,-1 1 0 0 0,0-1 0 0 0,0 1 0 0 0,0 0 0 0 0,0 1 0 0 0,0 0 0 0 0,-1 0 0 0 0,0 0 0 0 0,0 1 0 0 0,1 0 0 0 0,-1 1 0 0 0,0 0 0 0 0,-13 0 0 0 0,4 1-14 0 0,0 1 0 0 0,0 1 0 0 0,0 0 1 0 0,0 1-1 0 0,0 1 0 0 0,0 1 0 0 0,1 0 0 0 0,0 1 0 0 0,0 1 0 0 0,1 1 0 0 0,-21 12 1 0 0,25-13-106 0 0,1 0 0 0 0,0 0 0 0 0,0 1 0 0 0,1 0 0 0 0,0 0 0 0 0,1 1 0 0 0,-1 1 0 0 0,2-1 0 0 0,-1 1 0 0 0,2 0 0 0 0,-1 1 0 0 0,1 0 0 0 0,1 0 0 0 0,0 0 0 0 0,0 1 0 0 0,-4 18 0 0 0,8-24-73 0 0,1-1 0 0 0,-1 1-1 0 0,1 0 1 0 0,0-1 0 0 0,1 1 0 0 0,-1 0-1 0 0,1-1 1 0 0,0 1 0 0 0,0-1 0 0 0,1 1-1 0 0,0-1 1 0 0,0 0 0 0 0,0 1-1 0 0,0-1 1 0 0,1 0 0 0 0,0 0 0 0 0,0-1-1 0 0,0 1 1 0 0,6 5 0 0 0,-2-3-439 0 0,0 0-1 0 0,0 0 1 0 0,0-1 0 0 0,1-1 0 0 0,0 1 0 0 0,1-1 0 0 0,-1-1-1 0 0,1 1 1 0 0,0-1 0 0 0,14 4 0 0 0,7-1-2469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18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160 397 464 0 0,'12'-18'3495'0'0,"0"0"-1"0"0,-1 0 1 0 0,11-30-1 0 0,-21 46-2752 0 0,-4 4-707 0 0,0 0 0 0 0,1 0 0 0 0,-1 0 1 0 0,0 0-1 0 0,1 0 0 0 0,-1 1 0 0 0,1-1 0 0 0,0 1 0 0 0,0-1 0 0 0,0 1 0 0 0,0 0 1 0 0,-2 5-1 0 0,-2 0 21 0 0,-32 45 173 0 0,-37 66-1 0 0,64-99-191 0 0,1 0 0 0 0,1 1 0 0 0,1 0 0 0 0,1 0-1 0 0,1 1 1 0 0,1-1 0 0 0,-4 29 0 0 0,9-48-18 0 0,-1 1 0 0 0,1 0 0 0 0,0 0 0 0 0,0 0-1 0 0,0 0 1 0 0,1-1 0 0 0,-1 1 0 0 0,1 0 0 0 0,-1 0 0 0 0,1 0 0 0 0,0-1 0 0 0,0 1 0 0 0,0 0 0 0 0,0-1 0 0 0,1 1 0 0 0,-1-1-1 0 0,1 1 1 0 0,-1-1 0 0 0,1 0 0 0 0,0 0 0 0 0,0 1 0 0 0,0-1 0 0 0,3 2 0 0 0,-2-3-7 0 0,0 0 0 0 0,0 0 0 0 0,0 0 1 0 0,0 0-1 0 0,0 0 0 0 0,0-1 0 0 0,0 1 0 0 0,0-1 0 0 0,0 0 1 0 0,0 0-1 0 0,0 0 0 0 0,0-1 0 0 0,0 1 0 0 0,0-1 1 0 0,0 1-1 0 0,0-1 0 0 0,0 0 0 0 0,4-2 0 0 0,6-2 9 0 0,0-1-1 0 0,-1-1 0 0 0,0 0 1 0 0,0-1-1 0 0,0 0 1 0 0,-1-1-1 0 0,0 0 1 0 0,18-20-1 0 0,3-9-19 0 0,33-49 1 0 0,-32 40 13 0 0,57-95 633 0 0,-89 139-660 0 0,5 2-45 0 0,-5 2 8 0 0,-5 8 42 0 0,-17 44-24 0 0,-24 67 21 0 0,40-102 19 0 0,0 0 1 0 0,1 1-1 0 0,1-1 1 0 0,-1 33 0 0 0,4-49 2 0 0,0 1 0 0 0,0-1 1 0 0,0 1-1 0 0,0-1 0 0 0,1 1 1 0 0,-1-1-1 0 0,1 1 0 0 0,-1-1 1 0 0,1 1-1 0 0,0-1 0 0 0,0 0 1 0 0,0 1-1 0 0,0-1 0 0 0,0 0 1 0 0,1 0-1 0 0,-1 0 1 0 0,0 0-1 0 0,1 0 0 0 0,0 0 1 0 0,0 0-1 0 0,-1-1 0 0 0,1 1 1 0 0,0 0-1 0 0,0-1 0 0 0,4 2 1 0 0,-3-2-3 0 0,1 1 0 0 0,0-1 1 0 0,-1-1-1 0 0,1 1 1 0 0,0-1-1 0 0,0 1 0 0 0,0-1 1 0 0,0 0-1 0 0,0-1 1 0 0,0 1-1 0 0,-1 0 0 0 0,1-1 1 0 0,0 0-1 0 0,0 0 1 0 0,6-3-1 0 0,6-3 2 0 0,-1-1 1 0 0,0 0-1 0 0,0-1 1 0 0,-1 0-1 0 0,0-1 1 0 0,-1-1-1 0 0,0 0 0 0 0,20-23 1 0 0,-6 2 6 0 0,-1-2 0 0 0,30-50 0 0 0,-41 58 4 0 0,-1-1 1 0 0,14-36 0 0 0,-23 50-14 0 0,-1 0-1 0 0,0 0 1 0 0,-1-1 0 0 0,0 1-1 0 0,-2-1 1 0 0,1 0 0 0 0,-1-17-1 0 0,-2 26-23 0 0,1 0-1 0 0,0 0 0 0 0,-1 1 0 0 0,0-1 1 0 0,0 0-1 0 0,-1 0 0 0 0,1 1 0 0 0,-1-1 1 0 0,0 1-1 0 0,0-1 0 0 0,-1 1 0 0 0,1 0 1 0 0,-1 0-1 0 0,0 0 0 0 0,0 0 0 0 0,0 0 1 0 0,-1 1-1 0 0,1 0 0 0 0,-1-1 0 0 0,0 1 1 0 0,0 1-1 0 0,0-1 0 0 0,0 0 0 0 0,0 1 1 0 0,-9-4-1 0 0,9 6 1 0 0,1-1 1 0 0,0 1-1 0 0,-1-1 0 0 0,1 1 1 0 0,0 0-1 0 0,-1 1 0 0 0,1-1 1 0 0,-1 0-1 0 0,-5 3 0 0 0,4-2-8 0 0,3-1 13 0 0,1 0-1 0 0,-1 0 0 0 0,0 1 1 0 0,1-1-1 0 0,-1 1 0 0 0,0-1 0 0 0,1 1 1 0 0,-1 0-1 0 0,1-1 0 0 0,-1 1 1 0 0,1 0-1 0 0,-1 0 0 0 0,1 0 0 0 0,-1 0 1 0 0,1 0-1 0 0,0 0 0 0 0,0 1 1 0 0,0-1-1 0 0,0 0 0 0 0,0 1 1 0 0,0-1-1 0 0,0 1 0 0 0,0-1 0 0 0,0 1 1 0 0,1-1-1 0 0,-1 1 0 0 0,0-1 1 0 0,1 1-1 0 0,-1 2 0 0 0,1-2 6 0 0,0 0 0 0 0,0 0 0 0 0,1-1 0 0 0,-1 1 0 0 0,0 0 0 0 0,1 0 0 0 0,-1-1 0 0 0,1 1 0 0 0,0 0 0 0 0,0-1 0 0 0,-1 1 0 0 0,1 0 0 0 0,0-1 0 0 0,0 1 0 0 0,1-1 0 0 0,-1 0 0 0 0,0 1 1 0 0,0-1-1 0 0,1 0 0 0 0,-1 0 0 0 0,1 0 0 0 0,-1 0 0 0 0,1 0 0 0 0,2 1 0 0 0,6 3-6 0 0,1-1 1 0 0,0 0-1 0 0,0-1 1 0 0,0-1 0 0 0,1 1-1 0 0,-1-2 1 0 0,22 1-1 0 0,84-8-122 0 0,-81 3 84 0 0,12-2 33 0 0,-1-2 0 0 0,1-2-1 0 0,-1-2 1 0 0,-1-3 0 0 0,0-1-1 0 0,-1-2 1 0 0,0-3 0 0 0,-2-1-1 0 0,65-42 1 0 0,-104 60 2 0 0,-1 0 1 0 0,1 0-1 0 0,-1 0 0 0 0,0 0 1 0 0,0 0-1 0 0,3-5 0 0 0,-5 6-27 0 0,-9 2-3 0 0,0 1 33 0 0,1 1 0 0 0,-1-1 0 0 0,0 1-1 0 0,1 0 1 0 0,0 1 0 0 0,-1 0 0 0 0,1 0 0 0 0,0 1 0 0 0,0 0 0 0 0,1 0 0 0 0,-11 9 0 0 0,4-3-8 0 0,1 1 1 0 0,0 1 0 0 0,0 0 0 0 0,2 0-1 0 0,-11 15 1 0 0,18-22 17 0 0,-1 1 0 0 0,1 0 0 0 0,0 0 0 0 0,1 0 0 0 0,-1 0 0 0 0,1 0 0 0 0,0 0 0 0 0,1 0 0 0 0,-1 1 0 0 0,1-1 0 0 0,1 1 0 0 0,-1-1 1 0 0,2 12-1 0 0,0-7 5 0 0,1 0 1 0 0,0-1 0 0 0,0 1-1 0 0,2-1 1 0 0,-1 1 0 0 0,1-1-1 0 0,8 14 1 0 0,6 6 20 0 0,2-1 0 0 0,0 0-1 0 0,49 49 1 0 0,-36-44 13 0 0,-16-19 340 0 0,-1 2 1 0 0,20 28-1 0 0,-36-45-363 0 0,0 1 1 0 0,0 0-1 0 0,0-1 1 0 0,0 1-1 0 0,0-1 0 0 0,0 1 1 0 0,0 0-1 0 0,0-1 1 0 0,0 1-1 0 0,0-1 1 0 0,-1 1-1 0 0,1 0 1 0 0,0-1-1 0 0,0 1 1 0 0,-1-1-1 0 0,1 1 1 0 0,0-1-1 0 0,-1 1 1 0 0,1-1-1 0 0,-1 1 1 0 0,1-1-1 0 0,0 1 0 0 0,-1-1 1 0 0,1 1-1 0 0,-1-1 1 0 0,1 0-1 0 0,-1 1 1 0 0,0-1-1 0 0,-13 9 113 0 0,14-9-126 0 0,-11 5 5 0 0,-1-1 0 0 0,1-1 0 0 0,-1 0 0 0 0,0-1 0 0 0,0 0 0 0 0,0-1 0 0 0,0 0 0 0 0,-20-2 0 0 0,2 2-453 0 0,-5-1-1156 0 0,-40-4 0 0 0,0-7-4856 0 0,33 2 26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19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83 360 0 0,'1'-3'2047'0'0,"1"-5"-643"0"0,0 0 0 0 0,0 0 0 0 0,-1 0 0 0 0,1-10 0 0 0,0-7 755 0 0,-1 23-1798 0 0,-1-1-42 0 0,-41 150 901 0 0,-99 332-397 0 0,127-439-1076 0 0,-26 88-1112 0 0,21-41-5155 0 0,17-72 2753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20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9 244 908 0 0,'-3'-12'1106'0'0,"1"0"0"0"0,0 0 0 0 0,1 0-1 0 0,1 0 1 0 0,0 0 0 0 0,0-1 0 0 0,3-14 0 0 0,-1 21-1001 0 0,-1 1 0 0 0,1 0 0 0 0,0 0 1 0 0,0 0-1 0 0,0 0 0 0 0,1 1 0 0 0,-1-1 0 0 0,1 1 0 0 0,0-1 1 0 0,1 1-1 0 0,-1 0 0 0 0,1 0 0 0 0,0 0 0 0 0,0 1 1 0 0,0-1-1 0 0,0 1 0 0 0,1 0 0 0 0,-1 0 0 0 0,6-2 0 0 0,8-3-50 0 0,0 0-1 0 0,1 2 1 0 0,0 0-1 0 0,0 1 0 0 0,0 1 1 0 0,0 0-1 0 0,1 2 0 0 0,-1 0 1 0 0,1 2-1 0 0,23 1 1 0 0,-19 1-44 0 0,1 1 0 0 0,-1 1 0 0 0,0 1 0 0 0,0 1 0 0 0,-1 1 1 0 0,0 1-1 0 0,41 21 0 0 0,-54-24 14 0 0,-1 1-1 0 0,1 0 1 0 0,-1 1 0 0 0,0 0 0 0 0,-1 0-1 0 0,0 1 1 0 0,0 0 0 0 0,-1 1 0 0 0,9 12-1 0 0,-13-17-15 0 0,0 1 0 0 0,0 0 0 0 0,-1 0 0 0 0,0 0-1 0 0,0 0 1 0 0,0 0 0 0 0,0 1 0 0 0,-1-1-1 0 0,0 0 1 0 0,0 1 0 0 0,-1-1 0 0 0,1 1 0 0 0,-1-1-1 0 0,0 1 1 0 0,-1-1 0 0 0,1 1 0 0 0,-1-1-1 0 0,0 1 1 0 0,-1-1 0 0 0,-3 10 0 0 0,-3 2 40 0 0,-2 1 0 0 0,0-1 0 0 0,-1-1 0 0 0,0 0 0 0 0,-1 0 0 0 0,-1-1 1 0 0,-1-1-1 0 0,0 0 0 0 0,-1-1 0 0 0,0-1 0 0 0,-21 14 0 0 0,6-7 315 0 0,-2-1-1 0 0,0-1 1 0 0,0-2-1 0 0,-2-1 1 0 0,-41 11-1 0 0,70-23-259 0 0,-1-1 1 0 0,0 0-1 0 0,0 0 0 0 0,0-1 0 0 0,0 0 1 0 0,0 0-1 0 0,0 0 0 0 0,0-1 0 0 0,1 0 1 0 0,-1 0-1 0 0,0 0 0 0 0,0-1 1 0 0,0 0-1 0 0,1 0 0 0 0,-1 0 0 0 0,1-1 1 0 0,0 1-1 0 0,0-2 0 0 0,0 1 0 0 0,-9-8 1 0 0,12 10-76 0 0,2 0-41 0 0,-1 1 0 0 0,1-1 1 0 0,-1 1-1 0 0,1 0 0 0 0,-1-1 0 0 0,1 1 1 0 0,-1 0-1 0 0,1-1 0 0 0,-1 1 0 0 0,1 0 1 0 0,-1 0-1 0 0,1 0 0 0 0,-1-1 0 0 0,0 1 0 0 0,1 0 1 0 0,-1 0-1 0 0,1 0 0 0 0,-1 0 0 0 0,-1 0 1 0 0,2 2 4 0 0,-1 0 1 0 0,1 0 0 0 0,0 1-1 0 0,0-1 1 0 0,0 0 0 0 0,0 0 0 0 0,0 0-1 0 0,1 0 1 0 0,-1 0 0 0 0,1 0-1 0 0,-1 1 1 0 0,1-1 0 0 0,0 0 0 0 0,0 0-1 0 0,1 3 1 0 0,21 39-20 0 0,-16-32 13 0 0,49 114-13 0 0,6 10 61 0 0,-62-136-30 0 0,15 28-188 0 0,0-1 0 0 0,34 41 0 0 0,-42-60-263 0 0,0 0-1 0 0,1 0 0 0 0,0-1 1 0 0,0 0-1 0 0,1-1 0 0 0,0 0 1 0 0,0 0-1 0 0,1-1 1 0 0,-1 0-1 0 0,1-1 0 0 0,15 5 1 0 0,27 2-4453 0 0,-24-6 504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20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86 2152 0 0,'3'-4'1129'0'0,"0"1"0"0"0,0-1 1 0 0,0 0-1 0 0,-1 0 0 0 0,0 0 0 0 0,0 0 0 0 0,0 0 0 0 0,0-1 0 0 0,-1 1 0 0 0,3-8 0 0 0,5-14 2591 0 0,-8 24-3370 0 0,3-4 490 0 0,-8 22-764 0 0,0 0 0 0 0,-1-1 0 0 0,-8 16-1 0 0,-8 28 28 0 0,4-2-7 0 0,-13 54 2 0 0,27-94-63 0 0,0 0 0 0 0,1 0 1 0 0,1 0-1 0 0,1 26 0 0 0,7-11 157 0 0,-7-30-184 0 0,1-1-1 0 0,0 0 1 0 0,-1 1 0 0 0,1-1-1 0 0,0 0 1 0 0,0 0-1 0 0,0 0 1 0 0,-1 0 0 0 0,1 0-1 0 0,1 0 1 0 0,-1 0-1 0 0,0 0 1 0 0,0 0-1 0 0,0 0 1 0 0,0 0 0 0 0,1-1-1 0 0,-1 1 1 0 0,0 0-1 0 0,1-1 1 0 0,-1 1 0 0 0,2-1-1 0 0,3 1-212 0 0,-1-1 1 0 0,1 1-1 0 0,-1-2 0 0 0,1 1 0 0 0,-1 0 1 0 0,1-1-1 0 0,-1 0 0 0 0,1-1 0 0 0,-1 1 1 0 0,0-1-1 0 0,0 0 0 0 0,0 0 0 0 0,0-1 1 0 0,5-2-1 0 0,0-1-1070 0 0,0-1-1 0 0,-1 0 1 0 0,0 0-1 0 0,0-1 1 0 0,-1 0 0 0 0,9-9-1 0 0,1-11-4938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20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139 106 128 0 0,'-60'-45'8385'0'0,"-16"-14"-2356"0"0,74 58-6123 0 0,8 14-3864 0 0,1-4 625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22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481 283 2140 0 0,'13'-31'3544'0'0,"2"-5"689"0"0,18-67 0 0 0,-31 94-3735 0 0,0-1-1 0 0,0 1 1 0 0,-1-1 0 0 0,-1 0-1 0 0,0 1 1 0 0,-1-13 0 0 0,1 21-471 0 0,0-1 1 0 0,-1 1-1 0 0,1-1 1 0 0,-1 1-1 0 0,1-1 1 0 0,-1 1-1 0 0,0-1 1 0 0,0 1-1 0 0,1-1 0 0 0,-1 1 1 0 0,0 0-1 0 0,0 0 1 0 0,0 0-1 0 0,-1-1 1 0 0,1 1-1 0 0,0 0 1 0 0,0 0-1 0 0,-1 0 1 0 0,1 1-1 0 0,0-1 1 0 0,-1 0-1 0 0,-1 0 1 0 0,1 0-15 0 0,1 0-6 0 0,0 1-1 0 0,-1-1 1 0 0,1 1-1 0 0,0-1 1 0 0,-1 1-1 0 0,1-1 1 0 0,0 1 0 0 0,-1 0-1 0 0,1 0 1 0 0,-1 0-1 0 0,1 0 1 0 0,-1 0-1 0 0,1 0 1 0 0,0 0 0 0 0,-1 0-1 0 0,1 1 1 0 0,-2 0-1 0 0,-2 0 10 0 0,-7 1-3 0 0,0 0 0 0 0,0 1 0 0 0,1 0 0 0 0,-1 1 0 0 0,1 0 0 0 0,-1 1 0 0 0,-13 8 0 0 0,-70 49-7 0 0,88-57-7 0 0,-33 25-1 0 0,1 1-1 0 0,-42 43 0 0 0,66-58-4 0 0,0 1 1 0 0,1 0-1 0 0,1 1 1 0 0,0 1-1 0 0,2 0 1 0 0,0 0-1 0 0,-12 30 1 0 0,22-45 13 0 0,-1 1 0 0 0,1-1-1 0 0,0 1 1 0 0,0-1 0 0 0,0 1 0 0 0,1 0 0 0 0,-1 0 0 0 0,1-1 0 0 0,0 1 0 0 0,1 0 0 0 0,-1 0 0 0 0,1-1 0 0 0,0 1 0 0 0,0-1-1 0 0,3 7 1 0 0,-3-8-1 0 0,1 0 0 0 0,0 0-1 0 0,-1 0 1 0 0,2 0-1 0 0,-1 0 1 0 0,0-1-1 0 0,0 1 1 0 0,1-1 0 0 0,-1 1-1 0 0,1-1 1 0 0,0 0-1 0 0,0 0 1 0 0,0 0-1 0 0,0 0 1 0 0,0-1 0 0 0,0 1-1 0 0,0-1 1 0 0,1 0-1 0 0,-1 0 1 0 0,0 0-1 0 0,6 1 1 0 0,1-1-9 0 0,0 0 1 0 0,0 0-1 0 0,0-1 0 0 0,0 0 1 0 0,0-1-1 0 0,0 0 1 0 0,0 0-1 0 0,0-1 0 0 0,0 0 1 0 0,17-7-1 0 0,-13 3-15 0 0,0-1 0 0 0,-1-1 0 0 0,0 0 0 0 0,0 0 0 0 0,-1-1 0 0 0,16-15 0 0 0,5-11-27 0 0,-1-1 1 0 0,-1-1-1 0 0,36-60 0 0 0,70-114 88 0 0,-136 209-99 0 0,0 2 54 0 0,0 0 0 0 0,1 0-1 0 0,-1 1 1 0 0,0-1-1 0 0,0 0 1 0 0,0 1-1 0 0,0-1 1 0 0,0 1 0 0 0,0-1-1 0 0,0 1 1 0 0,0 0-1 0 0,0 0 1 0 0,0-1 0 0 0,0 1-1 0 0,0 0 1 0 0,0 0-1 0 0,-1 0 1 0 0,1 0 0 0 0,0 0-1 0 0,-1 0 1 0 0,1 0-1 0 0,0 0 1 0 0,-1 0-1 0 0,1 0 1 0 0,-1 0 0 0 0,0 0-1 0 0,1 0 1 0 0,-1 0-1 0 0,0 1 1 0 0,0-1 0 0 0,0 2-1 0 0,2 7 10 0 0,-2-1 0 0 0,0 20 0 0 0,0-17-4 0 0,-3 46 3 0 0,-13 73 0 0 0,8-74-2675 0 0,-2 72 0 0 0,6-96-686 0 0,4-31 2800 0 0,1-4 47 0 0,37-87-843 0 0,-25 54 2175 0 0,30-54 0 0 0,-26 60-107 0 0,1 1 0 0 0,35-42-1 0 0,-46 62-613 0 0,1 1 0 0 0,-1-1 0 0 0,1 1 0 0 0,0 1 0 0 0,1 0 0 0 0,0 0 0 0 0,0 0 0 0 0,0 1 0 0 0,0 0 0 0 0,1 1 0 0 0,0 0 0 0 0,16-4 0 0 0,-22 8-91 0 0,0-1-1 0 0,0 1 0 0 0,0-1 1 0 0,-1 1-1 0 0,1 0 0 0 0,0 0 1 0 0,0 1-1 0 0,0-1 1 0 0,0 1-1 0 0,-1 0 0 0 0,1 0 1 0 0,0 0-1 0 0,-1 1 0 0 0,1-1 1 0 0,0 1-1 0 0,5 4 1 0 0,-4-3 11 0 0,0 2-1 0 0,0-1 1 0 0,-1 1 0 0 0,1-1 0 0 0,-1 1 0 0 0,0 1 0 0 0,0-1 0 0 0,-1 0 0 0 0,4 9 0 0 0,1 3 59 0 0,-1 0 1 0 0,-1 1-1 0 0,-1 0 1 0 0,-1 0-1 0 0,0 1 1 0 0,1 19-1 0 0,-3-15 43 0 0,-1-1 0 0 0,-2 1 0 0 0,-5 44 0 0 0,4-40 361 0 0,-4 13 1623 0 0,5-37-1778 0 0,-2 0 82 0 0,3-3-399 0 0,-1 0 1 0 0,1 0 0 0 0,0 1-1 0 0,0-1 1 0 0,0 0-1 0 0,0 0 1 0 0,0 0 0 0 0,0 1-1 0 0,0-1 1 0 0,-1 0-1 0 0,1 0 1 0 0,0 0-1 0 0,0 1 1 0 0,0-1 0 0 0,0 0-1 0 0,-1 0 1 0 0,1 0-1 0 0,0 0 1 0 0,0 1 0 0 0,-1-1-1 0 0,1 0 1 0 0,0 0-1 0 0,0 0 1 0 0,0 0-1 0 0,-1 0 1 0 0,1 0 0 0 0,0 0-1 0 0,0 0 1 0 0,-1 0-1 0 0,1 0 1 0 0,0 0 0 0 0,0 0-1 0 0,-1 0 1 0 0,1 0-1 0 0,-2-2 8 0 0,1 1-1 0 0,-1-1 1 0 0,1 0 0 0 0,0 1-1 0 0,0-1 1 0 0,0 0 0 0 0,0 0-1 0 0,0 0 1 0 0,1 0-1 0 0,-1 0 1 0 0,0 0 0 0 0,1 0-1 0 0,0 0 1 0 0,-1 0-1 0 0,1-1 1 0 0,0 1 0 0 0,0 0-1 0 0,0 0 1 0 0,0 0-1 0 0,2-4 1 0 0,7-50 72 0 0,-9 55-91 0 0,5-18-18 0 0,2-1 0 0 0,0 2-1 0 0,1-1 1 0 0,0 1 0 0 0,2 1 0 0 0,0-1 0 0 0,1 2-1 0 0,1-1 1 0 0,0 1 0 0 0,1 1 0 0 0,1 1 0 0 0,0 0 0 0 0,1 0-1 0 0,1 2 1 0 0,0 0 0 0 0,0 0 0 0 0,2 2 0 0 0,-1 0-1 0 0,1 1 1 0 0,0 1 0 0 0,1 0 0 0 0,28-7 0 0 0,-43 14 1 0 0,1 0 1 0 0,-1 0 0 0 0,1 1 0 0 0,0-1 0 0 0,-1 1 0 0 0,1 0-1 0 0,0 1 1 0 0,-1-1 0 0 0,1 1 0 0 0,0-1 0 0 0,-1 2 0 0 0,1-1-1 0 0,-1 0 1 0 0,0 1 0 0 0,8 3 0 0 0,-9-3 11 0 0,0 0 1 0 0,0 0-1 0 0,0 1 0 0 0,0-1 1 0 0,0 1-1 0 0,-1 0 1 0 0,1-1-1 0 0,-1 1 0 0 0,0 0 1 0 0,0 0-1 0 0,0 1 1 0 0,0-1-1 0 0,-1 0 0 0 0,1 1 1 0 0,-1-1-1 0 0,0 1 0 0 0,0-1 1 0 0,1 8-1 0 0,0-2 9 0 0,-2 0-1 0 0,1 1 0 0 0,-2-1 0 0 0,1 1 1 0 0,-1-1-1 0 0,0 1 0 0 0,-1-1 0 0 0,0 0 1 0 0,-4 9-1 0 0,-4 9 94 0 0,-23 42 0 0 0,19-43-1339 0 0,-16 44-1 0 0,30-69 1100 0 0,-1 1 0 0 0,1-1-1 0 0,-1 1 1 0 0,1 0 0 0 0,0-1-1 0 0,-1 1 1 0 0,1 0 0 0 0,0-1 0 0 0,0 1-1 0 0,0 0 1 0 0,1-1 0 0 0,-1 1 0 0 0,0 0-1 0 0,0-1 1 0 0,1 1 0 0 0,-1 0-1 0 0,1-1 1 0 0,0 1 0 0 0,-1-1 0 0 0,1 1-1 0 0,0-1 1 0 0,0 1 0 0 0,0-1 0 0 0,1 2-1 0 0,1-1-267 0 0,-1 0-1 0 0,0 0 0 0 0,1-1 1 0 0,-1 1-1 0 0,1-1 1 0 0,0 1-1 0 0,-1-1 0 0 0,1 0 1 0 0,0 0-1 0 0,0 0 0 0 0,0-1 1 0 0,0 1-1 0 0,4 0 1 0 0,13 0-3391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22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407 701 864 0 0,'12'-25'2587'0'0,"-1"0"-1"0"0,-1 0 1 0 0,-2-1-1 0 0,9-40 1 0 0,-17 65-2564 0 0,1 0 0 0 0,-1 1 1 0 0,0-1-1 0 0,1 0 0 0 0,-1 0 1 0 0,0 0-1 0 0,0 0 0 0 0,0 0 1 0 0,0 1-1 0 0,0-1 0 0 0,0 0 1 0 0,0 0-1 0 0,0 0 0 0 0,0 0 0 0 0,0 0 1 0 0,0 0-1 0 0,0 0 0 0 0,-1 1 1 0 0,1-1-1 0 0,0 0 0 0 0,-1 0 1 0 0,1 0-1 0 0,-1 0 0 0 0,1 1 1 0 0,-1-1-1 0 0,1 0 0 0 0,-1 1 1 0 0,1-1-1 0 0,-1 0 0 0 0,0 1 1 0 0,1-1-1 0 0,-1 0 0 0 0,0 1 1 0 0,0-1-1 0 0,1 1 0 0 0,-1 0 1 0 0,0-1-1 0 0,0 1 0 0 0,0 0 1 0 0,1-1-1 0 0,-1 1 0 0 0,0 0 1 0 0,0 0-1 0 0,0 0 0 0 0,0-1 1 0 0,0 1-1 0 0,0 0 0 0 0,0 0 1 0 0,0 1-1 0 0,-4-1-12 0 0,0 1-1 0 0,1 0 1 0 0,-1 0 0 0 0,1 0 0 0 0,0 0-1 0 0,-1 1 1 0 0,-7 4 0 0 0,-34 20 101 0 0,2 3 1 0 0,-52 42-1 0 0,68-47-78 0 0,1 1 0 0 0,1 2 0 0 0,2 0 0 0 0,-25 35 0 0 0,40-49-10 0 0,1 0 0 0 0,1 0 0 0 0,0 1-1 0 0,0-1 1 0 0,2 2 0 0 0,0-1 0 0 0,-4 17 0 0 0,8-26-7 0 0,0 0 0 0 0,1 0 1 0 0,-1 0-1 0 0,1 0 0 0 0,0 0 0 0 0,1 0 1 0 0,-1 0-1 0 0,1 0 0 0 0,0 0 0 0 0,0-1 1 0 0,2 7-1 0 0,-1-8-3 0 0,0 0-1 0 0,0 1 1 0 0,0-1 0 0 0,0 0-1 0 0,0 0 1 0 0,1 0 0 0 0,-1-1 0 0 0,1 1-1 0 0,0 0 1 0 0,0-1 0 0 0,0 0-1 0 0,0 0 1 0 0,0 0 0 0 0,0 0-1 0 0,1 0 1 0 0,4 2 0 0 0,1-1 0 0 0,1 0-1 0 0,-1-1 1 0 0,1 0 0 0 0,-1 0 0 0 0,1-1-1 0 0,0 0 1 0 0,-1-1 0 0 0,1 0 0 0 0,0-1-1 0 0,0 0 1 0 0,-1 0 0 0 0,1-1 0 0 0,-1 0-1 0 0,1-1 1 0 0,-1 0 0 0 0,0 0 0 0 0,12-7-1 0 0,0-1-79 0 0,0-1-1 0 0,0-1 1 0 0,-1-1-1 0 0,-1-1 1 0 0,32-32-1 0 0,-18 12-127 0 0,-1-2 0 0 0,-3-1 0 0 0,-1-2 0 0 0,-1 0 0 0 0,21-47 0 0 0,-15 18-42 0 0,-3 0 1 0 0,31-112 0 0 0,-53 154 332 0 0,-1 0-1 0 0,-2-1 1 0 0,-1 0 0 0 0,-1 0 0 0 0,-1 0 0 0 0,-1 0 0 0 0,-4-34 0 0 0,2 54-25 0 0,-1 0 0 0 0,0 0 0 0 0,0 0 1 0 0,0 0-1 0 0,-5-11 0 0 0,6 18-67 0 0,1 1 1 0 0,-1-1-1 0 0,1 0 1 0 0,-1 1-1 0 0,0-1 0 0 0,1 1 1 0 0,-1-1-1 0 0,0 1 1 0 0,1-1-1 0 0,-1 1 1 0 0,0-1-1 0 0,1 1 1 0 0,-1 0-1 0 0,0-1 1 0 0,0 1-1 0 0,0 0 1 0 0,1 0-1 0 0,-2-1 0 0 0,0 1 12 0 0,-5 0 49 0 0,0 3-40 0 0,-1 1 1 0 0,1 0 0 0 0,0 0-1 0 0,0 0 1 0 0,1 1-1 0 0,-1 0 1 0 0,1 0 0 0 0,0 1-1 0 0,1 0 1 0 0,-1 0 0 0 0,1 0-1 0 0,-6 9 1 0 0,-8 15 208 0 0,-24 50 0 0 0,31-57-147 0 0,-19 43 215 0 0,-40 121 0 0 0,0 77 31 0 0,62-228-388 0 0,2 0 1 0 0,1 0-1 0 0,2 1 0 0 0,2 0 1 0 0,3 56-1 0 0,0-85-141 0 0,0 0 0 0 0,1-1 1 0 0,0 1-1 0 0,1-1 0 0 0,0 0 0 0 0,0 1 1 0 0,0-1-1 0 0,1-1 0 0 0,0 1 0 0 0,0 0 0 0 0,1-1 1 0 0,0 0-1 0 0,0 0 0 0 0,0 0 0 0 0,8 6 1 0 0,-5-6-457 0 0,0 0 1 0 0,0-1 0 0 0,1 0 0 0 0,0 0 0 0 0,0 0 0 0 0,0-1 0 0 0,0-1 0 0 0,0 0 0 0 0,1 0-1 0 0,0-1 1 0 0,15 3 0 0 0,5-4-3109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22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28 351 2524 0 0,'51'-134'6867'0'0,"30"-71"4147"0"0,-81 204-10983 0 0,0 1 0 0 0,0-1 0 0 0,1 0 0 0 0,-1 1 1 0 0,0-1-1 0 0,0 1 0 0 0,1-1 0 0 0,-1 1 0 0 0,0-1 0 0 0,1 1 0 0 0,-1-1 0 0 0,0 1 0 0 0,1-1 0 0 0,-1 1 0 0 0,1-1 0 0 0,-1 1 0 0 0,1 0 0 0 0,-1-1 1 0 0,1 1-1 0 0,-1 0 0 0 0,1-1 0 0 0,4 10 172 0 0,-4 20-60 0 0,-7 29 164 0 0,-24 107-1 0 0,-30 52-170 0 0,14-50-631 0 0,22-54-2943 0 0,16-45-2612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23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1 432 852 0 0,'3'-32'2029'0'0,"3"0"0"0"0,0 1 0 0 0,2 0 0 0 0,16-41 0 0 0,-18 58-1775 0 0,1 1 1 0 0,0-1-1 0 0,1 1 0 0 0,0 0 1 0 0,1 1-1 0 0,1 0 0 0 0,0 1 1 0 0,0-1-1 0 0,1 2 1 0 0,1 0-1 0 0,15-11 0 0 0,-10 9-120 0 0,0 2-1 0 0,1 0 1 0 0,1 1 0 0 0,-1 1-1 0 0,27-8 1 0 0,-34 12-92 0 0,1 2 0 0 0,-1-1 0 0 0,1 1 1 0 0,0 1-1 0 0,-1 0 0 0 0,1 1 0 0 0,0 0 0 0 0,0 1 0 0 0,-1 0 1 0 0,20 5-1 0 0,-27-5-24 0 0,1 0 1 0 0,0 1-1 0 0,-1 0 0 0 0,0-1 1 0 0,1 2-1 0 0,-1-1 1 0 0,0 0-1 0 0,0 1 0 0 0,0 0 1 0 0,0 0-1 0 0,-1 0 1 0 0,1 0-1 0 0,-1 1 0 0 0,0-1 1 0 0,0 1-1 0 0,0 0 1 0 0,0 0-1 0 0,-1 0 0 0 0,1 0 1 0 0,-1 0-1 0 0,0 1 1 0 0,-1-1-1 0 0,1 1 0 0 0,-1-1 1 0 0,1 1-1 0 0,-1-1 1 0 0,0 10-1 0 0,-1-5 17 0 0,0 0 0 0 0,0 0-1 0 0,-1 0 1 0 0,-1-1 0 0 0,1 1 0 0 0,-2-1-1 0 0,1 1 1 0 0,-1-1 0 0 0,0 0 0 0 0,-1 1-1 0 0,1-2 1 0 0,-2 1 0 0 0,1 0 0 0 0,-8 8-1 0 0,-2 0 6 0 0,0 0-1 0 0,0-1 1 0 0,-2-1-1 0 0,0-1 1 0 0,0 0-1 0 0,-23 13 1 0 0,-5-1 1575 0 0,-64 26 1 0 0,73-34-823 0 0,33-16-774 0 0,-1 5-25 0 0,3-5 5 0 0,0-1-1 0 0,-1 1 1 0 0,1-1 0 0 0,0 1 0 0 0,-1-1 0 0 0,1 1 0 0 0,0-1 0 0 0,0 1 0 0 0,0 0 0 0 0,-1-1 0 0 0,1 1-1 0 0,0-1 1 0 0,0 1 0 0 0,0-1 0 0 0,0 1 0 0 0,0 0 0 0 0,0-1 0 0 0,0 1 0 0 0,0-1 0 0 0,0 1 0 0 0,1 0-1 0 0,-1-1 1 0 0,0 1 0 0 0,0-1 0 0 0,0 1 0 0 0,1-1 0 0 0,-1 1 0 0 0,0-1 0 0 0,0 1 0 0 0,1 0 0 0 0,85 157 24 0 0,40 69-5 0 0,-120-217 18 0 0,0-1 0 0 0,0 1 0 0 0,1-1 0 0 0,1-1 1 0 0,9 11-1 0 0,-13-16-321 0 0,0 0 0 0 0,1 0 1 0 0,-1-1-1 0 0,0 1 0 0 0,1-1 1 0 0,0 0-1 0 0,-1 0 0 0 0,1-1 1 0 0,0 1-1 0 0,0-1 1 0 0,0 0-1 0 0,0 0 0 0 0,9 0 1 0 0,49-1-8295 0 0,-39-2 2658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23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863 69 2684 0 0,'-9'-11'2210'0'0,"-20"-25"6453"0"0,9 14-4798 0 0,10 31-3440 0 0,8-7-327 0 0,0-1 1 0 0,0 1-1 0 0,0 0 1 0 0,0 0 0 0 0,1 0-1 0 0,-1 0 1 0 0,1 1 0 0 0,-1-1-1 0 0,1 0 1 0 0,0 1 0 0 0,-1 2-1 0 0,-17 51 2104 0 0,-23 113 0 0 0,10-31-994 0 0,-62 214 173 0 0,80-297-1147 0 0,-33 105 367 0 0,46-157-580 0 0,-1 1 1 0 0,1-1-1 0 0,-1 1 1 0 0,0-1 0 0 0,0 0-1 0 0,0 0 1 0 0,0 0-1 0 0,-1 0 1 0 0,1 0-1 0 0,-1-1 1 0 0,0 1-1 0 0,0-1 1 0 0,0 1 0 0 0,0-1-1 0 0,0 0 1 0 0,0 0-1 0 0,-7 2 1 0 0,4-2-1 0 0,0 0 1 0 0,0-1-1 0 0,0 0 1 0 0,0 0-1 0 0,0-1 1 0 0,0 1-1 0 0,0-1 1 0 0,-1-1-1 0 0,-11-1 0 0 0,-2-3-51 0 0,0 0 0 0 0,0-1-1 0 0,0-1 1 0 0,0-2 0 0 0,-21-11-1 0 0,18 7-429 0 0,1 0 0 0 0,1-1 0 0 0,1-1-1 0 0,0-1 1 0 0,0-1 0 0 0,2 0 0 0 0,-30-38-1 0 0,38 42-387 0 0,1 0 0 0 0,1-1-1 0 0,1 0 1 0 0,0 0 0 0 0,-9-27-1 0 0,12 28-392 0 0,1 1 0 0 0,1 0 0 0 0,0-1 0 0 0,0 1 0 0 0,2-1 0 0 0,-1 0 0 0 0,4-24 0 0 0,3-5-4933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24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0 211 2872 0 0,'47'-103'13988'0'0,"-22"43"-8767"0"0,-5 12-5583 0 0</inkml:trace>
  <inkml:trace contextRef="#ctx0" brushRef="#br0" timeOffset="1">607 990 4148 0 0,'20'7'12800'0'0,"0"-10"-5661"0"0,-13 1-6859 0 0,-5 0 780 0 0,16-9 1884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44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31 164 0 0,'22'-30'15460'0'0,"-22"32"-15397"0"0,0 17-40 0 0,0-1 1 0 0,-1 0-1 0 0,-2 0 1 0 0,0 0 0 0 0,-7 25-1 0 0,1-3-10 0 0,-7 39 76 0 0,-24 130-1727 0 0,21-69-2878 0 0,19-99 389 0 0,0-22 882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44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65 2288 0 0,'24'-45'9678'0'0,"-11"26"-5746"0"0,-12 37-3752 0 0,-2 0 0 0 0,0 0 0 0 0,-1-1 0 0 0,0 1 0 0 0,-10 32-1 0 0,3-11-77 0 0,0 4 15 0 0,-17 106-732 0 0,24-128-311 0 0,0 0 0 0 0,2-1 0 0 0,0 1 0 0 0,2 0 0 0 0,3 22-1 0 0,3-18-3674 0 0,-5-14 582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44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42 125 492 0 0,'2'-91'11918'0'0,"-2"70"-10465"0"0,0 19-1079 0 0,2-2 39 0 0,-2 4-402 0 0,0 0 0 0 0,0 0 1 0 0,0-1-1 0 0,0 1 1 0 0,0 0-1 0 0,0 0 1 0 0,0-1-1 0 0,0 1 1 0 0,0 0-1 0 0,0 0 1 0 0,0-1-1 0 0,0 1 1 0 0,0 0-1 0 0,0 0 1 0 0,0 0-1 0 0,0-1 1 0 0,0 1-1 0 0,0 0 1 0 0,1 0-1 0 0,-1 0 1 0 0,0-1-1 0 0,0 1 1 0 0,0 0-1 0 0,0 0 1 0 0,1 0-1 0 0,-1 0 1 0 0,0-1-1 0 0,0 1 0 0 0,0 0 1 0 0,1 0-1 0 0,-1 0 1 0 0,0 0-1 0 0,0 0 1 0 0,0 0-1 0 0,1 0 1 0 0,-1 0-1 0 0,0 0 1 0 0,0 0-1 0 0,1 0 1 0 0,-1 0-1 0 0,0 0 1 0 0,0 0-1 0 0,1 0 1 0 0,7 1 101 0 0,0 1 1 0 0,0 1-1 0 0,0-1 0 0 0,0 2 1 0 0,-1-1-1 0 0,1 1 1 0 0,-1 0-1 0 0,0 0 1 0 0,9 8-1 0 0,65 55 934 0 0,-65-52-938 0 0,18 16 75 0 0,0 2 0 0 0,-3 1-1 0 0,-1 1 1 0 0,-1 1 0 0 0,41 71 0 0 0,-59-86-140 0 0,0-1 1 0 0,-2 2 0 0 0,0-1 0 0 0,-2 1-1 0 0,0 1 1 0 0,-2-1 0 0 0,0 1-1 0 0,-1 0 1 0 0,-2 0 0 0 0,0 0 0 0 0,-1 1-1 0 0,-2-1 1 0 0,-4 35 0 0 0,-4-20-90 0 0,-1-1 1 0 0,-2 0-1 0 0,-1 0 1 0 0,-2-2-1 0 0,-1 0 0 0 0,-2-1 1 0 0,-2 0-1 0 0,-23 31 1 0 0,-16 13-1781 0 0,-3-3 1 0 0,-73 67-1 0 0,54-68-3857 0 0,46-44 469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46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76 600 0 0,'7'-38'7429'0'0,"-7"35"-6587"0"0,2-11 2743 0 0,-3-6 2911 0 0,-1 31-7032 0 0,-17 279 1883 0 0,9-114-523 0 0,-35 215 4 0 0,39-358-802 0 0,4-16 63 0 0,-1 1 1 0 0,-7 22 0 0 0,9-38-131 0 0,1 1-75 0 0,0 7-94 0 0,0-8-106 0 0,-7-33-12523 0 0,5 17 7055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46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13 111 1752 0 0,'-8'-72'10994'0'0,"3"45"-8806"0"0,5 25-1689 0 0,0 0-291 0 0,4-5 89 0 0,10 21-156 0 0,-1 1-1 0 0,0 0 1 0 0,-2 1-1 0 0,20 34 1 0 0,-23-36-104 0 0,64 107 160 0 0,56 88 8 0 0,-123-201-168 0 0,-1-2 79 0 0,0 1 0 0 0,1-1 0 0 0,0 0 0 0 0,0 0 1 0 0,9 8-1 0 0,-13-14-106 0 0,0 0 0 0 0,0 0 0 0 0,0 0 0 0 0,0 0 1 0 0,-1 0-1 0 0,1 0 0 0 0,0 0 0 0 0,0 0 0 0 0,0 0 0 0 0,0 0 1 0 0,-1 0-1 0 0,1-1 0 0 0,0 1 0 0 0,0 0 0 0 0,-1-1 0 0 0,1 1 1 0 0,0-1-1 0 0,0 1 0 0 0,-1-1 0 0 0,1 1 0 0 0,0-1 0 0 0,-1 1 1 0 0,1-1-1 0 0,-1 0 0 0 0,1 1 0 0 0,0-2 0 0 0,17-19 75 0 0,-18 21-83 0 0,26-39 67 0 0,40-80-1 0 0,-17 27-35 0 0,-16 32-77 0 0,-6 12-38 0 0,35-48 1 0 0,-61 94 64 0 0,1 1 0 0 0,-1-1 1 0 0,1 0-1 0 0,0 0 0 0 0,0 1 1 0 0,0-1-1 0 0,0 1 0 0 0,0 0 1 0 0,0-1-1 0 0,0 1 0 0 0,0 0 1 0 0,3-1-1 0 0,-4 2 15 0 0,0 0 0 0 0,0 0 0 0 0,0-1 0 0 0,0 1 0 0 0,0 0 0 0 0,0 0 1 0 0,0 0-1 0 0,0 1 0 0 0,0-1 0 0 0,0 0 0 0 0,1 0 0 0 0,-1 1 0 0 0,0-1 0 0 0,0 0 0 0 0,0 1 0 0 0,0-1 0 0 0,0 1 0 0 0,0-1 1 0 0,-1 1-1 0 0,1 0 0 0 0,0-1 0 0 0,0 1 0 0 0,0 0 0 0 0,0 0 0 0 0,-1-1 0 0 0,1 1 0 0 0,0 0 0 0 0,-1 0 0 0 0,1 0 0 0 0,-1 0 1 0 0,2 2-1 0 0,2 7 10 0 0,1 1 1 0 0,-1 0-1 0 0,-1 0 1 0 0,0 1-1 0 0,0-1 1 0 0,-1 1-1 0 0,0-1 1 0 0,-1 17-1 0 0,-5 100 158 0 0,2-107-140 0 0,-22 168 177 0 0,-1 16-527 0 0,27-96-4855 0 0,4-95 2779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47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64 0 0,'7'-40'5613'0'0,"-4"26"-2970"0"0,-1 0 0 0 0,1-18 0 0 0,6-11 1707 0 0,-5 55-4288 0 0,-2 0 1 0 0,0 1 0 0 0,0-1 0 0 0,-1 1 0 0 0,-1 0-1 0 0,-1 13 1 0 0,1 14 14 0 0,2 0 10 0 0,11 60 0 0 0,-11-87-63 0 0,2 0 0 0 0,0 0 1 0 0,0 0-1 0 0,1-1 1 0 0,1 1-1 0 0,0-1 0 0 0,0 0 1 0 0,11 13-1 0 0,-15-22-20 0 0,0-1-1 0 0,0 1 1 0 0,0-1-1 0 0,0 0 1 0 0,0 0-1 0 0,0 0 1 0 0,1 0-1 0 0,-1-1 1 0 0,1 1-1 0 0,-1 0 1 0 0,1-1-1 0 0,0 0 1 0 0,-1 0-1 0 0,1 0 1 0 0,0 0-1 0 0,0 0 1 0 0,0 0-1 0 0,0-1 1 0 0,0 1-1 0 0,0-1 1 0 0,0 0-1 0 0,0 0 1 0 0,0 0-1 0 0,0 0 1 0 0,0-1-1 0 0,0 1 1 0 0,0-1-1 0 0,0 1 1 0 0,5-3-1 0 0,-2 0-32 0 0,0 0 0 0 0,0 0 0 0 0,0-1 1 0 0,-1 1-1 0 0,1-1 0 0 0,-1-1 0 0 0,0 1 0 0 0,0-1 0 0 0,0 0 0 0 0,0 0 1 0 0,7-11-1 0 0,0-6-51 0 0,0 0 0 0 0,-1 0-1 0 0,-1-1 1 0 0,13-46 0 0 0,12-99 675 0 0,-35 166-611 0 0,-2 4-54 0 0,-2 4 78 0 0,0 0 0 0 0,0 1 0 0 0,1-1 0 0 0,0 1-1 0 0,0 0 1 0 0,-3 13 0 0 0,-11 51 28 0 0,14-53-28 0 0,-2 4 14 0 0,2-1 1 0 0,0 1-1 0 0,2 38 1 0 0,1-52-26 0 0,0 0 1 0 0,1 0 0 0 0,0 0 0 0 0,1 0 0 0 0,0-1 0 0 0,0 1-1 0 0,0 0 1 0 0,1-1 0 0 0,0 0 0 0 0,1 0 0 0 0,0 0 0 0 0,0 0 0 0 0,8 11-1 0 0,-7-14-149 0 0,-1 0 0 0 0,0 0 0 0 0,1-1 0 0 0,0 0 0 0 0,0 1-1 0 0,0-1 1 0 0,0-1 0 0 0,0 1 0 0 0,1-1 0 0 0,-1 0 0 0 0,1 0-1 0 0,-1-1 1 0 0,1 1 0 0 0,0-1 0 0 0,-1-1 0 0 0,1 1 0 0 0,0-1 0 0 0,0 0-1 0 0,0 0 1 0 0,0-1 0 0 0,-1 1 0 0 0,1-1 0 0 0,0-1 0 0 0,8-2-1 0 0,0 0-449 0 0,0-2 0 0 0,-1 1 0 0 0,1-2 0 0 0,-2 0 0 0 0,1 0-1 0 0,-1-1 1 0 0,0-1 0 0 0,19-17 0 0 0,-21 16-435 0 0,-1 0 0 0 0,0-1 0 0 0,12-16 0 0 0,0-9-2078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47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62 375 3560 0 0,'8'-54'2584'0'0,"-4"-1"-1"0"0,-1-1 0 0 0,-3 1 1 0 0,-9-66-1 0 0,8 108-2260 0 0,-1-8 1158 0 0,-1 21-803 0 0,-2 11-353 0 0,1 2 95 0 0,0 1 1 0 0,1-1-1 0 0,-1 21 1 0 0,-1 3 70 0 0,-29 219 956 0 0,31-200-1837 0 0,3 0 0 0 0,10 90 1 0 0,-8-136 42 0 0,0 0 1 0 0,0 0 0 0 0,1 0 0 0 0,0 0 0 0 0,1 0 0 0 0,0-1-1 0 0,0 1 1 0 0,1-1 0 0 0,7 10 0 0 0,-9-15-41 0 0,0-1 0 0 0,0 1 0 0 0,0-1 0 0 0,1 1 1 0 0,-1-1-1 0 0,1 0 0 0 0,0-1 0 0 0,0 1 0 0 0,7 3 0 0 0,-7-5-173 0 0,-1 1 0 0 0,1-1 0 0 0,0 0-1 0 0,0 0 1 0 0,1 0 0 0 0,-1-1 0 0 0,0 0 0 0 0,0 1 0 0 0,0-1-1 0 0,0-1 1 0 0,0 1 0 0 0,6-2 0 0 0,13-3-4158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48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149 239 1932 0 0,'3'-31'4299'0'0,"-1"-1"0"0"0,-5-49 0 0 0,1 15 1337 0 0,2 64-5450 0 0,0-1-1 0 0,0 0 0 0 0,0 0 0 0 0,-1 0 1 0 0,1 1-1 0 0,-1-1 0 0 0,-2-5 1 0 0,3 8-171 0 0,0 0 0 0 0,0 0 0 0 0,0 0 0 0 0,0 0 0 0 0,0 0 0 0 0,0-1 0 0 0,0 1 1 0 0,0 0-1 0 0,0 0 0 0 0,0 0 0 0 0,0 0 0 0 0,0 0 0 0 0,0 0 0 0 0,-1 0 0 0 0,1 0 0 0 0,0 0 1 0 0,0 0-1 0 0,0-1 0 0 0,0 1 0 0 0,0 0 0 0 0,0 0 0 0 0,0 0 0 0 0,0 0 0 0 0,-1 0 0 0 0,1 0 1 0 0,0 0-1 0 0,0 0 0 0 0,0 0 0 0 0,0 0 0 0 0,0 0 0 0 0,0 0 0 0 0,-1 0 0 0 0,1 0 0 0 0,0 0 1 0 0,0 0-1 0 0,0 0 0 0 0,0 0 0 0 0,0 0 0 0 0,0 0 0 0 0,0 0 0 0 0,-1 0 0 0 0,1 0 0 0 0,0 0 1 0 0,0 0-1 0 0,0 1 0 0 0,0-1 0 0 0,0 0 0 0 0,0 0 0 0 0,-6 13 446 0 0,-27 185 3105 0 0,12-64-2398 0 0,13-91-858 0 0,-63 471 794 0 0,70-504-1168 0 0,1-1-1 0 0,0 1 0 0 0,1 0 1 0 0,0 0-1 0 0,0-1 0 0 0,1 1 1 0 0,0-1-1 0 0,5 12 0 0 0,-6-18-103 0 0,1 0 1 0 0,-1 0-1 0 0,1 0 0 0 0,0 0 0 0 0,0 0 0 0 0,0 0 1 0 0,0-1-1 0 0,1 1 0 0 0,-1-1 0 0 0,1 0 0 0 0,-1 0 1 0 0,1 0-1 0 0,0 0 0 0 0,0 0 0 0 0,0 0 1 0 0,0-1-1 0 0,0 0 0 0 0,0 1 0 0 0,0-1 0 0 0,0 0 1 0 0,0 0-1 0 0,1-1 0 0 0,-1 1 0 0 0,1-1 0 0 0,-1 0 1 0 0,6 0-1 0 0,3 0-730 0 0,0-1 0 0 0,0 0 0 0 0,-1-1 0 0 0,1 0 0 0 0,-1-1 0 0 0,1 0 0 0 0,-1-1 0 0 0,13-6 0 0 0,22-15-5455 0 0,-13 4-993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49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166 471 2060 0 0,'-153'0'12667'0'0,"153"0"-12637"0"0,-1 0 0 0 0,1 0 0 0 0,-1 0 0 0 0,1 0 0 0 0,-1 0 0 0 0,1 0 0 0 0,-1 0 0 0 0,1 0 0 0 0,-1 0 0 0 0,1 0 0 0 0,0 0 0 0 0,-1 1 0 0 0,1-1 0 0 0,-1 0 0 0 0,1 0 0 0 0,-1 0 0 0 0,1 0 0 0 0,0 1 0 0 0,-1-1 0 0 0,1 0 0 0 0,-1 1 1 0 0,1-1-1 0 0,0 0 0 0 0,-1 1 0 0 0,1-1 0 0 0,0 0 0 0 0,0 1 0 0 0,-1-1 0 0 0,1 1 0 0 0,-1 0 0 0 0,2-1-15 0 0,0 1 0 0 0,-1 0 1 0 0,1-1-1 0 0,-1 1 0 0 0,1-1 1 0 0,0 1-1 0 0,0-1 0 0 0,-1 1 1 0 0,1-1-1 0 0,0 0 0 0 0,0 1 1 0 0,0-1-1 0 0,-1 0 0 0 0,1 1 1 0 0,0-1-1 0 0,0 0 0 0 0,0 0 1 0 0,0 0-1 0 0,-1 0 0 0 0,1 0 1 0 0,0 0-1 0 0,0 0 0 0 0,0 0 1 0 0,1-1-1 0 0,217-9-1918 0 0,-163 4-917 0 0,-2-2 0 0 0,58-17 0 0 0,-77 14-454 0 0</inkml:trace>
  <inkml:trace contextRef="#ctx0" brushRef="#br0" timeOffset="1">725 314 224 0 0,'0'0'7447'0'0,"0"0"-7344"0"0,0 0 1 0 0,0-1-1 0 0,0 1 1 0 0,0 0-1 0 0,0-1 1 0 0,-1 1-1 0 0,1 0 1 0 0,0-1-1 0 0,0 1 1 0 0,0 0-1 0 0,0 0 1 0 0,-1-1-1 0 0,1 1 1 0 0,0 0-1 0 0,0 0 1 0 0,-1-1-1 0 0,1 1 1 0 0,0 0-1 0 0,0 0 0 0 0,-1 0 1 0 0,1 0-1 0 0,0-1 1 0 0,-1 1-1 0 0,1 0 1 0 0,0 0-1 0 0,-1 0 1 0 0,1 0-1 0 0,0 0 1 0 0,-1 0-1 0 0,1 0 1 0 0,-1 0-1 0 0,-12 22 1329 0 0,0 1 0 0 0,2 1 0 0 0,0 0-1 0 0,-11 41 1 0 0,9-18-324 0 0,-10 79 0 0 0,20-107-976 0 0,1 0 0 0 0,1 0 0 0 0,1 0 1 0 0,0 0-1 0 0,6 30 0 0 0,-5-44-128 0 0,0 1-1 0 0,0-1 0 0 0,1 1 1 0 0,0-1-1 0 0,0 0 0 0 0,1 0 1 0 0,-1 0-1 0 0,1 0 1 0 0,0 0-1 0 0,0 0 0 0 0,1-1 1 0 0,-1 0-1 0 0,1 1 0 0 0,0-1 1 0 0,0-1-1 0 0,0 1 1 0 0,1-1-1 0 0,-1 1 0 0 0,1-1 1 0 0,0 0-1 0 0,0-1 1 0 0,0 1-1 0 0,7 1 0 0 0,-1-1-444 0 0,0 0 1 0 0,0-1-1 0 0,0 0 0 0 0,1-1 0 0 0,-1 0 1 0 0,0-1-1 0 0,1 0 0 0 0,-1-1 0 0 0,1 0 1 0 0,20-5-1 0 0,-19 2-910 0 0,0 0 0 0 0,0-1 0 0 0,-1 0 1 0 0,1-1-1 0 0,14-9 0 0 0,5-8-4523 0 0</inkml:trace>
  <inkml:trace contextRef="#ctx0" brushRef="#br0" timeOffset="2">1041 138 360 0 0,'-19'-17'2505'0'0,"-1"1"-1"0"0,0 1 0 0 0,-28-16 1 0 0,-28-20 1002 0 0,75 50-3539 0 0,1 1-1 0 0,-1-1 1 0 0,0 0-1 0 0,0 1 1 0 0,0-1 0 0 0,1 1-1 0 0,-1-1 1 0 0,0 1-1 0 0,0-1 1 0 0,0 1-1 0 0,0 0 1 0 0,0-1-1 0 0,0 1 1 0 0,0 0 0 0 0,0 0-1 0 0,0 0 1 0 0,0 0-1 0 0,0 0 1 0 0,0 0-1 0 0,0 0 1 0 0,0 0-1 0 0,0 0 1 0 0,0 0-1 0 0,0 1 1 0 0,0-1 0 0 0,0 0-1 0 0,0 1 1 0 0,0-1-1 0 0,0 1 1 0 0,0-1-1 0 0,0 1 1 0 0,0-1-1 0 0,1 1 1 0 0,-1-1-1 0 0,0 1 1 0 0,0 0 0 0 0,1 0-1 0 0,-1-1 1 0 0,0 1-1 0 0,1 0 1 0 0,-1 0-1 0 0,1 0 1 0 0,-1 0-1 0 0,1 0 1 0 0,-1 0 0 0 0,1 0-1 0 0,0 0 1 0 0,-1 0-1 0 0,1 0 1 0 0,0 0-1 0 0,0 0 1 0 0,0 0-1 0 0,0 0 1 0 0,0 1-1 0 0,0 4-748 0 0,1 1-1 0 0,0-1 1 0 0,0 1-1 0 0,0-1 0 0 0,1 0 1 0 0,3 8-1 0 0,3 3-3443 0 0</inkml:trace>
  <inkml:trace contextRef="#ctx0" brushRef="#br0" timeOffset="3">1274 497 1648 0 0,'-2'2'5560'0'0,"-24"17"5194"0"0,23-14-9767 0 0,-3 14 949 0 0,-4 289 1881 0 0,20 6 2182 0 0,-1-82-3933 0 0,-4-67-2066 0 0,-10 452 0 0 0,4-610 8 0 0,0 1-1 0 0,-1-1 1 0 0,0 1 0 0 0,-3 8-1 0 0,4-14-25 0 0,0 1 0 0 0,0-1-1 0 0,0 0 1 0 0,0 0 0 0 0,0 1-1 0 0,-1-1 1 0 0,1 0 0 0 0,-1 0-1 0 0,1 0 1 0 0,-1 0 0 0 0,0-1-1 0 0,0 1 1 0 0,0 0 0 0 0,0-1-1 0 0,0 1 1 0 0,-2 0 0 0 0,1-1-268 0 0,0-1 0 0 0,0 1 1 0 0,1-1-1 0 0,-1 0 1 0 0,0 0-1 0 0,0 0 0 0 0,0 0 1 0 0,0-1-1 0 0,1 1 1 0 0,-1-1-1 0 0,0 0 0 0 0,0 1 1 0 0,1-1-1 0 0,-1 0 0 0 0,1-1 1 0 0,-1 1-1 0 0,1 0 1 0 0,-1-1-1 0 0,1 0 0 0 0,-4-3 1 0 0,-5-3-1327 0 0,1-1-1 0 0,-16-19 1 0 0,13 12-579 0 0,1-1 0 0 0,1-1-1 0 0,0 0 1 0 0,-12-29-1 0 0,-2-5-6106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49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1 462 1404 0 0,'2'-42'2263'0'0,"2"0"0"0"0,2 1 1 0 0,17-64-1 0 0,-18 90-1976 0 0,0 1 0 0 0,0-1 0 0 0,1 1 0 0 0,1 0 1 0 0,1 1-1 0 0,0 0 0 0 0,0 0 0 0 0,1 0 0 0 0,1 1 0 0 0,0 1 1 0 0,1-1-1 0 0,22-17 0 0 0,-24 23-239 0 0,-1 1 1 0 0,1 0-1 0 0,0 0 1 0 0,0 1 0 0 0,0 0-1 0 0,1 1 1 0 0,-1 0-1 0 0,1 0 1 0 0,0 1-1 0 0,0 1 1 0 0,0-1-1 0 0,0 2 1 0 0,0-1-1 0 0,0 1 1 0 0,0 1-1 0 0,0 0 1 0 0,0 0-1 0 0,0 1 1 0 0,0 0-1 0 0,-1 1 1 0 0,15 5-1 0 0,-10-2-21 0 0,-1 0-1 0 0,0 1 1 0 0,0 0-1 0 0,-1 2 1 0 0,0-1-1 0 0,0 1 0 0 0,-1 1 1 0 0,0 0-1 0 0,-1 0 1 0 0,0 1-1 0 0,-1 0 1 0 0,0 1-1 0 0,0 0 1 0 0,6 14-1 0 0,-12-19 22 0 0,0-1 0 0 0,0 1-1 0 0,-1 0 1 0 0,0 0 0 0 0,0 0-1 0 0,-1 0 1 0 0,0 0 0 0 0,0 0 0 0 0,0 1-1 0 0,-1-1 1 0 0,0 0 0 0 0,-1 0-1 0 0,1 1 1 0 0,-1-1 0 0 0,-1 0 0 0 0,0 0-1 0 0,0 0 1 0 0,0 0 0 0 0,0-1-1 0 0,-6 10 1 0 0,3-7-39 0 0,0 0 0 0 0,0-1-1 0 0,-1 0 1 0 0,-1 0 0 0 0,1 0 0 0 0,-1 0 0 0 0,-1-1-1 0 0,1-1 1 0 0,-1 1 0 0 0,0-1 0 0 0,-1 0-1 0 0,1-1 1 0 0,-17 7 0 0 0,21-10-241 0 0,0-1 0 0 0,-1 0 0 0 0,1 0 0 0 0,0-1 0 0 0,-1 1 0 0 0,1-1 0 0 0,-6 0 0 0 0,6 0 0 0 0,3 0 131 0 0,0 0-1 0 0,1 0 1 0 0,-1-1-1 0 0,0 1 1 0 0,0 0-1 0 0,0 0 0 0 0,1 0 1 0 0,-1-1-1 0 0,0 1 1 0 0,0 0-1 0 0,1-1 1 0 0,-1 1-1 0 0,0-1 0 0 0,1 1 1 0 0,-1-1-1 0 0,0 1 1 0 0,1-1-1 0 0,-1 1 1 0 0,1-1-1 0 0,-1 1 0 0 0,1-1 1 0 0,-1 0-1 0 0,1 1 1 0 0,-1-1-1 0 0,1 0 1 0 0,0 0-1 0 0,-1 1 1 0 0,1-1-1 0 0,0 0 0 0 0,0 0 1 0 0,-1 0-1 0 0,1 1 1 0 0,0-1-1 0 0,0-1 1 0 0,0-1-452 0 0,0 0 1 0 0,0 0-1 0 0,0 0 1 0 0,0 0-1 0 0,0 0 1 0 0,1 0-1 0 0,1-4 1 0 0,4-15-3761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50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115 107 1512 0 0,'1'-13'2715'0'0,"-1"-1"0"0"0,0 0 0 0 0,-1 1 0 0 0,-3-17 1 0 0,2 20-1917 0 0,2 8-149 0 0,-1-1-148 0 0,-1-5 192 0 0,-2 9-228 0 0,-5 17-10 0 0,-6 31 41 0 0,-8 42-64 0 0,4 2-1 0 0,4 0 0 0 0,-5 164 0 0 0,20-228-662 0 0,1 0-1 0 0,1 0 0 0 0,2-1 0 0 0,0 1 1 0 0,3-1-1 0 0,10 34 0 0 0,-15-57 8 0 0,0-1 0 0 0,0 1-1 0 0,0-1 1 0 0,0 1-1 0 0,1-1 1 0 0,0 0-1 0 0,0 0 1 0 0,0 0-1 0 0,0 0 1 0 0,0-1 0 0 0,1 1-1 0 0,0-1 1 0 0,0 0-1 0 0,0 0 1 0 0,0 0-1 0 0,0-1 1 0 0,0 1-1 0 0,1-1 1 0 0,-1 0 0 0 0,9 2-1 0 0,-8-3-9 0 0,1 0 1 0 0,-1-1-1 0 0,1 1 0 0 0,0-1 1 0 0,-1-1-1 0 0,1 1 0 0 0,0-1 1 0 0,-1 0-1 0 0,1 0 0 0 0,-1 0 0 0 0,0-1 1 0 0,1 0-1 0 0,-1 0 0 0 0,0 0 1 0 0,0-1-1 0 0,0 0 0 0 0,0 0 1 0 0,4-3-1 0 0,10-10 95 0 0,0 0 0 0 0,-1-1 0 0 0,-1 0-1 0 0,-1-2 1 0 0,17-23 0 0 0,28-56 4889 0 0,-20 30 2743 0 0,-43 98-6943 0 0,-12 29-230 0 0,8-42-283 0 0,2 0 0 0 0,1 0 0 0 0,0 0 0 0 0,1 0-1 0 0,0 1 1 0 0,2 31 0 0 0,1-42-136 0 0,0-1-1 0 0,0 1 1 0 0,1 0 0 0 0,-1 0 0 0 0,2-1-1 0 0,-1 1 1 0 0,1-1 0 0 0,0 0-1 0 0,0 1 1 0 0,0-1 0 0 0,1-1 0 0 0,0 1-1 0 0,6 7 1 0 0,-8-12-77 0 0,-1 0 1 0 0,1 0-1 0 0,0-1 1 0 0,-1 1-1 0 0,1 0 1 0 0,0-1-1 0 0,0 1 1 0 0,0-1-1 0 0,-1 1 0 0 0,1-1 1 0 0,0 0-1 0 0,0 0 1 0 0,0 0-1 0 0,0 0 1 0 0,2 0-1 0 0,0 0-217 0 0,0-1-1 0 0,-1 1 1 0 0,1-1 0 0 0,0 0-1 0 0,0 0 1 0 0,4-2 0 0 0,26-21-6344 0 0,-16 6 85 0 0</inkml:trace>
  <inkml:trace contextRef="#ctx0" brushRef="#br0" timeOffset="1">786 230 1096 0 0,'-5'-18'2919'0'0,"-1"0"0"0"0,0 1 0 0 0,-1 0 0 0 0,-19-32 0 0 0,18 39-2522 0 0,1 10-960 0 0,4 1 551 0 0,3 0-30 0 0,-1-1 1 0 0,1 0-1 0 0,0 1 1 0 0,-1-1 0 0 0,1 0-1 0 0,0 1 1 0 0,0-1-1 0 0,-1 0 1 0 0,1 1-1 0 0,0-1 1 0 0,0 1 0 0 0,0-1-1 0 0,0 1 1 0 0,0-1-1 0 0,-1 0 1 0 0,1 1-1 0 0,0-1 1 0 0,0 1-1 0 0,0-1 1 0 0,0 1 0 0 0,0-1-1 0 0,1 1 1 0 0,-1 6-252 0 0,1 3-516 0 0,0 0 0 0 0,1-1 1 0 0,-1 1-1 0 0,2 0 0 0 0,5 15 0 0 0,0-1-2750 0 0,-2-5 108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51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50 2732 0 0,'3'-1'963'0'0,"0"0"0"0"0,-1 0 0 0 0,1-1 0 0 0,0 1 0 0 0,0-1 0 0 0,-1 0 0 0 0,1 0 0 0 0,-1 0 0 0 0,1 0 0 0 0,4-6 1278 0 0,-7 8-2019 0 0,1-1 0 0 0,-1 0 0 0 0,0 0 1 0 0,0 0-1 0 0,0 0 0 0 0,0 0 0 0 0,0 0 0 0 0,0 0 1 0 0,0 0-1 0 0,0 0 0 0 0,0 0 0 0 0,0 0 1 0 0,0 0-1 0 0,-1 0 0 0 0,1 0 0 0 0,0 0 0 0 0,-1 0 1 0 0,1 0-1 0 0,-1 1 0 0 0,1-1 0 0 0,-1 0 1 0 0,0-1-1 0 0,-2 1-168 0 0,0 0 1 0 0,1 1-1 0 0,-1-1 1 0 0,1 1-1 0 0,-1 0 1 0 0,0-1-1 0 0,0 1 1 0 0,1 1-1 0 0,-1-1 0 0 0,0 0 1 0 0,1 0-1 0 0,-1 1 1 0 0,0 0-1 0 0,1 0 1 0 0,-1-1-1 0 0,1 1 1 0 0,-4 2-1 0 0,-5 3 28 0 0,1-1 0 0 0,-19 14 1 0 0,8-2-64 0 0,0 0 0 0 0,2 1 0 0 0,0 1 0 0 0,1 1 0 0 0,1 1 0 0 0,1 0 0 0 0,1 1 0 0 0,1 1 0 0 0,-21 46 0 0 0,30-59-33 0 0,1 1 1 0 0,1-1-1 0 0,0 1 0 0 0,0 0 1 0 0,1 0-1 0 0,1 0 1 0 0,0 1-1 0 0,1 20 1 0 0,0-27-81 0 0,1 0 1 0 0,-1 0-1 0 0,1 0 1 0 0,1-1-1 0 0,-1 1 0 0 0,1 0 1 0 0,-1-1-1 0 0,1 0 1 0 0,1 1-1 0 0,-1-1 0 0 0,1 0 1 0 0,-1 0-1 0 0,1 0 1 0 0,0 0-1 0 0,1-1 1 0 0,-1 1-1 0 0,1-1 0 0 0,-1 0 1 0 0,1 0-1 0 0,0 0 1 0 0,0 0-1 0 0,9 4 0 0 0,5 0-463 0 0,0-1 0 0 0,1 0-1 0 0,-1-1 1 0 0,1-1-1 0 0,0-1 1 0 0,1-1-1 0 0,-1 0 1 0 0,0-1 0 0 0,34-4-1 0 0,-8-2-1288 0 0,0-2 0 0 0,0-2 0 0 0,44-15 1 0 0,-26 3-1650 0 0</inkml:trace>
  <inkml:trace contextRef="#ctx0" brushRef="#br0" timeOffset="1">949 229 1988 0 0,'4'-7'840'0'0,"-1"-1"0"0"0,0 1 0 0 0,0 0 0 0 0,0-1 0 0 0,-1 1-1 0 0,0-1 1 0 0,-1 0 0 0 0,1 0 0 0 0,-2 0 0 0 0,1-8 0 0 0,-1 13-647 0 0,0 0 0 0 0,0 0-1 0 0,-1 0 1 0 0,1 0 0 0 0,-1 0 0 0 0,0 1 0 0 0,0-1 0 0 0,0 0-1 0 0,0 1 1 0 0,0-1 0 0 0,-1 0 0 0 0,1 1 0 0 0,-1-1 0 0 0,1 1-1 0 0,-1 0 1 0 0,0-1 0 0 0,0 1 0 0 0,0 0 0 0 0,0 0 0 0 0,0 0 0 0 0,-1 1-1 0 0,1-1 1 0 0,-1 1 0 0 0,1-1 0 0 0,-1 1 0 0 0,1 0 0 0 0,-1-1-1 0 0,0 1 1 0 0,0 1 0 0 0,-5-2 0 0 0,0 1-99 0 0,0 1 0 0 0,0-1 1 0 0,0 2-1 0 0,0-1 0 0 0,0 1 0 0 0,0 1 1 0 0,0-1-1 0 0,0 1 0 0 0,0 1 1 0 0,0-1-1 0 0,1 1 0 0 0,0 1 0 0 0,-1-1 1 0 0,-11 9-1 0 0,-9 6 16 0 0,1 2 0 0 0,-27 25 1 0 0,34-26-57 0 0,0 0 1 0 0,-33 43 0 0 0,45-51-40 0 0,1 0 0 0 0,0 1 0 0 0,0-1 0 0 0,1 2 0 0 0,0-1 0 0 0,1 1 0 0 0,1 0 0 0 0,-3 13 0 0 0,6-22-24 0 0,0-1 0 0 0,0 1 1 0 0,1-1-1 0 0,0 1 0 0 0,0-1 0 0 0,0 1 0 0 0,0-1 0 0 0,0 1 1 0 0,0-1-1 0 0,1 1 0 0 0,0-1 0 0 0,0 1 0 0 0,0-1 0 0 0,0 1 1 0 0,1-1-1 0 0,-1 0 0 0 0,1 0 0 0 0,-1 0 0 0 0,1 0 0 0 0,0 0 1 0 0,1 0-1 0 0,-1 0 0 0 0,0-1 0 0 0,1 1 0 0 0,-1-1 0 0 0,1 1 1 0 0,0-1-1 0 0,0 0 0 0 0,0 0 0 0 0,0-1 0 0 0,0 1 0 0 0,0-1 1 0 0,1 1-1 0 0,-1-1 0 0 0,0 0 0 0 0,1 0 0 0 0,-1 0 0 0 0,1-1 1 0 0,-1 1-1 0 0,1-1 0 0 0,0 0 0 0 0,-1 0 0 0 0,1 0 0 0 0,-1 0 1 0 0,1-1-1 0 0,-1 1 0 0 0,4-2 0 0 0,5-1-159 0 0,0-1 0 0 0,0 0-1 0 0,-1-1 1 0 0,1 0 0 0 0,-1-1 0 0 0,0 0-1 0 0,-1 0 1 0 0,1-1 0 0 0,-2-1 0 0 0,18-15-1 0 0,-9 4 348 0 0,0 0 0 0 0,-1-1 0 0 0,-2-1 0 0 0,17-27-1 0 0,-1 5 1938 0 0,-31 42-2077 0 0,1 1-27 0 0,-1-1 0 0 0,0 1-1 0 0,0-1 1 0 0,1 1-1 0 0,-1-1 1 0 0,0 1 0 0 0,1-1-1 0 0,-1 1 1 0 0,0 0-1 0 0,1-1 1 0 0,-1 1 0 0 0,1-1-1 0 0,-1 1 1 0 0,1 0-1 0 0,-1 0 1 0 0,1-1-1 0 0,-1 1 1 0 0,1 0 0 0 0,-1 0-1 0 0,1-1 1 0 0,-1 1-1 0 0,1 0 1 0 0,-1 0 0 0 0,2 0-1 0 0,5 11-7 0 0,-6-5-4 0 0,0 0-1 0 0,-1 1 1 0 0,0-1-1 0 0,0 0 1 0 0,0 1-1 0 0,-1-1 1 0 0,-2 12-1 0 0,-2 22 11 0 0,5-26 16 0 0,1 1 0 0 0,0-1 0 0 0,6 24 0 0 0,-6-34-124 0 0,0 0 1 0 0,0 0 0 0 0,0 0 0 0 0,1 0 0 0 0,0 0-1 0 0,0 0 1 0 0,0 0 0 0 0,0 0 0 0 0,1-1 0 0 0,-1 1 0 0 0,1-1-1 0 0,0 1 1 0 0,0-1 0 0 0,0 0 0 0 0,7 4 0 0 0,-8-6-92 0 0,1 0 0 0 0,-1 0 0 0 0,1 0 0 0 0,-1 0 0 0 0,1-1 0 0 0,-1 0 0 0 0,1 1 0 0 0,-1-1 0 0 0,1 0 1 0 0,0 0-1 0 0,-1 0 0 0 0,1 0 0 0 0,-1-1 0 0 0,1 1 0 0 0,4-2 0 0 0,0 0-400 0 0,-1-1 0 0 0,1 1 0 0 0,-1-1 0 0 0,11-7 0 0 0,-9 5-350 0 0,0-2 1 0 0,-1 1-1 0 0,0 0 0 0 0,0-1 1 0 0,0-1-1 0 0,7-10 0 0 0,5-10-2990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52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180 306 764 0 0,'5'-51'6121'0'0,"-2"-1"0"0"0,-8-96 0 0 0,2 106-3997 0 0,3 39-1880 0 0,-5-7 218 0 0,0 22-273 0 0,1 1 0 0 0,0-1 0 0 0,1 1 1 0 0,-3 26-1 0 0,-1 3 316 0 0,-81 423 2436 0 0,42-222-2780 0 0,42-220-771 0 0,0 0-1 0 0,2 0 1 0 0,1 0-1 0 0,3 45 0 0 0,-2-61 248 0 0,1 0 0 0 0,0 0 0 0 0,0 0-1 0 0,1 0 1 0 0,0-1 0 0 0,0 1-1 0 0,0-1 1 0 0,1 1 0 0 0,0-1-1 0 0,0 0 1 0 0,1 0 0 0 0,0 0 0 0 0,0-1-1 0 0,0 1 1 0 0,1-1 0 0 0,0 0-1 0 0,0 0 1 0 0,0 0 0 0 0,0-1-1 0 0,10 6 1 0 0,-11-8-301 0 0,1 0 1 0 0,-1 0-1 0 0,1-1 0 0 0,-1 1 0 0 0,1-1 0 0 0,-1 0 1 0 0,1-1-1 0 0,-1 1 0 0 0,1-1 0 0 0,0 0 1 0 0,6-1-1 0 0,14-2-4795 0 0</inkml:trace>
  <inkml:trace contextRef="#ctx0" brushRef="#br0" timeOffset="1">492 821 520 0 0,'11'-26'2927'0'0,"-1"1"0"0"0,-2-2 0 0 0,0 1-1 0 0,4-31 1 0 0,-7 31-309 0 0,9-32 2006 0 0,-13 55-3658 0 0,-5 22-741 0 0,-22 86 235 0 0,-2 14-299 0 0,22-85-206 0 0,-8 75-2429 0 0,13-97 990 0 0,1 1 0 0 0,1 0 0 0 0,3 20 0 0 0,-3-32 1248 0 0,-1-1 0 0 0,1 1 0 0 0,-1 0 1 0 0,1 0-1 0 0,-1 0 0 0 0,1 0 0 0 0,0 0 1 0 0,-1-1-1 0 0,1 1 0 0 0,0 0 0 0 0,0 0 1 0 0,-1-1-1 0 0,1 1 0 0 0,0-1 0 0 0,0 1 0 0 0,0-1 1 0 0,0 1-1 0 0,0-1 0 0 0,0 1 0 0 0,0-1 1 0 0,1 0-1 0 0,14 4-3375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52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13 290 624 0 0,'5'-12'1879'0'0,"3"-4"2094"0"0,-2 0 0 0 0,0-1 0 0 0,5-23 1 0 0,-11 39-3911 0 0,0 1 1 0 0,0-1-1 0 0,0 1 1 0 0,1-1 0 0 0,-1 1-1 0 0,0-1 1 0 0,0 1-1 0 0,0-1 1 0 0,0 1 0 0 0,1-1-1 0 0,-1 1 1 0 0,0 0-1 0 0,0-1 1 0 0,1 1-1 0 0,-1-1 1 0 0,0 1 0 0 0,1-1-1 0 0,-1 1 1 0 0,0 0-1 0 0,1-1 1 0 0,-1 1 0 0 0,1 0-1 0 0,0-1 1 0 0,-1 1-33 0 0,1 0 1 0 0,-1 1-1 0 0,0-1 0 0 0,1 0 1 0 0,-1 0-1 0 0,0 0 1 0 0,0 1-1 0 0,1-1 0 0 0,-1 0 1 0 0,0 0-1 0 0,0 1 1 0 0,1-1-1 0 0,-1 0 0 0 0,0 1 1 0 0,0-1-1 0 0,0 0 1 0 0,1 1-1 0 0,-1-1 1 0 0,0 0-1 0 0,0 1 0 0 0,0-1 1 0 0,0 0-1 0 0,0 1 1 0 0,0-1-1 0 0,0 0 0 0 0,0 1 1 0 0,0-1-1 0 0,0 1 1 0 0,0-1-1 0 0,0 0 0 0 0,0 1 1 0 0,0-1-1 0 0,0 0 1 0 0,0 1-1 0 0,0-1 1 0 0,-1 1-1 0 0,-8 63 545 0 0,-3 38-72 0 0,11-90-437 0 0,1 0-1 0 0,1 0 1 0 0,0 0 0 0 0,0 0-1 0 0,1-1 1 0 0,5 17 0 0 0,-6-25-51 0 0,0 0 0 0 0,0 0 0 0 0,0-1 0 0 0,1 1 0 0 0,-1-1 0 0 0,1 1 1 0 0,-1-1-1 0 0,1 1 0 0 0,0-1 0 0 0,0 0 0 0 0,0 0 0 0 0,0 0 0 0 0,0 0 0 0 0,0 0 1 0 0,1-1-1 0 0,-1 1 0 0 0,0-1 0 0 0,4 2 0 0 0,-2-1 2 0 0,0-1 1 0 0,0 0-1 0 0,0 0 0 0 0,0-1 0 0 0,0 1 0 0 0,0-1 1 0 0,1 0-1 0 0,-1 0 0 0 0,0 0 0 0 0,0 0 0 0 0,6-2 1 0 0,1-1 4 0 0,-1 0 0 0 0,1-1 0 0 0,-1 0 0 0 0,0 0 0 0 0,0-1 1 0 0,0-1-1 0 0,-1 1 0 0 0,13-12 0 0 0,-8 6-49 0 0,-1-2 0 0 0,-1 0 0 0 0,0 0 0 0 0,-1-1-1 0 0,0-1 1 0 0,-2 1 0 0 0,1-2 0 0 0,-2 1 0 0 0,0-1 0 0 0,-1-1 0 0 0,0 1-1 0 0,-1-1 1 0 0,-1-1 0 0 0,-1 1 0 0 0,-1 0 0 0 0,0-1 0 0 0,-1 0 0 0 0,-1-27-1 0 0,-1 40 14 0 0,0-1-1 0 0,-1 1 1 0 0,0-1-1 0 0,0 1 1 0 0,-1-1-1 0 0,0 1 0 0 0,0 0 1 0 0,0 0-1 0 0,0 0 1 0 0,-1 0-1 0 0,1 0 1 0 0,-1 0-1 0 0,-1 1 0 0 0,1-1 1 0 0,-1 1-1 0 0,1 0 1 0 0,-1 0-1 0 0,-1 0 1 0 0,1 1-1 0 0,0-1 0 0 0,-1 1 1 0 0,0 0-1 0 0,1 0 1 0 0,-1 1-1 0 0,-8-4 1 0 0,5 4-4 0 0,0-1 1 0 0,1 1-1 0 0,-1 1 1 0 0,0 0-1 0 0,0 0 1 0 0,0 0-1 0 0,-1 1 1 0 0,1 0-1 0 0,0 1 1 0 0,0 0-1 0 0,0 0 1 0 0,0 0-1 0 0,1 1 1 0 0,-1 1-1 0 0,0-1 1 0 0,1 1-1 0 0,-8 4 1 0 0,3 0-28 0 0,1 0 1 0 0,0 1-1 0 0,1 0 0 0 0,0 0 1 0 0,0 1-1 0 0,0 1 1 0 0,2-1-1 0 0,-1 2 0 0 0,1-1 1 0 0,1 1-1 0 0,-1 0 0 0 0,2 1 1 0 0,0-1-1 0 0,-7 21 0 0 0,9-21-321 0 0,0 0-1 0 0,1 1 1 0 0,1 0-1 0 0,0-1 1 0 0,0 1-1 0 0,1 0 1 0 0,1 0-1 0 0,0 0 1 0 0,1 0-1 0 0,2 14 1 0 0,-2-21 20 0 0,0-1 1 0 0,0 1-1 0 0,0-1 0 0 0,1 0 1 0 0,0 1-1 0 0,0-1 0 0 0,0 0 1 0 0,0 0-1 0 0,1 0 1 0 0,-1-1-1 0 0,1 1 0 0 0,0-1 1 0 0,4 5-1 0 0,-2-5-569 0 0,-1 0 1 0 0,0 0-1 0 0,1 0 0 0 0,-1 0 0 0 0,1 0 1 0 0,9 2-1 0 0,3 2-3004 0 0</inkml:trace>
  <inkml:trace contextRef="#ctx0" brushRef="#br0" timeOffset="1">648 197 2820 0 0,'41'-82'16659'0'0,"-30"99"-16040"0"0,-7 4-351 0 0,-1 1 0 0 0,-1-1 1 0 0,-1 1-1 0 0,-4 41 0 0 0,-1-25-56 0 0,-2-1 0 0 0,-11 40 0 0 0,14-66-57 0 0,2-8-135 0 0,1-1 0 0 0,0 0-1 0 0,-1 0 1 0 0,0 0 0 0 0,1 0 0 0 0,-1 0-1 0 0,0 0 1 0 0,0 0 0 0 0,0 0-1 0 0,0 0 1 0 0,-1-1 0 0 0,1 1 0 0 0,0 0-1 0 0,-1-1 1 0 0,1 1 0 0 0,-1-1 0 0 0,-2 3-1 0 0,2-3 80 0 0,0-2-60 0 0,1 1-37 0 0,0 0 0 0 0,0-1-1 0 0,0 1 1 0 0,0-1-1 0 0,0 0 1 0 0,0 1-1 0 0,0-1 1 0 0,0 0-1 0 0,1 1 1 0 0,-1-1-1 0 0,0 0 1 0 0,1 0 0 0 0,-1 0-1 0 0,0 0 1 0 0,1 0-1 0 0,-1 0 1 0 0,1 0-1 0 0,-1 0 1 0 0,1 0-1 0 0,0 0 1 0 0,-1 0-1 0 0,1 0 1 0 0,0 0 0 0 0,0 0-1 0 0,0 0 1 0 0,0 0-1 0 0,0 0 1 0 0,0 0-1 0 0,0 0 1 0 0,0 0-1 0 0,0 0 1 0 0,0 0 0 0 0,1-2-1 0 0,3-18-41 0 0,0 1 0 0 0,1 0 0 0 0,1 1 0 0 0,1 0 0 0 0,1 0 1 0 0,1 0-1 0 0,15-25 0 0 0,-11 22 4 0 0,1 0 0 0 0,1 1 0 0 0,1 1-1 0 0,26-26 1 0 0,-30 34-3 0 0,1 1-1 0 0,0 0 0 0 0,1 1 1 0 0,0 0-1 0 0,1 1 1 0 0,-1 0-1 0 0,24-8 0 0 0,-34 16 31 0 0,0 0 0 0 0,1 0 0 0 0,-1 1 0 0 0,0-1 0 0 0,0 1 0 0 0,0 0 0 0 0,0 1-1 0 0,1-1 1 0 0,-1 1 0 0 0,0 0 0 0 0,0 0 0 0 0,0 0 0 0 0,0 0 0 0 0,0 0 0 0 0,-1 1 0 0 0,1 0-1 0 0,0 0 1 0 0,-1 0 0 0 0,1 0 0 0 0,-1 1 0 0 0,1-1 0 0 0,-1 1 0 0 0,0 0 0 0 0,0 0 0 0 0,-1 0-1 0 0,4 5 1 0 0,-3-2 20 0 0,0-1-1 0 0,0 1 0 0 0,-1 0 1 0 0,0 0-1 0 0,0 0 0 0 0,-1 0 1 0 0,1 0-1 0 0,-1 0 0 0 0,-1 0 1 0 0,1 0-1 0 0,-1 1 1 0 0,0-1-1 0 0,-1 0 0 0 0,0 7 1 0 0,-4 13 87 0 0,0 0 1 0 0,-10 25 0 0 0,8-24-68 0 0,-42 124 182 0 0,46-131-17 0 0,3-20-204 0 0,0 0 0 0 0,0 0 1 0 0,0 1-1 0 0,1-1 0 0 0,-1 0 0 0 0,0 0 1 0 0,0 1-1 0 0,0-1 0 0 0,0 0 0 0 0,0 0 1 0 0,0 0-1 0 0,1 1 0 0 0,-1-1 0 0 0,0 0 1 0 0,0 0-1 0 0,0 0 0 0 0,1 0 0 0 0,-1 0 0 0 0,0 1 1 0 0,0-1-1 0 0,1 0 0 0 0,-1 0 0 0 0,0 0 1 0 0,0 0-1 0 0,0 0 0 0 0,1 0 0 0 0,-1 0 1 0 0,0 0-1 0 0,0 0 0 0 0,1 0 0 0 0,-1 0 1 0 0,0 0-1 0 0,0 0 0 0 0,1 0 0 0 0,-1 0 1 0 0,4-1-134 0 0,-1 0 1 0 0,0-1-1 0 0,0 1 1 0 0,0-1-1 0 0,0 0 1 0 0,4-3 0 0 0,-3 2 44 0 0,6-4-674 0 0,0-2 1 0 0,0 0-1 0 0,-1 0 1 0 0,0 0-1 0 0,0-1 1 0 0,10-17-1 0 0,18-36-6985 0 0,-24 38 2054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53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1481 54 580 0 0,'-203'-36'22398'0'0,"152"25"-19728"0"0,47 10-2850 0 0,1 1-804 0 0,-1 0 0 0 0,1 0 0 0 0,0 0 0 0 0,-1-1 0 0 0,1 0 0 0 0,-7-2 0 0 0,9 3 1233 0 0</inkml:trace>
  <inkml:trace contextRef="#ctx0" brushRef="#br0" timeOffset="1">139 116 348 0 0,'-22'6'1911'0'0,"7"-2"-574"0"0,0 0 0 0 0,0 0 0 0 0,0 2 1 0 0,1 0-1 0 0,-22 13 0 0 0,35-19-1267 0 0,1 0 1 0 0,0 0-1 0 0,-1 0 0 0 0,1 1 1 0 0,0-1-1 0 0,-1 0 1 0 0,1 0-1 0 0,0 1 1 0 0,-1-1-1 0 0,1 0 1 0 0,0 1-1 0 0,-1-1 1 0 0,1 1-1 0 0,0-1 0 0 0,0 0 1 0 0,0 1-1 0 0,-1-1 1 0 0,1 1-1 0 0,0-1 1 0 0,0 0-1 0 0,0 1 1 0 0,0-1-1 0 0,0 1 1 0 0,0-1-1 0 0,0 1 0 0 0,0-1 1 0 0,0 1-1 0 0,0-1 1 0 0,0 0-1 0 0,0 1 1 0 0,11 9 730 0 0,24 1-456 0 0,-32-10-185 0 0,29 6-396 0 0,1-2 1 0 0,48 3 0 0 0,71-7-5582 0 0,-73-3 972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54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230 460 1124 0 0,'-5'-52'7823'0'0,"2"28"-5524"0"0,-6-7 704 0 0,9 31-2993 0 0,0-1-1 0 0,-1 1 0 0 0,1 0 1 0 0,0-1-1 0 0,0 1 1 0 0,0 0-1 0 0,-1 0 0 0 0,1-1 1 0 0,0 1-1 0 0,0 0 0 0 0,-1 0 1 0 0,1 0-1 0 0,0-1 1 0 0,0 1-1 0 0,-1 0 0 0 0,1 0 1 0 0,0 0-1 0 0,-1 0 1 0 0,1 0-1 0 0,0 0 0 0 0,-1 0 1 0 0,1 0-1 0 0,0-1 0 0 0,-1 1 1 0 0,1 0-1 0 0,0 0 1 0 0,-1 0-1 0 0,1 0 0 0 0,0 1 1 0 0,-1-1-1 0 0,1 0 0 0 0,0 0 1 0 0,-1 0-1 0 0,1 0 1 0 0,0 0-1 0 0,0 0 0 0 0,-1 0 1 0 0,1 1-1 0 0,0-1 1 0 0,-1 0-1 0 0,1 0 0 0 0,0 0 1 0 0,0 1-1 0 0,-1-1 0 0 0,1 0 1 0 0,0 0-1 0 0,0 1 1 0 0,0-1-1 0 0,-1 0 0 0 0,-12 11 129 0 0,13-11-134 0 0,-25 27 217 0 0,2 2-1 0 0,1 0 1 0 0,1 1-1 0 0,2 2 1 0 0,-20 41-1 0 0,33-60-192 0 0,0-1-1 0 0,1 1 0 0 0,0 1 0 0 0,1-1 0 0 0,1 1 0 0 0,0-1 0 0 0,-1 25 0 0 0,3-31-9 0 0,1 0 0 0 0,1-1 0 0 0,-1 1 0 0 0,1 0-1 0 0,0-1 1 0 0,1 1 0 0 0,-1-1 0 0 0,1 0-1 0 0,1 1 1 0 0,-1-1 0 0 0,1 0 0 0 0,0 0 0 0 0,0 0-1 0 0,1-1 1 0 0,0 1 0 0 0,0-1 0 0 0,0 0-1 0 0,6 5 1 0 0,-4-4 10 0 0,1 0-1 0 0,1-1 0 0 0,-1 0 1 0 0,1 0-1 0 0,0 0 1 0 0,0-1-1 0 0,0-1 1 0 0,1 1-1 0 0,-1-1 1 0 0,1-1-1 0 0,0 1 0 0 0,0-1 1 0 0,0-1-1 0 0,16 1 1 0 0,-18-2-4 0 0,-1 0 1 0 0,0-1-1 0 0,1 1 1 0 0,-1-2-1 0 0,1 1 1 0 0,-1-1-1 0 0,0 1 1 0 0,0-2-1 0 0,0 1 1 0 0,0-1-1 0 0,0 0 1 0 0,-1 0-1 0 0,1 0 1 0 0,-1-1-1 0 0,0 0 1 0 0,0 0-1 0 0,0 0 1 0 0,0-1-1 0 0,-1 1 1 0 0,0-1-1 0 0,5-7 1 0 0,-2 0-8 0 0,-1 0 0 0 0,0 0 1 0 0,-1 0-1 0 0,0-1 0 0 0,-1 0 0 0 0,-1 0 1 0 0,0 0-1 0 0,0 0 0 0 0,-2 0 0 0 0,1-1 1 0 0,-2 1-1 0 0,0-1 0 0 0,-2-15 0 0 0,0 6-12 0 0,-2 0-1 0 0,0 0 0 0 0,-2 1 0 0 0,0 0 0 0 0,-1 0 0 0 0,-21-40 1 0 0,20 47-18 0 0,0 0 0 0 0,-2 0-1 0 0,0 1 1 0 0,-13-14 0 0 0,18 22-7 0 0,-1 0 0 0 0,0 1 0 0 0,0 0-1 0 0,-1 0 1 0 0,0 0 0 0 0,0 0 0 0 0,0 1-1 0 0,0 1 1 0 0,0-1 0 0 0,-12-3 0 0 0,11 7-18 0 0,2 1 30 0 0,1 1 0 0 0,-1-1-1 0 0,0 1 1 0 0,1 0 0 0 0,-1 0 0 0 0,1 0-1 0 0,0 1 1 0 0,0 0 0 0 0,-9 7 0 0 0,5-3 1 0 0,2 2 1 0 0,-1-1 0 0 0,1 1-1 0 0,0 0 1 0 0,1 0 0 0 0,0 1-1 0 0,1 0 1 0 0,0 0 0 0 0,0 0-1 0 0,1 1 1 0 0,1-1 0 0 0,-1 1-1 0 0,2 0 1 0 0,-1 0 0 0 0,2 0-1 0 0,0 1 1 0 0,0-1 0 0 0,0 0-1 0 0,2 0 1 0 0,1 12 0 0 0,-1-13 9 0 0,0 0 0 0 0,1-1 0 0 0,1 1 0 0 0,0-1 0 0 0,0 0-1 0 0,0 0 1 0 0,1 0 0 0 0,1 0 0 0 0,0-1 0 0 0,0 1 0 0 0,0-1 0 0 0,1 0 0 0 0,0-1 0 0 0,1 0 0 0 0,0 0 0 0 0,0 0 0 0 0,0-1 0 0 0,1 0 0 0 0,0 0 0 0 0,0-1 0 0 0,0 0 0 0 0,1 0 0 0 0,12 5 0 0 0,-2-4 2 0 0,1-1-1 0 0,-1 0 1 0 0,1-2 0 0 0,0 0 0 0 0,0-1 0 0 0,0-1 0 0 0,1-1 0 0 0,31-4 0 0 0,-14-1-4 0 0,0-2-1 0 0,0-2 1 0 0,54-20 0 0 0,-65 18 1 0 0,0-1 0 0 0,-1-1 0 0 0,-1-1 1 0 0,0-1-1 0 0,-1-2 0 0 0,-1 0 0 0 0,-1-2 0 0 0,0 0 0 0 0,-1-2 0 0 0,27-34 1 0 0,-16 12 97 0 0,-1-1 0 0 0,-3-1-1 0 0,-2-2 1 0 0,36-88 0 0 0,-3-18 2101 0 0,-48 133-2127 0 0,-2 31-83 0 0,-6-1 23 0 0,0 0-1 0 0,-1-1 1 0 0,0 1 0 0 0,-1 0-1 0 0,0 0 1 0 0,0 1 0 0 0,-1-1 0 0 0,-2 16-1 0 0,1 7 83 0 0,-23 332 771 0 0,-28-5-335 0 0,-169 759 1744 0 0,191-1000-1946 0 0,-30 164 1025 0 0,60-282-1335 0 0,0 1-1 0 0,-1-1 1 0 0,1 1-1 0 0,0-1 1 0 0,0 1 0 0 0,0-1-1 0 0,0 1 1 0 0,0-1 0 0 0,1 1-1 0 0,-1 0 1 0 0,0-1-1 0 0,1 0 1 0 0,-1 1 0 0 0,1-1-1 0 0,-1 1 1 0 0,1-1 0 0 0,0 1-1 0 0,0-1 1 0 0,-1 0-1 0 0,1 0 1 0 0,0 1 0 0 0,0-1-1 0 0,0 0 1 0 0,2 1-1 0 0,-1-1-2 0 0,0 0 0 0 0,0 0-1 0 0,0 0 1 0 0,1 0-1 0 0,-1-1 1 0 0,0 1 0 0 0,1-1-1 0 0,-1 1 1 0 0,0-1-1 0 0,1 0 1 0 0,-1 0 0 0 0,1 0-1 0 0,-1 0 1 0 0,3-1-1 0 0,4 0 8 0 0,1-1-1 0 0,0-1 0 0 0,-1 0 1 0 0,0 0-1 0 0,1-1 0 0 0,13-8 1 0 0,-3 0-8 0 0,-1-1 0 0 0,0-1 0 0 0,-1-1 0 0 0,-1-1 0 0 0,0-1 0 0 0,-1 0 0 0 0,-1-1 0 0 0,0 0 0 0 0,-2-1 0 0 0,15-27 0 0 0,-16 24-29 0 0,-1-1-1 0 0,-1 0 1 0 0,0 0-1 0 0,-2-1 1 0 0,-1 0-1 0 0,-1-1 1 0 0,-2 1-1 0 0,0-1 1 0 0,-1 0-1 0 0,-1 0 1 0 0,-2 0-1 0 0,0-1 1 0 0,-2 1-1 0 0,-1 0 1 0 0,-1 0-1 0 0,-1 1 1 0 0,-1-1-1 0 0,-1 1 1 0 0,-11-26-1 0 0,2 15 32 0 0,-2 0-1 0 0,-1 2 0 0 0,-36-49 1 0 0,-83-81 68 0 0,105 128-55 0 0,12 14-188 0 0,1-1 1 0 0,1-1-1 0 0,-21-31 1 0 0,39 51-11 0 0,-1-1 0 0 0,0 0 0 0 0,1 1-1 0 0,0-1 1 0 0,-1 0 0 0 0,2 0 0 0 0,-1 1 0 0 0,0-1 0 0 0,1 0 0 0 0,0 0-1 0 0,-1 0 1 0 0,2 0 0 0 0,-1 0 0 0 0,0 0 0 0 0,1 0 0 0 0,0 0 0 0 0,0 1-1 0 0,0-1 1 0 0,0 0 0 0 0,0 0 0 0 0,1 1 0 0 0,0-1 0 0 0,0 1 0 0 0,0 0-1 0 0,0-1 1 0 0,3-2 0 0 0,4-6-560 0 0,2 1 1 0 0,-1 0-1 0 0,1 0 1 0 0,1 1-1 0 0,16-11 0 0 0,11-5-3490 0 0,78-38 0 0 0,-53 34-2347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54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495 215 556 0 0,'-4'-27'4645'0'0,"-8"-32"0"0"0,8 45-3789 0 0,0 1-1 0 0,-1 1 1 0 0,0-1-1 0 0,-1 1 1 0 0,0 0-1 0 0,-1 0 1 0 0,-12-15-1 0 0,18 26-820 0 0,0 0-1 0 0,0 0 1 0 0,0 0-1 0 0,0 0 1 0 0,0 0-1 0 0,-1 0 1 0 0,1 0-1 0 0,0 0 1 0 0,-1 0-1 0 0,1 1 1 0 0,0-1 0 0 0,-1 1-1 0 0,1-1 1 0 0,-1 1-1 0 0,1-1 1 0 0,-1 1-1 0 0,1 0 1 0 0,-1 0-1 0 0,-2-1 1 0 0,0 2-9 0 0,1-1-1 0 0,-1 1 1 0 0,1-1 0 0 0,0 1 0 0 0,-1 0 0 0 0,1 1 0 0 0,0-1-1 0 0,-5 3 1 0 0,-2 2 6 0 0,0 0 0 0 0,0 1 0 0 0,-15 14 0 0 0,-15 18 8 0 0,1 2 0 0 0,3 1 0 0 0,1 2 0 0 0,2 2 0 0 0,-29 54 0 0 0,50-78-37 0 0,-15 38 0 0 0,23-50 4 0 0,0 1 1 0 0,1 0 0 0 0,0 0 0 0 0,1 0-1 0 0,1 0 1 0 0,-1 12 0 0 0,1-20 1 0 0,1 0-1 0 0,0 0 1 0 0,0 1-1 0 0,1-1 1 0 0,-1 0-1 0 0,1 0 1 0 0,-1 1-1 0 0,1-1 1 0 0,0 0-1 0 0,0 0 1 0 0,0 0 0 0 0,1 0-1 0 0,-1 0 1 0 0,1 0-1 0 0,-1 0 1 0 0,1-1-1 0 0,0 1 1 0 0,0-1-1 0 0,1 1 1 0 0,-1-1 0 0 0,0 0-1 0 0,1 1 1 0 0,-1-1-1 0 0,1-1 1 0 0,0 1-1 0 0,-1 0 1 0 0,1-1-1 0 0,0 1 1 0 0,0-1-1 0 0,0 0 1 0 0,0 0 0 0 0,1 0-1 0 0,-1 0 1 0 0,0 0-1 0 0,0-1 1 0 0,1 0-1 0 0,4 0 1 0 0,3 0 8 0 0,0 0 0 0 0,0-1 1 0 0,0-1-1 0 0,-1 0 0 0 0,1 0 1 0 0,0-1-1 0 0,-1-1 0 0 0,0 0 1 0 0,1 0-1 0 0,9-6 0 0 0,-1-2-11 0 0,-1-1 0 0 0,0 0-1 0 0,-1-1 1 0 0,-1-1-1 0 0,0-1 1 0 0,18-23 0 0 0,76-114 1152 0 0,-95 132-687 0 0,56-81 1007 0 0,-70 100-1480 0 0,-1 3 2 0 0,0-1 0 0 0,0 0 0 0 0,0 0 0 0 0,0 0 0 0 0,0 0 0 0 0,0 0 0 0 0,0 0 0 0 0,0 0 0 0 0,0 0 0 0 0,0 0 0 0 0,0 0 1 0 0,0 0-1 0 0,0 1 0 0 0,-1-1 0 0 0,1 0 0 0 0,0 0 0 0 0,0 0 0 0 0,0 0 0 0 0,0 0 0 0 0,0 0 0 0 0,1 0 0 0 0,-1 0 0 0 0,0 0 0 0 0,0 0 1 0 0,0 0-1 0 0,0 1 0 0 0,0-1 0 0 0,0 0 0 0 0,0 0 0 0 0,0 0 0 0 0,0 0 0 0 0,0 0 0 0 0,0 0 0 0 0,0 0 0 0 0,0 0 0 0 0,0 0 0 0 0,0 0 1 0 0,0 0-1 0 0,0 0 0 0 0,0 0 0 0 0,0 0 0 0 0,1 0 0 0 0,-1 1 0 0 0,0-1 0 0 0,0 0 0 0 0,0 0 0 0 0,0 0 0 0 0,0 0 0 0 0,0 0 0 0 0,0 0 1 0 0,0 0-1 0 0,0 0 0 0 0,0 0 0 0 0,0 0 0 0 0,1 0 0 0 0,-1 0 0 0 0,0 0 0 0 0,0 0 0 0 0,0 0 0 0 0,0 0 0 0 0,0 0 0 0 0,0 0 0 0 0,0 0 1 0 0,0-1-1 0 0,0 1 0 0 0,0 0 0 0 0,0 0 0 0 0,1 0 0 0 0,-1 0 0 0 0,6 0 0 0 0,-4 2 1 0 0,-1-1 0 0 0,0 1 0 0 0,0-1 0 0 0,-1 0 0 0 0,1 1 0 0 0,0 0 0 0 0,0-1 0 0 0,-1 1 0 0 0,1-1 0 0 0,0 4 0 0 0,16 70-36 0 0,-14-54 25 0 0,2 0 0 0 0,0 0 0 0 0,13 30 0 0 0,-15-44-199 0 0,0-1 0 0 0,1 1 0 0 0,-1-1-1 0 0,1 0 1 0 0,1 0 0 0 0,-1-1 0 0 0,1 1 0 0 0,0-1 0 0 0,1 0 0 0 0,-1-1 0 0 0,1 1-1 0 0,0-1 1 0 0,0 0 0 0 0,11 5 0 0 0,-9-5-358 0 0,0-1 0 0 0,0 0 0 0 0,1-1 1 0 0,-1 0-1 0 0,1 0 0 0 0,9 0 0 0 0,30-1-4973 0 0,-10-5-1053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55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30 140 1608 0 0,'-4'-11'1958'0'0,"-3"-5"942"0"0,1 0 1 0 0,-7-30-1 0 0,13 46-2874 0 0,0-1 0 0 0,0 1 0 0 0,0-1-1 0 0,0 0 1 0 0,0 1 0 0 0,0-1 0 0 0,0 1 0 0 0,0-1-1 0 0,0 0 1 0 0,1 1 0 0 0,-1-1 0 0 0,0 1 0 0 0,0-1 0 0 0,1 0-1 0 0,-1 1 1 0 0,0-1 0 0 0,0 1 0 0 0,1-1 0 0 0,-1 1-1 0 0,1-1 1 0 0,-1 1 0 0 0,0-1 0 0 0,1 1 0 0 0,-1 0-1 0 0,1-1 1 0 0,-1 1 0 0 0,1 0 0 0 0,-1-1 0 0 0,1 1 0 0 0,-1 0-1 0 0,1 0 1 0 0,0-1 0 0 0,-1 1 0 0 0,1 0 0 0 0,-1 0-1 0 0,1 0 1 0 0,0 0 0 0 0,21 0 271 0 0,-15 3-255 0 0,0 0 0 0 0,0 0-1 0 0,0 0 1 0 0,-1 1 0 0 0,1 0-1 0 0,-1 1 1 0 0,0-1 0 0 0,-1 1-1 0 0,1 1 1 0 0,-1-1-1 0 0,0 1 1 0 0,9 11 0 0 0,-6-5 36 0 0,0 1 0 0 0,-1-1 0 0 0,-1 1 0 0 0,0 0 0 0 0,8 26 0 0 0,-10-21 117 0 0,-1 1 0 0 0,0 0 1 0 0,-2 0-1 0 0,0 1 0 0 0,-1-1 1 0 0,-1 0-1 0 0,0 0 0 0 0,-2 0 0 0 0,0 0 1 0 0,-2 0-1 0 0,0-1 0 0 0,0 1 1 0 0,-2-1-1 0 0,0-1 0 0 0,-1 1 1 0 0,-19 28-1 0 0,24-41-22 0 0,0 0 0 0 0,0-1 0 0 0,0 1 0 0 0,-1-1 1 0 0,1 0-1 0 0,-1 1 0 0 0,-1-2 0 0 0,1 1 0 0 0,0 0 0 0 0,-1-1 0 0 0,0 0 0 0 0,0 0 0 0 0,-6 3 1 0 0,10-6-164 0 0,1 0 0 0 0,-1 0 1 0 0,1 0-1 0 0,0 0 1 0 0,-1-1-1 0 0,1 1 1 0 0,-1 0-1 0 0,1 0 1 0 0,-1 0-1 0 0,1 0 1 0 0,0-1-1 0 0,-1 1 1 0 0,1 0-1 0 0,-1-1 1 0 0,1 1-1 0 0,0 0 0 0 0,-1 0 1 0 0,1-1-1 0 0,0 1 1 0 0,0-1-1 0 0,-1 1 1 0 0,1 0-1 0 0,0-1 1 0 0,0 1-1 0 0,-1-1 1 0 0,1 1-1 0 0,0 0 1 0 0,0-1-1 0 0,0 1 1 0 0,0-1-1 0 0,0 1 1 0 0,0-1-1 0 0,0 1 0 0 0,0-2 1 0 0,-2-12 30 0 0,2 14-40 0 0,1-10 11 0 0,0 1-1 0 0,1-1 0 0 0,0 0 1 0 0,0 1-1 0 0,1-1 0 0 0,1 1 1 0 0,0 0-1 0 0,0 0 0 0 0,9-13 1 0 0,-13 21-12 0 0,20-32-42 0 0,1 0 1 0 0,2 1-1 0 0,1 1 1 0 0,1 2 0 0 0,2 0-1 0 0,0 2 1 0 0,3 0-1 0 0,0 3 1 0 0,1 0 0 0 0,1 2-1 0 0,45-23 1 0 0,-66 39-67 0 0,0 0 0 0 0,0 1-1 0 0,1 1 1 0 0,23-6 0 0 0,-33 9 103 0 0,-1 1 1 0 0,1 0-1 0 0,-1 0 0 0 0,1-1 0 0 0,0 1 0 0 0,-1 0 1 0 0,1 1-1 0 0,-1-1 0 0 0,1 0 0 0 0,-1 0 1 0 0,1 1-1 0 0,-1-1 0 0 0,1 1 0 0 0,-1-1 0 0 0,1 1 1 0 0,-1 0-1 0 0,0-1 0 0 0,1 1 0 0 0,-1 0 0 0 0,0 0 1 0 0,1 0-1 0 0,-1 0 0 0 0,0 0 0 0 0,0 0 1 0 0,0 0-1 0 0,0 1 0 0 0,0-1 0 0 0,0 0 0 0 0,-1 1 1 0 0,1-1-1 0 0,0 0 0 0 0,-1 1 0 0 0,1-1 1 0 0,0 1-1 0 0,-1-1 0 0 0,0 1 0 0 0,1-1 0 0 0,-1 1 1 0 0,0-1-1 0 0,0 4 0 0 0,1 5-3 0 0,-1-1 0 0 0,0 0 0 0 0,0 1 0 0 0,-4 18 0 0 0,0-5 12 0 0,-12 82-35 0 0,15-92 30 0 0,0 0-1 0 0,1 0 1 0 0,1 0-1 0 0,0 0 1 0 0,5 23-1 0 0,-5-31 10 0 0,0-1 1 0 0,0 0-1 0 0,1 0 0 0 0,0 0 0 0 0,0 0 0 0 0,0 0 0 0 0,1 0 1 0 0,-1 0-1 0 0,1-1 0 0 0,0 1 0 0 0,0-1 0 0 0,0 0 1 0 0,0 0-1 0 0,0 0 0 0 0,1 0 0 0 0,4 3 0 0 0,-2-3 3 0 0,0-1 0 0 0,0 1-1 0 0,0-1 1 0 0,0 0 0 0 0,0 0-1 0 0,0-1 1 0 0,1 0-1 0 0,-1 0 1 0 0,1 0 0 0 0,7-1-1 0 0,1-1 7 0 0,-1 0 0 0 0,1-1 0 0 0,-1-1 0 0 0,0 0 0 0 0,0-1-1 0 0,0 0 1 0 0,0-1 0 0 0,-1-1 0 0 0,17-9 0 0 0,-15 5-2 0 0,0 0 1 0 0,-1-1 0 0 0,0-1-1 0 0,-1 0 1 0 0,0-1 0 0 0,-1-1-1 0 0,0 0 1 0 0,-1 0 0 0 0,14-25-1 0 0,-19 29-7 0 0,-1 0 0 0 0,0 0-1 0 0,-1-1 1 0 0,0 1 0 0 0,0-1-1 0 0,-1 0 1 0 0,0 0 0 0 0,-1 0-1 0 0,0 0 1 0 0,-1-1 0 0 0,-1 1-1 0 0,1-1 1 0 0,-2 1 0 0 0,0 0-1 0 0,0-1 1 0 0,-4-13 0 0 0,3 19-15 0 0,0 0 1 0 0,0 0-1 0 0,-1 0 1 0 0,0 1 0 0 0,0-1-1 0 0,0 1 1 0 0,-1 0 0 0 0,0 0-1 0 0,0 0 1 0 0,0 0-1 0 0,0 1 1 0 0,-1 0 0 0 0,0 0-1 0 0,0 0 1 0 0,0 0 0 0 0,0 1-1 0 0,-1 0 1 0 0,1 0-1 0 0,-1 0 1 0 0,0 1 0 0 0,0-1-1 0 0,-8-1 1 0 0,4 2-8 0 0,1 0 0 0 0,-1 1 1 0 0,0 0-1 0 0,0 1 0 0 0,0 0 1 0 0,0 0-1 0 0,0 1 0 0 0,0 0 0 0 0,0 1 1 0 0,1 0-1 0 0,-1 0 0 0 0,1 1 1 0 0,-13 6-1 0 0,8-2-69 0 0,0 0 1 0 0,1 1 0 0 0,0 0-1 0 0,0 1 1 0 0,1 1 0 0 0,1 0-1 0 0,-1 1 1 0 0,2 0-1 0 0,-12 15 1 0 0,18-21-66 0 0,0 0 0 0 0,1 0 0 0 0,-1 0 0 0 0,1 0 0 0 0,1 1 0 0 0,-1-1 0 0 0,1 1 0 0 0,0 0 0 0 0,0-1 1 0 0,1 1-1 0 0,0 0 0 0 0,0 0 0 0 0,0 0 0 0 0,0 1 0 0 0,1-1 0 0 0,0 0 0 0 0,1 0 0 0 0,-1 0 0 0 0,1 0 0 0 0,0 0 0 0 0,1 0 0 0 0,-1 0 0 0 0,1-1 0 0 0,1 1 0 0 0,4 10 0 0 0,-3-10-128 0 0,0-1 0 0 0,1 1 0 0 0,-1-1 0 0 0,1 0 0 0 0,0 0 0 0 0,1 0-1 0 0,-1-1 1 0 0,1 0 0 0 0,0 0 0 0 0,0 0 0 0 0,12 5 0 0 0,-6-4-724 0 0,0-1 1 0 0,1 0-1 0 0,-1 0 0 0 0,1-1 1 0 0,17 2-1 0 0,1-3-2498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56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0 349 2068 0 0,'11'-13'1361'0'0,"3"-4"922"0"0,0-2 1 0 0,-1 0-1 0 0,-1 0 0 0 0,12-25 0 0 0,-9 18-123 0 0,-9 20-1465 0 0,-8 20-418 0 0,-19 44 72 0 0,12-37-266 0 0,1 1 1 0 0,-9 41-1 0 0,14-46-30 0 0,1 1-1 0 0,1-1 0 0 0,0 1 0 0 0,3 32 0 0 0,-2-46-36 0 0,1 0-1 0 0,0 0 0 0 0,-1 0 1 0 0,1 0-1 0 0,1 0 0 0 0,-1 0 1 0 0,1 0-1 0 0,-1-1 0 0 0,1 1 1 0 0,0-1-1 0 0,0 1 1 0 0,1-1-1 0 0,-1 1 0 0 0,1-1 1 0 0,0 0-1 0 0,0 0 0 0 0,0-1 1 0 0,0 1-1 0 0,0 0 0 0 0,0-1 1 0 0,1 0-1 0 0,-1 0 0 0 0,1 0 1 0 0,0 0-1 0 0,7 2 0 0 0,-5-3-1 0 0,0 0 0 0 0,0 0 0 0 0,0 0 0 0 0,1-1 0 0 0,-1 0 0 0 0,0 0 0 0 0,0-1-1 0 0,0 0 1 0 0,0 0 0 0 0,0 0 0 0 0,0-1 0 0 0,0 0 0 0 0,0 0 0 0 0,-1 0 0 0 0,1-1-1 0 0,-1 0 1 0 0,7-5 0 0 0,6-4 7 0 0,-1-1-1 0 0,0 0 0 0 0,20-23 1 0 0,-12 9 35 0 0,-1-1 1 0 0,-1-1-1 0 0,28-46 1 0 0,-26 39 16 0 0,-24 33-120 0 0,0 5-65 0 0,0-1 108 0 0,0 1 1 0 0,-1-1 0 0 0,1 1-1 0 0,-1-1 1 0 0,1 1-1 0 0,-1 0 1 0 0,1-1 0 0 0,-1 1-1 0 0,0 0 1 0 0,0-1 0 0 0,0 1-1 0 0,0 0 1 0 0,0 1-1 0 0,-5 24-15 0 0,-1-2 23 0 0,2 0 0 0 0,0 0 1 0 0,2 0-1 0 0,1 1 0 0 0,3 38 0 0 0,-2-60 12 0 0,1-1 0 0 0,-1 1 0 0 0,1-1 0 0 0,0 1 0 0 0,0-1 0 0 0,1 1 0 0 0,-1-1 0 0 0,1 1 0 0 0,-1-1 0 0 0,1 0 0 0 0,0 0 0 0 0,0 0 0 0 0,1 0 0 0 0,3 4-1 0 0,-4-5 1 0 0,1-1 0 0 0,0 1 0 0 0,0 0-1 0 0,0-1 1 0 0,0 1 0 0 0,1-1 0 0 0,-1 0-1 0 0,0 0 1 0 0,0 0 0 0 0,1-1 0 0 0,-1 1-1 0 0,0-1 1 0 0,1 0 0 0 0,-1 0-1 0 0,6 0 1 0 0,2-1 4 0 0,0-1-1 0 0,-1 0 1 0 0,1-1 0 0 0,-1 1-1 0 0,1-2 1 0 0,-1 0 0 0 0,0 0-1 0 0,-1-1 1 0 0,1 0-1 0 0,-1 0 1 0 0,13-11 0 0 0,6-6 23 0 0,-1-2 1 0 0,25-28-1 0 0,-37 36-26 0 0,-1-1-1 0 0,0-1 0 0 0,-1 0 1 0 0,-1-1-1 0 0,-1 0 1 0 0,11-27-1 0 0,-17 33-14 0 0,0 0 0 0 0,0-1 0 0 0,-1 1 0 0 0,-1-1-1 0 0,-1 0 1 0 0,0 0 0 0 0,0 0 0 0 0,-2 0 0 0 0,1 0 0 0 0,-2 0 0 0 0,-2-14 0 0 0,2 23-16 0 0,0 0 0 0 0,0 0 1 0 0,-1-1-1 0 0,0 1 0 0 0,0 1 1 0 0,0-1-1 0 0,0 0 0 0 0,-1 0 1 0 0,0 1-1 0 0,0-1 0 0 0,0 1 1 0 0,0 0-1 0 0,-1 0 1 0 0,0 0-1 0 0,0 1 0 0 0,0-1 1 0 0,0 1-1 0 0,0 0 0 0 0,-1 0 1 0 0,1 0-1 0 0,-1 1 0 0 0,0 0 1 0 0,0 0-1 0 0,0 0 0 0 0,0 0 1 0 0,0 1-1 0 0,-6-1 1 0 0,-17 2-96 0 0,26 0 103 0 0,1 0 1 0 0,0 1 0 0 0,-1-1-1 0 0,1 0 1 0 0,0 1-1 0 0,-1-1 1 0 0,1 1 0 0 0,0-1-1 0 0,0 1 1 0 0,0 0 0 0 0,0-1-1 0 0,-1 1 1 0 0,1 0-1 0 0,0 0 1 0 0,0 0 0 0 0,1 0-1 0 0,-1 0 1 0 0,0 0-1 0 0,0 0 1 0 0,0 0 0 0 0,1 0-1 0 0,-2 2 1 0 0,2-3 4 0 0,0 1 0 0 0,0 0 0 0 0,0 0 0 0 0,0 0 1 0 0,0-1-1 0 0,0 1 0 0 0,0 0 0 0 0,0 0 0 0 0,0 0 0 0 0,1-1 1 0 0,-1 1-1 0 0,0 0 0 0 0,0 0 0 0 0,1-1 0 0 0,-1 1 0 0 0,1 0 1 0 0,-1-1-1 0 0,0 1 0 0 0,1 0 0 0 0,-1-1 0 0 0,1 1 0 0 0,0 0 1 0 0,-1-1-1 0 0,1 1 0 0 0,-1-1 0 0 0,1 1 0 0 0,0-1 0 0 0,-1 0 1 0 0,1 1-1 0 0,1 0 0 0 0,23 10-255 0 0,-8-7-359 0 0,1 0 0 0 0,0-1-1 0 0,0-1 1 0 0,0 0-1 0 0,22-2 1 0 0,91-12-6926 0 0,-69 2 1414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57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118 118 376 0 0,'1'-12'3384'0'0,"1"0"-1"0"0,5-22 1 0 0,1-15 2599 0 0,-8 46-5590 0 0,4-5 431 0 0,-5 43-600 0 0,-2-1 0 0 0,-9 43 0 0 0,-22 72-9 0 0,19-87-133 0 0,12-52-106 0 0,-41 192 189 0 0,33-141-2039 0 0,-3 82 0 0 0,13-127 992 0 0,0 24-1612 0 0,3-14-2220 0 0,2-15 119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57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3 286 2448 0 0,'-1'-19'1485'0'0,"0"1"-1"0"0,1-1 0 0 0,1 0 1 0 0,1 1-1 0 0,6-29 1 0 0,-6 40-1318 0 0,0 0 1 0 0,1 0 0 0 0,-1 0 0 0 0,2 0 0 0 0,-1 0 0 0 0,1 0-1 0 0,0 1 1 0 0,0-1 0 0 0,1 1 0 0 0,0 0 0 0 0,0 1 0 0 0,0-1 0 0 0,0 1-1 0 0,1 0 1 0 0,0 0 0 0 0,9-4 0 0 0,-3 2-104 0 0,0 2 1 0 0,1 0-1 0 0,-1 0 1 0 0,1 2-1 0 0,0-1 1 0 0,1 1-1 0 0,-1 1 1 0 0,0 1-1 0 0,1 0 1 0 0,-1 0-1 0 0,0 1 1 0 0,1 1-1 0 0,-1 0 1 0 0,22 5-1 0 0,-25-3-44 0 0,1 0-1 0 0,-1 0 0 0 0,0 1 1 0 0,0 0-1 0 0,-1 1 0 0 0,1 0 0 0 0,-1 1 1 0 0,12 8-1 0 0,-15-9 3 0 0,0 0-1 0 0,-1 1 1 0 0,1 0-1 0 0,-1-1 1 0 0,-1 2 0 0 0,1-1-1 0 0,-1 0 1 0 0,0 1 0 0 0,-1 0-1 0 0,1 0 1 0 0,-1 0-1 0 0,3 11 1 0 0,-5-12 0 0 0,0 0 0 0 0,0 0 0 0 0,0 0 0 0 0,-1 0 0 0 0,0 0-1 0 0,0 0 1 0 0,0 0 0 0 0,-1 1 0 0 0,0-1 0 0 0,-3 10 0 0 0,1-6 8 0 0,-1 0 0 0 0,0 0 0 0 0,-1 0-1 0 0,0 0 1 0 0,-10 13 0 0 0,0-4 31 0 0,0 0 0 0 0,-1-2 0 0 0,-1 0-1 0 0,-34 26 1 0 0,24-25 925 0 0,0-1-1 0 0,-2-2 1 0 0,-47 19 0 0 0,73-32-873 0 0,1-1 149 0 0,-7 1-25 0 0,1 1-1 0 0,0 0 1 0 0,-12 6 0 0 0,20-7-242 0 0,1-1 0 0 0,0 1 1 0 0,0 0-1 0 0,0 0 1 0 0,0-1-1 0 0,0 1 0 0 0,1-1 1 0 0,-1 1-1 0 0,0-1 0 0 0,1 0 1 0 0,-1 1-1 0 0,1-1 1 0 0,-1 0-1 0 0,3 1 0 0 0,3 4-5 0 0,12 13 8 0 0,-1 1-1 0 0,-1 1 1 0 0,-1 1-1 0 0,22 40 1 0 0,-16-26 18 0 0,48 84-636 0 0,-36-58-2460 0 0,51 69-1 0 0,-41-83-3179 0 0,-26-27 162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58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0 652 1908 0 0,'0'-3'2691'0'0,"6"-31"4074"0"0,2-17 2183 0 0,-7 43-8547 0 0,-1 5 349 0 0,0-4 1215 0 0,0 19-1624 0 0,0 22-406 0 0,0-19 1260 0 0,-1 0 0 0 0,-4 17 0 0 0,5-30-1153 0 0,-2 22-116 0 0,0 67 187 0 0,3 76-74 0 0,0-162-40 0 0,-1 0 0 0 0,1 0 0 0 0,0 0 0 0 0,0 0 0 0 0,1 0 0 0 0,-1 0 0 0 0,1 0-1 0 0,0-1 1 0 0,1 1 0 0 0,3 6 0 0 0,-4-9-11 0 0,0 0 0 0 0,0 0-1 0 0,0 0 1 0 0,0 0 0 0 0,0 0-1 0 0,1 0 1 0 0,-1 0 0 0 0,1-1 0 0 0,-1 1-1 0 0,1-1 1 0 0,0 0 0 0 0,-1 0-1 0 0,1 0 1 0 0,0 0 0 0 0,0 0 0 0 0,0-1-1 0 0,-1 1 1 0 0,1-1 0 0 0,0 0-1 0 0,0 0 1 0 0,0 0 0 0 0,3 0-1 0 0,9-2-595 0 0,-1 0-1 0 0,0-1 1 0 0,1 0-1 0 0,-1-1 1 0 0,-1-1-1 0 0,1 0 0 0 0,-1-1 1 0 0,0 0-1 0 0,17-12 1 0 0,-13 8-2036 0 0,-2-2-1 0 0,1 0 1 0 0,26-28 0 0 0,-16 7-5404 0 0</inkml:trace>
  <inkml:trace contextRef="#ctx0" brushRef="#br0" timeOffset="1">215 84 1676 0 0,'-19'-13'2460'0'0,"2"5"-251"0"0,2-3-257 0 0,0 2-352 0 0,0 1-328 0 0,0 1-244 0 0,2-1 416 0 0,-7-3-836 0 0,5 2-644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59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72 2224 0 0,'-3'-18'5294'0'0,"0"-3"-1644"0"0,1 1-1165 0 0,2 17-1816 0 0,-2-6 983 0 0,8 100-1274 0 0,-6 102 1 0 0,-19 95-195 0 0,19-284-174 0 0,-3 43-810 0 0,-3 0 0 0 0,-1-1 0 0 0,-23 81 0 0 0,28-123 681 0 0,1 0 1 0 0,-1-1-1 0 0,0 1 0 0 0,-1-1 0 0 0,1 1 0 0 0,0-1 0 0 0,-1 0 0 0 0,0 0 1 0 0,0 0-1 0 0,-4 3 0 0 0,5-4-19 0 0,-1-4 24 0 0,1 2 105 0 0,1-1-1 0 0,-1 0 1 0 0,0 0-1 0 0,1 0 0 0 0,-1 0 1 0 0,1 0-1 0 0,0 0 1 0 0,-1 0-1 0 0,1-1 1 0 0,0 1-1 0 0,0 0 0 0 0,0-1 1 0 0,0 1-1 0 0,0-1 1 0 0,0 1-1 0 0,0-1 0 0 0,0 1 1 0 0,0-1-1 0 0,1 0 1 0 0,-1 0-1 0 0,1 1 0 0 0,0-1 1 0 0,-1 0-1 0 0,1 0 1 0 0,0-2-1 0 0,-1-6 68 0 0,0 0 0 0 0,1 1 0 0 0,1-1 0 0 0,-1 1-1 0 0,2-1 1 0 0,-1 0 0 0 0,1 1 0 0 0,1 0 0 0 0,-1-1 0 0 0,2 1 0 0 0,-1 0 0 0 0,8-12-1 0 0,-5 10 31 0 0,0 1 0 0 0,1 0-1 0 0,0 0 1 0 0,1 0 0 0 0,0 1-1 0 0,1 0 1 0 0,-1 1 0 0 0,2-1-1 0 0,13-8 1 0 0,-12 10-50 0 0,-1 1 0 0 0,1 1 0 0 0,1 0 0 0 0,-1 0-1 0 0,1 1 1 0 0,-1 1 0 0 0,1 0 0 0 0,0 0 0 0 0,1 1 0 0 0,-1 1 0 0 0,0 0 0 0 0,0 1 0 0 0,1 0 0 0 0,12 2-1 0 0,-8 1-25 0 0,0 0-1 0 0,0 1 1 0 0,0 1-1 0 0,0 1 1 0 0,-1 0-1 0 0,0 1 1 0 0,0 1-1 0 0,-1 0 1 0 0,20 15-1 0 0,-21-13-20 0 0,-1 0-1 0 0,23 23 0 0 0,-32-29 88 0 0,0 1 0 0 0,-1-1 0 0 0,1 1 0 0 0,-1 0 0 0 0,0 0 0 0 0,0 0 0 0 0,0 1 0 0 0,-1-1 0 0 0,0 0 0 0 0,0 1-1 0 0,1 7 1 0 0,-2-11 6 0 0,-1 1 0 0 0,0 0 0 0 0,0 0-1 0 0,0-1 1 0 0,0 1 0 0 0,0 0 0 0 0,0 0-1 0 0,-1-1 1 0 0,1 1 0 0 0,-1 0 0 0 0,0 0-1 0 0,0-1 1 0 0,0 1 0 0 0,0-1 0 0 0,-1 1-1 0 0,-1 3 1 0 0,0-3 1 0 0,0 1 0 0 0,-1-1 1 0 0,1 0-1 0 0,0 1 0 0 0,-1-2 0 0 0,0 1 1 0 0,0 0-1 0 0,0-1 0 0 0,-5 3 0 0 0,-4 0 24 0 0,0 0 0 0 0,0-1-1 0 0,-1 0 1 0 0,0-1 0 0 0,-17 2 0 0 0,17-3-277 0 0,0-1 1 0 0,0-1 0 0 0,0 0-1 0 0,0-1 1 0 0,0 0 0 0 0,0-1-1 0 0,0-1 1 0 0,-15-5 0 0 0,27 8 23 0 0,1 0 1 0 0,0 0 0 0 0,-1 0-1 0 0,1-1 1 0 0,0 1-1 0 0,0-1 1 0 0,-1 1 0 0 0,1-1-1 0 0,0 1 1 0 0,0-1 0 0 0,0 0-1 0 0,-1 0 1 0 0,1 0 0 0 0,0 1-1 0 0,0-1 1 0 0,0 0 0 0 0,0 0-1 0 0,1 0 1 0 0,-1 0 0 0 0,0-1-1 0 0,0 1 1 0 0,1 0 0 0 0,-1 0-1 0 0,0 0 1 0 0,1-1 0 0 0,-1 1-1 0 0,1 0 1 0 0,0 0 0 0 0,-1-1-1 0 0,1 1 1 0 0,0-2 0 0 0,0 0-369 0 0,1 0 1 0 0,-1 0-1 0 0,1 0 1 0 0,0 0-1 0 0,0 0 1 0 0,0 0-1 0 0,1 1 0 0 0,-1-1 1 0 0,1 0-1 0 0,2-4 1 0 0,7-6-3429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6:59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10 1628 0 0,'2'-2'1847'0'0,"18"-4"3538"0"0,-13 5-5424 0 0,-7 1 94 0 0,1 0 0 0 0,0 1 0 0 0,-1-1 0 0 0,1 0 0 0 0,-1 0 0 0 0,1 1 0 0 0,-1-1 0 0 0,1 0-1 0 0,-1 1 1 0 0,1-1 0 0 0,-1 1 0 0 0,1-1 0 0 0,-1 1 0 0 0,0-1 0 0 0,1 1 0 0 0,-1-1 0 0 0,1 1-1 0 0,-1-1 1 0 0,0 1 0 0 0,0-1 0 0 0,1 1 0 0 0,-1 0 0 0 0,0-1 0 0 0,0 1 0 0 0,0 0-1 0 0,5 22 515 0 0,-3-15-306 0 0,7 23 239 0 0,6 20 190 0 0,35 77 0 0 0,-43-113-543 0 0,0-1 1 0 0,2 1-1 0 0,0-2 1 0 0,0 1-1 0 0,1-1 1 0 0,1-1-1 0 0,0 0 1 0 0,1 0-1 0 0,20 15 1 0 0,-27-24-94 0 0,0 0 1 0 0,0 0-1 0 0,0 0 1 0 0,0-1-1 0 0,0 0 1 0 0,0 0-1 0 0,1 0 0 0 0,-1-1 1 0 0,1 0-1 0 0,0 0 1 0 0,-1 0-1 0 0,1-1 1 0 0,0 1-1 0 0,-1-1 1 0 0,1-1-1 0 0,0 1 1 0 0,-1-1-1 0 0,1 0 1 0 0,-1 0-1 0 0,1-1 1 0 0,-1 0-1 0 0,1 0 1 0 0,-1 0-1 0 0,0 0 1 0 0,0-1-1 0 0,0 0 1 0 0,0 0-1 0 0,-1 0 0 0 0,1-1 1 0 0,-1 1-1 0 0,0-1 1 0 0,0 0-1 0 0,5-6 1 0 0,6-10 147 0 0,-1 0 1 0 0,-2 0-1 0 0,0-1 0 0 0,13-31 1 0 0,10-17 1398 0 0,-34 67-1518 0 0,0 2-85 0 0,0 1 1 0 0,0-1-1 0 0,-1 1 0 0 0,1-1 1 0 0,0 1-1 0 0,0-1 0 0 0,-1 1 0 0 0,1 0 1 0 0,0-1-1 0 0,-1 1 0 0 0,1 0 1 0 0,-1 0-1 0 0,1-1 0 0 0,-1 1 1 0 0,1 0-1 0 0,-1 0 0 0 0,0 0 0 0 0,1-1 1 0 0,-1 1-1 0 0,0 0 0 0 0,0 0 1 0 0,1 0-1 0 0,-1 0 0 0 0,0 0 1 0 0,0 0-1 0 0,0 1 0 0 0,-1 30 136 0 0,0-26-61 0 0,-176 1371 6162 0 0,141-1191-5242 0 0,24-137-298 0 0,-30 82 1 0 0,36-118-522 0 0,0-1 0 0 0,0 0 0 0 0,-1 0 0 0 0,-1 0 0 0 0,0-1 0 0 0,-1 0 0 0 0,0-1 0 0 0,0 0 0 0 0,-17 13 0 0 0,22-19-102 0 0,-1-1 0 0 0,0 0 0 0 0,0 0 0 0 0,0 0 0 0 0,0-1 0 0 0,-1 1 0 0 0,1-1 0 0 0,-1 0 0 0 0,1-1 0 0 0,-12 2 0 0 0,13-3-39 0 0,-1 0 0 0 0,1 0 0 0 0,-1 0 0 0 0,1-1 0 0 0,-1 0 0 0 0,1 0 0 0 0,-1 0 0 0 0,1 0 0 0 0,0-1 0 0 0,0 1 0 0 0,-1-1 0 0 0,1 0 0 0 0,1 0 0 0 0,-1-1 0 0 0,-6-4 0 0 0,3 1-58 0 0,0-1 0 0 0,0 0-1 0 0,1 0 1 0 0,0-1 0 0 0,0 1 0 0 0,1-1 0 0 0,0-1 0 0 0,0 1 0 0 0,1-1 0 0 0,0 0-1 0 0,-3-11 1 0 0,1-1-326 0 0,0 0-1 0 0,2-1 1 0 0,-4-39-1 0 0,8 31-337 0 0,1-1 0 0 0,1 1 0 0 0,1-1-1 0 0,2 1 1 0 0,1 0 0 0 0,1 0-1 0 0,2 1 1 0 0,1 0 0 0 0,1 1 0 0 0,22-40-1 0 0,7-2-3960 0 0,3 1-1 0 0,89-109 0 0 0,-90 128-836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00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294 312 640 0 0,'22'-42'3980'0'0,"-2"-2"-1"0"0,24-70 0 0 0,-34 61-1573 0 0,-8 33-1418 0 0,-1 18-921 0 0,-1 0 0 0 0,0 1 0 0 0,1-1 0 0 0,-1 0 0 0 0,0 0 0 0 0,0 0 0 0 0,-1 0 1 0 0,1 1-1 0 0,0-1 0 0 0,0 0 0 0 0,-1 0 0 0 0,0 0 0 0 0,0-1 0 0 0,1 2-47 0 0,-1 0 0 0 0,1 0 1 0 0,-1 1-1 0 0,0-1 0 0 0,1 0 0 0 0,-1 1 1 0 0,0-1-1 0 0,1 0 0 0 0,-1 1 1 0 0,0-1-1 0 0,0 1 0 0 0,0-1 0 0 0,1 1 1 0 0,-1 0-1 0 0,0-1 0 0 0,0 1 1 0 0,0 0-1 0 0,-1-1 0 0 0,-1 1-4 0 0,-1 0 0 0 0,1 0 0 0 0,-1 0 0 0 0,1 0 0 0 0,-1 1 1 0 0,1-1-1 0 0,-1 1 0 0 0,1 0 0 0 0,0 0 0 0 0,-4 1 0 0 0,-14 7 22 0 0,1 1-1 0 0,1 1 1 0 0,0 0 0 0 0,-26 21 0 0 0,8-3-43 0 0,-33 37 0 0 0,49-45-31 0 0,-20 26 0 0 0,36-40 35 0 0,0 0 0 0 0,0-1 0 0 0,1 2 0 0 0,0-1 0 0 0,0 0 0 0 0,1 1 0 0 0,0 0 0 0 0,-3 14 0 0 0,5-21 2 0 0,1 1 0 0 0,0 0 0 0 0,-1-1 0 0 0,1 1 0 0 0,0 0 0 0 0,0-1 0 0 0,0 1-1 0 0,0-1 1 0 0,1 1 0 0 0,-1 0 0 0 0,0-1 0 0 0,1 1 0 0 0,-1-1 0 0 0,1 1 0 0 0,-1-1 0 0 0,1 1 0 0 0,0-1 0 0 0,0 1 0 0 0,0-1 0 0 0,0 0 0 0 0,2 3 0 0 0,-2-3 1 0 0,1 1 1 0 0,0-1 0 0 0,0 0-1 0 0,0 0 1 0 0,0 0 0 0 0,0 0-1 0 0,1-1 1 0 0,-1 1 0 0 0,0-1 0 0 0,0 1-1 0 0,0-1 1 0 0,1 1 0 0 0,3-1-1 0 0,4-1 6 0 0,-1 1-1 0 0,0-2 1 0 0,0 1-1 0 0,0-1 1 0 0,0 0-1 0 0,16-7 1 0 0,29-18-8 0 0,-1-2 1 0 0,61-45 0 0 0,-78 49-2 0 0,-31 21-25 0 0,0 1 0 0 0,1 0 0 0 0,-1 0 1 0 0,0 0-1 0 0,1 0 0 0 0,0 1 0 0 0,11-3 0 0 0,-14 5 17 0 0,-1 0-1 0 0,1 0 1 0 0,-1 0-1 0 0,1 0 1 0 0,0 1-1 0 0,-1-1 0 0 0,1 1 1 0 0,-1-1-1 0 0,1 1 1 0 0,-1 0-1 0 0,0 0 1 0 0,1 0-1 0 0,-1 1 1 0 0,0-1-1 0 0,0 0 0 0 0,0 1 1 0 0,0 0-1 0 0,0-1 1 0 0,0 1-1 0 0,2 3 1 0 0,4 3 4 0 0,-2 0 1 0 0,1 0-1 0 0,-1 1 1 0 0,-1 0-1 0 0,1 0 1 0 0,-2 1-1 0 0,8 19 1 0 0,17 76-28 0 0,-17-53-334 0 0,-6-30-284 0 0,1 5-499 0 0,14 35 0 0 0,-17-52-122 0 0,1-1-1 0 0,-1 0 1 0 0,2 0-1 0 0,6 8 1 0 0,1-3-3862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01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8 199 1116 0 0,'-2'-6'622'0'0,"0"-1"0"0"0,1 1-1 0 0,0 0 1 0 0,0 0 0 0 0,1-1 0 0 0,0 1-1 0 0,0 0 1 0 0,0-1 0 0 0,1 1 0 0 0,0-1-1 0 0,0 1 1 0 0,0 0 0 0 0,1 0 0 0 0,5-12-1 0 0,-5 12-463 0 0,1 0-1 0 0,1 0 0 0 0,-1 1 0 0 0,1-1 1 0 0,0 1-1 0 0,0 0 0 0 0,0 0 0 0 0,1 0 1 0 0,0 0-1 0 0,0 1 0 0 0,0 0 0 0 0,1 0 1 0 0,-1 0-1 0 0,1 1 0 0 0,0 0 0 0 0,0 0 1 0 0,0 0-1 0 0,0 1 0 0 0,1 0 0 0 0,-1 0 1 0 0,12-2-1 0 0,-12 4-134 0 0,1 0 0 0 0,-1 0 0 0 0,1 0 0 0 0,0 1 0 0 0,-1 0 0 0 0,1 1 0 0 0,-1-1 1 0 0,0 1-1 0 0,1 0 0 0 0,-1 1 0 0 0,0-1 0 0 0,0 1 0 0 0,-1 1 0 0 0,1-1 0 0 0,7 7 0 0 0,0 0-2 0 0,-1 1 0 0 0,-1 0 0 0 0,0 1 0 0 0,19 26 0 0 0,-19-22 0 0 0,-1 1-1 0 0,0 0 1 0 0,-1 1-1 0 0,-1 0 1 0 0,-1 0-1 0 0,0 1 1 0 0,5 25-1 0 0,-10-30 20 0 0,1 0-1 0 0,-2 0 0 0 0,0 0 1 0 0,0 0-1 0 0,-1 0 1 0 0,-1 0-1 0 0,0 0 0 0 0,-1 0 1 0 0,-1 0-1 0 0,0-1 0 0 0,-6 16 1 0 0,7-25 95 0 0,1 1 0 0 0,-1 0 0 0 0,-1-1 0 0 0,1 0 0 0 0,-1 0 0 0 0,1 1 0 0 0,-1-2 0 0 0,-1 1 0 0 0,1 0 0 0 0,0-1 0 0 0,-5 4 1 0 0,6-6 40 0 0,1-1-162 0 0,0 0 0 0 0,1-1 0 0 0,-1 1 0 0 0,0 0 0 0 0,0-1 0 0 0,0 1 0 0 0,0-1 1 0 0,0 0-1 0 0,0 1 0 0 0,1-1 0 0 0,-1 1 0 0 0,0-1 0 0 0,1 0 0 0 0,-1 0 0 0 0,0 1 0 0 0,1-1 0 0 0,-1 0 0 0 0,1 0 0 0 0,-1 0 0 0 0,1 0 0 0 0,-1 0 0 0 0,1 0 0 0 0,0 0 0 0 0,0 0 0 0 0,-1 0 0 0 0,1 0 0 0 0,0 0 0 0 0,0 0 0 0 0,0 0 0 0 0,0 0 0 0 0,0 0 0 0 0,0 0 0 0 0,0 0 1 0 0,1-1-1 0 0,-1-8 12 0 0,2-1 0 0 0,-1 1 0 0 0,1-1 0 0 0,1 1 1 0 0,4-12-1 0 0,2 1-26 0 0,2 1 1 0 0,0 0-1 0 0,1 0 0 0 0,1 1 1 0 0,0 1-1 0 0,2 0 1 0 0,0 1-1 0 0,1 0 0 0 0,1 1 1 0 0,0 1-1 0 0,1 1 0 0 0,1 1 1 0 0,0 0-1 0 0,1 1 1 0 0,36-15-1 0 0,-49 24-13 0 0,0 1 0 0 0,0 0-1 0 0,0 0 1 0 0,0 0 0 0 0,1 1 0 0 0,-1 1 0 0 0,1-1 0 0 0,-1 1-1 0 0,0 0 1 0 0,1 1 0 0 0,-1 0 0 0 0,12 2 0 0 0,-15-2 12 0 0,0 0 1 0 0,0 1 0 0 0,0-1-1 0 0,0 1 1 0 0,-1 0-1 0 0,1 0 1 0 0,0 0-1 0 0,-1 1 1 0 0,0-1 0 0 0,1 1-1 0 0,-1 0 1 0 0,0 0-1 0 0,0 0 1 0 0,-1 0 0 0 0,1 0-1 0 0,-1 1 1 0 0,0-1-1 0 0,1 1 1 0 0,-1-1 0 0 0,-1 1-1 0 0,1 0 1 0 0,-1 0-1 0 0,1 0 1 0 0,0 7 0 0 0,4 21-185 0 0,-2 1 0 0 0,-2 0 0 0 0,-2 59 0 0 0,-1-79-512 0 0,2 1 1 0 0,-1-1 0 0 0,5 18 0 0 0,6 13-5880 0 0</inkml:trace>
  <inkml:trace contextRef="#ctx0" brushRef="#br0" timeOffset="1">1131 229 1340 0 0,'27'-112'13534'0'0,"-26"110"-12827"0"0,-4 3-665 0 0,1 1 0 0 0,0 0-1 0 0,0-1 1 0 0,-1 1 0 0 0,1 0-1 0 0,1 0 1 0 0,-1 0 0 0 0,0 1-1 0 0,0-1 1 0 0,-1 3-1 0 0,-25 38 461 0 0,-24 51-1 0 0,41-72-431 0 0,2 1 0 0 0,0 0 0 0 0,2 0 0 0 0,-8 37 0 0 0,14-54-51 0 0,0 0 0 0 0,1-1 0 0 0,0 1 0 0 0,0 0 0 0 0,0 0 0 0 0,0 0 0 0 0,1 0 0 0 0,0 0 0 0 0,1 0 0 0 0,-1-1 0 0 0,1 1 0 0 0,4 10 0 0 0,-3-12-2 0 0,-1 0 1 0 0,1 0-1 0 0,0 0 1 0 0,0-1-1 0 0,0 1 1 0 0,0-1 0 0 0,1 0-1 0 0,-1 0 1 0 0,1 0-1 0 0,0 0 1 0 0,0 0 0 0 0,0-1-1 0 0,0 0 1 0 0,0 1-1 0 0,1-2 1 0 0,6 3 0 0 0,-4-2 4 0 0,0 0 0 0 0,1 0-1 0 0,-1-1 1 0 0,1 0 0 0 0,-1 0 0 0 0,1-1 0 0 0,-1 0 0 0 0,1 0 0 0 0,-1-1 0 0 0,1 0 0 0 0,-1 0 0 0 0,0 0 0 0 0,1-1 0 0 0,11-5 0 0 0,-10 2-2 0 0,0 1 0 0 0,-1-2 0 0 0,0 1-1 0 0,0-1 1 0 0,0 0 0 0 0,-1 0 0 0 0,0-1 0 0 0,0 0 0 0 0,0-1 0 0 0,6-10 0 0 0,-3 4-4 0 0,-1-2 0 0 0,-1 1 0 0 0,0-1 0 0 0,-1 0 0 0 0,-1 0 0 0 0,-1-1 1 0 0,0 1-1 0 0,-1-1 0 0 0,0-1 0 0 0,-2 1 0 0 0,0 0 0 0 0,-1-27 0 0 0,-1 35-24 0 0,-1 0-1 0 0,-1 0 1 0 0,1 0-1 0 0,-1 1 1 0 0,-1-1-1 0 0,0 0 1 0 0,0 1-1 0 0,0-1 1 0 0,-1 1 0 0 0,-1 0-1 0 0,1 0 1 0 0,-1 1-1 0 0,-11-13 1 0 0,12 15-14 0 0,-1 1 1 0 0,1 0 0 0 0,-1 0-1 0 0,0 1 1 0 0,0-1 0 0 0,0 1 0 0 0,0 0-1 0 0,-1 0 1 0 0,1 1 0 0 0,-1 0-1 0 0,0 0 1 0 0,1 0 0 0 0,-1 1-1 0 0,0 0 1 0 0,0 0 0 0 0,0 0-1 0 0,0 1 1 0 0,0-1 0 0 0,0 2-1 0 0,0-1 1 0 0,-10 2 0 0 0,8 0-188 0 0,1-1 0 0 0,-1 1 0 0 0,1 1 1 0 0,0 0-1 0 0,0 0 0 0 0,0 0 0 0 0,0 1 0 0 0,1 0 1 0 0,-1 0-1 0 0,-10 9 0 0 0,14-10-72 0 0,0 0 0 0 0,1 0 0 0 0,-1 0 0 0 0,1 0-1 0 0,0 0 1 0 0,0 1 0 0 0,0-1 0 0 0,0 1 0 0 0,-2 6 0 0 0,3-6-190 0 0,0-1-1 0 0,1 0 1 0 0,-1 1-1 0 0,1-1 1 0 0,0 1 0 0 0,0-1-1 0 0,0 1 1 0 0,0-1 0 0 0,1 1-1 0 0,-1-1 1 0 0,1 1-1 0 0,1 4 1 0 0,4 5-3997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02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1028 0 0,'5'-8'2559'0'0,"0"-1"0"0"0,1 1 1 0 0,11-13-1 0 0,6-2-184 0 0,-21 21-2076 0 0,1 2-248 0 0,0 0 0 0 0,-1 1 0 0 0,1-1 0 0 0,-1 0 0 0 0,1 1 0 0 0,0 0 1 0 0,-1 0-1 0 0,1-1 0 0 0,-1 1 0 0 0,0 1 0 0 0,1-1 0 0 0,-1 0 0 0 0,0 1 0 0 0,0-1 1 0 0,0 1-1 0 0,0-1 0 0 0,0 1 0 0 0,2 2 0 0 0,-1 1 47 0 0,1-1 0 0 0,-1 1 0 0 0,0-1 0 0 0,-1 1 0 0 0,0 0 0 0 0,1 0 0 0 0,-1 0 0 0 0,1 8 0 0 0,1 5 232 0 0,0 1 0 0 0,-2 1 0 0 0,0 36 0 0 0,-2-27-91 0 0,-2 0 1 0 0,-1 0 0 0 0,-2 0 0 0 0,0-1 0 0 0,-17 49 0 0 0,21-76-228 0 0,1-1 0 0 0,0 1 0 0 0,0 0 0 0 0,0-1 0 0 0,-1 1 0 0 0,1-1 0 0 0,0 1 1 0 0,-1 0-1 0 0,1-1 0 0 0,-1 1 0 0 0,1-1 0 0 0,-1 1 0 0 0,1-1 0 0 0,-1 0 0 0 0,1 1 0 0 0,-1-1 0 0 0,1 1 0 0 0,-1-1 0 0 0,1 0 0 0 0,-1 1 0 0 0,0-1 0 0 0,1 0 0 0 0,-1 0 0 0 0,0 0 0 0 0,1 1 1 0 0,-1-1-1 0 0,0 0 0 0 0,1 0 0 0 0,-1 0 0 0 0,0 0 0 0 0,1 0 0 0 0,-1 0 0 0 0,0 0 0 0 0,1 0 0 0 0,-1 0 0 0 0,0-1 0 0 0,1 1 0 0 0,-1 0 0 0 0,1 0 0 0 0,-1-1 0 0 0,0 1 0 0 0,0-1 1 0 0,-1 0-53 0 0,1 1 42 0 0,1 0 0 0 0,0 0 0 0 0,-1-1 0 0 0,1 1 0 0 0,0 0 0 0 0,-1-1 0 0 0,1 1 0 0 0,0-1 0 0 0,-1 1 0 0 0,1 0 0 0 0,0-1 0 0 0,0 1 0 0 0,-1-1 0 0 0,1 1 0 0 0,0-1 0 0 0,0 1 0 0 0,0 0 0 0 0,0-1 0 0 0,0 1 0 0 0,0-1 0 0 0,-1 1 0 0 0,1-1 0 0 0,0 0 0 0 0,1-6 6 0 0,-2 0-2 0 0,1 0-1 0 0,1-1 1 0 0,-1 1 0 0 0,1 0 0 0 0,0 0 0 0 0,1 0 0 0 0,-1 0 0 0 0,1 0-1 0 0,3-7 1 0 0,3-3 3 0 0,19-32 0 0 0,-17 32-15 0 0,2 1 0 0 0,0 1-1 0 0,0 0 1 0 0,1 1 0 0 0,1 0-1 0 0,1 1 1 0 0,0 0 0 0 0,0 1-1 0 0,1 1 1 0 0,1 1 0 0 0,0 0-1 0 0,0 1 1 0 0,1 1 0 0 0,0 1-1 0 0,1 0 1 0 0,-1 1 0 0 0,29-4-1 0 0,-43 9 8 0 0,1 1 0 0 0,0-1 0 0 0,0 1 0 0 0,-1 0 0 0 0,1 1 0 0 0,0-1 0 0 0,0 1 0 0 0,-1 0 0 0 0,1 0 0 0 0,0 1 0 0 0,-1-1 0 0 0,0 1 0 0 0,1 0 0 0 0,-1 0 0 0 0,0 0 0 0 0,0 1 0 0 0,0 0 0 0 0,0-1 0 0 0,0 1 0 0 0,-1 1 0 0 0,1-1 0 0 0,-1 0 0 0 0,0 1 0 0 0,0 0 0 0 0,0 0 0 0 0,0 0 0 0 0,2 6 0 0 0,-1-2 32 0 0,0 1 0 0 0,-1 0 0 0 0,0 0 0 0 0,0 0 0 0 0,-1 0 0 0 0,-1 0 0 0 0,1 0 0 0 0,-2 0 0 0 0,1 1 0 0 0,-1-1 0 0 0,0 0 0 0 0,-4 17 0 0 0,-4 10-223 0 0,-16 42 1 0 0,1-6-4460 0 0,23-71 4425 0 0,-2 15-1946 0 0</inkml:trace>
  <inkml:trace contextRef="#ctx0" brushRef="#br0" timeOffset="1">912 261 2004 0 0,'0'-4'3066'0'0,"-3"-8"-529"0"0,-7-39 8889 0 0,8 34-9673 0 0,2 14-1337 0 0,1-11 411 0 0,4 11-926 0 0,-1-1 1 0 0,1 1 0 0 0,0 0-1 0 0,0 1 1 0 0,0-1 0 0 0,0 1-1 0 0,0 0 1 0 0,1 0 0 0 0,-1 1-1 0 0,1-1 1 0 0,6 0 0 0 0,6-2-977 0 0,34-6-2675 0 0,9-2-4629 0 0,-39 4 3138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03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157 100 1040 0 0,'-28'-43'14593'0'0,"29"40"-14001"0"0,-1 3-577 0 0,0-1 0 0 0,0 1 0 0 0,0 0 0 0 0,0-1 0 0 0,0 1 0 0 0,0 0 0 0 0,0 0 0 0 0,0-1 0 0 0,0 1 0 0 0,0 0 0 0 0,1-1 0 0 0,-1 1 0 0 0,0 0 0 0 0,0 0 0 0 0,0-1 0 0 0,0 1 0 0 0,0 0 0 0 0,0 0 0 0 0,1 0 0 0 0,-1-1 0 0 0,0 1 0 0 0,0 0 0 0 0,0 0 0 0 0,1 0 0 0 0,-1-1 0 0 0,0 1 0 0 0,0 0 0 0 0,0 0 0 0 0,1 0 0 0 0,-1 0 0 0 0,0-1 0 0 0,0 1 0 0 0,1 0 0 0 0,-1 0 0 0 0,0 0 0 0 0,1 0 0 0 0,-1 0 0 0 0,0 0 0 0 0,0 0 0 0 0,1 0 0 0 0,-1 0 0 0 0,1 0 0 0 0,12-1 40 0 0,0 1 1 0 0,1 0 0 0 0,-1 1-1 0 0,0 0 1 0 0,0 1 0 0 0,0 1-1 0 0,0 0 1 0 0,0 1 0 0 0,-1 0 0 0 0,1 1-1 0 0,-1 0 1 0 0,22 14 0 0 0,-30-17-49 0 0,-1 1 0 0 0,0 0 1 0 0,0 0-1 0 0,0-1 0 0 0,0 2 0 0 0,-1-1 1 0 0,1 0-1 0 0,-1 1 0 0 0,0-1 1 0 0,0 1-1 0 0,0-1 0 0 0,0 1 1 0 0,0 0-1 0 0,-1 0 0 0 0,0 0 1 0 0,2 8-1 0 0,-3-6 3 0 0,0 0-1 0 0,0 0 1 0 0,0 0 0 0 0,-1 0-1 0 0,0 0 1 0 0,0 0 0 0 0,-1 0-1 0 0,1 0 1 0 0,-1 0 0 0 0,-4 8-1 0 0,-3 3 13 0 0,-1-1 0 0 0,0 0 0 0 0,-1 0 0 0 0,-1-1-1 0 0,0-1 1 0 0,-20 19 0 0 0,-10 6 470 0 0,-73 54 0 0 0,114-93-455 0 0,1 1 0 0 0,0-1 0 0 0,-1 0 0 0 0,1 0 0 0 0,0 0 0 0 0,0 0 0 0 0,-1 1 0 0 0,1-1 0 0 0,0 0 0 0 0,-1 0 0 0 0,1 1 0 0 0,0-1 0 0 0,0 0 0 0 0,0 0 0 0 0,-1 1 0 0 0,1-1 0 0 0,0 0 0 0 0,0 1 0 0 0,0-1 0 0 0,0 0 0 0 0,-1 1 0 0 0,1-1 0 0 0,0 0 0 0 0,0 1 0 0 0,0-1 0 0 0,0 0 0 0 0,0 1 0 0 0,0-1 0 0 0,0 0 0 0 0,0 1 0 0 0,0-1 0 0 0,0 0 0 0 0,0 1 0 0 0,12 7 327 0 0,24 2-590 0 0,-29-9 346 0 0,8 4-130 0 0,-1 0 1 0 0,0 2 0 0 0,0-1 0 0 0,0 2 0 0 0,-1 0 0 0 0,0 0 0 0 0,-1 2 0 0 0,1-1 0 0 0,13 16 0 0 0,-1 0 0 0 0,-2 2 0 0 0,38 54 0 0 0,-46-57 50 0 0,-1 0 1 0 0,0 0-1 0 0,-2 1 1 0 0,-1 1-1 0 0,-1 0 1 0 0,-2 0-1 0 0,0 1 1 0 0,5 37-1 0 0,-11-50 149 0 0,0 0 0 0 0,-2 0 0 0 0,0 1 0 0 0,0-1 0 0 0,-1 0 0 0 0,-1 0 0 0 0,0 1 0 0 0,-1-1-1 0 0,-1-1 1 0 0,0 1 0 0 0,-1 0 0 0 0,0-1 0 0 0,-1 0 0 0 0,-1 0 0 0 0,0-1 0 0 0,0 0 0 0 0,-19 22 0 0 0,14-21 74 0 0,-1-1 0 0 0,-1 0 0 0 0,0-1 0 0 0,0 0 0 0 0,-1-1 0 0 0,0-1 0 0 0,-1 0 0 0 0,0-1 0 0 0,-1-1 0 0 0,1 0 0 0 0,-1-2 0 0 0,-1 0 0 0 0,1 0 0 0 0,-1-2 0 0 0,0 0 0 0 0,1-1 0 0 0,-1-1 0 0 0,-31-2 0 0 0,44 1-218 0 0,0-1 1 0 0,1 1-1 0 0,-1-1 1 0 0,1-1-1 0 0,-1 1 1 0 0,1-1-1 0 0,-1 0 1 0 0,1 1-1 0 0,0-2 1 0 0,0 1-1 0 0,0-1 1 0 0,0 1-1 0 0,0-1 1 0 0,1 0-1 0 0,-1 0 1 0 0,1-1-1 0 0,0 1 1 0 0,0-1-1 0 0,0 1 1 0 0,1-1-1 0 0,-1 0 1 0 0,1 0-1 0 0,-3-5 1 0 0,3 3-40 0 0,0 0 0 0 0,0-1 0 0 0,1 1 0 0 0,0 0 0 0 0,0-1 0 0 0,0 1 0 0 0,1-1 0 0 0,0 1 1 0 0,0 0-1 0 0,0-1 0 0 0,1 1 0 0 0,0-1 0 0 0,1 1 0 0 0,-1 0 0 0 0,1 0 0 0 0,4-9 0 0 0,7-13-133 0 0,2 0-1 0 0,1 2 0 0 0,1 0 0 0 0,1 1 0 0 0,28-31 0 0 0,118-106-1020 0 0,-121 122 800 0 0,89-80-689 0 0,85-81-541 0 0,-175 158 1125 0 0,-3-2 0 0 0,64-94 1 0 0,-93 125 361 0 0,-2-1 1 0 0,0 0 0 0 0,0 0 0 0 0,-1-1 0 0 0,-1 0-1 0 0,-1 0 1 0 0,0 0 0 0 0,5-34 0 0 0,-10 46 55 0 0,0 0-1 0 0,-1-1 1 0 0,1 1 0 0 0,-1 0 0 0 0,-2-8 0 0 0,3 11 25 0 0,-1 0 0 0 0,1 0 0 0 0,0 0 1 0 0,-1-1-1 0 0,1 1 0 0 0,-1 0 0 0 0,1 0 1 0 0,-1 0-1 0 0,1 0 0 0 0,-1 0 0 0 0,0 0 1 0 0,0 0-1 0 0,1 0 0 0 0,-1 1 0 0 0,0-1 1 0 0,0 0-1 0 0,0 0 0 0 0,0 1 0 0 0,0-1 1 0 0,0 0-1 0 0,0 1 0 0 0,0-1 0 0 0,0 1 1 0 0,0-1-1 0 0,-1 1 0 0 0,0-1 0 0 0,-3 2-10 0 0,0-1-1 0 0,0 1 0 0 0,-1-1 0 0 0,1 1 0 0 0,0 1 0 0 0,1-1 1 0 0,-1 1-1 0 0,0 0 0 0 0,0 0 0 0 0,1 0 0 0 0,-1 1 1 0 0,1 0-1 0 0,-7 5 0 0 0,4-3 4 0 0,1 1 0 0 0,0 1 0 0 0,0-1 0 0 0,1 1 0 0 0,-1 0 0 0 0,1 0 0 0 0,-7 15 0 0 0,8-13 9 0 0,-1 1-1 0 0,2 0 0 0 0,-1-1 0 0 0,1 1 0 0 0,1 0 0 0 0,0 1 0 0 0,0-1 0 0 0,1 0 0 0 0,0 0 1 0 0,1 1-1 0 0,0-1 0 0 0,1 1 0 0 0,0-1 0 0 0,4 16 0 0 0,-3-18 10 0 0,1 0 0 0 0,1-1 0 0 0,-1 1-1 0 0,1-1 1 0 0,0 0 0 0 0,1 0 0 0 0,-1 0 0 0 0,2-1-1 0 0,-1 0 1 0 0,0 0 0 0 0,1 0 0 0 0,0-1 0 0 0,13 10 0 0 0,-9-10 3 0 0,0 1 1 0 0,0-1 0 0 0,1 0 0 0 0,-1-1 0 0 0,1-1-1 0 0,0 1 1 0 0,0-2 0 0 0,1 1 0 0 0,13 0-1 0 0,-8-2-53 0 0,0-1 0 0 0,0 0-1 0 0,0-1 1 0 0,0-1-1 0 0,0 0 1 0 0,-1-1-1 0 0,1-1 1 0 0,-1-1 0 0 0,0 0-1 0 0,0-2 1 0 0,-1 1-1 0 0,1-2 1 0 0,20-13-1 0 0,-18 8-10 0 0,-1-1 0 0 0,-1-1 0 0 0,0 0 0 0 0,24-31-1 0 0,-32 36 38 0 0,-1 0 1 0 0,0-1-1 0 0,-1 0 0 0 0,0 0 0 0 0,0-1 0 0 0,-1 0 0 0 0,-1 0 0 0 0,0 0 0 0 0,3-20 1 0 0,-6 26 1 0 0,-1 0 0 0 0,0 0 0 0 0,0 0 0 0 0,0-1 0 0 0,-1 1 0 0 0,0 0 0 0 0,0 0 0 0 0,-1 0 0 0 0,0 0 0 0 0,0 0 0 0 0,0 0 0 0 0,-5-7 0 0 0,6 12 10 0 0,0 0 0 0 0,0 0-1 0 0,0-1 1 0 0,-1 1 0 0 0,1 0 0 0 0,0 0-1 0 0,-1 0 1 0 0,1 0 0 0 0,-1 1 0 0 0,1-1-1 0 0,-1 0 1 0 0,0 0 0 0 0,1 1 0 0 0,-1-1-1 0 0,0 1 1 0 0,1 0 0 0 0,-1-1 0 0 0,0 1-1 0 0,1 0 1 0 0,-1 0 0 0 0,0 0 0 0 0,0 0-1 0 0,1 0 1 0 0,-1 1 0 0 0,0-1 0 0 0,1 1-1 0 0,-1-1 1 0 0,0 1 0 0 0,1-1-1 0 0,-4 2 1 0 0,4 0 0 0 0,-1-1 0 0 0,1 0 0 0 0,-1 1 0 0 0,1-1 0 0 0,0 1 0 0 0,0-1 0 0 0,-1 1 0 0 0,1 0 0 0 0,0-1 0 0 0,0 1 0 0 0,1 0 0 0 0,-1 0 0 0 0,0 0 0 0 0,1 0 0 0 0,-1 0 0 0 0,1 0 0 0 0,-1 0-1 0 0,1 0 1 0 0,0 0 0 0 0,0 0 0 0 0,0 0 0 0 0,0 0 0 0 0,0 0 0 0 0,1 0 0 0 0,-1-1 0 0 0,0 1 0 0 0,1 0 0 0 0,0 0 0 0 0,-1 0 0 0 0,1 0 0 0 0,0 0 0 0 0,2 2 0 0 0,1 3-71 0 0,1-1 0 0 0,1 0 0 0 0,-1 0 0 0 0,1-1 0 0 0,0 0 0 0 0,1 0 0 0 0,-1 0 0 0 0,1-1 0 0 0,0 0 0 0 0,0 0 0 0 0,0 0 0 0 0,0-1 0 0 0,1 0 0 0 0,-1-1-1 0 0,1 0 1 0 0,0 0 0 0 0,0 0 0 0 0,12 0 0 0 0,-4 0-95 0 0,1-1 0 0 0,-1-1 0 0 0,0 0 0 0 0,0-1 0 0 0,0-1 0 0 0,0 0 0 0 0,21-7 0 0 0,-28 6 135 0 0,1-1 0 0 0,0 0-1 0 0,-1 0 1 0 0,0-1-1 0 0,0 0 1 0 0,0-1 0 0 0,0 0-1 0 0,-1 0 1 0 0,0-1-1 0 0,0 0 1 0 0,-1-1 0 0 0,9-11-1 0 0,0-4 460 0 0,-2-1-1 0 0,13-27 1 0 0,-27 50-397 0 0,2-1 48 0 0,-2 2-66 0 0,0-1 0 0 0,0 1 1 0 0,0-1-1 0 0,0 1 0 0 0,0 0 0 0 0,0-1 0 0 0,0 1 1 0 0,0-1-1 0 0,0 1 0 0 0,0-1 0 0 0,0 1 1 0 0,0 0-1 0 0,0-1 0 0 0,-1 1 0 0 0,1-1 0 0 0,0 1 1 0 0,0 0-1 0 0,0-1 0 0 0,0 1 0 0 0,-1 0 0 0 0,1-1 1 0 0,0 1-1 0 0,0 0 0 0 0,-1-1 0 0 0,1 1 1 0 0,0 0-1 0 0,-1-1 0 0 0,1 1 0 0 0,0 0 0 0 0,-1 0 1 0 0,1 0-1 0 0,-1-1 0 0 0,-7 5 12 0 0,-1 0 0 0 0,1 0 0 0 0,0 1 0 0 0,1 0 0 0 0,-1 0-1 0 0,1 1 1 0 0,0 0 0 0 0,-9 9 0 0 0,-50 63 133 0 0,61-71-141 0 0,-11 15 17 0 0,0-1 0 0 0,2 2 0 0 0,1 0 0 0 0,1 1 0 0 0,1 0 0 0 0,1 1 0 0 0,-12 43 0 0 0,21-60-6 0 0,0 0-1 0 0,0 0 1 0 0,0 0 0 0 0,1 0 0 0 0,0 0-1 0 0,0 0 1 0 0,1 0 0 0 0,1 0 0 0 0,-1 0 0 0 0,4 11-1 0 0,-3-15-56 0 0,-1-1 0 0 0,1 1-1 0 0,-1-1 1 0 0,1 0-1 0 0,0 0 1 0 0,0 1 0 0 0,1-2-1 0 0,-1 1 1 0 0,1 0 0 0 0,-1 0-1 0 0,1-1 1 0 0,0 1-1 0 0,0-1 1 0 0,0 0 0 0 0,0 0-1 0 0,0 0 1 0 0,1 0 0 0 0,-1-1-1 0 0,0 1 1 0 0,1-1 0 0 0,-1 0-1 0 0,1 0 1 0 0,0 0-1 0 0,-1 0 1 0 0,1-1 0 0 0,4 1-1 0 0,3-2-87 0 0,0 1 0 0 0,1-1 0 0 0,-1-1-1 0 0,0 0 1 0 0,0 0 0 0 0,-1-1 0 0 0,1-1-1 0 0,0 0 1 0 0,-1 0 0 0 0,0-1 0 0 0,0 0 0 0 0,0-1-1 0 0,13-10 1 0 0,12-11 38 0 0,-1-3 0 0 0,33-34-1 0 0,-55 52 123 0 0,95-109 3873 0 0,-106 119-3851 0 0,-1 2-51 0 0,0 0 1 0 0,1-1-1 0 0,-1 1 0 0 0,0-1 0 0 0,1 1 1 0 0,-1 0-1 0 0,0-1 0 0 0,1 1 1 0 0,-1 0-1 0 0,0-1 0 0 0,1 1 0 0 0,-1 0 1 0 0,0 0-1 0 0,1-1 0 0 0,-1 1 0 0 0,1 0 1 0 0,-1 0-1 0 0,1 0 0 0 0,0-1 0 0 0,-28 74 26 0 0,16-46-14 0 0,-11 41-1 0 0,20-59 6 0 0,0 0 0 0 0,1 0 1 0 0,-1 1-1 0 0,2-1 0 0 0,-1 0 0 0 0,1 0 0 0 0,1 1 0 0 0,0-1 0 0 0,2 12 0 0 0,-2-17-7 0 0,1 1 0 0 0,0-1 0 0 0,0 0 0 0 0,0 0-1 0 0,0 0 1 0 0,0 0 0 0 0,1 0 0 0 0,0-1 0 0 0,0 1 0 0 0,0-1-1 0 0,0 1 1 0 0,0-1 0 0 0,1 0 0 0 0,-1-1 0 0 0,1 1-1 0 0,0 0 1 0 0,0-1 0 0 0,0 0 0 0 0,0 0 0 0 0,8 3 0 0 0,5 0 25 0 0,0-1-1 0 0,0 0 1 0 0,1-2 0 0 0,-1 1 0 0 0,0-2 0 0 0,1-1 0 0 0,-1 0 0 0 0,1-1 0 0 0,-1-1 0 0 0,1 0 0 0 0,-1-1 0 0 0,0-1 0 0 0,0-1 0 0 0,-1-1 0 0 0,1 0 0 0 0,-1-1 0 0 0,-1 0 0 0 0,1-2 0 0 0,-1 0 0 0 0,-1 0 0 0 0,1-1-1 0 0,-2-1 1 0 0,1-1 0 0 0,-2 0 0 0 0,19-21 0 0 0,-26 26-6 0 0,-1 1 1 0 0,1 0-1 0 0,-1-1 0 0 0,-1 0 0 0 0,1 0 0 0 0,-1-1 1 0 0,0 1-1 0 0,-1 0 0 0 0,0-1 0 0 0,0 0 0 0 0,-1 1 0 0 0,0-1 1 0 0,0 0-1 0 0,0 0 0 0 0,-2-15 0 0 0,0 16-25 0 0,-1 0-1 0 0,0 1 0 0 0,0-1 1 0 0,0 0-1 0 0,-1 1 1 0 0,0-1-1 0 0,0 1 1 0 0,0 0-1 0 0,-1 0 0 0 0,0 0 1 0 0,0 1-1 0 0,-1 0 1 0 0,1-1-1 0 0,-1 1 1 0 0,0 1-1 0 0,-1-1 1 0 0,1 1-1 0 0,-7-4 0 0 0,-5-3 2 0 0,-1 2 0 0 0,0 0 0 0 0,-1 1-1 0 0,0 0 1 0 0,-30-7 0 0 0,14 7-31 0 0,-1 2 0 0 0,-47-3-1 0 0,65 7-132 0 0,-1 2-1 0 0,1 0 1 0 0,0 1-1 0 0,-1 1 1 0 0,-19 5-1 0 0,31-5-233 0 0,1 0 0 0 0,-1 0 0 0 0,1 1 0 0 0,0 0 0 0 0,0 0 1 0 0,0 0-1 0 0,-7 6 0 0 0,9-6-275 0 0,1 0 1 0 0,0 0 0 0 0,0 0 0 0 0,0 0-1 0 0,0 1 1 0 0,1-1 0 0 0,-1 1 0 0 0,1 0-1 0 0,0 0 1 0 0,0 0 0 0 0,0 0-1 0 0,-1 5 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04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440 856 788 0 0,'-13'-4'2178'0'0,"1"-2"-1"0"0,0 0 1 0 0,-22-13 0 0 0,14 6-334 0 0,18 12-1417 0 0,1-1-268 0 0,0 1 0 0 0,0-1-1 0 0,0 1 1 0 0,-1-1 0 0 0,1 1 0 0 0,0 0 0 0 0,-1-1 0 0 0,1 1 0 0 0,-1 0 0 0 0,0 0 0 0 0,1 0-1 0 0,-1 0 1 0 0,0 1 0 0 0,1-1 0 0 0,-1 0 0 0 0,0 1 0 0 0,0-1 0 0 0,-3 0 0 0 0,-5 4-137 0 0,7-2 2 0 0,9 13 51 0 0,-3-11-69 0 0,1-1 0 0 0,0 1 1 0 0,0-1-1 0 0,-1 0 0 0 0,1 0 0 0 0,1 0 0 0 0,-1 0 0 0 0,0-1 1 0 0,0 0-1 0 0,1 0 0 0 0,-1 0 0 0 0,1 0 0 0 0,-1-1 1 0 0,0 0-1 0 0,1 1 0 0 0,-1-2 0 0 0,8 0 0 0 0,2-1 15 0 0,0 0 0 0 0,1-1 0 0 0,-1 0 0 0 0,19-9-1 0 0,-25 9-63 0 0,0-1-1 0 0,0 0 1 0 0,0-1-1 0 0,-1 1 1 0 0,0-2-1 0 0,0 1 0 0 0,0-1 1 0 0,-1 0-1 0 0,0 0 1 0 0,0-1-1 0 0,7-9 1 0 0,-11 12 22 0 0,1 1 1 0 0,-1 0 0 0 0,0-1 0 0 0,0 0-1 0 0,-1 1 1 0 0,1-1 0 0 0,-1 0 0 0 0,0 0 0 0 0,0 0-1 0 0,0 0 1 0 0,0 0 0 0 0,-1 0 0 0 0,0 0 0 0 0,1 0-1 0 0,-2 0 1 0 0,1 0 0 0 0,0 0 0 0 0,-1 0 0 0 0,1 0-1 0 0,-1 0 1 0 0,-1 0 0 0 0,1 1 0 0 0,0-1-1 0 0,-1 0 1 0 0,0 0 0 0 0,1 1 0 0 0,-4-4 0 0 0,3 4-3 0 0,-1-1 0 0 0,1 1 0 0 0,-1 1 0 0 0,0-1 0 0 0,0 0 1 0 0,0 0-1 0 0,0 1 0 0 0,0 0 0 0 0,-1 0 0 0 0,1 0 0 0 0,-1 0 0 0 0,0 0 1 0 0,1 1-1 0 0,-7-2 0 0 0,3 1 15 0 0,1 1 0 0 0,-1 0 0 0 0,0 1 0 0 0,0 0 0 0 0,1 0 0 0 0,-1 0 0 0 0,-13 3 0 0 0,1 2 69 0 0,0 0 0 0 0,0 1 0 0 0,1 2 1 0 0,-33 16-1 0 0,22-7-11 0 0,1 0 0 0 0,1 2-1 0 0,0 1 1 0 0,2 1 0 0 0,0 1 0 0 0,2 1 0 0 0,0 2-1 0 0,2 0 1 0 0,-28 42 0 0 0,42-56-46 0 0,0 1 0 0 0,1 0 0 0 0,0 0-1 0 0,1 0 1 0 0,0 0 0 0 0,1 1 0 0 0,-4 24 0 0 0,7-32 0 0 0,0-1 0 0 0,1 1 1 0 0,0-1-1 0 0,0 1 0 0 0,0-1 1 0 0,0 0-1 0 0,1 1 0 0 0,-1-1 0 0 0,1 1 1 0 0,0-1-1 0 0,1 0 0 0 0,-1 1 1 0 0,1-1-1 0 0,0 0 0 0 0,0 0 0 0 0,0 0 1 0 0,0 0-1 0 0,1-1 0 0 0,-1 1 1 0 0,1-1-1 0 0,0 1 0 0 0,0-1 1 0 0,1 0-1 0 0,-1 0 0 0 0,1 0 0 0 0,5 3 1 0 0,2 0-3 0 0,1-1 0 0 0,0-1 1 0 0,0 1-1 0 0,0-2 0 0 0,1 0 1 0 0,0 0-1 0 0,-1-1 0 0 0,1-1 1 0 0,0 0-1 0 0,0 0 0 0 0,19-3 1 0 0,7-2-72 0 0,0-2-1 0 0,54-15 1 0 0,-63 12-86 0 0,0-1-1 0 0,-1-1 0 0 0,-1-2 0 0 0,0-1 1 0 0,0-1-1 0 0,-1-1 0 0 0,-2-2 1 0 0,1 0-1 0 0,-2-2 0 0 0,-1-1 1 0 0,38-42-1 0 0,-32 28-77 0 0,-2-1 0 0 0,-2-1 0 0 0,-1-2 1 0 0,-2 0-1 0 0,-2-1 0 0 0,-2-2 0 0 0,21-67 0 0 0,-20 35 636 0 0,-3 0 0 0 0,-3-1 0 0 0,-4-1 0 0 0,-1-137 0 0 0,-8 210-269 0 0,-2 5-78 0 0,-1 0-36 0 0,1 0-1 0 0,-1 0 0 0 0,1 1 1 0 0,-1-1-1 0 0,1 1 0 0 0,0-1 1 0 0,0 1-1 0 0,0 0 0 0 0,1 0 1 0 0,-1 0-1 0 0,1 0 1 0 0,-2 5-1 0 0,-15 51 436 0 0,8-22-128 0 0,-136 467 2054 0 0,114-381-2166 0 0,-16 85 42 0 0,43-179-402 0 0,2 1 0 0 0,0 1-1 0 0,3-1 1 0 0,0 0 0 0 0,5 31-1 0 0,-3-50-141 0 0,0 0 1 0 0,1 0-1 0 0,0 0 1 0 0,1-1-1 0 0,0 0 0 0 0,1 1 1 0 0,7 12-1 0 0,-10-19-94 0 0,1 0 0 0 0,0-1 0 0 0,0 1-1 0 0,0 0 1 0 0,0-1 0 0 0,0 1 0 0 0,1-1 0 0 0,-1 0 0 0 0,1 0 0 0 0,0-1 0 0 0,0 1-1 0 0,0-1 1 0 0,0 0 0 0 0,0 0 0 0 0,1 0 0 0 0,-1 0 0 0 0,1-1 0 0 0,-1 0-1 0 0,1 0 1 0 0,5 1 0 0 0,9-2-2808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05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193 292 1296 0 0,'36'-80'14503'0'0,"-35"78"-13940"0"0,-1 2-549 0 0,0 0-1 0 0,0 0 1 0 0,0-1-1 0 0,0 1 1 0 0,0 0 0 0 0,0-1-1 0 0,0 1 1 0 0,0 0-1 0 0,0-1 1 0 0,0 1-1 0 0,0 0 1 0 0,0 0-1 0 0,0-1 1 0 0,0 1 0 0 0,0 0-1 0 0,0-1 1 0 0,0 1-1 0 0,1 0 1 0 0,-1 0-1 0 0,0-1 1 0 0,0 1-1 0 0,0 0 1 0 0,0 0 0 0 0,1-1-1 0 0,-1 1 1 0 0,0 0-1 0 0,0 0 1 0 0,1 0-1 0 0,-1 0 1 0 0,0-1-1 0 0,0 1 1 0 0,1 0 0 0 0,-1 0-1 0 0,0 0 1 0 0,1 0-1 0 0,-1 0 1 0 0,0 0-1 0 0,0 0 1 0 0,1 0-1 0 0,-1 0 1 0 0,0 0 0 0 0,1 0-1 0 0,-1 0 1 0 0,0 0-1 0 0,1 0 1 0 0,-1 0-1 0 0,0 0 1 0 0,0 0 0 0 0,1 0-1 0 0,-1 0 1 0 0,0 0-1 0 0,1 0 1 0 0,-1 0-1 0 0,0 1 1 0 0,0-1-1 0 0,1 0 1 0 0,20 14-11 0 0,-9-7 108 0 0,-8-5-101 0 0,0-1 0 0 0,0 1 0 0 0,0-1 1 0 0,0 0-1 0 0,0-1 0 0 0,0 1 0 0 0,1-1 0 0 0,-1 0 1 0 0,0 0-1 0 0,6-1 0 0 0,-6 0-40 0 0,-1-1-1 0 0,1 0 1 0 0,-1 0 0 0 0,1 0-1 0 0,-1 0 1 0 0,0 0 0 0 0,0-1-1 0 0,0 1 1 0 0,0-1 0 0 0,0 0-1 0 0,0 0 1 0 0,-1 0 0 0 0,0-1-1 0 0,1 1 1 0 0,-1 0 0 0 0,0-1-1 0 0,-1 1 1 0 0,1-1 0 0 0,-1 0-1 0 0,1 0 1 0 0,-1 1 0 0 0,0-1-1 0 0,-1 0 1 0 0,1 0 0 0 0,-1 0 0 0 0,1-6-1 0 0,-1 0-10 0 0,-1 1 0 0 0,0 0 0 0 0,0-1 1 0 0,-1 1-1 0 0,-6-17 0 0 0,7 22 29 0 0,0 0 1 0 0,-1 0 0 0 0,0 0-1 0 0,0 1 1 0 0,0-1-1 0 0,0 1 1 0 0,-1-1 0 0 0,1 1-1 0 0,-1 0 1 0 0,0 0 0 0 0,0 0-1 0 0,0 0 1 0 0,0 1 0 0 0,0-1-1 0 0,-1 1 1 0 0,1 0-1 0 0,-6-3 1 0 0,-20-5 8 0 0,20 10-3 0 0,4 1 4 0 0,-1-1 8 0 0,1 0 0 0 0,-1 1 0 0 0,0-1-1 0 0,1 1 1 0 0,-1 1 0 0 0,1-1 0 0 0,-1 1-1 0 0,1-1 1 0 0,-1 2 0 0 0,1-1 0 0 0,-6 4-1 0 0,-3 3 23 0 0,0 0 0 0 0,-15 14-1 0 0,12-8-10 0 0,2 0 0 0 0,-1 1 0 0 0,2 0 0 0 0,-19 27-1 0 0,26-32-13 0 0,0 1 1 0 0,1-1-1 0 0,0 1 0 0 0,0 0 0 0 0,2 1 0 0 0,-1-1 0 0 0,2 1 0 0 0,-4 20 1 0 0,6-28-3 0 0,0 0 1 0 0,1-1-1 0 0,0 1 1 0 0,0 0-1 0 0,0-1 1 0 0,1 1 0 0 0,0 0-1 0 0,0 0 1 0 0,0-1-1 0 0,0 1 1 0 0,1-1 0 0 0,-1 1-1 0 0,1-1 1 0 0,0 0-1 0 0,1 0 1 0 0,-1 0 0 0 0,1 0-1 0 0,0 0 1 0 0,0 0-1 0 0,0-1 1 0 0,0 1 0 0 0,8 5-1 0 0,-3-4-144 0 0,0 0 0 0 0,0 0-1 0 0,1-1 1 0 0,0 0 0 0 0,0 0 0 0 0,0-1-1 0 0,0-1 1 0 0,1 1 0 0 0,-1-2-1 0 0,13 2 1 0 0,3-1-938 0 0,0-2-1 0 0,0 0 1 0 0,0-2 0 0 0,-1-1-1 0 0,1 0 1 0 0,-1-2 0 0 0,42-14-1 0 0,-27 4-2669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06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129 101 1364 0 0,'3'-8'1491'0'0,"-2"0"0"0"0,1 0 1 0 0,-1 0-1 0 0,0-1 0 0 0,-1 1 0 0 0,-1-16 0 0 0,1 11 72 0 0,-1-1 235 0 0,-6 27-1273 0 0,-35 166 711 0 0,23-91-1043 0 0,10-42-98 0 0,6-27-10 0 0,-1 0 0 0 0,-9 29 1 0 0,2-1 322 0 0,10-45-355 0 0,1-2-50 0 0,0 1 0 0 0,0-1 0 0 0,0 0 0 0 0,-1 0 1 0 0,1 1-1 0 0,0-1 0 0 0,0 0 0 0 0,0 0 0 0 0,0 1 0 0 0,-1-1 0 0 0,1 0 0 0 0,0 0 1 0 0,0 0-1 0 0,-1 1 0 0 0,1-1 0 0 0,0 0 0 0 0,0 0 0 0 0,-1 0 0 0 0,1 0 0 0 0,0 0 1 0 0,-1 0-1 0 0,1 1 0 0 0,0-1 0 0 0,0 0 0 0 0,-1 0 0 0 0,1 0 0 0 0,0 0 0 0 0,-1 0 0 0 0,1 0 1 0 0,0 0-1 0 0,-1 0 0 0 0,1 0 0 0 0,0 0 0 0 0,0 0 0 0 0,-1-1 0 0 0,1 1 0 0 0,0 0 1 0 0,-1 0-1 0 0,0 0-4 0 0,1 0 0 0 0,-1-1 1 0 0,0 1-1 0 0,1 0 0 0 0,-1 0 0 0 0,1-1 1 0 0,-1 1-1 0 0,0 0 0 0 0,1-1 0 0 0,-1 1 1 0 0,1-1-1 0 0,-1 1 0 0 0,1-1 0 0 0,-1 1 1 0 0,1-1-1 0 0,-1 1 0 0 0,1-1 0 0 0,0 1 1 0 0,-1-1-1 0 0,1 1 0 0 0,0-1 0 0 0,-1 0 1 0 0,1-1-1 0 0,-2-5-48 0 0,1-1-1 0 0,1 0 1 0 0,-1 1 0 0 0,1-1 0 0 0,1 0-1 0 0,-1 0 1 0 0,1 1 0 0 0,0-1-1 0 0,1 0 1 0 0,4-11 0 0 0,-2 8 0 0 0,1 0-1 0 0,0-1 1 0 0,1 1 0 0 0,0 1 0 0 0,1 0 0 0 0,11-14-1 0 0,-9 13 15 0 0,1 1 0 0 0,0 0 0 0 0,1 0 0 0 0,0 1 0 0 0,0 0 0 0 0,1 1-1 0 0,0 0 1 0 0,1 1 0 0 0,0 1 0 0 0,0 0 0 0 0,0 0 0 0 0,20-4 0 0 0,-26 8 24 0 0,1 2 0 0 0,0-1 0 0 0,-1 1 0 0 0,1 0 0 0 0,0 0 0 0 0,-1 1 0 0 0,1 0 1 0 0,0 1-1 0 0,-1 0 0 0 0,0 0 0 0 0,1 0 0 0 0,-1 1 0 0 0,0 0 0 0 0,0 0 1 0 0,0 1-1 0 0,-1 0 0 0 0,1 0 0 0 0,8 8 0 0 0,-7-5 10 0 0,0 0-1 0 0,-1 0 1 0 0,0 1 0 0 0,0 0 0 0 0,0 0-1 0 0,-1 0 1 0 0,-1 1 0 0 0,1 0-1 0 0,-1 0 1 0 0,-1 1 0 0 0,0-1-1 0 0,0 1 1 0 0,3 13 0 0 0,-7-18 10 0 0,1 0 0 0 0,-1 1 0 0 0,0-1 0 0 0,0 0 1 0 0,-1 1-1 0 0,1-1 0 0 0,-1 0 0 0 0,0 1 0 0 0,-1-1 0 0 0,1 0 1 0 0,-1 0-1 0 0,0 0 0 0 0,0 0 0 0 0,-1-1 0 0 0,0 1 0 0 0,1 0 1 0 0,-2-1-1 0 0,1 0 0 0 0,0 0 0 0 0,-1 0 0 0 0,0 0 0 0 0,-6 5 1 0 0,8-8-3 0 0,1 0 0 0 0,0-1 0 0 0,-1 1 0 0 0,1 0 0 0 0,0-1 0 0 0,-1 1 0 0 0,1-1 0 0 0,-1 0 0 0 0,1 0 1 0 0,-1 1-1 0 0,1-1 0 0 0,-1 0 0 0 0,1 0 0 0 0,-1 0 0 0 0,1 0 0 0 0,-1-1 0 0 0,1 1 0 0 0,-1 0 0 0 0,1-1 1 0 0,-2 0-1 0 0,1 1-11 0 0,1-1 5 0 0,0 1 0 0 0,0-1 0 0 0,1 1 1 0 0,-1-1-1 0 0,0 0 0 0 0,0 0 0 0 0,0 1 0 0 0,0-1 0 0 0,1 0 1 0 0,-1 0-1 0 0,0 0 0 0 0,1 0 0 0 0,-1 0 0 0 0,1 0 0 0 0,-1 0 1 0 0,1 0-1 0 0,0 0 0 0 0,-1 0 0 0 0,1 0 0 0 0,0 0 0 0 0,-1 0 1 0 0,1 0-1 0 0,0 0 0 0 0,0 0 0 0 0,0 0 0 0 0,0-2 0 0 0,3-28-19 0 0,1 19 6 0 0,0-1 1 0 0,1 1 0 0 0,1 1 0 0 0,0-1 0 0 0,0 1 0 0 0,1 0 0 0 0,1 0 0 0 0,0 1 0 0 0,0 0 0 0 0,1 0 0 0 0,19-15 0 0 0,-15 14-1 0 0,0 1-1 0 0,1 0 1 0 0,1 1 0 0 0,-1 0-1 0 0,2 2 1 0 0,-1 0 0 0 0,1 0-1 0 0,26-6 1 0 0,-35 11 14 0 0,0 1-1 0 0,0 0 1 0 0,0 0-1 0 0,0 0 1 0 0,0 1-1 0 0,0 1 1 0 0,0-1-1 0 0,0 1 1 0 0,-1 0-1 0 0,1 0 1 0 0,0 1-1 0 0,0 0 1 0 0,11 5-1 0 0,-14-5 4 0 0,1 1 0 0 0,-1 0 0 0 0,0 0 0 0 0,0 0 0 0 0,0 0 0 0 0,0 1 0 0 0,-1-1 0 0 0,1 1 0 0 0,-1 0 0 0 0,0 0 0 0 0,0 0 0 0 0,0 1 0 0 0,-1-1 0 0 0,1 1 0 0 0,-1-1 0 0 0,0 1 0 0 0,0 0 0 0 0,-1 0 1 0 0,2 8-1 0 0,-1 7-6 0 0,0 0 0 0 0,-2 0 0 0 0,0 0 0 0 0,-1 0 0 0 0,-7 32 0 0 0,0 19-1632 0 0,8-64 1301 0 0,-1 0 0 0 0,2 0 1 0 0,-1-1-1 0 0,2 8 1 0 0,-2-12 4 0 0,0-1 1 0 0,1 1 0 0 0,-1 0-1 0 0,1 0 1 0 0,-1-1 0 0 0,1 1-1 0 0,0 0 1 0 0,0-1 0 0 0,0 1-1 0 0,0-1 1 0 0,0 1 0 0 0,0-1-1 0 0,0 1 1 0 0,0-1 0 0 0,0 0 0 0 0,1 1-1 0 0,-1-1 1 0 0,1 0 0 0 0,-1 0-1 0 0,4 2 1 0 0,13 4-3832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07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34 447 1872 0 0,'2'-2'2476'0'0,"46"-42"11699"0"0,-31 32-13636 0 0,1 1 0 0 0,1 1-1 0 0,28-12 1 0 0,-29 13-397 0 0,-8 5-156 0 0,0-1 1 0 0,0-1-1 0 0,-1 0 0 0 0,1 0 1 0 0,-1-1-1 0 0,-1 0 1 0 0,0-1-1 0 0,0 0 0 0 0,0 0 1 0 0,10-15-1 0 0,-14 16-104 0 0,0 0 0 0 0,0 0-1 0 0,0-1 1 0 0,-1 0 0 0 0,0 0 0 0 0,0 0-1 0 0,-1 0 1 0 0,0 0 0 0 0,-1 0 0 0 0,0-1-1 0 0,0 1 1 0 0,-1 0 0 0 0,0-1 0 0 0,-2-13-1 0 0,-7-32-193 0 0,8 50 281 0 0,-1-1 1 0 0,1 1-1 0 0,-1 0 1 0 0,1 0-1 0 0,-1 0 1 0 0,-1 0-1 0 0,1 0 0 0 0,0 0 1 0 0,-6-5-1 0 0,7 8 17 0 0,-1-1 0 0 0,1 1-1 0 0,-1-1 1 0 0,0 1 0 0 0,0 0 0 0 0,0 0-1 0 0,0 0 1 0 0,0 0 0 0 0,0 0-1 0 0,0 1 1 0 0,0-1 0 0 0,0 0-1 0 0,0 1 1 0 0,0-1 0 0 0,0 1 0 0 0,-1 0-1 0 0,-1 0 1 0 0,0 0 0 0 0,-1 1 0 0 0,1 0 0 0 0,0-1-1 0 0,0 1 1 0 0,0 1 0 0 0,0-1 0 0 0,0 1 0 0 0,-5 2-1 0 0,-3 3 2 0 0,1 1-1 0 0,-1 0 0 0 0,1 0 0 0 0,-11 12 0 0 0,6-4 17 0 0,1 0 0 0 0,0 1 0 0 0,2 1 0 0 0,0 0 0 0 0,1 1 0 0 0,0 0 0 0 0,2 1 0 0 0,0 0 0 0 0,2 0 0 0 0,0 1 0 0 0,1 0 0 0 0,1 1 0 0 0,1 0 0 0 0,-4 42 0 0 0,8-58-66 0 0,1-1 0 0 0,0 1 0 0 0,0-1 0 0 0,1 1 0 0 0,-1-1 0 0 0,1 1 0 0 0,0-1 0 0 0,1 0 0 0 0,-1 1 0 0 0,1-1 0 0 0,0 0 0 0 0,0 0-1 0 0,1 0 1 0 0,3 5 0 0 0,-3-7-108 0 0,0 1 0 0 0,0-1 0 0 0,0 0 0 0 0,1 0 0 0 0,-1-1 0 0 0,1 1 0 0 0,0-1-1 0 0,0 0 1 0 0,0 0 0 0 0,0 0 0 0 0,0 0 0 0 0,0-1 0 0 0,1 1 0 0 0,-1-1 0 0 0,0 0 0 0 0,1 0-1 0 0,7 0 1 0 0,6-1-454 0 0,1 1-1 0 0,-1-2 1 0 0,0-1-1 0 0,1 0 1 0 0,20-5-1 0 0,87-32-4316 0 0,-80 20 2198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08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1 519 3696 0 0,'120'-97'11841'0'0,"-119"96"-11763"0"0,1 0 0 0 0,-1 0-1 0 0,1 0 1 0 0,0 0-1 0 0,-1 0 1 0 0,1 1-1 0 0,0-1 1 0 0,-1 0 0 0 0,1 1-1 0 0,0-1 1 0 0,0 1-1 0 0,0 0 1 0 0,-1 0-1 0 0,1 0 1 0 0,0 0 0 0 0,0 0-1 0 0,2 0 1 0 0,-2 0-96 0 0,0 1 34 0 0,-1-1 1 0 0,1 1-1 0 0,-1 0 1 0 0,1 0-1 0 0,-1-1 1 0 0,0 1-1 0 0,0 0 1 0 0,1 0-1 0 0,-1 0 1 0 0,0 0-1 0 0,0 1 1 0 0,0-1 0 0 0,0 0-1 0 0,0 0 1 0 0,0 1-1 0 0,0-1 1 0 0,-1 0-1 0 0,2 3 1 0 0,1 1 49 0 0,1 2-25 0 0,0 1 0 0 0,-1-1 0 0 0,0 1 0 0 0,0 0 0 0 0,0 0 0 0 0,-1 0 0 0 0,-1 1 0 0 0,1-1 0 0 0,-1 0 0 0 0,0 1 0 0 0,-1-1 0 0 0,0 0 0 0 0,-1 1 0 0 0,-1 11 0 0 0,-1-3 29 0 0,-1 0 1 0 0,-1 0-1 0 0,0-1 0 0 0,-1 0 1 0 0,-1 0-1 0 0,-9 16 1 0 0,13-29-43 0 0,0 1 0 0 0,1-1 0 0 0,-2 0 0 0 0,1 0 1 0 0,0 0-1 0 0,-1 0 0 0 0,1-1 0 0 0,-1 1 0 0 0,0-1 0 0 0,0 0 1 0 0,-6 3-1 0 0,8-4-1 0 0,-2-2 7 0 0,1 1-32 0 0,1-1 0 0 0,0 0 0 0 0,0 1 0 0 0,0-1 0 0 0,0 0 1 0 0,1 0-1 0 0,-1 0 0 0 0,0 0 0 0 0,0 0 0 0 0,1-1 0 0 0,-1 1 0 0 0,0-1 0 0 0,1 1 0 0 0,-1-1 0 0 0,1 1 0 0 0,0-1 1 0 0,-1 0-1 0 0,1 1 0 0 0,0-1 0 0 0,0 0 0 0 0,0 0 0 0 0,0 0 0 0 0,1 0 0 0 0,-1 0 0 0 0,1 0 0 0 0,-1 0 0 0 0,1 0 0 0 0,-1 0 1 0 0,1 0-1 0 0,0-3 0 0 0,0-6-8 0 0,0 1-1 0 0,1-1 1 0 0,0 1 0 0 0,0 0 0 0 0,1-1 0 0 0,1 1 0 0 0,0 0-1 0 0,0 0 1 0 0,1 0 0 0 0,0 1 0 0 0,1-1 0 0 0,0 1 0 0 0,0 0-1 0 0,1 0 1 0 0,14-15 0 0 0,-6 8-21 0 0,2 0 1 0 0,-1 1-1 0 0,2 1 0 0 0,0 1 1 0 0,1 1-1 0 0,34-19 0 0 0,-41 25 14 0 0,0 1-1 0 0,1 0 0 0 0,0 1 1 0 0,0 1-1 0 0,0-1 0 0 0,0 2 1 0 0,1 0-1 0 0,21-1 0 0 0,-29 3 10 0 0,0 0-1 0 0,0 0 1 0 0,0 0-1 0 0,0 1 1 0 0,0 0-1 0 0,-1 0 1 0 0,1 0-1 0 0,0 1 1 0 0,-1-1 0 0 0,1 1-1 0 0,-1 0 1 0 0,1 1-1 0 0,-1-1 1 0 0,0 1-1 0 0,0 0 1 0 0,0 0-1 0 0,0 0 1 0 0,-1 0-1 0 0,1 1 1 0 0,-1-1-1 0 0,0 1 1 0 0,0 0-1 0 0,0 0 1 0 0,-1 0-1 0 0,4 6 1 0 0,-3 0-37 0 0,1-1-1 0 0,-1 0 1 0 0,-1 1 0 0 0,0 0-1 0 0,0 0 1 0 0,-1-1 0 0 0,0 1-1 0 0,0 0 1 0 0,-1 0 0 0 0,-2 16-1 0 0,-4 8-394 0 0,-16 59 0 0 0,-1 5-68 0 0,22-96 412 0 0,1 0 1 0 0,-1 0 0 0 0,1 0-1 0 0,0 0 1 0 0,0 0 0 0 0,0 0 0 0 0,0 0-1 0 0,0 0 1 0 0,0-1 0 0 0,0 1 0 0 0,1 0-1 0 0,-1 0 1 0 0,1 0 0 0 0,-1 0 0 0 0,1 0-1 0 0,0 0 1 0 0,0-1 0 0 0,0 1 0 0 0,0 0-1 0 0,0-1 1 0 0,0 1 0 0 0,0-1 0 0 0,1 1-1 0 0,-1-1 1 0 0,0 1 0 0 0,1-1 0 0 0,-1 0-1 0 0,1 0 1 0 0,0 0 0 0 0,-1 0 0 0 0,1 0-1 0 0,0 0 1 0 0,0 0 0 0 0,-1 0 0 0 0,1-1-1 0 0,0 1 1 0 0,0-1 0 0 0,0 1 0 0 0,0-1-1 0 0,0 0 1 0 0,0 0 0 0 0,0 0 0 0 0,0 0-1 0 0,2 0 1 0 0,4 0-259 0 0,0-1 0 0 0,0 0 0 0 0,-1 0 0 0 0,1-1-1 0 0,0 0 1 0 0,-1 0 0 0 0,1-1 0 0 0,-1 0 0 0 0,0 0 0 0 0,8-5-1 0 0,2-4 102 0 0,-1-1-1 0 0,-1-1 0 0 0,0 0 0 0 0,-1-1 0 0 0,0 0 0 0 0,-2-1 0 0 0,0-1 1 0 0,0 0-1 0 0,-2 0 0 0 0,17-37 0 0 0,0-12 1953 0 0,32-122 0 0 0,-56 176-1463 0 0,31-150 4353 0 0,-1 6 2798 0 0,-28 134-6639 0 0,-11 28-356 0 0,-13 36 108 0 0,-39 137 2329 0 0,-53 278 0 0 0,107-435-2797 0 0,-11 79 243 0 0,14-92-291 0 0,1 1-1 0 0,0 0 0 0 0,1-1 1 0 0,-1 1-1 0 0,2-1 1 0 0,0 1-1 0 0,0-1 0 0 0,5 13 1 0 0,-5-19-137 0 0,0-1 1 0 0,0 1 0 0 0,0 0 0 0 0,1-1-1 0 0,-1 1 1 0 0,1-1 0 0 0,0 0-1 0 0,-1 1 1 0 0,1-1 0 0 0,0-1 0 0 0,1 1-1 0 0,-1 0 1 0 0,0-1 0 0 0,0 0 0 0 0,1 1-1 0 0,-1-1 1 0 0,5 0 0 0 0,-7 0 12 0 0,1-1 0 0 0,0 0 0 0 0,-1 0 1 0 0,1 1-1 0 0,0-1 0 0 0,-1 0 0 0 0,1 0 0 0 0,0-1 1 0 0,-1 1-1 0 0,1 0 0 0 0,0 0 0 0 0,-1-1 0 0 0,1 1 1 0 0,1-2-1 0 0,3 0-287 0 0,1 1-210 0 0,0-1-1 0 0,0-1 1 0 0,0 1-1 0 0,-1-1 1 0 0,1 0-1 0 0,-1-1 1 0 0,0 1 0 0 0,0-1-1 0 0,0 0 1 0 0,10-10-1 0 0,-8 6-1276 0 0,-1 0 0 0 0,0-1-1 0 0,9-13 1 0 0,1-6-4903 0 0</inkml:trace>
  <inkml:trace contextRef="#ctx0" brushRef="#br0" timeOffset="1">760 298 1760 0 0,'-127'-78'17326'0'0,"115"71"-15809"0"0,9 6-934 0 0,4-1-534 0 0,-1 0 1 0 0,0 1-1 0 0,1-1 0 0 0,0 1 1 0 0,-1 0-1 0 0,1-1 0 0 0,0 1 1 0 0,0-1-1 0 0,-1 1 1 0 0,1 0-1 0 0,0 0 0 0 0,0-1 1 0 0,1 1-1 0 0,-1 0 0 0 0,0 0 1 0 0,0 0-1 0 0,1 0 0 0 0,-1 0 1 0 0,0 1-1 0 0,1-1 0 0 0,-1 0 1 0 0,1 1-1 0 0,-1-1 1 0 0,1 1-1 0 0,1-1 0 0 0,47-11 206 0 0,-38 10-152 0 0,76-13-7 0 0,103-4 0 0 0,-79 10-1700 0 0,-63 5 5 0 0,18-1-2257 0 0,-26-3-3670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19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73 776 0 0,'37'-54'11055'0'0,"-35"52"-10328"0"0,13-15 3825 0 0,-14 21-4543 0 0,-1 0-1 0 0,1 0 1 0 0,-1 1-1 0 0,0-1 0 0 0,0 0 1 0 0,-1 0-1 0 0,1 0 1 0 0,-1 0-1 0 0,-1 4 1 0 0,-14 47 32 0 0,8-30-23 0 0,-43 123 152 0 0,27-92 32 0 0,24-53-14 0 0,-2-2-180 0 0,1 4-4 0 0,-13 6-44 0 0,-10 4-2 0 0,-33 20-1401 0 0,56-34 740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20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85 1488 0 0,'23'-63'13015'0'0,"-18"41"-7425"0"0,-6 37-5258 0 0,-35 175 1410 0 0,8-55-1533 0 0,15-63-2333 0 0,13-70 1602 0 0,0 1-56 0 0,-2 8-103 0 0,2-8-222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20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74 1128 0 0,'0'-3'2393'0'0,"-6"-56"7143"0"0,6 57-8972 0 0,-2-7 326 0 0,-2 44-9111 0 0,3-23 4335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22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1 305 996 0 0,'4'52'11104'0'0,"-4"-22"-5043"0"0,0-26-5810 0 0,0 17 378 0 0,2-11-3912 0 0</inkml:trace>
  <inkml:trace contextRef="#ctx0" brushRef="#br0" timeOffset="1">553 174 1892 0 0,'13'-6'17026'0'0,"28"19"-16532"0"0,-39-12-436 0 0,16 3 44 0 0,-14-3-56 0 0,0-1-12 0 0,2 1-12 0 0,1-1 0 0 0,-1 0-1 0 0,0 0 1 0 0,1 0 0 0 0,-1-1 0 0 0,0 0 0 0 0,0 0 0 0 0,1-1 0 0 0,-1 0 0 0 0,0 0 0 0 0,6-3-1 0 0,-7 2-39 0 0,1 0 0 0 0,0-1 0 0 0,-1 0-1 0 0,0 0 1 0 0,0-1 0 0 0,0 1-1 0 0,0-1 1 0 0,-1 0 0 0 0,0 0-1 0 0,0-1 1 0 0,0 1 0 0 0,0-1-1 0 0,-1 0 1 0 0,4-11 0 0 0,-5 13-16 0 0,0 0 1 0 0,-1-1 0 0 0,0 1-1 0 0,0 0 1 0 0,0-1-1 0 0,0 1 1 0 0,-1-1 0 0 0,0 1-1 0 0,0-1 1 0 0,0 1 0 0 0,0-1-1 0 0,-2-6 1 0 0,2 9 24 0 0,-1 1 0 0 0,1 0 1 0 0,0 0-1 0 0,-1-1 1 0 0,1 1-1 0 0,-1 0 0 0 0,1 0 1 0 0,-1-1-1 0 0,0 1 0 0 0,0 0 1 0 0,1 0-1 0 0,-1 0 0 0 0,0 0 1 0 0,0 0-1 0 0,0 0 0 0 0,0 0 1 0 0,0 0-1 0 0,0 0 0 0 0,0 1 1 0 0,0-1-1 0 0,-1 0 0 0 0,1 1 1 0 0,0-1-1 0 0,0 1 1 0 0,-1-1-1 0 0,1 1 0 0 0,0 0 1 0 0,-1-1-1 0 0,1 1 0 0 0,0 0 1 0 0,-1 0-1 0 0,-1 0 0 0 0,-2 0-10 0 0,-1 0 0 0 0,1 0 0 0 0,-1 1 1 0 0,1 0-1 0 0,-6 1 0 0 0,10-1 18 0 0,-8 2-7 0 0,0 0 0 0 0,0 1 0 0 0,1 0 0 0 0,-1 1 0 0 0,1 0 0 0 0,0 0-1 0 0,0 1 1 0 0,0 0 0 0 0,1 0 0 0 0,0 1 0 0 0,0 0 0 0 0,-8 10 0 0 0,-3 7 28 0 0,1 1-1 0 0,-22 42 0 0 0,27-45-5 0 0,2 0 1 0 0,0 2-1 0 0,-9 35 0 0 0,16-48 4 0 0,0-1 0 0 0,2 1 0 0 0,-1 0 0 0 0,1 0 0 0 0,1 0 0 0 0,-1-1 0 0 0,2 1 0 0 0,0 0 0 0 0,0 0 0 0 0,5 15 0 0 0,-4-21 3 0 0,0 0 0 0 0,0 0 0 0 0,1 0 0 0 0,0-1 0 0 0,0 1 0 0 0,1-1 0 0 0,-1 0 0 0 0,1 0 0 0 0,0 0 0 0 0,0-1 0 0 0,0 1 1 0 0,0-1-1 0 0,0 0 0 0 0,1 0 0 0 0,0 0 0 0 0,-1-1 0 0 0,1 0 0 0 0,0 1 0 0 0,0-2 0 0 0,1 1 0 0 0,-1-1 0 0 0,6 1 0 0 0,5 2 19 0 0,-1-2 0 0 0,1 0 0 0 0,0-1 0 0 0,0-1 0 0 0,0 0 0 0 0,20-4 0 0 0,-20 2-174 0 0,-1-1 0 0 0,0-1 0 0 0,0 0 0 0 0,0-1-1 0 0,28-14 1 0 0,-8-3-3003 0 0,-3-5-3633 0 0,-17 10 108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23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68 328 0 0,'-2'-2'2552'0'0,"-39"-33"11086"0"0,19 17-8383 0 0,2 7-5207 0 0,19 10-580 0 0,36 22-12606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24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54 2976 0 0,'-1'-2'2478'0'0,"-9"-22"3639"0"0,6 5-1865 0 0,3 19-4206 0 0,1 0 0 0 0,0-1-1 0 0,0 1 1 0 0,0 0-1 0 0,0-1 1 0 0,0 1-1 0 0,0 0 1 0 0,0-1 0 0 0,0 1-1 0 0,0 0 1 0 0,1-1-1 0 0,-1 1 1 0 0,0 0-1 0 0,0-1 1 0 0,0 1 0 0 0,0 0-1 0 0,0 0 1 0 0,1-1-1 0 0,-1 1 1 0 0,0 0 0 0 0,0 0-1 0 0,0-1 1 0 0,1 1-1 0 0,-1 0 1 0 0,0 0-1 0 0,0-1 1 0 0,1 1 0 0 0,-1 0-1 0 0,0 0 1 0 0,0 0-1 0 0,1 0 1 0 0,-1-1 0 0 0,0 1-1 0 0,1 0 1 0 0,-1 0-1 0 0,8 0 48 0 0,0 0 0 0 0,-1 1 0 0 0,1 0-1 0 0,-1 1 1 0 0,0-1 0 0 0,1 1 0 0 0,-1 1 0 0 0,0-1-1 0 0,0 1 1 0 0,0 0 0 0 0,-1 1 0 0 0,1 0 0 0 0,-1 0-1 0 0,0 0 1 0 0,7 6 0 0 0,3 4 21 0 0,0 1-1 0 0,-1 0 1 0 0,0 1 0 0 0,16 23 0 0 0,-19-20-44 0 0,0-1 0 0 0,-1 2 0 0 0,-1-1 0 0 0,-1 1 0 0 0,-1 1 0 0 0,0-1 0 0 0,-2 2 0 0 0,7 36 0 0 0,-11-43-26 0 0,0 1 1 0 0,-1-1-1 0 0,-1 1 1 0 0,0-1-1 0 0,-2 0 1 0 0,1 1-1 0 0,-2-1 0 0 0,0 0 1 0 0,0 0-1 0 0,-2 0 1 0 0,0 0-1 0 0,0-1 0 0 0,-11 19 1 0 0,13-29-20 0 0,0 1-1 0 0,0-1 1 0 0,0 0 0 0 0,0 0-1 0 0,-1 0 1 0 0,1 0 0 0 0,-1 0 0 0 0,0-1-1 0 0,0 0 1 0 0,-1 0 0 0 0,1 0-1 0 0,-1 0 1 0 0,1 0 0 0 0,-1-1 0 0 0,-5 2-1 0 0,8-4-17 0 0,1 0-1 0 0,-1 1 1 0 0,0-1-1 0 0,0 0 1 0 0,1 0-1 0 0,-1 0 0 0 0,0-1 1 0 0,1 1-1 0 0,-1 0 1 0 0,0 0-1 0 0,1-1 1 0 0,-1 1-1 0 0,1-1 1 0 0,-1 0-1 0 0,1 1 1 0 0,-1-1-1 0 0,1 0 0 0 0,-1 0 1 0 0,-2-2-1 0 0,2 1 0 0 0,-1 0 0 0 0,1 0-1 0 0,0 0 1 0 0,0-1 0 0 0,0 1-1 0 0,0-1 1 0 0,0 1-1 0 0,0-1 1 0 0,-1-3 0 0 0,1 1-10 0 0,0 0 0 0 0,0 0 0 0 0,0-1 1 0 0,0 1-1 0 0,1 0 0 0 0,0-1 0 0 0,0 0 1 0 0,1 1-1 0 0,0-1 0 0 0,0 1 0 0 0,0-1 0 0 0,0 0 1 0 0,1 1-1 0 0,0-1 0 0 0,0 1 0 0 0,1-1 1 0 0,-1 1-1 0 0,1 0 0 0 0,0 0 0 0 0,1 0 1 0 0,-1 0-1 0 0,1 0 0 0 0,0 0 0 0 0,0 0 1 0 0,0 1-1 0 0,1-1 0 0 0,0 1 0 0 0,0 0 0 0 0,0 1 1 0 0,6-5-1 0 0,5-3-11 0 0,0 2 0 0 0,1 0 1 0 0,1 0-1 0 0,-1 2 0 0 0,1 0 1 0 0,1 1-1 0 0,26-6 0 0 0,2 4-25 0 0,82-5 1 0 0,-35 7-731 0 0,-81 5 645 0 0,0-1 0 0 0,0 0-1 0 0,0 0 1 0 0,-1-1 0 0 0,1 0-1 0 0,-1-1 1 0 0,14-7 0 0 0,-19 8 83 0 0,-1-1 1 0 0,1 1-1 0 0,-1-1 1 0 0,0 0-1 0 0,0 0 0 0 0,0 0 1 0 0,0-1-1 0 0,-1 0 1 0 0,0 1-1 0 0,0-2 1 0 0,0 1-1 0 0,0 0 1 0 0,-1-1-1 0 0,0 0 0 0 0,0 0 1 0 0,1-6-1 0 0,-3 8 25 0 0,0-1-1 0 0,0 0 0 0 0,0 1 1 0 0,-1-1-1 0 0,0 0 0 0 0,0 0 1 0 0,0 1-1 0 0,-1-1 0 0 0,1 0 1 0 0,-1 0-1 0 0,0 1 0 0 0,-1-1 0 0 0,1 1 1 0 0,-1-1-1 0 0,0 1 0 0 0,0 0 1 0 0,0 0-1 0 0,0 0 0 0 0,-1 0 1 0 0,-6-7-1 0 0,8 10 13 0 0,0 0-1 0 0,0 1 1 0 0,0-1-1 0 0,0 0 1 0 0,0 1-1 0 0,0-1 1 0 0,0 1-1 0 0,0-1 1 0 0,0 1-1 0 0,-1 0 1 0 0,1 0-1 0 0,0-1 1 0 0,0 1-1 0 0,0 0 1 0 0,-1 0-1 0 0,1 0 1 0 0,0 0-1 0 0,0 0 1 0 0,0 0-1 0 0,-1 1 1 0 0,1-1-1 0 0,0 0 1 0 0,0 1-1 0 0,0-1 1 0 0,0 1 0 0 0,-1-1-1 0 0,0 2 1 0 0,-30 19-49 0 0,28-18 50 0 0,-8 9 12 0 0,0-1 1 0 0,0 2 0 0 0,1 0 0 0 0,0 0-1 0 0,-12 21 1 0 0,3 0 58 0 0,-19 45 0 0 0,29-57-51 0 0,1 1 0 0 0,1 0 0 0 0,1 1 0 0 0,1 0 0 0 0,-4 39 0 0 0,9-53 0 0 0,0 0-1 0 0,1 0 1 0 0,0 0 0 0 0,1 0 0 0 0,0 0-1 0 0,0 0 1 0 0,1 0 0 0 0,0 0 0 0 0,1-1-1 0 0,0 1 1 0 0,1-1 0 0 0,0 0 0 0 0,0 0-1 0 0,1 0 1 0 0,0 0 0 0 0,9 11 0 0 0,-7-13-3 0 0,-1-2 0 0 0,1 1 0 0 0,0-1 1 0 0,0 0-1 0 0,1-1 0 0 0,-1 1 0 0 0,1-1 1 0 0,0-1-1 0 0,0 0 0 0 0,0 0 0 0 0,1 0 1 0 0,-1-1-1 0 0,1 0 0 0 0,-1-1 0 0 0,16 1 1 0 0,-2-1-165 0 0,0-1 0 0 0,0-2 1 0 0,1 0-1 0 0,41-9 0 0 0,-38 4-252 0 0,0-1-1 0 0,0-2 1 0 0,0 0-1 0 0,-1-2 1 0 0,-1 0 0 0 0,0-2-1 0 0,-1-1 1 0 0,0-1-1 0 0,-1 0 1 0 0,25-26-1 0 0,-25 20 230 0 0,-1-2-1 0 0,0 0 1 0 0,-2-2-1 0 0,-1 0 0 0 0,-1-1 1 0 0,-1-1-1 0 0,-2 0 1 0 0,17-46-1 0 0,18-107 5526 0 0,-62 403 428 0 0,12-201-5452 0 0,17 725 4651 0 0,-2 56-2875 0 0,-15-776-2086 0 0,-7 81 299 0 0,6-94-380 0 0,-1 1 1 0 0,0-1 0 0 0,0 0 0 0 0,-2-1 0 0 0,-10 24 0 0 0,13-32-206 0 0,-1 1 0 0 0,-1-1 0 0 0,1 0 1 0 0,-1 0-1 0 0,0 0 0 0 0,-7 6 0 0 0,9-9 171 0 0,1-1-1 0 0,0 1 1 0 0,0-1-1 0 0,0 0 1 0 0,0 1-1 0 0,-1-1 1 0 0,1 0-1 0 0,0 0 1 0 0,0 0-1 0 0,0 0 1 0 0,-1 0-1 0 0,1 0 1 0 0,0 0-1 0 0,0 0 0 0 0,0 0 1 0 0,-1-1-1 0 0,0 1 1 0 0,-1-1-213 0 0,-1 0 2 0 0,0 1-1 0 0,0-1 1 0 0,0 0-1 0 0,0-1 1 0 0,0 1-1 0 0,0-1 1 0 0,1 1-1 0 0,-1-1 1 0 0,1-1 0 0 0,-1 1-1 0 0,1 0 1 0 0,0-1-1 0 0,0 1 1 0 0,0-1-1 0 0,0 0 1 0 0,0 0-1 0 0,0 0 1 0 0,-2-5-1 0 0,-5-7-1325 0 0,1 0-1 0 0,-12-29 0 0 0,19 40 1309 0 0,-19-45-4806 0 0,-1-11-2717 0 0</inkml:trace>
  <inkml:trace contextRef="#ctx0" brushRef="#br0" timeOffset="1">1020 547 1456 0 0,'5'-21'1187'0'0,"0"1"0"0"0,2 0 0 0 0,0 0-1 0 0,1 1 1 0 0,16-28 0 0 0,-17 35-877 0 0,2 0 0 0 0,-1 1 0 0 0,1 0 0 0 0,1 0 0 0 0,0 1 0 0 0,0 1 0 0 0,1 0 0 0 0,0 0 0 0 0,15-8 0 0 0,-6 6-96 0 0,0 1 1 0 0,1 1-1 0 0,1 1 0 0 0,-1 1 0 0 0,1 0 1 0 0,1 2-1 0 0,-1 1 0 0 0,1 0 0 0 0,0 2 1 0 0,43 1-1 0 0,-38 2-119 0 0,0 1 1 0 0,-1 2 0 0 0,1 0-1 0 0,-1 2 1 0 0,0 1 0 0 0,0 2-1 0 0,-1 0 1 0 0,41 21 0 0 0,-58-25-16 0 0,-1 0 0 0 0,1 0 1 0 0,-1 1-1 0 0,-1 0 1 0 0,1 0-1 0 0,-1 1 0 0 0,0 0 1 0 0,-1 0-1 0 0,8 11 1 0 0,-11-14 23 0 0,-1 1 0 0 0,1-1 0 0 0,-1 1 0 0 0,0-1 0 0 0,-1 1 1 0 0,1 0-1 0 0,-1 0 0 0 0,0 0 0 0 0,0 0 0 0 0,0 0 0 0 0,-1 0 0 0 0,1 0 1 0 0,-1 0-1 0 0,-1 0 0 0 0,1 0 0 0 0,-1 0 0 0 0,0 0 0 0 0,0 0 0 0 0,-3 8 1 0 0,0-2-16 0 0,-1 1-1 0 0,-1-2 1 0 0,0 1 0 0 0,0 0 0 0 0,-1-1 0 0 0,0-1 0 0 0,-1 1 0 0 0,0-1 0 0 0,-1 0 0 0 0,0-1 0 0 0,0 0-1 0 0,-11 7 1 0 0,-15 8 36 0 0,0-2 0 0 0,-47 20 0 0 0,40-21 6 0 0,41-19-137 0 0,-2 1-133 0 0,-1-1 0 0 0,1 1 0 0 0,-1 0 0 0 0,1-1 0 0 0,-1 0 0 0 0,0 0 1 0 0,-7 1-1 0 0,11-2 89 0 0,-1 0 0 0 0,1 0 0 0 0,0 0 0 0 0,-1 0 0 0 0,1 0 0 0 0,0 0 1 0 0,-1 0-1 0 0,1 0 0 0 0,0 0 0 0 0,-1 0 0 0 0,1 0 0 0 0,-1 0 0 0 0,1-1 1 0 0,0 1-1 0 0,-1 0 0 0 0,1 0 0 0 0,0 0 0 0 0,0 0 0 0 0,-1-1 0 0 0,1 1 0 0 0,0 0 1 0 0,-1 0-1 0 0,1-1 0 0 0,0 1 0 0 0,0 0 0 0 0,0-1 0 0 0,-1 1 0 0 0,1 0 1 0 0,0 0-1 0 0,0-1 0 0 0,0 1 0 0 0,0 0 0 0 0,-1-1 0 0 0,1 1 0 0 0,0-1 1 0 0,0 1-1 0 0,0 0 0 0 0,0-1 0 0 0,0 1 0 0 0,0 0 0 0 0,0-1 0 0 0,0 1 0 0 0,0 0 1 0 0,0-1-1 0 0,0 1 0 0 0,0-1 0 0 0,1 1 0 0 0,-1 0 0 0 0,0-1 0 0 0,0 1 1 0 0,0-1-1 0 0,9-15-1045 0 0,-9 16 1093 0 0,10-14-1148 0 0,1 2-1 0 0,0-1 1 0 0,13-11 0 0 0,6-5-2061 0 0,0-5-1209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25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119 151 2168 0 0,'1'-25'3097'0'0,"-1"0"-1"0"0,-1 0 1 0 0,-5-33 0 0 0,4 44-2099 0 0,1 11-185 0 0,-12 21 46 0 0,-20 130 514 0 0,-28 297 1 0 0,58-300-1337 0 0,5-124-291 0 0,0 0 0 0 0,1 0 0 0 0,1 0 1 0 0,12 37-1 0 0,-14-51 66 0 0,1-1 0 0 0,0 1 0 0 0,0-1 0 0 0,1 0 0 0 0,0 0 0 0 0,0-1 0 0 0,0 1 0 0 0,0-1 0 0 0,1 0 0 0 0,0 0 1 0 0,0 0-1 0 0,1 0 0 0 0,-1-1 0 0 0,1 0 0 0 0,0-1 0 0 0,0 1 0 0 0,0-1 0 0 0,0 0 0 0 0,1 0 0 0 0,-1-1 0 0 0,10 2 0 0 0,-3-1-227 0 0,0-1-1 0 0,0-1 0 0 0,-1-1 0 0 0,1 1 0 0 0,0-2 1 0 0,0 0-1 0 0,0-1 0 0 0,0 0 0 0 0,0 0 0 0 0,19-8 1 0 0,-7 1 22 0 0,-1-1 1 0 0,1-2 0 0 0,-2 0 0 0 0,0-1-1 0 0,-1-1 1 0 0,26-22 0 0 0,-22 14 1012 0 0,-1-2-1 0 0,-1 0 1 0 0,-1-2 0 0 0,27-38-1 0 0,-44 54-116 0 0,1-1-1 0 0,-2 1 1 0 0,1-1-1 0 0,-2 0 1 0 0,1 0-1 0 0,2-15 1 0 0,-5 20-229 0 0,-1 0 0 0 0,0 0 0 0 0,0 0 0 0 0,0 1 1 0 0,-1-1-1 0 0,0 0 0 0 0,0 0 0 0 0,-1 0 0 0 0,1 0 0 0 0,-1 0 0 0 0,-1 1 0 0 0,1-1 0 0 0,-1 0 1 0 0,-4-9-1 0 0,5 13-237 0 0,0 1 0 0 0,-1-1 0 0 0,1 0 0 0 0,0 1 0 0 0,-1-1 0 0 0,0 1 0 0 0,1 0 0 0 0,-1-1 0 0 0,0 1 0 0 0,1 0 0 0 0,-1 0 0 0 0,0 0 0 0 0,0 0 0 0 0,0 1 0 0 0,0-1 0 0 0,0 0 1 0 0,0 1-1 0 0,0 0 0 0 0,0-1 0 0 0,0 1 0 0 0,-1 0 0 0 0,1 0 0 0 0,0 0 0 0 0,0 0 0 0 0,0 0 0 0 0,0 1 0 0 0,0-1 0 0 0,0 1 0 0 0,-2 0 0 0 0,-3 1-7 0 0,0 0 0 0 0,1 0 0 0 0,-1 1 0 0 0,1 0 0 0 0,0 0 0 0 0,0 0 0 0 0,-11 9 0 0 0,0 3-11 0 0,1 0 0 0 0,0 2-1 0 0,1 0 1 0 0,1 0 0 0 0,1 1 0 0 0,0 1-1 0 0,-9 20 1 0 0,15-27-12 0 0,2-1 0 0 0,0 1 0 0 0,0 0 0 0 0,1 1 0 0 0,0-1 0 0 0,1 1 0 0 0,1-1 0 0 0,0 1 0 0 0,1 0 0 0 0,0 0 0 0 0,1 0 0 0 0,0 0-1 0 0,3 20 1 0 0,-1-27-62 0 0,-1 0-1 0 0,1 0 0 0 0,0 0 1 0 0,0 0-1 0 0,1-1 0 0 0,0 1 1 0 0,0-1-1 0 0,0 1 0 0 0,0-1 1 0 0,1 0-1 0 0,0 0 0 0 0,0-1 1 0 0,0 1-1 0 0,1-1 0 0 0,0 0 1 0 0,0 0-1 0 0,0 0 0 0 0,0-1 1 0 0,0 0-1 0 0,1 0 1 0 0,-1 0-1 0 0,1-1 0 0 0,0 1 1 0 0,0-1-1 0 0,0-1 0 0 0,0 1 1 0 0,0-1-1 0 0,0 0 0 0 0,0 0 1 0 0,0-1-1 0 0,1 0 0 0 0,-1 0 1 0 0,0-1-1 0 0,0 1 0 0 0,0-1 1 0 0,0-1-1 0 0,0 1 0 0 0,0-1 1 0 0,0 0-1 0 0,7-3 0 0 0,-2 0-124 0 0,-1-1 0 0 0,0 0 0 0 0,0 0-1 0 0,-1-1 1 0 0,0 0 0 0 0,0-1 0 0 0,0 0-1 0 0,-1 0 1 0 0,0-1 0 0 0,-1 0 0 0 0,0 0-1 0 0,8-13 1 0 0,4-12 508 0 0,-2-1 0 0 0,17-47 0 0 0,-23 53 693 0 0,-3 4-39 0 0,-4 11-511 0 0,-6 32-381 0 0,-8 32-194 0 0,1-12 231 0 0,-3 46 1 0 0,11-73-428 0 0,1 0-1 0 0,0 0 1 0 0,1 0 0 0 0,0 0-1 0 0,0 0 1 0 0,1 0 0 0 0,1-1-1 0 0,6 21 1 0 0,-7-28 4 0 0,-1 1 0 0 0,1-1 0 0 0,0 0 0 0 0,0 0 0 0 0,1 0 0 0 0,-1 0 0 0 0,0 0 0 0 0,1 0 0 0 0,0-1 0 0 0,0 1 0 0 0,0-1-1 0 0,0 0 1 0 0,5 3 0 0 0,-3-3-491 0 0,-1 0-1 0 0,0 0 1 0 0,0-1-1 0 0,1 1 0 0 0,-1-1 1 0 0,8 1-1 0 0,5 0-3133 0 0</inkml:trace>
  <inkml:trace contextRef="#ctx0" brushRef="#br0" timeOffset="1">1369 666 2596 0 0,'0'-12'3074'0'0,"-1"0"0"0"0,0 0 0 0 0,-4-20-1 0 0,-4 7-1027 0 0,8 25-2003 0 0,1-1 1 0 0,-1 0-1 0 0,0 1 0 0 0,1-1 1 0 0,-1 1-1 0 0,0 0 0 0 0,0-1 1 0 0,1 1-1 0 0,-1 0 0 0 0,0-1 1 0 0,0 1-1 0 0,0 0 0 0 0,1 0 1 0 0,-1 0-1 0 0,0-1 0 0 0,0 1 1 0 0,0 0-1 0 0,1 0 0 0 0,-1 0 1 0 0,0 0-1 0 0,0 1 0 0 0,0-1 1 0 0,0 0-1 0 0,1 0 0 0 0,-1 0 1 0 0,-1 1-1 0 0,-21 8 263 0 0,11-2-216 0 0,1 2-1 0 0,-1-1 1 0 0,2 1-1 0 0,-1 1 1 0 0,1 0-1 0 0,-11 15 1 0 0,-46 73 122 0 0,60-87-196 0 0,1 1-1 0 0,0 0 1 0 0,1 0 0 0 0,0 0 0 0 0,1 1-1 0 0,0 0 1 0 0,1-1 0 0 0,0 1 0 0 0,0 16-1 0 0,2-23-31 0 0,1 0 0 0 0,0-1 0 0 0,0 1 0 0 0,1-1 0 0 0,-1 1 0 0 0,1-1-1 0 0,1 1 1 0 0,-1-1 0 0 0,1 1 0 0 0,0-1 0 0 0,0 0 0 0 0,0 0 0 0 0,1 0-1 0 0,0 0 1 0 0,0-1 0 0 0,0 1 0 0 0,1-1 0 0 0,-1 1 0 0 0,1-1-1 0 0,0 0 1 0 0,0-1 0 0 0,0 1 0 0 0,1-1 0 0 0,4 4 0 0 0,-1-3-246 0 0,0 0 0 0 0,0-1 0 0 0,1 1 0 0 0,-1-1 1 0 0,1-1-1 0 0,-1 0 0 0 0,1 0 0 0 0,0-1 0 0 0,0 0 1 0 0,0 0-1 0 0,0-1 0 0 0,0 0 0 0 0,0-1 0 0 0,0 0 0 0 0,9-2 1 0 0,-4 0-690 0 0,0-1 0 0 0,-1-1 0 0 0,1 0 1 0 0,-1-1-1 0 0,0 0 0 0 0,-1-1 0 0 0,0 0 1 0 0,21-16-1 0 0,-7 2-2905 0 0</inkml:trace>
  <inkml:trace contextRef="#ctx0" brushRef="#br0" timeOffset="2">1646 709 1540 0 0,'2'-10'1761'0'0,"0"0"0"0"0,-1 0 0 0 0,0 0-1 0 0,-1 0 1 0 0,-1-12 0 0 0,1 1 715 0 0,0 19-1858 0 0,0 2-545 0 0,0-1 0 0 0,0 1 0 0 0,0-1 0 0 0,0 1 0 0 0,0 0 0 0 0,0-1 0 0 0,0 1 0 0 0,0-1 0 0 0,0 1 1 0 0,0 0-1 0 0,0-1 0 0 0,0 1 0 0 0,0-1 0 0 0,0 1 0 0 0,0 0 0 0 0,0-1 0 0 0,0 1 0 0 0,-1-1 0 0 0,1 1 0 0 0,0 0 0 0 0,0-1 0 0 0,-1 1 1 0 0,-2 4 163 0 0,1 0 1 0 0,-1 0 0 0 0,1 0 0 0 0,0 0 0 0 0,0 1-1 0 0,0-1 1 0 0,0 1 0 0 0,1 0 0 0 0,-2 5 0 0 0,-8 53 1399 0 0,9-48-1365 0 0,-3 17 314 0 0,-1 50 1 0 0,6-68-480 0 0,1 1-1 0 0,0-1 1 0 0,1 0 0 0 0,1 1 0 0 0,8 25 0 0 0,-10-36-81 0 0,1 0 0 0 0,-1-1 0 0 0,1 1 0 0 0,0-1 0 0 0,0 1 0 0 0,0-1 0 0 0,0 0 0 0 0,1 1-1 0 0,-1-1 1 0 0,1-1 0 0 0,0 1 0 0 0,0 0 0 0 0,0-1 0 0 0,0 1 0 0 0,0-1 0 0 0,7 4 0 0 0,-5-4-139 0 0,0-1 1 0 0,0 1 0 0 0,0-1 0 0 0,0 0 0 0 0,0 0 0 0 0,0-1 0 0 0,0 1-1 0 0,0-1 1 0 0,0-1 0 0 0,1 1 0 0 0,6-2 0 0 0,4-1-716 0 0,0-2 0 0 0,-1 0 0 0 0,1 0 1 0 0,-1-2-1 0 0,-1 0 0 0 0,1 0 0 0 0,15-12 0 0 0,-15 8-1455 0 0,0-1 0 0 0,15-14-1 0 0,0-4-3915 0 0</inkml:trace>
  <inkml:trace contextRef="#ctx0" brushRef="#br0" timeOffset="3">2165 214 1844 0 0,'-17'-11'2364'0'0,"2"3"-375"0"0,2-1-309 0 0,2 2-276 0 0,-2 1 512 0 0,-6-5-756 0 0,4 7-480 0 0,2 8-692 0 0,6 7-740 0 0,7 8-1360 0 0,7 1-5645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26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1264 0 0,'0'0'5295'0'0,"11"9"-2097"0"0,-3 1-2894 0 0,1 1 0 0 0,-1 0 0 0 0,-1 1 0 0 0,0-1 0 0 0,0 1 0 0 0,-1 1 0 0 0,-1-1 0 0 0,0 1 0 0 0,-1 0 0 0 0,0 0 1 0 0,-1 0-1 0 0,-1 0 0 0 0,0 1 0 0 0,0 0 0 0 0,-1-1 0 0 0,-1 1 0 0 0,-1-1 0 0 0,0 1 0 0 0,0-1 0 0 0,-6 20 0 0 0,1-16 188 0 0,-16 29 0 0 0,6-14 728 0 0,16-31-1203 0 0,0-1-1 0 0,0 1 0 0 0,0-1 1 0 0,0 1-1 0 0,-1-1 1 0 0,1 1-1 0 0,0-1 0 0 0,-1 1 1 0 0,1-1-1 0 0,0 1 0 0 0,-1-1 1 0 0,1 0-1 0 0,-1 1 1 0 0,1-1-1 0 0,0 0 0 0 0,-1 1 1 0 0,1-1-1 0 0,-1 0 0 0 0,1 0 1 0 0,-1 1-1 0 0,1-1 1 0 0,-1 0-1 0 0,1 0 0 0 0,-1 0 1 0 0,1 0-1 0 0,-1 0 1 0 0,1 1-1 0 0,-1-1 0 0 0,0 0 1 0 0,1 0-1 0 0,-1 0 0 0 0,1-1 1 0 0,-1 1-1 0 0,1 0 1 0 0,-1 0-1 0 0,1 0 0 0 0,-1 0 1 0 0,1 0-1 0 0,-1-1 0 0 0,1 1 1 0 0,-1 0-1 0 0,1 0 1 0 0,-1-1-1 0 0,1 1 0 0 0,0 0 1 0 0,-1-1-1 0 0,1 1 0 0 0,-1 0 1 0 0,1-1-1 0 0,0 1 1 0 0,-1-1-1 0 0,1 1 0 0 0,0-1 1 0 0,0 1-1 0 0,-1-1 0 0 0,1 1 1 0 0,0-1-1 0 0,0 1 1 0 0,0-1-1 0 0,-1 1 0 0 0,1-1 1 0 0,0 1-1 0 0,0-2 0 0 0,2-9 5 0 0,1-1 0 0 0,0 1 0 0 0,0 0 0 0 0,1 0 0 0 0,1 0 0 0 0,0 1 0 0 0,11-18 0 0 0,3-1-9 0 0,31-37 0 0 0,-29 41 2 0 0,1 1-1 0 0,2 1 1 0 0,46-35-1 0 0,-57 48 25 0 0,1 1 1 0 0,0 1-1 0 0,0 0 1 0 0,0 1-1 0 0,1 0 1 0 0,0 2-1 0 0,0-1 1 0 0,1 2-1 0 0,23-4 1 0 0,-34 7-25 0 0,-1 0 0 0 0,1 1 0 0 0,0 0 0 0 0,-1 0 0 0 0,1 0 0 0 0,0 1 0 0 0,-1-1 0 0 0,1 1 0 0 0,-1 0 0 0 0,1 0 0 0 0,-1 1 0 0 0,1 0 0 0 0,-1-1 0 0 0,0 1 0 0 0,1 1 0 0 0,-1-1 0 0 0,-1 1 0 0 0,1-1 0 0 0,0 1 1 0 0,0 0-1 0 0,-1 1 0 0 0,4 4 0 0 0,-1 0 17 0 0,-1 0 0 0 0,-1 0 1 0 0,0 0-1 0 0,0 1 0 0 0,0-1 0 0 0,-1 1 1 0 0,0 0-1 0 0,-1 0 0 0 0,2 17 1 0 0,2 59-542 0 0,-5-60-1328 0 0,5 41 1 0 0,-5-62 1374 0 0,0 0 0 0 0,0 0 1 0 0,0 0-1 0 0,1 0 0 0 0,-1 0 0 0 0,1 0 0 0 0,0 0 0 0 0,0 0 1 0 0,0 0-1 0 0,1-1 0 0 0,-1 0 0 0 0,1 1 0 0 0,0-1 0 0 0,0 0 1 0 0,0 0-1 0 0,0 0 0 0 0,1-1 0 0 0,-1 1 0 0 0,7 3 0 0 0,13 3-4352 0 0</inkml:trace>
  <inkml:trace contextRef="#ctx0" brushRef="#br0" timeOffset="1">1464 151 1460 0 0,'14'-17'3801'0'0,"17"-29"-1"0"0,-27 39-2902 0 0,0 1 0 0 0,-1-1 0 0 0,0 0 1 0 0,0-1-1 0 0,-1 1 0 0 0,0 0 0 0 0,2-13 0 0 0,-4 19-858 0 0,0 0 1 0 0,0 1-1 0 0,0-1 0 0 0,0 0 0 0 0,0 1 0 0 0,0-1 0 0 0,0 0 1 0 0,0 1-1 0 0,0-1 0 0 0,0 0 0 0 0,-1 1 0 0 0,1-1 0 0 0,0 1 1 0 0,0-1-1 0 0,-1 0 0 0 0,1 1 0 0 0,0-1 0 0 0,-1 1 1 0 0,1-1-1 0 0,-1 1 0 0 0,1-1 0 0 0,-1 1 0 0 0,1-1 0 0 0,-1 1 1 0 0,1 0-1 0 0,-1-1 0 0 0,1 1 0 0 0,-1 0 0 0 0,0-1 0 0 0,1 1 1 0 0,-1 0-1 0 0,1 0 0 0 0,-1-1 0 0 0,0 1 0 0 0,1 0 1 0 0,-1 0-1 0 0,0 0 0 0 0,1 0 0 0 0,-1 0 0 0 0,-1 0 0 0 0,-1 0 27 0 0,0 0-1 0 0,-1 0 0 0 0,1 1 0 0 0,0-1 1 0 0,0 1-1 0 0,-6 2 0 0 0,-9 5 165 0 0,1 0 0 0 0,0 2 0 0 0,0 0 0 0 0,-24 20 0 0 0,8-3 37 0 0,-30 34 0 0 0,27-24-78 0 0,-42 57 0 0 0,69-81-156 0 0,0 1 0 0 0,0 0 0 0 0,1 0 0 0 0,1 1 1 0 0,0 0-1 0 0,1 0 0 0 0,1 0 0 0 0,-5 26 0 0 0,9-38-20 0 0,1-1 0 0 0,0 0 0 0 0,1 1 0 0 0,-1-1 0 0 0,0 0 0 0 0,1 1 0 0 0,-1-1 0 0 0,1 0-1 0 0,-1 0 1 0 0,1 1 0 0 0,0-1 0 0 0,1 2 0 0 0,-1-3-6 0 0,0 0 0 0 0,-1 1 0 0 0,1-1 0 0 0,0 0 0 0 0,0 0 0 0 0,0 0 0 0 0,0 0 1 0 0,0 0-1 0 0,0 0 0 0 0,0 0 0 0 0,0-1 0 0 0,0 1 0 0 0,0 0 0 0 0,0 0 0 0 0,0-1 0 0 0,1 1 0 0 0,-1-1 0 0 0,0 1 0 0 0,1-1 0 0 0,-1 1 0 0 0,0-1 0 0 0,3 0 0 0 0,3 0 6 0 0,1-1 0 0 0,-1-1 0 0 0,0 1 0 0 0,0-1-1 0 0,1 0 1 0 0,-1-1 0 0 0,-1 1 0 0 0,1-2 0 0 0,0 1 0 0 0,-1-1 0 0 0,0 0-1 0 0,1 0 1 0 0,8-9 0 0 0,10-9 36 0 0,39-47 0 0 0,-30 31-12 0 0,-8 8 28 0 0,-14 16-99 0 0,0 0 0 0 0,16-13-1 0 0,-26 26-6 0 0,15 10-31 0 0,-15-5 97 0 0,1 0-1 0 0,-1 0 1 0 0,0 1 0 0 0,0-1 0 0 0,0 0-1 0 0,-1 1 1 0 0,0-1 0 0 0,1 1 0 0 0,-2 0-1 0 0,1-1 1 0 0,0 1 0 0 0,-1 6 0 0 0,1-2 92 0 0,5 86 1798 0 0,-9 154 0 0 0,-5-112-819 0 0,-29 154-1 0 0,24-220-628 0 0,-4-1 0 0 0,-3 0 0 0 0,-57 131 0 0 0,63-172-160 0 0,-2 0 0 0 0,0 0 0 0 0,-2-2 0 0 0,-2 0 0 0 0,0-1 0 0 0,-1-2 0 0 0,-2 0 0 0 0,0-1 0 0 0,-50 37 0 0 0,64-54-307 0 0,-1 0 1 0 0,1 0-1 0 0,-1-1 1 0 0,0-1 0 0 0,0 0-1 0 0,-1 0 1 0 0,1-1-1 0 0,-1 0 1 0 0,0-1 0 0 0,0 0-1 0 0,0-1 1 0 0,0 0-1 0 0,0-1 1 0 0,0 0 0 0 0,0-1-1 0 0,0 0 1 0 0,0 0-1 0 0,1-1 1 0 0,-1-1-1 0 0,0 0 1 0 0,1 0 0 0 0,0-1-1 0 0,-1-1 1 0 0,1 1-1 0 0,1-2 1 0 0,-1 1 0 0 0,1-1-1 0 0,0-1 1 0 0,0 0-1 0 0,-14-15 1 0 0,9 7-2 0 0,1-1 0 0 0,0 0 0 0 0,2-1 0 0 0,0 0 0 0 0,0-1 0 0 0,2 0 0 0 0,0-1 0 0 0,1 1 0 0 0,1-2 0 0 0,1 1 0 0 0,1-1 0 0 0,-3-21 0 0 0,5 17 0 0 0,1 0 0 0 0,1 0 0 0 0,1 0 0 0 0,1 0 0 0 0,1 0 0 0 0,1 0 0 0 0,1 0 0 0 0,1 0 0 0 0,2 1 0 0 0,8-23 0 0 0,1 10-428 0 0,1 1 0 0 0,1 1 1 0 0,2 0-1 0 0,2 2 0 0 0,1 0 0 0 0,1 1 0 0 0,2 2 0 0 0,1 0 1 0 0,52-42-1 0 0,-33 36-341 0 0,0 1 0 0 0,2 3 0 0 0,2 2 0 0 0,1 2 0 0 0,0 3 0 0 0,59-20-1 0 0,10 8-5882 0 0,-84 27 2005 0 0,15-5-4755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28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311 220 1324 0 0,'-17'-117'15436'0'0,"17"115"-15183"0"0,-1 5-73 0 0,-1 0 1 0 0,1-1-1 0 0,0 1 1 0 0,0 0-1 0 0,0 0 0 0 0,-1 6 1 0 0,2-8-55 0 0,-60 244 3168 0 0,-37 122-2593 0 0,77-293-518 0 0,-1 13-111 0 0,10-39 222 0 0,-24 68-1 0 0,27-102 18 0 0,-4-13-84 0 0,9-5-207 0 0,-3-18-67 0 0,2-1 1 0 0,0 0-1 0 0,2 0 0 0 0,0 0 1 0 0,3-32-1 0 0,18-118-525 0 0,-6 98 338 0 0,44-138-1 0 0,-41 169 171 0 0,2 1 1 0 0,1 0-1 0 0,3 1 1 0 0,34-50-1 0 0,-44 75 38 0 0,1 2 0 0 0,0-1 0 0 0,1 2 0 0 0,0 0-1 0 0,1 0 1 0 0,1 2 0 0 0,0 0 0 0 0,1 1 0 0 0,0 0 0 0 0,1 1 0 0 0,23-8 0 0 0,-31 14 9 0 0,0 1-1 0 0,0 0 1 0 0,0 0 0 0 0,1 1 0 0 0,-1 1 0 0 0,1 0 0 0 0,0 0 0 0 0,-1 1 0 0 0,22 3-1 0 0,-24-1 9 0 0,1 0-1 0 0,-1 0 1 0 0,1 1-1 0 0,-1 0 0 0 0,0 1 1 0 0,0 0-1 0 0,0 0 0 0 0,0 1 1 0 0,-1-1-1 0 0,0 2 1 0 0,0-1-1 0 0,0 1 0 0 0,7 9 1 0 0,-9-10 13 0 0,-1 0 0 0 0,1 1 1 0 0,-1 0-1 0 0,-1 0 0 0 0,1 0 1 0 0,-1 0-1 0 0,0 1 0 0 0,0-1 1 0 0,-1 1-1 0 0,0 0 0 0 0,0 0 1 0 0,-1 0-1 0 0,1 0 0 0 0,-2 0 1 0 0,1 0-1 0 0,-1 0 1 0 0,0 0-1 0 0,0 0 0 0 0,-1 0 1 0 0,0 0-1 0 0,0 0 0 0 0,-1 0 1 0 0,0 0-1 0 0,0 0 0 0 0,0-1 1 0 0,-1 1-1 0 0,0-1 0 0 0,0 0 1 0 0,-1 1-1 0 0,-6 6 0 0 0,-3 5 15 0 0,-2-2 0 0 0,0 1-1 0 0,0-2 1 0 0,-2 0 0 0 0,0-1-1 0 0,0-1 1 0 0,-2-1 0 0 0,-26 15 0 0 0,13-11 86 0 0,-2-2 1 0 0,0 0 0 0 0,0-3 0 0 0,-44 10 0 0 0,45-15 118 0 0,30-5-206 0 0,-1 0-39 0 0,0 0 0 0 0,0 0-1 0 0,0 1 1 0 0,1 0 0 0 0,-8 4 0 0 0,10-3 12 0 0,0 0-1 0 0,1 1 1 0 0,0-1 0 0 0,0 0 0 0 0,0 0-1 0 0,0 1 1 0 0,0-1 0 0 0,1 0 0 0 0,0 1-1 0 0,1 5 1 0 0,16 39-35 0 0,-9-26 27 0 0,19 47 20 0 0,3-2 1 0 0,40 63-1 0 0,-54-101-150 0 0,2 0 0 0 0,1-2-1 0 0,1 0 1 0 0,1-1 0 0 0,28 25 0 0 0,-40-42-160 0 0,0-1 0 0 0,0 1 1 0 0,1-2-1 0 0,0 1 0 0 0,0-2 0 0 0,1 1 0 0 0,0-2 0 0 0,0 0 0 0 0,1 0 0 0 0,-1-1 1 0 0,1 0-1 0 0,0-1 0 0 0,0-1 0 0 0,0 0 0 0 0,26 0 0 0 0,-29-3 150 0 0,1 0-1 0 0,0-1 0 0 0,-1-1 1 0 0,1 0-1 0 0,-1 0 0 0 0,0-1 1 0 0,0 0-1 0 0,0-1 0 0 0,-1 0 1 0 0,0 0-1 0 0,1-1 0 0 0,12-11 1 0 0,1-4 312 0 0,0-1 0 0 0,39-50-1 0 0,-14 1 3408 0 0,-26 35-661 0 0,-22 36-2864 0 0,17-23 1281 0 0,-10 17-898 0 0,-9 19-192 0 0,-9 22 275 0 0,-9 53-1 0 0,17-72-413 0 0,1 1-1 0 0,0-1 1 0 0,1 1 0 0 0,1 0-1 0 0,4 29 1 0 0,-3-42-131 0 0,0-1 1 0 0,0 1-1 0 0,0-1 1 0 0,0 1-1 0 0,0-1 1 0 0,1 1 0 0 0,-1-1-1 0 0,1 0 1 0 0,0 0-1 0 0,0 1 1 0 0,0-2-1 0 0,1 1 1 0 0,-1 0-1 0 0,1 0 1 0 0,-1-1 0 0 0,1 1-1 0 0,0-1 1 0 0,0 0-1 0 0,0 0 1 0 0,0 0-1 0 0,0 0 1 0 0,1-1-1 0 0,-1 1 1 0 0,7 1 0 0 0,-6-2-229 0 0,0 0 0 0 0,-1-1 1 0 0,1 0-1 0 0,-1 0 0 0 0,1 0 1 0 0,0 0-1 0 0,-1-1 0 0 0,1 1 1 0 0,-1-1-1 0 0,1 0 0 0 0,-1 0 1 0 0,1 0-1 0 0,-1 0 0 0 0,0-1 1 0 0,1 1-1 0 0,4-4 0 0 0,-1 0-1284 0 0,-1 0 1 0 0,1 0-1 0 0,-1 0 0 0 0,0 0 1 0 0,9-13-1 0 0,2-3-6057 0 0</inkml:trace>
  <inkml:trace contextRef="#ctx0" brushRef="#br0" timeOffset="1">1316 351 184 0 0,'-17'-17'2856'0'0,"-1"4"-580"0"0,3 0-255 0 0,0 2-309 0 0,0 0-356 0 0,2 0-260 0 0,0 3-208 0 0,3 1-196 0 0,1-1-180 0 0,0 1-72 0 0,-3 1-760 0 0,29 17-2052 0 0,-2-3-1192 0 0,4-3-1809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29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42 704 0 0,'-19'-20'9904'0'0,"-3"-1"-1127"0"0,14 27-7634 0 0,7-6-1108 0 0,1 1-1 0 0,-1-1 0 0 0,1 0 1 0 0,-1 1-1 0 0,1-1 0 0 0,-1 1 1 0 0,1-1-1 0 0,-1 1 0 0 0,1-1 1 0 0,0 1-1 0 0,-1-1 0 0 0,1 1 1 0 0,-1-1-1 0 0,1 1 0 0 0,0-1 1 0 0,0 1-1 0 0,-1 0 0 0 0,1-1 1 0 0,0 1-1 0 0,0-1 1 0 0,0 1-1 0 0,0 0 0 0 0,-1-1 1 0 0,1 1-1 0 0,0 0 0 0 0,0-1 1 0 0,1 2-1 0 0,-2 8 296 0 0,-16 223 4295 0 0,-30 112-2840 0 0,36-290-1616 0 0,-31 136 278 0 0,31-144-311 0 0,8-32 17 0 0,0 0 1 0 0,-6 16-1 0 0,9-31-158 0 0,0 1 1 0 0,0-1-1 0 0,0 1 1 0 0,0-1-1 0 0,-1 1 1 0 0,1-1-1 0 0,0 1 1 0 0,0-1-1 0 0,0 0 1 0 0,0 1-1 0 0,-1-1 1 0 0,1 1-1 0 0,0-1 0 0 0,0 0 1 0 0,-1 1-1 0 0,1-1 1 0 0,0 0-1 0 0,-1 1 1 0 0,1-1-1 0 0,0 0 1 0 0,-1 1-1 0 0,1-1 1 0 0,-1 0-1 0 0,1 0 1 0 0,0 0-1 0 0,-1 1 0 0 0,1-1 1 0 0,-1 0-1 0 0,1 0 1 0 0,-1 0-1 0 0,1 0 1 0 0,-1 0-1 0 0,-7-12-271 0 0,0-25-312 0 0,9 13 366 0 0,0 0 0 0 0,2 1 1 0 0,1 0-1 0 0,1 0 0 0 0,0 0 0 0 0,2 0 1 0 0,1 1-1 0 0,20-41 0 0 0,-22 51 171 0 0,1 0-1 0 0,0 1 1 0 0,1-1 0 0 0,0 2-1 0 0,0-1 1 0 0,1 1-1 0 0,1 0 1 0 0,-1 1 0 0 0,2 0-1 0 0,-1 1 1 0 0,1 0-1 0 0,1 1 1 0 0,-1 0 0 0 0,1 0-1 0 0,0 2 1 0 0,26-10-1 0 0,-32 14 39 0 0,1-1-1 0 0,1 1 1 0 0,-1 0-1 0 0,0 1 1 0 0,0-1-1 0 0,0 1 1 0 0,0 1-1 0 0,0 0 1 0 0,0 0-1 0 0,0 0 1 0 0,0 1-1 0 0,0 0 1 0 0,0 0-1 0 0,0 0 1 0 0,9 6-1 0 0,-7-3 12 0 0,-1 1-1 0 0,0-1 1 0 0,0 2-1 0 0,0-1 1 0 0,-1 1-1 0 0,0 0 1 0 0,-1 0-1 0 0,1 1 1 0 0,-1 0-1 0 0,7 13 1 0 0,-7-9 47 0 0,0 0 1 0 0,0 0-1 0 0,-2 0 1 0 0,1 0-1 0 0,-2 1 1 0 0,1 0-1 0 0,2 24 0 0 0,-6-27 42 0 0,1-1 0 0 0,-1 1 0 0 0,0 0 0 0 0,-1 0 0 0 0,0-1 0 0 0,-1 1-1 0 0,0-1 1 0 0,-1 1 0 0 0,1-1 0 0 0,-8 15 0 0 0,5-13 10 0 0,0-1-1 0 0,-1 0 1 0 0,-1-1 0 0 0,1 1 0 0 0,-1-1-1 0 0,-1 0 1 0 0,0-1 0 0 0,0 0 0 0 0,-1 0 0 0 0,1-1-1 0 0,-2 0 1 0 0,-13 8 0 0 0,6-6 21 0 0,0-1-1 0 0,0-1 1 0 0,-1 0-1 0 0,0-1 1 0 0,0-1 0 0 0,-21 3-1 0 0,32-7-66 0 0,1 0-19 0 0,1 0 0 0 0,-1 0 0 0 0,0-1 0 0 0,0 0-1 0 0,0 0 1 0 0,-11-1 0 0 0,-76-17-2325 0 0,93 18 2138 0 0,-1 0 1 0 0,0-1 0 0 0,0 1 0 0 0,0 0-1 0 0,1 0 1 0 0,-1 0 0 0 0,0-1-1 0 0,0 1 1 0 0,0-1 0 0 0,1 1-1 0 0,-1 0 1 0 0,0-1 0 0 0,1 1 0 0 0,-1-1-1 0 0,0 1 1 0 0,1-1 0 0 0,-1 0-1 0 0,1 1 1 0 0,-1-1 0 0 0,1 0-1 0 0,-1 1 1 0 0,1-1 0 0 0,-1 0-1 0 0,1 0 1 0 0,0 1 0 0 0,-1-1 0 0 0,1 0-1 0 0,0 0 1 0 0,0 0 0 0 0,0 1-1 0 0,0-1 1 0 0,-1 0 0 0 0,1 0-1 0 0,0 0 1 0 0,0 0 0 0 0,1 0 0 0 0,-1 1-1 0 0,0-1 1 0 0,0 0 0 0 0,0 0-1 0 0,0 0 1 0 0,1 1 0 0 0,-1-1-1 0 0,0 0 1 0 0,1 0 0 0 0,-1 1-1 0 0,1-1 1 0 0,-1 0 0 0 0,1 1 0 0 0,-1-1-1 0 0,1 0 1 0 0,0 0 0 0 0,40-25-8927 0 0,-40 25 8706 0 0,21-10-6283 0 0</inkml:trace>
  <inkml:trace contextRef="#ctx0" brushRef="#br0" timeOffset="1">1024 569 1884 0 0,'-7'-21'7391'0'0,"6"18"-6408"0"0,-1 0 0 0 0,1 0 0 0 0,0 0 0 0 0,0-1 0 0 0,1 1 0 0 0,-1 0 0 0 0,1 0 0 0 0,-1-5 0 0 0,-10 14 273 0 0,8-3-1087 0 0,1 1 0 0 0,0 0 1 0 0,0 0-1 0 0,1 0 0 0 0,-1 0 0 0 0,1 0 1 0 0,0 1-1 0 0,0-1 0 0 0,-1 8 1 0 0,0 2 161 0 0,-5 22 183 0 0,1 0 0 0 0,-1 55 1 0 0,7-74-438 0 0,1 1 0 0 0,0-1 1 0 0,1 1-1 0 0,1-1 0 0 0,1 0 1 0 0,0 0-1 0 0,9 22 1 0 0,-11-33-46 0 0,1 0 0 0 0,0 0 0 0 0,0 0 0 0 0,1-1 0 0 0,0 1 0 0 0,-1-1 0 0 0,2 0 0 0 0,-1 0 1 0 0,1 0-1 0 0,-1-1 0 0 0,1 0 0 0 0,1 0 0 0 0,-1 0 0 0 0,0 0 0 0 0,1-1 0 0 0,0 0 1 0 0,0 0-1 0 0,0-1 0 0 0,0 1 0 0 0,8 1 0 0 0,-6-3-18 0 0,0 0-1 0 0,0 0 1 0 0,0-1 0 0 0,0 1-1 0 0,0-2 1 0 0,0 1 0 0 0,0-1 0 0 0,0-1-1 0 0,0 1 1 0 0,0-2 0 0 0,0 1-1 0 0,-1-1 1 0 0,1 0 0 0 0,-1 0-1 0 0,14-9 1 0 0,-8 3-89 0 0,-1 0-1 0 0,0 0 1 0 0,-1-2 0 0 0,0 1-1 0 0,-1-2 1 0 0,15-18 0 0 0,47-84-327 0 0,-34 52 209 0 0,-18 30-183 0 0,-18 30 300 0 0,-2 21-99 0 0,-2 28 361 0 0,-102 428 4192 0 0,37-194-2696 0 0,-75 311 1349 0 0,124-528-2770 0 0,-2-1-1 0 0,-41 85 1 0 0,56-137-261 0 0,-1 0 0 0 0,0-1 0 0 0,-1 0 0 0 0,0 0 0 0 0,-1-1 0 0 0,0 0 0 0 0,0 0 0 0 0,-1-1 0 0 0,0 0 0 0 0,-17 11 0 0 0,21-16 0 0 0,-1 1 0 0 0,0-2 0 0 0,0 1 0 0 0,0-1 0 0 0,0 1 0 0 0,-1-2 0 0 0,1 1 0 0 0,0-1 0 0 0,-1 0 0 0 0,1 0 0 0 0,-1-1 0 0 0,1 0 0 0 0,-1 0 0 0 0,1 0 0 0 0,-1-1 0 0 0,1 0 0 0 0,-1 0 0 0 0,1-1 0 0 0,0 0 0 0 0,-1 0 0 0 0,-5-3 0 0 0,-3-3 0 0 0,1 0 0 0 0,-1-1 0 0 0,1-1 0 0 0,1 0 0 0 0,0-1 0 0 0,1 0 0 0 0,0-1 0 0 0,0 0 0 0 0,1-1 0 0 0,-12-18 0 0 0,11 12 0 0 0,1 0 0 0 0,0 0 0 0 0,1-1 0 0 0,1-1 0 0 0,1 0 0 0 0,1 0 0 0 0,-6-29 0 0 0,9 29-498 0 0,2 0 0 0 0,0 0 0 0 0,1-1-1 0 0,2 1 1 0 0,0 0 0 0 0,1 0 0 0 0,1 0 0 0 0,0 0 0 0 0,2 0-1 0 0,13-36 1 0 0,-7 33-235 0 0,0 1-1 0 0,1 0 1 0 0,1 1 0 0 0,1 0-1 0 0,1 1 1 0 0,1 0-1 0 0,1 1 1 0 0,29-26 0 0 0,6 1-2933 0 0,-15 15-1531 0 0,12-8-4223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30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438 635 2796 0 0,'0'-1'53'0'0,"-10"-62"8369"0"0,-8-30-283 0 0,18 91-8019 0 0,0 0 0 0 0,-1 0 0 0 0,1 0 0 0 0,-1 0 0 0 0,0 0 0 0 0,1 1 0 0 0,-1-1 0 0 0,0 0 0 0 0,0 0 0 0 0,0 0 0 0 0,-1 1-1 0 0,1-1 1 0 0,0 0 0 0 0,-3-1 0 0 0,3 2-112 0 0,-1 1 1 0 0,1-1-1 0 0,0 1 0 0 0,0 0 0 0 0,-1 0 0 0 0,1-1 1 0 0,0 1-1 0 0,-1 0 0 0 0,1 0 0 0 0,0 1 1 0 0,0-1-1 0 0,-1 0 0 0 0,1 0 0 0 0,0 0 0 0 0,0 1 1 0 0,-1-1-1 0 0,1 1 0 0 0,0-1 0 0 0,0 1 1 0 0,0-1-1 0 0,-2 2 0 0 0,-17 10 109 0 0,0 0 0 0 0,1 1-1 0 0,0 1 1 0 0,-32 32 0 0 0,20-15-2 0 0,-44 60-1 0 0,54-61-78 0 0,1 0 0 0 0,-24 53 0 0 0,35-65-21 0 0,2 1-1 0 0,0 0 0 0 0,1 1 0 0 0,1 0 1 0 0,1 0-1 0 0,-2 22 0 0 0,5-34-5 0 0,1-1-1 0 0,0 1 1 0 0,0 0-1 0 0,1-1 1 0 0,0 1-1 0 0,0 0 1 0 0,1-1-1 0 0,0 1 1 0 0,0-1-1 0 0,1 0 1 0 0,0 1-1 0 0,0-1 1 0 0,1-1-1 0 0,6 11 1 0 0,-3-9-119 0 0,0 0 0 0 0,0 0 1 0 0,0-1-1 0 0,1 0 0 0 0,0-1 0 0 0,1 0 1 0 0,-1 0-1 0 0,1-1 0 0 0,17 8 0 0 0,-2-3-495 0 0,0-2-1 0 0,0-1 0 0 0,1-1 0 0 0,0-1 1 0 0,0-2-1 0 0,0 0 0 0 0,0-1 0 0 0,30-2 0 0 0,-29-2-934 0 0,1-1 0 0 0,0 0 0 0 0,-1-2 0 0 0,32-10 0 0 0,-6-4-4345 0 0</inkml:trace>
  <inkml:trace contextRef="#ctx0" brushRef="#br0" timeOffset="1">1115 562 2212 0 0,'43'-182'13781'0'0,"-36"153"-11362"0"0,7-43 2594 0 0,-78 505-1228 0 0,34-257-3366 0 0,-5 29-15 0 0,19-118 588 0 0,15-84-563 0 0,0-3-421 0 0,0 0-1 0 0,0 0 1 0 0,1-1 0 0 0,-1 1 0 0 0,0-1-1 0 0,0 1 1 0 0,0-1 0 0 0,0 1-1 0 0,0-1 1 0 0,0 1 0 0 0,1-1-1 0 0,-1 0 1 0 0,0 1 0 0 0,0-1 0 0 0,1 0-1 0 0,-1 0 1 0 0,0 1 0 0 0,1-1-1 0 0,-1 0 1 0 0,1 0 0 0 0,-1 0-1 0 0,1 0 1 0 0,0 0 0 0 0,-1 0 0 0 0,1 0-1 0 0,0 0 1 0 0,0-1 0 0 0,-6-34-44 0 0,5 29 29 0 0,-3-44-277 0 0,1 1 0 0 0,3-1 0 0 0,12-92 0 0 0,48-145-228 0 0,-41 217 344 0 0,43-104 1 0 0,-50 149 121 0 0,0 0 1 0 0,2 1 0 0 0,1 0 0 0 0,1 1 0 0 0,1 1-1 0 0,39-41 1 0 0,-48 56 14 0 0,2 0 1 0 0,-1 1-1 0 0,1 0 0 0 0,0 0 1 0 0,1 1-1 0 0,0 0 0 0 0,0 1 1 0 0,0 0-1 0 0,0 1 0 0 0,1 0 1 0 0,0 1-1 0 0,16-3 0 0 0,-21 5 18 0 0,-1 1 0 0 0,0-1 0 0 0,1 1 0 0 0,-1 1 0 0 0,1-1 0 0 0,-1 1 0 0 0,0 0 0 0 0,1 1 0 0 0,-1-1 0 0 0,0 1 0 0 0,0 1 0 0 0,0-1 0 0 0,0 1 0 0 0,0 0 0 0 0,-1 0 0 0 0,1 0 0 0 0,-1 1 0 0 0,0 0 0 0 0,0 0 0 0 0,0 1 0 0 0,-1-1 0 0 0,0 1 0 0 0,1 0 0 0 0,5 10 0 0 0,-6-9 5 0 0,0 1 0 0 0,0 0 0 0 0,-1 0 0 0 0,0 0 0 0 0,-1 0 0 0 0,1 0-1 0 0,-1 1 1 0 0,-1-1 0 0 0,1 1 0 0 0,-1-1 0 0 0,0 1 0 0 0,-1 0 0 0 0,-1 9 0 0 0,0-7 2 0 0,-1 1 1 0 0,0 0 0 0 0,-1-1-1 0 0,0 0 1 0 0,0 1-1 0 0,-1-1 1 0 0,-1-1 0 0 0,-8 16-1 0 0,-2-4 17 0 0,0 0-1 0 0,-1-1 1 0 0,-1-1-1 0 0,-1 0 1 0 0,-1-1 0 0 0,-1-1-1 0 0,-22 15 1 0 0,20-17 49 0 0,0-2 0 0 0,-1 0-1 0 0,-1-1 1 0 0,0-1 0 0 0,0-1 0 0 0,-42 10 0 0 0,13-8 1 0 0,70 7-216 0 0,-7-10 122 0 0,-1 0-1 0 0,1 1 1 0 0,-2 0-1 0 0,1 0 1 0 0,-1 1-1 0 0,9 16 1 0 0,32 75 137 0 0,-34-68-119 0 0,21 53 114 0 0,-19-44-445 0 0,28 52-1 0 0,-38-83-150 0 0,1 1 0 0 0,0-1 0 0 0,1 0 0 0 0,0-1 0 0 0,1 0 0 0 0,0-1 0 0 0,1 0 0 0 0,14 11 0 0 0,-7-9-1044 0 0,-1-1 1 0 0,35 15-1 0 0,11-4-5784 0 0,-33-15 37 0 0</inkml:trace>
  <inkml:trace contextRef="#ctx0" brushRef="#br0" timeOffset="2">2111 983 1112 0 0,'-1'-7'2089'0'0,"-3"-8"2848"0"0,2-1 0 0 0,-2-21 0 0 0,0 14-513 0 0,2 32-4272 0 0,-12 72 1323 0 0,-21 175 442 0 0,34-249-1864 0 0,1 1 1 0 0,0-1-1 0 0,0 1 1 0 0,1 0-1 0 0,0-1 0 0 0,0 1 1 0 0,1-1-1 0 0,3 10 1 0 0,-4-14-49 0 0,1-1 0 0 0,-1 1 0 0 0,1 0 0 0 0,0 0 0 0 0,0-1 0 0 0,0 1 0 0 0,0-1 0 0 0,0 0 0 0 0,0 0 0 0 0,1 0 0 0 0,-1 0 0 0 0,1 0 0 0 0,0 0 0 0 0,-1 0 0 0 0,1-1 0 0 0,0 0 0 0 0,0 1 0 0 0,0-1 0 0 0,0 0 0 0 0,0 0 0 0 0,0-1 0 0 0,5 1 0 0 0,3 1-371 0 0,1-1 0 0 0,-1 0 1 0 0,1-1-1 0 0,-1-1 0 0 0,0 0 1 0 0,1 0-1 0 0,-1-1 0 0 0,0 0 0 0 0,0-1 1 0 0,16-6-1 0 0,-13 3-1039 0 0,-1-1 0 0 0,23-13 0 0 0,-21 9-2344 0 0,27-23-1 0 0,-10 2-4685 0 0</inkml:trace>
  <inkml:trace contextRef="#ctx0" brushRef="#br0" timeOffset="3">2582 291 1788 0 0,'-56'-77'14868'0'0,"19"28"-9008"0"0,33 43-6353 0 0,1 0-326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40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365 225 636 0 0,'2'-2'1736'0'0,"50"-58"7162"0"0,-42 45-6978 0 0,0 1 593 0 0,-8 15-1829 0 0,-3 10-781 0 0,-13 38 750 0 0,-2 0 0 0 0,-32 70 0 0 0,14-40-320 0 0,-188 423 597 0 0,212-481-914 0 0,-22 46 37 0 0,-24 54 175 0 0,56-121-224 0 0,0 1-1 0 0,0 0 1 0 0,0-1-1 0 0,0 1 1 0 0,0-1-1 0 0,0 1 1 0 0,0-1-1 0 0,0 1 1 0 0,-1-1-1 0 0,1 1 1 0 0,0-1-1 0 0,0 1 1 0 0,-1-1-1 0 0,1 1 1 0 0,0-1-1 0 0,-1 1 1 0 0,1-1-1 0 0,0 0 1 0 0,-1 1-1 0 0,1-1 1 0 0,-1 0-1 0 0,1 1 1 0 0,-1-1-1 0 0,0 1 1 0 0,1-16 14 0 0,7-29-27 0 0,16-36-103 0 0,123-390-280 0 0,-111 377 299 0 0,4 0-1 0 0,98-165 1 0 0,-129 245 72 0 0,31-45-53 0 0,-36 54 75 0 0,1 1 0 0 0,-1-1 0 0 0,1 0 1 0 0,0 1-1 0 0,-1-1 0 0 0,2 1 0 0 0,-1 0 0 0 0,0 1 0 0 0,0-1 1 0 0,8-3-1 0 0,-10 6 11 0 0,-1 0 0 0 0,0-1 0 0 0,0 1 1 0 0,1 0-1 0 0,-1-1 0 0 0,1 1 0 0 0,-1 0 0 0 0,0 0 1 0 0,1 0-1 0 0,-1 0 0 0 0,0 0 0 0 0,3 1 0 0 0,0 0 35 0 0,-2-1-8 0 0,0 0 0 0 0,1 1 0 0 0,-1 0 0 0 0,0-1 0 0 0,0 1 0 0 0,0 0 0 0 0,0 0 0 0 0,0 0 0 0 0,0 0 0 0 0,0 0 0 0 0,0 1 0 0 0,-1-1 0 0 0,1 0 0 0 0,0 1 0 0 0,-1 0 0 0 0,1-1 0 0 0,-1 1 0 0 0,0 0 0 0 0,1 0 0 0 0,-1 0 0 0 0,1 2 0 0 0,2 4 137 0 0,0-1 0 0 0,-1 1 0 0 0,5 16 0 0 0,-2 2 141 0 0,-1 1-1 0 0,-1-1 1 0 0,-2 1 0 0 0,0 33-1 0 0,-13 108 629 0 0,11-161-917 0 0,-11 116 378 0 0,-19 233 283 0 0,27-321-663 0 0,0-8 4 0 0,1 0-1 0 0,2 1 1 0 0,0-1 0 0 0,2 1 0 0 0,6 31-1 0 0,-7-55-120 0 0,0-1 0 0 0,1 1-1 0 0,-1 0 1 0 0,1-1 0 0 0,-1 1-1 0 0,1-1 1 0 0,0 1 0 0 0,1-1-1 0 0,-1 0 1 0 0,0 0-1 0 0,1 0 1 0 0,0 0 0 0 0,4 3-1 0 0,-5-4-462 0 0,3-2-102 0 0,-2-1 362 0 0,1 1 1 0 0,-1-1-1 0 0,1 0 1 0 0,-1 1-1 0 0,1-2 1 0 0,-1 1-1 0 0,0 0 1 0 0,1-1-1 0 0,-1 1 1 0 0,0-1-1 0 0,0 0 1 0 0,0 0-1 0 0,0 0 1 0 0,0 0-1 0 0,-1-1 1 0 0,1 1-1 0 0,3-6 1 0 0,-2 4-518 0 0,-1 0 0 0 0,0-1 0 0 0,0 1 0 0 0,0-1 0 0 0,0 0 0 0 0,-1 0 1 0 0,0 0-1 0 0,0 0 0 0 0,0-1 0 0 0,1-6 0 0 0,-1-5-4755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42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48 1788 0 0,'-58'4'6107'0'0,"18"0"-3293"0"0,37-4-2131 0 0,-1 1-113 0 0,-17 3 209 0 0,8-1 660 0 0,29-7-878 0 0,178-32-1235 0 0,-59 18-5854 0 0,-126 17 5738 0 0,25-4-3555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43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458 546 1832 0 0,'-4'-13'9746'0'0,"2"11"-9394"0"0,0-1 0 0 0,0 1 0 0 0,0 0 0 0 0,0 0 1 0 0,-1 0-1 0 0,1 0 0 0 0,-1 0 0 0 0,0 0 0 0 0,1 0 0 0 0,-1 1 0 0 0,0 0 1 0 0,0-1-1 0 0,0 1 0 0 0,0 0 0 0 0,-6-1 0 0 0,1 1-255 0 0,1 0-1 0 0,-1 1 1 0 0,0 0 0 0 0,1 0-1 0 0,-1 1 1 0 0,0 0 0 0 0,1 0-1 0 0,-1 0 1 0 0,1 1-1 0 0,-1 1 1 0 0,1-1 0 0 0,0 1-1 0 0,0 0 1 0 0,0 1 0 0 0,0-1-1 0 0,0 1 1 0 0,1 1-1 0 0,-11 9 1 0 0,-4 4-7 0 0,1 2 0 0 0,1 0 0 0 0,1 1 0 0 0,-16 24 0 0 0,13-13-25 0 0,1 0 0 0 0,1 1 0 0 0,2 1 0 0 0,1 1 0 0 0,-18 61 0 0 0,29-77-32 0 0,1 1 1 0 0,-4 33-1 0 0,7-47-21 0 0,1 1 0 0 0,0-1 0 0 0,0 1 0 0 0,1-1 0 0 0,-1 1 0 0 0,2-1 0 0 0,-1 1 0 0 0,0-1 0 0 0,1 0 0 0 0,1 0 0 0 0,-1 0 0 0 0,4 7 1 0 0,-5-11-7 0 0,1 0 0 0 0,-1 0 1 0 0,1 0-1 0 0,-1-1 1 0 0,1 1-1 0 0,0 0 1 0 0,-1-1-1 0 0,1 0 1 0 0,0 1-1 0 0,0-1 0 0 0,0 0 1 0 0,0 0-1 0 0,0 0 1 0 0,0 0-1 0 0,0 0 1 0 0,4 0-1 0 0,-1 0-1 0 0,-1 0 1 0 0,0-1-1 0 0,0 0 0 0 0,1 0 1 0 0,-1 0-1 0 0,0-1 0 0 0,0 1 0 0 0,7-3 1 0 0,1-1-24 0 0,1 0 0 0 0,-1-1 0 0 0,0-1 1 0 0,-1 0-1 0 0,15-10 0 0 0,0-4-110 0 0,0-1 1 0 0,-1-1-1 0 0,-1-1 0 0 0,-1-1 0 0 0,-1-1 0 0 0,-1-1 1 0 0,23-39-1 0 0,2-12-190 0 0,53-125 0 0 0,29-135-60 0 0,-38 90 84 0 0,-90 246 289 0 0,0 1 0 0 0,0 0 0 0 0,0 0-1 0 0,0 0 1 0 0,0-1 0 0 0,0 1 0 0 0,0 0 0 0 0,0 0 0 0 0,0-1 0 0 0,0 1 0 0 0,0 0 0 0 0,0 0-1 0 0,0-1 1 0 0,0 1 0 0 0,0 0 0 0 0,0 0 0 0 0,1 0 0 0 0,-1-1 0 0 0,0 1 0 0 0,0 0-1 0 0,0 0 1 0 0,0 0 0 0 0,0-1 0 0 0,1 1 0 0 0,-1 0 0 0 0,0 0 0 0 0,0 0 0 0 0,0 0-1 0 0,0 0 1 0 0,1-1 0 0 0,-1 1 0 0 0,0 0 0 0 0,0 0 0 0 0,0 0 0 0 0,1 0 0 0 0,-1 0-1 0 0,0 0 1 0 0,0 0 0 0 0,1 0 0 0 0,-1 0 0 0 0,0 0 0 0 0,1 0 0 0 0,0 12 3 0 0,-5 25 220 0 0,-49 156 519 0 0,-8 32-411 0 0,45-150-664 0 0,-8 78 0 0 0,21-120-558 0 0,1 0 0 0 0,3 45 0 0 0,0-68 163 0 0,0 0 0 0 0,0 1-1 0 0,1-1 1 0 0,1 0-1 0 0,0 0 1 0 0,0 0-1 0 0,1-1 1 0 0,0 1-1 0 0,1-1 1 0 0,0 0-1 0 0,9 14 1 0 0,1-7-3622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44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351 724 1740 0 0,'4'-10'1103'0'0,"0"1"0"0"0,-1-1 1 0 0,0 0-1 0 0,-1 0 0 0 0,0 0 0 0 0,0 0 0 0 0,-1-1 0 0 0,-1 1 0 0 0,0 0 0 0 0,0 0 1 0 0,-1-1-1 0 0,-3-14 0 0 0,4 24-1051 0 0,-1 0 1 0 0,1 0-1 0 0,0 0 1 0 0,-1 0-1 0 0,0-1 1 0 0,1 1-1 0 0,-1 1 0 0 0,1-1 1 0 0,-1 0-1 0 0,0 0 1 0 0,0 0-1 0 0,0 0 1 0 0,1 0-1 0 0,-1 1 1 0 0,0-1-1 0 0,0 0 0 0 0,0 1 1 0 0,0-1-1 0 0,0 1 1 0 0,0-1-1 0 0,-1 1 1 0 0,1-1-1 0 0,0 1 1 0 0,-2-1-1 0 0,0 1 2 0 0,1-1 0 0 0,-1 1 1 0 0,0 0-1 0 0,1 0 0 0 0,-1 0 0 0 0,0 0 0 0 0,-5 2 1 0 0,0 1-7 0 0,0 1-1 0 0,0 1 1 0 0,1-1 0 0 0,-1 1 0 0 0,1 1 0 0 0,0-1 0 0 0,0 1 0 0 0,1 0-1 0 0,-11 14 1 0 0,-16 16 13 0 0,3 2 0 0 0,1 1 0 0 0,1 2 0 0 0,3 0 0 0 0,1 2 0 0 0,-28 72-1 0 0,49-107-49 0 0,0 0 1 0 0,1 1-1 0 0,0 0 0 0 0,-1 12 0 0 0,3-17-3 0 0,-1-1-1 0 0,1 1 1 0 0,1 0 0 0 0,-1-1 0 0 0,0 1 0 0 0,1-1-1 0 0,0 1 1 0 0,0 0 0 0 0,0-1 0 0 0,0 0-1 0 0,1 1 1 0 0,2 4 0 0 0,-4-7-8 0 0,1-1 1 0 0,0 1-1 0 0,-1-1 1 0 0,1 1-1 0 0,-1-1 1 0 0,1 1-1 0 0,0-1 1 0 0,0 1-1 0 0,-1-1 0 0 0,1 0 1 0 0,0 1-1 0 0,0-1 1 0 0,-1 0-1 0 0,1 0 1 0 0,0 1-1 0 0,0-1 0 0 0,0 0 1 0 0,0 0-1 0 0,-1 0 1 0 0,1 0-1 0 0,0 0 1 0 0,1 0-1 0 0,1 0-22 0 0,1 0 1 0 0,-1 0-1 0 0,1 0 1 0 0,-1 0-1 0 0,0-1 0 0 0,1 1 1 0 0,-1-1-1 0 0,1 0 0 0 0,-1 0 1 0 0,0 0-1 0 0,0 0 1 0 0,5-3-1 0 0,33-21-396 0 0,-21 9 59 0 0,-2 0 0 0 0,0-2 0 0 0,0 0 0 0 0,-2 0 0 0 0,0-2 0 0 0,22-35 0 0 0,-5-2-649 0 0,33-79 0 0 0,87-254-643 0 0,-74 178 3164 0 0,-45 118 335 0 0,-33 91-1177 0 0,-1 6-315 0 0,-2 11 62 0 0,0 1 1 0 0,0-1 0 0 0,-2 1 0 0 0,-9 26 0 0 0,-5 17 285 0 0,-10 58 343 0 0,-34 161 146 0 0,51-211-1063 0 0,2 1 1 0 0,1 79 0 0 0,8-133-227 0 0,0-1 0 0 0,1 1-1 0 0,0 0 1 0 0,2-1 0 0 0,-1 1 0 0 0,1-1 0 0 0,1 0 0 0 0,0 0 0 0 0,9 17-1 0 0,-9-22-68 0 0,0-1-1 0 0,0 0 1 0 0,0 0 0 0 0,1-1-1 0 0,0 1 1 0 0,0-1-1 0 0,1 0 1 0 0,-1 0-1 0 0,1-1 1 0 0,0 1-1 0 0,0-2 1 0 0,1 1 0 0 0,-1 0-1 0 0,1-1 1 0 0,-1 0-1 0 0,1-1 1 0 0,12 3-1 0 0,-6-2-108 0 0,0-1-1 0 0,0 0 1 0 0,0-1-1 0 0,0 0 1 0 0,0-1-1 0 0,0-1 0 0 0,-1 0 1 0 0,1-1-1 0 0,0 0 1 0 0,0-1-1 0 0,-1 0 1 0 0,1-1-1 0 0,-1-1 1 0 0,0 0-1 0 0,0 0 0 0 0,-1-1 1 0 0,16-10-1 0 0,-11 3 348 0 0,0 1-1 0 0,-1-2 0 0 0,0 0 0 0 0,-1-1 0 0 0,0 0 1 0 0,-1-1-1 0 0,-1-1 0 0 0,-1 0 0 0 0,0 0 0 0 0,10-24 1 0 0,30-82 6524 0 0,-48 113-5944 0 0,-4 12 85 0 0,-5 17-220 0 0,-6 6-189 0 0,0 2 0 0 0,-11 45 0 0 0,18-55-281 0 0,2 1 0 0 0,0-1 0 0 0,1 1 0 0 0,0 0 0 0 0,2 25 0 0 0,1-37-42 0 0,0 1-1 0 0,0-1 1 0 0,0 0-1 0 0,1 0 1 0 0,0 0-1 0 0,5 10 1 0 0,-7-14-66 0 0,1 0-1 0 0,1 0 1 0 0,-1 0 0 0 0,0 0 0 0 0,0 0 0 0 0,1-1 0 0 0,-1 1 0 0 0,1 0 0 0 0,0-1 0 0 0,-1 1 0 0 0,1-1 0 0 0,0 0 0 0 0,0 1 0 0 0,0-1 0 0 0,0 0 0 0 0,0 0 0 0 0,0 0 0 0 0,0 0 0 0 0,0-1 0 0 0,0 1 0 0 0,1-1 0 0 0,-1 1-1 0 0,0-1 1 0 0,3 1 0 0 0,5-2-447 0 0,1 1 1 0 0,-1-2-1 0 0,1 1 0 0 0,-1-1 0 0 0,0-1 0 0 0,0 0 0 0 0,0 0 0 0 0,0-1 1 0 0,0 0-1 0 0,-1-1 0 0 0,10-6 0 0 0,-7 3-866 0 0,-1 0 0 0 0,0-1 0 0 0,-1 0 0 0 0,0-1 0 0 0,9-11 0 0 0,3-7-3970 0 0</inkml:trace>
  <inkml:trace contextRef="#ctx0" brushRef="#br0" timeOffset="1">1382 283 2068 0 0,'-10'-20'2179'0'0,"0"1"1"0"0,-1 0-1 0 0,-1 1 0 0 0,-15-18 0 0 0,16 22-1296 0 0,-12-11-237 0 0,23 25-716 0 0,-1 0 0 0 0,1 0 0 0 0,0 0 0 0 0,-1 0 0 0 0,1 0 0 0 0,-1 0 0 0 0,1 0 0 0 0,-1 0 0 0 0,1 0 0 0 0,-1 0 0 0 0,1 0 0 0 0,-1 1 0 0 0,1-1-1 0 0,-1 0 1 0 0,1 0 0 0 0,-1 1 0 0 0,1-1 0 0 0,0 0 0 0 0,-1 0 0 0 0,1 1 0 0 0,-1-1 0 0 0,1 0 0 0 0,0 1 0 0 0,-1-1 0 0 0,1 1 0 0 0,0-1 0 0 0,0 0 0 0 0,-1 1 0 0 0,1-1-1 0 0,0 1 1 0 0,0-1 0 0 0,0 1 0 0 0,-1-1 0 0 0,1 1 0 0 0,0-1 0 0 0,0 1 0 0 0,0-1 0 0 0,0 1 0 0 0,0-1 0 0 0,0 1 0 0 0,0-1 0 0 0,0 1 0 0 0,0-1 0 0 0,0 1 0 0 0,8 18-5248 0 0</inkml:trace>
  <inkml:trace contextRef="#ctx0" brushRef="#br0" timeOffset="2">1728 126 512 0 0,'10'-30'18177'0'0,"-10"30"-18124"0"0,0 0 0 0 0,1 0 0 0 0,-1 0 0 0 0,0 0-1 0 0,0 0 1 0 0,0 0 0 0 0,0 0 0 0 0,1 0 0 0 0,-1 0 0 0 0,0 0 0 0 0,0 0 0 0 0,0 0 0 0 0,1 0 0 0 0,-1 0 0 0 0,0 0-1 0 0,0 0 1 0 0,0 0 0 0 0,1 0 0 0 0,-1 0 0 0 0,0 0 0 0 0,0 0 0 0 0,0 0 0 0 0,0 0 0 0 0,0 0 0 0 0,1 1-1 0 0,-1-1 1 0 0,0 0 0 0 0,0 0 0 0 0,0 0 0 0 0,0 0 0 0 0,0 0 0 0 0,1 1 0 0 0,-1-1 0 0 0,0 0 0 0 0,0 0 0 0 0,0 0-1 0 0,0 0 1 0 0,0 1 0 0 0,0-1 0 0 0,0 0 0 0 0,0 0 0 0 0,0 0 0 0 0,0 0 0 0 0,0 1 0 0 0,0-1 0 0 0,1 2 63 0 0,-1-1 1 0 0,0 1-1 0 0,1-1 1 0 0,-1 1-1 0 0,0 0 1 0 0,0-1-1 0 0,0 1 1 0 0,0 0 0 0 0,0-1-1 0 0,-1 1 1 0 0,1-1-1 0 0,0 1 1 0 0,-1 0-1 0 0,0 1 1 0 0,-1 6 517 0 0,-59 289 5242 0 0,15-92-5207 0 0,39-170-633 0 0,-22 134-1528 0 0,21-58-4761 0 0,12-76 1706 0 0,-4-35 4136 0 0,1 1 0 0 0,-1-1 0 0 0,0 0 1 0 0,1 1-1 0 0,-1-1 0 0 0,1 0 0 0 0,0 0 0 0 0,-1 1 1 0 0,1-1-1 0 0,0 0 0 0 0,0 0 0 0 0,-1 0 0 0 0,1 0 1 0 0,0 0-1 0 0,0 0 0 0 0,0 0 0 0 0,0 0 0 0 0,0 0 1 0 0,1 0-1 0 0,-1-1 0 0 0,0 1 0 0 0,0 0 1 0 0,2 0-1 0 0,13 3-5120 0 0</inkml:trace>
  <inkml:trace contextRef="#ctx0" brushRef="#br0" timeOffset="3">2006 717 720 0 0,'31'-64'13969'0'0,"-5"24"-2299"0"0,-26 40-11625 0 0,0 0 0 0 0,0 0 0 0 0,0 0 0 0 0,0-1 0 0 0,0 1 0 0 0,0 0 0 0 0,0 0 0 0 0,-6 22 1054 0 0,-36 94 2448 0 0,-27 89-2747 0 0,65-188-1323 0 0,1 0 0 0 0,-2 33-1 0 0,5-45 145 0 0,-1-1-1 0 0,2 1 0 0 0,-1-1 1 0 0,0 0-1 0 0,1 1 0 0 0,0-1 0 0 0,0 0 1 0 0,0 1-1 0 0,0-1 0 0 0,1 0 1 0 0,0 0-1 0 0,0 0 0 0 0,0 0 0 0 0,0 0 1 0 0,0-1-1 0 0,4 5 0 0 0,-5-7 147 0 0,1 0-1 0 0,-1 0 0 0 0,1-1 1 0 0,-1 1-1 0 0,1 0 1 0 0,-1 0-1 0 0,1-1 0 0 0,0 1 1 0 0,-1-1-1 0 0,1 1 0 0 0,0-1 1 0 0,0 0-1 0 0,-1 0 1 0 0,1 0-1 0 0,0 0 0 0 0,3 0 1 0 0,0-1-155 0 0,0 1-1 0 0,0-1 1 0 0,-1 0 0 0 0,1-1 0 0 0,5-1 0 0 0,4-4-393 0 0,-1 0 1 0 0,1-1 0 0 0,-1-1 0 0 0,-1 0-1 0 0,0-1 1 0 0,0 0 0 0 0,-1-1-1 0 0,19-22 1 0 0,3-10 609 0 0,32-54 1 0 0,-46 63 2893 0 0,16-38 1 0 0,-11 21 1772 0 0,-17 42-2981 0 0,-5 17-781 0 0,-3 16 107 0 0,-16 48 909 0 0,8-41-1266 0 0,-3 34 0 0 0,11-55-427 0 0,0-1-1 0 0,1 1 0 0 0,0 0 1 0 0,0 0-1 0 0,1 0 1 0 0,0-1-1 0 0,5 18 0 0 0,-4-24-43 0 0,0 1 0 0 0,0 0-1 0 0,0-1 1 0 0,0 1-1 0 0,0-1 1 0 0,1 1-1 0 0,-1-1 1 0 0,1 0 0 0 0,0 0-1 0 0,0-1 1 0 0,0 1-1 0 0,1 0 1 0 0,-1-1 0 0 0,1 0-1 0 0,-1 0 1 0 0,1 0-1 0 0,0 0 1 0 0,-1 0-1 0 0,1-1 1 0 0,0 0 0 0 0,0 0-1 0 0,0 0 1 0 0,0 0-1 0 0,8 0 1 0 0,-1 0-17 0 0,0 0 0 0 0,-1-1 0 0 0,1 0 1 0 0,0-1-1 0 0,0 0 0 0 0,-1-1 0 0 0,1 0 0 0 0,14-5 0 0 0,-14 2-46 0 0,0 0 0 0 0,0-1 0 0 0,0 0-1 0 0,-1-1 1 0 0,0 0 0 0 0,0 0-1 0 0,-1-1 1 0 0,0-1 0 0 0,0 1 0 0 0,-1-1-1 0 0,0-1 1 0 0,-1 1 0 0 0,0-1-1 0 0,9-19 1 0 0,-11 21 21 0 0,-1 0-1 0 0,0-1 1 0 0,-1 1-1 0 0,0-1 0 0 0,-1 0 1 0 0,0 0-1 0 0,0 0 1 0 0,0-1-1 0 0,-1 1 1 0 0,-1 0-1 0 0,0 0 0 0 0,0-1 1 0 0,-1 1-1 0 0,0 0 1 0 0,0 0-1 0 0,-1-1 1 0 0,0 1-1 0 0,-1 1 1 0 0,-6-16-1 0 0,6 19 16 0 0,-1-1 1 0 0,0 1-1 0 0,1 0 1 0 0,-2 0-1 0 0,1 0 1 0 0,0 1-1 0 0,-1-1 0 0 0,0 1 1 0 0,0 0-1 0 0,0 0 1 0 0,-1 1-1 0 0,1 0 0 0 0,-1 0 1 0 0,0 0-1 0 0,0 1 1 0 0,0-1-1 0 0,0 1 1 0 0,-9-1-1 0 0,10 2 7 0 0,1 0-1 0 0,-1 1 1 0 0,0 0 0 0 0,0 0-1 0 0,1 0 1 0 0,-1 1-1 0 0,0-1 1 0 0,1 1 0 0 0,-5 1-1 0 0,1 0-15 0 0,-2 1-70 0 0,0 0-1 0 0,0 1 1 0 0,0 0-1 0 0,0 0 1 0 0,0 1-1 0 0,1 1 1 0 0,0 0-1 0 0,0 0 1 0 0,0 0-1 0 0,-9 11 1 0 0,12-12-304 0 0,1 0 1 0 0,0 1 0 0 0,0-1-1 0 0,1 1 1 0 0,0 0 0 0 0,0 0-1 0 0,0 1 1 0 0,1-1 0 0 0,0 1-1 0 0,0-1 1 0 0,0 1 0 0 0,1 0 0 0 0,0 0-1 0 0,1 1 1 0 0,-1-1 0 0 0,1 8-1 0 0,7 14-3371 0 0,3-11-2144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45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1561 420 3064 0 0,'4'-18'3381'0'0,"1"-9"6128"0"0,1 39-7853 0 0,-5-11-1588 0 0,0 0-1 0 0,0-1 1 0 0,-1 1-1 0 0,1 0 1 0 0,0 0-1 0 0,-1 0 1 0 0,1 0-1 0 0,-1 1 1 0 0,1-1-1 0 0,-1 0 1 0 0,0 0-1 0 0,1 0 1 0 0,-1 0-1 0 0,0 2 1 0 0,1 23 1145 0 0,-1 0 0 0 0,-1-1-1 0 0,-9 46 1 0 0,-24 75 430 0 0,16-80-1169 0 0,2-5 52 0 0,11-47-366 0 0,5-14-159 0 0,0 0-1 0 0,0 0 1 0 0,0 0 0 0 0,0 0 0 0 0,0 0 0 0 0,0 0 0 0 0,0 0-1 0 0,0 0 1 0 0,0 0 0 0 0,0 0 0 0 0,0 0 0 0 0,-1 1-1 0 0,1-1 1 0 0,0 0 0 0 0,0 0 0 0 0,0 0 0 0 0,0 0-1 0 0,0 0 1 0 0,0 0 0 0 0,0 0 0 0 0,0 0 0 0 0,0 0 0 0 0,-1 0-1 0 0,1 0 1 0 0,0-1 0 0 0,0 1 0 0 0,0 0 0 0 0,0 0-1 0 0,0 0 1 0 0,0 0 0 0 0,0 0 0 0 0,0 0 0 0 0,0 0 0 0 0,0 0-1 0 0,0 0 1 0 0,0 0 0 0 0,-1 0 0 0 0,1 0 0 0 0,0 0-1 0 0,0 0 1 0 0,0 0 0 0 0,0 0 0 0 0,0 0 0 0 0,0-1-1 0 0,0 1 1 0 0,0 0 0 0 0,0 0 0 0 0,0 0 0 0 0,0 0 0 0 0,0 0-1 0 0,0 0 1 0 0,0 0 0 0 0,0 0 0 0 0,0 0 0 0 0,0 0-1 0 0,0-1 1 0 0,0 1 0 0 0,0 0 0 0 0,-1-2-20 0 0,1 0 0 0 0,0-1 0 0 0,0 1 1 0 0,-1 0-1 0 0,1 0 0 0 0,1 0 0 0 0,-1-1 1 0 0,1-2-1 0 0,5-23-120 0 0,2 0 0 0 0,1 1 1 0 0,1 0-1 0 0,2 1 0 0 0,0 0 0 0 0,2 1 1 0 0,1 1-1 0 0,0 0 0 0 0,2 1 1 0 0,1 0-1 0 0,1 2 0 0 0,0 0 0 0 0,2 1 1 0 0,0 1-1 0 0,1 1 0 0 0,28-17 1 0 0,-45 31 117 0 0,0 1 0 0 0,1 0 1 0 0,-1 0-1 0 0,1 0 1 0 0,0 0-1 0 0,0 1 0 0 0,0 0 1 0 0,0 0-1 0 0,0 1 1 0 0,1 0-1 0 0,-1 0 1 0 0,0 0-1 0 0,1 1 0 0 0,11 0 1 0 0,-16 1 18 0 0,-1-1 1 0 0,1 1-1 0 0,0-1 1 0 0,0 1-1 0 0,0 0 0 0 0,0-1 1 0 0,0 1-1 0 0,-1 0 1 0 0,1 0-1 0 0,0 0 0 0 0,-1 0 1 0 0,1 1-1 0 0,-1-1 1 0 0,1 0-1 0 0,-1 1 1 0 0,0-1-1 0 0,1 1 0 0 0,-1-1 1 0 0,0 1-1 0 0,0 0 1 0 0,0 0-1 0 0,0-1 1 0 0,0 1-1 0 0,-1 0 0 0 0,2 3 1 0 0,0 2-1 0 0,-1-1 1 0 0,0 0 0 0 0,0 0 0 0 0,0 1-1 0 0,-1-1 1 0 0,0 8 0 0 0,-4 17 16 0 0,-2 0 1 0 0,0-1-1 0 0,-3 0 1 0 0,-22 57-1 0 0,17-52 1 0 0,2 2 0 0 0,-11 52 0 0 0,23-86-2 0 0,-1 1 1 0 0,1 0-1 0 0,0 0 0 0 0,1-1 1 0 0,-1 1-1 0 0,0 0 0 0 0,3 5 1 0 0,-3-7-16 0 0,1 0 3 0 0,-1-1 1 0 0,1 0-1 0 0,0 0 1 0 0,-1 1 0 0 0,1-1-1 0 0,0 0 1 0 0,0 0 0 0 0,0 0-1 0 0,-1 0 1 0 0,1 0 0 0 0,1 0-1 0 0,-1 0 1 0 0,0-1 0 0 0,0 1-1 0 0,0 0 1 0 0,0-1 0 0 0,2 2-1 0 0,19 6 42 0 0,-13-6-189 0 0,0 0 1 0 0,1-1-1 0 0,-1 0 0 0 0,0-1 1 0 0,1 0-1 0 0,-1 0 1 0 0,0-1-1 0 0,0 0 0 0 0,18-5 1 0 0,-16 3-549 0 0,1 0 1 0 0,0-1-1 0 0,-1-1 1 0 0,0 1-1 0 0,0-2 1 0 0,-1 1-1 0 0,15-11 1 0 0,-19 11-297 0 0,0 0 0 0 0,-1 0 0 0 0,0 0 0 0 0,1-1 0 0 0,-2 0-1 0 0,1 0 1 0 0,-1 0 0 0 0,4-7 0 0 0,3-9-4488 0 0</inkml:trace>
  <inkml:trace contextRef="#ctx0" brushRef="#br0" timeOffset="1">1135 63 1772 0 0,'-217'-40'15566'0'0,"176"29"-13792"0"0,22 5-1286 0 0,16 5-415 0 0,-5-4-224 0 0</inkml:trace>
  <inkml:trace contextRef="#ctx0" brushRef="#br0" timeOffset="2">165 74 2584 0 0,'-52'12'4230'0'0,"32"-9"-2458"0"0,1 2 0 0 0,0 0-1 0 0,-28 12 1 0 0,47-17-1730 0 0,-1 0-1 0 0,1 0 0 0 0,0 0 1 0 0,-1 0-1 0 0,1 0 1 0 0,0 0-1 0 0,0 0 0 0 0,-1 0 1 0 0,1 0-1 0 0,0 0 1 0 0,-1 1-1 0 0,1-1 0 0 0,0 0 1 0 0,0 0-1 0 0,-1 0 0 0 0,1 0 1 0 0,0 1-1 0 0,0-1 1 0 0,-1 0-1 0 0,1 0 0 0 0,0 0 1 0 0,0 1-1 0 0,0-1 1 0 0,0 0-1 0 0,-1 0 0 0 0,1 1 1 0 0,0-1-1 0 0,0 0 1 0 0,0 1-1 0 0,0-1 0 0 0,0 0 1 0 0,0 0-1 0 0,0 1 1 0 0,0-1-1 0 0,0 0 0 0 0,0 1 1 0 0,0-1-1 0 0,0 0 0 0 0,0 1 1 0 0,0-1-1 0 0,0 0 1 0 0,0 0-1 0 0,0 1 0 0 0,0-1 1 0 0,16 6 520 0 0,25-1-263 0 0,118-8 95 0 0,-58-1-1040 0 0,110-3-2424 0 0,-69-1-2157 0 0,-48 2-445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47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145 315 340 0 0,'0'-4'1183'0'0,"0"0"0"0"0,1 0-1 0 0,0 0 1 0 0,0 0 0 0 0,0 0 0 0 0,0 1 0 0 0,0-1-1 0 0,4-6 1 0 0,3-10 3128 0 0,0-4 568 0 0,-7 20-3728 0 0,-4 10-726 0 0,-6 6-551 0 0,-19 35 193 0 0,2 0 0 0 0,2 2-1 0 0,-19 57 1 0 0,42-104-64 0 0,-29 85 8 0 0,28-79-4 0 0,0 0 0 0 0,0 0-1 0 0,1 0 1 0 0,0 0 0 0 0,0 1 0 0 0,1-1-1 0 0,1 0 1 0 0,1 16 0 0 0,-1-22-1 0 0,0 1 1 0 0,-1-1 0 0 0,1 1-1 0 0,0-1 1 0 0,0 0 0 0 0,1 0-1 0 0,-1 0 1 0 0,0 1-1 0 0,1-1 1 0 0,-1-1 0 0 0,1 1-1 0 0,0 0 1 0 0,0 0 0 0 0,0 0-1 0 0,0-1 1 0 0,0 1 0 0 0,0-1-1 0 0,2 1 1 0 0,1 0 3 0 0,-1 0 1 0 0,1 0 0 0 0,-1-1-1 0 0,1 1 1 0 0,0-1 0 0 0,0-1-1 0 0,0 1 1 0 0,9-1 0 0 0,-2 0 8 0 0,1-1 1 0 0,0-1 0 0 0,-1 0 0 0 0,1-1-1 0 0,-1 0 1 0 0,16-7 0 0 0,-18 6-12 0 0,0-1 1 0 0,0 0 0 0 0,-1-1-1 0 0,1 0 1 0 0,-1 0 0 0 0,-1-1-1 0 0,1 0 1 0 0,-1 0 0 0 0,0-1 0 0 0,-1-1-1 0 0,0 1 1 0 0,0-1 0 0 0,-1 0-1 0 0,0 0 1 0 0,-1-1 0 0 0,0 0-1 0 0,0 0 1 0 0,3-12 0 0 0,-3 7-8 0 0,-2 0 1 0 0,0 0-1 0 0,0 0 1 0 0,-2 0-1 0 0,0-1 1 0 0,-1 1 0 0 0,0 0-1 0 0,-1-1 1 0 0,-1 1-1 0 0,0 0 1 0 0,-1 0-1 0 0,-8-24 1 0 0,6 24-4 0 0,-1 0 0 0 0,-1 0 0 0 0,0 1 0 0 0,-18-27 1 0 0,20 35-6 0 0,1 0 0 0 0,-1 0 0 0 0,0 1 0 0 0,0-1 0 0 0,-1 1 0 0 0,0 0 1 0 0,0 1-1 0 0,0-1 0 0 0,0 1 0 0 0,-1 1 0 0 0,0-1 0 0 0,-13-4 0 0 0,-2 4-13 0 0,17 4 15 0 0,-1 0-1 0 0,0 1 1 0 0,0 0-1 0 0,0 0 0 0 0,0 0 1 0 0,1 1-1 0 0,-1 0 1 0 0,0 0-1 0 0,1 0 1 0 0,0 1-1 0 0,-1-1 0 0 0,1 1 1 0 0,0 1-1 0 0,0-1 1 0 0,1 1-1 0 0,-1 0 1 0 0,1 0-1 0 0,0 0 0 0 0,0 0 1 0 0,0 1-1 0 0,0 0 1 0 0,1-1-1 0 0,0 1 1 0 0,0 1-1 0 0,0-1 0 0 0,1 0 1 0 0,-3 9-1 0 0,2-5 4 0 0,0-1 0 0 0,0 1-1 0 0,1 0 1 0 0,0 0-1 0 0,1 0 1 0 0,0 0 0 0 0,1 0-1 0 0,0 1 1 0 0,0-1 0 0 0,1 0-1 0 0,0 0 1 0 0,0 0 0 0 0,1 0-1 0 0,0 0 1 0 0,1 0-1 0 0,0-1 1 0 0,7 14 0 0 0,-5-14 5 0 0,0 0 1 0 0,0-1 0 0 0,1 0 0 0 0,0 0-1 0 0,0 0 1 0 0,1-1 0 0 0,0 0-1 0 0,0 0 1 0 0,14 8 0 0 0,-9-7 1 0 0,1 0 0 0 0,0-2 0 0 0,1 1 0 0 0,-1-2 0 0 0,24 6 0 0 0,-7-5 5 0 0,0-2-1 0 0,0 0 0 0 0,0-3 0 0 0,0 0 0 0 0,40-6 0 0 0,-41 2-6 0 0,0-1-1 0 0,0-1 1 0 0,0-2-1 0 0,-1-1 1 0 0,54-24 0 0 0,-67 25-2 0 0,0-1 0 0 0,-1 0 0 0 0,0 0 0 0 0,0-2 0 0 0,-1 0 0 0 0,0 0 0 0 0,-1-1 0 0 0,0-1 0 0 0,-1 0 0 0 0,-1 0 0 0 0,16-27 0 0 0,-11 8 78 0 0,-1-1 0 0 0,-2-1 0 0 0,-1 0 0 0 0,12-66 0 0 0,-5 20-3 0 0,-18 78-9 0 0,-1 5-38 0 0,-7 20 252 0 0,1 0-1 0 0,1 1 1 0 0,-4 35-1 0 0,-1 1 280 0 0,-67 299 1709 0 0,-93 440 173 0 0,72-384-1566 0 0,71-324-552 0 0,-4-1 1 0 0,-61 123 0 0 0,81-191-36 0 0,0 0 0 0 0,-18 22 0 0 0,24-36-206 0 0,0-1 0 0 0,0 0-1 0 0,-1 0 1 0 0,1-1 0 0 0,-2 0 0 0 0,1 0-1 0 0,-1-1 1 0 0,-16 9 0 0 0,8-10-83 0 0,12-4 0 0 0,0-1 0 0 0,0 0 0 0 0,0 0 0 0 0,0 0 0 0 0,1 0 0 0 0,-1-1 0 0 0,1 1 0 0 0,-1-1 0 0 0,1 0 0 0 0,-1 0 0 0 0,1 0 0 0 0,0 0 0 0 0,0-1 0 0 0,0 1 0 0 0,0-1 0 0 0,0 0 0 0 0,1 0 0 0 0,-1 0 0 0 0,1 0 0 0 0,0 0 0 0 0,0-1 0 0 0,-2-4 0 0 0,-5-9 0 0 0,1 0 0 0 0,2 0 0 0 0,-9-27 0 0 0,5 5-37 0 0,2 0 0 0 0,1 0 0 0 0,2-1-1 0 0,1 0 1 0 0,3 0 0 0 0,1 0 0 0 0,1 0 0 0 0,3 1 0 0 0,9-44-1 0 0,-5 49-21 0 0,1 1-1 0 0,1 0 0 0 0,2 1 0 0 0,2 0 0 0 0,1 0 0 0 0,1 2 0 0 0,1 0 1 0 0,2 0-1 0 0,1 2 0 0 0,42-46 0 0 0,-27 41-698 0 0,1 1 0 0 0,1 2 0 0 0,2 1 0 0 0,0 2 1 0 0,2 2-1 0 0,1 2 0 0 0,76-31 0 0 0,104-20-5223 0 0,5 20-4450 0 0,-170 43 3573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49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261 133 108 0 0,'0'-3'2285'0'0,"0"-18"3301"0"0,4-33 0 0 0,-4 28-1891 0 0,0 25-3660 0 0,0 1-1 0 0,0 0 1 0 0,0 0-1 0 0,0-1 0 0 0,0 1 1 0 0,0 0-1 0 0,0-1 1 0 0,0 1-1 0 0,0 0 1 0 0,0-1-1 0 0,0 1 0 0 0,0 0 1 0 0,0 0-1 0 0,0-1 1 0 0,0 1-1 0 0,0 0 1 0 0,0-1-1 0 0,-1 1 0 0 0,1 0 1 0 0,0 0-1 0 0,0-1 1 0 0,0 1-1 0 0,0 0 1 0 0,-1 0-1 0 0,1-1 1 0 0,0 1-1 0 0,0 0 0 0 0,-1 0 1 0 0,1 0-1 0 0,0-1 1 0 0,0 1-1 0 0,-1 0 1 0 0,1 0-1 0 0,0 0 0 0 0,0 0 1 0 0,-1 0-1 0 0,1 0 1 0 0,0-1-1 0 0,-1 1 1 0 0,1 0-1 0 0,0 0 0 0 0,-1 0 1 0 0,1 0-1 0 0,0 0 1 0 0,0 0-1 0 0,-1 0 1 0 0,1 0-1 0 0,0 0 0 0 0,-1 1 1 0 0,1-1-1 0 0,0 0 1 0 0,-1 0-1 0 0,1 0 1 0 0,0 0-1 0 0,0 0 0 0 0,-1 0 1 0 0,1 1-1 0 0,0-1 1 0 0,0 0-1 0 0,-1 0 1 0 0,1 0-1 0 0,0 1 0 0 0,0-1 1 0 0,0 0-1 0 0,-1 0 1 0 0,1 1-1 0 0,-32 35 350 0 0,2 2-1 0 0,-47 78 1 0 0,50-73-276 0 0,-22 47 0 0 0,42-76-84 0 0,1 0 0 0 0,1 1 1 0 0,0 0-1 0 0,1 0 0 0 0,1 0 0 0 0,0 0 0 0 0,-1 29 0 0 0,4-39-13 0 0,1 1 0 0 0,-1-1-1 0 0,1 0 1 0 0,0 0 0 0 0,0 0 0 0 0,0 0-1 0 0,0 0 1 0 0,1 0 0 0 0,0 0 0 0 0,0-1-1 0 0,1 1 1 0 0,-1-1 0 0 0,1 1 0 0 0,0-1-1 0 0,0 0 1 0 0,0 0 0 0 0,1 0-1 0 0,0 0 1 0 0,-1-1 0 0 0,1 0 0 0 0,0 1-1 0 0,1-2 1 0 0,-1 1 0 0 0,0 0 0 0 0,1-1-1 0 0,0 0 1 0 0,9 4 0 0 0,-3-3 3 0 0,-1 0-1 0 0,1-1 1 0 0,0 0 0 0 0,0-1 0 0 0,0 0-1 0 0,1 0 1 0 0,-1-1 0 0 0,0-1 0 0 0,0 0-1 0 0,0 0 1 0 0,0-1 0 0 0,11-4 0 0 0,-7 1 4 0 0,0 0 1 0 0,-1-1 0 0 0,0 0-1 0 0,0-1 1 0 0,0-1 0 0 0,-1 0-1 0 0,0-1 1 0 0,15-15-1 0 0,-19 16-11 0 0,0-1 0 0 0,-1 0-1 0 0,-1-1 1 0 0,1 0-1 0 0,-2 0 1 0 0,1-1-1 0 0,-2 1 1 0 0,1-1 0 0 0,-1-1-1 0 0,-1 1 1 0 0,4-15-1 0 0,-4 11-5 0 0,-1-1 0 0 0,-1 1 0 0 0,0 0 0 0 0,-1-1 0 0 0,0 1 0 0 0,-1-1 0 0 0,-1 0 0 0 0,-1 1 0 0 0,-6-27 0 0 0,5 32 1 0 0,0-1 0 0 0,-1 1 1 0 0,0 0-1 0 0,-1 0 1 0 0,0 1-1 0 0,0-1 1 0 0,-1 1-1 0 0,-1 0 1 0 0,1 1-1 0 0,-2 0 1 0 0,1 0-1 0 0,-1 0 0 0 0,0 1 1 0 0,-16-12-1 0 0,9 11-28 0 0,0 0-1 0 0,0 1 1 0 0,0 1-1 0 0,-1 0 0 0 0,0 1 1 0 0,0 1-1 0 0,-1 0 1 0 0,-21-1-1 0 0,-24 4-199 0 0,59 1 194 0 0,19 2-31 0 0,-11-1 55 0 0,0-1 1 0 0,0-1 0 0 0,0 1 0 0 0,0-1 0 0 0,0 0-1 0 0,8-2 1 0 0,12-2 2 0 0,26 0-11 0 0,-1 3 1 0 0,1 1-1 0 0,0 3 0 0 0,66 11 0 0 0,-92-8 9 0 0,-1 0 0 0 0,0 2 0 0 0,0 0 1 0 0,0 2-1 0 0,-1 0 0 0 0,0 2 0 0 0,-1 1 0 0 0,0 0 0 0 0,-1 2 0 0 0,35 28 1 0 0,-49-35 5 0 0,1 0 0 0 0,-1 1 0 0 0,-1 0 0 0 0,1 0 0 0 0,-2 1 0 0 0,1 0 0 0 0,-1 0 0 0 0,0 0 0 0 0,-1 0 0 0 0,0 1 0 0 0,0 0 0 0 0,-1 0 1 0 0,0 0-1 0 0,-1 0 0 0 0,2 20 0 0 0,-4-16 16 0 0,0 1 1 0 0,-1-1-1 0 0,0 0 0 0 0,-1 1 1 0 0,-1-1-1 0 0,0 0 1 0 0,-1 0-1 0 0,0-1 0 0 0,-2 1 1 0 0,-11 23-1 0 0,-37 47 193 0 0,53-83-205 0 0,1-1 1 0 0,0 1-1 0 0,-1-1 1 0 0,1 1-1 0 0,0-1 1 0 0,-1 1-1 0 0,1-1 1 0 0,-1 1-1 0 0,1-1 1 0 0,-1 0-1 0 0,1 1 1 0 0,-1-1-1 0 0,0 0 1 0 0,1 1-1 0 0,-1-1 1 0 0,1 0-1 0 0,-1 0 1 0 0,0 0-1 0 0,1 1 1 0 0,-1-1-1 0 0,0 0 1 0 0,1 0-1 0 0,-1 0 1 0 0,1 0-1 0 0,-1 0 1 0 0,0 0-1 0 0,1 0 1 0 0,-1 0-1 0 0,0-1 1 0 0,1 1-1 0 0,-1 0 1 0 0,0 0-1 0 0,1 0 1 0 0,-1-1-1 0 0,1 1 1 0 0,-1 0-1 0 0,1-1 1 0 0,-1 0-1 0 0,0 1-10 0 0,0-2 8 0 0,1 1-1 0 0,-1-1 1 0 0,1 1 0 0 0,0-1 0 0 0,0 1-1 0 0,0-1 1 0 0,0 0 0 0 0,0 1-1 0 0,0-1 1 0 0,1 1 0 0 0,-1-1 0 0 0,0 1-1 0 0,1-1 1 0 0,0-2 0 0 0,0 2-3 0 0,5-19-1 0 0,1 0 1 0 0,2 1 0 0 0,0 0-1 0 0,0 0 1 0 0,2 1-1 0 0,22-31 1 0 0,-8 19-9 0 0,0 1-1 0 0,56-50 1 0 0,-55 55-14 0 0,-16 15-22 0 0,0 1 0 0 0,0 0 0 0 0,1 0 0 0 0,0 1 0 0 0,19-10 0 0 0,-28 18 45 0 0,-1-1-1 0 0,1 1 1 0 0,-1 0 0 0 0,0 0 0 0 0,1 0 0 0 0,-1 0 0 0 0,1 0 0 0 0,-1 0 0 0 0,0 0 0 0 0,1 0 0 0 0,-1 1 0 0 0,1-1 0 0 0,-1 1 0 0 0,0-1-1 0 0,0 1 1 0 0,1-1 0 0 0,-1 1 0 0 0,0 0 0 0 0,0-1 0 0 0,1 1 0 0 0,-1 0 0 0 0,0 0 0 0 0,1 2 0 0 0,2-1 2 0 0,-2 1 0 0 0,1 0 0 0 0,0 0 0 0 0,0 0 0 0 0,-1 1 0 0 0,3 3 0 0 0,-2 3 1 0 0,1-1 1 0 0,-1 1-1 0 0,-1 0 0 0 0,0 0 0 0 0,0 0 0 0 0,-1 0 0 0 0,0 0 0 0 0,0 0 0 0 0,-2 0 0 0 0,1 0 1 0 0,-2 11-1 0 0,-5 18 13 0 0,-15 54 1 0 0,18-75-10 0 0,-4 9 5 0 0,3-10-8 0 0,1-1-1 0 0,0 1 1 0 0,1 0 0 0 0,-1 22 0 0 0,4-37 1 0 0,0 0 0 0 0,0 0-1 0 0,0 0 1 0 0,1 1 0 0 0,-1-1 0 0 0,1 0 0 0 0,-1 0-1 0 0,1 0 1 0 0,0 0 0 0 0,0 0 0 0 0,0 0 0 0 0,0 0 0 0 0,0 0-1 0 0,0 0 1 0 0,0 0 0 0 0,1 0 0 0 0,-1-1 0 0 0,1 1-1 0 0,-1-1 1 0 0,1 1 0 0 0,-1-1 0 0 0,1 1 0 0 0,0-1 0 0 0,0 0-1 0 0,0 0 1 0 0,0 0 0 0 0,0 0 0 0 0,4 1 0 0 0,1 0 1 0 0,1 0 1 0 0,-1-1 0 0 0,1 0 0 0 0,0 0 0 0 0,13-1-1 0 0,-19 0-2 0 0,20-1 3 0 0,0-1 0 0 0,1-1 1 0 0,-1-1-1 0 0,0-1 0 0 0,0-1 0 0 0,-1 0 1 0 0,0-2-1 0 0,0-1 0 0 0,35-20 0 0 0,-22 8 7 0 0,0-2 0 0 0,-2-1 0 0 0,-1-1 0 0 0,45-47 0 0 0,-52 47-10 0 0,22-31 0 0 0,-40 48-5 0 0,0 0-1 0 0,-1 0 1 0 0,0-1 0 0 0,-1 0 0 0 0,0 1 0 0 0,0-2 0 0 0,-1 1-1 0 0,4-17 1 0 0,-7 23 4 0 0,0 0 0 0 0,0 0 0 0 0,0 0 0 0 0,0 0-1 0 0,0 0 1 0 0,-1 0 0 0 0,1 0 0 0 0,-3-5 0 0 0,3 7-2 0 0,0 0 1 0 0,0 0 0 0 0,-1 0-1 0 0,1 1 1 0 0,-1-1-1 0 0,1 0 1 0 0,0 0 0 0 0,-1 1-1 0 0,0-1 1 0 0,1 0 0 0 0,-1 0-1 0 0,1 1 1 0 0,-1-1-1 0 0,0 1 1 0 0,1-1 0 0 0,-1 1-1 0 0,0-1 1 0 0,0 1 0 0 0,0-1-1 0 0,1 1 1 0 0,-1-1 0 0 0,0 1-1 0 0,0 0 1 0 0,0 0-1 0 0,0-1 1 0 0,0 1 0 0 0,1 0-1 0 0,-1 0 1 0 0,0 0 0 0 0,0 0-1 0 0,0 0 1 0 0,0 0-1 0 0,0 0 1 0 0,0 0 0 0 0,-1 1-1 0 0,-10 3-4 0 0,1 0 1 0 0,0 1-1 0 0,0 0 0 0 0,0 1 0 0 0,0 0 0 0 0,1 1 1 0 0,0 0-1 0 0,0 1 0 0 0,1 0 0 0 0,-15 17 0 0 0,4-3 5 0 0,1 1 0 0 0,2 1 0 0 0,-23 40 0 0 0,34-53 13 0 0,1 0 1 0 0,0 0-1 0 0,0 0 1 0 0,1 1-1 0 0,1 0 1 0 0,0-1-1 0 0,1 1 1 0 0,0 1-1 0 0,-1 15 1 0 0,3-23-22 0 0,0-1 1 0 0,0 1-1 0 0,1 0 0 0 0,0-1 1 0 0,-1 1-1 0 0,2 0 0 0 0,-1-1 1 0 0,0 1-1 0 0,1-1 1 0 0,0 0-1 0 0,0 1 0 0 0,0-1 1 0 0,0 0-1 0 0,1 0 0 0 0,0 0 1 0 0,0-1-1 0 0,0 1 0 0 0,0-1 1 0 0,0 1-1 0 0,1-1 0 0 0,-1 0 1 0 0,1 0-1 0 0,0-1 1 0 0,0 1-1 0 0,0-1 0 0 0,8 4 1 0 0,0-2-430 0 0,-1-1 0 0 0,1 0 0 0 0,0-1 0 0 0,0 0 0 0 0,0-1 0 0 0,0 0 0 0 0,0-1 1 0 0,23-3-1 0 0,4-2-3903 0 0,53-14 0 0 0,-42 6-2001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50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1 117 964 0 0,'0'-3'1614'0'0,"1"-3"-840"0"0,1 0 1 0 0,-1 1 0 0 0,1-1-1 0 0,0 0 1 0 0,0 1 0 0 0,1 0 0 0 0,3-6-1 0 0,24-31 2070 0 0,-28 40-2765 0 0,0 0-1 0 0,1 0 1 0 0,-1 0-1 0 0,0 1 1 0 0,1-1-1 0 0,-1 0 1 0 0,1 1-1 0 0,-1 0 1 0 0,1 0-1 0 0,0-1 1 0 0,-1 1-1 0 0,1 1 1 0 0,0-1-1 0 0,0 0 1 0 0,0 1-1 0 0,0 0 1 0 0,4-1-1 0 0,-3 1-29 0 0,1 1-1 0 0,0-1 0 0 0,0 1 0 0 0,0-1 0 0 0,-1 2 0 0 0,1-1 0 0 0,0 0 0 0 0,7 4 0 0 0,-4 0 62 0 0,0 0 1 0 0,0 1-1 0 0,-1-1 0 0 0,0 2 0 0 0,0-1 0 0 0,0 1 0 0 0,8 11 1 0 0,36 56 705 0 0,-41-56-639 0 0,0 0-1 0 0,-1 0 1 0 0,-1 1 0 0 0,-1 0 0 0 0,0 0 0 0 0,-2 1 0 0 0,0 0-1 0 0,-1 0 1 0 0,-1 0 0 0 0,0 26 0 0 0,-3-32-46 0 0,0 0 0 0 0,-2-1 0 0 0,1 1 0 0 0,-2 0 0 0 0,1 0 1 0 0,-2-1-1 0 0,0 1 0 0 0,-1-1 0 0 0,0 0 0 0 0,-1-1 0 0 0,0 1 0 0 0,-1-1 0 0 0,0 0 1 0 0,-1-1-1 0 0,-16 18 0 0 0,17-21 17 0 0,-1 0 0 0 0,0-1 0 0 0,0 0 0 0 0,-1-1 0 0 0,1 0 0 0 0,-2 0 0 0 0,-18 8 0 0 0,26-13-130 0 0,0-1-1 0 0,1 1 1 0 0,-1-1-1 0 0,0 1 1 0 0,0-1 0 0 0,0 0-1 0 0,0 0 1 0 0,0 0 0 0 0,0 0-1 0 0,0 0 1 0 0,0 0 0 0 0,0-1-1 0 0,1 1 1 0 0,-5-2-1 0 0,5 2-5 0 0,0-1-8 0 0,1 1 0 0 0,-1-1 0 0 0,1 1 0 0 0,-1-1 0 0 0,1 1 0 0 0,-1-1 1 0 0,1 0-1 0 0,-1 1 0 0 0,1-1 0 0 0,0 0 0 0 0,0 0 0 0 0,-1 1 0 0 0,1-1 0 0 0,0 0 0 0 0,0 1 0 0 0,0-1 1 0 0,0 0-1 0 0,0 0 0 0 0,0 0 0 0 0,0 0 0 0 0,-1-4-1 0 0,0 0 1 0 0,1 1-1 0 0,0-1 1 0 0,0 0 0 0 0,0 1-1 0 0,1-1 1 0 0,0 0-1 0 0,0 1 1 0 0,0-1-1 0 0,0 1 1 0 0,0-1-1 0 0,5-8 1 0 0,2-2-14 0 0,0 0 0 0 0,11-15 1 0 0,3-1-94 0 0,2 0 0 0 0,0 1 0 0 0,2 1 0 0 0,2 2 0 0 0,0 1 0 0 0,1 1 0 0 0,2 1 0 0 0,1 2 0 0 0,51-29 0 0 0,-71 45 66 0 0,5-3-87 0 0,1 0-1 0 0,0 1 0 0 0,0 1 1 0 0,31-7-1 0 0,-46 14 85 0 0,-1 0 19 0 0,-1 1 20 0 0,0-1 0 0 0,0 0-1 0 0,0 0 1 0 0,0 1-1 0 0,0-1 1 0 0,-1 1-1 0 0,1-1 1 0 0,0 1-1 0 0,0-1 1 0 0,0 1-1 0 0,-1-1 1 0 0,1 1 0 0 0,0 0-1 0 0,-1 0 1 0 0,1-1-1 0 0,0 1 1 0 0,-1 0-1 0 0,1 0 1 0 0,-1-1-1 0 0,1 1 1 0 0,-1 0-1 0 0,0 0 1 0 0,1 0 0 0 0,-1 0-1 0 0,0 0 1 0 0,0 0-1 0 0,1 0 1 0 0,-1 0-1 0 0,0 0 1 0 0,0 0-1 0 0,0 0 1 0 0,0 0-1 0 0,0 0 1 0 0,0 0 0 0 0,-1 0-1 0 0,1-1 1 0 0,0 1-1 0 0,-1 1 1 0 0,-8 29-19 0 0,-14 29 0 0 0,11-30 15 0 0,-12 46 0 0 0,21-67 9 0 0,1 1-1 0 0,1-1 0 0 0,0 1 0 0 0,0-1 1 0 0,1 1-1 0 0,0 0 0 0 0,1-1 1 0 0,0 1-1 0 0,3 13 0 0 0,-2-18 0 0 0,0 0 0 0 0,1 1-1 0 0,-1-1 1 0 0,1 0 0 0 0,0 0-1 0 0,0-1 1 0 0,1 1 0 0 0,0-1 0 0 0,0 1-1 0 0,0-1 1 0 0,0 0 0 0 0,0-1 0 0 0,1 1-1 0 0,0-1 1 0 0,-1 0 0 0 0,1 0 0 0 0,1 0-1 0 0,-1 0 1 0 0,0-1 0 0 0,1 0-1 0 0,9 2 1 0 0,5 1 11 0 0,0-1-1 0 0,1 0 1 0 0,0-2 0 0 0,36 1-1 0 0,-38-4 2 0 0,0 0-1 0 0,1 0 1 0 0,-1-2-1 0 0,0 0 1 0 0,0-2 0 0 0,-1 0-1 0 0,25-10 1 0 0,-37 13-10 0 0,0-1 0 0 0,0 0 0 0 0,0 0 0 0 0,0-1 0 0 0,-1 1 1 0 0,1-1-1 0 0,-1 0 0 0 0,0-1 0 0 0,0 0 0 0 0,0 1 0 0 0,-1-1 0 0 0,0-1 0 0 0,0 1 1 0 0,0-1-1 0 0,-1 1 0 0 0,1-1 0 0 0,-1 0 0 0 0,-1 0 0 0 0,1-1 0 0 0,-1 1 0 0 0,0 0 0 0 0,-1-1 1 0 0,1 1-1 0 0,0-11 0 0 0,-2 5-4 0 0,-1-1 0 0 0,0 1 0 0 0,0 0 0 0 0,-1 0 1 0 0,-1 0-1 0 0,0 0 0 0 0,0 1 0 0 0,-1-1 0 0 0,-1 1 1 0 0,0 0-1 0 0,-1 0 0 0 0,0 1 0 0 0,0-1 0 0 0,-1 1 0 0 0,0 1 1 0 0,-1-1-1 0 0,0 1 0 0 0,-1 0 0 0 0,0 1 0 0 0,0 0 1 0 0,0 1-1 0 0,-1 0 0 0 0,-1 0 0 0 0,1 1 0 0 0,-1 0 0 0 0,0 1 1 0 0,0 0-1 0 0,-1 1 0 0 0,1 0 0 0 0,-1 1 0 0 0,0 0 1 0 0,0 1-1 0 0,0 0 0 0 0,0 1 0 0 0,0 1 0 0 0,0-1 0 0 0,0 2 1 0 0,-16 2-1 0 0,15-1-4 0 0,0 2 1 0 0,0-1-1 0 0,1 2 1 0 0,0-1-1 0 0,-1 2 1 0 0,2 0-1 0 0,-1 0 1 0 0,-15 12-1 0 0,21-14-178 0 0,0 1 1 0 0,0-1-1 0 0,0 1 0 0 0,1 1 0 0 0,0-1 1 0 0,0 1-1 0 0,0 0 0 0 0,1 0 0 0 0,0 0 0 0 0,0 1 1 0 0,0-1-1 0 0,1 1 0 0 0,0 0 0 0 0,0 0 1 0 0,1 0-1 0 0,-2 10 0 0 0,4-14-33 0 0,-1 0-1 0 0,1-1 1 0 0,0 1 0 0 0,1 0-1 0 0,-1-1 1 0 0,0 1-1 0 0,1 0 1 0 0,-1-1-1 0 0,1 1 1 0 0,0 0 0 0 0,0-1-1 0 0,0 1 1 0 0,0-1-1 0 0,0 1 1 0 0,1-1 0 0 0,-1 0-1 0 0,1 0 1 0 0,2 3-1 0 0,-1-2-478 0 0,0 0 0 0 0,0 0-1 0 0,0-1 1 0 0,0 0 0 0 0,0 1 0 0 0,1-1-1 0 0,5 2 1 0 0,10 3-3551 0 0</inkml:trace>
  <inkml:trace contextRef="#ctx0" brushRef="#br0" timeOffset="1">1307 222 2220 0 0,'37'-71'14712'0'0,"-36"69"-13907"0"0,-9 32 770 0 0,-15 29-405 0 0,6-20-846 0 0,3 1 0 0 0,1 1 1 0 0,1 0-1 0 0,-5 42 0 0 0,15-64-274 0 0,0-10-11 0 0,1 1 0 0 0,1-1 0 0 0,-1 0 1 0 0,2 17-1 0 0,0-23-29 0 0,-1 0 0 0 0,1-1 0 0 0,0 1 0 0 0,0 0 0 0 0,0-1 0 0 0,0 1 0 0 0,0 0 0 0 0,1-1 0 0 0,-1 1 0 0 0,1-1 0 0 0,0 0 0 0 0,-1 0 0 0 0,1 1 0 0 0,0-1 0 0 0,0 0 0 0 0,1-1 0 0 0,-1 1 0 0 0,0 0 0 0 0,1-1 0 0 0,2 2 0 0 0,-2 1 2 0 0,0-1-4 0 0,16 3 40 0 0,-13-5-41 0 0,0 1 0 0 0,0-2 1 0 0,0 1-1 0 0,0-1 0 0 0,0 0 0 0 0,1 0 1 0 0,-1 0-1 0 0,0-1 0 0 0,0 0 0 0 0,0 0 1 0 0,0-1-1 0 0,6-2 0 0 0,-2 0-15 0 0,0 0 0 0 0,-1-1 0 0 0,0 0 0 0 0,0-1-1 0 0,0 0 1 0 0,12-11 0 0 0,-3-2 10 0 0,0 0 0 0 0,-1-1 0 0 0,-1-1 1 0 0,0-1-1 0 0,12-23 0 0 0,11-36-101 0 0,-15 31 72 0 0,-1-2 17 0 0,-22 50-6 0 0,-2 10-9 0 0,0 0 24 0 0,-1 0 0 0 0,0 0 1 0 0,-1-1-1 0 0,-4 12 0 0 0,-3 7-5 0 0,-14 70 7 0 0,22-85 12 0 0,1-1 1 0 0,-1 1-1 0 0,2-1 1 0 0,0 1-1 0 0,0 0 0 0 0,1-1 1 0 0,2 14-1 0 0,-2-20-1 0 0,0 0-1 0 0,0-1 1 0 0,1 1-1 0 0,-1 0 1 0 0,1-1 0 0 0,0 1-1 0 0,0-1 1 0 0,0 1-1 0 0,0-1 1 0 0,1 0 0 0 0,-1 0-1 0 0,1 0 1 0 0,0 0-1 0 0,0-1 1 0 0,0 1 0 0 0,0-1-1 0 0,0 0 1 0 0,1 1-1 0 0,-1-1 1 0 0,1-1-1 0 0,-1 1 1 0 0,1-1 0 0 0,0 1-1 0 0,-1-1 1 0 0,1 0-1 0 0,0 0 1 0 0,0-1 0 0 0,0 1-1 0 0,0-1 1 0 0,0 0-1 0 0,0 0 1 0 0,0 0 0 0 0,6-1-1 0 0,5-2 5 0 0,0 0 0 0 0,0-1 0 0 0,0-1 0 0 0,0 0 0 0 0,0-1 0 0 0,-1 0 0 0 0,0-1 0 0 0,0-1 0 0 0,-1-1 0 0 0,0 1 1 0 0,-1-2-1 0 0,0 0 0 0 0,20-21 0 0 0,-22 20-13 0 0,0 0 0 0 0,-1-1 1 0 0,-1 0-1 0 0,0 0 0 0 0,0-1 1 0 0,-1 0-1 0 0,-1 0 0 0 0,0 0 1 0 0,-1-1-1 0 0,0 0 0 0 0,-2 0 1 0 0,1 0-1 0 0,-2-1 0 0 0,3-29 1 0 0,-6 37-13 0 0,1-1-1 0 0,-1 1 1 0 0,-1-1 0 0 0,1 1 0 0 0,-1-1-1 0 0,0 1 1 0 0,-1 0 0 0 0,0 0 0 0 0,0 0-1 0 0,-1 0 1 0 0,1 1 0 0 0,-1-1 0 0 0,-1 1-1 0 0,1 0 1 0 0,-1 0 0 0 0,0 1 0 0 0,-1-1-1 0 0,1 1 1 0 0,-1 0 0 0 0,0 1 0 0 0,0-1-1 0 0,-1 1 1 0 0,-8-4 0 0 0,-11-1-54 0 0,26 9 62 0 0,0 0 1 0 0,0 1-1 0 0,0-1 0 0 0,1 0 0 0 0,-1 0 0 0 0,0 0 0 0 0,0 0 1 0 0,0 1-1 0 0,0-1 0 0 0,0 0 0 0 0,0 0 0 0 0,0 0 0 0 0,0 1 1 0 0,0-1-1 0 0,0 0 0 0 0,0 0 0 0 0,0 0 0 0 0,0 1 0 0 0,0-1 1 0 0,0 0-1 0 0,0 0 0 0 0,0 0 0 0 0,0 1 0 0 0,0-1 0 0 0,0 0 1 0 0,0 0-1 0 0,0 0 0 0 0,0 1 0 0 0,0-1 0 0 0,-1 0 0 0 0,1 0 1 0 0,0 0-1 0 0,0 0 0 0 0,0 1 0 0 0,0-1 0 0 0,0 0 0 0 0,-1 0 1 0 0,1 0-1 0 0,0 0 0 0 0,0 0 0 0 0,0 0 0 0 0,0 0 0 0 0,-1 1 1 0 0,1-1-1 0 0,0 0 0 0 0,0 0 0 0 0,0 0 0 0 0,-1 0 0 0 0,1 0 1 0 0,0 0-1 0 0,0 0 0 0 0,0 0 0 0 0,-1 0 0 0 0,1 0 0 0 0,0 0 1 0 0,0 0-1 0 0,2 1-2 0 0,0 0 1 0 0,0 0-1 0 0,0 0 0 0 0,0 0 1 0 0,0 0-1 0 0,1 0 0 0 0,-1-1 1 0 0,0 1-1 0 0,0-1 1 0 0,1 0-1 0 0,-1 0 0 0 0,0 0 1 0 0,1 0-1 0 0,3 0 0 0 0,0 0-35 0 0,253-8-4955 0 0,-86-8-3286 0 0,-94 7 1098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55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75 435 1504 0 0,'-8'-58'10221'0'0,"7"56"-9504"0"0,1-7 1952 0 0,-9 94-94 0 0,-1 1-1510 0 0,2-40-705 0 0,-6 24-51 0 0,3 1 0 0 0,-3 88 0 0 0,14-155-293 0 0,0 0 1 0 0,0-1-1 0 0,1 1 1 0 0,-1 0 0 0 0,1-1-1 0 0,0 1 1 0 0,0-1-1 0 0,0 1 1 0 0,0-1-1 0 0,1 1 1 0 0,-1-1-1 0 0,1 0 1 0 0,0 0 0 0 0,0 0-1 0 0,0 0 1 0 0,3 4-1 0 0,-1-5-7 0 0,-1 0 0 0 0,0 0-1 0 0,1-1 1 0 0,-1 1 0 0 0,1-1 0 0 0,0 0-1 0 0,-1 0 1 0 0,1 0 0 0 0,0 0-1 0 0,0-1 1 0 0,0 0 0 0 0,-1 0 0 0 0,1 0-1 0 0,6-1 1 0 0,-2 0-2 0 0,0-1-1 0 0,0 0 1 0 0,0 0-1 0 0,0-1 0 0 0,-1 0 1 0 0,12-7-1 0 0,0-1-13 0 0,-2-1-1 0 0,1-1 1 0 0,-2 0-1 0 0,25-26 1 0 0,-14 7-6 0 0,40-58 0 0 0,-8 8 36 0 0,-46 63-58 0 0,-11 16 19 0 0,-1 0 1 0 0,1 1-1 0 0,0-1 0 0 0,0 0 1 0 0,1 1-1 0 0,-1-1 1 0 0,0 1-1 0 0,1 0 0 0 0,4-3 1 0 0,-5 4-9 0 0,-2 0 23 0 0,0 1 1 0 0,0 0-1 0 0,0 0 1 0 0,0 0-1 0 0,0 0 0 0 0,0 0 1 0 0,0 0-1 0 0,0 0 1 0 0,0 0-1 0 0,0 0 1 0 0,0 0-1 0 0,0 0 0 0 0,0 0 1 0 0,0 0-1 0 0,0 0 1 0 0,1 0-1 0 0,-1 0 1 0 0,0 0-1 0 0,0 0 0 0 0,0 0 1 0 0,0 0-1 0 0,0 0 1 0 0,0 0-1 0 0,0 0 1 0 0,0 0-1 0 0,0 0 0 0 0,0 0 1 0 0,0 0-1 0 0,0 0 1 0 0,0 0-1 0 0,0 0 1 0 0,0 1-1 0 0,0-1 0 0 0,0 0 1 0 0,1 0-1 0 0,-1 0 1 0 0,0 0-1 0 0,0 0 1 0 0,0 0-1 0 0,0 0 0 0 0,0 0 1 0 0,0 0-1 0 0,0 0 1 0 0,0 0-1 0 0,0 0 1 0 0,0 0-1 0 0,0 0 0 0 0,0 0 1 0 0,0 0-1 0 0,0 0 1 0 0,0 1-1 0 0,0-1 1 0 0,0 0-1 0 0,0 0 0 0 0,0 0 1 0 0,0 0-1 0 0,0 0 1 0 0,0 0-1 0 0,0 0 1 0 0,0 0-1 0 0,0 0 0 0 0,0 0 1 0 0,0 0-1 0 0,0 0 1 0 0,0 0-1 0 0,5 0-3 0 0,4 17-27 0 0,-2 2 25 0 0,-2 0 5 0 0,1 0 1 0 0,1 0-1 0 0,1-1 1 0 0,1 0-1 0 0,0 0 1 0 0,1-1-1 0 0,17 22 1 0 0,-23-35 7 0 0,0-1 0 0 0,0 1 0 0 0,1 0 0 0 0,0-1 1 0 0,0 0-1 0 0,0 0 0 0 0,0-1 0 0 0,0 1 0 0 0,0-1 1 0 0,1 0-1 0 0,10 2 0 0 0,-7-2 12 0 0,1-1 0 0 0,-1 0-1 0 0,0 0 1 0 0,1-1 0 0 0,-1 0 0 0 0,13-2 0 0 0,-16 2-14 0 0,-1-1-1 0 0,0-1 1 0 0,0 1 0 0 0,0-1 0 0 0,0 0 0 0 0,0 0 0 0 0,0 0 0 0 0,0 0 0 0 0,-1-1 0 0 0,1 0 0 0 0,-1 0 0 0 0,1-1 0 0 0,-1 1 0 0 0,0-1 0 0 0,4-5 0 0 0,-3 3-4 0 0,-1 0 0 0 0,0-1 0 0 0,-1 0 0 0 0,1 1 0 0 0,-1-1 0 0 0,-1 0 0 0 0,1 0 0 0 0,-1-1 0 0 0,2-13 0 0 0,-2 3 1 0 0,-1 0-1 0 0,0 0 1 0 0,-2 0 0 0 0,0 0-1 0 0,-1 0 1 0 0,-1 0 0 0 0,0 1 0 0 0,-9-24-1 0 0,-36-86-249 0 0,48 125 220 0 0,5 3-196 0 0,0 0 151 0 0,0 1-1 0 0,0 0 0 0 0,0 0 0 0 0,7 4 0 0 0,15 6-280 0 0,1-5-90 0 0,0 0 1 0 0,1-2-1 0 0,-1-1 1 0 0,1-1 0 0 0,0-1-1 0 0,0-2 1 0 0,0-1-1 0 0,30-5 1 0 0,-48 4 592 0 0,0 0 0 0 0,0-1 1 0 0,0 0-1 0 0,0-1 0 0 0,-1 0 0 0 0,1-1 1 0 0,-1 0-1 0 0,17-11 0 0 0,-20 10 808 0 0,13-8 499 0 0,-20 14-1450 0 0,0 0 0 0 0,0-1 0 0 0,0 1 0 0 0,0 0-1 0 0,0 0 1 0 0,0 0 0 0 0,0 0 0 0 0,1 0 0 0 0,-1 0 0 0 0,0 0 0 0 0,0 0 0 0 0,0 0 0 0 0,0 0 0 0 0,0 0 0 0 0,0 0 0 0 0,0 0 0 0 0,0 0 0 0 0,0 0 0 0 0,0 0 0 0 0,1 0 0 0 0,-1 0 0 0 0,0 0 0 0 0,0 0 0 0 0,0 0 0 0 0,0 0 0 0 0,0 0 0 0 0,0 0 0 0 0,0 0 0 0 0,0 0 0 0 0,0 0 0 0 0,0 0 0 0 0,0 0 0 0 0,1 0 0 0 0,-1 0 0 0 0,0 1 0 0 0,0-1 0 0 0,0 0 0 0 0,0 0 0 0 0,0 0 0 0 0,0 0 0 0 0,0 0 0 0 0,0 0 0 0 0,0 0 0 0 0,0 0 0 0 0,0 0 0 0 0,0 0 0 0 0,0 0 0 0 0,0 0 0 0 0,0 0 0 0 0,0 1 0 0 0,0-1 0 0 0,0 0 0 0 0,0 0 0 0 0,0 0 0 0 0,0 0-1 0 0,0 0 1 0 0,-4 12 318 0 0,-31 61 1206 0 0,-27 83 1 0 0,47-110-1217 0 0,1 1 0 0 0,3 1 0 0 0,-5 54 0 0 0,15-94-318 0 0,1 0 0 0 0,0 1 0 0 0,0-1 0 0 0,1 0 0 0 0,0 1-1 0 0,0-1 1 0 0,1 0 0 0 0,0 0 0 0 0,0 0 0 0 0,1 0 0 0 0,0-1 0 0 0,1 1 0 0 0,-1-1-1 0 0,2 1 1 0 0,8 12 0 0 0,-11-19-176 0 0,-1 1 0 0 0,1-1-1 0 0,0 0 1 0 0,0 1 0 0 0,0-1 0 0 0,0 0-1 0 0,0 0 1 0 0,0 0 0 0 0,0 0-1 0 0,0-1 1 0 0,0 1 0 0 0,1-1 0 0 0,-1 1-1 0 0,0-1 1 0 0,0 0 0 0 0,0 1 0 0 0,1-1-1 0 0,-1 0 1 0 0,0-1 0 0 0,1 1-1 0 0,-1 0 1 0 0,0-1 0 0 0,0 1 0 0 0,0-1-1 0 0,0 0 1 0 0,1 1 0 0 0,-1-1 0 0 0,0 0-1 0 0,0 0 1 0 0,0-1 0 0 0,1 0 0 0 0,4-2-1055 0 0,-1-1 1 0 0,0 0-1 0 0,-1 0 1 0 0,1 0 0 0 0,-1 0-1 0 0,0-1 1 0 0,8-12 0 0 0,-2-3-4655 0 0</inkml:trace>
  <inkml:trace contextRef="#ctx0" brushRef="#br0" timeOffset="1">1331 162 1488 0 0,'-36'-93'10953'0'0,"7"36"-6679"0"0,28 54-4067 0 0,-2-6-1224 0 0,7 13 489 0 0,1 0-1 0 0,-1-1 1 0 0,1 0-1 0 0,0 0 0 0 0,0 0 1 0 0,0 0-1 0 0,7 2 1 0 0,10 2-3938 0 0,-5-2-341 0 0</inkml:trace>
  <inkml:trace contextRef="#ctx0" brushRef="#br0" timeOffset="2">1759 50 1904 0 0,'6'-9'15929'0'0,"-3"16"-15537"0"0,-1 1 0 0 0,0 0 1 0 0,0 0-1 0 0,-1 0 0 0 0,0 1 1 0 0,0 7-1 0 0,-1 58 1888 0 0,-1-60-1875 0 0,-37 405 5482 0 0,18-241-5200 0 0,8-58-1021 0 0,5-40-2952 0 0,7-70 2267 0 0,-2 9-1065 0 0</inkml:trace>
  <inkml:trace contextRef="#ctx0" brushRef="#br0" timeOffset="3">1473 575 1744 0 0,'-11'-9'2033'0'0,"3"1"113"0"0,-1 1 0 0 0,0 1 1 0 0,-14-9 1446 0 0,23 15-3581 0 0,0 0-1 0 0,0 0 0 0 0,1 0 1 0 0,-1 0-1 0 0,0 0 1 0 0,0 0-1 0 0,0 0 1 0 0,0 0-1 0 0,1 0 0 0 0,-1-1 1 0 0,0 1-1 0 0,0 0 1 0 0,0 0-1 0 0,0 0 0 0 0,0 0 1 0 0,1 0-1 0 0,-1 0 1 0 0,0 0-1 0 0,0-1 0 0 0,0 1 1 0 0,0 0-1 0 0,0 0 1 0 0,0 0-1 0 0,0 0 1 0 0,0 0-1 0 0,0-1 0 0 0,0 1 1 0 0,1 0-1 0 0,-1 0 1 0 0,0 0-1 0 0,0 0 0 0 0,0-1 1 0 0,0 1-1 0 0,0 0 1 0 0,0 0-1 0 0,0 0 0 0 0,0-1 1 0 0,0 1-4 0 0,0 0-1 0 0,0-1 1 0 0,0 1 0 0 0,0 0-1 0 0,0-1 1 0 0,0 1 0 0 0,0-1 0 0 0,0 1-1 0 0,0 0 1 0 0,0-1 0 0 0,1 1-1 0 0,-1 0 1 0 0,0 0 0 0 0,0-1 0 0 0,0 1-1 0 0,1 0 1 0 0,-1-1 0 0 0,0 1-1 0 0,0 0 1 0 0,1 0 0 0 0,-1-1 0 0 0,0 1-1 0 0,0 0 1 0 0,1 0 0 0 0,-1 0 0 0 0,0 0-1 0 0,1-1 1 0 0,-1 1 0 0 0,0 0-1 0 0,1 0 1 0 0,-1 0 0 0 0,1 0 0 0 0,-1 0-1 0 0,0 0 1 0 0,1 0 0 0 0,-1 0-1 0 0,0 0 1 0 0,1 0 0 0 0,-1 0 0 0 0,1 0-1 0 0,101 2 487 0 0,113-4-130 0 0,-178 0-324 0 0,-8 0-50 0 0,0-1 0 0 0,-1 0-1 0 0,1-3 1 0 0,41-12 0 0 0,-55 12-13 0 0,1 0 0 0 0,-1-1 1 0 0,-1-1-1 0 0,1 0 0 0 0,-1-1 0 0 0,-1 0 0 0 0,0-1 0 0 0,0-1 1 0 0,-1 0-1 0 0,0-1 0 0 0,14-19 0 0 0,29-52 26 0 0,-7 9 337 0 0,-47 73-330 0 0,-3 32 650 0 0,-2 1 1 0 0,-1 0-1 0 0,-16 54 0 0 0,7-28-90 0 0,1-2-131 0 0,-54 272 1180 0 0,42-136-964 0 0,21-163-53 0 0,4-26-408 0 0,0-2-165 0 0,0-1 0 0 0,0 1-1 0 0,0 0 1 0 0,0-1 0 0 0,0 1-1 0 0,0 0 1 0 0,0-1-1 0 0,0 1 1 0 0,1 0 0 0 0,-1-1-1 0 0,0 1 1 0 0,0-1 0 0 0,1 1-1 0 0,-1 0 1 0 0,1-1-1 0 0,0 2 1 0 0,7-11 0 0 0,-1 0-1 0 0,1 0 1 0 0,-2 0 0 0 0,1-1-1 0 0,-1 0 1 0 0,-1 0 0 0 0,5-11-1 0 0,17-29-6 0 0,3 7-43 0 0,1 2 0 0 0,2 0-1 0 0,69-63 1 0 0,-98 100 12 0 0,0 0 0 0 0,0 0 0 0 0,1 1 0 0 0,0 0 0 0 0,0 0 0 0 0,0 1 0 0 0,0-1 0 0 0,0 1 0 0 0,0 0 0 0 0,0 0 0 0 0,1 1 0 0 0,-1-1 0 0 0,1 1 0 0 0,8 0 0 0 0,-13 1 8 0 0,0 0 0 0 0,0 0 0 0 0,0 0-1 0 0,0 0 1 0 0,0 1 0 0 0,-1-1-1 0 0,1 0 1 0 0,0 1 0 0 0,0-1 0 0 0,0 1-1 0 0,0-1 1 0 0,-1 1 0 0 0,1 0-1 0 0,0-1 1 0 0,0 1 0 0 0,-1-1 0 0 0,1 1-1 0 0,1 1 1 0 0,0 0-3 0 0,1 1 7 0 0,0 0 0 0 0,0 1 0 0 0,0-1-1 0 0,-1 0 1 0 0,1 1 0 0 0,-1 0 0 0 0,1 0-1 0 0,-1-1 1 0 0,-1 1 0 0 0,1 0-1 0 0,0 0 1 0 0,-1 1 0 0 0,0-1 0 0 0,0 0-1 0 0,0 0 1 0 0,0 7 0 0 0,0 7 34 0 0,0 0 0 0 0,-3 27 1 0 0,2-36-36 0 0,-7 48 91 0 0,0 19-379 0 0,7-73 84 0 0,0 0-1 0 0,1 0 1 0 0,-1 0-1 0 0,0 0 1 0 0,1 0-1 0 0,0 0 1 0 0,-1 0-1 0 0,1 0 0 0 0,1-1 1 0 0,-1 1-1 0 0,0 0 1 0 0,0-1-1 0 0,1 1 1 0 0,0-1-1 0 0,-1 1 1 0 0,1-1-1 0 0,0 0 0 0 0,0 1 1 0 0,1-1-1 0 0,3 3 1 0 0,-2-3-479 0 0,-1 0-1 0 0,1 0 1 0 0,0 0 0 0 0,0-1 0 0 0,-1 1-1 0 0,1-1 1 0 0,0 0 0 0 0,0 0 0 0 0,0-1 0 0 0,0 1-1 0 0,0-1 1 0 0,0 0 0 0 0,1 0 0 0 0,4-1-1 0 0,10-1-5105 0 0</inkml:trace>
  <inkml:trace contextRef="#ctx0" brushRef="#br0" timeOffset="4">3676 274 152 0 0,'-4'-13'2142'0'0,"1"0"0"0"0,0-1 0 0 0,1 1 0 0 0,0-19 0 0 0,-3-10 1949 0 0,1-8 199 0 0,3 48-3965 0 0,1 0-59 0 0,-1-10-47 0 0,0 9 281 0 0,0 5-317 0 0,-4 13 108 0 0,0 0-1 0 0,1 0 1 0 0,1 0 0 0 0,0 0-1 0 0,0 21 1 0 0,-3 10 181 0 0,-25 123 222 0 0,-8-3 0 0 0,-69 190 0 0 0,72-242-5617 0 0,35-113 4734 0 0,1-1 0 0 0,0 1-1 0 0,-1 0 1 0 0,1-1 0 0 0,0 1-1 0 0,0 0 1 0 0,-1-1 0 0 0,1 1-1 0 0,0-1 1 0 0,0 1 0 0 0,0 0-1 0 0,0-1 1 0 0,0 1 0 0 0,0 0-1 0 0,0-1 1 0 0,0 1 0 0 0,0 0-1 0 0,0-1 1 0 0,0 1 0 0 0,1 0-1 0 0,-1-1 1 0 0,0 1 0 0 0,0 0-1 0 0,1-1 1 0 0,-1 1 0 0 0,0-1 0 0 0,1 1-1 0 0,-1-1 1 0 0,1 1 0 0 0,-1-1-1 0 0,0 1 1 0 0,1-1 0 0 0,-1 1-1 0 0,1-1 1 0 0,0 1 0 0 0,-1-1-1 0 0,1 0 1 0 0,-1 1 0 0 0,1-1-1 0 0,-1 0 1 0 0,1 1 0 0 0,0-1-1 0 0,-1 0 1 0 0,1 0 0 0 0,0 0-1 0 0,-1 0 1 0 0,1 0 0 0 0,0 0-1 0 0,-1 0 1 0 0,1 0 0 0 0,0 0-1 0 0,-1 0 1 0 0,1 0 0 0 0,0 0 0 0 0,-1 0-1 0 0,1 0 1 0 0,0-1 0 0 0,-1 1-1 0 0,1 0 1 0 0,-1 0 0 0 0,1-1-1 0 0,0 1 1 0 0,-1 0 0 0 0,1-1-1 0 0,-1 1 1 0 0,1-1 0 0 0,0 0-1 0 0,11-9-4643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56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431 493 2068 0 0,'83'-102'13830'0'0,"-78"97"-11486"0"0,-12 15-1682 0 0,-25 15 60 0 0,-1-2-1 0 0,-44 24 1 0 0,-74 29-170 0 0,-39 11 224 0 0,188-86-675 0 0,-2-1-10 0 0,3 1-75 0 0,0-1 1 0 0,0 1 0 0 0,0-1 0 0 0,0 0-1 0 0,0 1 1 0 0,0-1 0 0 0,0 0-1 0 0,0 0 1 0 0,0 0 0 0 0,0 0 0 0 0,0 0-1 0 0,0 0 1 0 0,0 0 0 0 0,-2 0-1 0 0,-1-4 2 0 0,3 2-8 0 0,4-1-8 0 0,-3 2-3 0 0,0 1 0 0 0,1 0-1 0 0,-1 0 1 0 0,0-1 0 0 0,0 1-1 0 0,0 0 1 0 0,0-1 0 0 0,0 1-1 0 0,1 0 1 0 0,-1 0 0 0 0,0 0 0 0 0,0-1-1 0 0,0 1 1 0 0,1 0 0 0 0,-1 0-1 0 0,0 0 1 0 0,0-1 0 0 0,1 1-1 0 0,-1 0 1 0 0,0 0 0 0 0,1 0-1 0 0,-1 0 1 0 0,0 0 0 0 0,0 0-1 0 0,1 0 1 0 0,-1 0 0 0 0,0 0 0 0 0,1 0-1 0 0,-1 0 1 0 0,0 0 0 0 0,0 0-1 0 0,1 0 1 0 0,-1 0 0 0 0,0 0-1 0 0,1 0 1 0 0,4 0-2 0 0,1 0-1 0 0,-1 0 1 0 0,1 0 0 0 0,-1 1-1 0 0,0 0 1 0 0,1 0-1 0 0,-1 1 1 0 0,0-1 0 0 0,0 1-1 0 0,0 0 1 0 0,0 1 0 0 0,0-1-1 0 0,7 6 1 0 0,4 1 1 0 0,14 9 8 0 0,0 0 0 0 0,47 40 0 0 0,47 54 19 0 0,-104-93-22 0 0,113 115-81 0 0,-126-130-312 0 0,-1 1 1 0 0,1-1 0 0 0,0 0 0 0 0,0 0-1 0 0,0-1 1 0 0,1 0 0 0 0,-1 0 0 0 0,1-1-1 0 0,0 0 1 0 0,-1 0 0 0 0,1-1 0 0 0,13 1-1 0 0,-15-2-465 0 0,1-1 0 0 0,0 1 0 0 0,0-1 0 0 0,0 0 0 0 0,-1-1 0 0 0,1 1 1 0 0,-1-1-1 0 0,1-1 0 0 0,-1 1 0 0 0,0-1 0 0 0,8-5 0 0 0,1 0-4162 0 0</inkml:trace>
  <inkml:trace contextRef="#ctx0" brushRef="#br0" timeOffset="1">1685 231 2624 0 0,'10'-33'4444'0'0,"24"-53"-1"0"0,-5 16-113 0 0,-13 30-2431 0 0,-15 39-1393 0 0,0 1-487 0 0,0 0 0 0 0,-1 0 1 0 0,1 1-1 0 0,-1-1 0 0 0,1 0 1 0 0,-1 0-1 0 0,1 1 0 0 0,-1-1 1 0 0,1 1-1 0 0,-1-1 0 0 0,0 0 1 0 0,1 1-1 0 0,-1-1 0 0 0,1 1 1 0 0,-1-1-1 0 0,0 1 0 0 0,0-1 1 0 0,1 1-1 0 0,-1-1 0 0 0,0 1 1 0 0,0-1-1 0 0,1 1 0 0 0,-1 0 1 0 0,0-1-1 0 0,0 1 0 0 0,0-1 1 0 0,0 1-1 0 0,0-1 0 0 0,0 1 1 0 0,0 0-1 0 0,0-1 0 0 0,0 2 1 0 0,-1 21 516 0 0,0-21-459 0 0,-55 289 2856 0 0,18-125-2356 0 0,30-123-487 0 0,-10 47 139 0 0,-10 133 1 0 0,27-205-220 0 0,1 50 93 0 0,0-62-138 0 0,1 0 0 0 0,0 1 0 0 0,0-1 0 0 0,1 0 0 0 0,-1 0 0 0 0,1-1 0 0 0,1 1 0 0 0,4 8-1 0 0,-6-12-87 0 0,0 0-1 0 0,0-1 0 0 0,0 0 0 0 0,0 1 0 0 0,1-1 0 0 0,-1 0 1 0 0,0 1-1 0 0,1-1 0 0 0,-1 0 0 0 0,1 0 0 0 0,0 0 0 0 0,-1 0 1 0 0,1-1-1 0 0,0 1 0 0 0,-1 0 0 0 0,1-1 0 0 0,0 1 0 0 0,0-1 0 0 0,0 0 1 0 0,-1 1-1 0 0,1-1 0 0 0,0 0 0 0 0,0 0 0 0 0,0 0 0 0 0,0 0 1 0 0,0-1-1 0 0,-1 1 0 0 0,5-1 0 0 0,-2-1-458 0 0,1 1 0 0 0,0-1 0 0 0,0 0 0 0 0,-1 0 0 0 0,1 0 0 0 0,-1-1-1 0 0,0 0 1 0 0,8-6 0 0 0,12-21-5772 0 0,-10 9 589 0 0</inkml:trace>
  <inkml:trace contextRef="#ctx0" brushRef="#br0" timeOffset="2">1687 554 1668 0 0,'-94'-36'12326'0'0,"91"35"-11805"0"0,-4-1 18 0 0,4 0 584 0 0,30 2-914 0 0,188-6 355 0 0,-177 3-1042 0 0,1-1 0 0 0,-1-2-1 0 0,60-19 1 0 0,-85 19 424 0 0,0 0 1 0 0,-1-1-1 0 0,0 0 1 0 0,0-1-1 0 0,0-1 1 0 0,-1 0-1 0 0,-1 0 1 0 0,1-1-1 0 0,10-14 1 0 0,-1 3 963 0 0,-18 19-316 0 0,0 4-331 0 0,-1 1-166 0 0,-1-1 0 0 0,1 1 1 0 0,0-1-1 0 0,-1 0 0 0 0,1 1 1 0 0,-1-1-1 0 0,0 1 0 0 0,1-1 1 0 0,-1 1-1 0 0,-1 0 0 0 0,1-1 0 0 0,0 1 1 0 0,-1-1-1 0 0,-1 5 0 0 0,-14 47 1207 0 0,6-24-638 0 0,-3 17 124 0 0,-6 18-95 0 0,3 2 0 0 0,-11 107 0 0 0,26-168-669 0 0,1 0 0 0 0,0-1-1 0 0,1 1 1 0 0,-1 0-1 0 0,1 0 1 0 0,3 9 0 0 0,-3-13-106 0 0,0 0 1 0 0,-1 1 0 0 0,1-1 0 0 0,0 0 0 0 0,1 0-1 0 0,-1 0 1 0 0,0 0 0 0 0,0-1 0 0 0,1 1 0 0 0,-1 0-1 0 0,1 0 1 0 0,0-1 0 0 0,-1 1 0 0 0,1-1 0 0 0,0 0-1 0 0,0 1 1 0 0,0-1 0 0 0,0 0 0 0 0,0 0-1 0 0,3 1 1 0 0,0-1-360 0 0,-1 0 0 0 0,0 0-1 0 0,1 0 1 0 0,-1-1 0 0 0,1 0-1 0 0,-1 0 1 0 0,1 0 0 0 0,-1 0-1 0 0,0-1 1 0 0,1 0 0 0 0,-1 0-1 0 0,0 0 1 0 0,9-3 0 0 0,15-13-5449 0 0,-11 3-759 0 0</inkml:trace>
  <inkml:trace contextRef="#ctx0" brushRef="#br0" timeOffset="3">2436 218 1556 0 0,'-10'-26'4196'0'0,"-1"1"0"0"0,-16-26 0 0 0,-8-17 1206 0 0,35 68-5459 0 0,0-1-1 0 0,-1 1 1 0 0,1-1 0 0 0,0 1 0 0 0,-1-1 0 0 0,1 1 0 0 0,0-1 0 0 0,-1 1-1 0 0,1-1 1 0 0,-1 1 0 0 0,1 0 0 0 0,0-1 0 0 0,-1 1 0 0 0,1 0 0 0 0,-1-1-1 0 0,1 1 1 0 0,-1 0 0 0 0,0-1 0 0 0,1 1 0 0 0,-1 0 0 0 0,1 0 0 0 0,-1 0-1 0 0,1 0 1 0 0,-1-1 0 0 0,0 1 0 0 0,1 0 0 0 0,-1 0 0 0 0,1 0-1 0 0,-1 0 1 0 0,1 0 0 0 0,-1 1 0 0 0,0-1 0 0 0,1 0 0 0 0,-1 0 0 0 0,1 0-1 0 0,-1 0 1 0 0,1 1 0 0 0,-1-1 0 0 0,0 0 0 0 0,1 0 0 0 0,-1 1 0 0 0,1-1-1 0 0,0 0 1 0 0,-2 2 0 0 0,1-2 231 0 0,0 1-355 0 0,1-1-1 0 0,-1 1 0 0 0,1 0 1 0 0,-1-1-1 0 0,1 1 0 0 0,0-1 1 0 0,-1 1-1 0 0,1 0 0 0 0,0 0 1 0 0,-1-1-1 0 0,1 1 0 0 0,0 0 1 0 0,0-1-1 0 0,0 1 0 0 0,-1 0 1 0 0,1 0-1 0 0,0-1 0 0 0,0 1 1 0 0,0 0-1 0 0,0 0 0 0 0,0-1 1 0 0,1 1-1 0 0,-1 0 0 0 0,0 1 1 0 0,4 14-3884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58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2908 0 0,'0'3'2096'0'0,"-5"105"7629"0"0,8 3-4895 0 0,-1-38-2545 0 0,-8 92 1 0 0,3-141-2000 0 0,-1 1 0 0 0,-1 0-1 0 0,-1-1 1 0 0,-1 0 0 0 0,-1 0 0 0 0,-11 23-1 0 0,15-42-205 0 0,0 1 0 0 0,0-1-1 0 0,0 0 1 0 0,0 0-1 0 0,-10 9 1 0 0,11-13-65 0 0,-1-2 28 0 0,3 1-45 0 0,1 1 1 0 0,-1-1-1 0 0,1 0 1 0 0,-1 0-1 0 0,1 0 1 0 0,-1 0-1 0 0,0 0 0 0 0,1 0 1 0 0,-1-1-1 0 0,1 1 1 0 0,-1 0-1 0 0,1 0 1 0 0,-1 0-1 0 0,1 0 1 0 0,-1 0-1 0 0,1-1 1 0 0,-1 1-1 0 0,1 0 1 0 0,0-1-1 0 0,-1 1 1 0 0,1 0-1 0 0,-1-1 0 0 0,-2-4-58 0 0,1 0 0 0 0,0 1-1 0 0,0-1 1 0 0,1 0-1 0 0,0 0 1 0 0,0 0-1 0 0,0 0 1 0 0,0 0-1 0 0,1-1 1 0 0,-1 1-1 0 0,2 0 1 0 0,-1 0 0 0 0,0 0-1 0 0,1 0 1 0 0,0 0-1 0 0,0 0 1 0 0,3-7-1 0 0,2-8-221 0 0,1 0-1 0 0,1 0 0 0 0,10-18 1 0 0,-8 20 195 0 0,0 0 1 0 0,2 1 0 0 0,0 1 0 0 0,0 0 0 0 0,2 1 0 0 0,0 0 0 0 0,0 1 0 0 0,2 1-1 0 0,-1 0 1 0 0,2 1 0 0 0,0 0 0 0 0,0 2 0 0 0,1 0 0 0 0,0 1 0 0 0,24-8-1 0 0,-37 15 78 0 0,1 0-1 0 0,-1 1 1 0 0,0 0-1 0 0,1 0 0 0 0,-1 0 1 0 0,0 1-1 0 0,1 0 1 0 0,-1 0-1 0 0,1 0 0 0 0,-1 1 1 0 0,0 0-1 0 0,1 0 1 0 0,-1 0-1 0 0,0 1 0 0 0,10 3 1 0 0,-9-1 7 0 0,0-1 1 0 0,0 1-1 0 0,-1 0 1 0 0,1 1-1 0 0,-1-1 1 0 0,0 1-1 0 0,0 0 1 0 0,-1 0-1 0 0,1 1 1 0 0,6 11-1 0 0,-2 1 31 0 0,0-1-1 0 0,-2 1 1 0 0,0 1-1 0 0,-1 0 0 0 0,0 0 1 0 0,-2 0-1 0 0,4 34 1 0 0,-6-35 43 0 0,-1 0 0 0 0,-1 0 1 0 0,0 0-1 0 0,-1 0 0 0 0,-5 21 1 0 0,4-34-39 0 0,1-3-21 0 0,0 0 0 0 0,0-1 0 0 0,0 1 0 0 0,0-1 0 0 0,0 0 0 0 0,-1 1 0 0 0,1-1 0 0 0,-1 0-1 0 0,1 0 1 0 0,0 1 0 0 0,-1-1 0 0 0,0 0 0 0 0,-2 1 0 0 0,3-2-12 0 0,1 0 1 0 0,-1 0-1 0 0,0 0 0 0 0,1 0 0 0 0,-1 0 1 0 0,0 0-1 0 0,1 0 0 0 0,-1 0 1 0 0,0 0-1 0 0,0 0 0 0 0,1 0 0 0 0,-1-1 1 0 0,1 1-1 0 0,-1 0 0 0 0,0 0 1 0 0,1-1-1 0 0,-1 1 0 0 0,0 0 1 0 0,1-1-1 0 0,-1 1 0 0 0,1-1 0 0 0,-1 1 1 0 0,0-1-1 0 0,-2-3-22 0 0,1 0 0 0 0,-1 0 0 0 0,1 0 0 0 0,0 0 0 0 0,0 0 0 0 0,1 0 0 0 0,-2-6 0 0 0,1 6-12 0 0,-1-7-18 0 0,1 0-1 0 0,0 0 0 0 0,0 0 1 0 0,1 0-1 0 0,0 0 1 0 0,1 0-1 0 0,1 0 1 0 0,0-1-1 0 0,4-19 1 0 0,0 7-22 0 0,2 0 0 0 0,0 1 1 0 0,15-33-1 0 0,-11 36 31 0 0,0 1 0 0 0,1 0 0 0 0,0 0-1 0 0,2 2 1 0 0,0-1 0 0 0,33-29 0 0 0,-36 39 27 0 0,0 0-1 0 0,0 1 1 0 0,0 0 0 0 0,1 1 0 0 0,0 1 0 0 0,1 0-1 0 0,-1 0 1 0 0,25-4 0 0 0,-33 8 28 0 0,0 0 0 0 0,-1 0 0 0 0,1 0 0 0 0,0 1 0 0 0,0 0 0 0 0,0 0 0 0 0,0 0 0 0 0,0 0 0 0 0,0 1 0 0 0,0-1 0 0 0,-1 1 0 0 0,1 0 0 0 0,0 0-1 0 0,0 1 1 0 0,-1-1 0 0 0,1 1 0 0 0,-1-1 0 0 0,1 1 0 0 0,-1 0 0 0 0,0 1 0 0 0,0-1 0 0 0,0 0 0 0 0,0 1 0 0 0,0 0 0 0 0,0 0 0 0 0,-1 0 0 0 0,1 0 0 0 0,-1 0 0 0 0,0 0 0 0 0,0 1 0 0 0,2 3 0 0 0,0 2 116 0 0,0 0 1 0 0,0 1 0 0 0,-1-1-1 0 0,-1 1 1 0 0,1 0 0 0 0,-2 0-1 0 0,1 0 1 0 0,-1 0 0 0 0,-1 0-1 0 0,-1 16 1 0 0,-4 7 107 0 0,-2 0 0 0 0,-1-1 0 0 0,-2 0 0 0 0,-16 37 0 0 0,-3 11-961 0 0,28-78 501 0 0,0 1 1 0 0,0-1 0 0 0,0 1 0 0 0,1 0-1 0 0,0-1 1 0 0,-1 1 0 0 0,1 0 0 0 0,0-1-1 0 0,0 1 1 0 0,0 0 0 0 0,0 0 0 0 0,1-1-1 0 0,-1 1 1 0 0,1 0 0 0 0,0-1 0 0 0,0 1-1 0 0,0-1 1 0 0,0 1 0 0 0,0-1 0 0 0,0 1-1 0 0,1-1 1 0 0,1 3 0 0 0,0-2-537 0 0,0 0 1 0 0,0-1 0 0 0,0 1-1 0 0,0-1 1 0 0,1 1 0 0 0,-1-1-1 0 0,1 0 1 0 0,-1 0 0 0 0,1-1-1 0 0,0 1 1 0 0,0-1 0 0 0,0 0-1 0 0,4 1 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59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200 262 852 0 0,'0'-3'2490'0'0,"-3"-5"-1524"0"0,-4-13 5011 0 0,-2-5 1491 0 0,8 26-7419 0 0,1 1 0 0 0,-1 0 0 0 0,1-1 0 0 0,-1 1 0 0 0,1-1 0 0 0,-1 1 0 0 0,1 0 0 0 0,-1-1 0 0 0,1 1 0 0 0,-1 0 1 0 0,1 0-1 0 0,0-1 0 0 0,0 1 0 0 0,-1 0 0 0 0,1 0 0 0 0,0 0 0 0 0,0-1 0 0 0,0 1 0 0 0,0 0 0 0 0,0 0 0 0 0,0 0 0 0 0,0 0 0 0 0,0-1 0 0 0,0 1 0 0 0,0 0 0 0 0,1 1 0 0 0,4 26 943 0 0,-4-25-954 0 0,0 0 1 0 0,1 0 0 0 0,-1 0 0 0 0,1-1-1 0 0,-1 1 1 0 0,1 0 0 0 0,0-1 0 0 0,0 0-1 0 0,0 1 1 0 0,1-1 0 0 0,-1 0 0 0 0,0 0-1 0 0,1 0 1 0 0,0-1 0 0 0,-1 1 0 0 0,1 0-1 0 0,0-1 1 0 0,0 0 0 0 0,-1 0 0 0 0,1 0 0 0 0,0 0-1 0 0,0 0 1 0 0,0 0 0 0 0,1-1 0 0 0,-1 1-1 0 0,0-1 1 0 0,0 0 0 0 0,6-1 0 0 0,-4 1-22 0 0,0-1 0 0 0,0 0 0 0 0,0 0 0 0 0,0-1 0 0 0,0 0 0 0 0,-1 1 0 0 0,1-2 0 0 0,0 1 0 0 0,-1 0 0 0 0,0-1 0 0 0,7-5 0 0 0,-5 2-32 0 0,1 0 0 0 0,-1 0 0 0 0,-1-1-1 0 0,1 1 1 0 0,-1-1 0 0 0,6-12 0 0 0,-4 7-66 0 0,-1-1 0 0 0,-1 1 0 0 0,0-1 0 0 0,-1 0 0 0 0,4-23 0 0 0,-7 30 58 0 0,0 1-1 0 0,0-1 0 0 0,0 0 0 0 0,-1 0 1 0 0,0 0-1 0 0,0 1 0 0 0,-1-1 1 0 0,0 0-1 0 0,0 0 0 0 0,0 1 0 0 0,0-1 1 0 0,-1 1-1 0 0,0-1 0 0 0,0 1 1 0 0,-6-10-1 0 0,6 13 17 0 0,1 1 1 0 0,0-1-1 0 0,-1 1 1 0 0,1 0-1 0 0,-1 0 0 0 0,1-1 1 0 0,-1 1-1 0 0,1 0 1 0 0,-1 1-1 0 0,0-1 1 0 0,0 0-1 0 0,1 0 0 0 0,-1 1 1 0 0,0-1-1 0 0,0 1 1 0 0,0-1-1 0 0,0 1 1 0 0,0 0-1 0 0,0 0 0 0 0,1 0 1 0 0,-1 0-1 0 0,0 0 1 0 0,0 0-1 0 0,0 1 1 0 0,0-1-1 0 0,0 1 0 0 0,0-1 1 0 0,-1 2-1 0 0,-4 0-3 0 0,1 1-1 0 0,-1 0 0 0 0,1 0 0 0 0,0 1 0 0 0,0 0 1 0 0,-10 8-1 0 0,-4 7 114 0 0,1 0-1 0 0,1 2 1 0 0,0 0-1 0 0,-24 39 1 0 0,-46 101 993 0 0,38-47-459 0 0,45-99-549 0 0,0 1 0 0 0,1-1 1 0 0,1 1-1 0 0,1 0 0 0 0,-2 26 0 0 0,4-38-70 0 0,0 0-1 0 0,0 0 0 0 0,1 0 0 0 0,-1 0 0 0 0,1 0 0 0 0,0 0 1 0 0,0 0-1 0 0,1 0 0 0 0,-1-1 0 0 0,1 1 0 0 0,-1 0 0 0 0,1-1 1 0 0,0 1-1 0 0,1-1 0 0 0,-1 0 0 0 0,1 0 0 0 0,-1 0 0 0 0,1 0 1 0 0,0 0-1 0 0,0-1 0 0 0,0 1 0 0 0,0-1 0 0 0,0 0 0 0 0,1 1 1 0 0,-1-2-1 0 0,1 1 0 0 0,0 0 0 0 0,-1-1 0 0 0,1 1 0 0 0,0-1 1 0 0,0 0-1 0 0,6 0 0 0 0,3 1-229 0 0,2 0-1 0 0,-1-1 1 0 0,0-1 0 0 0,0-1 0 0 0,0 0-1 0 0,0 0 1 0 0,27-8 0 0 0,-11 0-629 0 0,0-1 0 0 0,-1-2 0 0 0,0-1 1 0 0,-1-1-1 0 0,0-1 0 0 0,-2-2 0 0 0,34-26 0 0 0,5-12-1167 0 0,85-92-1 0 0,-134 130 2457 0 0,-1-1 0 0 0,-1-1 0 0 0,0-1-1 0 0,-1 0 1 0 0,-1 0 0 0 0,11-29 0 0 0,-22 47-388 0 0,-1 1 1 0 0,1 0-1 0 0,-1-1 1 0 0,1 1-1 0 0,-1 0 1 0 0,0-1-1 0 0,0 1 1 0 0,0-1-1 0 0,0 1 1 0 0,0 0 0 0 0,0-1-1 0 0,0 1 1 0 0,0-1-1 0 0,0 1 1 0 0,-1 0-1 0 0,1-1 1 0 0,0 1-1 0 0,-1 0 1 0 0,1-1-1 0 0,-1 1 1 0 0,0 0-1 0 0,1 0 1 0 0,-1-1 0 0 0,0 1-1 0 0,0 0 1 0 0,0 0-1 0 0,0 0 1 0 0,0 0-1 0 0,0 0 1 0 0,0 0-1 0 0,-1-1 1 0 0,0 1-7 0 0,0 0-1 0 0,1 0 1 0 0,-1 1 0 0 0,0-1 0 0 0,0 0-1 0 0,0 0 1 0 0,0 1 0 0 0,0 0-1 0 0,0-1 1 0 0,0 1 0 0 0,1 0 0 0 0,-1 0-1 0 0,0 0 1 0 0,0 0 0 0 0,0 0 0 0 0,0 0-1 0 0,0 0 1 0 0,0 1 0 0 0,0-1 0 0 0,-3 2-1 0 0,-1 1 26 0 0,-1 0 0 0 0,1 0 0 0 0,0 0 0 0 0,0 1 0 0 0,1 0 0 0 0,-8 7 0 0 0,11-10-67 0 0,1 0 1 0 0,0 1 0 0 0,0-1 0 0 0,0 1 0 0 0,0-1 0 0 0,0 1 0 0 0,0-1 0 0 0,0 1 0 0 0,0 0-1 0 0,0 0 1 0 0,1-1 0 0 0,-1 1 0 0 0,1 0 0 0 0,-1 0 0 0 0,1 0 0 0 0,0 0 0 0 0,0-1 0 0 0,0 1-1 0 0,0 0 1 0 0,0 0 0 0 0,0 0 0 0 0,1 0 0 0 0,-1 0 0 0 0,0-1 0 0 0,1 1 0 0 0,-1 0 0 0 0,1 0-1 0 0,0-1 1 0 0,0 1 0 0 0,0 0 0 0 0,1 2 0 0 0,5 5 63 0 0,0 1 1 0 0,1-1-1 0 0,0 0 1 0 0,0 0-1 0 0,1-1 1 0 0,18 14-1 0 0,68 38 853 0 0,-57-38-518 0 0,-13-7-125 0 0,-3-3 24 0 0,0 2 0 0 0,0 0 0 0 0,-2 2 0 0 0,30 27 0 0 0,-49-42-238 0 0,1 1 0 0 0,-1-1 0 0 0,0 1 0 0 0,1 0-1 0 0,-1-1 1 0 0,0 1 0 0 0,0 0 0 0 0,0 0 0 0 0,0-1 0 0 0,0 1 0 0 0,-1 0 0 0 0,1 0 0 0 0,-1 0-1 0 0,1 0 1 0 0,-1 0 0 0 0,0 0 0 0 0,1 0 0 0 0,-1 0 0 0 0,0 0 0 0 0,0 1 0 0 0,-1-1 0 0 0,1 0-1 0 0,0 0 1 0 0,-1 0 0 0 0,1 0 0 0 0,-1 0 0 0 0,1 0 0 0 0,-3 2 0 0 0,1 0 15 0 0,-1 0 1 0 0,0 0 0 0 0,-1 0-1 0 0,1-1 1 0 0,0 1 0 0 0,-1-1-1 0 0,0 0 1 0 0,0 0 0 0 0,0 0-1 0 0,-9 4 1 0 0,-6 2-54 0 0,-1-1 0 0 0,1-1 0 0 0,-2-1 0 0 0,1 0 0 0 0,-1-2 0 0 0,1 0 0 0 0,-1-1 1 0 0,-24 0-1 0 0,11-3-1196 0 0,-41-4 1 0 0,-28-12-5388 0 0,74 5-569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00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483 797 932 0 0,'63'-173'11640'0'0,"-59"163"-10765"0"0,-3 8-765 0 0,0 0 1 0 0,0 0 0 0 0,-1 0-1 0 0,1 0 1 0 0,0 0-1 0 0,-1-1 1 0 0,1 1 0 0 0,-1 0-1 0 0,0 0 1 0 0,1-1 0 0 0,-1 1-1 0 0,0 0 1 0 0,-1 0 0 0 0,1-1-1 0 0,0 1 1 0 0,-1 0 0 0 0,1 0-1 0 0,-1-1 1 0 0,0 1 0 0 0,1 0-1 0 0,-2-2 1 0 0,1 3-94 0 0,0 1 0 0 0,0-1 0 0 0,0 1 0 0 0,1 0-1 0 0,-1-1 1 0 0,0 1 0 0 0,0 0 0 0 0,0-1 0 0 0,0 1 0 0 0,0 0 0 0 0,0 0 0 0 0,0 0 0 0 0,0 0 0 0 0,0 0 0 0 0,0 0 0 0 0,1 0 0 0 0,-1 0 0 0 0,0 0 0 0 0,-1 1 0 0 0,1-1 20 0 0,-8 1 13 0 0,1 0 0 0 0,0 1-1 0 0,0 0 1 0 0,0 1 0 0 0,0-1-1 0 0,1 1 1 0 0,-1 1 0 0 0,-13 8-1 0 0,-54 43 256 0 0,57-41-208 0 0,-162 136 557 0 0,154-126-591 0 0,2 1 0 0 0,1 1 0 0 0,1 1 0 0 0,-31 53 1 0 0,49-74-50 0 0,1 0-1 0 0,0 0 1 0 0,0 1 0 0 0,1-1 0 0 0,0 1 0 0 0,0-1 0 0 0,0 1 0 0 0,1 0 0 0 0,0 0 0 0 0,0 0 0 0 0,1 0-1 0 0,0-1 1 0 0,1 8 0 0 0,-1-9-1 0 0,1-1-1 0 0,0 0 1 0 0,1 0 0 0 0,-1 0-1 0 0,1 0 1 0 0,0 0 0 0 0,0 0-1 0 0,0 0 1 0 0,0-1-1 0 0,1 1 1 0 0,-1-1 0 0 0,1 0-1 0 0,0 1 1 0 0,0-1-1 0 0,0-1 1 0 0,0 1 0 0 0,1 0-1 0 0,-1-1 1 0 0,1 1 0 0 0,0-1-1 0 0,-1 0 1 0 0,5 1-1 0 0,4 2 3 0 0,1-1-1 0 0,-1 0 1 0 0,1-1-1 0 0,-1 0 1 0 0,1-1-1 0 0,0-1 1 0 0,0 0-1 0 0,0-1 1 0 0,0 0-1 0 0,0-1 1 0 0,0 0-1 0 0,0-1 1 0 0,-1-1-1 0 0,1 0 1 0 0,-1 0-1 0 0,1-2 1 0 0,-1 1-1 0 0,0-1 1 0 0,-1-1 0 0 0,1 0-1 0 0,-1-1 1 0 0,0 0-1 0 0,-1-1 1 0 0,0 0-1 0 0,0-1 1 0 0,-1 0-1 0 0,0 0 1 0 0,9-12-1 0 0,4-11 41 0 0,-2-1-1 0 0,-1-1 1 0 0,-1 0 0 0 0,-2-2-1 0 0,18-61 1 0 0,-1 4 1059 0 0,-27 79-1003 0 0,-6 20-30 0 0,-7 27-33 0 0,-43 171 53 0 0,38-141-34 0 0,-7 84 0 0 0,18-128-385 0 0,1 0 0 0 0,0 1 0 0 0,1-1 0 0 0,1 0 0 0 0,1 0 1 0 0,1 0-1 0 0,1 0 0 0 0,0 0 0 0 0,13 27 0 0 0,-17-43 25 0 0,1 1 0 0 0,0-1 1 0 0,0 0-1 0 0,0 0 0 0 0,0-1 0 0 0,0 1 1 0 0,1 0-1 0 0,-1-1 0 0 0,1 1 0 0 0,0-1 1 0 0,-1 0-1 0 0,1 0 0 0 0,0 0 0 0 0,0 0 1 0 0,1-1-1 0 0,-1 1 0 0 0,0-1 0 0 0,7 2 1 0 0,-7-2 107 0 0,-1-1 1 0 0,1 0-1 0 0,0 0 1 0 0,0 0-1 0 0,0 0 1 0 0,0-1-1 0 0,0 1 1 0 0,0-1-1 0 0,0 1 1 0 0,0-1 0 0 0,-1 0-1 0 0,1 0 1 0 0,0 0-1 0 0,-1-1 1 0 0,1 1-1 0 0,-1-1 1 0 0,1 1-1 0 0,-1-1 1 0 0,0 0-1 0 0,1 0 1 0 0,-1 0-1 0 0,0 0 1 0 0,2-3-1 0 0,6-8-50 0 0,0-1-1 0 0,-1 0 1 0 0,-1 0 0 0 0,0-1-1 0 0,-1 0 1 0 0,8-24-1 0 0,23-103 1670 0 0,-25 86-435 0 0,1-2 73 0 0,-7 23-94 0 0,1 1 1 0 0,3 0-1 0 0,20-48 0 0 0,-28 77-874 0 0,0 0-1 0 0,0 0 1 0 0,0 1-1 0 0,0-1 1 0 0,1 1-1 0 0,-1 0 1 0 0,6-4-1 0 0,-8 7-77 0 0,0 1 0 0 0,0-1 0 0 0,0 1-1 0 0,0 0 1 0 0,0-1 0 0 0,0 1 0 0 0,0 0-1 0 0,0 0 1 0 0,0-1 0 0 0,0 1 0 0 0,0 0-1 0 0,0 0 1 0 0,0 0 0 0 0,0 1 0 0 0,1-1-1 0 0,-1 0 1 0 0,0 0 0 0 0,0 0 0 0 0,0 1-1 0 0,0-1 1 0 0,0 1 0 0 0,0-1 0 0 0,0 1-1 0 0,0-1 1 0 0,0 1 0 0 0,-1-1 0 0 0,1 1-1 0 0,1 1 1 0 0,21 22 853 0 0,-15-12-622 0 0,-1 0 1 0 0,0 1-1 0 0,-1 0 1 0 0,0 0-1 0 0,-1 1 1 0 0,-1 0-1 0 0,0 0 1 0 0,-1 0-1 0 0,-1 0 1 0 0,2 17-1 0 0,-2 1 117 0 0,-2 0 0 0 0,-1 0 0 0 0,-7 49 0 0 0,4-61-168 0 0,-1 0 0 0 0,0-1 1 0 0,-2 0-1 0 0,0 0 1 0 0,-13 24-1 0 0,19-42-193 0 0,1 0-1 0 0,-1 0 0 0 0,0 0 1 0 0,1 0-1 0 0,-1 0 0 0 0,0 0 1 0 0,1-1-1 0 0,-1 1 0 0 0,0 0 0 0 0,0 0 1 0 0,0-1-1 0 0,0 1 0 0 0,0-1 1 0 0,0 1-1 0 0,0-1 0 0 0,0 1 1 0 0,0-1-1 0 0,0 1 0 0 0,0-1 1 0 0,0 0-1 0 0,0 0 0 0 0,0 1 1 0 0,0-1-1 0 0,0 0 0 0 0,0 0 1 0 0,0 0-1 0 0,0 0 0 0 0,0 0 1 0 0,-1-1-1 0 0,1 1 0 0 0,0 0 0 0 0,0 0 1 0 0,0-1-1 0 0,0 1 0 0 0,0-1 1 0 0,0 1-1 0 0,0-1 0 0 0,0 1 1 0 0,-1-2-1 0 0,1 1-8 0 0,0-1 0 0 0,0 0-1 0 0,0 0 1 0 0,0 1 0 0 0,0-1 0 0 0,1 0 0 0 0,-1 0-1 0 0,0 0 1 0 0,1 0 0 0 0,0 0 0 0 0,-1 0 0 0 0,1 0-1 0 0,0 0 1 0 0,0 0 0 0 0,1-3 0 0 0,3-32 7 0 0,-3 34-8 0 0,5-27-21 0 0,2 1 0 0 0,1 0-1 0 0,1 0 1 0 0,2 1 0 0 0,0 0-1 0 0,21-31 1 0 0,-22 40-1 0 0,2 1 0 0 0,0 1 0 0 0,1 0 1 0 0,0 0-1 0 0,2 2 0 0 0,0 0 0 0 0,0 0 0 0 0,2 2 0 0 0,25-17 1 0 0,-32 24-2 0 0,1 0 0 0 0,0 0 0 0 0,0 1 1 0 0,0 0-1 0 0,0 1 0 0 0,1 1 0 0 0,14-3 1 0 0,-24 6 16 0 0,1-1 0 0 0,-1 1 1 0 0,1 0-1 0 0,0 0 0 0 0,-1 0 1 0 0,1 1-1 0 0,-1-1 0 0 0,0 1 1 0 0,1 0-1 0 0,-1 0 0 0 0,1 0 1 0 0,-1 0-1 0 0,0 1 0 0 0,0-1 1 0 0,0 1-1 0 0,0 0 0 0 0,0 0 1 0 0,0 0-1 0 0,0 0 0 0 0,-1 1 1 0 0,1-1-1 0 0,-1 1 0 0 0,1-1 1 0 0,-1 1-1 0 0,0 0 0 0 0,0 0 1 0 0,0 0-1 0 0,-1 0 0 0 0,1 0 1 0 0,-1 0-1 0 0,2 5 0 0 0,1 5 15 0 0,0 0-1 0 0,-1 0 0 0 0,-1 0 1 0 0,0 1-1 0 0,0-1 1 0 0,-2 1-1 0 0,0 17 0 0 0,-17 97 246 0 0,11-91-1392 0 0,-4 69-1 0 0,9-99 421 0 0,2 1 1 0 0,-1 0-1 0 0,3 13 1 0 0,-2-19 392 0 0,0 0 0 0 0,-1 0 1 0 0,1 0-1 0 0,0 1 0 0 0,0-1 0 0 0,0 0 1 0 0,0 0-1 0 0,1 0 0 0 0,-1 0 0 0 0,0-1 1 0 0,1 1-1 0 0,0 0 0 0 0,-1-1 0 0 0,1 1 0 0 0,2 1 1 0 0,13-5-2553 0 0,-16 2 2770 0 0,1 0-1 0 0,-1-1 1 0 0,1 1-1 0 0,-1 0 1 0 0,1-1-1 0 0,-1 1 0 0 0,0-1 1 0 0,1 0-1 0 0,-1 1 1 0 0,0-1-1 0 0,1 0 1 0 0,-1 0-1 0 0,0 0 1 0 0,0 1-1 0 0,2-3 1 0 0,5-6-5 0 0,-1-1 1 0 0,0 1-1 0 0,-1-1 1 0 0,0-1-1 0 0,7-14 0 0 0,18-60 2289 0 0,-5 11 166 0 0,16-42 2729 0 0,-33 87-3772 0 0,-9 28-1265 0 0,0 1 1 0 0,0-1-1 0 0,1 0 0 0 0,-1 1 0 0 0,0-1 0 0 0,0 0 1 0 0,1 1-1 0 0,-1-1 0 0 0,0 1 0 0 0,1-1 0 0 0,-1 0 1 0 0,1 1-1 0 0,-1-1 0 0 0,1 1 0 0 0,-1-1 1 0 0,1 1-1 0 0,-1-1 0 0 0,1 1 0 0 0,-1-1 0 0 0,1 1 1 0 0,0 0-1 0 0,-1-1 0 0 0,2 1 0 0 0,8 3 542 0 0,-9-2-647 0 0,0 0 89 0 0,0 0-1 0 0,-1 0 0 0 0,1-1 1 0 0,-1 1-1 0 0,1 0 0 0 0,-1 0 1 0 0,1 0-1 0 0,-1 0 0 0 0,1 0 1 0 0,-1 0-1 0 0,0 0 0 0 0,0 0 1 0 0,1 0-1 0 0,-1 0 0 0 0,0 0 0 0 0,0 0 1 0 0,0 0-1 0 0,0 0 0 0 0,0 1 1 0 0,0 0 37 0 0,3 14 115 0 0,1 1 0 0 0,0-1-1 0 0,2 1 1 0 0,0-1-1 0 0,0-1 1 0 0,2 1 0 0 0,0-1-1 0 0,0-1 1 0 0,13 16-1 0 0,-16-24-70 0 0,0 0 0 0 0,0 0 0 0 0,1-1-1 0 0,-1 0 1 0 0,2 0 0 0 0,-1 0-1 0 0,0-1 1 0 0,1 0 0 0 0,0 0 0 0 0,0 0-1 0 0,0-1 1 0 0,0 0 0 0 0,0-1-1 0 0,1 1 1 0 0,-1-2 0 0 0,1 1 0 0 0,-1-1-1 0 0,1 0 1 0 0,0 0 0 0 0,0-1-1 0 0,0 0 1 0 0,8-2 0 0 0,-8 1-8 0 0,0 0 0 0 0,0-1 0 0 0,0 0 0 0 0,0-1 0 0 0,-1 1 0 0 0,1-2 1 0 0,-1 1-1 0 0,0-1 0 0 0,0 0 0 0 0,0 0 0 0 0,-1-1 0 0 0,13-11 0 0 0,-11 8-43 0 0,-1-1 0 0 0,1 1-1 0 0,-2-2 1 0 0,1 1 0 0 0,-1-1-1 0 0,0 0 1 0 0,-1 0 0 0 0,6-18-1 0 0,-6 15-41 0 0,-1 0-1 0 0,-1 0 0 0 0,0-1 0 0 0,-1 1 0 0 0,-1-1 0 0 0,1 1 0 0 0,-2-1 0 0 0,0 1 1 0 0,-1-1-1 0 0,0 1 0 0 0,-1-1 0 0 0,-1 1 0 0 0,0 0 0 0 0,-1 0 0 0 0,0 0 0 0 0,-6-13 1 0 0,5 17-55 0 0,0 1 1 0 0,-1 0 0 0 0,0 0 0 0 0,0 0-1 0 0,0 1 1 0 0,-1 0 0 0 0,0 0 0 0 0,-1 1 0 0 0,1 0-1 0 0,-1 0 1 0 0,0 0 0 0 0,-1 1 0 0 0,1 1-1 0 0,-1-1 1 0 0,0 1 0 0 0,0 1 0 0 0,-1 0-1 0 0,1 0 1 0 0,-1 1 0 0 0,1 0 0 0 0,-1 0 0 0 0,0 1-1 0 0,0 1 1 0 0,1 0 0 0 0,-1 0 0 0 0,0 1-1 0 0,0 0 1 0 0,0 0 0 0 0,1 1 0 0 0,-1 1-1 0 0,1-1 1 0 0,0 2 0 0 0,-1-1 0 0 0,-8 6-1 0 0,10-5-185 0 0,-1 1 0 0 0,1 1-1 0 0,0-1 1 0 0,0 1 0 0 0,0 1-1 0 0,1-1 1 0 0,0 1-1 0 0,0 1 1 0 0,1-1 0 0 0,0 1-1 0 0,-9 15 1 0 0,13-19 6 0 0,0 0 1 0 0,0 0 0 0 0,0 0 0 0 0,1 0-1 0 0,0 0 1 0 0,0 0 0 0 0,0 0-1 0 0,0 1 1 0 0,1-1 0 0 0,0 0 0 0 0,-1 0-1 0 0,1 1 1 0 0,1-1 0 0 0,-1 0-1 0 0,1 1 1 0 0,0-1 0 0 0,0 0-1 0 0,0 0 1 0 0,0 0 0 0 0,1 0 0 0 0,0 0-1 0 0,-1 0 1 0 0,1 0 0 0 0,1 0-1 0 0,-1-1 1 0 0,1 1 0 0 0,-1-1 0 0 0,1 0-1 0 0,4 4 1 0 0,-2-2-648 0 0,0-1 0 0 0,0 0 1 0 0,1-1-1 0 0,-1 1 0 0 0,1-1 0 0 0,7 3 1 0 0,12 5-4795 0 0</inkml:trace>
  <inkml:trace contextRef="#ctx0" brushRef="#br0" timeOffset="1">2505 175 2536 0 0,'-6'-38'3359'0'0,"-17"-96"8634"0"0,22 132-11303 0 0,-1 3-638 0 0,1 0 1 0 0,-1 0-1 0 0,1 0 1 0 0,0 0-1 0 0,0 0 1 0 0,-1 0-1 0 0,1 1 1 0 0,0-1-1 0 0,0 1 1 0 0,0-1-1 0 0,0 1 1 0 0,0-1-1 0 0,1 1 0 0 0,-1-1 1 0 0,0 1-1 0 0,0 3 1 0 0,0-3 33 0 0,-40 113 1990 0 0,-37 171 0 0 0,59-212-1691 0 0,-35 173 383 0 0,44-184-933 0 0,-4 125-1 0 0,14-171-492 0 0,1 0-1 0 0,3 22 1 0 0,-3-35 315 0 0,0 0 0 0 0,0 1 0 0 0,0-1 1 0 0,0 0-1 0 0,1 0 0 0 0,-1-1 0 0 0,1 1 0 0 0,0 0 0 0 0,0-1 0 0 0,0 1 1 0 0,1-1-1 0 0,-1 1 0 0 0,1-1 0 0 0,4 4 0 0 0,-4-5-216 0 0,-1-1-1 0 0,1 0 1 0 0,0 0-1 0 0,-1 0 1 0 0,1 0-1 0 0,0 0 1 0 0,0-1 0 0 0,-1 1-1 0 0,1-1 1 0 0,0 0-1 0 0,0 0 1 0 0,0 0-1 0 0,0 0 1 0 0,-1 0-1 0 0,1 0 1 0 0,4-2-1 0 0,11-4-4937 0 0</inkml:trace>
  <inkml:trace contextRef="#ctx0" brushRef="#br0" timeOffset="2">2774 321 1680 0 0,'37'-179'13510'0'0,"-23"106"-7603"0"0,-37 146-4636 0 0,-18 76 130 0 0,-34 135-56 0 0,-12 176-493 0 0,77-385-747 0 0,10-72-81 0 0,1-3-115 0 0,0-1 72 0 0,1 1-1 0 0,-1-1 0 0 0,0 1 1 0 0,0 0-1 0 0,1-1 1 0 0,-1 0-1 0 0,0 1 0 0 0,0-1 1 0 0,0 0-1 0 0,0 0 1 0 0,0 1-1 0 0,0-1 0 0 0,0 0 1 0 0,0 0-1 0 0,0 0 1 0 0,0 0-1 0 0,0 0 0 0 0,-1 0 1 0 0,1-1-1 0 0,0 0 1 0 0,14-31-480 0 0,-11 23 323 0 0,22-49-756 0 0,67-107 1 0 0,-68 129 776 0 0,2 1 1 0 0,1 1-1 0 0,56-53 0 0 0,-80 84 131 0 0,0 0 0 0 0,1 0 0 0 0,0 1 0 0 0,-1 0 0 0 0,1 0 0 0 0,0 1 0 0 0,1-1-1 0 0,8-2 1 0 0,-12 4 23 0 0,0 1 1 0 0,0-1-1 0 0,0 1 0 0 0,-1 0 0 0 0,1 0 0 0 0,0 0 0 0 0,0 0 0 0 0,0 0 0 0 0,0 0 0 0 0,0 0 0 0 0,0 1 0 0 0,0-1 1 0 0,0 1-1 0 0,-1-1 0 0 0,1 1 0 0 0,0 0 0 0 0,0-1 0 0 0,-1 1 0 0 0,1 0 0 0 0,0 0 0 0 0,-1 0 0 0 0,1 1 0 0 0,-1-1 0 0 0,1 0 1 0 0,-1 0-1 0 0,0 1 0 0 0,0-1 0 0 0,1 1 0 0 0,0 2 0 0 0,2 4 36 0 0,-1-1-1 0 0,1 0 1 0 0,-2 1-1 0 0,1-1 1 0 0,-1 1-1 0 0,0 0 1 0 0,-1-1-1 0 0,0 1 1 0 0,0 0 0 0 0,-1 9-1 0 0,-1 13 196 0 0,-5 40-1 0 0,2-41-107 0 0,-8 47 82 0 0,8-54-133 0 0,0 1 1 0 0,1 0-1 0 0,1 0 0 0 0,1 0 1 0 0,3 30-1 0 0,-1-49-61 0 0,-1-1 1 0 0,1 0 0 0 0,0 1-1 0 0,0-1 1 0 0,0 0-1 0 0,1 0 1 0 0,-1 0-1 0 0,1 0 1 0 0,-1 0-1 0 0,1 0 1 0 0,0 0-1 0 0,0 0 1 0 0,0-1 0 0 0,1 1-1 0 0,-1-1 1 0 0,6 5-1 0 0,-4-4-3 0 0,1-1 0 0 0,-1 0 0 0 0,1 1 0 0 0,0-2 0 0 0,0 1 0 0 0,0 0 0 0 0,0-1 0 0 0,0 0 0 0 0,0 0 0 0 0,7 0 0 0 0,1-1-19 0 0,1 0 1 0 0,-1-1 0 0 0,0-1-1 0 0,0 0 1 0 0,0 0 0 0 0,0-2-1 0 0,0 1 1 0 0,12-7 0 0 0,-6 1-20 0 0,-1 0 0 0 0,0-2 0 0 0,0 0 0 0 0,-2-1 0 0 0,1-1 0 0 0,-2 0 0 0 0,1-1-1 0 0,15-19 1 0 0,-15 13 7 0 0,0 0-1 0 0,-2-1 1 0 0,0 0 0 0 0,-1-2-1 0 0,-1 1 1 0 0,11-32-1 0 0,-20 46 18 0 0,0 0 0 0 0,0 0 0 0 0,-1 0 0 0 0,0-1 0 0 0,-1 1 0 0 0,0-1 0 0 0,0 1 0 0 0,-1-1 0 0 0,0 1 0 0 0,-1-1 0 0 0,-2-13-1 0 0,-1 10-40 0 0,-8-1-5 0 0,10 12 49 0 0,0 1-1 0 0,0-1 0 0 0,0 0 1 0 0,0 1-1 0 0,0-1 0 0 0,0 1 1 0 0,0 0-1 0 0,0-1 1 0 0,0 1-1 0 0,0 0 0 0 0,0 0 1 0 0,0 0-1 0 0,0 1 1 0 0,0-1-1 0 0,0 1 0 0 0,0-1 1 0 0,0 1-1 0 0,0-1 1 0 0,0 1-1 0 0,0 0 0 0 0,0 0 1 0 0,0 0-1 0 0,0 0 1 0 0,1 0-1 0 0,-1 1 0 0 0,0-1 1 0 0,-2 3-1 0 0,-4 3-6 0 0,0 0 1 0 0,0 1-1 0 0,1 0 1 0 0,-7 9-1 0 0,-1 3-4 0 0,2 1 0 0 0,0 0 0 0 0,1 1 1 0 0,-15 40-1 0 0,23-49 24 0 0,-1 0 0 0 0,2 1 0 0 0,-1-1 0 0 0,2 1 1 0 0,0 0-1 0 0,1 0 0 0 0,0 0 0 0 0,1 0 0 0 0,3 25 0 0 0,-2-34-3 0 0,0 0 0 0 0,0 0 0 0 0,1 0 0 0 0,0 0 0 0 0,-1 0 0 0 0,2-1 0 0 0,-1 1 0 0 0,0-1 0 0 0,1 1 0 0 0,0-1 0 0 0,0 0 0 0 0,0 0 0 0 0,1 0 0 0 0,-1-1 0 0 0,1 1 0 0 0,0-1 0 0 0,0 0 0 0 0,0 0 0 0 0,0 0 0 0 0,1 0 0 0 0,-1-1 0 0 0,1 0 0 0 0,0 0 0 0 0,0 0 0 0 0,-1 0 0 0 0,1-1-1 0 0,0 0 1 0 0,0 0 0 0 0,10 0 0 0 0,-3 0-13 0 0,1-1 0 0 0,-1 0 0 0 0,1-1 0 0 0,-1 0 0 0 0,1-1 0 0 0,-1-1 0 0 0,0 0 0 0 0,0 0 0 0 0,0-1 0 0 0,0-1 0 0 0,13-7-1 0 0,-4-1-55 0 0,0-1-1 0 0,-1-1 0 0 0,0 0 0 0 0,-2-2 0 0 0,1 0 1 0 0,-2-1-1 0 0,-1-1 0 0 0,0-1 0 0 0,-1 0 0 0 0,-1-1 1 0 0,-1 0-1 0 0,-1-1 0 0 0,-1-1 0 0 0,-1 0 0 0 0,-1 0 1 0 0,-1-1-1 0 0,-1 0 0 0 0,-1 0 0 0 0,3-26 0 0 0,-8 29 50 0 0,-1 0 0 0 0,-3-29-1 0 0,-1-10-248 0 0,4 57 235 0 0,6 4-67 0 0,0 0 91 0 0,0 1 0 0 0,0 0 0 0 0,0 0 1 0 0,0 1-1 0 0,8 5 0 0 0,5 1-6 0 0,2-1 1 0 0,0-1 1 0 0,0-1 0 0 0,0-1 0 0 0,1 0 0 0 0,0-2 0 0 0,0-1-1 0 0,0 0 1 0 0,0-2 0 0 0,0 0 0 0 0,0-2 0 0 0,24-4 0 0 0,-40 5 4 0 0,8-5 5 0 0,7-5-32 0 0,-13 6 66 0 0,1-1 0 0 0,-1 0 1 0 0,1 0-1 0 0,-2 0 0 0 0,1-1 1 0 0,6-9-1 0 0,-13 15 130 0 0,-1 1-131 0 0,-1-1-32 0 0,0 1 0 0 0,1-1 0 0 0,-1 1 0 0 0,1 0 1 0 0,-1 0-1 0 0,0-1 0 0 0,1 1 0 0 0,-1 0 0 0 0,0 0 0 0 0,1 0 0 0 0,-1 0 1 0 0,0 0-1 0 0,0 0 0 0 0,1 0 0 0 0,-1 0 0 0 0,0 0 0 0 0,1 0 1 0 0,-1 0-1 0 0,0 0 0 0 0,-1 1 0 0 0,-14 11 112 0 0,0 1 1 0 0,1 1-1 0 0,0 0 0 0 0,1 1 0 0 0,1 1 1 0 0,0 0-1 0 0,-11 20 0 0 0,6-6 132 0 0,0 1 0 0 0,3 1 1 0 0,-17 46-1 0 0,27-65-176 0 0,1 0 1 0 0,1 0-1 0 0,0 0 0 0 0,1 1 1 0 0,0-1-1 0 0,1 1 1 0 0,0-1-1 0 0,3 20 0 0 0,-2-29-83 0 0,1 0-1 0 0,-1 1 1 0 0,1-1-1 0 0,1 0 0 0 0,-1 0 1 0 0,0 0-1 0 0,1 0 0 0 0,0 0 1 0 0,0-1-1 0 0,0 1 0 0 0,0-1 1 0 0,1 1-1 0 0,-1-1 0 0 0,1 0 1 0 0,0 1-1 0 0,0-2 1 0 0,0 1-1 0 0,1 0 0 0 0,-1 0 1 0 0,0-1-1 0 0,1 0 0 0 0,0 0 1 0 0,0 0-1 0 0,-1 0 0 0 0,1-1 1 0 0,0 1-1 0 0,0-1 0 0 0,0 0 1 0 0,1 0-1 0 0,6 0 1 0 0,-2 0-473 0 0,-1-1 1 0 0,1 0 0 0 0,0 0 0 0 0,-1-1 0 0 0,1 0 0 0 0,-1-1 0 0 0,1 0 0 0 0,-1 0 0 0 0,0-1 0 0 0,15-6 0 0 0,-14 4-1092 0 0,0 0-1 0 0,0 0 1 0 0,0-1 0 0 0,-1 0-1 0 0,9-8 1 0 0,-1-3-5181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01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71 2580 0 0,'-27'-4'1641'0'0,"-208"-39"10444"0"0,224 37-11255 0 0,13 0 141 0 0,0 5-904 0 0,0 0-1 0 0,1 0 1 0 0,-1 0-1 0 0,0 0 1 0 0,0 0-1 0 0,1 1 1 0 0,-1-1-1 0 0,1 1 1 0 0,2-1-1 0 0,108-2-1516 0 0,128 11-1 0 0,-6 2-6189 0 0,-138-12 1813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03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262 194 716 0 0,'-14'-6'13522'0'0,"12"7"-13310"0"0,0 0 1 0 0,0 1-1 0 0,0-1 1 0 0,1 1-1 0 0,-1-1 1 0 0,0 1-1 0 0,1 0 1 0 0,-1 0-1 0 0,1 0 1 0 0,-1 0-1 0 0,1 0 1 0 0,0 0-1 0 0,0 0 1 0 0,0 0-1 0 0,0 0 1 0 0,0 0-1 0 0,0 1 1 0 0,0 3-1 0 0,-12 50 1281 0 0,13-52-1429 0 0,-41 249 1775 0 0,-46 263-1922 0 0,83-496-117 0 0,2-7-190 0 0,0-1 1 0 0,-8 21-1 0 0,10-33 346 0 0,0 1 0 0 0,0-1 0 0 0,0 1 0 0 0,0-1 0 0 0,0 0 0 0 0,0 1 0 0 0,0-1 0 0 0,0 0-1 0 0,0 1 1 0 0,0-1 0 0 0,0 0 0 0 0,-1 1 0 0 0,1-1 0 0 0,0 0 0 0 0,0 1 0 0 0,0-1 0 0 0,-1 0 0 0 0,1 1 0 0 0,0-1 0 0 0,0 0 0 0 0,-1 0-1 0 0,1 1 1 0 0,0-1 0 0 0,0 0 0 0 0,-1 0 0 0 0,1 0 0 0 0,0 1 0 0 0,-1-1 0 0 0,1 0 0 0 0,0 0 0 0 0,-1 0 0 0 0,1 0 0 0 0,0 0-1 0 0,-1 0 1 0 0,1 0 0 0 0,-1 0 0 0 0,1 0 0 0 0,0 0 0 0 0,-1 0 0 0 0,1 0 0 0 0,0 0 0 0 0,-1 0 0 0 0,1 0 0 0 0,-1 0 0 0 0,1 0-1 0 0,0 0 1 0 0,-1 0 0 0 0,1 0 0 0 0,0-1 0 0 0,-1 1 0 0 0,1 0 0 0 0,0 0 0 0 0,0 0 0 0 0,-1-1 0 0 0,1 1 0 0 0,0 0 0 0 0,-1 0 0 0 0,1-1-1 0 0,0 1 1 0 0,0 0 0 0 0,0-1 0 0 0,-1 1 0 0 0,1 0 0 0 0,0-1 0 0 0,0 1 0 0 0,0 0 0 0 0,0-1 0 0 0,0 1 0 0 0,-1-1 0 0 0,-9-26-1144 0 0,-3-66-11 0 0,4 0-1 0 0,3-114 1 0 0,2 44 1143 0 0,2 108 351 0 0,9-97 0 0 0,-5 131-174 0 0,1 1-1 0 0,2-1 1 0 0,0 1 0 0 0,0 0-1 0 0,2 1 1 0 0,1 0 0 0 0,19-36-1 0 0,-19 43-27 0 0,0 1-1 0 0,1 1 1 0 0,1-1-1 0 0,0 1 1 0 0,0 1-1 0 0,1 0 1 0 0,0 0-1 0 0,0 1 1 0 0,1 1-1 0 0,0-1 1 0 0,0 2-1 0 0,1 0 1 0 0,22-7-1 0 0,-18 8 25 0 0,1 0 0 0 0,-1 1 0 0 0,1 1 0 0 0,0 1 0 0 0,0 0 0 0 0,0 1 0 0 0,0 1 0 0 0,0 1 0 0 0,0 1 0 0 0,21 4 1 0 0,-28-3-48 0 0,0 0 0 0 0,0 0 0 0 0,0 1 0 0 0,0 1 0 0 0,-1 0 0 0 0,0 0 1 0 0,0 1-1 0 0,-1 0 0 0 0,14 11 0 0 0,-19-14-51 0 0,-1 1-1 0 0,1-1 1 0 0,-1 1-1 0 0,0 0 1 0 0,0 0-1 0 0,0 0 1 0 0,0 0 0 0 0,-1 0-1 0 0,0 1 1 0 0,0-1-1 0 0,0 1 1 0 0,0 0-1 0 0,-1-1 1 0 0,1 1-1 0 0,-1 0 1 0 0,-1 0-1 0 0,1 0 1 0 0,-1 0 0 0 0,0 0-1 0 0,0 0 1 0 0,0 0-1 0 0,0 0 1 0 0,-3 9-1 0 0,-2 2 7 0 0,-1 1-1 0 0,0-1 0 0 0,-2 0 1 0 0,0-1-1 0 0,0 0 1 0 0,-1 0-1 0 0,-1-1 1 0 0,-1 0-1 0 0,0 0 0 0 0,0-2 1 0 0,-2 1-1 0 0,1-1 1 0 0,-18 12-1 0 0,-5 1-1 0 0,0-2-1 0 0,-1-1 1 0 0,-1-1-1 0 0,-52 19 1 0 0,-47 7 196 0 0,86-31 25 0 0,49-16-86 0 0,0 1-99 0 0,1 0 0 0 0,-1 0 0 0 0,1 0-1 0 0,0 0 1 0 0,-1 0 0 0 0,1 0 0 0 0,0-1 0 0 0,0 1-1 0 0,0 0 1 0 0,-1 0 0 0 0,1 0 0 0 0,0 0-1 0 0,1 2 1 0 0,162 133 3681 0 0,-61-56-3423 0 0,-53-38-257 0 0,87 69-509 0 0,-109-91-960 0 0,1-2 0 0 0,0-1 0 0 0,39 17 1 0 0,-59-31 577 0 0,0 0 1 0 0,0-1 0 0 0,1 0-1 0 0,10 2 1 0 0,16-3-4685 0 0,-14-2 78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05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600 663 1692 0 0,'2'-6'1881'0'0,"0"-1"0"0"0,-1 0 0 0 0,0 0 0 0 0,0 0 0 0 0,-1 0 0 0 0,0 0 0 0 0,0-1 0 0 0,-1 1 0 0 0,0 0 0 0 0,-4-15 4468 0 0,-3 61-4549 0 0,1 101 178 0 0,0-23-1420 0 0,-4-1 0 0 0,-34 146-1 0 0,33-210-431 0 0,-25 70 0 0 0,31-107-105 0 0,0-1 1 0 0,-1 0-1 0 0,0 0 0 0 0,-1 0 1 0 0,-1-1-1 0 0,0 0 0 0 0,-1 0 0 0 0,0-1 1 0 0,-17 15-1 0 0,22-22-118 0 0,-1-2 0 0 0,1 1 0 0 0,-1 0 0 0 0,1-1 0 0 0,-1 0 0 0 0,0 0 0 0 0,0-1 0 0 0,-1 0 0 0 0,1 0 0 0 0,0 0 0 0 0,-1-1 0 0 0,1 0 0 0 0,-10 0 0 0 0,7-1-213 0 0,1 0 1 0 0,-1-1-1 0 0,0 0 1 0 0,0-1 0 0 0,1 0-1 0 0,-1 0 1 0 0,1-1-1 0 0,-1 0 1 0 0,-8-5-1 0 0,4 2-114 0 0,0-2 0 0 0,1 0 0 0 0,0 0-1 0 0,1-1 1 0 0,0 0 0 0 0,0-1-1 0 0,1-1 1 0 0,0 1 0 0 0,1-2 0 0 0,0 1-1 0 0,1-1 1 0 0,-7-14 0 0 0,8 13-803 0 0,2-1 0 0 0,0 0 0 0 0,-5-23 0 0 0,0-18-5094 0 0,5 5-2845 0 0</inkml:trace>
  <inkml:trace contextRef="#ctx0" brushRef="#br0" timeOffset="1">671 93 3180 0 0,'10'-43'9196'0'0,"1"2"-5765"0"0,-10 39-3455 0 0,5-1-808 0 0,1-1-1585 0 0</inkml:trace>
  <inkml:trace contextRef="#ctx0" brushRef="#br0" timeOffset="2">1338 958 1672 0 0,'13'-5'20186'0'0,"-12"6"-20140"0"0,0 0 0 0 0,-1-1 0 0 0,1 1 0 0 0,0 0 0 0 0,-1 0 0 0 0,1 0 0 0 0,-1-1 0 0 0,1 1 0 0 0,-1 0 0 0 0,1 0 0 0 0,-1 0 0 0 0,0 0 0 0 0,1 0 0 0 0,-1 0 0 0 0,0 0 0 0 0,0-1 0 0 0,0 1 0 0 0,0 0 0 0 0,0 2 0 0 0,-5 26 458 0 0,-20 33-74 0 0,18-48-294 0 0,-61 127-824 0 0,6-12-4758 0 0,41-86-2168 0 0</inkml:trace>
  <inkml:trace contextRef="#ctx0" brushRef="#br0" timeOffset="3">2900 614 1844 0 0,'-2'-2'2374'0'0,"0"-4"-154"0"0,-1 0 0 0 0,1 0 0 0 0,1 0 1 0 0,-1 0-1 0 0,-5-22 5980 0 0,7 28-8142 0 0,-3 9 148 0 0,0 1-1 0 0,0-1 1 0 0,1 1 0 0 0,0 0 0 0 0,1 0-1 0 0,0 0 1 0 0,0 11 0 0 0,-2 15 74 0 0,-16 90 243 0 0,-5 50-312 0 0,22-144-1897 0 0,3 53 0 0 0,3-60-206 0 0,-4-24 1580 0 0,0 0 0 0 0,0 0 0 0 0,0 0 0 0 0,0 0 1 0 0,0-1-1 0 0,1 1 0 0 0,-1 0 0 0 0,0 0 0 0 0,0 0 0 0 0,1 0 0 0 0,-1-1 0 0 0,1 1 0 0 0,-1 0 0 0 0,11 7-4054 0 0,1-10 310 0 0</inkml:trace>
  <inkml:trace contextRef="#ctx0" brushRef="#br0" timeOffset="4">2997 336 24 0 0,'-18'-45'10106'0'0,"-4"-12"-2390"0"0,15 39-6720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06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1 156 1636 0 0,'19'14'10712'0'0,"-11"-7"-8785"0"0,0-1 0 0 0,-1 1-1 0 0,8 10 1 0 0,4 3-667 0 0,-7-6-756 0 0,-10-10-428 0 0,1 0 1 0 0,0-1-1 0 0,1 0 1 0 0,-1 0 0 0 0,0 0-1 0 0,6 4 1 0 0,-4-4-47 0 0,1 0 1 0 0,0 0-1 0 0,0-1 1 0 0,0 0-1 0 0,0 0 1 0 0,0 0-1 0 0,1-1 1 0 0,-1 0-1 0 0,1 0 1 0 0,-1 0-1 0 0,0-1 1 0 0,1 0-1 0 0,-1 0 1 0 0,1-1-1 0 0,-1 1 1 0 0,1-2-1 0 0,-1 1 1 0 0,0-1-1 0 0,0 0 1 0 0,12-5-1 0 0,-9 3-1 0 0,0-1 0 0 0,-1 0 0 0 0,1 0-1 0 0,-1-1 1 0 0,-1 0 0 0 0,1-1 0 0 0,-1 0 0 0 0,0 0 0 0 0,0 0-1 0 0,-1-1 1 0 0,0 0 0 0 0,0 0 0 0 0,6-14 0 0 0,-8 15-36 0 0,-1-1 1 0 0,0 1-1 0 0,0-1 0 0 0,-1 1 1 0 0,0-1-1 0 0,0 0 0 0 0,-1 0 1 0 0,0 0-1 0 0,-1 0 1 0 0,1 0-1 0 0,-1 0 0 0 0,-1 0 1 0 0,0 0-1 0 0,0 0 0 0 0,0 1 1 0 0,-3-10-1 0 0,3 16-3 0 0,0-1 1 0 0,0 1-1 0 0,1-1 1 0 0,-1 1-1 0 0,0 0 0 0 0,0-1 1 0 0,0 1-1 0 0,0 0 0 0 0,-1-1 1 0 0,1 1-1 0 0,0 0 0 0 0,0 0 1 0 0,-1 0-1 0 0,1 0 0 0 0,-1 0 1 0 0,1 1-1 0 0,-1-1 1 0 0,1 0-1 0 0,-4 0 0 0 0,2 0 3 0 0,-1 0 0 0 0,0 0 0 0 0,0 0 1 0 0,0 1-1 0 0,0-1 0 0 0,-4 1 0 0 0,0 1 11 0 0,0 0 0 0 0,1 1 0 0 0,-1 0 1 0 0,1 1-1 0 0,-1-1 0 0 0,1 1 0 0 0,0 1 0 0 0,0-1 0 0 0,1 1 1 0 0,-1 0-1 0 0,-9 8 0 0 0,-1 3 185 0 0,1-1 1 0 0,-26 32-1 0 0,31-33-14 0 0,0 2 0 0 0,0 0 0 0 0,2 0 0 0 0,0 1 0 0 0,0 0 0 0 0,2 1 0 0 0,-9 26 0 0 0,14-36-137 0 0,0 1 0 0 0,0-1 0 0 0,1 0 0 0 0,0 0 0 0 0,0 1-1 0 0,1-1 1 0 0,0 1 0 0 0,0-1 0 0 0,1 0 0 0 0,0 1 0 0 0,0-1 0 0 0,1 0 0 0 0,0 0-1 0 0,0 0 1 0 0,0 0 0 0 0,1 0 0 0 0,0 0 0 0 0,1-1 0 0 0,-1 1 0 0 0,1-1 0 0 0,5 6-1 0 0,-1-3-134 0 0,0-1-1 0 0,0 0 1 0 0,1-1-1 0 0,0 0 1 0 0,0 0 0 0 0,1-1-1 0 0,0 0 1 0 0,0-1-1 0 0,0 0 1 0 0,22 7-1 0 0,-17-8-1484 0 0,1 0 1 0 0,25 3-1 0 0,-20-6-3818 0 0,33-1 1 0 0,-33-1-1477 0 0</inkml:trace>
  <inkml:trace contextRef="#ctx0" brushRef="#br0" timeOffset="1">1124 328 2412 0 0,'9'-21'25870'0'0,"-7"18"-25394"0"0,0 0 81 0 0,5-7 2854 0 0,-6 8-3780 0 0,2-12-4108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08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2824 0 0,'-9'28'14514'0'0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10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1078 1428 0 0,'-78'65'11385'0'0,"74"-61"-10999"0"0,0-1 1 0 0,0 1 0 0 0,1 0 0 0 0,-1 0 0 0 0,1 0-1 0 0,0 0 1 0 0,0 1 0 0 0,-4 5 0 0 0,3-3 810 0 0,7-7-1124 0 0,2-1-54 0 0,-1-1 1 0 0,0 0 0 0 0,0 1 0 0 0,0-1 0 0 0,0-1-1 0 0,0 1 1 0 0,0-1 0 0 0,0 1 0 0 0,-1-1 0 0 0,5-5-1 0 0,3-2 14 0 0,-1 0-1 0 0,11-16 1 0 0,-3 2 4 0 0,-1-1 0 0 0,-2 0 0 0 0,0-1 0 0 0,17-43 0 0 0,-29 61-44 0 0,0 0 0 0 0,-1-1 0 0 0,1 1 0 0 0,-1-1 0 0 0,-1 0 0 0 0,0 1-1 0 0,0-1 1 0 0,-1 0 0 0 0,0 0 0 0 0,0 1 0 0 0,-1-1 0 0 0,0 0 0 0 0,-1 0 0 0 0,0 1 0 0 0,0-1-1 0 0,-1 1 1 0 0,0 0 0 0 0,0 0 0 0 0,-1 0 0 0 0,-5-8 0 0 0,6 12-5 0 0,1 1 4 0 0,0 0 1 0 0,0 0 0 0 0,0 0-1 0 0,0 0 1 0 0,-1 1-1 0 0,1-1 1 0 0,-1 1 0 0 0,0 0-1 0 0,1 0 1 0 0,-1 0 0 0 0,0 0-1 0 0,0 0 1 0 0,-1 1 0 0 0,1-1-1 0 0,0 1 1 0 0,-7-2 0 0 0,7 2 1 0 0,0 0 1 0 0,-1 0-1 0 0,1 1 1 0 0,0-1-1 0 0,-1 1 1 0 0,1 0-1 0 0,-1 0 1 0 0,1 0 0 0 0,0 0-1 0 0,-1 0 1 0 0,1 1-1 0 0,-1-1 1 0 0,1 1-1 0 0,0 0 1 0 0,0 0-1 0 0,-1 1 1 0 0,1-1-1 0 0,0 0 1 0 0,0 1-1 0 0,0 0 1 0 0,0 0 0 0 0,1 0-1 0 0,-1 0 1 0 0,0 0-1 0 0,1 1 1 0 0,-4 3-1 0 0,5-5 5 0 0,0 1 0 0 0,0-1 1 0 0,0 0-1 0 0,1 0 0 0 0,-1 0 0 0 0,0 0 0 0 0,1 1 0 0 0,-1-1 0 0 0,1 0 0 0 0,-1 0 0 0 0,1 1 0 0 0,0-1 1 0 0,0 0-1 0 0,-1 1 0 0 0,1-1 0 0 0,0 0 0 0 0,0 1 0 0 0,0-1 0 0 0,1 0 0 0 0,-1 1 0 0 0,0-1 0 0 0,0 0 0 0 0,1 1 1 0 0,-1-1-1 0 0,1 0 0 0 0,-1 1 0 0 0,1-1 0 0 0,-1 0 0 0 0,1 0 0 0 0,0 0 0 0 0,0 0 0 0 0,-1 0 0 0 0,1 1 0 0 0,0-1 1 0 0,2 1-1 0 0,0 1 0 0 0,1 0 0 0 0,0 0 0 0 0,-1 0 0 0 0,1 0 0 0 0,0-1 0 0 0,0 0 0 0 0,1 1 0 0 0,4 0 0 0 0,11 3 23 0 0,1-1-1 0 0,0-1 1 0 0,41 3 0 0 0,69-6 8 0 0,-71-2-12 0 0,-45 1-18 0 0,10 0-25 0 0,-21 0 4 0 0,-2 1 18 0 0,-1-1 0 0 0,1 1 0 0 0,0-1 0 0 0,-1 1 1 0 0,1 0-1 0 0,-1-1 0 0 0,1 1 0 0 0,-1 0 0 0 0,1 0 1 0 0,-1 0-1 0 0,0 0 0 0 0,1 1 0 0 0,1 1 0 0 0,-2 1 7 0 0,0 0-1 0 0,0 0 0 0 0,0 0 1 0 0,0 0-1 0 0,-1 0 0 0 0,0 0 1 0 0,0 0-1 0 0,0 0 0 0 0,0 0 1 0 0,0 0-1 0 0,-1 0 0 0 0,-1 5 1 0 0,-4 18 241 0 0,-1-1 0 0 0,-2 0-1 0 0,-18 40 1 0 0,16-43-169 0 0,2 0 0 0 0,0 1 0 0 0,2 0 0 0 0,-6 27 0 0 0,13-49-71 0 0,-1 0 1 0 0,1 0-1 0 0,0 0 1 0 0,0 0-1 0 0,0 0 0 0 0,0 0 1 0 0,0 0-1 0 0,0 0 1 0 0,1 0-1 0 0,-1 0 0 0 0,0 0 1 0 0,1 0-1 0 0,0 0 1 0 0,-1-1-1 0 0,1 1 0 0 0,0 0 1 0 0,0 0-1 0 0,0-1 1 0 0,0 1-1 0 0,0 0 0 0 0,1-1 1 0 0,-1 1-1 0 0,0-1 0 0 0,1 1 1 0 0,-1-1-1 0 0,1 0 1 0 0,-1 0-1 0 0,1 0 0 0 0,0 0 1 0 0,0 0-1 0 0,-1 0 1 0 0,1 0-1 0 0,0 0 0 0 0,3 0 1 0 0,3 1 2 0 0,0-1 0 0 0,-1 0 0 0 0,1 0 0 0 0,0-1 0 0 0,0 0 0 0 0,-1 0 0 0 0,11-3 0 0 0,16-2-14 0 0,-1-2 0 0 0,0-1 0 0 0,0-2 0 0 0,-1-1 0 0 0,-1-1 1 0 0,0-2-1 0 0,0-1 0 0 0,32-22 0 0 0,-45 24-29 0 0,1 0 1 0 0,-2-1-1 0 0,0 0 0 0 0,0-2 1 0 0,-1 0-1 0 0,-1-1 0 0 0,-1 0 1 0 0,-1-2-1 0 0,0 1 0 0 0,-1-1 1 0 0,-1-1-1 0 0,-1 0 0 0 0,9-27 1 0 0,-15 35 15 0 0,0-1 0 0 0,-2 1 1 0 0,1-1-1 0 0,0-18 0 0 0,-3 25 10 0 0,0 0 0 0 0,0 0 0 0 0,0 0 0 0 0,-1 0 0 0 0,0 0 0 0 0,0 0 0 0 0,-1 0 0 0 0,0 0 0 0 0,0 0 0 0 0,0 0 0 0 0,-3-5 0 0 0,4 10 7 0 0,0 0 0 0 0,0 0 1 0 0,0 0-1 0 0,0 0 0 0 0,0 0 1 0 0,0 0-1 0 0,0 1 1 0 0,0-1-1 0 0,-1 0 0 0 0,1 0 1 0 0,0 1-1 0 0,0-1 0 0 0,-1 1 1 0 0,1-1-1 0 0,0 1 0 0 0,-1 0 1 0 0,1-1-1 0 0,0 1 0 0 0,-1 0 1 0 0,1 0-1 0 0,-3 0 0 0 0,-27 6 37 0 0,24-3 10 0 0,1 0-1 0 0,-1 0 0 0 0,1 1 1 0 0,0 0-1 0 0,0 1 1 0 0,0-1-1 0 0,1 1 0 0 0,-9 10 1 0 0,-3 5 100 0 0,-15 23 1 0 0,24-32-122 0 0,-4 6 4 0 0,1 2 1 0 0,0-1-1 0 0,1 2 0 0 0,-7 20 0 0 0,13-31-18 0 0,1 1-1 0 0,0-1 1 0 0,1 1 0 0 0,0 0-1 0 0,1 0 1 0 0,0 0-1 0 0,0 1 1 0 0,1-1-1 0 0,0 0 1 0 0,3 17-1 0 0,-2-22-6 0 0,1-1 0 0 0,-1 0-1 0 0,0 0 1 0 0,1 1 0 0 0,0-1 0 0 0,0 0 0 0 0,0-1-1 0 0,1 1 1 0 0,-1 0 0 0 0,1-1 0 0 0,0 1 0 0 0,0-1-1 0 0,7 6 1 0 0,-5-5-48 0 0,1 0 1 0 0,1 0-1 0 0,-1 0 0 0 0,1-1 1 0 0,-1 0-1 0 0,1-1 0 0 0,13 4 1 0 0,0-2-284 0 0,0 0 1 0 0,1-2 0 0 0,0-1 0 0 0,-1-1 0 0 0,22-1 0 0 0,-17-1-159 0 0,-1-1 1 0 0,0-2 0 0 0,0 0-1 0 0,0-1 1 0 0,0-1 0 0 0,-1-1-1 0 0,0-2 1 0 0,-1 0 0 0 0,0-1-1 0 0,23-16 1 0 0,-27 14 295 0 0,-1 0-1 0 0,-1-1 1 0 0,0-1-1 0 0,0 0 1 0 0,-2-2-1 0 0,0 1 1 0 0,-1-2-1 0 0,0 1 1 0 0,-2-2-1 0 0,0 0 1 0 0,14-34 0 0 0,-11 14 760 0 0,16-69 0 0 0,-3-42 4253 0 0,-22 122-2270 0 0,-3 67 100 0 0,-10 354 4784 0 0,-15-2-4765 0 0,-51 389-1553 0 0,74-780-1119 0 0,-24 181 201 0 0,16-136-189 0 0,-27 87-1 0 0,34-127-263 0 0,-1 0 0 0 0,0 0-1 0 0,0-1 1 0 0,0 1 0 0 0,-1 0 0 0 0,1-1 0 0 0,-1 1-1 0 0,0-1 1 0 0,-1 0 0 0 0,-5 6 0 0 0,-10-9-3119 0 0,18-1 3254 0 0,0-1 0 0 0,0 1 0 0 0,0-1 0 0 0,0 1 0 0 0,1 0 0 0 0,-1-1 0 0 0,0 1 0 0 0,0-1 0 0 0,1 0 0 0 0,-1 1 0 0 0,0-1 0 0 0,1 0 0 0 0,-1 1 0 0 0,0-1 0 0 0,1 0 0 0 0,-1 0 0 0 0,1 1 0 0 0,-1-1 0 0 0,1 0 0 0 0,0 0 0 0 0,-1 0 0 0 0,1-1 1 0 0,-1 1-237 0 0,-3-7-698 0 0,0-1-1 0 0,1 0 1 0 0,0 0 0 0 0,0 1-1 0 0,1-2 1 0 0,0 1 0 0 0,1 0 0 0 0,-1-19-1 0 0,-1 3-2706 0 0,-1-17-3659 0 0</inkml:trace>
  <inkml:trace contextRef="#ctx0" brushRef="#br0" timeOffset="1">1440 814 624 0 0,'3'-13'1494'0'0,"0"0"0"0"0,2 0 0 0 0,-1 1-1 0 0,2 0 1 0 0,-1 0 0 0 0,12-17 0 0 0,-12 23-1108 0 0,0 0 0 0 0,-1 0 0 0 0,2 1 0 0 0,-1 0 0 0 0,1 0 0 0 0,0 0 0 0 0,0 1 0 0 0,0 0 0 0 0,0 0 0 0 0,1 0 0 0 0,0 1 0 0 0,0 0 0 0 0,8-3 0 0 0,4 1 156 0 0,-1 1 0 0 0,1 0 0 0 0,0 2-1 0 0,1 0 1 0 0,29 1 0 0 0,-16 3-89 0 0,-1 1 1 0 0,48 10-1 0 0,-59-7-252 0 0,0 0 0 0 0,-1 1-1 0 0,31 15 1 0 0,-40-17-48 0 0,-1 1-1 0 0,1 0 1 0 0,-1 1 0 0 0,0 0-1 0 0,-1 1 1 0 0,0 0 0 0 0,15 16-1 0 0,-21-20-56 0 0,0 1 1 0 0,0 0-1 0 0,0-1 0 0 0,0 1 1 0 0,-1 0-1 0 0,1 1 0 0 0,-1-1 0 0 0,0 0 1 0 0,-1 0-1 0 0,0 1 0 0 0,0-1 1 0 0,0 1-1 0 0,0 0 0 0 0,-1 10 0 0 0,-1-8-6 0 0,0 0 0 0 0,0 0 0 0 0,-1 0 0 0 0,0 0 0 0 0,-1 0 0 0 0,0 0 0 0 0,0-1 0 0 0,-1 1 0 0 0,-5 8 0 0 0,-4 3 28 0 0,-2-1 1 0 0,1 0 0 0 0,-2 0-1 0 0,0-2 1 0 0,-1 0-1 0 0,-25 17 1 0 0,15-14-2 0 0,0-1 0 0 0,-44 21 0 0 0,54-30-275 0 0,-1-2 0 0 0,-1 0 0 0 0,0-1 0 0 0,0-1 0 0 0,-24 4 0 0 0,40-9-85 0 0,0 0-1 0 0,-1 0 1 0 0,1 0 0 0 0,0-1 0 0 0,0 1-1 0 0,0-1 1 0 0,0 0 0 0 0,0 0-1 0 0,0 0 1 0 0,0 0 0 0 0,0 0-1 0 0,-5-3 1 0 0,7 3 154 0 0,1 1 1 0 0,-1-1-1 0 0,1 0 0 0 0,-1 1 0 0 0,1-1 1 0 0,-1 0-1 0 0,1 1 0 0 0,-1-1 0 0 0,1 0 1 0 0,0 1-1 0 0,-1-1 0 0 0,1 0 0 0 0,0 0 1 0 0,-1 0-1 0 0,1 1 0 0 0,0-1 0 0 0,0 0 1 0 0,0 0-1 0 0,0 0 0 0 0,0 0 0 0 0,0 1 0 0 0,0-3 1 0 0,0 2-198 0 0,0-2-35 0 0,0-1 0 0 0,0 1 1 0 0,1 0-1 0 0,-1 0 1 0 0,1 0-1 0 0,-1 0 1 0 0,1 0-1 0 0,0 0 1 0 0,0 0-1 0 0,0 0 1 0 0,3-4-1 0 0,21-32-3132 0 0,-19 31 2377 0 0,13-20-2796 0 0,2-1-1683 0 0</inkml:trace>
  <inkml:trace contextRef="#ctx0" brushRef="#br0" timeOffset="2">2341 110 2912 0 0,'5'-22'5877'0'0,"-2"-1"0"0"0,2-41 0 0 0,6 96-3413 0 0,-5 45-91 0 0,-5 95 0 0 0,-2-88-1843 0 0,-12 232 432 0 0,1-69-3161 0 0,11-218 1322 0 0,1-1-1 0 0,2 1 1 0 0,1-1-1 0 0,9 37 0 0 0,-9-53 113 0 0,1-1 1 0 0,0 1-1 0 0,1-1 0 0 0,0-1 0 0 0,9 16 1 0 0,-9-19-133 0 0,-1-1 1 0 0,1 0 0 0 0,1 0 0 0 0,-1-1-1 0 0,1 1 1 0 0,0-1 0 0 0,0 0-1 0 0,0-1 1 0 0,9 6 0 0 0,9 1-5807 0 0</inkml:trace>
  <inkml:trace contextRef="#ctx0" brushRef="#br0" timeOffset="3">3152 872 1856 0 0,'2'-8'1189'0'0,"0"0"1"0"0,0 1-1 0 0,-1-1 0 0 0,0 0 1 0 0,0 0-1 0 0,-1 0 0 0 0,0 0 1 0 0,-2-11-1 0 0,2 15-842 0 0,-1 1 1 0 0,0-1-1 0 0,0 0 0 0 0,0 1 1 0 0,0 0-1 0 0,-1-1 0 0 0,0 1 1 0 0,1 0-1 0 0,-1-1 1 0 0,-1 1-1 0 0,1 0 0 0 0,0 1 1 0 0,-1-1-1 0 0,1 0 0 0 0,-1 1 1 0 0,0-1-1 0 0,0 1 0 0 0,0 0 1 0 0,0 0-1 0 0,-4-3 0 0 0,2 4-149 0 0,0-1 0 0 0,-1 1 0 0 0,1 0-1 0 0,0 0 1 0 0,0 1 0 0 0,0-1 0 0 0,0 1-1 0 0,-1 0 1 0 0,1 1 0 0 0,0-1 0 0 0,0 1-1 0 0,0 0 1 0 0,0 1 0 0 0,0-1 0 0 0,0 1-1 0 0,0 0 1 0 0,0 0 0 0 0,-7 4 0 0 0,-5 3 142 0 0,1 1 1 0 0,0 1 0 0 0,-26 22 0 0 0,21-15-171 0 0,0 2 1 0 0,2 0-1 0 0,-30 41 0 0 0,41-50-150 0 0,0 1-1 0 0,2 0 0 0 0,-1 0 1 0 0,1 1-1 0 0,1 0 0 0 0,1 0 1 0 0,-1 0-1 0 0,2 1 0 0 0,-3 22 1 0 0,5-32-65 0 0,1 1 0 0 0,-1 0 0 0 0,1-1 0 0 0,1 1 1 0 0,-1 0-1 0 0,1-1 0 0 0,-1 1 0 0 0,1 0 0 0 0,1-1 0 0 0,-1 1 1 0 0,1-1-1 0 0,-1 0 0 0 0,1 1 0 0 0,0-1 0 0 0,1 0 1 0 0,-1 0-1 0 0,1 0 0 0 0,0-1 0 0 0,0 1 0 0 0,0-1 0 0 0,0 1 1 0 0,1-1-1 0 0,-1 0 0 0 0,1 0 0 0 0,0-1 0 0 0,0 1 0 0 0,0-1 1 0 0,6 3-1 0 0,-2-2-165 0 0,0 0 1 0 0,0 0-1 0 0,1-1 0 0 0,-1-1 1 0 0,1 1-1 0 0,-1-1 1 0 0,1-1-1 0 0,-1 1 1 0 0,1-2-1 0 0,0 1 0 0 0,-1-1 1 0 0,1 0-1 0 0,-1-1 1 0 0,14-4-1 0 0,-10 1 67 0 0,-1 0-1 0 0,0 0 1 0 0,0-2 0 0 0,0 1 0 0 0,-1-2-1 0 0,0 1 1 0 0,-1-1 0 0 0,1 0 0 0 0,-1-1-1 0 0,-1 0 1 0 0,0-1 0 0 0,9-13 0 0 0,1-5 158 0 0,-1 0 0 0 0,-1-1 0 0 0,17-46 0 0 0,-21 43 763 0 0,-6 15 401 0 0,1 1-1 0 0,14-27 1143 0 0,-32 81 380 0 0,-15 49-739 0 0,14-53-1628 0 0,2 1 1 0 0,-7 40-1 0 0,16-65-276 0 0,-3 11-523 0 0,2-1 1 0 0,0 1 0 0 0,1 0 0 0 0,3 24-1 0 0,-1-39 144 0 0,-1 0-1 0 0,2-1 0 0 0,-1 1 0 0 0,1 0 0 0 0,-1-1 0 0 0,2 0 0 0 0,-1 1 1 0 0,1-1-1 0 0,-1 0 0 0 0,1 0 0 0 0,1 0 0 0 0,-1 0 0 0 0,1-1 0 0 0,0 0 1 0 0,0 1-1 0 0,0-1 0 0 0,0 0 0 0 0,1-1 0 0 0,8 6 0 0 0,-3-4-529 0 0,1 0-1 0 0,-1-1 1 0 0,1 0-1 0 0,0-1 0 0 0,0 0 1 0 0,1-1-1 0 0,-1 0 0 0 0,0-1 1 0 0,1 0-1 0 0,-1-1 1 0 0,0 0-1 0 0,1-1 0 0 0,-1 0 1 0 0,0-1-1 0 0,1 0 1 0 0,13-5-1 0 0,10-6-4292 0 0</inkml:trace>
  <inkml:trace contextRef="#ctx0" brushRef="#br0" timeOffset="4">3797 964 2104 0 0,'7'-17'2330'0'0,"-2"-1"0"0"0,0 0-1 0 0,-1 0 1 0 0,3-32 0 0 0,-15 11 1881 0 0,8 38-4125 0 0,0 0-1 0 0,-1 0 1 0 0,1 1 0 0 0,-1-1 0 0 0,1 0 0 0 0,-1 0 0 0 0,1 1 0 0 0,-1-1 0 0 0,1 1 0 0 0,-1-1 0 0 0,0 1 0 0 0,1-1 0 0 0,-1 1-1 0 0,0-1 1 0 0,0 1 0 0 0,1-1 0 0 0,-1 1 0 0 0,0 0 0 0 0,0-1 0 0 0,0 1 0 0 0,1 0 0 0 0,-1 0 0 0 0,0 0 0 0 0,0-1 0 0 0,0 1-1 0 0,0 0 1 0 0,1 0 0 0 0,-1 0 0 0 0,0 1 0 0 0,-1-1 0 0 0,-24 5 1178 0 0,17 0-819 0 0,0 0 0 0 0,0 1 0 0 0,0 0 0 0 0,1 0 0 0 0,0 0 1 0 0,-13 15-1 0 0,-39 51 1129 0 0,48-56-1368 0 0,0 2 0 0 0,1 0 0 0 0,1 0 0 0 0,1 0 0 0 0,0 1 0 0 0,2 1 0 0 0,-11 39 0 0 0,17-51-229 0 0,-1 0 0 0 0,1 0 0 0 0,1 0 0 0 0,0 0 0 0 0,0 0 0 0 0,0 0 0 0 0,1 0-1 0 0,1 0 1 0 0,-1 0 0 0 0,4 9 0 0 0,-3-11-122 0 0,1-1 1 0 0,-1 0-1 0 0,1 1 0 0 0,0-1 0 0 0,1 0 0 0 0,-1-1 1 0 0,1 1-1 0 0,0-1 0 0 0,0 1 0 0 0,1-1 0 0 0,-1 0 1 0 0,1-1-1 0 0,0 1 0 0 0,0-1 0 0 0,7 4 0 0 0,1-1-326 0 0,-1-1 0 0 0,1 0 0 0 0,0-1 0 0 0,0 0 0 0 0,0-1 0 0 0,0 0 0 0 0,1-1 0 0 0,-1-1 0 0 0,1 0 0 0 0,0-1 0 0 0,-1 0 0 0 0,1-1 0 0 0,-1-1 0 0 0,1 0 0 0 0,-1-1 0 0 0,0 0 0 0 0,0-1 1 0 0,18-8-1 0 0,-14 5 16 0 0,0-2 1 0 0,0 0-1 0 0,-1-1 1 0 0,0-1 0 0 0,0 0-1 0 0,-2-1 1 0 0,1-1-1 0 0,-1 0 1 0 0,-1-1 0 0 0,-1-1-1 0 0,0 0 1 0 0,15-25-1 0 0,-8 7 884 0 0,-1-2-1 0 0,24-71 0 0 0,-31 71 3023 0 0,9-52 0 0 0,-11 52 1278 0 0,-11 36-4468 0 0,0 1 0 0 0,1-1 1 0 0,-1 0-1 0 0,1 1 0 0 0,-1-1 0 0 0,1 1 0 0 0,0 0 0 0 0,-1-1 0 0 0,1 1 1 0 0,0 0-1 0 0,-1 3 0 0 0,-43 80 2696 0 0,-59 156 1 0 0,99-227-3769 0 0,0 0 1 0 0,1 1-1 0 0,1-1 1 0 0,1 1-1 0 0,-2 25 1 0 0,4-36 592 0 0,0 0 0 0 0,0 0-1 0 0,0 0 1 0 0,1 0 0 0 0,0 0 0 0 0,-1-1 0 0 0,1 1 0 0 0,1 0 0 0 0,-1 0 0 0 0,0 0 0 0 0,1-1 0 0 0,0 1 0 0 0,0-1-1 0 0,0 1 1 0 0,0-1 0 0 0,1 0 0 0 0,-1 0 0 0 0,1 0 0 0 0,0 0 0 0 0,0 0 0 0 0,0-1 0 0 0,0 1 0 0 0,0-1 0 0 0,1 0-1 0 0,4 3 1 0 0,-3-4-425 0 0,-1 1 0 0 0,0-1-1 0 0,1 0 1 0 0,-1-1-1 0 0,1 1 1 0 0,-1-1 0 0 0,1 1-1 0 0,-1-1 1 0 0,1-1-1 0 0,-1 1 1 0 0,1-1 0 0 0,-1 1-1 0 0,0-1 1 0 0,1-1-1 0 0,-1 1 1 0 0,0-1 0 0 0,0 1-1 0 0,0-1 1 0 0,0 0 0 0 0,8-5-1 0 0,7-6-5674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11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326 671 392 0 0,'6'-15'4112'0'0,"0"-1"-1"0"0,5-27 1 0 0,0 3 5700 0 0,-9 50-8476 0 0,0 0 0 0 0,-1-1 0 0 0,0 14 1 0 0,-6 58 1542 0 0,-1-21-1727 0 0,0 41-326 0 0,-2 72-1205 0 0,8-171 108 0 0,2-2-581 0 0,-1-1 784 0 0,0 1 0 0 0,0 0 1 0 0,0-1-1 0 0,0 1 0 0 0,0-1 1 0 0,0 1-1 0 0,0-1 0 0 0,0 0 1 0 0,0 1-1 0 0,0-1 0 0 0,0 0 1 0 0,0 0-1 0 0,0 0 0 0 0,-1 0 1 0 0,1 0-1 0 0,0-1 0 0 0,14-21-739 0 0,-11 15 519 0 0,26-42-129 0 0,2 0 0 0 0,2 2 0 0 0,3 2 0 0 0,1 1 0 0 0,2 2 0 0 0,2 2 0 0 0,49-37 0 0 0,-89 76 518 0 0,1 0 0 0 0,0 0-1 0 0,-1 1 1 0 0,1-1 0 0 0,0 1-1 0 0,0-1 1 0 0,1 1 0 0 0,-1 0 0 0 0,0 0-1 0 0,0 0 1 0 0,1 1 0 0 0,-1-1 0 0 0,0 1-1 0 0,6 0 1 0 0,-7 0-33 0 0,0 0 0 0 0,-1 1 0 0 0,1-1 0 0 0,0 1 0 0 0,-1 0 0 0 0,1-1 0 0 0,-1 1 0 0 0,1 0-1 0 0,-1 0 1 0 0,1 0 0 0 0,-1 0 0 0 0,1 0 0 0 0,-1 1 0 0 0,0-1 0 0 0,0 0 0 0 0,0 1 0 0 0,0-1 0 0 0,0 1 0 0 0,0-1 0 0 0,0 1 0 0 0,0-1 0 0 0,0 1 0 0 0,-1-1-1 0 0,1 1 1 0 0,-1 0 0 0 0,1 0 0 0 0,-1-1 0 0 0,0 1 0 0 0,1 3 0 0 0,0 14 71 0 0,-1-1 0 0 0,0 0 0 0 0,-1 0 0 0 0,-1 1 0 0 0,-1-1 0 0 0,-7 27-1 0 0,-3 16-1483 0 0,11-48 445 0 0,0-1 0 0 0,1 1 0 0 0,0-1 0 0 0,2 23 0 0 0,0-31 524 0 0,0 0 0 0 0,0 0 0 0 0,0 0 0 0 0,0 0 1 0 0,1 0-1 0 0,-1 0 0 0 0,1-1 0 0 0,0 1 0 0 0,0-1 0 0 0,0 1 0 0 0,1-1 1 0 0,-1 0-1 0 0,1 0 0 0 0,0 0 0 0 0,0 0 0 0 0,0 0 0 0 0,0 0 0 0 0,6 3 1 0 0,-3-2-500 0 0,0-1 1 0 0,0 0 0 0 0,0 0-1 0 0,0-1 1 0 0,1 1-1 0 0,-1-1 1 0 0,1 0 0 0 0,0-1-1 0 0,7 1 1 0 0,13 0-5170 0 0</inkml:trace>
  <inkml:trace contextRef="#ctx0" brushRef="#br0" timeOffset="1">1421 628 408 0 0,'4'-10'1725'0'0,"-1"0"0"0"0,1-1 1 0 0,-2 1-1 0 0,4-22 0 0 0,-6 30-1468 0 0,0 0-1 0 0,1-1 1 0 0,-1 1 0 0 0,0 0 0 0 0,0-1 0 0 0,0 1-1 0 0,-1 0 1 0 0,1-1 0 0 0,-1 1 0 0 0,1 0-1 0 0,-1-1 1 0 0,0 1 0 0 0,0 0 0 0 0,0 0-1 0 0,0 0 1 0 0,0 0 0 0 0,0 0 0 0 0,0 0-1 0 0,-1 0 1 0 0,1 0 0 0 0,-1 1 0 0 0,0-1 0 0 0,1 0-1 0 0,-1 1 1 0 0,0-1 0 0 0,0 1 0 0 0,0 0-1 0 0,-3-2 1 0 0,1 1-61 0 0,0 1 0 0 0,0 1-1 0 0,0-1 1 0 0,0 0 0 0 0,0 1 0 0 0,0 0 0 0 0,0 0-1 0 0,0 0 1 0 0,0 0 0 0 0,0 1 0 0 0,0-1-1 0 0,0 1 1 0 0,0 0 0 0 0,0 1 0 0 0,1-1-1 0 0,-7 3 1 0 0,-4 3 292 0 0,0 1 1 0 0,-22 17-1 0 0,28-19-316 0 0,-11 9 34 0 0,0 0 1 0 0,0 2 0 0 0,2 1 0 0 0,0 0-1 0 0,1 1 1 0 0,1 0 0 0 0,1 2 0 0 0,-16 28-1 0 0,25-39-158 0 0,1 0 0 0 0,-1 0 0 0 0,2 0 0 0 0,0 1 0 0 0,-3 16-1 0 0,5-24-35 0 0,0 0 0 0 0,1 0 0 0 0,0 0-1 0 0,0 0 1 0 0,0 1 0 0 0,0-1 0 0 0,0 0 0 0 0,0 0-1 0 0,1 0 1 0 0,-1 0 0 0 0,1 0 0 0 0,0 0 0 0 0,0 0-1 0 0,0 0 1 0 0,1 0 0 0 0,-1 0 0 0 0,1 0 0 0 0,-1 0-1 0 0,1-1 1 0 0,0 1 0 0 0,0-1 0 0 0,4 5 0 0 0,-3-6-18 0 0,1 1 0 0 0,-1 0 0 0 0,0-1 0 0 0,0 1 1 0 0,1-1-1 0 0,-1 0 0 0 0,1 0 0 0 0,-1-1 1 0 0,5 1-1 0 0,-5 0-4 0 0,-1-1-10 0 0,1 0 0 0 0,-1 0 1 0 0,1 0-1 0 0,0 0 0 0 0,-1 0 0 0 0,1-1 0 0 0,-1 1 0 0 0,1-1 0 0 0,-1 0 1 0 0,1 1-1 0 0,-1-1 0 0 0,4-2 0 0 0,3-1-83 0 0,1 0 8 0 0,0-1-1 0 0,0 0 0 0 0,-1-1 0 0 0,1 0 0 0 0,-1-1 0 0 0,-1 0 0 0 0,1 0 0 0 0,-1-1 0 0 0,8-10 0 0 0,7-9-120 0 0,29-47 1 0 0,11-20 173 0 0,-63 93 63 0 0,1 1-1 0 0,-1-1 0 0 0,0 0 0 0 0,1 1 0 0 0,-1-1 0 0 0,0 0 0 0 0,1 1 1 0 0,-1-1-1 0 0,1 0 0 0 0,-1 1 0 0 0,1-1 0 0 0,-1 1 0 0 0,1-1 1 0 0,0 1-1 0 0,-1-1 0 0 0,1 1 0 0 0,0 0 0 0 0,-1-1 0 0 0,1 1 1 0 0,0 0-1 0 0,-1-1 0 0 0,2 1 0 0 0,-1 0-3 0 0,-1 0 0 0 0,1 1 0 0 0,-1-1 1 0 0,1 0-1 0 0,-1 1 0 0 0,0-1 0 0 0,1 0 0 0 0,-1 1 0 0 0,1-1 0 0 0,-1 1 1 0 0,0-1-1 0 0,1 1 0 0 0,-1-1 0 0 0,0 1 0 0 0,1-1 0 0 0,-1 1 0 0 0,0-1 1 0 0,0 1-1 0 0,0-1 0 0 0,0 1 0 0 0,1 0 0 0 0,3 34 1000 0 0,-7 6 456 0 0,-1 0-1 0 0,-3 0 1 0 0,-20 72 0 0 0,12-56-508 0 0,-198 653 1085 0 0,195-662-2050 0 0,-2-1 0 0 0,-2-1 0 0 0,-37 56 0 0 0,46-81 0 0 0,-2-1 0 0 0,0-1 0 0 0,-2-1 0 0 0,0 0 0 0 0,-1-1 0 0 0,0 0 0 0 0,-2-2 0 0 0,-39 25 0 0 0,51-36 0 0 0,0 0 0 0 0,0 0 0 0 0,-1-1 0 0 0,1 0 0 0 0,-1 0 0 0 0,1-1 0 0 0,-1 0 0 0 0,0-1 0 0 0,0 1 0 0 0,0-2 0 0 0,-13 0 0 0 0,17 0 0 0 0,-1-1 0 0 0,0 0 0 0 0,1-1 0 0 0,-1 1 0 0 0,0-1 0 0 0,1 0 0 0 0,0 0 0 0 0,0-1 0 0 0,-1 1 0 0 0,1-1 0 0 0,1 0 0 0 0,-1-1 0 0 0,0 1 0 0 0,1-1 0 0 0,0 0 0 0 0,0 0 0 0 0,0 0 0 0 0,-6-9 0 0 0,-2-7-268 0 0,1 0 0 0 0,1-1 0 0 0,0 0 0 0 0,2-1 1 0 0,0 1-1 0 0,1-2 0 0 0,2 1 0 0 0,0-1 0 0 0,2 0 0 0 0,0 0 0 0 0,1-28 0 0 0,3-31-1917 0 0,20-145-1 0 0,-21 227 2184 0 0,5-41-1828 0 0,16-142-10772 0 0,-17 125 4259 0 0</inkml:trace>
  <inkml:trace contextRef="#ctx0" brushRef="#br0" timeOffset="2">233 28 904 0 0,'-139'-18'12717'0'0,"49"9"-7360"0"0,87 8-4877 0 0,5 3-1055 0 0,-2-1 509 0 0,1-1 0 0 0,-1 1 0 0 0,0-1 0 0 0,0 1 0 0 0,1-1 0 0 0,-1 1 0 0 0,0-1 0 0 0,1 1 0 0 0,-1-1 0 0 0,0 0 0 0 0,1 1 0 0 0,-1-1 0 0 0,0 0 0 0 0,1 1 0 0 0,-1-1 0 0 0,1 0 0 0 0,-1 1 0 0 0,1-1 0 0 0,-1 0 0 0 0,2 1 0 0 0,88 26-9598 0 0,-64-22 4235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13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159 756 2328 0 0,'-9'3'915'0'0,"-1"0"0"0"0,1 1 0 0 0,0 0 0 0 0,0 1 0 0 0,0 0 0 0 0,0 0 0 0 0,1 1-1 0 0,0 0 1 0 0,0 0 0 0 0,1 1 0 0 0,-10 11 0 0 0,12-12-527 0 0,0 1 1 0 0,0 0-1 0 0,1 1 0 0 0,0-1 0 0 0,0 1 1 0 0,0-1-1 0 0,1 1 0 0 0,1 0 0 0 0,-1 0 1 0 0,2 1-1 0 0,-1-1 0 0 0,1 0 1 0 0,0 1-1 0 0,0 9 0 0 0,1-6-21 0 0,-1-9-255 0 0,1 1-1 0 0,0 0 1 0 0,-1 0-1 0 0,2 0 1 0 0,-1 0 0 0 0,0 0-1 0 0,1 0 1 0 0,-1-1-1 0 0,1 1 1 0 0,0 0 0 0 0,1 0-1 0 0,-1-1 1 0 0,1 1 0 0 0,-1-1-1 0 0,1 1 1 0 0,0-1-1 0 0,0 0 1 0 0,4 5 0 0 0,-3-6-82 0 0,-1 0 1 0 0,1-1 0 0 0,-1 1 0 0 0,1 0 0 0 0,-1-1-1 0 0,1 0 1 0 0,0 0 0 0 0,0 0 0 0 0,0 0-1 0 0,0 0 1 0 0,0 0 0 0 0,0-1 0 0 0,0 1-1 0 0,5-1 1 0 0,-2 0 4 0 0,0-1-1 0 0,1 0 0 0 0,-1 0 0 0 0,0 0 1 0 0,0-1-1 0 0,11-4 0 0 0,0-2-14 0 0,-1-1-1 0 0,0 0 1 0 0,0-1 0 0 0,16-14-1 0 0,-4-1-221 0 0,-1 0 0 0 0,-1-2 0 0 0,-1 0 0 0 0,-1-2-1 0 0,32-54 1 0 0,-20 22-106 0 0,-2-2 1 0 0,25-70-1 0 0,-38 80 249 0 0,-2-2 1 0 0,-3 0-1 0 0,-2-1 1 0 0,-3 0-1 0 0,7-89 0 0 0,-17 127 183 0 0,-1 1 0 0 0,-2-22-1 0 0,1 37-99 0 0,1 1 0 0 0,-1-1 0 0 0,1 1 0 0 0,-1 0 0 0 0,0-1 1 0 0,0 1-1 0 0,0 0 0 0 0,1 0 0 0 0,-1-1 0 0 0,0 1 0 0 0,-2-1 0 0 0,0 2 19 0 0,0 0 1 0 0,0 1-1 0 0,0 0 1 0 0,0 0-1 0 0,0 0 1 0 0,0 0-1 0 0,0 0 1 0 0,0 0-1 0 0,1 1 0 0 0,-1-1 1 0 0,0 1-1 0 0,1 0 1 0 0,-1 0-1 0 0,1 0 1 0 0,0 0-1 0 0,0 0 1 0 0,-3 4-1 0 0,-5 7 157 0 0,1-1 1 0 0,-10 19-1 0 0,10-15-22 0 0,-33 58 211 0 0,3 1 1 0 0,3 2-1 0 0,4 1 1 0 0,3 2-1 0 0,-22 98 1 0 0,42-137-327 0 0,2 0 0 0 0,-4 53 1 0 0,10-79-150 0 0,1 1-1 0 0,1 0 1 0 0,0 0 0 0 0,1 0-1 0 0,0-1 1 0 0,2 1 0 0 0,0-1-1 0 0,0 1 1 0 0,8 15 0 0 0,-9-25-66 0 0,0 0 0 0 0,0-1 0 0 0,1 1 0 0 0,0-1-1 0 0,0 0 1 0 0,0 0 0 0 0,0 0 0 0 0,1-1 0 0 0,0 1 0 0 0,0-1 0 0 0,0 0 0 0 0,0 0 0 0 0,1-1 0 0 0,-1 0 0 0 0,1 0 0 0 0,0 0 0 0 0,0-1 0 0 0,0 0-1 0 0,0 0 1 0 0,1 0 0 0 0,-1-1 0 0 0,0 0 0 0 0,1 0 0 0 0,-1 0 0 0 0,1-1 0 0 0,12-1 0 0 0,-4-1-250 0 0,1 0 1 0 0,-1-1-1 0 0,1-1 1 0 0,-1-1-1 0 0,0 0 0 0 0,-1-1 1 0 0,1 0-1 0 0,-1-1 1 0 0,0-1-1 0 0,13-9 0 0 0,4-7-30 0 0,-1-1 0 0 0,-1-1 0 0 0,-2-1-1 0 0,-1-2 1 0 0,0-1 0 0 0,33-52-1 0 0,-9-1 42 0 0,60-129 0 0 0,-18-23 821 0 0,-47 71 2594 0 0,-44 162-2904 0 0,-1 0 1 0 0,1 0-1 0 0,0-1 0 0 0,-1 1 0 0 0,0 0 0 0 0,1 0 0 0 0,-1-1 0 0 0,0 1 0 0 0,0 0 0 0 0,0 0 1 0 0,-1-1-1 0 0,1 1 0 0 0,0 0 0 0 0,-1 0 0 0 0,1 0 0 0 0,-1-1 0 0 0,0 1 0 0 0,0 0 0 0 0,0 0 0 0 0,-1-2 1 0 0,-2 5 379 0 0,-2 1-350 0 0,1 1 0 0 0,0-1 0 0 0,1 1 0 0 0,-1 0 1 0 0,0 0-1 0 0,1 1 0 0 0,0-1 0 0 0,-1 1 0 0 0,1 0 0 0 0,1 0 0 0 0,-1 1 0 0 0,1-1 0 0 0,-1 1 0 0 0,-2 5 0 0 0,-8 16 678 0 0,-17 38 0 0 0,26-54-655 0 0,-35 86 573 0 0,5 1 0 0 0,4 2 0 0 0,4 1 0 0 0,5 1 0 0 0,-13 134 0 0 0,31-207-676 0 0,2-19-50 0 0,1 0 1 0 0,0 0-1 0 0,0 0 1 0 0,1 0 0 0 0,1 9-1 0 0,-1-16-1 0 0,13-6-69 0 0,-11 3 38 0 0,-1 1 0 0 0,1 0 1 0 0,-1-1-1 0 0,1 1 1 0 0,-1-1-1 0 0,1 1 0 0 0,-1-1 1 0 0,0 0-1 0 0,1 0 0 0 0,-1 0 1 0 0,0 1-1 0 0,2-3 0 0 0,34-34-657 0 0,44-57-1 0 0,-6 7 144 0 0,-47 55 400 0 0,2 2 0 0 0,1 2 0 0 0,1 0 0 0 0,54-34 1 0 0,-85 61 139 0 0,0 1 1 0 0,0 0-1 0 0,0 0 1 0 0,0-1-1 0 0,0 1 1 0 0,0 0-1 0 0,0 0 1 0 0,0 0 0 0 0,0 0-1 0 0,0 0 1 0 0,0 0-1 0 0,1 0 1 0 0,-1 0-1 0 0,0 1 1 0 0,0-1 0 0 0,0 0-1 0 0,1 1 1 0 0,-1 0 30 0 0,1-1-4 0 0,0 0 0 0 0,-1 1 0 0 0,1 0 0 0 0,-1-1 0 0 0,1 1 0 0 0,-1 0 0 0 0,1 0 0 0 0,-1 0 0 0 0,0 0 0 0 0,1 0 0 0 0,-1 0 0 0 0,0 0 0 0 0,0 0 0 0 0,0 0 0 0 0,0 1 0 0 0,0-1 0 0 0,0 0 0 0 0,0 1 0 0 0,0-1 0 0 0,0 1 0 0 0,0 2 0 0 0,1 1 134 0 0,0 0 0 0 0,0 1 0 0 0,-1-1-1 0 0,2 10 1 0 0,-1 16 411 0 0,-2 0-1 0 0,-7 59 1 0 0,3-60-445 0 0,2 1 1 0 0,1-1-1 0 0,3 33 1 0 0,-2-59-130 0 0,1 0 0 0 0,0 0 1 0 0,-1 0-1 0 0,1 0 0 0 0,1-1 0 0 0,-1 1 1 0 0,0 0-1 0 0,1-1 0 0 0,0 1 0 0 0,0-1 1 0 0,0 0-1 0 0,0 1 0 0 0,1-1 0 0 0,-1 0 0 0 0,1 0 1 0 0,-1-1-1 0 0,1 1 0 0 0,0-1 0 0 0,0 1 1 0 0,1-1-1 0 0,4 3 0 0 0,-2-2-6 0 0,0-1 0 0 0,1 0 0 0 0,-1 0 0 0 0,0 0 0 0 0,1-1 0 0 0,0 0 0 0 0,-1 0 0 0 0,1-1 0 0 0,-1 0 0 0 0,1 0 0 0 0,9-2 0 0 0,-7 1-38 0 0,-1-1 1 0 0,1 0-1 0 0,0-1 0 0 0,-1 0 1 0 0,0-1-1 0 0,1 1 1 0 0,-2-1-1 0 0,1-1 1 0 0,0 0-1 0 0,11-9 1 0 0,4-6-246 0 0,34-38 0 0 0,-56 56 260 0 0,22-26-74 0 0,-1-1-1 0 0,-2 0 1 0 0,0-2 0 0 0,-3 0-1 0 0,0-1 1 0 0,-2-1-1 0 0,-2-1 1 0 0,18-68-1 0 0,-29 99 82 0 0,-1-1 0 0 0,0 0 0 0 0,0 0 0 0 0,-1 0-1 0 0,1 0 1 0 0,-1 0 0 0 0,0 0 0 0 0,0 0-1 0 0,0 0 1 0 0,-1 0 0 0 0,1 0 0 0 0,-1 0 0 0 0,0 0-1 0 0,-2-5 1 0 0,2 7-13 0 0,-3 2 63 0 0,1 1 0 0 0,-1-1 0 0 0,1 1 0 0 0,-1 0 0 0 0,1 1 0 0 0,-1-1 0 0 0,1 0 0 0 0,0 1 0 0 0,0 0 0 0 0,0 0 0 0 0,0 0 0 0 0,0 0 0 0 0,0 0 0 0 0,0 0 0 0 0,1 1 0 0 0,-1 0 0 0 0,1-1 0 0 0,0 1 0 0 0,-4 6 0 0 0,-4 6 184 0 0,1 0-1 0 0,-11 28 1 0 0,18-39-199 0 0,-10 23 188 0 0,2 0 0 0 0,1 0 1 0 0,-9 46-1 0 0,16-61-164 0 0,0-1 0 0 0,1 1 1 0 0,0 0-1 0 0,1 0 0 0 0,0 0 1 0 0,1 0-1 0 0,0 0 0 0 0,1 0 0 0 0,0 0 1 0 0,1-1-1 0 0,6 16 0 0 0,-5-19-34 0 0,1-1 1 0 0,-1 0-1 0 0,1-1 1 0 0,0 1-1 0 0,1-1 0 0 0,0 0 1 0 0,0 0-1 0 0,0 0 0 0 0,1-1 1 0 0,-1 0-1 0 0,1-1 1 0 0,0 1-1 0 0,1-1 0 0 0,-1 0 1 0 0,1-1-1 0 0,15 5 1 0 0,5 0-297 0 0,0-2 1 0 0,0 0 0 0 0,45 2 0 0 0,-47-6-427 0 0,0-2-1 0 0,0 0 1 0 0,0-2-1 0 0,-1-1 1 0 0,1-1-1 0 0,32-10 1 0 0,-40 8-573 0 0,-1 0 0 0 0,0-1 0 0 0,31-17 0 0 0,-37 17-84 0 0,-1-1 0 0 0,1 1 0 0 0,-1-2 0 0 0,-1 1 0 0 0,1-1 0 0 0,8-12 1 0 0,3-7-5557 0 0</inkml:trace>
  <inkml:trace contextRef="#ctx0" brushRef="#br0" timeOffset="1">521 317 1116 0 0,'-150'6'5241'0'0,"-130"0"5094"0"0,245-13-8468 0 0,51-2-1178 0 0,6 2-661 0 0,0 2-1 0 0,1 0 0 0 0,29-2 1 0 0,-12 2-368 0 0,160-19-2326 0 0,32-5-5112 0 0,-125 14 1608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15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101 702 1620 0 0,'-82'19'13023'0'0,"78"-18"-12139"0"0,2 0-71 0 0,-11 2 1055 0 0,15-16-576 0 0,21-18-473 0 0,36-38 0 0 0,-1 1-564 0 0,99-147-92 0 0,-141 189-169 0 0,-1-2 0 0 0,-1 1 0 0 0,-2-2 0 0 0,0 0 0 0 0,-2 0 1 0 0,10-48-1 0 0,-19 67-10 0 0,0 0 0 0 0,-1 0 1 0 0,0 0-1 0 0,-2-17 1 0 0,2 26 11 0 0,0 0 1 0 0,0 0-1 0 0,-1 1 1 0 0,1-1 0 0 0,-1 0-1 0 0,1 0 1 0 0,-1 0 0 0 0,1 0-1 0 0,-1 0 1 0 0,0 1-1 0 0,1-1 1 0 0,-1 0 0 0 0,0 0-1 0 0,1 1 1 0 0,-1-1-1 0 0,0 0 1 0 0,0 1 0 0 0,0-1-1 0 0,0 1 1 0 0,0-1 0 0 0,0 1-1 0 0,0 0 1 0 0,1-1-1 0 0,-1 1 1 0 0,0 0 0 0 0,0 0-1 0 0,0 0 1 0 0,0-1-1 0 0,0 1 1 0 0,0 0 0 0 0,-2 1-1 0 0,0-1-2 0 0,-1 0 0 0 0,1 0-1 0 0,-1 0 1 0 0,1 1-1 0 0,0 0 1 0 0,-1 0-1 0 0,1 0 1 0 0,-5 2 0 0 0,3-1 1 0 0,1 1 0 0 0,-1 0 0 0 0,1 0 0 0 0,0 0 0 0 0,0 0 0 0 0,0 1 0 0 0,1 0 0 0 0,-1 0 0 0 0,1 0 0 0 0,0 0 0 0 0,0 0 0 0 0,0 0 0 0 0,0 1 0 0 0,-2 7 0 0 0,4-9 6 0 0,0 0 0 0 0,0 0 0 0 0,0 0 0 0 0,0 0 1 0 0,1 0-1 0 0,0 0 0 0 0,-1 0 0 0 0,1 0 0 0 0,0 1 1 0 0,0-1-1 0 0,1 0 0 0 0,-1 0 0 0 0,1 0 0 0 0,0 0 0 0 0,-1 0 1 0 0,1 0-1 0 0,1 0 0 0 0,-1 0 0 0 0,0 0 0 0 0,1 0 1 0 0,-1 0-1 0 0,1-1 0 0 0,0 1 0 0 0,3 3 0 0 0,5 4 9 0 0,0-1 1 0 0,1 0-1 0 0,0 0 0 0 0,0-1 0 0 0,1-1 0 0 0,0 0 1 0 0,19 9-1 0 0,10 0 26 0 0,44 11 0 0 0,-21-7 28 0 0,-55-18-68 0 0,-3 0 1 0 0,0-1 0 0 0,-1 1 0 0 0,1 0 0 0 0,-1 0 0 0 0,1 1 0 0 0,-1 0 0 0 0,0 0-1 0 0,0 0 1 0 0,0 0 0 0 0,0 1 0 0 0,6 7 0 0 0,-9-9 22 0 0,-1 0-1 0 0,0 0 1 0 0,0 1 0 0 0,0-1-1 0 0,-1 1 1 0 0,1-1 0 0 0,-1 1-1 0 0,1-1 1 0 0,-1 1 0 0 0,0-1-1 0 0,1 1 1 0 0,-2 4 0 0 0,-4 30 433 0 0,5-34-404 0 0,-6 18 167 0 0,0 0 0 0 0,-17 38 0 0 0,-3 8-40 0 0,21-52-164 0 0,1-6 7 0 0,1 1-1 0 0,0 0 1 0 0,1 0-1 0 0,0 0 1 0 0,0 12-1 0 0,2-19-18 0 0,0 0 0 0 0,0 0 0 0 0,1 0 0 0 0,-1 0 0 0 0,1 0 0 0 0,0 0-1 0 0,0 0 1 0 0,0 0 0 0 0,0-1 0 0 0,0 1 0 0 0,1 0 0 0 0,-1-1 0 0 0,1 1 0 0 0,0-1-1 0 0,0 1 1 0 0,-1-1 0 0 0,2 0 0 0 0,-1 0 0 0 0,0 0 0 0 0,0 0 0 0 0,1 0 0 0 0,2 2-1 0 0,1-1-83 0 0,1 0 0 0 0,0 0 0 0 0,0 0 0 0 0,0 0 0 0 0,0-1-1 0 0,1 0 1 0 0,-1-1 0 0 0,1 0 0 0 0,-1 0 0 0 0,1-1 0 0 0,-1 1-1 0 0,1-2 1 0 0,-1 1 0 0 0,1-1 0 0 0,12-3 0 0 0,0 0-227 0 0,0-2 0 0 0,-1 0 0 0 0,1-2 0 0 0,27-14 0 0 0,-23 9 147 0 0,-2-2 1 0 0,0 0-1 0 0,-1-1 0 0 0,0-2 0 0 0,-2 0 1 0 0,0-1-1 0 0,22-29 0 0 0,-10 8 742 0 0,-2-3-1 0 0,44-85 1 0 0,-56 94 370 0 0,-16 31-431 0 0,-6 5-416 0 0,0 1-1 0 0,1 0 0 0 0,-1 0 1 0 0,1 0-1 0 0,0 0 1 0 0,0 1-1 0 0,0 0 1 0 0,0 0-1 0 0,1 0 1 0 0,-1 0-1 0 0,1 0 1 0 0,0 1-1 0 0,-3 7 1 0 0,-8 14 136 0 0,1 0 1 0 0,1 1-1 0 0,-10 35 1 0 0,20-55-212 0 0,0 0 0 0 0,1 0-1 0 0,-1 1 1 0 0,1-1 0 0 0,1 0 0 0 0,-1 0 0 0 0,1 0 0 0 0,0 1 0 0 0,1-1 0 0 0,0 0 0 0 0,0 0-1 0 0,1 0 1 0 0,-1 0 0 0 0,1 0 0 0 0,1 0 0 0 0,0 0 0 0 0,0 0 0 0 0,7 11 0 0 0,-6-13-15 0 0,0-1 1 0 0,0 0-1 0 0,1 0 0 0 0,-1-1 1 0 0,1 1-1 0 0,0-1 1 0 0,0 0-1 0 0,0 0 1 0 0,0-1-1 0 0,0 1 1 0 0,0-1-1 0 0,1-1 1 0 0,-1 1-1 0 0,1-1 1 0 0,0 1-1 0 0,-1-2 1 0 0,1 1-1 0 0,0-1 1 0 0,0 1-1 0 0,8-2 0 0 0,5-1 16 0 0,0 0 1 0 0,-1-1-1 0 0,1-1 0 0 0,33-12 0 0 0,-41 12-14 0 0,0-2 0 0 0,0 0 1 0 0,0 0-1 0 0,-1-1 0 0 0,0 0 1 0 0,0-1-1 0 0,0 0 0 0 0,-1 0 1 0 0,-1-1-1 0 0,1 0 0 0 0,-2-1 1 0 0,1 0-1 0 0,-1 0 0 0 0,0-1 1 0 0,-1 1-1 0 0,9-24 0 0 0,-11 25-19 0 0,-1 0 0 0 0,1-1 0 0 0,-2 0 0 0 0,1 1 0 0 0,-1-1 0 0 0,-1 0 1 0 0,0 0-1 0 0,0 0 0 0 0,-1 0 0 0 0,0 0 0 0 0,-1 0 0 0 0,0 0 0 0 0,-1 0 0 0 0,0 0 0 0 0,0 1 0 0 0,-1-1 0 0 0,0 1 0 0 0,-1-1 0 0 0,0 1 0 0 0,0 0 0 0 0,-9-12 0 0 0,7 12 0 0 0,-1 1 0 0 0,0 0 1 0 0,0 0-1 0 0,-1 1 0 0 0,0 0 0 0 0,0 0 0 0 0,0 1 0 0 0,-1 0 0 0 0,0 1 0 0 0,0 0 0 0 0,-1 0 0 0 0,1 1 0 0 0,-1 0 0 0 0,0 0 1 0 0,-13-2-1 0 0,7 3-74 0 0,-1 0-1 0 0,0 1 1 0 0,0 1 0 0 0,0 0 0 0 0,0 1 0 0 0,-22 4 0 0 0,28-3-206 0 0,1 1-1 0 0,-1 1 1 0 0,1 0 0 0 0,-1 0-1 0 0,1 1 1 0 0,0 0 0 0 0,0 1 0 0 0,1 0-1 0 0,-1 0 1 0 0,-15 14 0 0 0,22-17-7 0 0,0 1 0 0 0,0 0 1 0 0,0 0-1 0 0,0 0 0 0 0,1 1 0 0 0,0-1 0 0 0,-1 1 1 0 0,1-1-1 0 0,1 1 0 0 0,-1 0 0 0 0,0-1 0 0 0,1 1 1 0 0,-2 6-1 0 0,3-7-313 0 0,0-1-1 0 0,0 1 1 0 0,-1 0 0 0 0,1 0 0 0 0,1-1 0 0 0,-1 1-1 0 0,0 0 1 0 0,1-1 0 0 0,-1 1 0 0 0,1-1 0 0 0,0 1 0 0 0,0-1-1 0 0,2 5 1 0 0</inkml:trace>
  <inkml:trace contextRef="#ctx0" brushRef="#br0" timeOffset="1">1878 294 328 0 0,'0'-15'10192'0'0,"2"-3"-3193"0"0,-2 10-4546 0 0,0 10-1537 0 0,-44 128 4747 0 0,26-81-4956 0 0,1 1-1 0 0,-18 101 1 0 0,34-143-660 0 0,0 0 0 0 0,1 0 0 0 0,0 0 1 0 0,1 12-1 0 0,-1-18-38 0 0,1 0-1 0 0,-1 0 1 0 0,1 0-1 0 0,-1 0 1 0 0,1 0 0 0 0,-1-1-1 0 0,1 1 1 0 0,0 0-1 0 0,0 0 1 0 0,0 0 0 0 0,0-1-1 0 0,0 1 1 0 0,1-1-1 0 0,-1 1 1 0 0,0-1 0 0 0,1 1-1 0 0,-1-1 1 0 0,1 0-1 0 0,-1 1 1 0 0,1-1 0 0 0,0 0-1 0 0,-1 0 1 0 0,1 0-1 0 0,0-1 1 0 0,3 2 0 0 0,25 5 26 0 0,-22-7-41 0 0,-2-2 2 0 0,0 2-14 0 0,1-1-1 0 0,-1-1 1 0 0,0 1 0 0 0,1-1-1 0 0,-1 0 1 0 0,0 0-1 0 0,0-1 1 0 0,0 0 0 0 0,-1 0-1 0 0,1 0 1 0 0,4-5 0 0 0,7-5-81 0 0,28-29 0 0 0,-42 40 94 0 0,17-20-67 0 0,-2-2 0 0 0,0 1 0 0 0,18-33 0 0 0,22-30 0 0 0,-31 42-183 0 0,-26 42 214 0 0,2 7-7 0 0,-3-5 48 0 0,0 1-1 0 0,1-1 0 0 0,-1 0 0 0 0,0 0 1 0 0,0 0-1 0 0,1 1 0 0 0,-1-1 1 0 0,0 0-1 0 0,0 1 0 0 0,0-1 0 0 0,1 0 1 0 0,-1 0-1 0 0,0 1 0 0 0,0-1 0 0 0,0 0 1 0 0,0 1-1 0 0,0-1 0 0 0,1 0 0 0 0,-1 1 1 0 0,0-1-1 0 0,0 0 0 0 0,0 1 0 0 0,0-1 1 0 0,0 1-1 0 0,0-1 0 0 0,0 0 0 0 0,0 1 1 0 0,0-1-1 0 0,-1 24 19 0 0,1-1 25 0 0,0-1 0 0 0,1 1-1 0 0,1-1 1 0 0,9 38-1 0 0,-10-54-31 0 0,1-1 0 0 0,0 1 0 0 0,0-1 0 0 0,1 1 1 0 0,0-1-1 0 0,0 0 0 0 0,0 0 0 0 0,0 0 0 0 0,1 0 0 0 0,0 0 0 0 0,0-1 0 0 0,0 0 0 0 0,0 0 0 0 0,1 0 0 0 0,0 0 1 0 0,0-1-1 0 0,0 0 0 0 0,0 0 0 0 0,0 0 0 0 0,1 0 0 0 0,-1-1 0 0 0,1 0 0 0 0,6 1 0 0 0,1 0 4 0 0,1-1-1 0 0,0 0 1 0 0,-1-1-1 0 0,1-1 1 0 0,0 0-1 0 0,-1-1 0 0 0,1 0 1 0 0,0-1-1 0 0,-1-1 1 0 0,1 0-1 0 0,-1-1 1 0 0,0 0-1 0 0,0-1 1 0 0,-1 0-1 0 0,1-1 1 0 0,-1-1-1 0 0,0 0 1 0 0,-1 0-1 0 0,0-1 0 0 0,0-1 1 0 0,16-16-1 0 0,-21 17-46 0 0,0 0-1 0 0,0 0 1 0 0,-1 0-1 0 0,0-1 1 0 0,0 0-1 0 0,-1 0 1 0 0,0 0-1 0 0,-1-1 1 0 0,0 1-1 0 0,0-1 0 0 0,-1 0 1 0 0,-1 0-1 0 0,1 0 1 0 0,-2 0-1 0 0,1 0 1 0 0,-1 0-1 0 0,-1 0 1 0 0,0 0-1 0 0,-3-16 1 0 0,0 12-11 0 0,1 0 1 0 0,-2 1 0 0 0,0-1-1 0 0,0 1 1 0 0,-2 0 0 0 0,1 1-1 0 0,-2-1 1 0 0,1 1 0 0 0,-2 1-1 0 0,0-1 1 0 0,0 2 0 0 0,-1-1-1 0 0,-12-10 1 0 0,-5-7-147 0 0,22 22 52 0 0,1 1-1 0 0,0 1 1 0 0,-1-1 0 0 0,0 1 0 0 0,-6-5 0 0 0,9 8-1 0 0,10-2-396 0 0,-8 3 505 0 0,1-1 0 0 0,-1 1 0 0 0,1 0 0 0 0,-1-1 0 0 0,1 1 0 0 0,-1 0 0 0 0,1-1 0 0 0,0 1 0 0 0,-1 0 0 0 0,1 0 0 0 0,-1-1 0 0 0,1 1 0 0 0,0 0 0 0 0,-1 0 0 0 0,1 0 0 0 0,0 0 0 0 0,-1 0 0 0 0,1 0 1 0 0,0 0-1 0 0,0 0 0 0 0,179-5-7381 0 0,-58-7-1951 0 0,-77 6 3248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17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226 412 2176 0 0,'-2'-8'855'0'0,"-16"-65"12378"0"0,19 86-11243 0 0,-1 39 262 0 0,-16 42-525 0 0,-3 0 0 0 0,-38 110 1 0 0,-23 58-729 0 0,79-259-935 0 0,0-1 0 0 0,1 1 0 0 0,-1-1-1 0 0,0 0 1 0 0,0 1 0 0 0,-1-1 0 0 0,1 0 0 0 0,0 1-1 0 0,-1-1 1 0 0,1 0 0 0 0,-1 0 0 0 0,-2 2 0 0 0,4-4-60 0 0,-1 0 1 0 0,1 0 0 0 0,-1-1 0 0 0,1 1-1 0 0,0 0 1 0 0,-1 0 0 0 0,1 0 0 0 0,-1 0-1 0 0,1 0 1 0 0,0 0 0 0 0,-1-1 0 0 0,1 1-1 0 0,0 0 1 0 0,-1 0 0 0 0,1 0 0 0 0,0-1 0 0 0,-1 1-1 0 0,1 0 1 0 0,0-1 0 0 0,0 1 0 0 0,-1 0-1 0 0,1-1 1 0 0,0 1 0 0 0,0 0 0 0 0,0-1-1 0 0,-1 1 1 0 0,1 0 0 0 0,0-1 0 0 0,0 1-1 0 0,0 0 1 0 0,0-1 0 0 0,0 1 0 0 0,0-1 0 0 0,0 1-1 0 0,0 0 1 0 0,0-1 0 0 0,0 1 0 0 0,0-1-1 0 0,0 0 1 0 0,-3-14 27 0 0,0-17-51 0 0,2-1 1 0 0,1 0-1 0 0,2 0 1 0 0,9-55 0 0 0,42-125-280 0 0,-39 172 268 0 0,1 0 0 0 0,3 1 0 0 0,1 1 0 0 0,1 0 0 0 0,3 2 0 0 0,1 0 0 0 0,1 2 0 0 0,2 1 0 0 0,2 1 0 0 0,35-32-1 0 0,-54 56 3 0 0,0 0 0 0 0,1 0-1 0 0,0 1 1 0 0,1 0 0 0 0,0 1-1 0 0,0 1 1 0 0,1 0 0 0 0,-1 0-1 0 0,15-3 1 0 0,-24 8 23 0 0,0 0-1 0 0,-1 1 1 0 0,1-1-1 0 0,0 1 1 0 0,0 0-1 0 0,-1 0 1 0 0,1 0-1 0 0,0 0 1 0 0,0 1-1 0 0,-1-1 1 0 0,1 1-1 0 0,0 0 1 0 0,-1-1-1 0 0,1 1 1 0 0,-1 0-1 0 0,1 1 1 0 0,-1-1-1 0 0,1 0 1 0 0,-1 1-1 0 0,0-1 1 0 0,1 1 0 0 0,-1 0-1 0 0,0 0 1 0 0,0 0-1 0 0,0 0 1 0 0,-1 0-1 0 0,1 0 1 0 0,0 0-1 0 0,-1 0 1 0 0,0 1-1 0 0,1-1 1 0 0,0 4-1 0 0,1 1-3 0 0,0 1-1 0 0,0-1 1 0 0,-1 1-1 0 0,-1 0 1 0 0,1-1-1 0 0,-1 1 1 0 0,0 0-1 0 0,-1 0 1 0 0,0 13-1 0 0,-3-3 23 0 0,0 0 0 0 0,-2 0 0 0 0,0 0 0 0 0,-1-1 1 0 0,0 0-1 0 0,-1 0 0 0 0,-1 0 0 0 0,-1-1 0 0 0,-1 0 0 0 0,0-1 0 0 0,-21 25 0 0 0,7-13 9 0 0,0-2 0 0 0,-2-1 1 0 0,-1-1-1 0 0,-1-1 0 0 0,-36 21 0 0 0,28-21 58 0 0,-50 35 117 0 0,86-57-197 0 0,-1 1 1 0 0,1-1-1 0 0,-1 1 1 0 0,0-1-1 0 0,1 1 1 0 0,-1-1-1 0 0,1 1 1 0 0,-1 0-1 0 0,1-1 1 0 0,-1 1-1 0 0,1 0 1 0 0,0-1-1 0 0,-1 1 1 0 0,1 0-1 0 0,0-1 1 0 0,0 1-1 0 0,-1 0 1 0 0,1 0-1 0 0,0-1 1 0 0,0 1-1 0 0,0 0 1 0 0,0 0-1 0 0,0-1 1 0 0,0 1-1 0 0,0 0 1 0 0,0 0-1 0 0,0 0 1 0 0,0-1-1 0 0,0 1 1 0 0,1 0-1 0 0,-1 0 1 0 0,0-1-1 0 0,1 1 1 0 0,-1 0 0 0 0,0-1-1 0 0,1 1 1 0 0,-1 0-1 0 0,1-1 1 0 0,-1 1-1 0 0,1 0 1 0 0,4 4 20 0 0,-1-1 1 0 0,1 1 0 0 0,0-1-1 0 0,6 4 1 0 0,2 2 50 0 0,107 87 265 0 0,-21-19-212 0 0,7 19-408 0 0,-37-30-2687 0 0,-58-56 1189 0 0,0-1-1 0 0,0 0 1 0 0,1 0 0 0 0,1-1 0 0 0,25 13 0 0 0,-20-17-3019 0 0,-14-5 3457 0 0</inkml:trace>
  <inkml:trace contextRef="#ctx0" brushRef="#br0" timeOffset="1">898 1104 720 0 0,'22'-30'14809'0'0,"-11"10"-11107"0"0,1-1 4926 0 0,-12 21-8524 0 0,0-1 0 0 0,0 1 0 0 0,0 0 0 0 0,0-1 0 0 0,1 1 0 0 0,-1 0 0 0 0,0 0 0 0 0,0-1 1 0 0,0 1-1 0 0,1 0 0 0 0,-1 0 0 0 0,0-1 0 0 0,0 1 0 0 0,0 0 0 0 0,1 0 0 0 0,-1-1 1 0 0,0 1-1 0 0,1 0 0 0 0,-1 0 0 0 0,0 0 0 0 0,0 0 0 0 0,1 0 0 0 0,-1-1 0 0 0,0 1 0 0 0,1 0 1 0 0,-1 0-1 0 0,0 0 0 0 0,1 0 0 0 0,-1 0 0 0 0,1 0 0 0 0,3 8 21 0 0,0-1 0 0 0,0 1-1 0 0,-1 0 1 0 0,0 0 0 0 0,0 0-1 0 0,-1 1 1 0 0,2 8 0 0 0,8 69 529 0 0,-10-69-625 0 0,2 27-29 0 0,-1 0 0 0 0,-2 0 0 0 0,-10 79 0 0 0,6-101 0 0 0,0-1 0 0 0,-2-1 0 0 0,-1 1 0 0 0,0-1 0 0 0,-1 0 0 0 0,-2 0 0 0 0,0-1 0 0 0,0 0 0 0 0,-25 34 0 0 0,30-47 0 0 0,-1 0 0 0 0,0 0 0 0 0,-1-1 0 0 0,1 1 0 0 0,-1-1 0 0 0,0 0 0 0 0,0-1 0 0 0,0 1 0 0 0,-1-1 0 0 0,0-1 0 0 0,0 1 0 0 0,-14 4 0 0 0,19-7 0 0 0,-1 0 0 0 0,0 0 0 0 0,0-1 0 0 0,0 1 0 0 0,0-1 0 0 0,1 0 0 0 0,-1 1 0 0 0,0-1 0 0 0,0 0 0 0 0,-6-2 0 0 0,2 1 0 0 0,-1 0-186 0 0,1 0 0 0 0,-1 0-1 0 0,1-1 1 0 0,-1 0 0 0 0,1-1 0 0 0,0 1-1 0 0,0-1 1 0 0,0-1 0 0 0,1 1 0 0 0,-1-1 0 0 0,1-1-1 0 0,0 1 1 0 0,0-1 0 0 0,-11-10 0 0 0,6 3-467 0 0,0-1 1 0 0,1 0-1 0 0,0-1 1 0 0,1 0-1 0 0,-12-24 0 0 0,13 20-1210 0 0,1 0 0 0 0,0-1 0 0 0,-6-31-1 0 0,9 29-2410 0 0,-2-32-1 0 0,4 15-3377 0 0</inkml:trace>
  <inkml:trace contextRef="#ctx0" brushRef="#br0" timeOffset="2">934 640 172 0 0,'51'-92'11595'0'0,"-23"30"-7035"0"0,-3 4-4388 0 0,-23 57-904 0 0</inkml:trace>
  <inkml:trace contextRef="#ctx0" brushRef="#br0" timeOffset="3">2748 128 2004 0 0,'8'-127'14628'0'0,"-6"128"-13938"0"0,1 2-491 0 0,-1 0 0 0 0,0 0 0 0 0,0 0 1 0 0,0 0-1 0 0,0 1 0 0 0,0-1 0 0 0,0 0 1 0 0,-1 1-1 0 0,0 0 0 0 0,1-1 0 0 0,-2 1 1 0 0,1 0-1 0 0,0-1 0 0 0,-1 1 1 0 0,1 5-1 0 0,0 12 680 0 0,-2 31 1 0 0,1-38-622 0 0,-5 52 637 0 0,-2-1-1 0 0,-20 85 0 0 0,-50 124-159 0 0,68-245-678 0 0,-31 87 335 0 0,38-107-283 0 0,2-7-96 0 0,0-1-1 0 0,0 0 0 0 0,0 0 1 0 0,-1 1-1 0 0,1-1 0 0 0,0 0 1 0 0,0 0-1 0 0,-1 0 1 0 0,1 1-1 0 0,-1-1 0 0 0,1 0 1 0 0,-1 0-1 0 0,0 0 0 0 0,1 0 1 0 0,-1 0-1 0 0,0 0 1 0 0,0 0-1 0 0,1 0 0 0 0,-1 0 1 0 0,-2 1-1 0 0,12-26 4 0 0,3 0-32 0 0,1 2-1 0 0,1-1 0 0 0,1 2 1 0 0,1 0-1 0 0,1 1 1 0 0,0 0-1 0 0,1 2 0 0 0,33-26 1 0 0,-41 36-6 0 0,1 0 1 0 0,0 1 0 0 0,1 0 0 0 0,0 1-1 0 0,0 0 1 0 0,0 1 0 0 0,1 1-1 0 0,0-1 1 0 0,0 2 0 0 0,0 0-1 0 0,0 1 1 0 0,27-2 0 0 0,-29 4 22 0 0,-1 0 0 0 0,0 1-1 0 0,0 1 1 0 0,1 0 0 0 0,-1 0 0 0 0,0 1 0 0 0,0 0 0 0 0,-1 0 0 0 0,1 1 0 0 0,-1 1-1 0 0,0 0 1 0 0,0 0 0 0 0,0 0 0 0 0,-1 1 0 0 0,1 1 0 0 0,-2-1 0 0 0,12 12-1 0 0,-15-13 64 0 0,0 0 0 0 0,0 1 0 0 0,0-1 0 0 0,0 1 0 0 0,-1 0 0 0 0,0 0 0 0 0,0 0 0 0 0,0 0 0 0 0,-1 0 0 0 0,0 1-1 0 0,0-1 1 0 0,-1 1 0 0 0,1 9 0 0 0,-1-7 79 0 0,-1 1 0 0 0,-1-1 0 0 0,1 1 0 0 0,-2-1 0 0 0,1 1 0 0 0,-1-1 0 0 0,-1 0 0 0 0,-5 15 0 0 0,1-7 126 0 0,-1-1 0 0 0,-1-1-1 0 0,0 0 1 0 0,-1 0 0 0 0,-1 0 0 0 0,0-1-1 0 0,-1-1 1 0 0,0 0 0 0 0,-23 18 0 0 0,25-22-142 0 0,-1-1 0 0 0,0 0 1 0 0,0-1-1 0 0,0 0 1 0 0,-1-1-1 0 0,0 0 1 0 0,-1-1-1 0 0,1 0 1 0 0,-1-1-1 0 0,0-1 1 0 0,-26 5-1 0 0,14-7-127 0 0,-2-3 0 0 0,2-4 0 0 0,18 4-347 0 0,1-1 0 0 0,0 0 1 0 0,-1 0-1 0 0,1-1 0 0 0,0 0 0 0 0,0 0 1 0 0,1 0-1 0 0,0 0 0 0 0,-1-1 0 0 0,1 0 1 0 0,-8-11-1 0 0,12 15 215 0 0,1 0 0 0 0,-1 0-1 0 0,1 1 1 0 0,-1-1 0 0 0,1 0 0 0 0,-1 0 0 0 0,1 0-1 0 0,-1 0 1 0 0,1 0 0 0 0,0 0 0 0 0,0 0 0 0 0,0 0-1 0 0,-1 0 1 0 0,1 0 0 0 0,0 0 0 0 0,0-2 0 0 0,1 0-307 0 0,-1 1 126 0 0,0 0 0 0 0,0 0-1 0 0,1 0 1 0 0,-1 0 0 0 0,1 0-1 0 0,0 0 1 0 0,0 0-1 0 0,-1 0 1 0 0,1 0 0 0 0,1 0-1 0 0,-1 0 1 0 0,0 0 0 0 0,0 0-1 0 0,1 1 1 0 0,1-3 0 0 0,5-3-1495 0 0,1 0 0 0 0,-1 1 0 0 0,1 0 0 0 0,18-8 1 0 0,-17 8-535 0 0,15-6-4780 0 0</inkml:trace>
  <inkml:trace contextRef="#ctx0" brushRef="#br0" timeOffset="4">3561 545 844 0 0,'39'-45'15059'0'0,"-38"44"-14866"0"0,-1 1 1 0 0,0 0 0 0 0,1 0 0 0 0,-1 0 0 0 0,1-1-1 0 0,-1 1 1 0 0,1 0 0 0 0,-1 0 0 0 0,1 0 0 0 0,-1 0-1 0 0,1 0 1 0 0,-1 0 0 0 0,1 0 0 0 0,0 0 0 0 0,4 71 3753 0 0,-4-47-3013 0 0,0 1 0 0 0,10 44 0 0 0,-8-55-653 0 0,1-1-1 0 0,0 1 1 0 0,2-1 0 0 0,-1 0-1 0 0,1-1 1 0 0,1 1 0 0 0,1-1-1 0 0,-1 0 1 0 0,12 12 0 0 0,-14-19-200 0 0,0 0-1 0 0,0 0 1 0 0,0-1 0 0 0,1 1-1 0 0,0-1 1 0 0,0-1 0 0 0,0 1-1 0 0,0-1 1 0 0,0 0 0 0 0,1 0-1 0 0,-1-1 1 0 0,1 0 0 0 0,0 0-1 0 0,0 0 1 0 0,0-1 0 0 0,0 0-1 0 0,0-1 1 0 0,0 1 0 0 0,0-1-1 0 0,9-2 1 0 0,-6 1-52 0 0,-1 0 0 0 0,0-2 0 0 0,0 1 0 0 0,0-1 1 0 0,-1 0-1 0 0,1-1 0 0 0,-1 0 0 0 0,1 0 0 0 0,-1-1 0 0 0,-1 0 0 0 0,1 0 0 0 0,-1-1 0 0 0,0 0 0 0 0,0 0 0 0 0,0-1 0 0 0,-1 0 1 0 0,8-10-1 0 0,-4 2 28 0 0,0-1 1 0 0,-1-1-1 0 0,0 1 1 0 0,-2-1-1 0 0,0-1 1 0 0,-1 0 0 0 0,7-29-1 0 0,-10 32 106 0 0,1 0 136 0 0,-1 1 1 0 0,2-28-1 0 0,-5 39-147 0 0,-3 5 19 0 0,-2 1-149 0 0,1 1 0 0 0,-1 0 0 0 0,1 0 0 0 0,-1 0 0 0 0,1 0 0 0 0,1 1 0 0 0,-1 0 0 0 0,1 0 0 0 0,-5 7 0 0 0,-24 55 96 0 0,30-62-117 0 0,-212 587-1 0 0,64 21 0 0 0,147-597 0 0 0,-88 364 0 0 0,87-367 0 0 0,-1-1 0 0 0,0 0 0 0 0,0 0 0 0 0,-2-1 0 0 0,-12 19 0 0 0,17-26 0 0 0,-1 0 0 0 0,-1-1 0 0 0,1 1 0 0 0,0-1 0 0 0,-1 1 0 0 0,0-1 0 0 0,0 0 0 0 0,0-1 0 0 0,0 1 0 0 0,0-1 0 0 0,0 0 0 0 0,-1 0 0 0 0,1 0 0 0 0,-1 0 0 0 0,0-1 0 0 0,1 0 0 0 0,-1 0 0 0 0,-6 1 0 0 0,1-2 0 0 0,0-1 0 0 0,1 0 0 0 0,-1-1 0 0 0,0 0 0 0 0,1 0 0 0 0,-1-1 0 0 0,1-1 0 0 0,0 1 0 0 0,0-1 0 0 0,0-1 0 0 0,1 0 0 0 0,-1 0 0 0 0,1 0 0 0 0,-12-12 0 0 0,0 0 0 0 0,1-2 0 0 0,1 0 0 0 0,1 0 0 0 0,-20-31 0 0 0,28 37-39 0 0,1 0-1 0 0,0 0 1 0 0,1-1 0 0 0,1 1-1 0 0,0-2 1 0 0,1 1-1 0 0,0-1 1 0 0,-3-23 0 0 0,6 27-48 0 0,1 0-1 0 0,1 0 1 0 0,0 0 0 0 0,1 0 0 0 0,0 0 0 0 0,0 1 0 0 0,1-1 0 0 0,1 0 0 0 0,0 1 0 0 0,0-1-1 0 0,1 1 1 0 0,10-19 0 0 0,0 5-880 0 0,2 1 0 0 0,0 0 0 0 0,2 2 0 0 0,0 0 0 0 0,1 0 0 0 0,2 2 0 0 0,38-29-1 0 0,175-100-8706 0 0,-175 113 5747 0 0,12-5-3611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20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383 596 1296 0 0,'-8'-12'1373'0'0,"1"1"0"0"0,0-1 0 0 0,0 0 0 0 0,1 0 0 0 0,1-1 1 0 0,0 0-1 0 0,1 0 0 0 0,-4-17 0 0 0,-9-25 3285 0 0,17 55-4580 0 0,0 0 0 0 0,0-1-1 0 0,0 1 1 0 0,0-1-1 0 0,0 1 1 0 0,0-1 0 0 0,0 1-1 0 0,0-1 1 0 0,-1 1-1 0 0,1-1 1 0 0,0 1 0 0 0,0 0-1 0 0,0-1 1 0 0,-1 1-1 0 0,1-1 1 0 0,0 1 0 0 0,0 0-1 0 0,-1-1 1 0 0,1 1-1 0 0,0 0 1 0 0,-1-1 0 0 0,1 1-1 0 0,-1 0 1 0 0,1 0-1 0 0,0-1 1 0 0,-1 1 0 0 0,1 0-1 0 0,-1 0 1 0 0,0-1-1 0 0,-6 15 1822 0 0,6-10-1858 0 0,-94 279 5321 0 0,68-198-4818 0 0,-102 310 871 0 0,123-385-1299 0 0,3-1-168 0 0,-1-10-22 0 0,3 1 51 0 0,-1-2 0 0 0,0 1 0 0 0,1 0-1 0 0,-1 0 1 0 0,1 0 0 0 0,-1-1 0 0 0,1 1-1 0 0,-1-1 1 0 0,1 1 0 0 0,0-1-1 0 0,0 0 1 0 0,0 1 0 0 0,0-1 0 0 0,0 0-1 0 0,0 0 1 0 0,0 0 0 0 0,1 0 0 0 0,-1 0-1 0 0,1 0 1 0 0,-1 0 0 0 0,1 0-1 0 0,0 0 1 0 0,-1-4 0 0 0,-1-14-287 0 0,1-29 0 0 0,1 28 109 0 0,1-52-567 0 0,23-145 0 0 0,-23 213 746 0 0,14-85-190 0 0,3 0 1 0 0,5 2-1 0 0,39-100 1 0 0,-47 150 141 0 0,2 1-1 0 0,41-68 1 0 0,-50 93 47 0 0,0 1-1 0 0,0 0 1 0 0,1 0-1 0 0,0 1 1 0 0,1 1-1 0 0,0-1 0 0 0,1 1 1 0 0,0 1-1 0 0,1 0 1 0 0,-1 1-1 0 0,1 0 1 0 0,17-7-1 0 0,-23 12 18 0 0,0 0-1 0 0,0 1 0 0 0,1 0 1 0 0,-1 0-1 0 0,0 0 1 0 0,0 1-1 0 0,0-1 1 0 0,1 2-1 0 0,-1-1 1 0 0,0 1-1 0 0,0 0 1 0 0,1 0-1 0 0,-1 0 1 0 0,0 1-1 0 0,0 0 1 0 0,-1 1-1 0 0,1-1 1 0 0,0 1-1 0 0,-1 0 1 0 0,1 0-1 0 0,-1 1 1 0 0,0-1-1 0 0,0 1 1 0 0,0 0-1 0 0,-1 1 1 0 0,7 7-1 0 0,-6-5 19 0 0,1 0 1 0 0,-1 0-1 0 0,0 1 0 0 0,0 0 0 0 0,-1 0 0 0 0,0 0 0 0 0,0 0 0 0 0,-1 1 0 0 0,0 0 0 0 0,-1-1 0 0 0,0 1 0 0 0,0 0 0 0 0,-1 0 0 0 0,0 0 0 0 0,-1 1 0 0 0,0-1 0 0 0,-1 15 0 0 0,-3-8 24 0 0,0 0-1 0 0,-1 0 1 0 0,-1-1-1 0 0,0 1 1 0 0,-1-2-1 0 0,-1 1 1 0 0,0-1-1 0 0,-1 0 1 0 0,-1 0 0 0 0,0-1-1 0 0,0-1 1 0 0,-16 15-1 0 0,6-9-3 0 0,-1 0 0 0 0,0-2 0 0 0,-1 0 0 0 0,-1-1-1 0 0,0-1 1 0 0,-44 18 0 0 0,48-24 106 0 0,-1-2 0 0 0,0 0 0 0 0,-36 4-1 0 0,53-9-61 0 0,0-1-9 0 0,-12 0-14 0 0,12 0 40 0 0,-13 1-50 0 0,12 0-9 0 0,8 2-23 0 0,-1 0 0 0 0,0 1 0 0 0,1-2 0 0 0,0 1 0 0 0,6 4 0 0 0,-1-1 16 0 0,13 12 58 0 0,1-1 145 0 0,33 35 1 0 0,-47-43-188 0 0,122 142 345 0 0,-97-108-327 0 0,20 30-61 0 0,-31-35-847 0 0,16 26-2928 0 0,-33-55 1951 0 0,0-1 0 0 0,1 0 1 0 0,0 0-1 0 0,13 11 0 0 0</inkml:trace>
  <inkml:trace contextRef="#ctx0" brushRef="#br0" timeOffset="1">973 873 196 0 0,'26'-80'20395'0'0,"-27"80"-20325"0"0,1 0 0 0 0,0 0-1 0 0,0 0 1 0 0,0-1 0 0 0,0 1-1 0 0,0 0 1 0 0,0 0 0 0 0,0-1-1 0 0,0 1 1 0 0,0 0 0 0 0,0 0-1 0 0,0-1 1 0 0,0 1 0 0 0,0 0-1 0 0,0 0 1 0 0,0-1 0 0 0,0 1-1 0 0,0 0 1 0 0,0 0 0 0 0,0-1 0 0 0,0 1-1 0 0,0 0 1 0 0,0 0 0 0 0,0 0-1 0 0,0-1 1 0 0,1 1 0 0 0,-1 0-1 0 0,0 0 1 0 0,0 0 0 0 0,0-1-1 0 0,0 1 1 0 0,1 0 0 0 0,-1 0-1 0 0,0 0 1 0 0,0 0 0 0 0,0-1-1 0 0,1 1 1 0 0,-1 0 0 0 0,0 0-1 0 0,0 0 1 0 0,0 0 0 0 0,1 0 0 0 0,-1 0-1 0 0,0 0 1 0 0,0 0 0 0 0,1 0-1 0 0,-1 0 1 0 0,0 0 0 0 0,0 0-1 0 0,1 0 1 0 0,-1 0 0 0 0,0 0-1 0 0,0 0 1 0 0,1 0 0 0 0,-1 0-1 0 0,0 0 1 0 0,0 0 0 0 0,1 0-1 0 0,-1 0 1 0 0,0 1 0 0 0,1-1 65 0 0,0 1 0 0 0,0 0-1 0 0,0 0 1 0 0,-1-1 0 0 0,1 1 0 0 0,-1 0 0 0 0,1 0 0 0 0,0 0 0 0 0,-1 0 0 0 0,1 0 0 0 0,-1 0 0 0 0,0 0 0 0 0,1 0-1 0 0,-1 0 1 0 0,0 0 0 0 0,0 2 0 0 0,2 24 327 0 0,-2-1 0 0 0,-1 0 0 0 0,-5 32 0 0 0,-19 80 2204 0 0,2-21-1548 0 0,15-74-1118 0 0,5-31 0 0 0,0 1 0 0 0,0-1 0 0 0,2 1 0 0 0,0-1 0 0 0,0 1 0 0 0,1 0 0 0 0,0-1 0 0 0,1 1 0 0 0,3 12 0 0 0,-4-23 0 0 0,1 4 0 0 0,11 6 0 0 0,6-3 0 0 0,-12-8-191 0 0,-1 0-1 0 0,1 0 1 0 0,0 0 0 0 0,0-1-1 0 0,0 0 1 0 0,0 0 0 0 0,0-1-1 0 0,0 0 1 0 0,0 0 0 0 0,-1 0-1 0 0,1-1 1 0 0,0 0 0 0 0,-1 0-1 0 0,1 0 1 0 0,-1 0 0 0 0,0-1-1 0 0,9-6 1 0 0,4-3-938 0 0,-1-2 1 0 0,-1 1-1 0 0,23-26 1 0 0,-25 24-791 0 0,-1 0 0 0 0,-1-2 0 0 0,17-28 1 0 0,-6 2-4050 0 0,-2 2-2794 0 0</inkml:trace>
  <inkml:trace contextRef="#ctx0" brushRef="#br0" timeOffset="2">1313 307 36 0 0,'-18'-18'6124'0'0,"-33"-28"-1"0"0,3 8-1109 0 0,35 27-4005 0 0,5 3-4051 0 0</inkml:trace>
  <inkml:trace contextRef="#ctx0" brushRef="#br0" timeOffset="3">2033 757 616 0 0,'-4'-2'2416'0'0,"-108"-33"10608"0"0,87 27-10962 0 0,22 8-1600 0 0,3 0-424 0 0,-1 0 0 0 0,1 0 0 0 0,0 0 0 0 0,-1 0 0 0 0,1 0 0 0 0,-1 0-1 0 0,1 0 1 0 0,0 0 0 0 0,-1 0 0 0 0,1-1 0 0 0,-1 1 0 0 0,1 0 0 0 0,0 0 0 0 0,-1 0 0 0 0,1 0 0 0 0,0-1 0 0 0,-1 1 0 0 0,1 0 0 0 0,0 0 0 0 0,-1-1 0 0 0,1 1 0 0 0,0 0 0 0 0,-1-1 0 0 0,1 1 0 0 0,0 0 0 0 0,0-1 0 0 0,0 1 0 0 0,-1-1 0 0 0,1 1 5 0 0,1-1-1 0 0,-1 1 1 0 0,0-1 0 0 0,1 1 0 0 0,-1-1 0 0 0,0 1-1 0 0,1-1 1 0 0,-1 1 0 0 0,0-1 0 0 0,1 1 0 0 0,-1 0-1 0 0,1-1 1 0 0,-1 1 0 0 0,1 0 0 0 0,-1-1 0 0 0,1 1-1 0 0,-1 0 1 0 0,1 0 0 0 0,0 0 0 0 0,-1-1 0 0 0,1 1-1 0 0,-1 0 1 0 0,1 0 0 0 0,-1 0 0 0 0,1 0 0 0 0,0 0-1 0 0,-1 0 1 0 0,2 0 0 0 0,164-23 919 0 0,162-29-2753 0 0,-319 50 1243 0 0,45-11-1730 0 0,-50 12 1448 0 0,0 0-1 0 0,0-1 1 0 0,0 0 0 0 0,-1 0-1 0 0,1 0 1 0 0,0 0 0 0 0,-1 0-1 0 0,0-1 1 0 0,1 1 0 0 0,4-7-1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20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164 145 932 0 0,'-40'-21'9928'0'0,"22"12"-4939"0"0,5 32-1867 0 0,9-4-1902 0 0,1 0-1 0 0,0 0 1 0 0,1 29 0 0 0,-2 2 6 0 0,-37 255 1766 0 0,21-170-2568 0 0,13-91-1504 0 0,2 0 0 0 0,2 0 0 0 0,3 62 0 0 0,1-100 651 0 0,-1-1 0 0 0,1 1-1 0 0,0 0 1 0 0,1 0 0 0 0,0-1 0 0 0,0 1-1 0 0,0-1 1 0 0,0 0 0 0 0,1 0 0 0 0,4 8-1 0 0,-4-10-442 0 0,-1-1 1 0 0,1 1-1 0 0,-1 0 0 0 0,1-1 0 0 0,0 1 1 0 0,0-1-1 0 0,0 0 0 0 0,0 0 0 0 0,1 0 1 0 0,3 2-1 0 0</inkml:trace>
  <inkml:trace contextRef="#ctx0" brushRef="#br0" timeOffset="1">790 321 2128 0 0,'40'-120'17896'0'0,"-34"111"-16340"0"0,-1 14 542 0 0,0 16-43 0 0,-3 19-1072 0 0,-2 0-1 0 0,-7 60 1 0 0,-21 79 2664 0 0,16-112-3208 0 0,-24 112-439 0 0,-4 18 0 0 0,4-31-1870 0 0,25-192-5908 0 0,6-68 2725 0 0,1-47 1815 0 0,3 62 2212 0 0,0-68 984 0 0,27-215 1 0 0,-23 342 377 0 0,0 1 0 0 0,1 0 1 0 0,2 0-1 0 0,0 0 0 0 0,0 1 0 0 0,2 0 1 0 0,11-20-1 0 0,-12 26-117 0 0,0 1 1 0 0,1 1-1 0 0,0-1 0 0 0,1 1 0 0 0,0 0 0 0 0,1 1 1 0 0,0 0-1 0 0,0 1 0 0 0,1 0 0 0 0,0 1 1 0 0,17-9-1 0 0,-11 8 27 0 0,1 0 0 0 0,0 2 0 0 0,1 0-1 0 0,-1 1 1 0 0,1 1 0 0 0,0 1 0 0 0,39-2 0 0 0,-44 5-113 0 0,0 0-1 0 0,0 1 1 0 0,1 1-1 0 0,-1 0 1 0 0,0 1 0 0 0,0 0-1 0 0,-1 1 1 0 0,1 1-1 0 0,-1 0 1 0 0,0 1 0 0 0,19 10-1 0 0,-28-13-77 0 0,0 0 0 0 0,0 0 0 0 0,-1 0 0 0 0,1 0 0 0 0,0 0 0 0 0,-1 1 0 0 0,0-1 0 0 0,0 1 0 0 0,0 0 0 0 0,0 0 0 0 0,-1 0 0 0 0,0 1 0 0 0,1-1 0 0 0,-2 0 0 0 0,1 1 0 0 0,0 0 0 0 0,-1-1 0 0 0,0 1 0 0 0,0 0 0 0 0,0-1 0 0 0,-1 1 0 0 0,1 0 0 0 0,-1 0 0 0 0,-1 6-1 0 0,0 0-1 0 0,-1-1-1 0 0,-1-1 0 0 0,0 1 0 0 0,0 0 0 0 0,-1-1 0 0 0,0 1 0 0 0,0-1 0 0 0,-1 0 0 0 0,-1-1 0 0 0,-10 15 0 0 0,-5 2-5 0 0,-1 0-1 0 0,-2-1 1 0 0,0-2 0 0 0,-1 0 0 0 0,-38 24-1 0 0,5-10 45 0 0,-99 46 1 0 0,47-34 1169 0 0,108-47-1170 0 0,1-1-81 0 0,0 0-1 0 0,1 0 0 0 0,-1 0 0 0 0,1 0 1 0 0,-1 0-1 0 0,1 0 0 0 0,-1 0 0 0 0,1 0 1 0 0,-1 0-1 0 0,0 1 0 0 0,1-1 0 0 0,-1 0 1 0 0,1 0-1 0 0,-1 0 0 0 0,1 1 0 0 0,-1-1 1 0 0,1 0-1 0 0,-1 1 0 0 0,1-1 0 0 0,0 0 1 0 0,-1 1-1 0 0,1-1 0 0 0,-1 0 0 0 0,1 1 1 0 0,0-1-1 0 0,-1 1 0 0 0,1-1 0 0 0,0 1 1 0 0,0-1-1 0 0,-1 1 0 0 0,1-1 0 0 0,0 1 1 0 0,0-1-1 0 0,0 1 0 0 0,-1 0 0 0 0,1-1 1 0 0,0 1-1 0 0,0-1 0 0 0,0 1 0 0 0,0-1 1 0 0,0 1-1 0 0,0-1 0 0 0,0 1 0 0 0,1 0 1 0 0,-1-1-1 0 0,0 1 0 0 0,0-1 0 0 0,0 1 1 0 0,0-1-1 0 0,1 1 0 0 0,-1-1 1 0 0,0 1-1 0 0,1-1 0 0 0,0 1 0 0 0,14 24 433 0 0,56 49 534 0 0,19 22-490 0 0,-50-54-311 0 0,3-2 0 0 0,92 68 0 0 0,-46-48-2254 0 0,-52-59-5288 0 0,4-9-3349 0 0</inkml:trace>
  <inkml:trace contextRef="#ctx0" brushRef="#br0" timeOffset="2">1743 218 788 0 0,'5'-27'3683'0'0,"2"1"0"0"0,0 0 0 0 0,2 0 0 0 0,21-43 1379 0 0,-30 69-4974 0 0,1 0-1 0 0,-1 0 1 0 0,1 0 0 0 0,-1 1 0 0 0,1-1-1 0 0,-1 0 1 0 0,1 1 0 0 0,-1-1 0 0 0,1 0-1 0 0,-1 1 1 0 0,1-1 0 0 0,-1 0-1 0 0,0 1 1 0 0,1-1 0 0 0,-1 1 0 0 0,0-1-1 0 0,1 0 1 0 0,-1 1 0 0 0,0-1 0 0 0,0 1-1 0 0,1-1 1 0 0,-1 1 0 0 0,0-1 0 0 0,0 1-1 0 0,0 1 1 0 0,3 12 745 0 0,-3-13-814 0 0,3 41 1478 0 0,-3 1 0 0 0,-1-1 0 0 0,-10 65 0 0 0,4-44-709 0 0,-84 523 1488 0 0,83-547-2814 0 0,-17 73-3068 0 0,24-110 2609 0 0</inkml:trace>
  <inkml:trace contextRef="#ctx0" brushRef="#br0" timeOffset="3">1986 515 1216 0 0,'47'-110'19861'0'0,"-66"123"-18365"0"0,-97 86 345 0 0,24-19-1539 0 0,85-74-289 0 0,-9 6-18 0 0,2 0 1 0 0,-26 29 0 0 0,39-39-26 0 0,2 0-10 0 0,-1 0 37 0 0,0-1 0 0 0,1 1 1 0 0,-1 0-1 0 0,1-1 1 0 0,-1 1-1 0 0,1-1 0 0 0,0 1 1 0 0,-1-1-1 0 0,1 0 0 0 0,0 1 1 0 0,0-1-1 0 0,0 0 1 0 0,0 1-1 0 0,0-1 0 0 0,1 0 1 0 0,-1 0-1 0 0,0 0 1 0 0,0 0-1 0 0,1 0 0 0 0,-1 0 1 0 0,1-1-1 0 0,-1 1 0 0 0,3 1 1 0 0,4 1 25 0 0,81 52 867 0 0,110 88 0 0 0,-105-72-908 0 0,-62-46-871 0 0,-15-12-735 0 0,1 0-1 0 0,22 13 1 0 0,-33-22-365 0 0,0-1 0 0 0,1 1 0 0 0,0-2 0 0 0,-1 1-1 0 0,14 2 1 0 0,0-2-4278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21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680 696 2248 0 0,'-2'-15'5338'0'0,"-1"0"1"0"0,-9-26 856 0 0,9 28-2268 0 0,-1 29-2195 0 0,1 1-1 0 0,0 0 0 0 0,0 24 0 0 0,-2 17 501 0 0,-3-7-2148 0 0,-128 716 395 0 0,99-622-479 0 0,34-135 0 0 0,-1-1 0 0 0,0 0 0 0 0,0 0 0 0 0,-1 0 0 0 0,-9 14 0 0 0,5-14 0 0 0,-9 0 0 0 0,-4-5 0 0 0,13-4 0 0 0,0-1 0 0 0,1 0 0 0 0,-1-1 0 0 0,0 0 0 0 0,1-1 0 0 0,0 1 0 0 0,0-2 0 0 0,0 1 0 0 0,0-1 0 0 0,0 0 0 0 0,0-1 0 0 0,1 0 0 0 0,0 0 0 0 0,-12-12 0 0 0,-4-4 0 0 0,1-2 0 0 0,-35-46 0 0 0,38 43-1217 0 0,2 0 0 0 0,-19-39-1 0 0,24 38-750 0 0,0-1 0 0 0,2-1-1 0 0,1 0 1 0 0,1 0-1 0 0,2 0 1 0 0,0-1 0 0 0,3 0-1 0 0,-1-45 1 0 0,4 32-7028 0 0</inkml:trace>
  <inkml:trace contextRef="#ctx0" brushRef="#br0" timeOffset="1">859 147 2320 0 0,'11'-17'3185'0'0,"-3"2"-637"0"0,1 2-240 0 0,-3 0-412 0 0,-1-2-316 0 0,1 7-344 0 0,-2-3-208 0 0,1 0 409 0 0,1-6-721 0 0,3 2-956 0 0,-3 4-1196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51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136 329 2216 0 0,'3'-16'5289'0'0,"5"-37"3802"0"0,-7 57-8805 0 0,1 14 262 0 0,0 1 0 0 0,-1-1 0 0 0,-2 37 0 0 0,-13 64 611 0 0,7-72-870 0 0,-65 374 1054 0 0,72-421-1339 0 0,0 1 0 0 0,0-1 1 0 0,-1 1-1 0 0,1-1 1 0 0,0 1-1 0 0,-1-1 1 0 0,1 0-1 0 0,0 1 0 0 0,-1-1 1 0 0,1 1-1 0 0,-1-1 1 0 0,1 0-1 0 0,-1 1 0 0 0,1-1 1 0 0,-1 0-1 0 0,1 0 1 0 0,-1 1-1 0 0,1-1 0 0 0,-1 0 1 0 0,1 0-1 0 0,-1 0 1 0 0,1 0-1 0 0,-1 0 1 0 0,1 0-1 0 0,-1 0 0 0 0,0 0 1 0 0,1 0-1 0 0,-1 0 1 0 0,1 0-1 0 0,-1 0 0 0 0,1 0 1 0 0,-1 0-1 0 0,1 0 1 0 0,-1 0-1 0 0,1-1 0 0 0,-1 1 1 0 0,1 0-1 0 0,-1 0 1 0 0,1-1-1 0 0,-1 1 0 0 0,1 0 1 0 0,-1-1-1 0 0,1 1 1 0 0,0 0-1 0 0,-1-1 1 0 0,1 1-1 0 0,0-1 0 0 0,-1 1 1 0 0,1-1-1 0 0,0 1 1 0 0,-1-1-1 0 0,1 1 0 0 0,0-1 1 0 0,0 1-1 0 0,0-1 1 0 0,-1 0-1 0 0,-5-11 3 0 0,1-1 0 0 0,0 0 1 0 0,1 0-1 0 0,0-1 0 0 0,1 0 0 0 0,1 1 1 0 0,-1-16-1 0 0,0-10 1 0 0,4-54 1 0 0,2 44-30 0 0,3 1 1 0 0,1-1-1 0 0,3 1 1 0 0,1 1-1 0 0,32-80 1 0 0,-32 99-7 0 0,2 0 0 0 0,2 1 0 0 0,0 1 0 0 0,2 0 0 0 0,0 1-1 0 0,2 1 1 0 0,1 0 0 0 0,1 2 0 0 0,0 0 0 0 0,33-24 0 0 0,-47 41 19 0 0,0 0 0 0 0,1 1 0 0 0,0 0 0 0 0,0 0 0 0 0,0 1 0 0 0,0 0 0 0 0,1 0 1 0 0,-1 1-1 0 0,1 0 0 0 0,-1 1 0 0 0,1 0 0 0 0,0 0 0 0 0,0 1 0 0 0,-1 0 0 0 0,1 0 0 0 0,0 1 0 0 0,0 0 0 0 0,-1 0 0 0 0,1 1 0 0 0,15 6 0 0 0,-16-5 11 0 0,-1 0-1 0 0,0 0 0 0 0,0 1 0 0 0,0 0 0 0 0,-1 1 1 0 0,1-1-1 0 0,-1 1 0 0 0,0 0 0 0 0,0 1 0 0 0,-1-1 1 0 0,1 1-1 0 0,-1 0 0 0 0,-1 1 0 0 0,1-1 0 0 0,-1 1 0 0 0,0 0 1 0 0,0 0-1 0 0,-1 0 0 0 0,0 0 0 0 0,-1 1 0 0 0,1 0 1 0 0,-1-1-1 0 0,1 13 0 0 0,-3-12-1 0 0,0 1 0 0 0,0 0 0 0 0,-1-1-1 0 0,0 1 1 0 0,-1-1 0 0 0,0 1 0 0 0,0-1 0 0 0,-1 0 0 0 0,0 0 0 0 0,0 0 0 0 0,-1 0 0 0 0,0-1-1 0 0,0 1 1 0 0,-1-1 0 0 0,0 0 0 0 0,0 0 0 0 0,-7 6 0 0 0,-5 5-4 0 0,0-1 1 0 0,-1-1-1 0 0,-1 0 0 0 0,-36 22 1 0 0,31-25 9 0 0,-1-2 0 0 0,0 0 1 0 0,0-1-1 0 0,-1-2 0 0 0,0 0 1 0 0,-1-2-1 0 0,-27 3 0 0 0,30-8 39 0 0,20-1-29 0 0,0 0-18 0 0,-12 0 10 0 0,-4 0-17 0 0,17 0-13 0 0,-1 2-71 0 0,1 0 87 0 0,10 10-28 0 0,39 44 7 0 0,116 152 106 0 0,-30-29-1031 0 0,-31-71-7097 0 0,-85-95 3888 0 0,0-2-1960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53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0 592 1672 0 0,'2'-2'2606'0'0,"4"-12"1603"0"0,1 1-1 0 0,3-16 0 0 0,4 2 1064 0 0,-7 23-4340 0 0,-6 17-85 0 0,-6 34 230 0 0,-1-9-739 0 0,2 0 0 0 0,2 0 0 0 0,5 64-1 0 0,-3-95-299 0 0,2 0-1 0 0,-1 0 1 0 0,1 0-1 0 0,0 0 1 0 0,0 0-1 0 0,1-1 1 0 0,0 1-1 0 0,5 8 1 0 0,-6-12-71 0 0,0 0 1 0 0,1 0 0 0 0,0 0-1 0 0,-1 0 1 0 0,1 0-1 0 0,0-1 1 0 0,0 1-1 0 0,0-1 1 0 0,1 0-1 0 0,-1 0 1 0 0,1 0-1 0 0,-1 0 1 0 0,1 0-1 0 0,-1-1 1 0 0,1 0-1 0 0,0 0 1 0 0,0 0 0 0 0,5 1-1 0 0,-2-2-405 0 0,0 1 0 0 0,0-1 1 0 0,0 0-1 0 0,1-1 0 0 0,-1 0 0 0 0,0 0 0 0 0,0 0 0 0 0,0-1 0 0 0,0 0 1 0 0,0 0-1 0 0,0-1 0 0 0,-1 0 0 0 0,1 0 0 0 0,6-5 0 0 0,-6 3-846 0 0,1 0 0 0 0,-1-1 0 0 0,0 0-1 0 0,-1 0 1 0 0,0-1 0 0 0,0 1 0 0 0,6-10 0 0 0,2-5-5574 0 0</inkml:trace>
  <inkml:trace contextRef="#ctx0" brushRef="#br0" timeOffset="1">239 104 2068 0 0,'-56'-53'9770'0'0,"4"4"-4766"0"0,50 48-5112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35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 1184 0 0,'0'0'4887'0'0,"-6"-2"-4745"0"0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36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1 184 0 0,'0'0'2196'0'0,"-13"0"-1437"0"0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36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1156 0 0,'0'0'4417'0'0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28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73 274 1232 0 0,'0'0'3752'0'0,"-26"-5"2872"0"0,24 6-6497 0 0,0-1 0 0 0,0 1-1 0 0,0 0 1 0 0,0 0-1 0 0,0 0 1 0 0,1 0-1 0 0,-1 0 1 0 0,0 0 0 0 0,0 1-1 0 0,1-1 1 0 0,-1 1-1 0 0,1-1 1 0 0,-1 1 0 0 0,1-1-1 0 0,0 1 1 0 0,-1 0-1 0 0,1 0 1 0 0,0 0-1 0 0,0 0 1 0 0,0 0 0 0 0,1 0-1 0 0,-1 0 1 0 0,0 0-1 0 0,1 0 1 0 0,-1 0 0 0 0,1 3-1 0 0,-3 10 65 0 0,1 0 1 0 0,-1 26-1 0 0,2-28 23 0 0,0 12-55 0 0,1-1 1 0 0,0 1-1 0 0,8 41 1 0 0,-8-65-138 0 0,0 0 0 0 0,0 0 1 0 0,0 0-1 0 0,0 0 0 0 0,1 0 1 0 0,-1 0-1 0 0,0 0 0 0 0,1 0 1 0 0,-1 0-1 0 0,0 0 0 0 0,1 0 1 0 0,-1-1-1 0 0,1 1 1 0 0,0 0-1 0 0,-1 0 0 0 0,1 0 1 0 0,0-1-1 0 0,-1 1 0 0 0,1 0 1 0 0,0-1-1 0 0,0 1 0 0 0,0 0 1 0 0,0-1-1 0 0,-1 1 1 0 0,1-1-1 0 0,0 0 0 0 0,0 1 1 0 0,0-1-1 0 0,0 0 0 0 0,0 1 1 0 0,0-1-1 0 0,0 0 0 0 0,0 0 1 0 0,0 0-1 0 0,0 0 0 0 0,0 0 1 0 0,0 0-1 0 0,0 0 1 0 0,0 0-1 0 0,0 0 0 0 0,0-1 1 0 0,0 1-1 0 0,0 0 0 0 0,1-1 1 0 0,6-2-3 0 0,-1 0 0 0 0,0-1 0 0 0,0 0 0 0 0,11-8 0 0 0,-7 4 52 0 0,251-185 45 0 0,-62 41-847 0 0,-56 60-1898 0 0,-45 33-3410 0 0,-49 32 91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37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48 340 0 0,'0'-3'7335'0'0,"-15"-41"6757"0"0,12 46-13908 0 0,-1 3-67 0 0,-1 0 1 0 0,1 0-1 0 0,0 1 1 0 0,1-1 0 0 0,-1 1-1 0 0,1 0 1 0 0,-3 8-1 0 0,-18 50 393 0 0,22-57-474 0 0,-49 121 419 0 0,27-70-1402 0 0,-28 99 0 0 0,45-128-130 0 0,3-16-537 0 0,0 1-1 0 0,2 0 1 0 0,-3 24-1 0 0,8-23-1532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37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2432 0 0,'32'-60'16110'0'0,"-30"61"-16047"0"0,-1 0 1 0 0,0-1 0 0 0,0 1 0 0 0,1 0-1 0 0,-1 0 1 0 0,0 0 0 0 0,0 0 0 0 0,0 0-1 0 0,0 0 1 0 0,0 0 0 0 0,0 0 0 0 0,0 0-1 0 0,-1 0 1 0 0,1 1 0 0 0,0-1 0 0 0,-1 0-1 0 0,1 1 1 0 0,-1-1 0 0 0,1 0 0 0 0,-1 1-1 0 0,0-1 1 0 0,1 1 0 0 0,-1-1 0 0 0,0 1-1 0 0,0-1 1 0 0,0 0 0 0 0,0 3 0 0 0,0 36 184 0 0,-1-1 0 0 0,-2 0 0 0 0,-8 41 0 0 0,0-2-2655 0 0,6-2-3574 0 0,8-66 3783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38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93 2276 0 0,'12'-25'4032'0'0,"-6"11"-538"0"0,1 0-1 0 0,11-16 794 0 0,-17 27-3609 0 0,5-4 404 0 0,-3 14 1811 0 0,-4 18-708 0 0,-9 19-1471 0 0,-2-1 0 0 0,-20 48 0 0 0,1-3-1610 0 0,-5 41-6005 0 0,33-121 5545 0 0,0 6-1317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7:39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72 52 0 0,'-27'-60'15010'0'0,"22"49"-11913"0"0,28 28-1092 0 0,33 35-1058 0 0,-2 3 0 0 0,-3 2 1 0 0,-3 2-1 0 0,-2 2 0 0 0,39 69 1 0 0,-58-82-859 0 0,-1 2 0 0 0,-2 1 1 0 0,-3 0-1 0 0,-2 2 0 0 0,-3 0 1 0 0,-1 1-1 0 0,10 88 0 0 0,-21-105-82 0 0,-3 1 0 0 0,-1 0-1 0 0,-2 0 1 0 0,-1 0 0 0 0,-11 44-1 0 0,3-33-221 0 0,-3-1 1 0 0,-2-1-1 0 0,-31 67 0 0 0,9-42-988 0 0,-2-2 0 0 0,-4-2 0 0 0,-2-2 0 0 0,-98 107 0 0 0,-38-2-8594 0 0,123-121 2270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38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1 616 0 0,'0'15'1980'0'0,"-2"-3"-848"0"0,1 0-100 0 0,1 1-768 0 0,0-2-232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36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25 102 340 0 0,'8'-5'15726'0'0,"-13"4"-14918"0"0,2 1-668 0 0,-19-15 933 0 0,21 14-1064 0 0,1 0 0 0 0,0 0 0 0 0,-1 0 0 0 0,1-1 0 0 0,0 1 0 0 0,0 0 0 0 0,-1 0 0 0 0,1 0 0 0 0,0 0 0 0 0,0 0 0 0 0,0-1 0 0 0,1 1 0 0 0,-1 0 0 0 0,0 0 0 0 0,0 0 0 0 0,1 0 0 0 0,-1 0 0 0 0,0 0 1 0 0,1-1-1 0 0,-1 1 0 0 0,1 0 0 0 0,0 0 0 0 0,-1 0 0 0 0,1 1 0 0 0,0-1 0 0 0,0 0 0 0 0,-1 0 0 0 0,1 0 0 0 0,0 0 0 0 0,0 1 0 0 0,0-1 0 0 0,0 0 0 0 0,0 1 0 0 0,1-1 0 0 0,4-3-6 0 0,0 0 1 0 0,1 0-1 0 0,-1 1 0 0 0,11-4 1 0 0,0 2-4 0 0,1 0 0 0 0,0 0 0 0 0,0 2 0 0 0,1 0 0 0 0,-1 2 0 0 0,1 0 0 0 0,30 2 0 0 0,-36 0 0 0 0,0 1 0 0 0,0 0 0 0 0,0 1-1 0 0,0 0 1 0 0,-1 1 0 0 0,1 1 0 0 0,-1 0 0 0 0,0 0-1 0 0,-1 1 1 0 0,1 1 0 0 0,16 12 0 0 0,-23-15 11 0 0,0 1 1 0 0,0-1-1 0 0,0 1 1 0 0,0 0 0 0 0,-1 1-1 0 0,0-1 1 0 0,0 1-1 0 0,-1 0 1 0 0,1 0 0 0 0,-1 0-1 0 0,-1 0 1 0 0,1 0-1 0 0,-1 1 1 0 0,0-1 0 0 0,0 1-1 0 0,-1 0 1 0 0,0-1-1 0 0,0 1 1 0 0,-1 0 0 0 0,1 0-1 0 0,-2 0 1 0 0,0 9-1 0 0,-2-2 16 0 0,0 0-1 0 0,-1-1 0 0 0,0 0 1 0 0,-1 0-1 0 0,-1 0 0 0 0,0-1 0 0 0,0 1 1 0 0,-1-1-1 0 0,-1-1 0 0 0,-10 13 1 0 0,-27 27 106 0 0,-2-3-1 0 0,-83 68 1 0 0,90-82 1 0 0,35-30-99 0 0,1-1 24 0 0,1-1-1 0 0,0 1 0 0 0,-1 0 1 0 0,1 0-1 0 0,0 0 0 0 0,1 1 1 0 0,-4 3-1 0 0,7-6-54 0 0,0-1 0 0 0,-1 1 1 0 0,1-1-1 0 0,0 1 0 0 0,0-1 1 0 0,0 0-1 0 0,0 1 0 0 0,0-1 1 0 0,-1 0-1 0 0,1 0 0 0 0,0 0 1 0 0,0 0-1 0 0,0 1 0 0 0,0-1 1 0 0,0 0-1 0 0,0-1 0 0 0,0 1 1 0 0,1 0-1 0 0,16-2 9 0 0,391-54 59 0 0,-208 33 64 0 0,-183 19-62 0 0,-15 3-43 0 0,0 1-8 0 0,10 0 1 0 0,-10 0 10 0 0,7 4-579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38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51 432 0 0,'0'0'6945'0'0,"2"-2"-6183"0"0,7-2-85 0 0,-7 3-150 0 0,0 0-37 0 0,8-5-210 0 0,0 0-1 0 0,0 1 1 0 0,0 0 0 0 0,0 1 0 0 0,1 1-1 0 0,0-1 1 0 0,0 1 0 0 0,0 1-1 0 0,0 0 1 0 0,0 1 0 0 0,0 0 0 0 0,0 1-1 0 0,1 0 1 0 0,-1 1 0 0 0,19 3 0 0 0,-20-2-209 0 0,0 0 0 0 0,0 1 0 0 0,0 1 0 0 0,-1-1 0 0 0,1 1 0 0 0,-1 1 0 0 0,0 0 0 0 0,0 0 0 0 0,-1 1 0 0 0,1 0 1 0 0,-1 1-1 0 0,-1 0 0 0 0,1 0 0 0 0,-1 0 0 0 0,0 1 0 0 0,-1 0 0 0 0,10 15 0 0 0,-14-19-31 0 0,-1-1 0 0 0,1 1-1 0 0,0 0 1 0 0,-1 0 0 0 0,0-1 0 0 0,0 1 0 0 0,0 0-1 0 0,0 1 1 0 0,-1-1 0 0 0,0 0 0 0 0,0 0 0 0 0,0 0-1 0 0,0 0 1 0 0,-1 5 0 0 0,-1-2 4 0 0,1 0-1 0 0,-2 0 1 0 0,1 0-1 0 0,-1 0 1 0 0,0-1-1 0 0,0 1 1 0 0,-7 9 0 0 0,0-3 2 0 0,-1 1 1 0 0,0-1 0 0 0,-1-1 0 0 0,0 0-1 0 0,-1-1 1 0 0,-16 11 0 0 0,-45 31 459 0 0,73-52-404 0 0,0-1-80 0 0,1 0 1 0 0,-1 0-1 0 0,1 1 0 0 0,-1-1 0 0 0,1 0 1 0 0,0 0-1 0 0,-1 1 0 0 0,1-1 1 0 0,-1 0-1 0 0,1 1 0 0 0,0-1 1 0 0,-1 0-1 0 0,1 1 0 0 0,0-1 0 0 0,0 1 1 0 0,-1-1-1 0 0,1 1 0 0 0,0-1 1 0 0,0 0-1 0 0,-1 1 0 0 0,1 0 1 0 0,18-3 9 0 0,0 1-1 0 0,1 0 1 0 0,-1 1 0 0 0,0 1 0 0 0,0 1 0 0 0,0 1 0 0 0,0 0 0 0 0,0 2-1 0 0,23 8 1 0 0,-10-1 165 0 0,31 19 0 0 0,-49-23-37 0 0,-1-1 0 0 0,0 1 1 0 0,-1 1-1 0 0,0 0 0 0 0,12 14 1 0 0,-21-22-79 0 0,0 1-1 0 0,0 0 1 0 0,-1 0 0 0 0,1 0 0 0 0,-1 0 0 0 0,0 0 0 0 0,1 0-1 0 0,-1 1 1 0 0,0-1 0 0 0,0 0 0 0 0,-1 1 0 0 0,1-1 0 0 0,0 0-1 0 0,-1 1 1 0 0,0-1 0 0 0,1 1 0 0 0,-1-1 0 0 0,0 1-1 0 0,0-1 1 0 0,0 1 0 0 0,-1-1 0 0 0,1 1 0 0 0,0-1 0 0 0,-1 1-1 0 0,0-1 1 0 0,0 0 0 0 0,-1 4 0 0 0,-1-1 44 0 0,0 0 0 0 0,0-1-1 0 0,-1 1 1 0 0,0-1 0 0 0,0 0 0 0 0,0 0 0 0 0,0 0 0 0 0,0-1-1 0 0,-1 1 1 0 0,0-1 0 0 0,-6 3 0 0 0,-16 8 16 0 0,0-1 1 0 0,-1-1-1 0 0,-1-1 1 0 0,0-2-1 0 0,0-1 1 0 0,-1-2-1 0 0,0 0 1 0 0,0-2-1 0 0,-44 0 1 0 0,49-5-597 0 0,0-1 0 0 0,-33-7 1 0 0,-14-6-6818 0 0,44 9 1389 0 0,8 1-2060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33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614 66 912 0 0,'2'-1'1352'0'0,"33"-20"4536"0"0,-33 20-5217 0 0,10-9 1934 0 0,-11 10-2413 0 0,0-1 1 0 0,0 1 0 0 0,-1-1-1 0 0,1 1 1 0 0,0-1-1 0 0,-1 1 1 0 0,1-1 0 0 0,0 1-1 0 0,-1-1 1 0 0,1 0-1 0 0,0 1 1 0 0,-1-1 0 0 0,1 0-1 0 0,-1 0 1 0 0,0 1-1 0 0,1-3 1 0 0,-1 3-119 0 0,0-1 1 0 0,0 1-1 0 0,0-1 0 0 0,0 1 1 0 0,0 0-1 0 0,0-1 0 0 0,0 1 0 0 0,0-1 1 0 0,0 1-1 0 0,0 0 0 0 0,-1-1 1 0 0,1 1-1 0 0,0-1 0 0 0,0 1 1 0 0,-1 0-1 0 0,1-1 0 0 0,0 1 0 0 0,0 0 1 0 0,-1-1-1 0 0,1 1 0 0 0,0 0 1 0 0,-1 0-1 0 0,1-1 0 0 0,-1 1 1 0 0,-2-2 50 0 0,0 1 1 0 0,-1-1 0 0 0,1 1-1 0 0,-1 0 1 0 0,1 0 0 0 0,0 0 0 0 0,-1 0-1 0 0,-4 1 1 0 0,-40-1 86 0 0,-1 2 0 0 0,0 2 0 0 0,-66 13 0 0 0,86-11-123 0 0,-102 19 299 0 0,119-23-355 0 0,1 1 0 0 0,0 0 0 0 0,0 0-1 0 0,-20 8 1 0 0,28-8-3 0 0,-1-1 0 0 0,0 1 0 0 0,1 0-1 0 0,-1 0 1 0 0,1 0 0 0 0,0 0 0 0 0,0 0 0 0 0,0 1-1 0 0,0-1 1 0 0,0 1 0 0 0,0 0 0 0 0,0 0-1 0 0,1 0 1 0 0,0 0 0 0 0,0 1 0 0 0,-3 4-1 0 0,3-3 127 0 0,1 1-1 0 0,0-1 1 0 0,0 0-1 0 0,0 1 0 0 0,0-1 1 0 0,1 7-1 0 0,0-5-39 0 0,-1 16 338 0 0,2 1-1 0 0,1-1 1 0 0,6 29 0 0 0,1 14 43 0 0,-2 46 140 0 0,-9 124 1 0 0,-24 111-246 0 0,22-305-379 0 0,-19 202 258 0 0,-26 394 1832 0 0,51 666-1133 0 0,1-1090-951 0 0,16 372-96 0 0,-15-541 83 0 0,11 127 323 0 0,-11-141 100 0 0,-1-14-309 0 0,-1 0 0 0 0,0 24-1 0 0,-2-39-112 0 0,-15 41 281 0 0,15-43-286 0 0,0 1-1 0 0,0-1 1 0 0,0 1 0 0 0,1-1-1 0 0,-1 1 1 0 0,0-1 0 0 0,0 1 0 0 0,1-1-1 0 0,-1 0 1 0 0,0 1 0 0 0,1-1-1 0 0,-1 0 1 0 0,1 1 0 0 0,-1-1-1 0 0,0 0 1 0 0,1 1 0 0 0,-1-1-1 0 0,1 0 1 0 0,-1 0 0 0 0,1 1 0 0 0,-1-1-1 0 0,1 0 1 0 0,-1 0 0 0 0,1 0-1 0 0,-1 0 1 0 0,1 0 0 0 0,-1 0-1 0 0,1 0 1 0 0,-1 0 0 0 0,1 0-1 0 0,0 0 1 0 0,18 1 31 0 0,-18-1-38 0 0,280-19 52 0 0,-103 3-112 0 0,267-21-2121 0 0,-248 14-2865 0 0,-193 23 4035 0 0,2-2-157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34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65 1904 0 0,'3'-7'2152'0'0,"0"-1"0"0"0,-1 0-1 0 0,-1 1 1 0 0,1-1 0 0 0,-1 0 0 0 0,0-10-1 0 0,-16 57-39 0 0,-11 63-683 0 0,11-49-1180 0 0,3 0-1 0 0,2 1 0 0 0,-6 103 0 0 0,15-144-227 0 0,2-1 1 0 0,0 1-1 0 0,0 0 1 0 0,1 0-1 0 0,1 0 1 0 0,0-1-1 0 0,9 23 1 0 0,-9-29-13 0 0,-1-1 0 0 0,2 0 0 0 0,-1 0 0 0 0,0 0 0 0 0,1 0 0 0 0,0-1 0 0 0,0 1 0 0 0,0-1 0 0 0,1 0 0 0 0,-1 0 0 0 0,1 0 0 0 0,0-1 0 0 0,0 0 0 0 0,0 0-1 0 0,1 0 1 0 0,-1-1 0 0 0,1 1 0 0 0,-1-1 0 0 0,7 1 0 0 0,3 0-4 0 0,0 0 1 0 0,0-1-1 0 0,0-1 0 0 0,0 0 0 0 0,0-1 0 0 0,0-1 0 0 0,0 0 0 0 0,0-1 0 0 0,0-1 0 0 0,-1 0 0 0 0,1-1 1 0 0,-1 0-1 0 0,1-2 0 0 0,-1 1 0 0 0,20-13 0 0 0,-20 10 5 0 0,0-1 1 0 0,-1 0-1 0 0,0-1 1 0 0,-1 0-1 0 0,0-1 1 0 0,-1 0-1 0 0,0-1 1 0 0,0-1-1 0 0,-2 1 1 0 0,1-2-1 0 0,-2 1 1 0 0,0-1-1 0 0,0 0 1 0 0,7-23-1 0 0,-10 21-5 0 0,-1 0 1 0 0,-1 0-1 0 0,0 0 0 0 0,-1 0 1 0 0,-1 0-1 0 0,-1 0 0 0 0,0-1 0 0 0,-1 1 1 0 0,-1 0-1 0 0,0 0 0 0 0,-1 0 1 0 0,-1 0-1 0 0,-1 1 0 0 0,0-1 1 0 0,-1 1-1 0 0,0 0 0 0 0,-1 0 1 0 0,-1 1-1 0 0,0 0 0 0 0,-1 1 0 0 0,-1-1 1 0 0,-11-11-1 0 0,17 20-2 0 0,-1 0 1 0 0,0 0-1 0 0,0 0 1 0 0,-1 1-1 0 0,1 0 0 0 0,-1 0 1 0 0,0 1-1 0 0,0-1 1 0 0,0 1-1 0 0,0 0 0 0 0,-1 1 1 0 0,1 0-1 0 0,-1 0 0 0 0,1 0 1 0 0,-1 1-1 0 0,0 0 1 0 0,-13-1-1 0 0,11 3-6 0 0,-1 0-1 0 0,1 0 1 0 0,-1 1 0 0 0,1 0 0 0 0,0 1-1 0 0,0 0 1 0 0,0 0 0 0 0,0 1 0 0 0,0 0-1 0 0,1 0 1 0 0,0 1 0 0 0,-11 8 0 0 0,7-4-229 0 0,0 1-1 0 0,1 0 1 0 0,0 1 0 0 0,0 0 0 0 0,-12 17 0 0 0,18-21-397 0 0,0 1 0 0 0,0 0 1 0 0,1 0-1 0 0,0 0 0 0 0,0 1 0 0 0,1-1 0 0 0,0 1 1 0 0,1 0-1 0 0,0 0 0 0 0,-1 11 0 0 0,3-3-1392 0 0,6 9-7475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40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396 154 1212 0 0,'0'0'3406'0'0,"-3"0"-2056"0"0,-3-2-691 0 0,1 0 0 0 0,-1 0 0 0 0,1 0 0 0 0,0 0-1 0 0,0-1 1 0 0,0 0 0 0 0,0 0 0 0 0,0 0 0 0 0,1-1 0 0 0,0 1 0 0 0,-1-1 0 0 0,1 0 0 0 0,1 0 0 0 0,-1-1 0 0 0,0 1-1 0 0,1-1 1 0 0,-4-7 0 0 0,7 10-443 0 0,0 0-188 0 0,0-1-1 0 0,1 0 0 0 0,0 1 1 0 0,-1-1-1 0 0,1 1 0 0 0,0-1 1 0 0,0 1-1 0 0,1-1 0 0 0,-1 1 1 0 0,0 0-1 0 0,1 0 0 0 0,-1-1 1 0 0,1 1-1 0 0,0 0 0 0 0,0 0 1 0 0,0 1-1 0 0,0-1 0 0 0,0 0 1 0 0,0 1-1 0 0,0-1 0 0 0,1 1 1 0 0,-1 0-1 0 0,4-2 0 0 0,7-3 3 0 0,-1 1-1 0 0,1 0 0 0 0,15-2 0 0 0,-28 7-28 0 0,15-4 11 0 0,0 2-1 0 0,-1 0 1 0 0,1 0 0 0 0,0 1-1 0 0,0 1 1 0 0,0 1-1 0 0,27 4 1 0 0,-32-3-7 0 0,0 0 1 0 0,0 1-1 0 0,0 0 0 0 0,-1 0 1 0 0,1 1-1 0 0,-1 0 1 0 0,0 1-1 0 0,0 0 0 0 0,-1 1 1 0 0,1-1-1 0 0,-1 2 1 0 0,10 9-1 0 0,-14-11 10 0 0,1 0-1 0 0,-1 0 1 0 0,-1 1-1 0 0,1-1 1 0 0,-1 1-1 0 0,1 0 1 0 0,-2 0-1 0 0,1 0 1 0 0,-1 1-1 0 0,0-1 1 0 0,0 1-1 0 0,0-1 1 0 0,0 12-1 0 0,-2-8 0 0 0,0 0 0 0 0,0 0 0 0 0,-1 0 0 0 0,0 0 0 0 0,-1 0 0 0 0,0-1 0 0 0,-1 1 0 0 0,-5 13 0 0 0,-2-2-1 0 0,0 0 1 0 0,-2-1 0 0 0,0 0-1 0 0,-1 0 1 0 0,-1-1 0 0 0,-1-1-1 0 0,-18 18 1 0 0,29-33-11 0 0,-7 10 19 0 0,-1-2-1 0 0,0 0 1 0 0,-1 0-1 0 0,0-1 1 0 0,0 0-1 0 0,-23 11 0 0 0,34-20-15 0 0,-4 0-5 0 0,6 0-1 0 0,-1-1-1 0 0,0 1 1 0 0,1-1-1 0 0,-1 0 1 0 0,0 0-1 0 0,0 1 0 0 0,1-1 1 0 0,-1 0-1 0 0,0 0 1 0 0,1 0-1 0 0,-1 0 1 0 0,0 0-1 0 0,0 0 1 0 0,1 0-1 0 0,-1 0 1 0 0,0 0-1 0 0,0 0 1 0 0,1 0-1 0 0,-1-1 1 0 0,0 1-1 0 0,1 0 0 0 0,-1 0 1 0 0,0-1-1 0 0,0 1 1 0 0,1-1-1 0 0,-1 1 1 0 0,1 0-1 0 0,-1-1 1 0 0,0 1-1 0 0,1-1 1 0 0,-1 1-1 0 0,1-1 1 0 0,-1 0-1 0 0,1 1 0 0 0,0-1 1 0 0,-1 1-1 0 0,1-1 1 0 0,0 0-1 0 0,-1 1 1 0 0,1-1-1 0 0,0 0 1 0 0,0 0-1 0 0,-1 1 1 0 0,1-2-1 0 0,0 1 1 0 0,0 0 0 0 0,0 0 0 0 0,0 1 0 0 0,0-1 0 0 0,0 0 0 0 0,0 0 0 0 0,0 1-1 0 0,1-1 1 0 0,-1 0 0 0 0,0 1 0 0 0,0-1 0 0 0,1 0 0 0 0,-1 0 0 0 0,1 1 0 0 0,-1-1 0 0 0,0 1 0 0 0,1-1 0 0 0,-1 0-1 0 0,1 1 1 0 0,-1-1 0 0 0,1 1 0 0 0,1-1 0 0 0,3-4-1 0 0,2 1 0 0 0,-1 1 0 0 0,0-1 0 0 0,1 1 0 0 0,0 0 0 0 0,0 1 0 0 0,0 0 0 0 0,0 0 0 0 0,0 0 0 0 0,0 1 0 0 0,0 0 0 0 0,0 0 0 0 0,1 1-1 0 0,-1 0 1 0 0,0 0 0 0 0,1 1 0 0 0,-1-1 0 0 0,0 2 0 0 0,0-1 0 0 0,7 3 0 0 0,-1 1 14 0 0,-1 0 0 0 0,0 0 0 0 0,0 1 1 0 0,-1 0-1 0 0,0 1 0 0 0,0 1 0 0 0,0 0 0 0 0,-1 0 0 0 0,0 1 0 0 0,-1 0 0 0 0,15 19 0 0 0,-22-26 12 0 0,0 0-1 0 0,0 1 1 0 0,0-1 0 0 0,0 1-1 0 0,-1 0 1 0 0,1 0-1 0 0,-1 0 1 0 0,0-1-1 0 0,0 1 1 0 0,0 0-1 0 0,0 1 1 0 0,0-1-1 0 0,-1 0 1 0 0,1 0-1 0 0,-1 0 1 0 0,0 0-1 0 0,0 0 1 0 0,0 1-1 0 0,-1 3 1 0 0,0-3-4 0 0,-1 0 1 0 0,1 0-1 0 0,-1 0 1 0 0,0-1-1 0 0,0 1 1 0 0,0 0-1 0 0,-1-1 1 0 0,1 0-1 0 0,-1 1 1 0 0,0-1-1 0 0,0 0 1 0 0,-6 4-1 0 0,-4 3 27 0 0,0-2 0 0 0,-1 0 0 0 0,0 0-1 0 0,0-2 1 0 0,-1 1 0 0 0,-23 5 0 0 0,4-3-1 0 0,0-1 1 0 0,0-2-1 0 0,-1-2 1 0 0,0-1-1 0 0,0-2 0 0 0,0-1 1 0 0,0-2-1 0 0,-66-11 1 0 0,93 11-36 0 0,-25-3-7 0 0,0-3 1 0 0,0 0-1 0 0,-32-15 1 0 0,45 15-223 0 0,15 7-209 0 0,0-1 0 0 0,1 0 1 0 0,-1 0-1 0 0,1 0 0 0 0,0-1 1 0 0,-8-5-1 0 0,7-4-4003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41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111 256 1700 0 0,'7'-19'4596'0'0,"16"-32"0"0"0,0 1 1864 0 0,-5 11-261 0 0,-19 13-4926 0 0,-13-17-1109 0 0,13 38-143 0 0,-6-16-48 0 0,2 19-2 0 0,0 14 26 0 0,-20 77 93 0 0,-43 105 0 0 0,17-49-264 0 0,50-144 174 0 0,1 0-1 0 0,-1 0 1 0 0,1 0 0 0 0,-1 0 0 0 0,1 0 0 0 0,0 0 0 0 0,-1 0 0 0 0,1 0 0 0 0,0 0 0 0 0,0 0 0 0 0,0 0 0 0 0,0 0 0 0 0,0 0 0 0 0,0 0 0 0 0,0 0-1 0 0,0 0 1 0 0,0 0 0 0 0,0 0 0 0 0,0 0 0 0 0,1 0 0 0 0,-1 0 0 0 0,0-1 0 0 0,1 1 0 0 0,-1 0 0 0 0,1 0 0 0 0,-1 0 0 0 0,1 0 0 0 0,-1 0 0 0 0,1 0 0 0 0,0-1-1 0 0,-1 1 1 0 0,1 0 0 0 0,0-1 0 0 0,0 1 0 0 0,0 0 0 0 0,-1-1 0 0 0,1 1 0 0 0,0-1 0 0 0,0 1 0 0 0,0-1 0 0 0,0 0 0 0 0,0 1 0 0 0,0-1 0 0 0,0 0-1 0 0,0 0 1 0 0,0 1 0 0 0,0-1 0 0 0,0 0 0 0 0,1 0 0 0 0,6 0 8 0 0,0 0 0 0 0,0 0 0 0 0,0-1 1 0 0,13-3-1 0 0,-15 3 1 0 0,89-13-58 0 0,-55 10-235 0 0,0-2 0 0 0,0-2-1 0 0,56-20 1 0 0,-86 24 256 0 0,-1-1-1 0 0,0 0 1 0 0,-1-1 0 0 0,0 0-1 0 0,1 0 1 0 0,-2 0 0 0 0,14-16-1 0 0,-19 21 28 0 0,0-4-6 0 0,1 1 0 0 0,-1-1 0 0 0,0 0 1 0 0,0 0-1 0 0,0 0 0 0 0,0 0 0 0 0,-1 0 0 0 0,1-7 0 0 0,-1 0 26 0 0,-1 1 0 0 0,0-1 0 0 0,-1 0 0 0 0,0 1 0 0 0,0-1 0 0 0,-2 1 0 0 0,1-1 0 0 0,-1 1 0 0 0,-8-17 0 0 0,7 16 117 0 0,4 11-120 0 0,0 1 0 0 0,0-1 1 0 0,0 1-1 0 0,-1-1 0 0 0,1 0 1 0 0,0 1-1 0 0,0-1 0 0 0,-1 1 1 0 0,1-1-1 0 0,0 1 0 0 0,-1-1 1 0 0,1 1-1 0 0,0-1 1 0 0,-1 1-1 0 0,1 0 0 0 0,-1-1 1 0 0,1 1-1 0 0,0 0 0 0 0,-1-1 1 0 0,1 1-1 0 0,-1 0 0 0 0,0-1 1 0 0,-8 6 238 0 0,-1 15 126 0 0,-16 99 793 0 0,-52 229-879 0 0,64-283-1550 0 0,10-26-2722 0 0,4-37 3345 0 0,0 0 0 0 0,0-1-1 0 0,1 1 1 0 0,-1 0 0 0 0,0-1-1 0 0,1 1 1 0 0,0-1 0 0 0,-1 1-1 0 0,1-1 1 0 0,0 1 0 0 0,7 8-3795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42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460 152 2004 0 0,'2'-3'1791'0'0,"14"-21"5483"0"0,25-51 0 0 0,-39 71-6775 0 0,-2 3-434 0 0,1 0-1 0 0,-1 1 1 0 0,0-1 0 0 0,1 0 0 0 0,-1 0 0 0 0,0 0 0 0 0,1 0-1 0 0,-1 0 1 0 0,0 0 0 0 0,0 0 0 0 0,0 0 0 0 0,0 0 0 0 0,0 0 0 0 0,0 0-1 0 0,0 0 1 0 0,0 0 0 0 0,-1 0 0 0 0,1 0 0 0 0,0 0 0 0 0,0 0-1 0 0,-1 0 1 0 0,1 1 0 0 0,-1-1 0 0 0,1 0 0 0 0,-1 0 0 0 0,1 0 0 0 0,-1 0-1 0 0,1 1 1 0 0,-1-1 0 0 0,0 0 0 0 0,1 1 0 0 0,-1-1 0 0 0,0 0-1 0 0,0 1 1 0 0,-1-2 0 0 0,-2 0 87 0 0,-1 0-1 0 0,1 0 1 0 0,0 0-1 0 0,-1 1 0 0 0,-6-2 1 0 0,10 3-122 0 0,-2-1 3 0 0,1 1 1 0 0,-1 0 0 0 0,0 0-1 0 0,0 0 1 0 0,0 0 0 0 0,0 0-1 0 0,0 1 1 0 0,0 0 0 0 0,0-1-1 0 0,-5 3 1 0 0,2-1 53 0 0,-4 2 34 0 0,1-1 0 0 0,-1 2 1 0 0,1-1-1 0 0,0 2 0 0 0,1-1 0 0 0,-1 1 0 0 0,-8 8 1 0 0,-51 51 720 0 0,36-31-566 0 0,0 3 0 0 0,3 0 0 0 0,-37 61 0 0 0,52-73-239 0 0,2 0 0 0 0,0 1-1 0 0,1 0 1 0 0,2 1-1 0 0,0 0 1 0 0,2 1-1 0 0,-4 32 1 0 0,10-46-50 0 0,0 0 0 0 0,0 0 1 0 0,2 0-1 0 0,0 0 0 0 0,0-1 0 0 0,5 19 1 0 0,-4-23 16 0 0,1 0 0 0 0,0-1 0 0 0,0 1 0 0 0,1-1 1 0 0,0 0-1 0 0,0 0 0 0 0,1 0 0 0 0,0 0 0 0 0,1-1 0 0 0,8 10 1 0 0,-7-11 3 0 0,-1 0 1 0 0,1 0-1 0 0,1-1 1 0 0,-1 0-1 0 0,1 0 1 0 0,0-1 0 0 0,0 0-1 0 0,0 0 1 0 0,0-1-1 0 0,1 0 1 0 0,-1 0-1 0 0,1-1 1 0 0,16 2-1 0 0,-19-4 6 0 0,0 1 0 0 0,-1-1 0 0 0,1-1 0 0 0,0 1 0 0 0,-1-1 0 0 0,1 0 0 0 0,-1 0 0 0 0,1-1 0 0 0,-1 0 0 0 0,1 0 0 0 0,-1 0 0 0 0,0 0 0 0 0,0-1 0 0 0,0 0 0 0 0,0 0 0 0 0,-1 0 0 0 0,1-1 0 0 0,-1 0 0 0 0,0 1 0 0 0,0-1 0 0 0,0-1-1 0 0,-1 1 1 0 0,5-7 0 0 0,-6 9-10 0 0,-1-1-1 0 0,1 1 0 0 0,-1-1 0 0 0,1 0 0 0 0,-1 0 0 0 0,0 0 1 0 0,0 0-1 0 0,0 0 0 0 0,-1 0 0 0 0,1 0 0 0 0,-1 0 1 0 0,1 0-1 0 0,-1 0 0 0 0,0 0 0 0 0,0 0 0 0 0,0 0 0 0 0,-1 0 1 0 0,1 0-1 0 0,-1 0 0 0 0,0 0 0 0 0,0 0 0 0 0,0 0 1 0 0,0 0-1 0 0,0 0 0 0 0,-1 1 0 0 0,1-1 0 0 0,-1 0 0 0 0,1 1 1 0 0,-1-1-1 0 0,0 1 0 0 0,0 0 0 0 0,-3-3 0 0 0,0 1 1 0 0,0 0 1 0 0,0 0-1 0 0,0 0 0 0 0,-1 0 0 0 0,0 1 0 0 0,0 0 1 0 0,0 0-1 0 0,0 0 0 0 0,0 1 0 0 0,0 0 0 0 0,-1 0 0 0 0,1 0 1 0 0,-14 0-1 0 0,7 1-258 0 0,1 1 0 0 0,-1 1 0 0 0,0 0 0 0 0,0 1 0 0 0,1 0 0 0 0,-1 1 0 0 0,1 0 0 0 0,-1 1 0 0 0,1 0 0 0 0,-19 11 0 0 0,-15 14-4468 0 0,4 8-3982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44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55 131 1156 0 0,'-1'-3'716'0'0,"-4"-11"1669"0"0,0 0 1 0 0,-1 1 0 0 0,-1 0-1 0 0,-13-21 1 0 0,19 33-1821 0 0,-8-19 3852 0 0,25 18-4280 0 0,1 1 1 0 0,0 1 0 0 0,22 2-1 0 0,37-1 11 0 0,63-8-22 0 0,45-5-318 0 0,-131 14-2889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44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13 488 0 0,'-4'-1'2159'0'0,"-49"-10"5202"0"0,50 11-6399 0 0,-1-1-136 0 0,0 1-637 0 0,0 1 1 0 0,0-1 0 0 0,0 1-1 0 0,0 0 1 0 0,0 0 0 0 0,0 0-1 0 0,0 0 1 0 0,0 1 0 0 0,0 0-1 0 0,1 0 1 0 0,-1 0-1 0 0,1 0 1 0 0,-1 0 0 0 0,1 1-1 0 0,0-1 1 0 0,0 1 0 0 0,0 0-1 0 0,0 0 1 0 0,0 0 0 0 0,1 0-1 0 0,-3 5 1 0 0,-8 10 186 0 0,1 1 0 0 0,-15 32 0 0 0,24-45-306 0 0,-8 18 41 0 0,2 1 0 0 0,1 0 0 0 0,0 1 0 0 0,-3 30 1 0 0,10-54-102 0 0,1 0 0 0 0,0 0 0 0 0,-1 0 0 0 0,1 0 0 0 0,0 0 0 0 0,0 0 0 0 0,0 0 0 0 0,0 0 0 0 0,1 1 0 0 0,-1-1 0 0 0,0 0 0 0 0,1 0 0 0 0,0 0 0 0 0,-1 0 0 0 0,1 0 0 0 0,0 0 0 0 0,0-1 0 0 0,0 1 0 0 0,0 0 0 0 0,0 0 0 0 0,1-1 0 0 0,-1 1 0 0 0,1 0 0 0 0,-1-1 0 0 0,1 1 0 0 0,-1-1 0 0 0,4 2 0 0 0,-3-2 18 0 0,3-2 12 0 0,17-4 99 0 0,35-15 1 0 0,-44 15-73 0 0,-1 0 0 0 0,1 1 0 0 0,0 0 1 0 0,0 1-1 0 0,0 0 0 0 0,17 0 0 0 0,-24 3-13 0 0,0 0 1 0 0,-1 1-1 0 0,1-1 1 0 0,-1 1-1 0 0,1 0 1 0 0,-1 1-1 0 0,0 0 1 0 0,1-1-1 0 0,-1 2 0 0 0,0-1 1 0 0,0 1-1 0 0,7 4 1 0 0,-3 0 61 0 0,1 0 1 0 0,-1 0-1 0 0,0 1 1 0 0,11 13-1 0 0,-8-8 36 0 0,-1 1 0 0 0,0 0 0 0 0,-1 1 0 0 0,0 0 0 0 0,-2 1 0 0 0,12 28 0 0 0,-17-38-100 0 0,-1 0 0 0 0,-1 0 0 0 0,1 0 1 0 0,-1 0-1 0 0,0 0 0 0 0,-1 1 1 0 0,1-1-1 0 0,-1 0 0 0 0,0 0 0 0 0,-1 0 1 0 0,0 1-1 0 0,0-1 0 0 0,0 0 0 0 0,-1 0 1 0 0,1 0-1 0 0,-1 0 0 0 0,-1 0 0 0 0,1-1 1 0 0,-1 1-1 0 0,0-1 0 0 0,0 1 0 0 0,-6 6 1 0 0,-1-1 7 0 0,-1 0 1 0 0,1-1 0 0 0,-2-1-1 0 0,1 0 1 0 0,-2 0-1 0 0,1-1 1 0 0,-1 0 0 0 0,-23 9-1 0 0,15-8-13 0 0,0-2 0 0 0,0 0 0 0 0,-1-1 0 0 0,1-1 0 0 0,-28 2-1 0 0,29-7-58 0 0,1-1-1 0 0,-1 0 0 0 0,1-1 0 0 0,-1-1 0 0 0,1-1 0 0 0,-28-9 0 0 0,45 12-217 0 0,-1 0-1 0 0,1-1 1 0 0,-1 1 0 0 0,1 0 0 0 0,0-1-1 0 0,-1 1 1 0 0,1-1 0 0 0,0 0 0 0 0,0 1-1 0 0,-2-4 1 0 0,2 3-184 0 0,1 1 236 0 0,1 1 0 0 0,0-1 0 0 0,-1 1 0 0 0,1-1 0 0 0,0 1 0 0 0,0-1 0 0 0,0 1 0 0 0,0-1 0 0 0,0 1 0 0 0,0-1 0 0 0,0 0 0 0 0,-1 1-1 0 0,2-1 1 0 0,-1 1 0 0 0,0-1 0 0 0,0 1 0 0 0,0-1 0 0 0,0 1 0 0 0,0-1 0 0 0,0 0 0 0 0,0 1 0 0 0,1-1 0 0 0,-1 1 0 0 0,0-1 0 0 0,0 1 0 0 0,1-1 0 0 0,-1 1 0 0 0,0 0 0 0 0,1-1 0 0 0,10-12-4416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45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322 137 1684 0 0,'10'-12'3000'0'0,"23"-22"-1"0"0,9-9 610 0 0,-10 10 782 0 0,-31 30-3684 0 0,1-5 1031 0 0,-1 5-418 0 0,-12 3-1344 0 0,6 2 97 0 0,-1 0 0 0 0,1 1 0 0 0,0-1 0 0 0,0 1 0 0 0,0 0 0 0 0,0 1 0 0 0,1-1 0 0 0,-1 1-1 0 0,-6 6 1 0 0,2-1 66 0 0,-58 52 781 0 0,-111 135-1 0 0,160-174-854 0 0,1 0 0 0 0,0 2-1 0 0,2 0 1 0 0,1 1 0 0 0,-17 40-1 0 0,29-60-56 0 0,0 1 0 0 0,1-1 0 0 0,0 0 0 0 0,0 1 0 0 0,0-1 0 0 0,0 1 0 0 0,1-1 0 0 0,0 1 0 0 0,0 0 0 0 0,0-1 0 0 0,1 1 0 0 0,0-1 0 0 0,0 1 0 0 0,0-1 0 0 0,1 0 0 0 0,0 1 0 0 0,3 5 0 0 0,-2-6-4 0 0,0 0 1 0 0,0-1-1 0 0,1 1 1 0 0,0-1-1 0 0,0 0 1 0 0,0 0-1 0 0,0 0 1 0 0,1 0 0 0 0,-1-1-1 0 0,1 0 1 0 0,0 0-1 0 0,0 0 1 0 0,0 0-1 0 0,1-1 1 0 0,-1 0 0 0 0,9 2-1 0 0,5 2 4 0 0,0-2 0 0 0,0 0 0 0 0,1-1 0 0 0,20 0 0 0 0,-32-2 0 0 0,0-1 0 0 0,1 0 0 0 0,-1-1 1 0 0,0 0-1 0 0,0-1 0 0 0,0 1 0 0 0,0-1 1 0 0,0-1-1 0 0,0 0 0 0 0,0 0 0 0 0,-1 0 1 0 0,10-7-1 0 0,-15 9-8 0 0,0 0 1 0 0,0 0-1 0 0,-1-1 1 0 0,1 1-1 0 0,0 0 0 0 0,-1-1 1 0 0,1 1-1 0 0,-1-1 1 0 0,0 0-1 0 0,0 1 1 0 0,1-1-1 0 0,-1 0 1 0 0,0 0-1 0 0,-1 0 1 0 0,1 0-1 0 0,0 0 0 0 0,0 0 1 0 0,-1 0-1 0 0,1-2 1 0 0,-1 2-1 0 0,0 0 1 0 0,0 0 0 0 0,-1 0-1 0 0,1 0 1 0 0,-1 0 0 0 0,1 0-1 0 0,-1 1 1 0 0,0-1 0 0 0,1 0-1 0 0,-1 0 1 0 0,0 0-1 0 0,0 1 1 0 0,-1-1 0 0 0,1 0-1 0 0,0 1 1 0 0,-2-2 0 0 0,-4-4 0 0 0,0 2 1 0 0,0-1-1 0 0,0 1 1 0 0,-1 0 0 0 0,1 1-1 0 0,-1 0 1 0 0,-12-5-1 0 0,-4 1-82 0 0,-1 1 0 0 0,-1 1 0 0 0,-31-3 0 0 0,51 9-602 0 0,1-1 0 0 0,-1 1 1 0 0,0 1-1 0 0,-9 0 0 0 0,14 0 490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45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62 1844 0 0,'0'0'1560'0'0,"-4"-16"3575"0"0,1-8-889 0 0,1 2 2301 0 0,2 35-4160 0 0,5 60-1849 0 0,21 283 3173 0 0,-12-239-8113 0 0,4 1-6090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47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66 1620 0 0,'-150'-34'14139'0'0,"147"33"-13686"0"0,1 1-77 0 0,0-1-466 0 0,-19-4 1424 0 0,19 2-475 0 0,17 2-618 0 0,319-9 561 0 0,1 0-722 0 0,-328 10-25 0 0,0 0 0 0 0,0 0-1 0 0,0 1 1 0 0,0 0-1 0 0,0 0 1 0 0,0 1-1 0 0,0 0 1 0 0,0 0-1 0 0,12 6 1 0 0,-15-5 41 0 0,0 0-1 0 0,0 0 1 0 0,0 0 0 0 0,0 0-1 0 0,-1 1 1 0 0,1 0 0 0 0,-1 0-1 0 0,0 0 1 0 0,0 0 0 0 0,-1 0-1 0 0,1 0 1 0 0,-1 1 0 0 0,3 7-1 0 0,6 16 429 0 0,-3 0 0 0 0,0 1 0 0 0,-1 0 0 0 0,4 57 0 0 0,-6 122 1195 0 0,-5-158-1304 0 0,-54 1218 5730 0 0,-49-23-5976 0 0,33-535-169 0 0,57-602 0 0 0,-39 253 0 0 0,41-308 0 0 0,9-37 0 0 0,0 1 0 0 0,-1-2 0 0 0,1-2 0 0 0,0 0 0 0 0,-1-4 0 0 0,-1-16 0 0 0,2-6 0 0 0,1 0 0 0 0,0-1 0 0 0,-2 4 0 0 0,-8 2 0 0 0,4 8 0 0 0,1 0 0 0 0,0 0 0 0 0,-1 1 0 0 0,1 0 0 0 0,0 0 0 0 0,-1 0 0 0 0,1 1 0 0 0,-8 3 0 0 0,-11 2 0 0 0,-120 33-2232 0 0,2 7-3401 0 0,-8 3-2376 0 0,34-13-6480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8:57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76 1504 0 0,'0'0'2622'0'0,"-3"-1"-1591"0"0,-4 0 25 0 0,0 0 0 0 0,0 1 0 0 0,-1 0 0 0 0,-13 2 0 0 0,18-1-735 0 0,-10 6 1309 0 0,9-5-1744 0 0,-12 7 1792 0 0,15-8-1629 0 0,1-1 0 0 0,0 1 0 0 0,-1-1-1 0 0,1 1 1 0 0,0-1 0 0 0,0 1 0 0 0,0 0-1 0 0,-1-1 1 0 0,1 1 0 0 0,0-1 0 0 0,0 1-1 0 0,0 0 1 0 0,0-1 0 0 0,0 1 0 0 0,0-1-1 0 0,0 1 1 0 0,0 0 0 0 0,0-1 0 0 0,1 1 0 0 0,-1-1-1 0 0,0 1 1 0 0,0 0 0 0 0,0-1 0 0 0,1 1-1 0 0,-1-1 1 0 0,0 1 0 0 0,1-1 0 0 0,-1 1-1 0 0,0-1 1 0 0,1 1 0 0 0,-1-1 0 0 0,1 1-1 0 0,0 0-24 0 0,0-1-1 0 0,0 1 0 0 0,0 0 0 0 0,-1-1 0 0 0,1 1 0 0 0,0-1 1 0 0,0 1-1 0 0,0-1 0 0 0,0 1 0 0 0,0-1 0 0 0,0 0 0 0 0,0 0 1 0 0,0 1-1 0 0,0-1 0 0 0,1 0 0 0 0,0 0 0 0 0,2 0 49 0 0,36 9 181 0 0,0-2 0 0 0,1-1 0 0 0,0-3-1 0 0,67-2 1 0 0,-19 0-160 0 0,715 2 110 0 0,-444-4-161 0 0,1673-16 52 0 0,-1527-11 18 0 0,-450 21-58 0 0,57-16 1 0 0,-112 23-54 0 0,1 0 0 0 0,-1 0-1 0 0,0 0 1 0 0,0 0 0 0 0,1-1 0 0 0,-1 1 0 0 0,0 0 0 0 0,0-1 0 0 0,0 1 0 0 0,1-1 0 0 0,-1 0 0 0 0,0 1 0 0 0,0-1 0 0 0,0 0 0 0 0,0 1 0 0 0,0-1 0 0 0,0 0 0 0 0,0 0 0 0 0,-1 0 0 0 0,1 0 0 0 0,0 0-1 0 0,0 0 1 0 0,-1 0 0 0 0,1 0 0 0 0,0 0 0 0 0,-1-1 0 0 0,1 1 0 0 0,-1 0 0 0 0,0 0 0 0 0,1-2 0 0 0,-1 1-5 0 0,-50-17-14 0 0,-59-9-68 0 0,107 27 53 0 0,3 5-25 0 0,-2-3 57 0 0,1 0 0 0 0,0 0 0 0 0,0-1 0 0 0,0 1 0 0 0,1 0 0 0 0,-1-1 0 0 0,0 1 0 0 0,0 0 0 0 0,0-1 0 0 0,0 1 0 0 0,1 0 0 0 0,-1-1 0 0 0,0 1 0 0 0,0 0 0 0 0,1-1 0 0 0,-1 1 0 0 0,1 1 0 0 0,54 39-28 0 0,-30-24 41 0 0,30 28 0 0 0,-49-40-3 0 0,0 1-1 0 0,0 1 1 0 0,-1 0 0 0 0,0-1 0 0 0,0 1 0 0 0,0 1-1 0 0,-1-1 1 0 0,0 1 0 0 0,4 10 0 0 0,-7-14-2 0 0,0 0-1 0 0,0-1 1 0 0,0 1 0 0 0,-1 0-1 0 0,1 0 1 0 0,-1 0 0 0 0,0 0 0 0 0,0 0-1 0 0,-1 0 1 0 0,1 0 0 0 0,-1 0-1 0 0,0-1 1 0 0,-2 8 0 0 0,0-5-2 0 0,1 0 0 0 0,-2 0-1 0 0,1 0 1 0 0,-1 0 0 0 0,0-1 0 0 0,0 0 0 0 0,-7 8-1 0 0,-5 1-171 0 0,0 0-1 0 0,-1-1 0 0 0,-1-1 0 0 0,-19 10 0 0 0,1-2-985 0 0,-1-2 0 0 0,-64 22 0 0 0,-22-6-4839 0 0,63-23 715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00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191 159 268 0 0,'0'0'1244'0'0,"5"-15"2239"0"0,0-6-1347 0 0,-4 19-1510 0 0,4-13 1620 0 0,2 1 860 0 0,-7 14-3079 0 0,0 0 0 0 0,0 0 0 0 0,0 0 0 0 0,0 0 0 0 0,0 0 0 0 0,1 0 0 0 0,0-1 733 0 0,-1 1-733 0 0,0 0 0 0 0,1 29 2090 0 0,-1-13-1863 0 0,-4 39 369 0 0,-2 1 0 0 0,-3-1 1 0 0,-22 78-1 0 0,21-91-479 0 0,-10 39-27 0 0,-1 13 56 0 0,-47 128 1 0 0,54-199 181 0 0,14-22-348 0 0,0-1 0 0 0,0 1 0 0 0,-1-1 1 0 0,1 0-1 0 0,0 1 0 0 0,0-1 1 0 0,-1 0-1 0 0,1 1 0 0 0,0-1 0 0 0,-1 0 1 0 0,1 0-1 0 0,0 1 0 0 0,-1-1 1 0 0,1 0-1 0 0,0 0 0 0 0,-1 0 1 0 0,1 1-1 0 0,0-1 0 0 0,-1 0 0 0 0,1 0 1 0 0,-1 0-1 0 0,1 0 0 0 0,0 0 1 0 0,-1 0-1 0 0,1 0 0 0 0,-1 0 0 0 0,1 0 1 0 0,-1 0-1 0 0,1 0 0 0 0,0 0 1 0 0,-1 0-1 0 0,1 0 0 0 0,-1 0 0 0 0,1 0 1 0 0,0 0-1 0 0,-1 0 0 0 0,1-1 1 0 0,-1 1-1 0 0,1 0 0 0 0,0 0 0 0 0,-1-1 1 0 0,1 1-1 0 0,0 0 0 0 0,-1 0 1 0 0,1-1-1 0 0,0 1 0 0 0,0 0 0 0 0,-1-1 1 0 0,1 1-1 0 0,0 0 0 0 0,0-1 1 0 0,0 1-1 0 0,-1 0 0 0 0,1-1 0 0 0,0 1 1 0 0,0-1-1 0 0,0 1 0 0 0,0 0 1 0 0,0-1-1 0 0,-4-8 16 0 0,1-1-1 0 0,1 1 1 0 0,0-1 0 0 0,0 0 0 0 0,0-16-1 0 0,2-56-19 0 0,1 41-13 0 0,-1-11-14 0 0,3 1 1 0 0,2-1 0 0 0,2 1 0 0 0,3 1 0 0 0,1-1 0 0 0,3 2 0 0 0,25-60 0 0 0,-29 86 4 0 0,1 1 0 0 0,2 0 1 0 0,0 1-1 0 0,28-35 0 0 0,-34 48 10 0 0,0 1 0 0 0,0 0 1 0 0,0 0-1 0 0,1 0 0 0 0,0 1 0 0 0,0 0 0 0 0,1 0 0 0 0,0 1 0 0 0,-1 0 1 0 0,2 1-1 0 0,-1 0 0 0 0,1 1 0 0 0,-1-1 0 0 0,16-1 0 0 0,-20 3 7 0 0,-1 1 0 0 0,1 1-1 0 0,0-1 1 0 0,0 1 0 0 0,0 0 0 0 0,0 0-1 0 0,0 0 1 0 0,0 1 0 0 0,5 1 0 0 0,2 0 4 0 0,-3 0-5 0 0,0 1 1 0 0,0-1 0 0 0,-1 2 0 0 0,1-1 0 0 0,-1 1 0 0 0,0 0 0 0 0,0 1 0 0 0,0 0 0 0 0,13 11 0 0 0,-18-14 4 0 0,0 1 0 0 0,0 0 1 0 0,0 0-1 0 0,0 1 0 0 0,-1-1 0 0 0,1 1 1 0 0,-1-1-1 0 0,0 1 0 0 0,0 0 0 0 0,0 0 1 0 0,0 0-1 0 0,-1 0 0 0 0,0 0 0 0 0,1 0 1 0 0,-2 0-1 0 0,1 0 0 0 0,0 1 1 0 0,-1-1-1 0 0,0 0 0 0 0,0 1 0 0 0,0-1 1 0 0,-1 8-1 0 0,-3 1 4 0 0,0-1-1 0 0,-1 0 1 0 0,0-1 0 0 0,0 1 0 0 0,-2-1-1 0 0,1 0 1 0 0,-1 0 0 0 0,-1-1 0 0 0,0 0-1 0 0,-10 10 1 0 0,-10 7 13 0 0,0-1 1 0 0,-35 24-1 0 0,50-40-2 0 0,-2-1 0 0 0,1 0-1 0 0,-1-1 1 0 0,0-1 0 0 0,0 0-1 0 0,-26 7 1 0 0,38-13-8 0 0,-1-1 0 0 0,0 2-8 0 0,-22-4-24 0 0,23 2 14 0 0,3-1 7 0 0,0 1 1 0 0,0 0-1 0 0,0-1 0 0 0,0 1 0 0 0,-1-1 1 0 0,1 1-1 0 0,0 0 0 0 0,0-1 0 0 0,-1 1 1 0 0,1 0-1 0 0,0-1 0 0 0,-1 1 0 0 0,1 0 1 0 0,0 0-1 0 0,-1-1 0 0 0,1 1 1 0 0,0 0-1 0 0,-1 0 0 0 0,1 0 0 0 0,0-1 1 0 0,-1 1-1 0 0,0 0 0 0 0,-1-2-76 0 0,9-1 44 0 0,-3 3 24 0 0,6 4 6 0 0,0 1 3 0 0,-1 0 0 0 0,0 1 0 0 0,15 12 1 0 0,-11-8 3 0 0,19 16-218 0 0,-2 2 0 0 0,-1 0 0 0 0,-2 2 0 0 0,32 44 0 0 0,-3-4-5144 0 0,-30-46-481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01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84 80 0 0,'1'-2'2608'0'0,"13"-69"11176"0"0,-14 69-12722 0 0,3-7 1605 0 0,-1 34-2226 0 0,-2 0 0 0 0,0 1 0 0 0,-1-1 0 0 0,-2 0 1 0 0,0 0-1 0 0,-8 28 0 0 0,-9 71-295 0 0,17-96-547 0 0,2-23-324 0 0,0 1 0 0 0,0 0 0 0 0,1 0 0 0 0,-1-1 0 0 0,2 1 0 0 0,-1 0 0 0 0,2 8 0 0 0,-2-14 541 0 0,0 1 1 0 0,0 0-1 0 0,0 0 1 0 0,1-1-1 0 0,-1 1 1 0 0,0 0-1 0 0,1 0 1 0 0,-1-1-1 0 0,0 1 1 0 0,1-1-1 0 0,-1 1 1 0 0,1 0-1 0 0,-1-1 1 0 0,1 1-1 0 0,-1-1 1 0 0,1 1-1 0 0,0-1 1 0 0,0 1 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01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94 295 1564 0 0,'-13'-10'5843'0'0,"-9"-6"-2004"0"0,20 14-3063 0 0,-19-15 4032 0 0,8 9-2131 0 0,-10 2-865 0 0,26 7-1809 0 0,-1 1 1 0 0,1-1-1 0 0,0 1 1 0 0,0-1-1 0 0,0 0 1 0 0,0 0-1 0 0,0-1 1 0 0,0 1-1 0 0,0-1 1 0 0,0 1-1 0 0,0-1 1 0 0,0 0-1 0 0,0 0 1 0 0,0 0-1 0 0,6-2 1 0 0,-5 2-4 0 0,316-6 73 0 0,-130-1-62 0 0,352-14 103 0 0,-534 20-99 0 0,1 1-6 0 0,1-1-1 0 0,-1 0 0 0 0,1 0 1 0 0,-1-1-1 0 0,1-1 0 0 0,14-5 1 0 0,-22 7-8 0 0,-1 0 0 0 0,1 1 1 0 0,-1-1-1 0 0,1 0 0 0 0,-1 0 0 0 0,0 0 1 0 0,1 0-1 0 0,-1 0 0 0 0,0 0 1 0 0,0 0-1 0 0,1 0 0 0 0,-1 0 1 0 0,0-1-1 0 0,0 1 0 0 0,-1-1 0 0 0,1 1 1 0 0,0 0-1 0 0,0-1 0 0 0,-1 1 1 0 0,2-3-1 0 0,-2 2-6 0 0,-10-8-3 0 0,-58-73 38 0 0,67 82-33 0 0,0 0-1 0 0,0-1 0 0 0,0 1 0 0 0,1-1 0 0 0,-1 1 1 0 0,0-1-1 0 0,1 0 0 0 0,-1 1 0 0 0,1-1 0 0 0,0 0 0 0 0,0 1 1 0 0,-1-1-1 0 0,1 0 0 0 0,0 1 0 0 0,0-1 0 0 0,1 0 1 0 0,-1 1-1 0 0,0-1 0 0 0,1 0 0 0 0,-1 1 0 0 0,0-1 1 0 0,1 0-1 0 0,0 1 0 0 0,-1-1 0 0 0,1 1 0 0 0,0-1 1 0 0,0 1-1 0 0,0 0 0 0 0,0-1 0 0 0,0 1 0 0 0,0 0 1 0 0,0-1-1 0 0,1 1 0 0 0,-1 0 0 0 0,3-2 0 0 0,-1 1-3 0 0,0 0-1 0 0,0 0 1 0 0,1 0-1 0 0,-1 1 1 0 0,0-1-1 0 0,1 1 1 0 0,-1 0-1 0 0,1 0 1 0 0,0 0-1 0 0,-1 0 1 0 0,1 1-1 0 0,0-1 1 0 0,-1 1-1 0 0,1 0 1 0 0,0 0-1 0 0,4 1 1 0 0,0 1-3 0 0,0 0 1 0 0,-1 0-1 0 0,1 1 1 0 0,-1 0-1 0 0,0 0 1 0 0,0 0 0 0 0,0 1-1 0 0,0 1 1 0 0,0-1-1 0 0,-1 1 1 0 0,0 0-1 0 0,0 0 1 0 0,0 1-1 0 0,-1 0 1 0 0,0 0 0 0 0,0 0-1 0 0,0 1 1 0 0,6 11-1 0 0,-9-14 18 0 0,0 1-1 0 0,0-1 0 0 0,0 1 0 0 0,0 0 0 0 0,-1 0 1 0 0,0 0-1 0 0,0 0 0 0 0,0 0 0 0 0,-1 0 1 0 0,0 0-1 0 0,0 0 0 0 0,-1 8 0 0 0,0-6 4 0 0,-1 0 0 0 0,0-1 0 0 0,0 1-1 0 0,-1-1 1 0 0,0 1 0 0 0,0-1-1 0 0,-1 0 1 0 0,-6 10 0 0 0,-5 3-349 0 0,0-1 1 0 0,-2-1-1 0 0,1 0 0 0 0,-2-1 1 0 0,0-1-1 0 0,-1-1 0 0 0,-23 14 1 0 0,19-15-2162 0 0,0-1 0 0 0,-1 0 0 0 0,-35 11 0 0 0,27-14-3838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02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250 266 592 0 0,'2'-15'4892'0'0,"2"-81"6893"0"0,-4 93-10870 0 0,0-4-486 0 0,-3 3 504 0 0,-7 28-538 0 0,2 0-1 0 0,-10 40 0 0 0,8-22-232 0 0,-50 195 276 0 0,-3 15-204 0 0,58-231-172 0 0,3-12-10 0 0,-1 0 0 0 0,0 0 0 0 0,0 0 0 0 0,-5 10 0 0 0,6-17 29 0 0,-1-3-63 0 0,-11-4-3 0 0,12 3-16 0 0,0 0 1 0 0,1 1-1 0 0,-1-1 0 0 0,1 0 0 0 0,0 0 0 0 0,-1-1 0 0 0,1 1 0 0 0,0 0 1 0 0,0 0-1 0 0,1-1 0 0 0,-2-3 0 0 0,-7-33 0 0 0,7 29-1 0 0,-4-36-40 0 0,1 0-1 0 0,3 0 1 0 0,1-1 0 0 0,3 1-1 0 0,7-48 1 0 0,-4 49 23 0 0,2-1 0 0 0,2 1-1 0 0,18-52 1 0 0,-22 82 6 0 0,1-1-1 0 0,1 1 0 0 0,0 0 1 0 0,1 1-1 0 0,0-1 0 0 0,1 2 0 0 0,1-1 1 0 0,0 1-1 0 0,1 1 0 0 0,1 0 1 0 0,0 0-1 0 0,16-12 0 0 0,-21 20 7 0 0,0 0-1 0 0,1 0 1 0 0,-1 1-1 0 0,1 0 1 0 0,0 0 0 0 0,0 1-1 0 0,0 0 1 0 0,0 0-1 0 0,0 1 1 0 0,0 0-1 0 0,0 0 1 0 0,0 1-1 0 0,1 0 1 0 0,-1 1-1 0 0,0 0 1 0 0,0 0-1 0 0,0 0 1 0 0,0 1 0 0 0,9 4-1 0 0,-9-4 11 0 0,0 1-1 0 0,0 0 1 0 0,0 1-1 0 0,-1 0 1 0 0,1 0-1 0 0,-1 1 1 0 0,0 0 0 0 0,0 0-1 0 0,-1 0 1 0 0,0 1-1 0 0,0 0 1 0 0,0 1-1 0 0,0-1 1 0 0,-1 1-1 0 0,0 0 1 0 0,-1 0 0 0 0,0 1-1 0 0,5 11 1 0 0,-7-16-2 0 0,-1 1 1 0 0,0 0 0 0 0,0 0 0 0 0,-1 0 0 0 0,1 0 0 0 0,-1 0 0 0 0,0 0 0 0 0,0 0-1 0 0,0 0 1 0 0,-1 0 0 0 0,0 0 0 0 0,1 0 0 0 0,-3 6 0 0 0,0-3-1 0 0,1-1 0 0 0,-2 1 0 0 0,1 0-1 0 0,-1-1 1 0 0,0 0 0 0 0,-9 11 0 0 0,0-3 3 0 0,0-1 0 0 0,-1-1 0 0 0,-1 0 0 0 0,-31 20 0 0 0,24-20 10 0 0,-1-1 1 0 0,-33 11-1 0 0,41-16-2 0 0,8-3-6 0 0,-1-1 0 0 0,0 1 0 0 0,0-2 0 0 0,-11 2 0 0 0,-8 1 40 0 0,24-3-51 0 0,2 0 4 0 0,-1-1 0 0 0,1 1 0 0 0,-1-1 0 0 0,1 0 0 0 0,-1 0 0 0 0,1 0 0 0 0,-1 1 0 0 0,1-1 0 0 0,-1 0 0 0 0,1-1 0 0 0,-2 1 0 0 0,-1 0-14 0 0,-14 6-82 0 0,16-5 91 0 0,1-1 2 0 0,1 0 1 0 0,-1 0 0 0 0,0 1-1 0 0,1-1 1 0 0,-1 0-1 0 0,1 1 1 0 0,-1-1-1 0 0,0 0 1 0 0,1 1-1 0 0,-1-1 1 0 0,1 1-1 0 0,-1-1 1 0 0,1 1-1 0 0,0-1 1 0 0,-1 1-1 0 0,1-1 1 0 0,-1 1-1 0 0,1-1 1 0 0,0 1-1 0 0,-1 1 1 0 0,1 0 1 0 0,0 0-1 0 0,0 1 1 0 0,0-1-1 0 0,1 0 1 0 0,-1 0 0 0 0,1 0-1 0 0,-1 1 1 0 0,1-1 0 0 0,0 0-1 0 0,0 0 1 0 0,0 0-1 0 0,0 0 1 0 0,2 3 0 0 0,11 19 20 0 0,2-2-1 0 0,1 1 1 0 0,23 23 0 0 0,-15-18 23 0 0,-4-2 88 0 0,39 43-2632 0 0,4-4-3804 0 0,-37-47 816 0 0,-15-10 636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03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16 180 584 0 0,'13'-18'3955'0'0,"25"-29"-1"0"0,-25 34-2638 0 0,0 1-1 0 0,22-16 1 0 0,-24 20-955 0 0,0 0 1 0 0,1 1-1 0 0,0 1 1 0 0,0 0-1 0 0,1 1 1 0 0,0 0-1 0 0,0 1 1 0 0,0 0-1 0 0,23-3 1 0 0,-30 6-243 0 0,1 1 0 0 0,-1 0 0 0 0,1 0-1 0 0,-1 0 1 0 0,1 1 0 0 0,-1 0 0 0 0,1 0 0 0 0,-1 0 0 0 0,0 1 0 0 0,0 0 0 0 0,1 1 0 0 0,-1-1 0 0 0,10 7-1 0 0,-13-7-82 0 0,-1-1-1 0 0,0 1 0 0 0,1 0 1 0 0,-1 0-1 0 0,0 0 1 0 0,0 1-1 0 0,0-1 0 0 0,-1 0 1 0 0,1 1-1 0 0,0-1 0 0 0,-1 1 1 0 0,0-1-1 0 0,1 1 0 0 0,-1 0 1 0 0,0 0-1 0 0,0 0 0 0 0,-1-1 1 0 0,1 1-1 0 0,-1 0 0 0 0,1 0 1 0 0,-1 0-1 0 0,0 0 0 0 0,0 0 1 0 0,0 0-1 0 0,-1 0 0 0 0,1 0 1 0 0,-1 0-1 0 0,1 0 0 0 0,-1 0 1 0 0,0-1-1 0 0,-1 4 0 0 0,-5 9 20 0 0,0-1-1 0 0,-1-1 0 0 0,0 1 0 0 0,-1-1 0 0 0,0-1 0 0 0,-1 1 1 0 0,-1-2-1 0 0,0 1 0 0 0,-20 15 0 0 0,-7 2 28 0 0,-77 45 0 0 0,90-59-66 0 0,-78 49-60 0 0,103-64 45 0 0,-1 0-1 0 0,1 1 0 0 0,0-1 0 0 0,-1 0 0 0 0,1 0 1 0 0,0 0-1 0 0,-1 0 0 0 0,1 1 0 0 0,0-1 1 0 0,-1 0-1 0 0,1 0 0 0 0,0 1 0 0 0,0-1 0 0 0,-1 0 1 0 0,1 1-1 0 0,0-1 0 0 0,0 0 0 0 0,0 1 0 0 0,-1-1 1 0 0,1 0-1 0 0,0 1 0 0 0,0-1 0 0 0,0 1 0 0 0,0-1 1 0 0,0 0-1 0 0,0 1 0 0 0,0-1 0 0 0,0 0 0 0 0,0 1 1 0 0,0-1-1 0 0,0 1 0 0 0,0-1 0 0 0,0 0 0 0 0,0 1 1 0 0,0-1-1 0 0,0 0 0 0 0,0 1 0 0 0,0-1 0 0 0,1 1 1 0 0,-1-1-1 0 0,0 0 0 0 0,0 1 0 0 0,0-1 0 0 0,1 0 1 0 0,-1 0-1 0 0,0 1 0 0 0,0-1 0 0 0,1 0 1 0 0,-1 1-1 0 0,0-1 0 0 0,1 0 0 0 0,-1 0 0 0 0,0 0 1 0 0,1 1-1 0 0,-1-1 0 0 0,1 0 0 0 0,22 7 14 0 0,55-2-357 0 0,0-4 0 0 0,111-13 0 0 0,-185 12 284 0 0,140-16-2980 0 0,-49-2-3868 0 0,-60 7 791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04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4 956 0 0,'3'0'1032'0'0,"3"-1"-828"0"0,0 0 912 0 0,1 0 0 0 0,-1 1 0 0 0,1-1 0 0 0,-1 1 1 0 0,0 1-1 0 0,1-1 0 0 0,10 3 1124 0 0,-27 34 1257 0 0,6-29-3252 0 0,1-1 0 0 0,-1 0 0 0 0,-1 1 0 0 0,0-2 0 0 0,0 1 0 0 0,-10 10 0 0 0,-1 2 66 0 0,-20 23-19 0 0,-3-2-1 0 0,-1-1 1 0 0,-75 54 0 0 0,49-40-147 0 0,32-28-93 0 0,27-20 8 0 0,1 0-1 0 0,-1 0 0 0 0,1 1 0 0 0,1 0 0 0 0,-7 7 0 0 0,11-11 154 0 0,1-2-195 0 0,0 1 0 0 0,-1-1 0 0 0,1 1-1 0 0,0-1 1 0 0,0 0 0 0 0,0 1-1 0 0,0-1 1 0 0,0 1 0 0 0,-1-1-1 0 0,1 1 1 0 0,0-1 0 0 0,0 1 0 0 0,0-1-1 0 0,0 1 1 0 0,1-1 0 0 0,-1 1-1 0 0,0-1 1 0 0,0 1 0 0 0,0-1-1 0 0,0 0 1 0 0,0 1 0 0 0,0-1-1 0 0,1 1 1 0 0,34 11 155 0 0,174 66 95 0 0,-62-7-1760 0 0,-1 4-5330 0 0,-116-60 2823 0 0,-3-2-1850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13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1261 0 1636 0 0,'8'7'14636'0'0,"-38"-7"-14462"0"0,26 0-147 0 0,1 0-6 0 0,-35-1 19 0 0,17 0-33 0 0,1 1-1 0 0,0 1 1 0 0,-1 1-1 0 0,1 1 1 0 0,-27 7 0 0 0,44-9-5 0 0,-1-1-6 0 0,-10 3-7 0 0,9-2 46 0 0,1 1-1 0 0,-1-1 1 0 0,1 1 0 0 0,0 0-1 0 0,-1 0 1 0 0,1 0 0 0 0,0 0-1 0 0,0 1 1 0 0,0-1 0 0 0,1 1-1 0 0,-1 0 1 0 0,1 1 0 0 0,-1-1 0 0 0,1 0-1 0 0,0 1 1 0 0,0 0 0 0 0,1 0-1 0 0,-1 0 1 0 0,-2 6 0 0 0,-2 6 366 0 0,0 0 0 0 0,2 1 1 0 0,-7 32-1 0 0,3-15-83 0 0,-34 179 1516 0 0,35-170-1681 0 0,-25 222 171 0 0,-1 4 535 0 0,-54 184 828 0 0,-112 483 1084 0 0,125-529-2228 0 0,41-202 465 0 0,-5 23 79 0 0,-48 238 1639 0 0,66-368-2628 0 0,-64 272 401 0 0,2 13-499 0 0,51-218 0 0 0,0-1 0 0 0,24-110 0 0 0,7-33 0 0 0,-1-1 0 0 0,0-1 0 0 0,2-4 0 0 0,0 1 0 0 0,5 0 0 0 0,-2-12 0 0 0,-1 1 0 0 0,1-1 0 0 0,0-1 0 0 0,1 1 0 0 0,-1 0 0 0 0,0-1 0 0 0,1 0 0 0 0,0 0 0 0 0,0 0 0 0 0,0 0 0 0 0,0-1 0 0 0,1 1 0 0 0,-1-1 0 0 0,0 0 0 0 0,1 0 0 0 0,6 1 0 0 0,11 3 0 0 0,0 0 0 0 0,27 1 0 0 0,-42-6 0 0 0,98 13-1555 0 0,1-5 1 0 0,0-5-1 0 0,0-4 0 0 0,0-5 1 0 0,114-21-1 0 0,-195 22-586 0 0,0-2-1 0 0,31-12 1 0 0,11-12-5753 0 0,-33 13 1177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1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0 125 1192 0 0,'5'-12'11697'0'0,"-2"6"-11410"0"0,0 1 0 0 0,1-1 1 0 0,0 1-1 0 0,-1 0 1 0 0,2 0-1 0 0,-1 1 1 0 0,1-1-1 0 0,-1 1 1 0 0,1 0-1 0 0,0 0 1 0 0,1 0-1 0 0,-1 1 1 0 0,12-6-1 0 0,0 1-338 0 0,1 1 1 0 0,-1 1-1 0 0,32-8 0 0 0,-36 11 54 0 0,0 1-1 0 0,1 0 1 0 0,-1 1-1 0 0,1 1 1 0 0,0 0-1 0 0,-1 1 1 0 0,1 0-1 0 0,-1 1 1 0 0,18 5-1 0 0,-25-6 11 0 0,0 1 0 0 0,0 0 0 0 0,-1 0 1 0 0,1 1-1 0 0,-1 0 0 0 0,0 0 0 0 0,0 0 0 0 0,0 1 0 0 0,0-1 0 0 0,0 1 0 0 0,-1 0 0 0 0,1 1 0 0 0,-1-1 0 0 0,-1 1 0 0 0,1 0 0 0 0,0 0 0 0 0,-1 0 0 0 0,0 0 1 0 0,0 0-1 0 0,-1 1 0 0 0,0 0 0 0 0,1-1 0 0 0,0 8 0 0 0,-1-5 10 0 0,-1 0 1 0 0,-1 1-1 0 0,1-1 1 0 0,-2 0-1 0 0,1 0 1 0 0,-1 0-1 0 0,0 1 1 0 0,0-1-1 0 0,-1 0 1 0 0,-4 10-1 0 0,-1 1 33 0 0,-1 0-1 0 0,-20 35 1 0 0,11-28 27 0 0,-1 0-1 0 0,-24 25 1 0 0,25-30 68 0 0,16-21-110 0 0,0 1-1 0 0,1-1 1 0 0,-1 1-1 0 0,0 0 1 0 0,1-1-1 0 0,-1 1 1 0 0,0 0-1 0 0,1 0 1 0 0,-1-1-1 0 0,1 1 1 0 0,-1 0 0 0 0,1 0-1 0 0,0 0 1 0 0,-1-1-1 0 0,1 1 1 0 0,0 0-1 0 0,-1 0 1 0 0,1 0-1 0 0,0 0 1 0 0,0 0-1 0 0,0 0 1 0 0,0 0 0 0 0,0 0-1 0 0,0 0 1 0 0,0-1-1 0 0,0 1 1 0 0,1 2-1 0 0,0-3-13 0 0,0 1 1 0 0,1 0-1 0 0,-1 0 0 0 0,0-1 0 0 0,1 1 0 0 0,-1-1 0 0 0,1 1 1 0 0,-1-1-1 0 0,1 0 0 0 0,-1 1 0 0 0,1-1 0 0 0,1 0 0 0 0,20 5-63 0 0,-8 1 40 0 0,1 2 0 0 0,-2 0 0 0 0,1 1 1 0 0,-1 0-1 0 0,17 15 0 0 0,60 62 28 0 0,-84-79-24 0 0,1 0 145 0 0,0 1 0 0 0,-1 0 0 0 0,0 1 0 0 0,-1 0 1 0 0,0 0-1 0 0,9 18 0 0 0,-14-24-79 0 0,-1 1 0 0 0,0-1 0 0 0,0 0 0 0 0,0 1 0 0 0,0-1 0 0 0,0 0 0 0 0,-1 0 0 0 0,1 1 1 0 0,-1-1-1 0 0,0 0 0 0 0,0 0 0 0 0,0 0 0 0 0,-1 0 0 0 0,1 0 0 0 0,-1 0 0 0 0,0 0 0 0 0,1 0 0 0 0,-1 0 0 0 0,-3 2 0 0 0,-3 4 67 0 0,-1-1 0 0 0,0 0 0 0 0,0 0 0 0 0,0 0 0 0 0,-1-1-1 0 0,-1-1 1 0 0,1 0 0 0 0,-16 6 0 0 0,0-1 47 0 0,-1-1 0 0 0,-40 9 0 0 0,39-14-96 0 0,0-2-1 0 0,-1-1 1 0 0,1-2 0 0 0,0 0-1 0 0,-1-2 1 0 0,-30-6 0 0 0,14-5-140 0 0,11 2-1314 0 0,32 10 461 0 0,-3-1-779 0 0,-1-1 881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15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56 700 0 0,'0'0'2212'0'0,"8"-24"6913"0"0,-1 11-6839 0 0,0-6 4578 0 0,-8 36-6476 0 0,0-1 0 0 0,-2 0 0 0 0,0 1-1 0 0,-8 25 1 0 0,-29 67 479 0 0,17-49-572 0 0,-30 63 22 0 0,-5 15-53 0 0,57-136-274 0 0,1-2 10 0 0,0 1 0 0 0,0 0 1 0 0,0 0-1 0 0,0-1 0 0 0,0 1 0 0 0,0 0 1 0 0,0-1-1 0 0,0 1 0 0 0,0 0 0 0 0,0-1 1 0 0,0 1-1 0 0,0 0 0 0 0,0 0 0 0 0,1-1 0 0 0,-1 1 1 0 0,0-1-1 0 0,0 1 0 0 0,1 0 0 0 0,0 0 1 0 0,5 2 5 0 0,1-1 1 0 0,-1 1-1 0 0,1-1 1 0 0,0-1 0 0 0,0 1-1 0 0,0-1 1 0 0,0 0-1 0 0,0-1 1 0 0,0 0 0 0 0,8-1-1 0 0,78-9 27 0 0,-70 6-30 0 0,-14 3 16 0 0,27-3-268 0 0,0-2 0 0 0,0-1-1 0 0,-1-2 1 0 0,50-19-1 0 0,-78 24 223 0 0,1 0-1 0 0,-1 0 1 0 0,0-1-1 0 0,0 0 1 0 0,-1 0-1 0 0,1-1 1 0 0,-1 0-1 0 0,0 0 1 0 0,-1 0 0 0 0,1-1-1 0 0,-1 0 1 0 0,-1 0-1 0 0,8-14 1 0 0,-5 6 78 0 0,-2 0 0 0 0,1-1 0 0 0,-2 1 0 0 0,0-1 0 0 0,4-32-1 0 0,-4 4 1420 0 0,-4 41-1023 0 0,0 6-164 0 0,-10 47 1429 0 0,-5 88 0 0 0,6-39-1202 0 0,-40 231-64 0 0,47-325-440 0 0,-3 11 2 0 0,-5 26-466 0 0,9-41-45 0 0,-2 16-3299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16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529 170 32 0 0,'21'-20'3691'0'0,"-12"13"-2020"0"0,-1-1-1 0 0,0 0 1 0 0,0-1-1 0 0,-1 0 1 0 0,0 0-1 0 0,-1-1 0 0 0,10-17 1 0 0,-15 24-1197 0 0,0 0 0 0 0,1 0 1 0 0,-1 0-1 0 0,-1-1 0 0 0,1 1 0 0 0,0 0 1 0 0,-1 0-1 0 0,1-1 0 0 0,-1-4 0 0 0,-1 6-23 0 0,1 2-423 0 0,0-1 1 0 0,0 1-1 0 0,0-1 0 0 0,0 1 1 0 0,0 0-1 0 0,0-1 0 0 0,0 1 1 0 0,0 0-1 0 0,0-1 0 0 0,0 1 1 0 0,0-1-1 0 0,-1 1 0 0 0,1 0 1 0 0,0-1-1 0 0,0 1 0 0 0,0 0 1 0 0,-1 0-1 0 0,1-1 0 0 0,0 1 1 0 0,0 0-1 0 0,-1-1 0 0 0,1 1 1 0 0,0 0-1 0 0,0 0 0 0 0,-1 0 1 0 0,1-1-1 0 0,0 1 0 0 0,-1 0 1 0 0,1 0-1 0 0,-1 0 0 0 0,-13-9 381 0 0,13 9-415 0 0,-1-1 146 0 0,-2 0-27 0 0,-10-2-13 0 0,10 2-23 0 0,-14 3 49 0 0,8 0-61 0 0,-1 1 0 0 0,0-1 0 0 0,1 2 0 0 0,0 0 0 0 0,0 0 0 0 0,-14 8 0 0 0,2-1 71 0 0,11-6-57 0 0,1 1 0 0 0,0 1-1 0 0,-18 14 1 0 0,20-16-56 0 0,-4 6 165 0 0,1 0 0 0 0,0 0 0 0 0,0 1 0 0 0,1 0 0 0 0,-13 21 0 0 0,8-12 66 0 0,-37 53 289 0 0,4 2 1 0 0,-43 90-1 0 0,78-139-509 0 0,1 1-1 0 0,-13 47 1 0 0,22-66-34 0 0,1-1 0 0 0,1 1 0 0 0,-1 0 0 0 0,1 0 1 0 0,1 0-1 0 0,0 0 0 0 0,0 0 0 0 0,0 0 0 0 0,2 0 1 0 0,-1 0-1 0 0,1-1 0 0 0,0 1 0 0 0,5 12 0 0 0,-4-15 16 0 0,1 0-1 0 0,0 0 1 0 0,0-1-1 0 0,1 1 1 0 0,0-1-1 0 0,0 0 1 0 0,0-1 0 0 0,0 1-1 0 0,1-1 1 0 0,0 0-1 0 0,0 0 1 0 0,0 0-1 0 0,0-1 1 0 0,0 0-1 0 0,1-1 1 0 0,-1 1-1 0 0,10 1 1 0 0,4 1-13 0 0,0 0 1 0 0,1-2 0 0 0,0 0-1 0 0,32-1 1 0 0,-35-2 24 0 0,-1-1 0 0 0,0-1 0 0 0,0 0 1 0 0,1-1-1 0 0,-2-1 0 0 0,18-6 0 0 0,-29 9-8 0 0,0-1 1 0 0,1 0-1 0 0,-1-1 0 0 0,0 1 0 0 0,0-1 0 0 0,-1 0 0 0 0,1 0 0 0 0,-1-1 0 0 0,1 1 0 0 0,-1-1 0 0 0,0 0 1 0 0,0 0-1 0 0,-1 0 0 0 0,1-1 0 0 0,-1 1 0 0 0,0-1 0 0 0,0 0 0 0 0,-1 0 0 0 0,1 0 0 0 0,-1 0 0 0 0,0-1 1 0 0,1-4-1 0 0,-3 6-8 0 0,0 1 1 0 0,1 0-1 0 0,-1-1 1 0 0,-1 1-1 0 0,1 0 1 0 0,0 0-1 0 0,-1 0 0 0 0,0-1 1 0 0,0 1-1 0 0,0 0 1 0 0,0 0-1 0 0,0 0 1 0 0,-1 0-1 0 0,1 0 1 0 0,-1 0-1 0 0,0 1 1 0 0,0-1-1 0 0,0 0 1 0 0,0 1-1 0 0,-4-5 1 0 0,0 2-8 0 0,1 0 1 0 0,-1 1 0 0 0,0-1 0 0 0,0 1-1 0 0,-1 1 1 0 0,1-1 0 0 0,-13-4 0 0 0,8 5-141 0 0,0 0 0 0 0,0 0 0 0 0,0 2 0 0 0,0-1 0 0 0,0 1 0 0 0,-1 1-1 0 0,1 0 1 0 0,0 1 0 0 0,0 0 0 0 0,0 0 0 0 0,0 1 0 0 0,0 1 0 0 0,0 0 0 0 0,-21 9 0 0 0,-4 5-3745 0 0,1 1 0 0 0,-62 44 0 0 0,60-37-858 0 0,-10 5-3881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22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279 53 872 0 0,'0'0'2505'0'0,"16"-19"4558"0"0,-6-1 1227 0 0,-13 22-8204 0 0,-16 8 79 0 0,0 1 0 0 0,1 1 0 0 0,1 1 0 0 0,-26 23 0 0 0,35-29-63 0 0,-4 4-26 0 0,1 0 1 0 0,1 1-1 0 0,0 0 0 0 0,0 0 0 0 0,1 1 0 0 0,-7 15 1 0 0,0 3-16 0 0,-19 50 0 0 0,23-48-15 0 0,2 0 1 0 0,-10 56-1 0 0,17-72-26 0 0,1-1 0 0 0,1 1 0 0 0,1-1 0 0 0,0 1-1 0 0,1-1 1 0 0,1 0 0 0 0,7 30 0 0 0,-6-38-18 0 0,0 0 0 0 0,1 0 0 0 0,0 0 0 0 0,0-1 0 0 0,1 1 1 0 0,0-1-1 0 0,0 0 0 0 0,1 0 0 0 0,0-1 0 0 0,0 0 0 0 0,1 0 1 0 0,9 7-1 0 0,5 2 4 0 0,0-1 0 0 0,45 21 0 0 0,-48-27 3 0 0,0-1 1 0 0,0 0-1 0 0,1-1 1 0 0,0-1 0 0 0,0-1-1 0 0,0-1 1 0 0,0 0-1 0 0,39-1 1 0 0,-44-3-8 0 0,-1 0-1 0 0,1-1 1 0 0,-1 0 0 0 0,0-1-1 0 0,0 0 1 0 0,0-1 0 0 0,0-1-1 0 0,-1 0 1 0 0,1-1 0 0 0,-1 0 0 0 0,-1-1-1 0 0,1 0 1 0 0,18-16 0 0 0,-14 8-4 0 0,-1-1 1 0 0,-1 0-1 0 0,0-1 1 0 0,-2-1 0 0 0,1 0-1 0 0,-2-1 1 0 0,-1 0-1 0 0,0-1 1 0 0,-1 0-1 0 0,-1 0 1 0 0,-2-1 0 0 0,1 0-1 0 0,-2 0 1 0 0,-1 0-1 0 0,-1-1 1 0 0,-1 0 0 0 0,0-31-1 0 0,-2 34 2 0 0,-1 1-1 0 0,0-1 1 0 0,-2 0-1 0 0,0 1 0 0 0,-1-1 1 0 0,-1 1-1 0 0,-1 0 1 0 0,0 0-1 0 0,-1 1 1 0 0,-1 0-1 0 0,-1 0 1 0 0,-1 1-1 0 0,0 0 1 0 0,-1 0-1 0 0,0 1 1 0 0,-1 1-1 0 0,-1 0 0 0 0,0 1 1 0 0,-1 0-1 0 0,-23-16 1 0 0,33 27-3 0 0,2 0 1 0 0,-2 0-1 0 0,1 0 0 0 0,0 0 0 0 0,0 1 1 0 0,-1-1-1 0 0,1 1 0 0 0,-5-1 0 0 0,-11-3-8 0 0,-5 4 9 0 0,21 1-137 0 0,-1 1 0 0 0,1-1 1 0 0,0 1-1 0 0,-1 0 0 0 0,1 0 0 0 0,-1 0 1 0 0,1 0-1 0 0,0 1 0 0 0,0-1 1 0 0,0 1-1 0 0,0 0 0 0 0,0 0 0 0 0,0 0 1 0 0,0 0-1 0 0,1 1 0 0 0,-1-1 0 0 0,1 1 1 0 0,0-1-1 0 0,-1 1 0 0 0,1 0 0 0 0,0 0 1 0 0,1 0-1 0 0,-3 5 0 0 0,3-5-177 0 0,1-1 0 0 0,-1 1 0 0 0,1 0 0 0 0,0-1 0 0 0,0 1-1 0 0,0-1 1 0 0,1 1 0 0 0,-1 0 0 0 0,1-1 0 0 0,-1 1 0 0 0,1-1 0 0 0,0 1-1 0 0,0-1 1 0 0,0 0 0 0 0,0 1 0 0 0,0-1 0 0 0,1 0 0 0 0,-1 0 0 0 0,1 0-1 0 0,-1 0 1 0 0,1 0 0 0 0,0 0 0 0 0,3 2 0 0 0,7 4-2825 0 0,0-1-1175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23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303 149 2192 0 0,'-7'-4'1197'0'0,"0"-1"0"0"0,0 1 0 0 0,0-1 0 0 0,0 0 0 0 0,1-1 0 0 0,-7-6 0 0 0,10 9-818 0 0,1 0 1 0 0,-1 0-1 0 0,1 0 1 0 0,-1 0-1 0 0,1-1 1 0 0,0 1-1 0 0,1-1 0 0 0,-1 0 1 0 0,0 1-1 0 0,1-1 1 0 0,0 0-1 0 0,0 0 1 0 0,0 0-1 0 0,0-8 1 0 0,1 10-319 0 0,1 0 1 0 0,0 0 0 0 0,0 0-1 0 0,0 0 1 0 0,0 1-1 0 0,0-1 1 0 0,0 0-1 0 0,0 0 1 0 0,3-3 0 0 0,-1 2 27 0 0,1 0-59 0 0,0 0 0 0 0,0 1 0 0 0,-1 0 1 0 0,1 0-1 0 0,1 0 0 0 0,-1 0 0 0 0,0 1 0 0 0,0 0 1 0 0,1 0-1 0 0,-1 0 0 0 0,1 0 0 0 0,-1 1 1 0 0,9-1-1 0 0,-6 2-12 0 0,-1-1 1 0 0,1 1-1 0 0,0 0 0 0 0,0 1 1 0 0,-1 0-1 0 0,1 0 0 0 0,-1 0 1 0 0,1 1-1 0 0,-1 0 1 0 0,0 0-1 0 0,0 1 0 0 0,0 0 1 0 0,-1 0-1 0 0,1 0 0 0 0,-1 0 1 0 0,0 1-1 0 0,0 0 1 0 0,-1 0-1 0 0,1 1 0 0 0,-1-1 1 0 0,0 1-1 0 0,-1 0 0 0 0,1 0 1 0 0,-1 0-1 0 0,0 0 0 0 0,-1 0 1 0 0,1 1-1 0 0,-1-1 1 0 0,-1 1-1 0 0,1 0 0 0 0,-1 0 1 0 0,0 0-1 0 0,-1-1 0 0 0,0 1 1 0 0,0 0-1 0 0,0 0 0 0 0,-1 0 1 0 0,0 0-1 0 0,0 0 1 0 0,-1-1-1 0 0,-3 10 0 0 0,-2 1 19 0 0,0-1-1 0 0,-2-1 0 0 0,0 0 0 0 0,-1 0 0 0 0,0-1 1 0 0,-1 0-1 0 0,-1-1 0 0 0,-22 21 0 0 0,-12 6 97 0 0,-59 37-1 0 0,104-77-129 0 0,-70 43 321 0 0,49-31-144 0 0,-38 27 0 0 0,49-33-146 0 0,10-6-8 0 0,-1 1 0 0 0,1-1 1 0 0,-1 1-1 0 0,1 0 0 0 0,-1-1 1 0 0,1 1-1 0 0,0 0 0 0 0,0 0 1 0 0,-1 0-1 0 0,1 0 0 0 0,0 0 1 0 0,0 0-1 0 0,0 0 0 0 0,0 1 1 0 0,-1 0-1 0 0,2-1-10 0 0,0-1 0 0 0,0 1 0 0 0,0-1-1 0 0,0 1 1 0 0,1 0 0 0 0,-1-1 0 0 0,0 1 0 0 0,0-1 0 0 0,1 1-1 0 0,-1-1 1 0 0,0 1 0 0 0,0-1 0 0 0,1 1 0 0 0,-1-1 0 0 0,1 1-1 0 0,-1-1 1 0 0,0 0 0 0 0,1 1 0 0 0,-1-1 0 0 0,1 1 0 0 0,-1-1-1 0 0,1 0 1 0 0,-1 0 0 0 0,1 1 0 0 0,-1-1 0 0 0,1 0 0 0 0,-1 0-1 0 0,1 0 1 0 0,0 1 0 0 0,0-1 0 0 0,17 2 106 0 0,-17-2-117 0 0,238-19 378 0 0,-136 8-324 0 0,231-34 221 0 0,-248 24 503 0 0,-81 20-730 0 0,0-1-1 0 0,0 1 1 0 0,0-1-1 0 0,0 0 1 0 0,-1-1-1 0 0,9-4 1 0 0,10-5 44 0 0,-7 4-1363 0 0,8-3-6516 0 0,18 6 836 0 0,-25 2 2861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24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147 149 1192 0 0,'0'-2'2026'0'0,"1"-8"-362"0"0,10-51 7641 0 0,-9 55-8655 0 0,0 0 1 0 0,0 0-1 0 0,0 0 1 0 0,5-7-1 0 0,-6 11-596 0 0,1 0-1 0 0,0 0 1 0 0,-1 1 0 0 0,1-1-1 0 0,0 0 1 0 0,0 1-1 0 0,1-1 1 0 0,-1 1 0 0 0,0 0-1 0 0,0-1 1 0 0,1 1 0 0 0,-1 0-1 0 0,0 1 1 0 0,5-2 0 0 0,13-3-2 0 0,0 1 0 0 0,0 0 0 0 0,0 2-1 0 0,0 1 1 0 0,23 0 0 0 0,-34 2-13 0 0,0-1 0 0 0,0 1-1 0 0,0 0 1 0 0,0 1 0 0 0,-1 0-1 0 0,1 1 1 0 0,-1 0 0 0 0,1 0-1 0 0,-1 0 1 0 0,0 1-1 0 0,0 1 1 0 0,-1-1 0 0 0,1 1-1 0 0,10 10 1 0 0,-16-13-10 0 0,1 1-1 0 0,-2-1 1 0 0,1 1 0 0 0,0-1-1 0 0,0 1 1 0 0,-1 0-1 0 0,0-1 1 0 0,1 1 0 0 0,-1 0-1 0 0,0 0 1 0 0,0 0-1 0 0,-1 0 1 0 0,1 0 0 0 0,-1 0-1 0 0,1 0 1 0 0,-1 1 0 0 0,0-1-1 0 0,0 0 1 0 0,0 0-1 0 0,-1 0 1 0 0,1 0 0 0 0,-1 0-1 0 0,1 0 1 0 0,-1 0-1 0 0,0 0 1 0 0,-1 0 0 0 0,1 0-1 0 0,0 0 1 0 0,-4 4 0 0 0,-4 7 23 0 0,0 1 0 0 0,-2-1 0 0 0,0-1 0 0 0,-15 14 0 0 0,12-11 15 0 0,-7 4 77 0 0,0 0 0 0 0,0-2 0 0 0,-33 22 0 0 0,52-39 99 0 0,2-1-189 0 0,-1 0 0 0 0,0 1 0 0 0,1-1-1 0 0,-1 1 1 0 0,1-1 0 0 0,-1 1 0 0 0,1-1 0 0 0,-1 1 0 0 0,1-1 0 0 0,-1 1 0 0 0,1-1-1 0 0,-1 1 1 0 0,1 0 0 0 0,0-1 0 0 0,-1 1 0 0 0,1 0 0 0 0,0-1 0 0 0,0 1 0 0 0,0 0-1 0 0,-1 1 1 0 0,50-3 4 0 0,-26-1-25 0 0,0 2-1 0 0,0 1 1 0 0,-1 1 0 0 0,32 6 0 0 0,-34-3 119 0 0,-1 1 1 0 0,29 13 0 0 0,-40-15 60 0 0,0 0-1 0 0,0 1 1 0 0,0 0 0 0 0,-1 0-1 0 0,0 0 1 0 0,0 1 0 0 0,11 12-1 0 0,-17-16-148 0 0,0-1-1 0 0,0 1 1 0 0,0 0-1 0 0,0-1 1 0 0,0 1-1 0 0,0 0 1 0 0,-1 0-1 0 0,1 0 1 0 0,0 0-1 0 0,-1 0 1 0 0,0 0 0 0 0,1 0-1 0 0,-1 0 1 0 0,0 0-1 0 0,0 0 1 0 0,0 0-1 0 0,0 0 1 0 0,-1 0-1 0 0,1 0 1 0 0,0 0-1 0 0,-1 0 1 0 0,1 0-1 0 0,-1 0 1 0 0,0 0-1 0 0,0 0 1 0 0,0-1-1 0 0,0 1 1 0 0,0 0-1 0 0,0-1 1 0 0,0 1-1 0 0,-1 0 1 0 0,1-1 0 0 0,-3 3-1 0 0,-3 3 83 0 0,-1 0 0 0 0,0 0 0 0 0,0-1 0 0 0,0 0 0 0 0,-12 6 0 0 0,-3 0-30 0 0,-1-1 0 0 0,-1-1 0 0 0,0 0-1 0 0,0-2 1 0 0,-1-1 0 0 0,1-1 0 0 0,-2-2 0 0 0,1 0 0 0 0,0-2 0 0 0,-44-1 0 0 0,43-3-886 0 0,0-1 0 0 0,1-1 0 0 0,-36-10 0 0 0,21 8-4471 0 0,33 6 4419 0 0,-10-2-2075 0 0,12 1 1048 0 0,-31-4-10821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29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0 140 2072 0 0,'0'-15'6973'0'0,"2"2"-3905"0"0,-4 0 1401 0 0,3 12-4392 0 0,-1-1 0 0 0,1 1 1 0 0,-1-1-1 0 0,1 1 0 0 0,0 0 0 0 0,0-1 0 0 0,-1 1 0 0 0,1 0 1 0 0,0 0-1 0 0,0 0 0 0 0,0-1 0 0 0,0 1 0 0 0,0 0 0 0 0,0 0 1 0 0,1 0-1 0 0,-1 1 0 0 0,0-1 0 0 0,0 0 0 0 0,1 0 0 0 0,-1 1 0 0 0,1-1 1 0 0,1 0-1 0 0,40-9-145 0 0,-22 6 239 0 0,222-39-733 0 0,-138 27-3704 0 0,-91 16 3359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30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5 1752 0 0,'-19'-2'3096'0'0,"15"1"-1837"0"0,-12 0-216 0 0,12 1-182 0 0,-1 0-670 0 0,0 0-1 0 0,-1 1 1 0 0,1 0 0 0 0,0 0 0 0 0,0 0 0 0 0,0 1-1 0 0,0-1 1 0 0,1 1 0 0 0,-1 0 0 0 0,0 1 0 0 0,1-1-1 0 0,-1 1 1 0 0,1 0 0 0 0,0 0 0 0 0,0 0 0 0 0,0 1-1 0 0,0-1 1 0 0,-4 7 0 0 0,-7 8 38 0 0,2 0 0 0 0,-21 35 0 0 0,29-46-113 0 0,-2 6-74 0 0,1 0 0 0 0,0 0 1 0 0,0 1-1 0 0,2-1 0 0 0,-1 1 0 0 0,2 0 0 0 0,0 0 0 0 0,1 1 0 0 0,0-1 0 0 0,1 21 1 0 0,1-34-20 0 0,0 0 0 0 0,0 1 0 0 0,0-1 0 0 0,1 0 0 0 0,-1 0 0 0 0,1 0 0 0 0,-1 0 0 0 0,1 0 0 0 0,-1 1 0 0 0,1-1 0 0 0,0 0 0 0 0,-1 0 0 0 0,1 0 0 0 0,0-1 0 0 0,0 1 0 0 0,0 0 0 0 0,0 0 0 0 0,0 0 0 0 0,0-1 0 0 0,0 1 0 0 0,0 0 0 0 0,0-1 0 0 0,0 1 0 0 0,0-1 0 0 0,0 1 0 0 0,0-1 0 0 0,2 1 0 0 0,26 4 286 0 0,-28-5-310 0 0,5 1 68 0 0,1-1 0 0 0,-1 0 0 0 0,1 0 0 0 0,10-3 0 0 0,18-1 52 0 0,-12 3-71 0 0,-1 1-1 0 0,0 2 0 0 0,0 0 1 0 0,32 7-1 0 0,-43-7 53 0 0,-1 1 0 0 0,1 0 0 0 0,-1 1 0 0 0,0 0 0 0 0,0 1 0 0 0,0 0 0 0 0,0 0 0 0 0,-1 1 0 0 0,0 0 0 0 0,0 1 0 0 0,12 12-1 0 0,-19-17-41 0 0,1 1-1 0 0,-1 0 0 0 0,0 0 1 0 0,0 0-1 0 0,0 0 0 0 0,-1 0 0 0 0,1 0 1 0 0,-1 0-1 0 0,0 1 0 0 0,0-1 1 0 0,0 0-1 0 0,0 1 0 0 0,0-1 0 0 0,-1 1 1 0 0,1-1-1 0 0,-1 7 0 0 0,-1-5 36 0 0,0 0-1 0 0,0 1 0 0 0,0-1 1 0 0,-1 0-1 0 0,1 0 1 0 0,-1 0-1 0 0,-1 0 0 0 0,1 0 1 0 0,-1 0-1 0 0,-3 4 1 0 0,-4 4 134 0 0,0 0 1 0 0,-1-1-1 0 0,-1 0 0 0 0,0-1 1 0 0,0 0-1 0 0,-19 11 1 0 0,12-9-51 0 0,-1-2 0 0 0,1 0 0 0 0,-2-1 1 0 0,0-1-1 0 0,0-1 0 0 0,0-1 0 0 0,-29 6 0 0 0,38-11-218 0 0,0 0-1 0 0,0 0 1 0 0,-1-1-1 0 0,1-1 1 0 0,-1 0-1 0 0,1-1 1 0 0,0 0-1 0 0,0-1 1 0 0,-1 0-1 0 0,1-1 1 0 0,0-1-1 0 0,1 0 1 0 0,-1 0-1 0 0,-19-11 1 0 0,29 14-202 0 0,1 0 0 0 0,-1 0 0 0 0,0 0 0 0 0,1 0 1 0 0,-1-1-1 0 0,1 1 0 0 0,-1 0 0 0 0,1-1 0 0 0,0 1 1 0 0,0-1-1 0 0,-1 0 0 0 0,1 1 0 0 0,0-1 1 0 0,1 0-1 0 0,-1 0 0 0 0,0 0 0 0 0,0 0 0 0 0,1 1 1 0 0,-1-1-1 0 0,1 0 0 0 0,-1-4 0 0 0,1 4-316 0 0,0-1-1 0 0,1 1 1 0 0,-1 0 0 0 0,0-1-1 0 0,1 1 1 0 0,0 0-1 0 0,-1 0 1 0 0,1 0-1 0 0,0-1 1 0 0,0 1 0 0 0,0 0-1 0 0,2-2 1 0 0,7-10-4546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30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65 2724 0 0,'6'-7'1005'0'0,"-3"4"-46"0"0,0 0 0 0 0,-1 0 0 0 0,1 0 0 0 0,-1 0 0 0 0,1-1 0 0 0,-1 1 0 0 0,0-1 0 0 0,-1 0 0 0 0,4-6 0 0 0,-5 8-183 0 0,-1-2 158 0 0,1 4-894 0 0,0-1 1 0 0,0 1 0 0 0,0-1-1 0 0,0 1 1 0 0,0 0 0 0 0,0-1-1 0 0,0 1 1 0 0,0-1 0 0 0,0 1-1 0 0,0 0 1 0 0,0-1 0 0 0,0 1-1 0 0,0-1 1 0 0,0 1 0 0 0,0 0-1 0 0,-1-1 1 0 0,1 1 0 0 0,0 0-1 0 0,0-1 1 0 0,0 1 0 0 0,-1 0-1 0 0,1-1 1 0 0,0 1 0 0 0,-1 0-1 0 0,1-1 1 0 0,-1 1 0 0 0,-2-1 41 0 0,-1 1 0 0 0,0-1 0 0 0,0 1 0 0 0,1 0 0 0 0,-1 0 1 0 0,0 1-1 0 0,0-1 0 0 0,1 1 0 0 0,-1 0 0 0 0,0 0 0 0 0,1 0 0 0 0,-1 0 1 0 0,1 0-1 0 0,-1 1 0 0 0,1 0 0 0 0,0 0 0 0 0,0 0 0 0 0,-5 3 0 0 0,-12 9 298 0 0,-27 24-1 0 0,44-36-357 0 0,-33 30 210 0 0,1 1 0 0 0,1 2 0 0 0,-33 46 0 0 0,54-64-205 0 0,0 2 1 0 0,2 0-1 0 0,0 0 0 0 0,1 1 1 0 0,1 0-1 0 0,0 1 1 0 0,2 0-1 0 0,1 0 0 0 0,-5 27 1 0 0,9-36-9 0 0,1 0 1 0 0,0 0-1 0 0,1 0 0 0 0,0 0 1 0 0,1 0-1 0 0,5 23 1 0 0,-5-30-4 0 0,1 1 1 0 0,0-1 0 0 0,0 0-1 0 0,0 1 1 0 0,1-1 0 0 0,0 0-1 0 0,0-1 1 0 0,0 1-1 0 0,0 0 1 0 0,1-1 0 0 0,-1 0-1 0 0,1 0 1 0 0,1 0 0 0 0,-1 0-1 0 0,0-1 1 0 0,8 5 0 0 0,-8-6 24 0 0,-1 0 0 0 0,1 0 0 0 0,0-1 1 0 0,0 0-1 0 0,0 0 0 0 0,0 0 1 0 0,0 0-1 0 0,0 0 0 0 0,0-1 0 0 0,0 0 1 0 0,0 1-1 0 0,0-2 0 0 0,0 1 1 0 0,0 0-1 0 0,0-1 0 0 0,0 0 1 0 0,0 0-1 0 0,0 0 0 0 0,-1 0 0 0 0,1-1 1 0 0,0 1-1 0 0,-1-1 0 0 0,1 0 1 0 0,-1 0-1 0 0,1-1 0 0 0,-1 1 1 0 0,0 0-1 0 0,0-1 0 0 0,0 0 0 0 0,0 0 1 0 0,0 0-1 0 0,-1 0 0 0 0,0 0 1 0 0,1-1-1 0 0,-1 1 0 0 0,0-1 1 0 0,-1 1-1 0 0,1-1 0 0 0,-1 0 0 0 0,1 0 1 0 0,-1 0-1 0 0,0 0 0 0 0,0 0 1 0 0,-1 0-1 0 0,1 0 0 0 0,-1 0 1 0 0,0 0-1 0 0,0 0 0 0 0,-1 0 0 0 0,1 0 1 0 0,-2-6-1 0 0,0 6-40 0 0,0-1 0 0 0,0 0-1 0 0,0 0 1 0 0,-1 1 0 0 0,1-1-1 0 0,-1 1 1 0 0,-1 0 0 0 0,1 0 0 0 0,0 0-1 0 0,-1 0 1 0 0,0 1 0 0 0,0-1 0 0 0,0 1-1 0 0,0 0 1 0 0,-1 0 0 0 0,1 0 0 0 0,-1 1-1 0 0,0 0 1 0 0,1 0 0 0 0,-1 0 0 0 0,0 0-1 0 0,-6 0 1 0 0,-3-2-120 0 0,0 1 0 0 0,0 1 0 0 0,0 0 0 0 0,-1 1 0 0 0,1 0-1 0 0,-27 3 1 0 0,34-1-277 0 0,1 0 0 0 0,-1 1 0 0 0,1-1 0 0 0,0 1 0 0 0,-1 0 0 0 0,1 1 0 0 0,-11 6 0 0 0,13-7-405 0 0,0 1-1 0 0,0 0 1 0 0,1 0 0 0 0,-1 0 0 0 0,1 1 0 0 0,-5 5-1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31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38 1144 0 0,'19'-37'26113'0'0,"-18"52"-27375"0"0,-25 343 1770 0 0,10-215-319 0 0,5-67-1293 0 0,0-11-3695 0 0,7-23-5644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32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1052 43 948 0 0,'-3'-1'3848'0'0,"-2"0"-3155"0"0,-26-6 4625 0 0,30 7-5284 0 0,1 0 0 0 0,0 0 0 0 0,0 0 1 0 0,0 0-1 0 0,0 0 0 0 0,0 0 1 0 0,-1 0-1 0 0,1 0 0 0 0,0 0 0 0 0,0 0 1 0 0,0 0-1 0 0,0 0 0 0 0,0 0 1 0 0,-1 0-1 0 0,1 0 0 0 0,0 0 0 0 0,0 0 1 0 0,0 0-1 0 0,0 0 0 0 0,0 0 1 0 0,0-1-1 0 0,0 1 0 0 0,-1 0 0 0 0,1 0 1 0 0,0 0-1 0 0,0 0 0 0 0,0 0 1 0 0,0 0-1 0 0,0 0 0 0 0,0 0 0 0 0,0-1 1 0 0,0 1-1 0 0,0 0 0 0 0,0 0 1 0 0,0 0-1 0 0,0 0 0 0 0,0 0 1 0 0,-1 0-1 0 0,1-1 0 0 0,0 1 0 0 0,0 0 1 0 0,0 0-1 0 0,0 0 0 0 0,0 0 1 0 0,0 0-1 0 0,0-1 0 0 0,1 1 0 0 0,-1 0 1 0 0,0 0-1 0 0,0 0 0 0 0,0 0 1 0 0,0 0-1 0 0,19-5-681 0 0,283-20 3009 0 0,-229 27-2146 0 0,-68-2-211 0 0,1 0-1 0 0,-1 0 1 0 0,1 1 0 0 0,-1-1-1 0 0,0 1 1 0 0,0 1-1 0 0,1-1 1 0 0,-1 1-1 0 0,0 0 1 0 0,0 0-1 0 0,6 4 1 0 0,-7-4 87 0 0,1 2 0 0 0,-1-1 0 0 0,0 0 0 0 0,0 1 1 0 0,0 0-1 0 0,-1 0 0 0 0,1 0 0 0 0,-1 1 0 0 0,0-1 0 0 0,0 1 0 0 0,-1-1 0 0 0,1 1 0 0 0,-1 0 1 0 0,0 0-1 0 0,2 8 0 0 0,0-3-28 0 0,7 25 731 0 0,-2 1 0 0 0,-1 0 0 0 0,5 57 0 0 0,-2 112 1079 0 0,-11-188-1711 0 0,-1 137 748 0 0,-30 223 1 0 0,-54 150 363 0 0,48-316-908 0 0,-126 1068 471 0 0,75-321-774 0 0,69-773 138 0 0,17-162-177 0 0,2-15 0 0 0,-1-1 0 0 0,0 1 0 0 0,0-1-1 0 0,-4 14 1 0 0,3-16 115 0 0,1 0 0 0 0,0 1 0 0 0,0-1 0 0 0,1 1 0 0 0,0 6 0 0 0,-2 13 1296 0 0,2-23-1076 0 0,0 7-22 0 0,-1 1-1 0 0,0-1 0 0 0,0 1 1 0 0,0-1-1 0 0,-5 15 0 0 0,5-22-339 0 0,-15 35-56 0 0,-6 15 367 0 0,21-51-45 0 0,0 0-539 0 0,0 0 262 0 0,0 0 0 0 0,1 0 1 0 0,-1 0-1 0 0,0-1 0 0 0,0 1 1 0 0,1 0-1 0 0,-1 0 0 0 0,0 0 1 0 0,1 1-1 0 0,-1-1 0 0 0,1 0 0 0 0,-1 0 1 0 0,1 0-1 0 0,0 0 0 0 0,0 0 1 0 0,-1 3-1 0 0,1-3 23 0 0,-25 72-90 0 0,25-71 106 0 0,-3 11-29 0 0,0-2 44 0 0,2-9-32 0 0,1 1 49 0 0,-1-1 1 0 0,0 1-1 0 0,1-1 0 0 0,-1 1 0 0 0,0-1 1 0 0,-1 0-1 0 0,-1 4 0 0 0,1-5-60 0 0,-1-1 1 0 0,0 1-1 0 0,0 0 0 0 0,1-1 0 0 0,-1 0 1 0 0,0 0-1 0 0,0 0 0 0 0,-3 0 0 0 0,2 0 37 0 0,-27-4 12 0 0,-1 2-154 0 0,1 2-1 0 0,-54 6 1 0 0,40-2-237 0 0,-18 0-531 0 0,-278 23-4721 0 0,116-3-2349 0 0,147-16 2383 0 0,2-2-2690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35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59 592 0 0,'-22'-4'1312'0'0,"20"-14"-992"0"0,0 3-316 0 0,2-6-884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37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7 568 0 0,'0'0'1564'0'0,"11"-7"-1168"0"0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43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11 376 0 0,'0'0'460'0'0,"4"-10"-936"0"0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9:44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76 0 0,'0'0'3196'0'0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26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29 1024 0 0,'19'-28'16278'0'0,"-17"27"-15804"0"0,4 4-158 0 0,-5-1-4 0 0,-1 0-225 0 0,0 0 0 0 0,-1 1 0 0 0,1-1-1 0 0,0 0 1 0 0,0 1 0 0 0,0-1 0 0 0,1 0 0 0 0,-1 1 0 0 0,1-1 0 0 0,0 3 0 0 0,2 15 492 0 0,-8 63 362 0 0,-4 0 1 0 0,-25 106-1 0 0,22-124-695 0 0,-122 669 1827 0 0,124-681-2005 0 0,-16 96 54 0 0,21-123-11 0 0,5-23-117 0 0,0-1 35 0 0,-8 32-4177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27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55 1608 0 0,'-10'-10'4686'0'0,"-18"-27"5067"0"0,22 30-8951 0 0,21 24-674 0 0,29 29-1 0 0,-25-29 26 0 0,17 23 0 0 0,88 98 975 0 0,-88-96-767 0 0,45 39-1 0 0,-43-44 24 0 0,-18-17 16 0 0,23 17 0 0 0,9 2 206 0 0,-51-38-589 0 0,18 12-1039 0 0,-3-6-4873 0 0,-9-4 5149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10:50:27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645 0 21358,'-645'674'0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32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68 1760 0 0,'-9'-14'18180'0'0,"14"9"-18194"0"0,0 0 1 0 0,0 1-1 0 0,0 0 0 0 0,1 0 1 0 0,-1 0-1 0 0,1 0 0 0 0,0 1 1 0 0,0 0-1 0 0,0 0 0 0 0,1 1 1 0 0,-1 0-1 0 0,1 0 0 0 0,-1 0 1 0 0,12 0-1 0 0,-7 0-4 0 0,0 1-1 0 0,0 0 1 0 0,-1 1 0 0 0,1 0 0 0 0,0 1-1 0 0,-1 0 1 0 0,1 0 0 0 0,20 7-1 0 0,-21-3 3 0 0,-1 0-1 0 0,0 0 0 0 0,14 11 1 0 0,-19-12 18 0 0,0 0-1 0 0,0 1 1 0 0,-1-1 0 0 0,0 1 0 0 0,0-1 0 0 0,0 1-1 0 0,-1 0 1 0 0,1 0 0 0 0,-1 0 0 0 0,-1 0 0 0 0,1 1-1 0 0,0-1 1 0 0,-1 0 0 0 0,1 9 0 0 0,-2-5 3 0 0,0-1-1 0 0,-1 1 1 0 0,0 0-1 0 0,0-1 1 0 0,0 1 0 0 0,-1-1-1 0 0,-1 1 1 0 0,-4 11 0 0 0,-2 1 4 0 0,-2-1 1 0 0,0-1-1 0 0,-1 1 1 0 0,-1-2 0 0 0,0 0-1 0 0,-22 22 1 0 0,-19 17 114 0 0,-109 89 0 0 0,130-116 709 0 0,32-30-716 0 0,-16 17 593 0 0,6-8-412 0 0,10-7-284 0 0,176-4 60 0 0,-138 1-67 0 0,186-13 44 0 0,-221 14-56 0 0,2 0 1 0 0,11 0 4 0 0,-1 0 4 0 0,-11 0-4 0 0,3-1-361 0 0,10-1 622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35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131 208 1768 0 0,'-10'-14'17332'0'0,"9"14"-17334"0"0,0 1 0 0 0,0-1-1 0 0,0 1 1 0 0,0 0-1 0 0,0-1 1 0 0,1 1-1 0 0,-1 0 1 0 0,0 0 0 0 0,0 0-1 0 0,1-1 1 0 0,-1 1-1 0 0,0 0 1 0 0,1 0 0 0 0,-1 0-1 0 0,1 0 1 0 0,-1 2-1 0 0,-8 33 44 0 0,-8 32 22 0 0,-2 17-28 0 0,3-15-47 0 0,10-30 80 0 0,-7 49 1024 0 0,13-88-1022 0 0,-2 19 186 0 0,-3 1-147 0 0,5-20-107 0 0,0 0 16 0 0,-3 4-2 0 0,3-4-6 0 0,-7 47 596 0 0,7-47-525 0 0,-10 29 2392 0 0,10-47 2823 0 0,3-62-5521 0 0,5 10 153 0 0,3 0 0 0 0,3 1 0 0 0,23-68 0 0 0,-29 116 67 0 0,1 0-1 0 0,0 1 1 0 0,2-1-1 0 0,1 2 1 0 0,0 0-1 0 0,1 0 1 0 0,1 1 0 0 0,0 1-1 0 0,1 0 1 0 0,1 1-1 0 0,1 1 1 0 0,0 0-1 0 0,1 2 1 0 0,26-15 0 0 0,-38 23-26 0 0,1 1 1 0 0,0 0 0 0 0,0 0 0 0 0,0 0-1 0 0,0 1 1 0 0,0 0 0 0 0,1 1-1 0 0,-1 0 1 0 0,1 0 0 0 0,-1 1 0 0 0,1-1-1 0 0,-1 2 1 0 0,1-1 0 0 0,-1 1 0 0 0,1 0-1 0 0,-1 0 1 0 0,0 1 0 0 0,1 0 0 0 0,11 6-1 0 0,-14-6 16 0 0,0 1-1 0 0,1 1 1 0 0,-1-1 0 0 0,0 1-1 0 0,-1-1 1 0 0,1 2 0 0 0,-1-1-1 0 0,1 0 1 0 0,-1 1-1 0 0,-1 0 1 0 0,6 8 0 0 0,-6-9 0 0 0,-1 1 1 0 0,1-1-1 0 0,-1 1 1 0 0,0 0-1 0 0,-1 0 1 0 0,1 0-1 0 0,-1 0 1 0 0,0 0-1 0 0,0 0 1 0 0,-1 0-1 0 0,1 0 1 0 0,-1 0-1 0 0,0 0 1 0 0,-1 0-1 0 0,1 1 1 0 0,-1-1-1 0 0,0 0 1 0 0,0 0 0 0 0,-1 0-1 0 0,1-1 1 0 0,-1 1-1 0 0,0 0 1 0 0,0 0-1 0 0,-1-1 1 0 0,0 1-1 0 0,-3 3 1 0 0,-1 3 7 0 0,-2 0 1 0 0,1-1-1 0 0,-1-1 1 0 0,-1 1 0 0 0,1-1-1 0 0,-2-1 1 0 0,1 0-1 0 0,-23 13 1 0 0,12-11 16 0 0,1 0-1 0 0,-2-1 1 0 0,1-1 0 0 0,-41 8 0 0 0,1-5 26 0 0,59-11-28 0 0,-16 4 30 0 0,3-3 147 0 0,-6 2-381 0 0,21-3 191 0 0,0 1 1 0 0,-1-1 0 0 0,1 1-1 0 0,0-1 1 0 0,0 0 0 0 0,0 1 0 0 0,-1-1-1 0 0,1 1 1 0 0,0-1 0 0 0,0 1-1 0 0,0-1 1 0 0,0 0 0 0 0,0 1 0 0 0,0-1-1 0 0,0 1 1 0 0,0-1 0 0 0,0 1 0 0 0,0-1-1 0 0,0 1 1 0 0,0-1 0 0 0,0 1-1 0 0,0-1 1 0 0,0 0 0 0 0,1 1 0 0 0,-1-1-1 0 0,0 1 1 0 0,0-1 0 0 0,0 1 0 0 0,1-1-1 0 0,-1 0 1 0 0,0 1 0 0 0,1-1-1 0 0,-1 0 1 0 0,0 1 0 0 0,1-1 0 0 0,-1 0-1 0 0,0 0 1 0 0,1 1 0 0 0,0-1 0 0 0,66 86 67 0 0,77 91-48 0 0,-108-136 16 0 0,58 69-39 0 0,-93-109 31 0 0,1 0-13 0 0,-1 0 0 0 0,1 1 0 0 0,0-1 0 0 0,0 0 0 0 0,-1 0 0 0 0,1 1 1 0 0,-1-1-1 0 0,1 1 0 0 0,-1 0 0 0 0,2 1 0 0 0,1 2 76 0 0,-4-5 63 0 0,3 1 1016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36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73 116 1864 0 0,'-12'-12'16557'0'0,"7"-29"-13038"0"0,5 40-3430 0 0,1-4-62 0 0,0 1 0 0 0,0 0 0 0 0,1 0 0 0 0,0 0 0 0 0,0 1-1 0 0,0-1 1 0 0,0 0 0 0 0,3-3 0 0 0,-3 5-37 0 0,1 0-1 0 0,0-1 0 0 0,0 1 0 0 0,0 1 1 0 0,0-1-1 0 0,0 0 0 0 0,0 1 1 0 0,0 0-1 0 0,0-1 0 0 0,0 1 0 0 0,1 0 1 0 0,-1 1-1 0 0,7-2 0 0 0,-3 2-6 0 0,0 0 0 0 0,0 0 1 0 0,0 1-1 0 0,0-1 0 0 0,0 2 0 0 0,12 2 0 0 0,-11-1 3 0 0,1 0 0 0 0,0 1 0 0 0,-1 0-1 0 0,0 0 1 0 0,0 0 0 0 0,0 1 0 0 0,0 0-1 0 0,-1 1 1 0 0,0 0 0 0 0,0 0 0 0 0,6 8 0 0 0,-9-9 13 0 0,0 1 1 0 0,0-1 0 0 0,-1 1 0 0 0,0 0-1 0 0,-1 0 1 0 0,1 0 0 0 0,-1 0-1 0 0,0 0 1 0 0,0 0 0 0 0,-1 1 0 0 0,0-1-1 0 0,1 9 1 0 0,-2-6 6 0 0,-1 1 0 0 0,1-1 0 0 0,-2 0 1 0 0,1 1-1 0 0,-1-1 0 0 0,-1 0 0 0 0,-5 16 0 0 0,0-7 8 0 0,-1-1 1 0 0,-1 0-1 0 0,0-1 0 0 0,-1 0 0 0 0,-1 0 1 0 0,0-1-1 0 0,-25 22 0 0 0,4-6 673 0 0,-2-1 1 0 0,-65 41-1 0 0,99-70-594 0 0,-21 17 565 0 0,60-20-637 0 0,66-13 0 0 0,-21 2-122 0 0,329-33-1789 0 0,-137 28-2278 0 0,-227 20 1241 0 0,-45-1 2049 0 0,-3-1 747 0 0,0 1 1 0 0,0 0 0 0 0,0-1-1 0 0,0 1 1 0 0,1-1-1 0 0,-1 1 1 0 0,0-1 0 0 0,0 1-1 0 0,0-1 1 0 0,-1 1-1 0 0,1 0 1 0 0,0-1 0 0 0,0 1-1 0 0,0-1 1 0 0,0 1 0 0 0,0-1-1 0 0,-1 1 1 0 0,1-1-1 0 0,0 1 1 0 0,0-1 0 0 0,-1 1-1 0 0,1-1 1 0 0,0 1-1 0 0,-1 0 1 0 0,-25 14-4838 0 0,14-10 717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42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858 0 600 0 0,'0'0'14603'0'0,"0"0"-14545"0"0,0 0 0 0 0,0 0 1 0 0,1 1-1 0 0,-1-1 0 0 0,0 0 0 0 0,0 0 0 0 0,0 0 0 0 0,0 0 0 0 0,1 0 0 0 0,-1 0 0 0 0,0 0 0 0 0,0 0 0 0 0,0 1 0 0 0,0-1 0 0 0,0 0 0 0 0,0 0 0 0 0,1 0 0 0 0,-1 0 0 0 0,0 1 0 0 0,0-1 0 0 0,0 0 0 0 0,0 0 0 0 0,0 0 0 0 0,0 0 0 0 0,0 1 0 0 0,0-1 0 0 0,0 0 0 0 0,0 0 0 0 0,0 0 1 0 0,0 1-1 0 0,0-1 0 0 0,0 0 0 0 0,0 0 0 0 0,0 0 0 0 0,0 0 0 0 0,0 1 0 0 0,0-1 0 0 0,0 0 0 0 0,0 0 0 0 0,0 0 0 0 0,-1 1 0 0 0,-27-3 398 0 0,25 2-418 0 0,-12-1 35 0 0,7 0-58 0 0,0 1 0 0 0,1-1 0 0 0,-1 2 0 0 0,0-1 0 0 0,-10 3 0 0 0,-20 2 2 0 0,-93 11 8 0 0,126-15-37 0 0,-4 1-4 0 0,-9 2-3 0 0,15-4 19 0 0,-24 5-44 0 0,25-5 47 0 0,-44 13-17 0 0,44-12 4 0 0,-32 17 204 0 0,33-18-154 0 0,-28 25 180 0 0,21-18-175 0 0,0 1 97 0 0,1 0 0 0 0,-1 0-1 0 0,1 1 1 0 0,1 0 0 0 0,0 0 0 0 0,0 1-1 0 0,1 0 1 0 0,0 0 0 0 0,0 0 0 0 0,1 1-1 0 0,1-1 1 0 0,-5 19 0 0 0,-61 488 1624 0 0,55-376-1527 0 0,-15 165 56 0 0,-22 188 138 0 0,28-307-385 0 0,-15 107 9 0 0,-28 216 45 0 0,52-22 11 0 0,16-329 27 0 0,-4 155 2018 0 0,-1-200-1566 0 0,-4 55 79 0 0,0-52-197 0 0,5 0-223 0 0,2-116-259 0 0,0 50 92 0 0,-3-12-15 0 0,3-37-80 0 0,0 33 159 0 0,0-33-132 0 0,0-1 0 0 0,0 1 0 0 0,1-1-1 0 0,-1 0 1 0 0,0 1 0 0 0,1-1 0 0 0,-1 0-1 0 0,1 1 1 0 0,-1-1 0 0 0,1 0 0 0 0,0 0 0 0 0,-1 1-1 0 0,1-1 1 0 0,0 0 0 0 0,0 0 0 0 0,0 0-1 0 0,0 0 1 0 0,0 0 0 0 0,2 1 0 0 0,1 1 22 0 0,-1-1 0 0 0,1 0 0 0 0,0 0 0 0 0,0 0 0 0 0,0-1 0 0 0,6 3 0 0 0,7-1 48 0 0,0 1 0 0 0,23 0 0 0 0,-38-4-86 0 0,268 4 67 0 0,2-21 57 0 0,-215 13-52 0 0,236-23 615 0 0,-291 27-569 0 0,2 0 56 0 0,25-2 262 0 0,-26 2-280 0 0,0 0-120 0 0,2 0-174 0 0,-1 0 19 0 0,0-1-1 0 0,0 1 1 0 0,0-1 0 0 0,0 1 0 0 0,0-1 0 0 0,-1 0-1 0 0,1 0 1 0 0,0-1 0 0 0,4-2 0 0 0,-3-21-9798 0 0,-8 13 6827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46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26 400 0 0,'0'0'11506'0'0,"1"0"-11329"0"0,-1 0-1 0 0,1-1 1 0 0,-1 1 0 0 0,1 0 0 0 0,-1 0 0 0 0,1 0 0 0 0,0 0 0 0 0,-1 0-1 0 0,1 0 1 0 0,-1 0 0 0 0,1 0 0 0 0,-1 0 0 0 0,1 0 0 0 0,0 0 0 0 0,-1 0-1 0 0,1 0 1 0 0,-1 1 0 0 0,1-1 0 0 0,-36 101 9 0 0,-19 56 367 0 0,46-131-496 0 0,1 0 1 0 0,1 1-1 0 0,2-1 1 0 0,0 1-1 0 0,2 0 1 0 0,1 28-1 0 0,1-47-41 0 0,1 0-1 0 0,1 0 1 0 0,-1 0-1 0 0,1-1 1 0 0,0 1-1 0 0,1 0 1 0 0,0-1-1 0 0,0 1 1 0 0,1-1-1 0 0,7 11 1 0 0,-7-13 4 0 0,0 0 1 0 0,1 0-1 0 0,-1-1 0 0 0,1 1 1 0 0,0-1-1 0 0,1 0 1 0 0,-1 0-1 0 0,1-1 0 0 0,0 0 1 0 0,-1 0-1 0 0,1 0 0 0 0,1-1 1 0 0,-1 0-1 0 0,11 3 1 0 0,-8-3 51 0 0,0 0 0 0 0,0-1 1 0 0,0 0-1 0 0,0-1 0 0 0,0 0 1 0 0,0 0-1 0 0,0-1 1 0 0,0 0-1 0 0,0 0 0 0 0,0-1 1 0 0,0 0-1 0 0,16-7 0 0 0,-14 3 28 0 0,0 0-1 0 0,0 0 0 0 0,-1-1 0 0 0,0 0 0 0 0,-1 0 0 0 0,1-2 0 0 0,-1 1 0 0 0,13-16 0 0 0,-5 0 2 0 0,-1 0 0 0 0,-1-1 1 0 0,0 0-1 0 0,-3-1 0 0 0,0-1 1 0 0,-1 0-1 0 0,9-35 0 0 0,-17 48-63 0 0,0 0 0 0 0,0 0 0 0 0,-1 0 0 0 0,-1 0 0 0 0,0 0 0 0 0,-1 0 0 0 0,-1 0 0 0 0,0 0 0 0 0,-1 0 0 0 0,0 0 0 0 0,-5-14 0 0 0,5 21-38 0 0,-1-1 1 0 0,0 1 0 0 0,0 0-1 0 0,-1 0 1 0 0,0 0-1 0 0,0 0 1 0 0,0 1-1 0 0,-1-1 1 0 0,0 1 0 0 0,-1 0-1 0 0,1 1 1 0 0,-1-1-1 0 0,0 1 1 0 0,-1 0-1 0 0,1 1 1 0 0,-1-1 0 0 0,0 1-1 0 0,0 1 1 0 0,0-1-1 0 0,-14-4 1 0 0,13 5-220 0 0,0 1 0 0 0,0-1-1 0 0,0 1 1 0 0,-1 1 0 0 0,1 0 0 0 0,0 0 0 0 0,-1 0 0 0 0,1 1-1 0 0,0 0 1 0 0,-1 1 0 0 0,1 0 0 0 0,0 0 0 0 0,-15 5 0 0 0,22-6-229 0 0,-1 1 0 0 0,1-1 0 0 0,0 1 0 0 0,-1 0 0 0 0,1 0 0 0 0,0-1 0 0 0,-1 1 0 0 0,1 0 0 0 0,0 0 0 0 0,0 0 0 0 0,0 1 0 0 0,0-1 0 0 0,0 0 0 0 0,0 0 0 0 0,0 0 0 0 0,1 1 0 0 0,-1-1 0 0 0,0 1 0 0 0,1-1 0 0 0,-1 0 1 0 0,1 1-1 0 0,-1 2 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47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70 688 0 0,'-39'-29'23672'0'0,"46"18"-23780"0"0,4 6 81 0 0,0 0 0 0 0,0 1-1 0 0,0 0 1 0 0,1 1 0 0 0,-1 0-1 0 0,1 1 1 0 0,0 1 0 0 0,0-1-1 0 0,-1 2 1 0 0,15 0 0 0 0,-17 0 11 0 0,-1 1-1 0 0,0 0 1 0 0,1 0 0 0 0,-1 0 0 0 0,0 1 0 0 0,0 1 0 0 0,0-1 0 0 0,0 1 0 0 0,-1 0-1 0 0,1 1 1 0 0,-1 0 0 0 0,0 0 0 0 0,0 1 0 0 0,0 0 0 0 0,-1 0 0 0 0,7 7 0 0 0,-10-9 9 0 0,0 1 0 0 0,0 1 1 0 0,0-1-1 0 0,0 0 0 0 0,-1 1 1 0 0,0-1-1 0 0,0 1 0 0 0,0 0 1 0 0,-1 0-1 0 0,0-1 0 0 0,0 1 1 0 0,1 8-1 0 0,-1-4 19 0 0,-1 0 0 0 0,-1 0-1 0 0,1-1 1 0 0,-1 1 0 0 0,-1 0 0 0 0,-3 13 0 0 0,-3 0 8 0 0,0 0 1 0 0,-2 0 0 0 0,0-1-1 0 0,-19 29 1 0 0,-1-5 10 0 0,-1-1 0 0 0,-70 74 0 0 0,64-76 3 0 0,36-41-37 0 0,-3 4 30 0 0,-2 3 4 0 0,6-8-30 0 0,0 1 0 0 0,0-1 0 0 0,0 0 0 0 0,0 0 0 0 0,0 1 0 0 0,0-1 0 0 0,0 0 0 0 0,0 0-1 0 0,1 1 1 0 0,-1-1 0 0 0,0 0 0 0 0,0 0 0 0 0,0 0 0 0 0,1 1 0 0 0,-1-1 0 0 0,0 0 0 0 0,0 0-1 0 0,0 0 1 0 0,1 0 0 0 0,-1 1 0 0 0,0-1 0 0 0,0 0 0 0 0,1 0 0 0 0,-1 0 0 0 0,0 0 0 0 0,1 0-1 0 0,-1 0 1 0 0,0 0 0 0 0,0 0 0 0 0,1 0 0 0 0,-1 0 0 0 0,0 0 0 0 0,1 0 0 0 0,-1 0 0 0 0,0 0 0 0 0,0 0-1 0 0,1 0 1 0 0,-1 0 0 0 0,0 0 0 0 0,0 0 0 0 0,1-1 0 0 0,46-2 24 0 0,0-1 0 0 0,66-17 0 0 0,-24 4 37 0 0,-50 10-55 0 0,208-37 57 0 0,-244 43-64 0 0,17-4-3 0 0,0 2 0 0 0,21-2 0 0 0,-38 5-211 0 0,8-2-1240 0 0,4-1-4482 0 0,21-7-2179 0 0,-15 5 2042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48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83 1960 0 0,'-15'-4'12911'0'0,"14"5"-12835"0"0,1-1 1 0 0,0 0-1 0 0,-1 0 1 0 0,1 0 0 0 0,-1 0-1 0 0,1 0 1 0 0,0 0-1 0 0,-1 0 1 0 0,1-1 0 0 0,-1 1-1 0 0,1 0 1 0 0,0 0-1 0 0,-1 0 1 0 0,1 0 0 0 0,0 0-1 0 0,-1-1 1 0 0,1 1-1 0 0,0 0 1 0 0,-1 0-1 0 0,1 0 1 0 0,0-1 0 0 0,-1 1-1 0 0,1 0 1 0 0,0-1-1 0 0,0 1 1 0 0,-1 0 0 0 0,1 0-1 0 0,0-1 1 0 0,0 1-1 0 0,0-1 1 0 0,0 1 0 0 0,-1 0-1 0 0,1-1 1 0 0,0 1-1 0 0,0 0 1 0 0,0-1 0 0 0,0 1-1 0 0,0-1 1 0 0,11-14 720 0 0,26-10-786 0 0,-26 19-15 0 0,1 2 0 0 0,-1-1 0 0 0,1 1 1 0 0,-1 1-1 0 0,1 0 0 0 0,0 1 0 0 0,0 0 1 0 0,0 1-1 0 0,1 1 0 0 0,-1 0 0 0 0,0 0 1 0 0,0 1-1 0 0,0 0 0 0 0,0 1 0 0 0,0 1 1 0 0,0 0-1 0 0,0 0 0 0 0,16 9 0 0 0,-24-11 8 0 0,-1 1-1 0 0,1 0 0 0 0,-1 0 0 0 0,1 1 0 0 0,-1-1 0 0 0,0 1 0 0 0,0 0 1 0 0,0 0-1 0 0,0 0 0 0 0,-1 0 0 0 0,1 0 0 0 0,-1 0 0 0 0,0 1 1 0 0,0-1-1 0 0,0 1 0 0 0,2 6 0 0 0,-3-4 7 0 0,1 0 1 0 0,-1-1-1 0 0,0 1 0 0 0,-1 0 1 0 0,0 0-1 0 0,0 0 1 0 0,0 0-1 0 0,0 0 0 0 0,-1 0 1 0 0,-2 8-1 0 0,-2 2 48 0 0,0 0 0 0 0,-1 0-1 0 0,-1 0 1 0 0,-1-1 0 0 0,0 0 0 0 0,-1 0 0 0 0,-11 13-1 0 0,-9 11 1240 0 0,28-37-1097 0 0,-9 14 2164 0 0,42-22-2307 0 0,-24 4-69 0 0,0 0 0 0 0,0 1 0 0 0,0 0-1 0 0,0 0 1 0 0,0 1 0 0 0,1 0 0 0 0,-1 0-1 0 0,15 3 1 0 0,0 4 3 0 0,-1 1 1 0 0,0 1-1 0 0,0 1 0 0 0,-1 1 1 0 0,-1 0-1 0 0,1 2 0 0 0,-2 0 1 0 0,22 20-1 0 0,-37-30 24 0 0,0 0 0 0 0,-1 1 1 0 0,1 0-1 0 0,-1-1 0 0 0,1 1 0 0 0,-1 1 0 0 0,0-1 0 0 0,-1 0 0 0 0,1 1 0 0 0,-1 0 1 0 0,4 8-1 0 0,-6-9 39 0 0,1-1 0 0 0,-1 0 0 0 0,1 0 0 0 0,-1 0 1 0 0,0 1-1 0 0,0-1 0 0 0,0 0 0 0 0,-1 0 0 0 0,1 0 0 0 0,-1 1 0 0 0,0-1 1 0 0,0 0-1 0 0,0 0 0 0 0,0 0 0 0 0,0 0 0 0 0,-1 0 0 0 0,1 0 0 0 0,-1-1 1 0 0,0 1-1 0 0,-2 2 0 0 0,-6 7 129 0 0,0-2 0 0 0,-1 1 0 0 0,-1-1 0 0 0,1-1 1 0 0,-2 0-1 0 0,1 0 0 0 0,-1-1 0 0 0,-20 8 0 0 0,-7 2-101 0 0,-70 20 1 0 0,-7-11-4419 0 0,37-14-5248 0 0,32-6-178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5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362 109 232 0 0,'2'-16'2160'0'0,"0"-37"2808"0"0,-2 51-4508 0 0,-3-8 969 0 0,-10-17 7552 0 0,13 27-8792 0 0,-1 0 0 0 0,1 0 0 0 0,0 0 1 0 0,-2 0-1 0 0,-4 2-143 0 0,0 0 0 0 0,0 0 0 0 0,0 1 0 0 0,0 0 0 0 0,0 0 0 0 0,0 1 0 0 0,1 0 0 0 0,0 0 0 0 0,0 0 0 0 0,-7 7 1 0 0,-49 56-15 0 0,47-51-10 0 0,-9 10-13 0 0,1 2 1 0 0,2 0-1 0 0,0 2 0 0 0,2 0 0 0 0,1 1 0 0 0,2 0 1 0 0,1 2-1 0 0,1 0 0 0 0,2 0 0 0 0,2 1 1 0 0,-10 59-1 0 0,18-81-10 0 0,0 0 0 0 0,1 1 0 0 0,1-1 0 0 0,2 12 0 0 0,-3-18 7 0 0,1-1 0 0 0,1 1 0 0 0,-1 0 0 0 0,1-1 0 0 0,0 1 0 0 0,0-1 0 0 0,1 0 0 0 0,0 1 0 0 0,0-1 0 0 0,4 6 0 0 0,-5-9 5 0 0,1 0 0 0 0,-1 0 0 0 0,0 0 0 0 0,1 0 0 0 0,-1 0 0 0 0,1 0 0 0 0,0-1 0 0 0,-1 1 0 0 0,1-1 0 0 0,0 0 0 0 0,0 0 0 0 0,0 0 0 0 0,0 0 0 0 0,0 0 0 0 0,4 0 0 0 0,-2-1-4 0 0,1 0 0 0 0,0 0 0 0 0,0 0 0 0 0,0-1 0 0 0,0 0 0 0 0,-1 0 0 0 0,10-3 0 0 0,-1-1 78 0 0,0-1-1 0 0,-1 0 0 0 0,0-1 1 0 0,0 0-1 0 0,17-13 0 0 0,-27 17 42 0 0,0 1-1 0 0,0-1 0 0 0,0 0 1 0 0,0 0-1 0 0,-1 0 1 0 0,1 0-1 0 0,-1 0 1 0 0,0-1-1 0 0,3-4 0 0 0,-5 7-107 0 0,1 0 0 0 0,-1 0 0 0 0,0 0 0 0 0,0 0-1 0 0,1 0 1 0 0,-1 0 0 0 0,0 0 0 0 0,0 0 0 0 0,0-1 0 0 0,0 1-1 0 0,0 0 1 0 0,0 0 0 0 0,0 0 0 0 0,0 0 0 0 0,0 0-1 0 0,-1 0 1 0 0,1 0 0 0 0,0 0 0 0 0,-1 0 0 0 0,1 0 0 0 0,-1 0-1 0 0,1 0 1 0 0,-1 0 0 0 0,1 0 0 0 0,-1 1 0 0 0,0-1-1 0 0,1 0 1 0 0,-1 0 0 0 0,0 0 0 0 0,0 1 0 0 0,0-1-1 0 0,1 0 1 0 0,-1 1 0 0 0,0-1 0 0 0,0 1 0 0 0,0-1 0 0 0,0 1-1 0 0,0 0 1 0 0,-2-1 0 0 0,-7-2-14 0 0,1 0 0 0 0,-1 1 0 0 0,1 0-1 0 0,-1 0 1 0 0,0 1 0 0 0,0 1 0 0 0,0 0 0 0 0,-15 1 0 0 0,7 1-1146 0 0,0 1 1 0 0,1 1 0 0 0,-1 0 0 0 0,-17 8 0 0 0,14 0-6125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53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92 1220 0 0,'37'-25'8605'0'0,"-36"24"-8355"0"0,0 1-1 0 0,0-1 1 0 0,0 1 0 0 0,0 0 0 0 0,0-1-1 0 0,-1 0 1 0 0,1 1 0 0 0,0-1 0 0 0,0 1 0 0 0,-1-1-1 0 0,1 0 1 0 0,0 0 0 0 0,-1 1 0 0 0,2-7 2804 0 0,-11 7-2496 0 0,0 4-528 0 0,-1 1 1 0 0,1 0 0 0 0,0 0 0 0 0,0 1 0 0 0,1 0 0 0 0,-1 1 0 0 0,1 0 0 0 0,1 0 0 0 0,-8 9 0 0 0,-2 3-22 0 0,1 1 1 0 0,-23 38 0 0 0,36-52-9 0 0,0 1 0 0 0,0-1 0 0 0,1 0 0 0 0,0 0 0 0 0,0 1 0 0 0,0 0 0 0 0,-1 12 0 0 0,3-17 5 0 0,0-1 0 0 0,0 1 0 0 0,0 0 0 0 0,0-1 1 0 0,0 1-1 0 0,1 0 0 0 0,-1-1 0 0 0,1 1 1 0 0,-1 0-1 0 0,1-1 0 0 0,-1 1 0 0 0,1-1 0 0 0,0 1 1 0 0,0-1-1 0 0,0 1 0 0 0,0-1 0 0 0,0 0 0 0 0,0 1 1 0 0,0-1-1 0 0,0 0 0 0 0,0 0 0 0 0,1 0 1 0 0,2 2-1 0 0,2 1 7 0 0,0-1 1 0 0,0 0-1 0 0,0 0 1 0 0,14 3-1 0 0,100 23-29 0 0,-80-21 38 0 0,0 2 0 0 0,-1 1-1 0 0,42 18 1 0 0,-79-28 35 0 0,0 0 0 0 0,0 0 0 0 0,1 0 0 0 0,-1 0 0 0 0,0 1 0 0 0,0-1-1 0 0,0 1 1 0 0,0-1 0 0 0,0 1 0 0 0,-1 0 0 0 0,1-1 0 0 0,0 1 0 0 0,-1 0 0 0 0,0 0 0 0 0,1 0 0 0 0,-1 0 0 0 0,0 0 0 0 0,0 1 0 0 0,2 3 0 0 0,-3-3 9 0 0,0 0 0 0 0,0-1 0 0 0,0 1 0 0 0,0 0 0 0 0,0-1 0 0 0,-1 1 0 0 0,1 0 1 0 0,-1-1-1 0 0,0 1 0 0 0,1-1 0 0 0,-1 1 0 0 0,0-1 0 0 0,-1 1 0 0 0,1-1 0 0 0,-2 3 1 0 0,-4 5 92 0 0,-1 0 0 0 0,0-1 0 0 0,-1 0 1 0 0,0 0-1 0 0,0-1 0 0 0,-16 11 1 0 0,16-13-89 0 0,0 0 1 0 0,-1 0 0 0 0,0-1-1 0 0,0 0 1 0 0,0-1 0 0 0,-1 0 0 0 0,0-1-1 0 0,0 0 1 0 0,0 0 0 0 0,0-1-1 0 0,0-1 1 0 0,0 0 0 0 0,0 0 0 0 0,0-1-1 0 0,-18-2 1 0 0,28 2-69 0 0,0-1 0 0 0,0 1 0 0 0,0 0 1 0 0,0 0-1 0 0,0 0 0 0 0,0-1 0 0 0,0 1 0 0 0,0 0 0 0 0,0-1 0 0 0,0 1 0 0 0,0-1 1 0 0,0 1-1 0 0,0-1 0 0 0,0 0 0 0 0,1 1 0 0 0,-1-1 0 0 0,0 0 0 0 0,-1-1 0 0 0,1 1 5 0 0,-1-2-5 0 0,0 1 1 0 0,1 0-1 0 0,-1 0 1 0 0,1-1-1 0 0,-1 1 1 0 0,1-1 0 0 0,0 1-1 0 0,0-1 1 0 0,0 0-1 0 0,0 1 1 0 0,1-1-1 0 0,-1 0 1 0 0,1 0-1 0 0,0 1 1 0 0,-1-1 0 0 0,1 0-1 0 0,1 0 1 0 0,-1 0-1 0 0,0 1 1 0 0,1-1-1 0 0,-1 0 1 0 0,1 0-1 0 0,0 1 1 0 0,0-1 0 0 0,0 0-1 0 0,0 1 1 0 0,3-5-1 0 0,-1 0 7 0 0,10-21-33 0 0,2 0-1 0 0,0 0 1 0 0,2 2-1 0 0,38-46 1 0 0,26-41 43 0 0,-69 93-29 0 0,-4 9 39 0 0,-1 0 1 0 0,-1-1-1 0 0,0 0 0 0 0,0 0 0 0 0,5-19 0 0 0,-10 27-26 0 0,-1 0-1 0 0,1 1 1 0 0,-1-1-1 0 0,0 0 1 0 0,0 0-1 0 0,0 0 0 0 0,0 1 1 0 0,-1-1-1 0 0,1 0 1 0 0,-1 0-1 0 0,0 1 1 0 0,0-1-1 0 0,-1 1 1 0 0,1-1-1 0 0,-1 1 0 0 0,1-1 1 0 0,-1 1-1 0 0,0 0 1 0 0,-1 0-1 0 0,1-1 1 0 0,0 2-1 0 0,-1-1 1 0 0,0 0-1 0 0,-3-2 0 0 0,1 1-14 0 0,0 0-1 0 0,0 0 1 0 0,0 0-1 0 0,-1 1 1 0 0,1 0-1 0 0,-1 0 1 0 0,0 1 0 0 0,0 0-1 0 0,0 0 1 0 0,-12-3-1 0 0,14 5-158 0 0,0-1 1 0 0,0 1-1 0 0,0 0 0 0 0,0 0 1 0 0,1 0-1 0 0,-1 0 0 0 0,0 0 1 0 0,0 1-1 0 0,0 0 0 0 0,0 0 1 0 0,1 0-1 0 0,-1 0 0 0 0,0 1 1 0 0,1-1-1 0 0,-1 1 0 0 0,1 0 0 0 0,0 0 1 0 0,-5 4-1 0 0,7-5 13 0 0,0 0 0 0 0,0 0 0 0 0,0-1 0 0 0,1 1 0 0 0,-1 1 1 0 0,0-1-1 0 0,1 0 0 0 0,-1 0 0 0 0,1 0 0 0 0,-1 0 0 0 0,1 0 0 0 0,0 0 0 0 0,-1 1 0 0 0,1-1 0 0 0,0 0 0 0 0,0 0 0 0 0,0 1 0 0 0,0-1 1 0 0,0 0-1 0 0,0 0 0 0 0,0 0 0 0 0,0 1 0 0 0,1-1 0 0 0,-1 0 0 0 0,1 2 0 0 0,0-1-385 0 0,-1 0 0 0 0,1-1-1 0 0,0 1 1 0 0,0 0 0 0 0,0-1-1 0 0,0 1 1 0 0,0-1 0 0 0,1 1 0 0 0,-1-1-1 0 0,2 2 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56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542 21 2260 0 0,'-27'-19'10955'0'0,"23"18"-10769"0"0,0 1-1 0 0,0 0 0 0 0,0-1 0 0 0,0 2 1 0 0,0-1-1 0 0,0 0 0 0 0,0 1 1 0 0,0 0-1 0 0,0 0 0 0 0,1 0 0 0 0,-1 0 1 0 0,0 1-1 0 0,1-1 0 0 0,-1 1 1 0 0,1 0-1 0 0,-1 0 0 0 0,1 0 0 0 0,0 1 1 0 0,0-1-1 0 0,-3 4 0 0 0,-10 7 128 0 0,2 1 0 0 0,-22 26 0 0 0,2 2 231 0 0,-38 62 1 0 0,58-79-453 0 0,0 0 0 0 0,2 1 0 0 0,0 0 0 0 0,-9 36 0 0 0,18-53-77 0 0,1 0 0 0 0,0 0-1 0 0,1 0 1 0 0,0 0-1 0 0,1 0 1 0 0,-1 1 0 0 0,2-1-1 0 0,-1 0 1 0 0,1 0-1 0 0,5 17 1 0 0,-4-19-5 0 0,0 0-1 0 0,1-1 1 0 0,0 1 0 0 0,1-1 0 0 0,-1 0-1 0 0,1 0 1 0 0,1 0 0 0 0,-1-1-1 0 0,1 1 1 0 0,0-1 0 0 0,0 0-1 0 0,0 0 1 0 0,1-1 0 0 0,7 6-1 0 0,-8-7 8 0 0,0 0-1 0 0,0 0 0 0 0,0 0 1 0 0,1-1-1 0 0,0 0 0 0 0,-1 0 0 0 0,1 0 1 0 0,0-1-1 0 0,6 1 0 0 0,-9-1-3 0 0,0-1 0 0 0,-1 0 0 0 0,1 0 0 0 0,0 0-1 0 0,-1-1 1 0 0,1 1 0 0 0,-1-1 0 0 0,1 1 0 0 0,0-1 0 0 0,-1 0-1 0 0,1 0 1 0 0,-1 0 0 0 0,0 0 0 0 0,1 0 0 0 0,-1-1 0 0 0,0 1 0 0 0,0-1-1 0 0,0 1 1 0 0,0-1 0 0 0,0 0 0 0 0,0 0 0 0 0,2-3 0 0 0,-3 4 11 0 0,0-1 0 0 0,0 0 0 0 0,0 1 0 0 0,0-1 0 0 0,0 0 0 0 0,-1 1 0 0 0,1-1 0 0 0,0 0 0 0 0,-1 0 0 0 0,0 0 0 0 0,1 0 0 0 0,-1 0 0 0 0,0 1 0 0 0,0-1 0 0 0,0 0 0 0 0,0 0 0 0 0,0 0 0 0 0,0 0 1 0 0,-1 0-1 0 0,1 0 0 0 0,-1 1 0 0 0,1-1 0 0 0,-1 0 0 0 0,0 0 0 0 0,0 1 0 0 0,0-1 0 0 0,1 0 0 0 0,-2 1 0 0 0,1-1 0 0 0,0 1 0 0 0,0-1 0 0 0,0 1 0 0 0,-1-1 0 0 0,1 1 0 0 0,-1 0 0 0 0,1 0 0 0 0,-3-2 0 0 0,-3-2 6 0 0,-1 0 0 0 0,0 0 0 0 0,0 1 0 0 0,0 0 0 0 0,0 0-1 0 0,-11-3 1 0 0,0 2-231 0 0,1 1-1 0 0,-1 1 0 0 0,0 1 0 0 0,1 0 1 0 0,-1 1-1 0 0,0 1 0 0 0,0 1 1 0 0,0 1-1 0 0,0 0 0 0 0,-34 10 0 0 0,19 5-1771 0 0,20-4-397 0 0,7 3-3666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54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76 1832 0 0,'-20'-54'16218'0'0,"12"38"-13383"0"0,3 10-1434 0 0,2 13-498 0 0,2 80-258 0 0,-5 0 0 0 0,-3 0 0 0 0,-24 99 1 0 0,-1-70-629 0 0,16-69-4220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54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31 125 328 0 0,'13'-27'7906'0'0,"9"-18"1420"0"0,-3 20-7629 0 0,-16 22-1626 0 0,1 0 0 0 0,0 0 0 0 0,1 1 0 0 0,-1-1 0 0 0,0 1 0 0 0,1 0-1 0 0,-1 0 1 0 0,1 1 0 0 0,-1-1 0 0 0,1 1 0 0 0,0 0 0 0 0,7 0 0 0 0,-1 0-38 0 0,0 0 0 0 0,-1 1 0 0 0,1 1-1 0 0,15 1 1 0 0,-21-1 2 0 0,1 0 1 0 0,0 1-1 0 0,0-1 0 0 0,0 1 0 0 0,-1 0 1 0 0,1 1-1 0 0,-1-1 0 0 0,1 1 0 0 0,-1 0 1 0 0,0 1-1 0 0,0-1 0 0 0,-1 1 0 0 0,7 6 0 0 0,-8-7 44 0 0,-1 1 0 0 0,1-1-1 0 0,-1 1 1 0 0,0 0-1 0 0,0 0 1 0 0,-1-1-1 0 0,1 1 1 0 0,-1 0-1 0 0,0 0 1 0 0,0 0 0 0 0,0 1-1 0 0,-1-1 1 0 0,1 0-1 0 0,-1 0 1 0 0,0 0-1 0 0,0 0 1 0 0,0 1-1 0 0,-1-1 1 0 0,0 0-1 0 0,-1 5 1 0 0,-2 5 172 0 0,-1 0 0 0 0,0-1-1 0 0,-1 0 1 0 0,-1 0 0 0 0,0-1 0 0 0,0 1 0 0 0,-1-2-1 0 0,-16 19 1 0 0,-85 79 1444 0 0,-22 12-252 0 0,130-121-1439 0 0,1 1 0 0 0,0-1 0 0 0,-1 0 0 0 0,1 1 0 0 0,0-1 0 0 0,0 0 0 0 0,0 1 0 0 0,-1-1 0 0 0,1 0 0 0 0,0 1 0 0 0,0-1 1 0 0,0 1-1 0 0,0-1 0 0 0,0 0 0 0 0,0 1 0 0 0,0-1 0 0 0,-1 1 0 0 0,1-1 0 0 0,0 0 0 0 0,0 1 0 0 0,1-1 0 0 0,-1 1 0 0 0,0-1 0 0 0,0 0 0 0 0,0 1 0 0 0,0-1 0 0 0,0 1 0 0 0,0-1 0 0 0,0 0 0 0 0,1 1 0 0 0,-1-1 0 0 0,0 0 0 0 0,0 1 0 0 0,1-1 0 0 0,-1 0 0 0 0,0 1 0 0 0,0-1 0 0 0,1 0 0 0 0,-1 1 0 0 0,0-1 0 0 0,1 0 0 0 0,-1 0 0 0 0,0 0 0 0 0,1 1 0 0 0,-1-1 0 0 0,0 0 0 0 0,1 0 0 0 0,-1 0 0 0 0,1 0 0 0 0,-1 0 0 0 0,0 0 0 0 0,1 0 0 0 0,0 1 0 0 0,23 5 45 0 0,3-5-24 0 0,-1-2 0 0 0,1 0 1 0 0,0-2-1 0 0,45-9 0 0 0,-13 1-3 0 0,251-55-1442 0 0,-168 33-8744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57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36 1984 0 0,'34'-35'20745'0'0,"-30"52"-19858"0"0,-1 0 0 0 0,0 0 1 0 0,-2 0-1 0 0,0 25 0 0 0,-8 74 360 0 0,5-102-1114 0 0,-45 403-934 0 0,47-356-6424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58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50 24 0 0,'-14'-4'7783'0'0,"8"2"-6135"0"0,1 1-1 0 0,-1-1 1 0 0,0 1-1 0 0,0 1 0 0 0,1-1 1 0 0,-13 2 2051 0 0,19-1-3680 0 0,0 1 1 0 0,0-1 0 0 0,-1 1 0 0 0,1-1 0 0 0,0 0 0 0 0,0 0-1 0 0,0 1 1 0 0,0-1 0 0 0,-1 0 0 0 0,1 0 0 0 0,0 0-1 0 0,0 0 1 0 0,0 0 0 0 0,0 0 0 0 0,0 0 0 0 0,0 0 0 0 0,-1 0-1 0 0,3 0 1 0 0,23-3 125 0 0,-23 3-112 0 0,351-39 481 0 0,-351 39-515 0 0,0 0 9 0 0,1 0-1 0 0,-1 0 1 0 0,1 0-1 0 0,-1 1 1 0 0,1-1-1 0 0,-1 1 1 0 0,1 0 0 0 0,-1 0-1 0 0,0 0 1 0 0,1 1-1 0 0,-1-1 1 0 0,0 1-1 0 0,0-1 1 0 0,0 1-1 0 0,0 0 1 0 0,3 3 0 0 0,-1 1 13 0 0,-1-1 1 0 0,0 1 0 0 0,0 0-1 0 0,0 0 1 0 0,-1 0 0 0 0,1 0-1 0 0,2 9 1 0 0,4 11 317 0 0,-2 0-1 0 0,-1 0 1 0 0,-1 1 0 0 0,5 52-1 0 0,-4 114 1302 0 0,-7-119-1311 0 0,3 147 591 0 0,9 289 154 0 0,9 31 331 0 0,-1-8 184 0 0,-12-375-1469 0 0,52 729 1117 0 0,-47-769-1237 0 0,15 171 0 0 0,-24 0 0 0 0,-14-176 0 0 0,8-100 0 0 0,-1 0 0 0 0,0 0 0 0 0,-1 0 0 0 0,-1 0 0 0 0,0 0 0 0 0,-8 15 0 0 0,8-21 0 0 0,1-1 0 0 0,-1 1 0 0 0,0-1 0 0 0,-1 0 0 0 0,1 0 0 0 0,-1 0 0 0 0,0-1 0 0 0,-1 0 0 0 0,1 0 0 0 0,-9 4 0 0 0,3-3 0 0 0,0-1 0 0 0,0 0 0 0 0,0 0 0 0 0,0-1 0 0 0,-22 3 0 0 0,-6-2 0 0 0,0-2 0 0 0,1-1 0 0 0,-44-5 0 0 0,79 3 0 0 0,-137-11-5837 0 0,-217-46 0 0 0,339 53-1311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00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22 976 0 0,'18'-21'13716'0'0,"-17"23"-13488"0"0,0 1 1 0 0,0 0-1 0 0,0-1 0 0 0,0 1 1 0 0,0 0-1 0 0,0 0 1 0 0,-1 0-1 0 0,1 0 0 0 0,-1 0 1 0 0,0 4-1 0 0,-2 37 863 0 0,2-26-446 0 0,-22 246 2703 0 0,11-179-2855 0 0,-15 131 650 0 0,-14 135 85 0 0,12-72-207 0 0,17-176 1462 0 0,6-62-1417 0 0,5-39-958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00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13 2508 0 0,'-47'-7'9161'0'0,"44"7"-8136"0"0,-3-2-553 0 0,-14-1 2975 0 0,19 3-3404 0 0,1 0 0 0 0,0 0 0 0 0,0 0-1 0 0,-1 0 1 0 0,1 0 0 0 0,0 0 0 0 0,-1 0-1 0 0,1 0 1 0 0,-1 0 0 0 0,1 0 0 0 0,0 0-1 0 0,-1 0 1 0 0,1 0 0 0 0,0 0 0 0 0,0 0-1 0 0,-1 0 1 0 0,1 1 0 0 0,0-1 0 0 0,-1 0-1 0 0,1 0 1 0 0,0 0 0 0 0,-1 1 0 0 0,1-1-1 0 0,0 0 1 0 0,0 0 0 0 0,-1 0 0 0 0,1 1-1 0 0,0-1 1 0 0,0 0 0 0 0,0 0 0 0 0,-1 1-1 0 0,1-1 1 0 0,0 0 0 0 0,0 1 0 0 0,0-1-1 0 0,0 0 1 0 0,0 1 0 0 0,0-1 0 0 0,0 0-1 0 0,0 1 1 0 0,-1-1 0 0 0,1 0 0 0 0,0 1-1 0 0,2 1-33 0 0,-1 0 0 0 0,0-1-1 0 0,1 1 1 0 0,-1 0 0 0 0,1-1-1 0 0,0 0 1 0 0,-1 1 0 0 0,1-1-1 0 0,0 0 1 0 0,0 0-1 0 0,0 0 1 0 0,2 1 0 0 0,2 2 3 0 0,32 19 45 0 0,1-2 1 0 0,0-2-1 0 0,2-1 1 0 0,0-2-1 0 0,72 18 1 0 0,-79-26-1510 0 0,1-3 1 0 0,39 3-1 0 0,-65-8 110 0 0,0 0-1 0 0,0-1 1 0 0,0 0-1 0 0,1 0 1 0 0,10-3-1 0 0,-5-1-2807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00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52 1784 0 0,'26'-52'27230'0'0,"-32"58"-24794"0"0,-112 145-7012 0 0,37-53-1383 0 0,9-11-3648 0 0,43-50 703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03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73 1560 0 0,'-2'-17'16187'0'0,"2"11"-16558"0"0,8 1 359 0 0,-1-1 0 0 0,0 2-1 0 0,1-1 1 0 0,0 1 0 0 0,0 0-1 0 0,1 1 1 0 0,-1 0 0 0 0,1 0-1 0 0,-1 1 1 0 0,1 0-1 0 0,9-1 1 0 0,-7 1-12 0 0,-8 1 15 0 0,1 0 1 0 0,0 1 0 0 0,-1-1-1 0 0,1 1 1 0 0,-1 0 0 0 0,1 0-1 0 0,0 0 1 0 0,-1 0 0 0 0,1 1-1 0 0,0-1 1 0 0,-1 1 0 0 0,1 0-1 0 0,-1 0 1 0 0,0 0 0 0 0,1 1 0 0 0,-1-1-1 0 0,0 1 1 0 0,1 0 0 0 0,-1 0-1 0 0,0 0 1 0 0,-1 0 0 0 0,1 1-1 0 0,0-1 1 0 0,0 1 0 0 0,-1-1-1 0 0,0 1 1 0 0,1 0 0 0 0,-1 0-1 0 0,0 0 1 0 0,-1 0 0 0 0,1 0 0 0 0,0 1-1 0 0,1 5 1 0 0,0 3 8 0 0,0 0-1 0 0,0 1 1 0 0,-1-1 0 0 0,-1 1 0 0 0,-1 0-1 0 0,1-1 1 0 0,-2 1 0 0 0,-3 24 0 0 0,0-19 5 0 0,-1 0 0 0 0,0-1 0 0 0,-1 1-1 0 0,-1-1 1 0 0,-14 25 0 0 0,2-10 42 0 0,-2-2-1 0 0,-1 0 1 0 0,-1-2 0 0 0,-2 0-1 0 0,-46 40 1 0 0,31-37 525 0 0,-2-1 0 0 0,-1-2 0 0 0,-1-1 0 0 0,-89 37 1 0 0,129-62-471 0 0,-5 2 136 0 0,0 0 0 0 0,0 0 0 0 0,-12 9 0 0 0,20-12-227 0 0,5-1 0 0 0,268-13 33 0 0,-78 1-42 0 0,-137 7 54 0 0,36 0 76 0 0,-62 1-114 0 0,-28 4-22 0 0,0 0 8 0 0,7-1-6 0 0,-8 1 4 0 0,5-1-592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07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18 200 0 0,'-30'-15'12907'0'0,"29"15"-12831"0"0,0-1 0 0 0,1 1 0 0 0,-1 0 0 0 0,0-1 0 0 0,0 1 0 0 0,0 0-1 0 0,1 0 1 0 0,-1-1 0 0 0,0 1 0 0 0,0 0 0 0 0,0 0 0 0 0,1 0 0 0 0,-1 0 0 0 0,0 0 0 0 0,0 0 0 0 0,0 0-1 0 0,1 1 1 0 0,-1-1 0 0 0,0 0 0 0 0,0 0 0 0 0,0 1 0 0 0,1-1 0 0 0,-1 0 0 0 0,0 1 0 0 0,1-1-1 0 0,-1 1 1 0 0,0-1 0 0 0,1 1 0 0 0,-1-1 0 0 0,0 1 0 0 0,1-1 0 0 0,-1 1 0 0 0,1-1 0 0 0,-1 1 0 0 0,1 0-1 0 0,-1 0 1 0 0,1-1 0 0 0,-1 2 0 0 0,-20 37 986 0 0,16-28-713 0 0,-52 107 639 0 0,5 3 1 0 0,-50 174 0 0 0,72-201-3165 0 0,21-133-10227 0 0,9 21 8942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08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1 210 1408 0 0,'0'-23'2846'0'0,"-1"9"-810"0"0,1 0 0 0 0,1 0-1 0 0,4-25 1 0 0,-4 35-1882 0 0,0-1 1 0 0,1 1-1 0 0,0 0 0 0 0,0 0 1 0 0,0-1-1 0 0,0 1 1 0 0,0 0-1 0 0,1 1 0 0 0,-1-1 1 0 0,1 0-1 0 0,0 1 1 0 0,1-1-1 0 0,-1 1 1 0 0,0 0-1 0 0,6-4 0 0 0,1 1-93 0 0,1 1 0 0 0,-1 0 0 0 0,1 0 0 0 0,0 1 0 0 0,0 1 0 0 0,0-1 0 0 0,0 2 0 0 0,1 0 0 0 0,-1 0 0 0 0,1 1 0 0 0,12 0 0 0 0,-6 1-50 0 0,0 1 1 0 0,1 0-1 0 0,-1 2 0 0 0,0 0 1 0 0,0 1-1 0 0,23 8 1 0 0,-34-9 5 0 0,1-1 0 0 0,-1 2 0 0 0,0-1 0 0 0,-1 1 0 0 0,1 0 0 0 0,0 0 0 0 0,-1 1 0 0 0,0 0-1 0 0,0 0 1 0 0,6 8 0 0 0,-9-10 32 0 0,-1 0-1 0 0,0 0 1 0 0,0 1-1 0 0,0-1 0 0 0,-1 1 1 0 0,1 0-1 0 0,-1-1 0 0 0,0 1 1 0 0,0 0-1 0 0,0 0 0 0 0,0 0 1 0 0,-1 0-1 0 0,1 0 1 0 0,-1 0-1 0 0,0 0 0 0 0,0 0 1 0 0,-1 0-1 0 0,1 0 0 0 0,-1 0 1 0 0,0 0-1 0 0,-2 6 1 0 0,-1 0 30 0 0,-1 0 0 0 0,0 0 0 0 0,0-1 1 0 0,-1 0-1 0 0,0 0 0 0 0,-1 0 0 0 0,0-1 1 0 0,0 0-1 0 0,-17 14 0 0 0,4-5 73 0 0,-1-1 0 0 0,-44 26 0 0 0,23-21 477 0 0,-57 20-1 0 0,31-14 617 0 0,66-26-1179 0 0,-12 6-17 0 0,14-7-50 0 0,-1 0-1 0 0,1 1 1 0 0,-1-1-1 0 0,1 0 1 0 0,0 1-1 0 0,-1-1 1 0 0,1 1-1 0 0,-1-1 0 0 0,1 0 1 0 0,0 1-1 0 0,0-1 1 0 0,-1 1-1 0 0,1 0 1 0 0,0-1-1 0 0,0 1 1 0 0,-1-1-1 0 0,1 1 1 0 0,0-1-1 0 0,0 1 1 0 0,0-1-1 0 0,0 1 1 0 0,0 0-1 0 0,0-1 1 0 0,0 1-1 0 0,0-1 0 0 0,0 1 1 0 0,0-1-1 0 0,1 2 1 0 0,11 17-14 0 0,33 18 27 0 0,-33-29-10 0 0,173 129-1006 0 0,-54-59-6308 0 0,-100-65 1840 0 0,-16-8 914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08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341 114 2224 0 0,'16'-38'7992'0'0,"7"4"-4312"0"0,-20 30-3529 0 0,1 0-1 0 0,0 1 1 0 0,0-1-1 0 0,0 1 1 0 0,0 0-1 0 0,0 0 1 0 0,1 1-1 0 0,-1-1 1 0 0,1 1 0 0 0,0 0-1 0 0,0 0 1 0 0,0 0-1 0 0,0 1 1 0 0,7-2-1 0 0,-2 3-111 0 0,-1-1 1 0 0,0 1-1 0 0,0 1 0 0 0,0 0 0 0 0,0 0 0 0 0,0 1 1 0 0,0 0-1 0 0,0 0 0 0 0,-1 1 0 0 0,13 6 0 0 0,-18-8-9 0 0,0 1 0 0 0,-1-1 0 0 0,1 1-1 0 0,-1-1 1 0 0,1 1 0 0 0,-1 0 0 0 0,0 0 0 0 0,1 0-1 0 0,-1 1 1 0 0,0-1 0 0 0,-1 0 0 0 0,1 1-1 0 0,0-1 1 0 0,-1 1 0 0 0,3 4 0 0 0,-4-5 21 0 0,1 1 0 0 0,-1 0 0 0 0,0-1 1 0 0,0 1-1 0 0,0 0 0 0 0,0 0 0 0 0,0-1 1 0 0,0 1-1 0 0,-1 0 0 0 0,1-1 0 0 0,-1 1 1 0 0,0 0-1 0 0,0-1 0 0 0,0 1 0 0 0,0-1 0 0 0,0 1 1 0 0,0-1-1 0 0,-1 0 0 0 0,1 1 0 0 0,-4 2 1 0 0,-7 10 133 0 0,-1-1 0 0 0,0-1 0 0 0,-1 0 1 0 0,-27 19-1 0 0,6-5 52 0 0,21-11-188 0 0,14-16-49 0 0,-1 1 1 0 0,1-1-1 0 0,0 0 1 0 0,-1 1-1 0 0,1-1 0 0 0,0 1 1 0 0,0-1-1 0 0,-1 1 1 0 0,1-1-1 0 0,0 1 1 0 0,0-1-1 0 0,0 1 1 0 0,0-1-1 0 0,0 1 1 0 0,0-1-1 0 0,0 1 0 0 0,0-1 1 0 0,0 1-1 0 0,0-1 1 0 0,0 1-1 0 0,0-1 1 0 0,0 1-1 0 0,0-1 1 0 0,0 1-1 0 0,0-1 1 0 0,0 0-1 0 0,1 1 0 0 0,-1-1 1 0 0,0 1-1 0 0,0-1 1 0 0,0 1-1 0 0,1-1 1 0 0,-1 1-1 0 0,0-1 1 0 0,1 0-1 0 0,-1 1 0 0 0,0-1 1 0 0,1 0-1 0 0,-1 1 1 0 0,1-1-1 0 0,20 13 36 0 0,-17-11-29 0 0,69 38 169 0 0,38 22-155 0 0,-99-54 204 0 0,0 1 0 0 0,0 0 1 0 0,-1 0-1 0 0,-1 1 0 0 0,0 1 0 0 0,14 18 0 0 0,-23-28-146 0 0,0 1 1 0 0,0 0-1 0 0,0 0 1 0 0,0 0-1 0 0,0 0 0 0 0,-1 0 1 0 0,1 0-1 0 0,0 0 1 0 0,-1 0-1 0 0,0 0 1 0 0,0 1-1 0 0,1-1 0 0 0,-1 0 1 0 0,-1 0-1 0 0,1 0 1 0 0,0 0-1 0 0,0 0 1 0 0,-1 0-1 0 0,1 1 1 0 0,-1-1-1 0 0,0 0 0 0 0,0 0 1 0 0,1-1-1 0 0,-1 1 1 0 0,0 0-1 0 0,-1 0 1 0 0,1 0-1 0 0,0-1 0 0 0,0 1 1 0 0,-1 0-1 0 0,1-1 1 0 0,-1 1-1 0 0,-3 1 1 0 0,-3 4 57 0 0,0 0 1 0 0,-1-1-1 0 0,0 0 1 0 0,0-1 0 0 0,-15 7-1 0 0,-5-1-193 0 0,0-1-1 0 0,0-1 1 0 0,-1-2 0 0 0,0-1-1 0 0,0-1 1 0 0,-1-1 0 0 0,-37-1-1 0 0,-75-8-3524 0 0,0-10-3940 0 0,99 11 4166 0 0,-16-2-4043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10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96 1172 0 0,'102'-73'11936'0'0,"-100"73"-11345"0"0,8-11 2094 0 0,-10 11-2634 0 0,1 0-1 0 0,-1 0 1 0 0,0 0 0 0 0,0-1-1 0 0,1 1 1 0 0,-1 0 0 0 0,0 0-1 0 0,0 0 1 0 0,0-1 0 0 0,0 1-1 0 0,1 0 1 0 0,-1 0 0 0 0,0-1-1 0 0,0 1 1 0 0,0 0 0 0 0,0-1-1 0 0,0 1 1 0 0,0 0 0 0 0,1 0-1 0 0,-1-1 1 0 0,0 1 0 0 0,0 0-1 0 0,0-1 1 0 0,0 1 0 0 0,0 0-1 0 0,0 0 1 0 0,0-1 0 0 0,0 1-1 0 0,-1 0 1 0 0,1-1 0 0 0,0 1-1 0 0,0 0 1 0 0,0-1-1 0 0,0 1 1 0 0,0 0 0 0 0,0 0-1 0 0,0-1 1 0 0,-1 1 0 0 0,1 0-1 0 0,0 0 1 0 0,0-1 0 0 0,0 1-1 0 0,-1 0 1 0 0,1 0 0 0 0,-28 1 51 0 0,-1 2 1 0 0,-52 11 0 0 0,-54 23-112 0 0,129-35 6 0 0,1 0 1 0 0,-1 1-1 0 0,1 0 1 0 0,-1 0-1 0 0,1 1 0 0 0,0-1 1 0 0,0 1-1 0 0,1 0 1 0 0,-1 0-1 0 0,1 1 0 0 0,0-1 1 0 0,0 1-1 0 0,0 0 0 0 0,0 0 1 0 0,1 1-1 0 0,0-1 1 0 0,0 0-1 0 0,1 1 0 0 0,-3 6 1 0 0,-1 7 117 0 0,0 0-1 0 0,1 1 1 0 0,2-1 0 0 0,-4 32-1 0 0,3 24 437 0 0,6 87-1 0 0,17 75 283 0 0,3 107 548 0 0,-18 18 36 0 0,-2 199 2781 0 0,0-56-1332 0 0,2-163-1379 0 0,13 369-1487 0 0,-16-686 0 0 0,8 439 0 0 0,-8-408 0 0 0,10 68 0 0 0,-9-108 0 0 0,-1-3 0 0 0,1 0 0 0 0,0-2 0 0 0,-2 0 0 0 0,2 0 0 0 0,-1 0 0 0 0,1-1 0 0 0,0 1 0 0 0,-2-1 0 0 0,0 0 0 0 0,1 0 0 0 0,1 0 0 0 0,5-5 0 0 0,8-5 0 0 0,201-38-580 0 0,-133 20-134 0 0,80-21-6242 0 0,-57 2-3937 0 0,-55 15-327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12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62 1644 0 0,'-24'0'18832'0'0,"24"-1"-18817"0"0,0 0 0 0 0,1 0 0 0 0,-1 0 0 0 0,0-1 0 0 0,1 1 0 0 0,-1 0 0 0 0,1 0 0 0 0,-1 0 0 0 0,1 0 0 0 0,0-1 0 0 0,-1 1 0 0 0,1 0 0 0 0,0 0 0 0 0,0 1 0 0 0,0-1 0 0 0,0 0 0 0 0,2-1 0 0 0,27-16 45 0 0,-20 14-66 0 0,1 0-1 0 0,0 0 0 0 0,0 1 1 0 0,11-1-1 0 0,-1 1-7 0 0,-1 2 0 0 0,0 0 0 0 0,26 3-1 0 0,-41-2 8 0 0,1 1-1 0 0,0 0 0 0 0,-1 0 0 0 0,1 1 0 0 0,0 0 0 0 0,-1 0 0 0 0,0 0 0 0 0,1 0 0 0 0,-1 1 0 0 0,0 0 0 0 0,0 0 0 0 0,-1 0 1 0 0,1 1-1 0 0,-1-1 0 0 0,0 1 0 0 0,5 5 0 0 0,-7-6 2 0 0,-1 0 1 0 0,1 0-1 0 0,-1 0 1 0 0,0 0-1 0 0,0 0 1 0 0,0 0-1 0 0,0 0 1 0 0,-1 0-1 0 0,1 0 1 0 0,-1 0-1 0 0,0 0 1 0 0,0 1-1 0 0,0-1 1 0 0,0 0-1 0 0,0 0 1 0 0,-1 0-1 0 0,0 0 1 0 0,1 1-1 0 0,-1-1 1 0 0,-2 5-1 0 0,-2 5-7 0 0,-1-1 0 0 0,0 1-1 0 0,-10 14 1 0 0,5-11 2 0 0,0-2 0 0 0,-22 24 0 0 0,-7 7 68 0 0,27-33 35 0 0,-1 6 68 0 0,16-17-158 0 0,6 1-10 0 0,-8-2 8 0 0,22 6-4 0 0,0 0 1 0 0,-1 1-1 0 0,1 1 0 0 0,-2 2 1 0 0,1 0-1 0 0,19 13 0 0 0,-37-21 36 0 0,0 0-1 0 0,0 1 0 0 0,0-1 1 0 0,0 1-1 0 0,0 0 1 0 0,0 0-1 0 0,-1 0 0 0 0,0 0 1 0 0,1 0-1 0 0,-1 1 1 0 0,0-1-1 0 0,-1 1 0 0 0,1-1 1 0 0,0 1-1 0 0,-1-1 1 0 0,0 1-1 0 0,0 0 0 0 0,0 0 1 0 0,-1 0-1 0 0,1 0 1 0 0,-1 0-1 0 0,0 0 0 0 0,0-1 1 0 0,0 1-1 0 0,0 0 1 0 0,-1 0-1 0 0,0 0 0 0 0,0 0 1 0 0,0 0-1 0 0,0-1 1 0 0,-2 5-1 0 0,-1 3 140 0 0,0-1 0 0 0,-1 1 0 0 0,0-1 0 0 0,-1 0-1 0 0,0 0 1 0 0,-1-1 0 0 0,0 0 0 0 0,0 0 0 0 0,-1-1 0 0 0,0 0 0 0 0,-1 0 0 0 0,1 0 0 0 0,-1-1 0 0 0,-19 10-1 0 0,15-10-30 0 0,1-1 0 0 0,-1-1 0 0 0,0 0 0 0 0,0 0 0 0 0,0-2 0 0 0,-1 0 0 0 0,1 0 0 0 0,-1-1 0 0 0,0-1 0 0 0,0 0 0 0 0,1-1-1 0 0,-16-1 1 0 0,-72-13-326 0 0,88 11-1463 0 0,0 0 1 0 0,-22-9-1 0 0,34 12 1463 0 0,1 0 0 0 0,-1-1 1 0 0,1 1-1 0 0,-1 0 0 0 0,1-1 1 0 0,-1 1-1 0 0,1 0 0 0 0,-1-1 0 0 0,1 1 1 0 0,-1-1-1 0 0,1 1 0 0 0,0-1 0 0 0,-1 1 1 0 0,1-1-1 0 0,0 1 0 0 0,-1-1 1 0 0,1 1-1 0 0,0-1 0 0 0,0 1 0 0 0,-1-1 1 0 0,1 0-1 0 0,0 1 0 0 0,0-1 0 0 0,0 1 1 0 0,0-1-1 0 0,0 0 0 0 0,0 1 1 0 0,0-1-1 0 0,0 1 0 0 0,0-2 0 0 0,7-15-6730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14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0 258 84 0 0,'8'-18'2485'0'0,"0"1"-1"0"0,1-1 1 0 0,13-18-1 0 0,7-15 2602 0 0,-28 50-4643 0 0,-2 1-433 0 0,1 0 0 0 0,0 0 0 0 0,0 0-1 0 0,0-1 1 0 0,0 1 0 0 0,0 0-1 0 0,0 0 1 0 0,0 0 0 0 0,0-1 0 0 0,1 1-1 0 0,-1 0 1 0 0,0 0 0 0 0,0 0 0 0 0,0-1-1 0 0,0 1 1 0 0,0 0 0 0 0,0 0-1 0 0,0 0 1 0 0,0-1 0 0 0,0 1 0 0 0,1 0-1 0 0,-1 0 1 0 0,0 0 0 0 0,0 0 0 0 0,0 0-1 0 0,0-1 1 0 0,1 1 0 0 0,-1 0-1 0 0,0 0 1 0 0,0 0 0 0 0,0 0 0 0 0,0 0-1 0 0,1 0 1 0 0,-1 0 0 0 0,0 0 0 0 0,0 0-1 0 0,1 0-4 0 0,-1 0-1 0 0,0 1 1 0 0,0-1-1 0 0,1 0 0 0 0,-1 1 1 0 0,0-1-1 0 0,0 1 1 0 0,0-1-1 0 0,0 0 1 0 0,0 1-1 0 0,1-1 0 0 0,-1 1 1 0 0,0-1-1 0 0,0 1 1 0 0,0-1-1 0 0,0 1 1 0 0,0-1-1 0 0,-1 0 1 0 0,1 1-1 0 0,0-1 0 0 0,0 1 1 0 0,0-1-1 0 0,0 1 1 0 0,0-1-1 0 0,0 0 1 0 0,-1 1-1 0 0,1 0 0 0 0,-14 40 465 0 0,2-2-102 0 0,-11 52 0 0 0,21-80-328 0 0,1-1-1 0 0,0 0 0 0 0,0 1 1 0 0,1-1-1 0 0,0 0 0 0 0,1 1 0 0 0,0-1 1 0 0,1 0-1 0 0,0 1 0 0 0,5 13 1 0 0,-6-20-5 0 0,1 0 1 0 0,0 0 0 0 0,0 0-1 0 0,0-1 1 0 0,1 1 0 0 0,-1-1-1 0 0,1 0 1 0 0,0 0 0 0 0,0 0-1 0 0,0 0 1 0 0,0 0 0 0 0,0 0-1 0 0,1-1 1 0 0,-1 0 0 0 0,7 3-1 0 0,-4-2 34 0 0,0-1-1 0 0,0 0 0 0 0,1 0 0 0 0,-1-1 1 0 0,1 1-1 0 0,-1-2 0 0 0,1 1 1 0 0,0-1-1 0 0,7 0 0 0 0,1-1 63 0 0,-1-1-1 0 0,1-1 0 0 0,-1 0 1 0 0,0-1-1 0 0,1 0 0 0 0,-2-2 1 0 0,1 1-1 0 0,17-11 0 0 0,-20 9-9 0 0,0-1 0 0 0,0 0-1 0 0,-1-1 1 0 0,0 0 0 0 0,0 0-1 0 0,-1-1 1 0 0,-1-1 0 0 0,1 1-1 0 0,-2-1 1 0 0,0-1 0 0 0,0 1 0 0 0,-1-1-1 0 0,0 0 1 0 0,-1-1 0 0 0,5-16-1 0 0,-7 20-74 0 0,-1 0-1 0 0,0 0 1 0 0,-1-1-1 0 0,0 1 1 0 0,0 0-1 0 0,-1-1 1 0 0,0 1-1 0 0,-1 0 1 0 0,0-1-1 0 0,0 1 1 0 0,-1 0-1 0 0,0 0 1 0 0,-1 0 0 0 0,0 0-1 0 0,0 0 1 0 0,-1 1-1 0 0,0-1 1 0 0,-1 1-1 0 0,0 0 1 0 0,0 0-1 0 0,0 1 1 0 0,-12-13-1 0 0,12 15-71 0 0,0 1 0 0 0,-1-1 0 0 0,1 1 0 0 0,-1 0 0 0 0,1 1 0 0 0,-1-1 0 0 0,0 1 0 0 0,0 0-1 0 0,-1 0 1 0 0,1 1 0 0 0,-1 0 0 0 0,1 0 0 0 0,-1 1 0 0 0,0-1 0 0 0,0 2 0 0 0,1-1 0 0 0,-1 1 0 0 0,0 0 0 0 0,0 0 0 0 0,0 0 0 0 0,1 1-1 0 0,-1 1 1 0 0,-11 2 0 0 0,11-1-281 0 0,1-1-1 0 0,0 1 0 0 0,0 1 1 0 0,0-1-1 0 0,0 1 0 0 0,0 0 1 0 0,1 0-1 0 0,0 0 0 0 0,0 1 1 0 0,0 0-1 0 0,0 0 0 0 0,1 0 1 0 0,0 1-1 0 0,0-1 0 0 0,-5 10 1 0 0,7-10-152 0 0,0-1 0 0 0,0 1 0 0 0,1-1 0 0 0,-1 1 1 0 0,1-1-1 0 0,0 1 0 0 0,-1 6 0 0 0,5 18-5469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18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43 2132 0 0,'-13'-30'12595'0'0,"2"18"-8639"0"0,11 12-3925 0 0,-1 0 0 0 0,1 0 1 0 0,-1 0-1 0 0,0 1 0 0 0,1-1 0 0 0,-1 0 1 0 0,1 1-1 0 0,-1-1 0 0 0,1 0 0 0 0,-1 1 1 0 0,1-1-1 0 0,0 1 0 0 0,-1-1 0 0 0,1 1 0 0 0,-1-1 1 0 0,1 1-1 0 0,-1 0 0 0 0,-5 143 2582 0 0,3-31-1881 0 0,-1 2-284 0 0,3-62-324 0 0,-9 72 0 0 0,8-85-345 0 0,3-22-7166 0 0,10-22 3484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18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37 115 164 0 0,'7'-21'9109'0'0,"0"-9"279"0"0,-15 43-8085 0 0,-1 8-729 0 0,1-1-1 0 0,1 1 0 0 0,-6 34 0 0 0,11-44-512 0 0,0 0 0 0 0,1 1 0 0 0,1-1 0 0 0,0 0 0 0 0,0 0-1 0 0,1 0 1 0 0,1 1 0 0 0,0-1 0 0 0,4 13 0 0 0,-5-21-44 0 0,-1 1-1 0 0,1-1 0 0 0,0 1 0 0 0,0 0 1 0 0,1-1-1 0 0,-1 1 0 0 0,1-1 0 0 0,0 0 0 0 0,0 0 0 0 0,0 0 1 0 0,0 1-1 0 0,0-2 0 0 0,1 1 0 0 0,-1 0 0 0 0,1 0 0 0 0,0-1 0 0 0,0 0 1 0 0,0 1-1 0 0,0-1 0 0 0,5 2 0 0 0,-5-2-13 0 0,1-1 0 0 0,0 0-1 0 0,-1 0 1 0 0,1 0 0 0 0,0 0 0 0 0,-1 0-1 0 0,1-1 1 0 0,0 0 0 0 0,0 0 0 0 0,0 0 0 0 0,-1 0-1 0 0,1 0 1 0 0,0-1 0 0 0,0 0 0 0 0,-1 0-1 0 0,1 0 1 0 0,-1 0 0 0 0,1 0 0 0 0,0-1-1 0 0,4-2 1 0 0,-5 2 14 0 0,7-3-2 0 0,-1-2-1 0 0,1 1 0 0 0,-2-1 0 0 0,1 0 0 0 0,-1-1 0 0 0,0 0 0 0 0,0 0 0 0 0,-1-1 1 0 0,0 0-1 0 0,0 0 0 0 0,7-17 0 0 0,-4 8 17 0 0,-2 0 1 0 0,0-1-1 0 0,-1 0 1 0 0,-1 0 0 0 0,6-33-1 0 0,-11 46-37 0 0,0 0 0 0 0,-1 0 0 0 0,0 0 0 0 0,0 1 1 0 0,0-1-1 0 0,0 0 0 0 0,-1 0 0 0 0,0 0 0 0 0,0 1 0 0 0,-1-1 0 0 0,-4-10 0 0 0,5 13-91 0 0,-1 0 0 0 0,0 0 0 0 0,0 1 0 0 0,0-1 0 0 0,0 0 0 0 0,0 1 0 0 0,0 0 0 0 0,-1-1 0 0 0,1 1 0 0 0,-1 0 0 0 0,0 0 0 0 0,0 0 0 0 0,0 1 0 0 0,0-1 0 0 0,0 1 0 0 0,0 0 0 0 0,0-1 0 0 0,0 1 0 0 0,0 1 0 0 0,-1-1 0 0 0,1 0 0 0 0,0 1 0 0 0,-5-1 0 0 0,4 1-278 0 0,0-1 0 0 0,-1 1 0 0 0,1 0 0 0 0,-1 1 0 0 0,1-1 0 0 0,0 1 0 0 0,-1-1 0 0 0,1 1 0 0 0,0 1 0 0 0,0-1 0 0 0,-7 3 0 0 0,-13 15-8215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13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11 2708 0 0,'2'-11'10803'0'0,"1"17"-10537"0"0,-1 0 1 0 0,0-1 0 0 0,0 1 0 0 0,0 0 0 0 0,-1 0 0 0 0,0 0 0 0 0,0 0 0 0 0,0 1-1 0 0,-1-1 1 0 0,0 0 0 0 0,-1 9 0 0 0,-2 13 897 0 0,-8 31-1 0 0,9-46-1048 0 0,-36 118 969 0 0,5-18-816 0 0,27-95-200 0 0,5-16-45 0 0,0 0-1 0 0,0 0 0 0 0,0 0 1 0 0,1 1-1 0 0,-1-1 0 0 0,1 0 0 0 0,-1 1 1 0 0,1 3-1 0 0,0-6-19 0 0,1 1-1 0 0,0-1 1 0 0,0 0-1 0 0,-1 1 1 0 0,1-1 0 0 0,0 0-1 0 0,0 0 1 0 0,-1 1-1 0 0,1-1 1 0 0,0 0 0 0 0,0 0-1 0 0,0 0 1 0 0,0 0-1 0 0,-1 0 1 0 0,1 0 0 0 0,0 0-1 0 0,0 0 1 0 0,0-1 0 0 0,-1 1-1 0 0,3-1 1 0 0,18-2-18 0 0,4-6 23 0 0,-1 0 1 0 0,0-1 0 0 0,31-18-1 0 0,-9 5-119 0 0,-46 23 110 0 0,119-63-297 0 0,-102 53 284 0 0,0-1 0 0 0,-1 0 0 0 0,-1-1 0 0 0,25-26 1 0 0,-35 32 36 0 0,-1 0 0 0 0,0 0 0 0 0,7-12 0 0 0,-6 7 157 0 0,-3 8 45 0 0,-1-1 0 0 0,0 0 0 0 0,0 1 0 0 0,0-1 0 0 0,-1 0 0 0 0,1 0 0 0 0,-1 1 0 0 0,0-1 0 0 0,0-6 0 0 0,-2-6 1340 0 0,1 13-910 0 0,0 5-178 0 0,-2 43-363 0 0,4 52-1 0 0,0 4-62 0 0,-5-25-33 0 0,0-29-2577 0 0,5 79-1 0 0,0-117 1598 0 0,1 0 1 0 0,-1 1-1 0 0,5 9 0 0 0,-5-16-89 0 0,0 1 0 0 0,0-1 0 0 0,1 0 0 0 0,0 1 0 0 0,0-1 0 0 0,3 4 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14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640 103 2732 0 0,'4'-8'1955'0'0,"1"0"0"0"0,-1 0 0 0 0,-1 0 1 0 0,0-1-1 0 0,0 1 0 0 0,0-1 0 0 0,-1 0 0 0 0,1-12 0 0 0,-3 18-1094 0 0,0 3-820 0 0,0-1-1 0 0,0 1 1 0 0,0-1 0 0 0,0 1-1 0 0,0-1 1 0 0,0 1 0 0 0,0 0-1 0 0,0-1 1 0 0,0 1 0 0 0,-1-1-1 0 0,1 1 1 0 0,0-1 0 0 0,0 1-1 0 0,0-1 1 0 0,-1 1 0 0 0,1 0-1 0 0,0-1 1 0 0,-1 1 0 0 0,1-1-1 0 0,0 1 1 0 0,-1 0 0 0 0,1-1-1 0 0,0 1 1 0 0,-1 0-1 0 0,1 0 1 0 0,-1-1 0 0 0,1 1-1 0 0,-1 0 1 0 0,1 0 0 0 0,0 0-1 0 0,-1-1 1 0 0,1 1 0 0 0,-1 0-1 0 0,0 0 1 0 0,-11 4 21 0 0,1 1-1 0 0,0 0 1 0 0,0 0-1 0 0,0 1 1 0 0,-12 9-1 0 0,-49 41 290 0 0,-5 9 143 0 0,-69 76 0 0 0,121-114-440 0 0,1 1 1 0 0,1 1-1 0 0,2 1 1 0 0,1 1-1 0 0,1 1 1 0 0,-17 40-1 0 0,33-63-47 0 0,0-1-1 0 0,0 1 1 0 0,0 0 0 0 0,1 0-1 0 0,1 0 1 0 0,-1 0-1 0 0,2 0 1 0 0,-1 0 0 0 0,2 13-1 0 0,-1-18 4 0 0,1 0-1 0 0,0 1 0 0 0,0-1 0 0 0,0 0 0 0 0,0 0 0 0 0,1 0 0 0 0,0 0 0 0 0,0-1 1 0 0,0 1-1 0 0,0 0 0 0 0,0-1 0 0 0,1 0 0 0 0,0 1 0 0 0,-1-1 0 0 0,1 0 0 0 0,0 0 1 0 0,1 0-1 0 0,-1-1 0 0 0,0 1 0 0 0,1-1 0 0 0,7 4 0 0 0,-5-3 15 0 0,1-1 0 0 0,0 1-1 0 0,0-1 1 0 0,0 0 0 0 0,1-1 0 0 0,-1 0-1 0 0,0 0 1 0 0,0 0 0 0 0,1-1 0 0 0,-1 0-1 0 0,0-1 1 0 0,1 1 0 0 0,-1-2 0 0 0,0 1-1 0 0,0-1 1 0 0,0 0 0 0 0,0 0 0 0 0,0-1-1 0 0,0 0 1 0 0,0 0 0 0 0,-1 0-1 0 0,0-1 1 0 0,1 0 0 0 0,-1 0 0 0 0,-1-1-1 0 0,1 0 1 0 0,-1 0 0 0 0,0 0 0 0 0,0-1-1 0 0,0 1 1 0 0,-1-1 0 0 0,0 0 0 0 0,0-1-1 0 0,5-11 1 0 0,-7 16-49 0 0,-2 0 0 0 0,1 1 0 0 0,0-1 0 0 0,0 0-1 0 0,-1 0 1 0 0,1 1 0 0 0,0-1 0 0 0,-1 0 0 0 0,0 0 0 0 0,0 0 0 0 0,1 0-1 0 0,-1 0 1 0 0,0 0 0 0 0,0 0 0 0 0,-1 1 0 0 0,1-1 0 0 0,0 0 0 0 0,-1 0 0 0 0,1 0-1 0 0,-1 0 1 0 0,1 1 0 0 0,-1-1 0 0 0,0 0 0 0 0,0 0 0 0 0,0 1 0 0 0,0-1 0 0 0,0 1-1 0 0,0-1 1 0 0,0 1 0 0 0,-1-1 0 0 0,1 1 0 0 0,0 0 0 0 0,-1-1 0 0 0,1 1 0 0 0,-1 0-1 0 0,1 0 1 0 0,-1 0 0 0 0,0 0 0 0 0,-3-1 0 0 0,-1 0-329 0 0,0 0 1 0 0,0 1-1 0 0,0-1 0 0 0,-1 1 1 0 0,1 0-1 0 0,0 1 0 0 0,-1-1 1 0 0,1 1-1 0 0,0 1 1 0 0,-12 1-1 0 0,-19 8-2049 0 0,1 1 0 0 0,0 2 0 0 0,1 2 0 0 0,-44 25 0 0 0,71-36 1673 0 0,-41 21-5025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15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48 102 404 0 0,'-3'-1'1873'0'0,"-10"-7"3799"0"0,-11-9 690 0 0,24 17-6262 0 0,-1-1 0 0 0,0 1 1 0 0,1-1-1 0 0,-1 1 0 0 0,1-1 0 0 0,-1 1 0 0 0,1-1 0 0 0,0 1 0 0 0,-1-1 0 0 0,1 0 0 0 0,-1 1 0 0 0,1-1 0 0 0,0 0 0 0 0,0 1 0 0 0,-1-1 0 0 0,1 0 0 0 0,0 1 1 0 0,0-1-1 0 0,0 0 0 0 0,0 0 0 0 0,0 1 0 0 0,0-1 0 0 0,0 0 0 0 0,0 1 0 0 0,0-2 0 0 0,0 0-11 0 0,1 1 1 0 0,0-1-1 0 0,-1 1 0 0 0,1-1 0 0 0,0 1 0 0 0,0-1 1 0 0,0 1-1 0 0,0 0 0 0 0,0 0 0 0 0,3-3 0 0 0,0 0-1 0 0,1 0 0 0 0,0 1 0 0 0,0-1 0 0 0,11-4 0 0 0,-7 4-63 0 0,0 1 1 0 0,1 0 0 0 0,-1 1 0 0 0,1 0-1 0 0,-1 0 1 0 0,1 1 0 0 0,0 1-1 0 0,-1-1 1 0 0,1 2 0 0 0,0-1 0 0 0,12 3-1 0 0,-15-2-14 0 0,0 1-1 0 0,-1 0 0 0 0,0-1 0 0 0,1 2 1 0 0,-1-1-1 0 0,0 1 0 0 0,0 0 0 0 0,0 1 1 0 0,0-1-1 0 0,-1 1 0 0 0,0 0 0 0 0,1 0 1 0 0,-1 1-1 0 0,-1 0 0 0 0,1-1 1 0 0,-1 2-1 0 0,5 5 0 0 0,-7-6 60 0 0,0-1 0 0 0,0 1 0 0 0,-1 0 0 0 0,1-1 0 0 0,-1 1 0 0 0,0 0 0 0 0,0 0 0 0 0,-1 0 0 0 0,1 0 0 0 0,-1 0 0 0 0,0 0 0 0 0,-1 0 0 0 0,1 0 0 0 0,-1-1 0 0 0,0 1 0 0 0,0 0 0 0 0,-1 0 0 0 0,1-1 0 0 0,-1 1 0 0 0,0 0 0 0 0,-4 5 0 0 0,-4 9 276 0 0,-1-1-1 0 0,-1 0 1 0 0,-20 23 0 0 0,-84 78 959 0 0,60-66-921 0 0,47-39-260 0 0,9-13-121 0 0,0-1 0 0 0,0 0 0 0 0,0 0 0 0 0,0 1 1 0 0,0-1-1 0 0,0 0 0 0 0,0 0 0 0 0,0 0 0 0 0,0 1 0 0 0,0-1 0 0 0,0 0 0 0 0,0 0 0 0 0,0 1 1 0 0,1-1-1 0 0,-1 0 0 0 0,0 0 0 0 0,0 0 0 0 0,0 1 0 0 0,0-1 0 0 0,1 0 0 0 0,-1 0 0 0 0,0 0 1 0 0,0 1-1 0 0,0-1 0 0 0,0 0 0 0 0,1 0 0 0 0,-1 0 0 0 0,0 0 0 0 0,0 0 0 0 0,1 0 0 0 0,-1 0 1 0 0,0 0-1 0 0,1 1 0 0 0,27-1 115 0 0,-22-1-115 0 0,66-9 69 0 0,0-3-1 0 0,136-43 0 0 0,-178 47-49 0 0,-11 3-1029 0 0,-1-1 1 0 0,29-16 0 0 0,5-7-12048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16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184 126 2228 0 0,'-13'-15'6334'0'0,"10"13"-5732"0"0,1 0 0 0 0,0-1 0 0 0,-1 0 0 0 0,1 1 0 0 0,0-1 0 0 0,0 0 0 0 0,0 0 0 0 0,1 0 0 0 0,-1 0 0 0 0,1 0 0 0 0,-1 0 0 0 0,1-1 0 0 0,0 1 0 0 0,1 0 0 0 0,-1-1 0 0 0,0 1 0 0 0,1-1 0 0 0,0-5 0 0 0,0 8-563 0 0,1 0 1 0 0,-1-1-1 0 0,1 1 0 0 0,0-1 1 0 0,0 1-1 0 0,0 0 0 0 0,-1 0 1 0 0,1-1-1 0 0,0 1 0 0 0,0 0 1 0 0,1 0-1 0 0,-1 0 0 0 0,0 0 1 0 0,0 0-1 0 0,1 1 1 0 0,-1-1-1 0 0,2-1 0 0 0,27-11 202 0 0,-26 12-193 0 0,6-2-26 0 0,0 0 0 0 0,0 1 0 0 0,0 0 0 0 0,0 1 1 0 0,0 0-1 0 0,1 0 0 0 0,-1 1 0 0 0,0 1 0 0 0,0 0 0 0 0,16 3 0 0 0,-19-3-16 0 0,0 1 1 0 0,0 0-1 0 0,-1 0 1 0 0,1 1-1 0 0,0-1 1 0 0,-1 1-1 0 0,0 1 1 0 0,1-1-1 0 0,-1 1 1 0 0,-1 0-1 0 0,1 1 0 0 0,-1-1 1 0 0,1 1-1 0 0,-1 0 1 0 0,8 12-1 0 0,-11-14 10 0 0,-1 0-1 0 0,1 1 0 0 0,-1-1 1 0 0,0 0-1 0 0,0 1 0 0 0,-1-1 0 0 0,1 1 1 0 0,-1-1-1 0 0,1 1 0 0 0,-1-1 1 0 0,0 1-1 0 0,-1 0 0 0 0,1-1 1 0 0,0 1-1 0 0,-1-1 0 0 0,0 1 1 0 0,0-1-1 0 0,0 0 0 0 0,0 1 1 0 0,-1-1-1 0 0,1 0 0 0 0,-1 0 1 0 0,0 0-1 0 0,-3 5 0 0 0,-5 6 48 0 0,0-1 0 0 0,0-1 0 0 0,-24 22-1 0 0,-67 59 1270 0 0,100-92-1200 0 0,1-1-122 0 0,0 0-1 0 0,-1 0 0 0 0,1 1 0 0 0,0-1 0 0 0,0 0 0 0 0,0 0 0 0 0,0 0 0 0 0,0 0 0 0 0,-1 1 0 0 0,1-1 0 0 0,0 0 0 0 0,0 0 0 0 0,0 0 0 0 0,0 1 0 0 0,0-1 0 0 0,0 0 0 0 0,0 0 0 0 0,0 0 0 0 0,0 1 0 0 0,0-1 0 0 0,0 0 0 0 0,0 0 0 0 0,0 0 0 0 0,0 1 0 0 0,0-1 0 0 0,0 0 0 0 0,0 0 0 0 0,0 0 0 0 0,0 1 0 0 0,0-1 0 0 0,0 0 0 0 0,0 0 0 0 0,0 0 0 0 0,1 1 0 0 0,-1-1 0 0 0,0 0 0 0 0,0 0 1 0 0,0 0-1 0 0,51 7 128 0 0,-30-5-108 0 0,-1 1-1 0 0,1 1 0 0 0,23 7 1 0 0,-29-6 6 0 0,57 25 4 0 0,-65-27 81 0 0,0 0-1 0 0,-1 1 0 0 0,1 0 0 0 0,-1 1 0 0 0,0-1 0 0 0,-1 1 0 0 0,10 10 0 0 0,-14-13 17 0 0,1-1 0 0 0,-1 1 0 0 0,0 0 0 0 0,0-1 0 0 0,0 1 0 0 0,0 0 0 0 0,-1 0 1 0 0,1 0-1 0 0,0-1 0 0 0,-1 1 0 0 0,1 0 0 0 0,-1 0 0 0 0,0 0 0 0 0,0 0 0 0 0,1 0 1 0 0,-1 0-1 0 0,-1 0 0 0 0,1 0 0 0 0,0 2 0 0 0,-1-1-14 0 0,0 1 0 0 0,0-1 0 0 0,-1 0 1 0 0,1 0-1 0 0,-1 0 0 0 0,0 0 0 0 0,0-1 0 0 0,1 1 0 0 0,-2 0 0 0 0,-2 3 0 0 0,-4 2 47 0 0,-1 0 0 0 0,1 0-1 0 0,-2-1 1 0 0,-19 11-1 0 0,9-7-295 0 0,-1-1 0 0 0,0-1 1 0 0,-1-1-1 0 0,0-2 0 0 0,0 0 0 0 0,0-1 0 0 0,-39 3 1 0 0,27-6-2775 0 0,-45-3 1 0 0,-34-12-9872 0 0,85 8 4783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18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1140 0 0,'27'-26'21765'0'0,"-25"28"-21584"0"0,-1-2-178 0 0,-1 0 0 0 0,0 0 1 0 0,0 0-1 0 0,0 0 0 0 0,0 0 0 0 0,1 1 0 0 0,-1-1 0 0 0,0 0 0 0 0,0 0 0 0 0,0 0 0 0 0,1 0 0 0 0,-1 0 0 0 0,0 0 0 0 0,0 0 0 0 0,0 0 1 0 0,0 0-1 0 0,0 1 0 0 0,1-1 0 0 0,-1 0 0 0 0,0 0 0 0 0,0 0 0 0 0,0 0 0 0 0,0 1 0 0 0,0-1 0 0 0,0 0 0 0 0,0 0 0 0 0,0 0 0 0 0,0 0 1 0 0,0 1-1 0 0,0-1 0 0 0,1 0 0 0 0,-1 0 0 0 0,0 0 0 0 0,0 0 0 0 0,0 1 0 0 0,0-1 0 0 0,-11 269 316 0 0,-1-69-187 0 0,7-128 200 0 0,5-71-295 0 0,-1 8 271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19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69 100 284 0 0,'-3'-16'7735'0'0,"1"-4"-1985"0"0,0-10-585 0 0,3 29-5120 0 0,-1-1 0 0 0,0 1 0 0 0,1 0 1 0 0,0 0-1 0 0,-1 0 0 0 0,1 0 0 0 0,0 0 0 0 0,-1 0 1 0 0,1 0-1 0 0,0 0 0 0 0,0 1 0 0 0,0-1 0 0 0,0 0 0 0 0,0 0 1 0 0,0 1-1 0 0,0-1 0 0 0,0 0 0 0 0,2 0 0 0 0,18-7 54 0 0,-18 7-49 0 0,6-3 21 0 0,12 2-40 0 0,-8 1-3 0 0,9 1-25 0 0,11 2-3 0 0,-24 1 4 0 0,0 2 5 0 0,-6-3-1 0 0,0-1 0 0 0,0 1 0 0 0,0 0 0 0 0,0 0 0 0 0,0 0 0 0 0,0 0 0 0 0,0 0 0 0 0,-1 0 0 0 0,1 1 0 0 0,-1 0 0 0 0,0-1 0 0 0,1 1 0 0 0,-1 0 0 0 0,-1 0 0 0 0,1 0 0 0 0,3 7 0 0 0,-4-6 46 0 0,0 0 0 0 0,0 0 0 0 0,-1 1 0 0 0,1-1-1 0 0,-1 1 1 0 0,0-1 0 0 0,0 0 0 0 0,-1 1 0 0 0,1-1 0 0 0,-1 0 0 0 0,0 1 0 0 0,0-1-1 0 0,-2 7 1 0 0,-5 8 232 0 0,-1 1-1 0 0,-1-2 0 0 0,0 1 1 0 0,-1-1-1 0 0,-17 20 1 0 0,-75 80 1103 0 0,82-96-1086 0 0,-36 43 147 0 0,56-65-443 0 0,1 1 1 0 0,0-1-1 0 0,-1 0 0 0 0,1 1 0 0 0,0-1 0 0 0,-1 0 0 0 0,1 1 0 0 0,0-1 0 0 0,0 1 1 0 0,0-1-1 0 0,-1 0 0 0 0,1 1 0 0 0,0-1 0 0 0,0 1 0 0 0,0-1 0 0 0,0 1 0 0 0,0-1 1 0 0,0 1-1 0 0,0-1 0 0 0,0 1 0 0 0,0-1 0 0 0,0 1 0 0 0,0-1 0 0 0,0 1 0 0 0,0-1 1 0 0,0 1-1 0 0,0-1 0 0 0,0 0 0 0 0,0 1 0 0 0,1-1 0 0 0,-1 1 0 0 0,0-1 0 0 0,0 1 1 0 0,1-1-1 0 0,-1 0 0 0 0,0 1 0 0 0,0-1 0 0 0,1 0 0 0 0,-1 1 0 0 0,1 0 0 0 0,1 0 15 0 0,-1 0 0 0 0,0-1 0 0 0,1 1 0 0 0,-1 0 0 0 0,1-1 0 0 0,-1 1-1 0 0,1 0 1 0 0,-1-1 0 0 0,1 0 0 0 0,-1 1 0 0 0,1-1 0 0 0,0 0 0 0 0,-1 0-1 0 0,3 0 1 0 0,77-8 262 0 0,-1-3-1 0 0,110-30 0 0 0,1-5 1590 0 0,-189 46-1924 0 0,14-4-912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20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121 135 2284 0 0,'-21'-15'8785'0'0,"18"13"-8134"0"0,1 0 0 0 0,0 0 0 0 0,0 0 0 0 0,0 0-1 0 0,1-1 1 0 0,-1 1 0 0 0,0 0 0 0 0,1-1 0 0 0,0 0 0 0 0,-1 1 0 0 0,0-5-1 0 0,1 5-540 0 0,1 0-1 0 0,-1 1 0 0 0,1-1 0 0 0,0 0 0 0 0,0 1 0 0 0,0-1 1 0 0,0 0-1 0 0,0 1 0 0 0,0-1 0 0 0,0 0 0 0 0,1 1 0 0 0,-1-1 1 0 0,0 1-1 0 0,1-1 0 0 0,0 0 0 0 0,-1 1 0 0 0,1-1 0 0 0,0 1 1 0 0,0 0-1 0 0,0-1 0 0 0,0 1 0 0 0,0 0 0 0 0,2-3 0 0 0,0 0-95 0 0,1 0-1 0 0,0 0 0 0 0,1 0 1 0 0,-1 0-1 0 0,1 1 0 0 0,0 0 1 0 0,-1-1-1 0 0,1 2 1 0 0,1-1-1 0 0,-1 1 0 0 0,0-1 1 0 0,1 2-1 0 0,-1-1 0 0 0,1 0 1 0 0,-1 1-1 0 0,1 0 0 0 0,0 1 1 0 0,0-1-1 0 0,-1 1 0 0 0,1 0 1 0 0,0 0-1 0 0,0 1 1 0 0,-1 0-1 0 0,1 0 0 0 0,7 2 1 0 0,-9-1-14 0 0,0-1 1 0 0,0 1 0 0 0,-1 0-1 0 0,1 0 1 0 0,0 0 0 0 0,-1 1-1 0 0,0-1 1 0 0,1 1 0 0 0,-1 0 0 0 0,0 0-1 0 0,-1 0 1 0 0,1 0 0 0 0,0 1-1 0 0,-1-1 1 0 0,0 1 0 0 0,1-1-1 0 0,-2 1 1 0 0,1 0 0 0 0,0 0-1 0 0,-1 0 1 0 0,1 0 0 0 0,-1 0-1 0 0,0 0 1 0 0,-1 0 0 0 0,1 0-1 0 0,-1 0 1 0 0,0 6 0 0 0,0 4 20 0 0,0 0 0 0 0,-1 0 0 0 0,-1 0 0 0 0,0 0 0 0 0,-1 0 0 0 0,-9 24 0 0 0,2-12 88 0 0,-2-1 1 0 0,0 0-1 0 0,-2-1 1 0 0,-25 34-1 0 0,6-17 500 0 0,-53 54 0 0 0,40-47-205 0 0,28-26-44 0 0,17-21-330 0 0,1-1 0 0 0,-1 1 0 0 0,1-1 0 0 0,0 1-1 0 0,-1-1 1 0 0,1 1 0 0 0,0 0 0 0 0,-1-1 0 0 0,1 1 0 0 0,0-1 0 0 0,0 1 0 0 0,-1 0 0 0 0,1-1-1 0 0,0 1 1 0 0,0-1 0 0 0,0 1 0 0 0,0 0 0 0 0,0-1 0 0 0,0 1 0 0 0,0 0 0 0 0,0-1 0 0 0,0 1 0 0 0,0 0-1 0 0,1-1 1 0 0,-1 1 0 0 0,0-1 0 0 0,1 2 0 0 0,2-1-5 0 0,1 0 0 0 0,0-1 0 0 0,0 0 0 0 0,-1 1 0 0 0,1-1 0 0 0,0 0 0 0 0,0-1-1 0 0,-1 1 1 0 0,6-2 0 0 0,-6 2-9 0 0,100-8 131 0 0,101-22 0 0 0,-176 25-119 0 0,62-10 1562 0 0,-88 15-1481 0 0,25-5 153 0 0,-18 2 23 0 0,3 1-1241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22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297 108 976 0 0,'5'-38'9934'0'0,"7"-1"-4804"0"0,-9 34-4127 0 0,-3 4-953 0 0,0 1 0 0 0,0-1 0 0 0,0 0 0 0 0,0 1 1 0 0,0-1-1 0 0,1 1 0 0 0,-1-1 0 0 0,0 1 0 0 0,0-1 0 0 0,1 1 0 0 0,-1-1 0 0 0,0 1 0 0 0,0 0 0 0 0,1-1 0 0 0,-1 1 1 0 0,0-1-1 0 0,1 1 0 0 0,-1 0 0 0 0,1-1 0 0 0,-1 1 0 0 0,1 0 0 0 0,-1-1 0 0 0,1 1 0 0 0,-1 0 0 0 0,1-1 1 0 0,0 1-1 0 0,209-5 2895 0 0,-199 5-2793 0 0,60-3 914 0 0,-54 1-907 0 0,-6 0-100 0 0,-1 1 1 0 0,1 1-1 0 0,0 0 0 0 0,0 0 1 0 0,-1 1-1 0 0,1 0 0 0 0,16 4 1 0 0,-22-3-46 0 0,-1 1 1 0 0,0-1 0 0 0,0 1-1 0 0,0 0 1 0 0,0 0-1 0 0,-1 0 1 0 0,1 0-1 0 0,-1 1 1 0 0,0-1 0 0 0,0 1-1 0 0,0 0 1 0 0,0 0-1 0 0,-1 0 1 0 0,1 0-1 0 0,2 8 1 0 0,2 5 150 0 0,-1 0 1 0 0,6 27-1 0 0,7 44 485 0 0,-3 1 1 0 0,3 113-1 0 0,-14 181 379 0 0,-39 259-154 0 0,18-409-651 0 0,-8 418-2 0 0,25-487-101 0 0,-4 233 566 0 0,1-340-260 0 0,-3-1 0 0 0,-2 1 1 0 0,-2-2-1 0 0,-19 62 1 0 0,23-97-101 0 0,4-15-212 0 0,1 0 1 0 0,-2 0 0 0 0,1 0-1 0 0,-1 0 1 0 0,0 0 0 0 0,0-1-1 0 0,0 1 1 0 0,0 0 0 0 0,-1-1-1 0 0,-6 8 1 0 0,6-7-116 0 0,-1-1 0 0 0,-1 1 0 0 0,1-1 0 0 0,-1 0 0 0 0,1 0 0 0 0,-1-1 0 0 0,0 1 0 0 0,-10 4 0 0 0,6-3 0 0 0,-10 7-501 0 0,-1 0 1 0 0,0-2-1 0 0,-39 15 1 0 0,36-18-641 0 0,0-1 0 0 0,-1 0 1 0 0,1-2-1 0 0,-1-1 0 0 0,0-1 1 0 0,-26 0-1 0 0,23-4-50 0 0,0 0 0 0 0,1-1-1 0 0,-1-2 1 0 0,1-1 0 0 0,0-1 0 0 0,1-1 0 0 0,0-1-1 0 0,0-1 1 0 0,1-2 0 0 0,-30-17 0 0 0,14 3-6082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42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33 1264 0 0,'9'-29'12635'0'0,"-9"29"-12600"0"0,0 0 1 0 0,-1 0 0 0 0,1 0 0 0 0,0 0 0 0 0,0 0 0 0 0,0-1 0 0 0,0 1-1 0 0,0 0 1 0 0,0 0 0 0 0,0 0 0 0 0,0 0 0 0 0,0 0 0 0 0,0 0-1 0 0,0 0 1 0 0,0 0 0 0 0,0-1 0 0 0,0 1 0 0 0,0 0 0 0 0,1 0 0 0 0,-1 0-1 0 0,0 0 1 0 0,0 0 0 0 0,0-1 251 0 0,0 1-251 0 0,0 0 0 0 0,0 0-1 0 0,1 0 1 0 0,-1 0 0 0 0,0 0 0 0 0,0 0 0 0 0,0 0 0 0 0,0 0-1 0 0,0 0 1 0 0,0 0 0 0 0,0 0 0 0 0,0 0 0 0 0,1 0 0 0 0,-1 0 0 0 0,0 0-1 0 0,0 0 1 0 0,0 0 0 0 0,0 0 0 0 0,0 0 0 0 0,0 0 0 0 0,0 0-1 0 0,1 0 1 0 0,-1 0 0 0 0,0 0 0 0 0,0 0 0 0 0,0 0 0 0 0,0 0-1 0 0,0 0 1 0 0,0 0 0 0 0,1 0 108 0 0,-1 1-109 0 0,3 10 793 0 0,1 21-208 0 0,-1 87 1259 0 0,-3 83-477 0 0,-13 50-868 0 0,6-145-403 0 0,7-106-305 0 0,-1 8-783 0 0,-9 23-7800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43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8 1692 0 0,'-16'-2'6525'0'0,"16"2"-6524"0"0,-5-2 886 0 0,-1 1 1 0 0,1 0-1 0 0,-1 1 1 0 0,1-1 0 0 0,-1 1-1 0 0,1 0 1 0 0,-10 1-1 0 0,13 0-689 0 0,2-1-173 0 0,-1 1-1 0 0,1-1 0 0 0,-1 1 1 0 0,1-1-1 0 0,0 1 1 0 0,0-1-1 0 0,-1 1 1 0 0,1 0-1 0 0,0-1 1 0 0,0 1-1 0 0,-1-1 1 0 0,1 1-1 0 0,0 0 1 0 0,0-1-1 0 0,0 1 1 0 0,0 0-1 0 0,0-1 0 0 0,0 1 1 0 0,0-1-1 0 0,0 1 1 0 0,0 0-1 0 0,0-1 1 0 0,1 2-1 0 0,3 17 646 0 0,5-7-552 0 0,0 1 1 0 0,1-1 0 0 0,0-1-1 0 0,1 0 1 0 0,1 0-1 0 0,-1-1 1 0 0,2-1-1 0 0,-1 0 1 0 0,1-1 0 0 0,1 0-1 0 0,14 6 1 0 0,-8-5-526 0 0,0 0 1 0 0,39 9 0 0 0,-41-14-771 0 0,1-1 0 0 0,-1-1 0 0 0,26 1 0 0 0,-35-3-313 0 0,-1 0 0 0 0,1-1-1 0 0,13-3 1 0 0,-9-1-2414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43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56 912 0 0,'9'-46'14558'0'0,"-10"36"-12866"0"0,-34 57-1788 0 0,-43 76 1 0 0,11-2-5500 0 0,63-113 5039 0 0,-21 34-4251 0 0,13-22 1198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45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0 852 0 0,'10'3'19681'0'0,"-27"-4"-19578"0"0,1 1 0 0 0,0 0 0 0 0,0 1 1 0 0,-26 5-1 0 0,-2 1-103 0 0,4 2-28 0 0,-22 6-111 0 0,58-13 119 0 0,0 0 1 0 0,0 0 0 0 0,0 1 0 0 0,0-1-1 0 0,0 1 1 0 0,0-1 0 0 0,-6 8-1 0 0,6-6 10 0 0,0-1 0 0 0,0 2 1 0 0,1-1-1 0 0,0 0 0 0 0,-1 1 0 0 0,2-1 0 0 0,-1 1 0 0 0,-4 10 0 0 0,4-2 7 0 0,0 1 0 0 0,-2 26-1 0 0,4-34 3 0 0,-2 39 71 0 0,6 87 1 0 0,2-31 317 0 0,5 80 450 0 0,-3-104-569 0 0,6 75 380 0 0,9 225 1565 0 0,-10 1-1269 0 0,-31 268 1145 0 0,0-370-1737 0 0,14-216-204 0 0,-6 119 404 0 0,10-175-538 0 0,-1 3-6 0 0,1 0-1 0 0,-1 0 1 0 0,1 0-1 0 0,1 0 1 0 0,-1 10-1 0 0,0 12 29 0 0,-1-5-2 0 0,-1 23 29 0 0,3-45-71 0 0,0 0-1 0 0,0 9 0 0 0,0-2 5 0 0,0-6 9 0 0,1 0 1 0 0,-1-1-1 0 0,0 1 0 0 0,1 0 0 0 0,0-1 1 0 0,0 1-1 0 0,0-1 0 0 0,0 1 1 0 0,0-1-1 0 0,0 1 0 0 0,1-1 0 0 0,-1 0 1 0 0,1 1-1 0 0,-1-1 0 0 0,1 0 0 0 0,0 0 1 0 0,0 0-1 0 0,0 0 0 0 0,0-1 1 0 0,0 1-1 0 0,1 0 0 0 0,-1-1 0 0 0,0 0 1 0 0,1 1-1 0 0,-1-1 0 0 0,1 0 1 0 0,0 0-1 0 0,-1-1 0 0 0,4 2 0 0 0,9 1 20 0 0,-1 0 1 0 0,0-1-1 0 0,1 0 0 0 0,16-1 0 0 0,7-1-825 0 0,0-2 0 0 0,0-2 0 0 0,69-15 0 0 0,108-46-5518 0 0,-51 0-2829 0 0,-81 27 498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1:50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24 0 0,'0'0'1327'0'0,"0"1"-1305"0"0,-1 5-2 0 0,1-4-2 0 0,0 16-606 0 0,0-16 289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2:09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14 608 0 0,'-13'-13'17906'0'0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2:22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0 272 0 0,'0'0'2636'0'0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55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57 154 1864 0 0,'-2'-1'2128'0'0,"-50"-12"8707"0"0,51 13-10826 0 0,1 0-1 0 0,0 0 0 0 0,0-1 0 0 0,0 1 1 0 0,0 0-1 0 0,-1 0 0 0 0,1 0 1 0 0,0 0-1 0 0,0-1 0 0 0,0 1 0 0 0,0 0 1 0 0,0 0-1 0 0,0 0 0 0 0,0-1 1 0 0,0 1-1 0 0,0 0 0 0 0,0 0 0 0 0,0 0 1 0 0,0-1-1 0 0,0 1 0 0 0,0 0 0 0 0,0 0 1 0 0,0-1-1 0 0,0 1 0 0 0,0 0 1 0 0,0 0-1 0 0,0 0 0 0 0,0-1 0 0 0,0 1 1 0 0,0 0-1 0 0,0 0 0 0 0,0 0 0 0 0,0-1 1 0 0,0 1-1 0 0,1 0 0 0 0,-1 0 1 0 0,0 0-1 0 0,0 0 0 0 0,0-1 0 0 0,0 1 1 0 0,1 0-1 0 0,-1 0 0 0 0,0 0 1 0 0,0 0-1 0 0,0 0 0 0 0,0 0 0 0 0,1 0 1 0 0,-1-1-1 0 0,0 1 0 0 0,0 0 0 0 0,0 0 1 0 0,1 0-1 0 0,8-7 50 0 0,-9 7-58 0 0,27-14 79 0 0,0 2 0 0 0,1 1 0 0 0,45-13-1 0 0,-11 5-118 0 0,47-12-2214 0 0,-56 18-5166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0:55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 2032 0 0,'-7'2'732'0'0,"0"1"0"0"0,0 0-1 0 0,0 0 1 0 0,1 0 0 0 0,-1 1 0 0 0,1 0-1 0 0,0 0 1 0 0,0 1 0 0 0,1 0 0 0 0,-8 7-1 0 0,7-4-482 0 0,0 1 0 0 0,0-1 0 0 0,1 1 0 0 0,0 0 0 0 0,0 1 0 0 0,-6 18 0 0 0,8-20-189 0 0,0 0 0 0 0,1 0 0 0 0,0 1 0 0 0,0-1 0 0 0,1 1-1 0 0,0-1 1 0 0,0 1 0 0 0,1 0 0 0 0,0-1 0 0 0,0 1 0 0 0,1 0 0 0 0,2 8 0 0 0,-3-17-60 0 0,2 5 190 0 0,0 0 0 0 0,0 0 0 0 0,0 0 1 0 0,0 0-1 0 0,6 7 0 0 0,-7-11-134 0 0,0 0-1 0 0,0 0 1 0 0,1 0 0 0 0,-1 0 0 0 0,0 0 0 0 0,0 0-1 0 0,1 0 1 0 0,-1 0 0 0 0,0-1 0 0 0,1 1 0 0 0,-1-1-1 0 0,1 1 1 0 0,-1-1 0 0 0,1 1 0 0 0,-1-1 0 0 0,1 0-1 0 0,-1 0 1 0 0,1 0 0 0 0,-1 0 0 0 0,1 0 0 0 0,-1 0-1 0 0,1 0 1 0 0,-1 0 0 0 0,2-1 0 0 0,11-3 182 0 0,0 0 1 0 0,-1-1 0 0 0,23-11 0 0 0,-22 10-167 0 0,0-1-1 0 0,27-6 1 0 0,-37 11-68 0 0,1 1 0 0 0,0 1-1 0 0,0-1 1 0 0,-1 1-1 0 0,1 0 1 0 0,0 0 0 0 0,0 0-1 0 0,0 1 1 0 0,-1 0 0 0 0,1 0-1 0 0,0 0 1 0 0,-1 0 0 0 0,6 2-1 0 0,-3 1 37 0 0,0 0-1 0 0,0 0 0 0 0,0 0 1 0 0,0 1-1 0 0,-1 0 0 0 0,0 0 1 0 0,0 1-1 0 0,0 0 0 0 0,-1 0 1 0 0,0 0-1 0 0,0 0 0 0 0,0 1 1 0 0,-1 0-1 0 0,0 0 0 0 0,0 0 1 0 0,-1 0-1 0 0,0 1 0 0 0,4 15 1 0 0,-4-12 153 0 0,-1 0 0 0 0,0 0 0 0 0,-1 0 0 0 0,0 1 0 0 0,-1-1 1 0 0,0 0-1 0 0,-1 0 0 0 0,0 1 0 0 0,-1-1 0 0 0,0 0 0 0 0,-1 0 1 0 0,0-1-1 0 0,-5 12 0 0 0,0-5 34 0 0,0 0-1 0 0,-1-1 1 0 0,-1 0 0 0 0,-1-1 0 0 0,0 0 0 0 0,-23 23-1 0 0,27-30-161 0 0,-2-1-1 0 0,1 0 0 0 0,-1 0 0 0 0,0-1 0 0 0,0 0 1 0 0,0-1-1 0 0,-1 0 0 0 0,0 0 0 0 0,0-1 0 0 0,-1 0 1 0 0,1-1-1 0 0,-17 3 0 0 0,23-5-321 0 0,-1-1 0 0 0,0 0 1 0 0,0 0-1 0 0,0 0 0 0 0,0-1 0 0 0,0 1 0 0 0,0-1 0 0 0,1-1 1 0 0,-1 1-1 0 0,0 0 0 0 0,1-1 0 0 0,-1 0 0 0 0,-5-4 0 0 0,9 5 94 0 0,0 1 1 0 0,1-1-1 0 0,-1 1 0 0 0,1-1 0 0 0,-1 0 0 0 0,1 0 0 0 0,0 1 0 0 0,-1-1 0 0 0,1 0 0 0 0,0 0 1 0 0,-1 0-1 0 0,1 1 0 0 0,0-1 0 0 0,0 0 0 0 0,0 0 0 0 0,0 0 0 0 0,0 1 0 0 0,0-1 0 0 0,0 0 0 0 0,0 0 1 0 0,0 0-1 0 0,0 0 0 0 0,0 1 0 0 0,0-1 0 0 0,1 0 0 0 0,-1 0 0 0 0,0 0 0 0 0,1 1 0 0 0,0-2 0 0 0,11-19-5834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2:24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0 528 0 0,'0'0'7217'0'0,"-2"0"-7115"0"0,-6 0 9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2:26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4 628 0 0,'0'0'3596'0'0,"9"-3"-852"0"0,-17 5-2744 0 0,7-1-4 0 0,-6 6-399 0 0,-4 5-3276 0 0,10-11 3201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2:12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8 0 0,'-12'5'2464'0'0,"2"0"-1704"0"0,18 1-2632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2:15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0 328 0 0,'0'0'5735'0'0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2:16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0 260 0 0,'0'0'2580'0'0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02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56 364 1500 0 0,'0'0'1494'0'0,"12"-31"5714"0"0,-8 20-5373 0 0,7-9 5596 0 0,-9 32-7035 0 0,1 125 748 0 0,-3 113-468 0 0,-2-172 1209 0 0,2-76-1162 0 0,-11-9-297 0 0,3-6-313 0 0,1 0 0 0 0,1-1-1 0 0,0 0 1 0 0,-7-27 0 0 0,-11-63-176 0 0,22 93 56 0 0,-2-6-53 0 0,2-1 1 0 0,0 0-1 0 0,2 1 1 0 0,0-1-1 0 0,0 0 1 0 0,2 0-1 0 0,0 1 1 0 0,1-1-1 0 0,1 1 1 0 0,1 0-1 0 0,8-23 1 0 0,-2 16-9 0 0,1 0-1 0 0,1 1 1 0 0,0 0 0 0 0,2 1 0 0 0,1 0-1 0 0,35-36 1 0 0,77-60-339 0 0,-125 115 399 0 0,0 2 0 0 0,0-1 0 0 0,0 0 0 0 0,1 0 0 0 0,-1 1 0 0 0,0 0-1 0 0,0 0 1 0 0,1 0 0 0 0,-1 0 0 0 0,1 0 0 0 0,-1 1 0 0 0,1-1-1 0 0,-1 1 1 0 0,1 0 0 0 0,-1 0 0 0 0,1 0 0 0 0,-1 1 0 0 0,1-1-1 0 0,-1 1 1 0 0,1 0 0 0 0,-1 0 0 0 0,0 0 0 0 0,1 0 0 0 0,-1 1-1 0 0,0-1 1 0 0,0 1 0 0 0,3 2 0 0 0,-2-2-3 0 0,0 1 1 0 0,-1-1-1 0 0,1 1 1 0 0,-1 0-1 0 0,1 0 0 0 0,-1 0 1 0 0,0 1-1 0 0,0-1 0 0 0,-1 1 1 0 0,1 0-1 0 0,-1-1 1 0 0,0 1-1 0 0,0 0 0 0 0,0 0 1 0 0,0 1-1 0 0,-1-1 1 0 0,1 0-1 0 0,-1 1 0 0 0,0-1 1 0 0,0 8-1 0 0,-2-2 12 0 0,0 0-1 0 0,0 0 1 0 0,-1 0-1 0 0,-1 0 1 0 0,0-1 0 0 0,0 1-1 0 0,-1-1 1 0 0,0 1-1 0 0,-1-1 1 0 0,0 0 0 0 0,0-1-1 0 0,-1 1 1 0 0,-7 7-1 0 0,-9 10-15 0 0,-1-1 0 0 0,-41 34 0 0 0,44-42 20 0 0,0 0 0 0 0,-2-1 0 0 0,0-1 0 0 0,-1-2 0 0 0,-1 0 0 0 0,0-1 0 0 0,-39 13 0 0 0,61-24 12 0 0,-11 1 12 0 0,0 1-31 0 0,11-4-27 0 0,6-2-28 0 0,-2 2 53 0 0,1 0-1 0 0,-1 0 1 0 0,1 0 0 0 0,-1 1 0 0 0,1-1-1 0 0,0 1 1 0 0,-1 0 0 0 0,1 0 0 0 0,-1 0 0 0 0,1 0-1 0 0,4 1 1 0 0,15 1-29 0 0,-1 2 0 0 0,1 0 0 0 0,39 14-1 0 0,62 32-7 0 0,-109-44 28 0 0,-2-1 6 0 0,-1 1-1 0 0,0 0 1 0 0,0 1-1 0 0,0 0 1 0 0,-1 0-1 0 0,17 17 1 0 0,-18-16-527 0 0,-1 1 1 0 0,-1 0-1 0 0,13 18 1 0 0,-17-21-937 0 0,1 0 1 0 0,0-1 0 0 0,0 0 0 0 0,1 0 0 0 0,-1 0 0 0 0,9 6 0 0 0,9-5-6542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03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97 712 0 0,'14'-56'12577'0'0,"-8"26"-6980"0"0,-6 28-4759 0 0,2-4 1337 0 0,-1 3-1094 0 0,1 12-1243 0 0,0 6 494 0 0,-1 1 0 0 0,-1 0 1 0 0,0 0-1 0 0,-1 0 0 0 0,-3 15 0 0 0,1-10-17 0 0,-27 186 1118 0 0,22-160-1239 0 0,-4 2-1834 0 0,11-40-523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03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138 256 1500 0 0,'-3'0'2043'0'0,"-85"-8"12314"0"0,86 7-13511 0 0,-18-1 2177 0 0,10 0-2639 0 0,7 1 626 0 0,1 1-862 0 0,-8-1-7 0 0,18-1 57 0 0,19-1-76 0 0,102-11-23 0 0,55-4-156 0 0,-115 11-418 0 0,-67 6 239 0 0,-1 2 1 0 0,0-1 0 0 0,0 0 0 0 0,0 0 0 0 0,0 1 0 0 0,0-1 0 0 0,0 0 0 0 0,0 0-1 0 0,0 0 1 0 0,1 0 0 0 0,-1 0 0 0 0,0-1 0 0 0,0 1 0 0 0,0 0 0 0 0,0 0 0 0 0,0-1-1 0 0,0 1 1 0 0,-1-1 0 0 0,3 0 0 0 0,-3 1 119 0 0,0-1 0 0 0,1 1 0 0 0,-1 0 1 0 0,0-1-1 0 0,0 1 0 0 0,0-1 0 0 0,0 1 0 0 0,1-1 0 0 0,-1 1 0 0 0,0 0 0 0 0,0-1 1 0 0,0 1-1 0 0,0-1 0 0 0,0 1 0 0 0,0-1 0 0 0,0 1 0 0 0,0 0 0 0 0,0-1 0 0 0,0 1 1 0 0,-1-1-1 0 0,1 1 0 0 0,0-1 0 0 0,0 1 0 0 0,0 0 0 0 0,0-1 0 0 0,-1 1 0 0 0,1-1 1 0 0,0 1-1 0 0,0 0 0 0 0,-1-1 0 0 0,1 1 0 0 0,0 0 0 0 0,-1-1 0 0 0,1 1 0 0 0,0 0 1 0 0,-1 0-1 0 0,1-1 0 0 0,0 1 0 0 0,-1 0 0 0 0,1 0 0 0 0,-1-1 0 0 0,-4-3-172 0 0,0-1-1 0 0,0-1 0 0 0,0 1 1 0 0,1-1-1 0 0,0 1 0 0 0,0-1 1 0 0,0-1-1 0 0,1 1 0 0 0,-4-11 1 0 0,-1-6 1476 0 0,-8-32 1 0 0,15 49-808 0 0,1 5-313 0 0,0 0 0 0 0,0 0 1 0 0,1-1-1 0 0,-1 1 1 0 0,0 0-1 0 0,1 0 1 0 0,-1 0-1 0 0,1 0 0 0 0,-1-1 1 0 0,1 1-1 0 0,0 0 1 0 0,-1 0-1 0 0,1 0 0 0 0,0 0 1 0 0,0 0-1 0 0,0 0 1 0 0,0 1-1 0 0,0-1 1 0 0,0 0-1 0 0,0 0 0 0 0,0 1 1 0 0,0-1-1 0 0,0 0 1 0 0,0 1-1 0 0,0-1 1 0 0,0 1-1 0 0,1 0 0 0 0,-1-1 1 0 0,0 1-1 0 0,0 0 1 0 0,2-1-1 0 0,2 3-8 0 0,0-1 1 0 0,0 1-1 0 0,0-1 0 0 0,0 1 1 0 0,0 1-1 0 0,-1-1 0 0 0,1 1 1 0 0,-1 0-1 0 0,1 0 0 0 0,-1 0 0 0 0,0 0 1 0 0,0 1-1 0 0,-1-1 0 0 0,1 1 1 0 0,-1 0-1 0 0,0 1 0 0 0,0-1 1 0 0,0 0-1 0 0,-1 1 0 0 0,1-1 0 0 0,-1 1 1 0 0,0 0-1 0 0,0 0 0 0 0,1 8 1 0 0,-1-2-25 0 0,0 0-1 0 0,-1 0 1 0 0,0 0 0 0 0,-1 0 0 0 0,0 0 0 0 0,-1 0 0 0 0,0 0 0 0 0,0 0 0 0 0,-1 0-1 0 0,-8 20 1 0 0,2-8-543 0 0,-2 0-1 0 0,-24 42 1 0 0,19-43-3765 0 0,-18 22 1 0 0,23-31-992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05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130 221 216 0 0,'-5'-30'9962'0'0,"0"-3"-1639"0"0,3 51-8648 0 0,-14 330 2715 0 0,-3-215-2120 0 0,10-96 1683 0 0,9-37-1942 0 0,0 1 0 0 0,0-1 1 0 0,0 0-1 0 0,-1 0 0 0 0,1 0 0 0 0,0 0 1 0 0,0 1-1 0 0,0-1 0 0 0,-1 0 0 0 0,1 0 1 0 0,0 0-1 0 0,0 0 0 0 0,-1 0 0 0 0,1 0 1 0 0,0 0-1 0 0,0 0 0 0 0,-1 0 0 0 0,1 0 1 0 0,0 0-1 0 0,0 0 0 0 0,-1 0 1 0 0,1 0-1 0 0,0 0 0 0 0,-1 0 0 0 0,1 0 1 0 0,0 0-1 0 0,0 0 0 0 0,-1 0 0 0 0,1 0 1 0 0,0 0-1 0 0,0 0 0 0 0,0 0 0 0 0,-1-1 1 0 0,1 1-1 0 0,0 0 0 0 0,0 0 0 0 0,-1 0 1 0 0,-9-6 200 0 0,6 1-181 0 0,1 0 0 0 0,0 0 0 0 0,1 0-1 0 0,-1 0 1 0 0,1 0 0 0 0,0-1-1 0 0,0 1 1 0 0,1-1 0 0 0,-2-10-1 0 0,-2-4 1 0 0,-2-14-97 0 0,0 0 0 0 0,2-1 1 0 0,2 1-1 0 0,1-1 0 0 0,1 0 1 0 0,6-44-1 0 0,-3 62 37 0 0,1 0 0 0 0,0 1 0 0 0,1-1-1 0 0,1 1 1 0 0,0 0 0 0 0,2 1 0 0 0,0-1 0 0 0,0 1 0 0 0,1 0 0 0 0,1 1 0 0 0,1 0 0 0 0,0 0 0 0 0,0 1 0 0 0,1 1 0 0 0,1-1 0 0 0,0 2-1 0 0,1 0 1 0 0,0 0 0 0 0,1 1 0 0 0,23-12 0 0 0,-31 19 20 0 0,0 1 0 0 0,0 0 0 0 0,0 0 0 0 0,1 0 0 0 0,-1 1 0 0 0,1 0 0 0 0,-1 0 0 0 0,1 1 0 0 0,11 0 0 0 0,-12 0 4 0 0,-2 1-1 0 0,1 0 0 0 0,0 0 0 0 0,0 0 0 0 0,0 0 0 0 0,0 1 0 0 0,0 0 0 0 0,-1 0 0 0 0,1 0 1 0 0,-1 0-1 0 0,0 1 0 0 0,1 0 0 0 0,-1 0 0 0 0,4 4 0 0 0,-5-5 5 0 0,-1 1 0 0 0,1 0 0 0 0,-1 0 0 0 0,0 0 0 0 0,0 0 0 0 0,0 0 1 0 0,-1 0-1 0 0,1 0 0 0 0,-1 0 0 0 0,1 1 0 0 0,-1-1 0 0 0,0 1 0 0 0,-1-1 0 0 0,1 1 0 0 0,0-1 0 0 0,-1 1 0 0 0,0 4 0 0 0,0-1 3 0 0,-1-1 0 0 0,0 1 0 0 0,-1-1 0 0 0,0 0 0 0 0,0 1 0 0 0,0-1-1 0 0,0 0 1 0 0,-1 0 0 0 0,-3 5 0 0 0,-7 8-1 0 0,0 0 0 0 0,-2-1 0 0 0,0 0 0 0 0,-26 23 0 0 0,31-31 8 0 0,0 0-1 0 0,-1-1 1 0 0,0-1-1 0 0,-1 0 1 0 0,0 0-1 0 0,0-1 1 0 0,0-1-1 0 0,-1 0 0 0 0,0 0 1 0 0,0-2-1 0 0,-15 5 1 0 0,-16 0 41 0 0,42-9-36 0 0,-1 1-8 0 0,-10 2-5 0 0,2-1-4 0 0,9-1-11 0 0,-9 4-94 0 0,19 1 92 0 0,-1 0 0 0 0,1 0 0 0 0,0-1 0 0 0,0 0 1 0 0,1 0-1 0 0,0-1 0 0 0,9 4 0 0 0,15 8-8 0 0,259 150-60 0 0,-261-146-804 0 0,-11-8-3103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05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43 1248 0 0,'-9'-42'20219'0'0,"10"50"-20053"0"0,5 27 1112 0 0,-3-17-694 0 0,0-1 1 0 0,-1 0-1 0 0,-1 32 0 0 0,-13 81-442 0 0,8-88-2517 0 0,4-34 986 0 0,-1 0-1 0 0,2 0 1 0 0,-1 0-1 0 0,1 0 1 0 0,3 14 0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05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1 162 2052 0 0,'9'-24'13165'0'0,"1"0"-4085"0"0,-5 14-8153 0 0,-3 8-847 0 0,0 1 1 0 0,0-1-1 0 0,0 1 1 0 0,0-1-1 0 0,0 1 1 0 0,0 0-1 0 0,0 0 1 0 0,1 0-1 0 0,-1 0 1 0 0,0 0-1 0 0,1 1 1 0 0,-1-1-1 0 0,3 0 1 0 0,5-1 136 0 0,50-15-363 0 0,102-14 0 0 0,-91 20-2848 0 0,-69 10 2875 0 0,40-9-4129 0 0,-18-6-5453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05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29 348 0 0,'-18'-14'8052'0'0,"-2"1"-1545"0"0,11 12-4716 0 0,8 1-1661 0 0,0-1 1 0 0,1 1 0 0 0,-1 0-1 0 0,0 0 1 0 0,1 0 0 0 0,-1 0-1 0 0,0 0 1 0 0,1 0 0 0 0,-1 0 0 0 0,0 0-1 0 0,0 0 1 0 0,1 1 0 0 0,-1-1-1 0 0,0 0 1 0 0,1 0 0 0 0,-1 0-1 0 0,1 1 1 0 0,-1-1 0 0 0,0 0-1 0 0,1 1 1 0 0,-1-1 0 0 0,1 1 0 0 0,-1-1-1 0 0,1 1 1 0 0,-1-1 0 0 0,1 1-1 0 0,-1-1 1 0 0,1 1 0 0 0,-1-1-1 0 0,1 1 1 0 0,0 0 0 0 0,-1-1-1 0 0,1 1 1 0 0,0-1 0 0 0,0 1 0 0 0,-1 0-1 0 0,1-1 1 0 0,0 1 0 0 0,0 0-1 0 0,0 1 1 0 0,-5 17 358 0 0,0 0 0 0 0,2 1 0 0 0,0 0 0 0 0,1 20 0 0 0,-1 1-364 0 0,-1-8 9 0 0,-4 72-1667 0 0,7-86-1090 0 0,5 31-1 0 0,-3-47 2184 0 0,-1-1 0 0 0,1 0 0 0 0,-1 1 0 0 0,1-1 0 0 0,0 0 0 0 0,0 0 0 0 0,0 1 0 0 0,1-1 0 0 0,2 4 0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06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0 127 1176 0 0,'6'-12'2660'0'0,"0"1"0"0"0,0-1 0 0 0,10-11 1 0 0,-11 16-1784 0 0,1 0 1 0 0,0 1 0 0 0,0 0 0 0 0,0 0 0 0 0,11-7-1 0 0,-12 10-740 0 0,0 0 0 0 0,-1 0-1 0 0,1 1 1 0 0,1-1 0 0 0,-1 1-1 0 0,0 1 1 0 0,0-1-1 0 0,1 1 1 0 0,-1 0 0 0 0,1 0-1 0 0,-1 0 1 0 0,1 1 0 0 0,-1 0-1 0 0,1 0 1 0 0,0 0-1 0 0,-1 1 1 0 0,1 0 0 0 0,-1 0-1 0 0,0 0 1 0 0,1 1 0 0 0,7 3-1 0 0,-9-4-88 0 0,-1 0-1 0 0,1 1 1 0 0,-1 0-1 0 0,1 0 0 0 0,-1 0 1 0 0,0 0-1 0 0,0 0 1 0 0,0 1-1 0 0,0-1 1 0 0,0 1-1 0 0,0 0 1 0 0,-1 0-1 0 0,1 0 0 0 0,-1 0 1 0 0,0 1-1 0 0,0-1 1 0 0,0 0-1 0 0,0 1 1 0 0,-1 0-1 0 0,0-1 0 0 0,1 1 1 0 0,0 4-1 0 0,-2-2 99 0 0,1 0 0 0 0,-1 1 0 0 0,0-1 0 0 0,-1 0 0 0 0,1 0 0 0 0,-1 0 0 0 0,0 0-1 0 0,-1 0 1 0 0,1 0 0 0 0,-1 0 0 0 0,-1 0 0 0 0,1-1 0 0 0,-5 9 0 0 0,-7 8 391 0 0,-1-1 0 0 0,-19 23 0 0 0,19-26-438 0 0,1 0 1 0 0,0 1-1 0 0,-10 22 1 0 0,22-38-87 0 0,1-1 0 0 0,0 1 0 0 0,0 0 0 0 0,0 0 0 0 0,0 0 1 0 0,0 0-1 0 0,1 0 0 0 0,-1 0 0 0 0,0 5 0 0 0,2-7-6 0 0,-1 0 0 0 0,0 1 1 0 0,0-1-1 0 0,1 0 0 0 0,-1 1 0 0 0,1-1 0 0 0,-1 0 0 0 0,1 0 0 0 0,-1 1 1 0 0,1-1-1 0 0,0 0 0 0 0,0 0 0 0 0,0 0 0 0 0,-1 0 0 0 0,1 0 0 0 0,0 0 1 0 0,0 0-1 0 0,0 0 0 0 0,0 0 0 0 0,1 0 0 0 0,-1-1 0 0 0,0 1 0 0 0,0 0 1 0 0,3 0-1 0 0,6 3-155 0 0,1 0 0 0 0,0-1 0 0 0,1 0 0 0 0,-1-1 0 0 0,0-1 1 0 0,1 1-1 0 0,19-2 0 0 0,3-1-2119 0 0,45-8 0 0 0,-49 3-1068 0 0,-1-1 1 0 0,43-16-1 0 0,-24 4-4082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06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225 172 820 0 0,'-9'-42'19459'0'0,"6"17"-14594"0"0,-8 47-1057 0 0,-20 65-2057 0 0,-35 166 0 0 0,52-192-1583 0 0,-24 91-487 0 0,38-151 303 0 0,0-1 0 0 0,0 0 0 0 0,0 1 0 0 0,0-1 0 0 0,0 1 0 0 0,0-1 0 0 0,0 1 0 0 0,0-1 0 0 0,0 1 0 0 0,-1-1 0 0 0,1 1 0 0 0,0-1 0 0 0,0 1 0 0 0,0-1 0 0 0,-1 0 0 0 0,1 1 0 0 0,0-1 0 0 0,0 1 0 0 0,-1-1 0 0 0,1 0 1 0 0,0 1-1 0 0,-1-1 0 0 0,1 0 0 0 0,0 0 0 0 0,-1 1 0 0 0,1-1 0 0 0,-1 0 0 0 0,1 0 0 0 0,-1 1 0 0 0,1-1 0 0 0,0 0 0 0 0,-1 0 0 0 0,1 0 0 0 0,-1 0 0 0 0,1 0 0 0 0,-1 1 0 0 0,1-1 0 0 0,-1 0 0 0 0,1 0 0 0 0,-1 0 0 0 0,1 0 0 0 0,-1-1 0 0 0,1 1 0 0 0,0 0 0 0 0,-1 0 0 0 0,1 0 0 0 0,-1 0 0 0 0,1 0 0 0 0,-1-1 0 0 0,1 1 0 0 0,0 0 0 0 0,-1 0 0 0 0,1-1 0 0 0,-1 1 0 0 0,1 0 0 0 0,-1-1 0 0 0,-1-1-65 0 0,0 0-1 0 0,0 1 0 0 0,0-1 0 0 0,1 0 1 0 0,-1 0-1 0 0,1-1 0 0 0,-1 1 0 0 0,1 0 1 0 0,-1-3-1 0 0,-2-8-197 0 0,0 0 0 0 0,1-1 1 0 0,1 1-1 0 0,0-1 0 0 0,1 1 1 0 0,1-1-1 0 0,1-15 0 0 0,14-96-691 0 0,-9 91 832 0 0,2-1 0 0 0,2 1-1 0 0,1 1 1 0 0,1 0 0 0 0,2 0 0 0 0,1 1-1 0 0,23-33 1 0 0,-32 55 113 0 0,1 0-1 0 0,1 1 0 0 0,0 0 1 0 0,0 0-1 0 0,1 1 1 0 0,0 0-1 0 0,0 0 1 0 0,1 1-1 0 0,0 0 1 0 0,0 1-1 0 0,1 0 1 0 0,11-4-1 0 0,-16 7 21 0 0,1 1 0 0 0,-1 0 1 0 0,1 1-1 0 0,-1 0 0 0 0,1 0 0 0 0,0 0 0 0 0,-1 0 0 0 0,1 1 0 0 0,0 0 0 0 0,-1 1 1 0 0,1 0-1 0 0,0 0 0 0 0,-1 0 0 0 0,1 1 0 0 0,-1-1 0 0 0,1 2 0 0 0,-1-1 0 0 0,0 1 1 0 0,0 0-1 0 0,0 0 0 0 0,0 0 0 0 0,8 8 0 0 0,-11-9 21 0 0,0 0 0 0 0,0 1 0 0 0,-1-1 0 0 0,1 1 0 0 0,0-1-1 0 0,-1 1 1 0 0,0 0 0 0 0,0 0 0 0 0,0 0 0 0 0,0 1 0 0 0,0-1 0 0 0,-1 0 0 0 0,1 1 0 0 0,-1-1 0 0 0,0 1 0 0 0,0-1-1 0 0,1 8 1 0 0,-2-6-3 0 0,0-1-1 0 0,-1 1 1 0 0,1-1-1 0 0,-1 1 1 0 0,0-1-1 0 0,-1 1 1 0 0,1-1-1 0 0,-1 0 1 0 0,1 0-1 0 0,-1 0 1 0 0,0 0-1 0 0,-5 7 0 0 0,-3 2 15 0 0,-1 0-1 0 0,0-1 0 0 0,-1-1 0 0 0,0 0 1 0 0,-1 0-1 0 0,-24 14 0 0 0,15-12-11 0 0,0-1 0 0 0,-1-1-1 0 0,-29 10 1 0 0,-74 17 190 0 0,92-28-88 0 0,32-9-63 0 0,7 8-18 0 0,16 0 328 0 0,-2 2 0 0 0,1 0 0 0 0,-1 1 0 0 0,27 23 0 0 0,61 66-3336 0 0,-50-46-2428 0 0,-17-21 791 0 0,-12-16-1602 0 0,-10-8-941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07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0 127 2724 0 0,'2'-6'1271'0'0,"0"1"0"0"0,-1-1 0 0 0,2 0 0 0 0,-1 1 0 0 0,1 0 0 0 0,0-1 0 0 0,0 1 1 0 0,0 1-1 0 0,6-8 0 0 0,-3 6-534 0 0,0 0 1 0 0,-1 1-1 0 0,2 0 1 0 0,-1 0-1 0 0,0 1 1 0 0,13-7-1 0 0,-10 7-483 0 0,0 0 0 0 0,1 0-1 0 0,0 1 1 0 0,0 0 0 0 0,-1 1-1 0 0,2 0 1 0 0,-1 1 0 0 0,0 0-1 0 0,0 0 1 0 0,0 1 0 0 0,15 2-1 0 0,-23-2-229 0 0,0 0-1 0 0,0 0 1 0 0,1 1-1 0 0,-1-1 0 0 0,0 1 1 0 0,0 0-1 0 0,0-1 1 0 0,0 1-1 0 0,0 0 0 0 0,0 0 1 0 0,0 1-1 0 0,0-1 0 0 0,0 0 1 0 0,0 1-1 0 0,-1-1 1 0 0,1 1-1 0 0,2 2 0 0 0,-3-3 50 0 0,0 1 0 0 0,-1 0-1 0 0,1 0 1 0 0,0-1 0 0 0,-1 1-1 0 0,1 0 1 0 0,-1 0 0 0 0,0-1-1 0 0,1 1 1 0 0,-1 0 0 0 0,0 0-1 0 0,0 0 1 0 0,0 0 0 0 0,-1-1-1 0 0,1 1 1 0 0,0 0 0 0 0,-1 2-1 0 0,-1 3 182 0 0,-1 0 0 0 0,0 0 0 0 0,0-1 0 0 0,-1 1 0 0 0,0-1 0 0 0,0 0 0 0 0,0 0 0 0 0,-10 11 0 0 0,-74 62 1341 0 0,10-9-747 0 0,77-70-839 0 0,1 0 0 0 0,-1 1-1 0 0,1-1 1 0 0,-1 1 0 0 0,1-1-1 0 0,-1 0 1 0 0,1 1 0 0 0,0-1 0 0 0,-1 1-1 0 0,1-1 1 0 0,0 1 0 0 0,-1-1-1 0 0,1 1 1 0 0,0 0 0 0 0,0-1-1 0 0,-1 1 1 0 0,1-1 0 0 0,0 1-1 0 0,0-1 1 0 0,0 1 0 0 0,0 0-1 0 0,0-1 1 0 0,0 1 0 0 0,0-1-1 0 0,0 1 1 0 0,0 0 0 0 0,0-1-1 0 0,0 1 1 0 0,0-1 0 0 0,1 1-1 0 0,-1 0 1 0 0,0-1 0 0 0,0 1-1 0 0,1-1 1 0 0,-1 1 0 0 0,0-1 0 0 0,1 1-1 0 0,-1-1 1 0 0,0 1 0 0 0,1-1-1 0 0,-1 1 1 0 0,1-1 0 0 0,-1 0-1 0 0,1 1 1 0 0,0 0 0 0 0,22 9 48 0 0,-22-10-54 0 0,38 9-352 0 0,1-2 0 0 0,79 3 0 0 0,-81-7-522 0 0,-4-1-455 0 0,101 4-3785 0 0,-113-6 889 0 0,-1-2-1 0 0,24-5 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23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27 2212 0 0,'6'-9'6341'0'0,"-3"3"-4585"0"0,4-5 3285 0 0,-6 11-4935 0 0,-1 0 1 0 0,1 1-1 0 0,0-1 1 0 0,-1 1-1 0 0,1-1 1 0 0,-1 1-1 0 0,1 0 1 0 0,-1-1-1 0 0,0 1 1 0 0,1-1-1 0 0,-1 1 1 0 0,0 0-1 0 0,1-1 1 0 0,-1 1-1 0 0,0 0 1 0 0,0 0-1 0 0,1-1 1 0 0,-1 1-1 0 0,0 0 1 0 0,0 0-1 0 0,0 0 1 0 0,2 16 470 0 0,0 1 0 0 0,-1-1 0 0 0,-1 0-1 0 0,-1 1 1 0 0,0-1 0 0 0,-5 23 0 0 0,3-17-333 0 0,-5 30 221 0 0,-19 71 0 0 0,27-122-443 0 0,-3 19 645 0 0,-2-14-2050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24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40 139 1220 0 0,'-12'-19'9021'0'0,"2"1"-3283"0"0,-6-4-1985 0 0,15 20-3738 0 0,1 1 0 0 0,0 0-1 0 0,0-1 1 0 0,0 1 0 0 0,-1-1 0 0 0,1 1 0 0 0,1-1 0 0 0,-1 1-1 0 0,0 0 1 0 0,0-1 0 0 0,0 1 0 0 0,1-1 0 0 0,-1 1 0 0 0,1 0 0 0 0,-1-1-1 0 0,1 1 1 0 0,0 0 0 0 0,-1 0 0 0 0,1-1 0 0 0,1 0 0 0 0,1-1-10 0 0,-1-1 0 0 0,1 2 0 0 0,0-1 1 0 0,0 0-1 0 0,0 0 0 0 0,1 1 1 0 0,6-4-1 0 0,-6 3-7 0 0,0 1 0 0 0,0 0 0 0 0,0-1-1 0 0,0 2 1 0 0,0-1 0 0 0,1 0 0 0 0,-1 1 0 0 0,1 0 0 0 0,-1 0 0 0 0,1 0 0 0 0,8 0 0 0 0,-4 0-10 0 0,-2 0 8 0 0,0 0 0 0 0,0 1 0 0 0,0 0 0 0 0,0 0 0 0 0,0 1 0 0 0,0-1 0 0 0,0 2 0 0 0,0-1 0 0 0,0 1 0 0 0,-1 0 0 0 0,1 0 0 0 0,0 1 0 0 0,-1 0 0 0 0,11 6-1 0 0,-14-7 4 0 0,1 0 0 0 0,-1 0 0 0 0,0 0 0 0 0,0 1-1 0 0,0 0 1 0 0,0-1 0 0 0,-1 1 0 0 0,1 0-1 0 0,-1 0 1 0 0,0 0 0 0 0,1 1 0 0 0,-1-1-1 0 0,-1 1 1 0 0,1-1 0 0 0,2 7 0 0 0,-3-4 0 0 0,0 0 1 0 0,0 0 0 0 0,0 0 0 0 0,-1 0 0 0 0,0 0-1 0 0,0 0 1 0 0,0 0 0 0 0,-1 0 0 0 0,-1 8-1 0 0,-5 8 71 0 0,0 1 0 0 0,-1-2 0 0 0,-1 1 0 0 0,-14 22 0 0 0,21-40-46 0 0,-29 50 1117 0 0,-77 98-1 0 0,73-107-603 0 0,7-3-174 0 0,27-41-350 0 0,22 0 15 0 0,36-4 3 0 0,176-38 66 0 0,-122 19-46 0 0,-34 6-2196 0 0,-75 16 1383 0 0,1 0-135 0 0,0-1 350 0 0,2 1 157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28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1508 0 0,'7'-12'4267'0'0,"30"-66"6186"0"0,-37 77-9999 0 0,8-13 1326 0 0,-6 18-1588 0 0,1 0-1 0 0,-1 0 1 0 0,0 1 0 0 0,-1-1 0 0 0,1 1 0 0 0,-1 0-1 0 0,0-1 1 0 0,0 1 0 0 0,1 9 0 0 0,-1 50 834 0 0,-1-46-805 0 0,0 18 150 0 0,1 6 179 0 0,-10 82 1 0 0,6-100-332 0 0,0 32 1 0 0,3-53-215 0 0,-2 7-1908 0 0,1-6 2635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29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143 137 476 0 0,'60'-80'15007'0'0,"-59"78"-14434"0"0,1-2 146 0 0,-2 4-665 0 0,0 0-1 0 0,1 0 1 0 0,-1 0-1 0 0,0 0 1 0 0,0-1-1 0 0,0 1 1 0 0,0 0-1 0 0,1 0 1 0 0,-1 0-1 0 0,0-1 1 0 0,0 1-1 0 0,0 0 1 0 0,0 0-1 0 0,0-1 1 0 0,0 1-1 0 0,0 0 1 0 0,0 0-1 0 0,1 0 1 0 0,-1-1-1 0 0,0 1 1 0 0,0 0-1 0 0,0 0 1 0 0,0-1-1 0 0,0 1 1 0 0,0 0-1 0 0,0 0 1 0 0,0-1 0 0 0,-1 1-1 0 0,1 0 1 0 0,0 0-1 0 0,0-1 1 0 0,0 1-1 0 0,-1-1-34 0 0,0 1 0 0 0,0 0 0 0 0,0-1 0 0 0,0 1 0 0 0,0 0 0 0 0,0-1 0 0 0,0 1 0 0 0,0 0 0 0 0,0 0 0 0 0,0 0 1 0 0,0 0-1 0 0,0 0 0 0 0,0 0 0 0 0,0 0 0 0 0,0 0 0 0 0,0 0 0 0 0,0 0 0 0 0,0 1 0 0 0,0-1 0 0 0,0 0 0 0 0,0 1 0 0 0,0-1 0 0 0,1 1 0 0 0,-2 0 0 0 0,-30 16 127 0 0,19-9-101 0 0,-3 1-47 0 0,1 1 0 0 0,-1 1 1 0 0,2 0-1 0 0,0 1 0 0 0,-14 15 1 0 0,24-23-10 0 0,-1 3-3 0 0,0 1 0 0 0,0-1 0 0 0,0 1 1 0 0,-3 9-1 0 0,7-16 20 0 0,1 1 1 0 0,0-1 0 0 0,-1 0 0 0 0,1 1-1 0 0,0-1 1 0 0,0 1 0 0 0,-1-1 0 0 0,1 0-1 0 0,0 1 1 0 0,1-1 0 0 0,-1 0 0 0 0,0 1-1 0 0,0-1 1 0 0,1 1 0 0 0,-1-1 0 0 0,0 0-1 0 0,1 1 1 0 0,-1-1 0 0 0,1 0 0 0 0,0 0-1 0 0,0 0 1 0 0,-1 1 0 0 0,1-1 0 0 0,0 0-1 0 0,0 0 1 0 0,1 1 0 0 0,5 3 68 0 0,0-1 0 0 0,0-1-1 0 0,1 1 1 0 0,-1-1 0 0 0,1 0 0 0 0,-1-1 0 0 0,1 1 0 0 0,0-2 0 0 0,11 2 0 0 0,0 1 2 0 0,16 5 49 0 0,63 22 0 0 0,-84-24-109 0 0,-1-1 0 0 0,1 2 0 0 0,-1-1 1 0 0,0 2-1 0 0,0 0 0 0 0,21 21 1 0 0,-31-27 62 0 0,0 0 1 0 0,0 1 0 0 0,0-1 0 0 0,-1 1 0 0 0,1 0 0 0 0,-1 0 0 0 0,0 0-1 0 0,0 0 1 0 0,0 0 0 0 0,-1 0 0 0 0,1 1 0 0 0,-1-1 0 0 0,0 0 0 0 0,-1 1-1 0 0,1 8 1 0 0,-1-6 58 0 0,0 0 0 0 0,-1 1 0 0 0,0-1 0 0 0,-1 0 0 0 0,1 0 0 0 0,-2 0-1 0 0,1 0 1 0 0,-1 0 0 0 0,-3 7 0 0 0,-1-2 297 0 0,0 0 0 0 0,0-1 1 0 0,-2 1-1 0 0,1-2 0 0 0,-1 1 0 0 0,0-1 0 0 0,-1-1 0 0 0,-1 0 0 0 0,-20 15 1 0 0,29-23-347 0 0,0 0 0 0 0,0 0 0 0 0,0 1 0 0 0,0-2 0 0 0,0 1 0 0 0,0 0 1 0 0,0 0-1 0 0,0-1 0 0 0,0 1 0 0 0,0-1 0 0 0,-1 1 0 0 0,1-1 1 0 0,0 0-1 0 0,0 0 0 0 0,0 0 0 0 0,-3-1 0 0 0,3 1-67 0 0,1-1 0 0 0,0 1-1 0 0,0-1 1 0 0,-1 1 0 0 0,1-1 0 0 0,0 0-1 0 0,0 0 1 0 0,0 0 0 0 0,0 1 0 0 0,0-1-1 0 0,0 0 1 0 0,0 0 0 0 0,0 0-1 0 0,1-1 1 0 0,-1 1 0 0 0,0 0 0 0 0,0 0-1 0 0,1 0 1 0 0,-1-3 0 0 0,-1-1-17 0 0,1 0 0 0 0,0 0 1 0 0,0 0-1 0 0,0 0 0 0 0,1 0 1 0 0,0 0-1 0 0,0 0 0 0 0,0 0 0 0 0,1 0 1 0 0,0 0-1 0 0,2-10 0 0 0,5-8 10 0 0,1 0 0 0 0,1 0 0 0 0,1 1 0 0 0,17-25 0 0 0,62-80 183 0 0,16-26-106 0 0,-96 137-68 0 0,13-25 23 0 0,-22 39-64 0 0,0-1-1 0 0,-1 0 0 0 0,1 1 1 0 0,0-1-1 0 0,-1 0 0 0 0,1 0 1 0 0,-1 0-1 0 0,0 1 0 0 0,0-1 1 0 0,0 0-1 0 0,-1 0 0 0 0,1 0 0 0 0,-1 1 1 0 0,0-4-1 0 0,0 3-99 0 0,-1-1-1 0 0,0 1 1 0 0,1 0-1 0 0,-1 0 1 0 0,0 1-1 0 0,-1-1 1 0 0,1 0-1 0 0,0 1 1 0 0,-1-1 0 0 0,1 1-1 0 0,-1 0 1 0 0,0 0-1 0 0,0 0 1 0 0,0 0-1 0 0,0 0 1 0 0,0 1-1 0 0,0-1 1 0 0,0 1 0 0 0,-1 0-1 0 0,1 0 1 0 0,-6-1-1 0 0,-6-1-2491 0 0,0 1 1 0 0,0 0-1 0 0,-25 1 0 0 0,29 5-593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32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92 176 860 0 0,'-14'-19'6402'0'0,"12"15"-5788"0"0,0 0-1 0 0,1 0 1 0 0,-1 0-1 0 0,1 0 1 0 0,0-1-1 0 0,0 1 1 0 0,0 0-1 0 0,1-1 1 0 0,0-7-1 0 0,0 8-516 0 0,1 0-1 0 0,-1 0 0 0 0,1 0 0 0 0,0 0 0 0 0,0 0 0 0 0,1 0 0 0 0,-1 1 0 0 0,1-1 0 0 0,0 0 1 0 0,0 1-1 0 0,0-1 0 0 0,1 1 0 0 0,-1 0 0 0 0,1 0 0 0 0,-1 0 0 0 0,1 0 0 0 0,6-5 0 0 0,-4 4-87 0 0,0 0 1 0 0,1 0-1 0 0,-1 1 0 0 0,1-1 0 0 0,0 1 0 0 0,0 1 0 0 0,0-1 0 0 0,0 1 0 0 0,0 0 0 0 0,1 0 1 0 0,-1 1-1 0 0,0 0 0 0 0,1 0 0 0 0,0 0 0 0 0,-1 1 0 0 0,1 0 0 0 0,-1 0 0 0 0,1 1 0 0 0,-1-1 0 0 0,1 2 1 0 0,-1-1-1 0 0,1 1 0 0 0,-1 0 0 0 0,0 0 0 0 0,10 5 0 0 0,-10-4 0 0 0,0 1-1 0 0,0 0 1 0 0,0 0 0 0 0,0 0-1 0 0,-1 1 1 0 0,1 0 0 0 0,-1 0-1 0 0,-1 0 1 0 0,1 1 0 0 0,-1-1-1 0 0,0 1 1 0 0,0 0 0 0 0,0 1-1 0 0,-1-1 1 0 0,0 0 0 0 0,-1 1-1 0 0,1 0 1 0 0,-1 0 0 0 0,0-1-1 0 0,-1 1 1 0 0,0 0 0 0 0,0 1-1 0 0,0-1 1 0 0,-1 0 0 0 0,0 0-1 0 0,0 0 1 0 0,-1 0 0 0 0,0 0-1 0 0,0 0 1 0 0,-5 13 0 0 0,1-5 121 0 0,-1 0-1 0 0,-1 0 1 0 0,0 0 0 0 0,-1-1 0 0 0,-1 0-1 0 0,0-1 1 0 0,-1 0 0 0 0,-1 0 0 0 0,0-1-1 0 0,-14 13 1 0 0,-5 1 438 0 0,-1-2 1 0 0,-1-1-1 0 0,-38 21 0 0 0,7-8 185 0 0,61-35-712 0 0,1 0-37 0 0,0-1 0 0 0,0 1 0 0 0,0-1 1 0 0,-1 1-1 0 0,1 0 0 0 0,0 0 0 0 0,0 0 1 0 0,0 0-1 0 0,0-1 0 0 0,0 1 1 0 0,0 0-1 0 0,1 1 0 0 0,-1-1 0 0 0,0 0 1 0 0,0 0-1 0 0,1 0 0 0 0,-1 0 1 0 0,0 2-1 0 0,1-2 20 0 0,2 0-5 0 0,11 2 3 0 0,-5-2-14 0 0,0 0 1 0 0,-1 0-1 0 0,1-1 1 0 0,0 1-1 0 0,0-2 1 0 0,8 0-1 0 0,2-1-4 0 0,248-18 125 0 0,-197 13-60 0 0,-66 7-62 0 0,16-2-11 0 0,-16 1 358 0 0,24-3-2284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33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106 111 1368 0 0,'-15'-2'10931'0'0,"14"2"-10862"0"0,-1 0 422 0 0,0 0-1 0 0,1 0 0 0 0,-1 0 0 0 0,0 0 1 0 0,1 0-1 0 0,-1 0 0 0 0,0-1 0 0 0,1 1 1 0 0,-1-1-1 0 0,0 1 0 0 0,1-1 1 0 0,-1 1-1 0 0,1-1 0 0 0,-1 0 0 0 0,1 0 1 0 0,0 0-1 0 0,-2-1 0 0 0,1 1-399 0 0,-22-29 255 0 0,22 27-348 0 0,0 0 0 0 0,-1 0 0 0 0,1 0 0 0 0,-1 1 0 0 0,0-1 0 0 0,1 1-1 0 0,-1 0 1 0 0,-4-2 0 0 0,6 3-16 0 0,-5-5-204 0 0,31 17 37 0 0,-9-7 189 0 0,1 0-1 0 0,-1-1 1 0 0,0-1 0 0 0,1 0-1 0 0,0-1 1 0 0,19-2-1 0 0,6-2 12 0 0,51-11-1 0 0,-57 3 2 0 0,-21 5 5 0 0,0 1 0 0 0,17-4 0 0 0,15-5 457 0 0,-45 13-8 0 0,9 1 919 0 0,-1 0 457 0 0,-10 1-1845 0 0,0-1-1 0 0,0 0 0 0 0,0 1 0 0 0,1-1 1 0 0,-1 0-1 0 0,0 1 0 0 0,0-1 0 0 0,0 0 1 0 0,0 1-1 0 0,0-1 0 0 0,0 1 0 0 0,0-1 1 0 0,0 0-1 0 0,0 1 0 0 0,0-1 0 0 0,0 1 1 0 0,0-1-1 0 0,0 0 0 0 0,0 1 0 0 0,0-1 1 0 0,0 0-1 0 0,-1 1 0 0 0,1-1 1 0 0,0 0-1 0 0,0 1 0 0 0,0-1 0 0 0,-1 0 1 0 0,1 1-1 0 0,0-1 0 0 0,-1 1 0 0 0,-56 117 234 0 0,-54 159 0 0 0,103-251-2416 0 0,-9 50 1 0 0,15-61-1632 0 0,0 1 0 0 0,2 22 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35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40 1384 0 0,'0'0'1190'0'0,"17"-27"5488"0"0,-11 14-4740 0 0,-13 14-920 0 0,-18 18-722 0 0,23-17-328 0 0,-33 28 113 0 0,1 1-1 0 0,1 2 0 0 0,2 2 0 0 0,1 1 0 0 0,2 1 1 0 0,-24 42-1 0 0,46-69-86 0 0,1 1 1 0 0,0 0 0 0 0,0 0-1 0 0,1 1 1 0 0,1-1-1 0 0,0 1 1 0 0,0 0 0 0 0,2 0-1 0 0,-1 0 1 0 0,1 0-1 0 0,2 21 1 0 0,-1-28 10 0 0,1 1 1 0 0,0-1-1 0 0,0 1 0 0 0,0-1 1 0 0,1 0-1 0 0,0 0 0 0 0,0 0 1 0 0,0 0-1 0 0,0 0 1 0 0,1 0-1 0 0,0-1 0 0 0,0 1 1 0 0,0-1-1 0 0,1 0 0 0 0,-1 0 1 0 0,1 0-1 0 0,0 0 1 0 0,0-1-1 0 0,1 1 0 0 0,-1-1 1 0 0,1 0-1 0 0,-1 0 0 0 0,1-1 1 0 0,0 1-1 0 0,0-1 0 0 0,0 0 1 0 0,0-1-1 0 0,6 2 1 0 0,-9-3 8 0 0,3 2 1 0 0,1-1 0 0 0,-1 0 0 0 0,0 0 0 0 0,0-1 0 0 0,1 1 0 0 0,6-2 0 0 0,8 0 38 0 0,-8 0-19 0 0,13-2 33 0 0,-15-3-35 0 0,-6 5-20 0 0,-1-1 1 0 0,0 0 0 0 0,0 0-1 0 0,0 0 1 0 0,0 0-1 0 0,0-1 1 0 0,-1 1 0 0 0,1-1-1 0 0,-1 1 1 0 0,1-1-1 0 0,-1 0 1 0 0,0 0 0 0 0,0 0-1 0 0,0 0 1 0 0,0-1-1 0 0,1-5 1 0 0,-3 7-13 0 0,0 0 1 0 0,0 0-1 0 0,0 1 1 0 0,-1-1 0 0 0,1 0-1 0 0,-1 0 1 0 0,1 0-1 0 0,-1 1 1 0 0,0-1-1 0 0,0 0 1 0 0,0 0-1 0 0,0 1 1 0 0,0-1-1 0 0,0 1 1 0 0,0-1-1 0 0,0 1 1 0 0,0 0-1 0 0,-1-1 1 0 0,1 1-1 0 0,-1 0 1 0 0,1 0-1 0 0,-3-2 1 0 0,0 1-4 0 0,0 0 0 0 0,0 1 0 0 0,0-1 1 0 0,0 1-1 0 0,-1-1 0 0 0,-7 0 0 0 0,1 1-19 0 0,0 2-1 0 0,0-1 1 0 0,-19 4 0 0 0,24-3-140 0 0,1 0 0 0 0,0 1 0 0 0,0-1 1 0 0,0 1-1 0 0,-5 3 0 0 0,8-4-131 0 0,0 0-1 0 0,0 0 1 0 0,0 0-1 0 0,0 0 1 0 0,1 1 0 0 0,-1-1-1 0 0,0 1 1 0 0,1-1-1 0 0,-1 1 1 0 0,1 0-1 0 0,-1-1 1 0 0,1 1 0 0 0,0 0-1 0 0,0 0 1 0 0,-2 3-1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36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115 164 52 0 0,'7'-9'1564'0'0,"105"-121"8204"0"0,-111 128-9518 0 0,-12-2-108 0 0,0 8-133 0 0,0 0-1 0 0,-1 1 1 0 0,2 0 0 0 0,-1 1 0 0 0,0 0 0 0 0,1 0 0 0 0,-17 16 0 0 0,10-7-5 0 0,1 0 0 0 0,1 1 0 0 0,-21 28 1 0 0,35-42-4 0 0,-6 6-1 0 0,2 1 1 0 0,-1 0 0 0 0,-6 15-1 0 0,11-22 10 0 0,0 0 0 0 0,0 0 0 0 0,1 0 0 0 0,-1 0-1 0 0,0 0 1 0 0,1 0 0 0 0,0 0 0 0 0,-1 0-1 0 0,1 0 1 0 0,0 1 0 0 0,0-1 0 0 0,0 0 0 0 0,0 0-1 0 0,1 0 1 0 0,-1 0 0 0 0,0 0 0 0 0,1 0-1 0 0,0 0 1 0 0,-1 0 0 0 0,1 0 0 0 0,0 0 0 0 0,0 0-1 0 0,0 0 1 0 0,0 0 0 0 0,3 2 0 0 0,1 1 86 0 0,0-2-1 0 0,1 1 1 0 0,-1 0 0 0 0,1-1 0 0 0,0 0 0 0 0,0-1 0 0 0,0 1 0 0 0,1-1-1 0 0,-1 0 1 0 0,0-1 0 0 0,11 2 0 0 0,14 1 178 0 0,35 0 0 0 0,-47-3-219 0 0,129 12 218 0 0,-146-13-264 0 0,0 0 0 0 0,0 0 0 0 0,0 1 0 0 0,0-1 0 0 0,0 0 0 0 0,0 1 0 0 0,0-1 1 0 0,0 1-1 0 0,0 0 0 0 0,-1 0 0 0 0,1 0 0 0 0,0 0 0 0 0,0 0 0 0 0,-1 0 0 0 0,1 0 0 0 0,-1 0 0 0 0,1 1 0 0 0,-1-1 0 0 0,1 1 0 0 0,-1-1 1 0 0,0 1-1 0 0,1-1 0 0 0,0 3 0 0 0,-2-2-4 0 0,0 0-1 0 0,0 0 1 0 0,0-1 0 0 0,0 1 0 0 0,0 0 0 0 0,0 0-1 0 0,-1-1 1 0 0,1 1 0 0 0,-1 0 0 0 0,1-1 0 0 0,-1 1 0 0 0,0 0-1 0 0,1-1 1 0 0,-1 1 0 0 0,0-1 0 0 0,0 1 0 0 0,0-1-1 0 0,0 0 1 0 0,-1 1 0 0 0,1-1 0 0 0,0 0 0 0 0,0 0-1 0 0,-2 1 1 0 0,-10 8 106 0 0,0-2 0 0 0,0 0-1 0 0,-1 0 1 0 0,1-1 0 0 0,-2-1 0 0 0,1-1-1 0 0,-1 0 1 0 0,-19 4 0 0 0,31-8-94 0 0,0 0 20 0 0,-1 0 0 0 0,1 0-1 0 0,-1 0 1 0 0,1-1 0 0 0,-1 0-1 0 0,0 1 1 0 0,1-1-1 0 0,-1 0 1 0 0,0-1 0 0 0,1 1-1 0 0,-1-1 1 0 0,1 0 0 0 0,-1 1-1 0 0,1-2 1 0 0,-1 1 0 0 0,-5-3-1 0 0,8 3-31 0 0,1 1 0 0 0,-1-1-1 0 0,0 0 1 0 0,0 0 0 0 0,1 0 0 0 0,-1 0 0 0 0,1 0-1 0 0,-1 0 1 0 0,1 0 0 0 0,-1 0 0 0 0,1 0 0 0 0,-1 0-1 0 0,1 0 1 0 0,0 0 0 0 0,0 0 0 0 0,0-1-1 0 0,-1 1 1 0 0,1 0 0 0 0,0 0 0 0 0,0 0 0 0 0,1 0-1 0 0,-1 0 1 0 0,0-1 0 0 0,0 1 0 0 0,1-1 0 0 0,10-28 2 0 0,2 9-16 0 0,0 0 0 0 0,1 0 0 0 0,19-19 0 0 0,-12 14-13 0 0,20-31 0 0 0,-35 48 19 0 0,-1 0 0 0 0,-1 0 1 0 0,0 0-1 0 0,0-1 0 0 0,0 0 1 0 0,-1 1-1 0 0,3-21 0 0 0,-6 27 2 0 0,0 0 0 0 0,1-1 0 0 0,-1 1 0 0 0,-1-1 0 0 0,1 1 0 0 0,0 0 0 0 0,-1-1 0 0 0,0 1 0 0 0,1-1 0 0 0,-1 1 0 0 0,-1 0 0 0 0,1 0 0 0 0,0 0 0 0 0,-1 0 0 0 0,0 0 0 0 0,1 0 0 0 0,-4-3 0 0 0,2 2-2 0 0,-1 0-1 0 0,0 0 0 0 0,-1 1 1 0 0,1-1-1 0 0,0 1 0 0 0,-1 0 1 0 0,0 1-1 0 0,0-1 0 0 0,1 1 1 0 0,-7-2-1 0 0,-3-1-4 0 0,0 1 0 0 0,-1 1 0 0 0,1 1-1 0 0,-1 0 1 0 0,0 0 0 0 0,0 2 0 0 0,-18 1 0 0 0,24-1-26 0 0,-6 1-168 0 0,1 1-1 0 0,-18 3 0 0 0,29-4 70 0 0,0-1-1 0 0,1 1 1 0 0,-1 0-1 0 0,1 0 1 0 0,-1 0 0 0 0,1 0-1 0 0,-1 0 1 0 0,1 0-1 0 0,0 1 1 0 0,0-1-1 0 0,-1 1 1 0 0,1 0 0 0 0,0-1-1 0 0,0 1 1 0 0,1 0-1 0 0,-1 0 1 0 0,0 1-1 0 0,1-1 1 0 0,-2 3 0 0 0,2-4 28 0 0,1 0 1 0 0,0-1-1 0 0,0 1 1 0 0,0 0 0 0 0,-1 0-1 0 0,1 0 1 0 0,0 0 0 0 0,0-1-1 0 0,0 1 1 0 0,1 0 0 0 0,-1 0-1 0 0,0 0 1 0 0,0 0 0 0 0,0 0-1 0 0,1-1 1 0 0,-1 1 0 0 0,0 0-1 0 0,1 0 1 0 0,-1 0 0 0 0,0-1-1 0 0,1 1 1 0 0,-1 0 0 0 0,1-1-1 0 0,0 2 1 0 0,19 12-3712 0 0,0-5-70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37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37 2200 0 0,'-1'-2'699'0'0,"-13"-28"9744"0"0,11 25-8603 0 0,2 5-1812 0 0,1 0 0 0 0,0 0 0 0 0,0 0 0 0 0,-1 0 0 0 0,1 0 0 0 0,0 1 1 0 0,0-1-1 0 0,-1 0 0 0 0,1 0 0 0 0,0 0 0 0 0,0 0 0 0 0,-1 0 0 0 0,1 0 0 0 0,0 1 0 0 0,0-1 1 0 0,0 0-1 0 0,0 0 0 0 0,-1 0 0 0 0,1 0 0 0 0,0 1 0 0 0,0-1 0 0 0,0 0 0 0 0,0 0 1 0 0,0 1-1 0 0,-1-1 0 0 0,1 0 0 0 0,0 0 0 0 0,0 1 0 0 0,0-1 0 0 0,0 0 0 0 0,0 0 0 0 0,0 1 1 0 0,0-1-1 0 0,0 0 0 0 0,0 0 0 0 0,0 1 0 0 0,0-1 0 0 0,0 0 0 0 0,0 0 0 0 0,0 1 0 0 0,0-1 1 0 0,0 0-1 0 0,1 1 0 0 0,-4 61 771 0 0,-2 1 0 0 0,-3-1 0 0 0,-30 115-1 0 0,18-101-5971 0 0,20-64 3344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37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1012 0 0,'19'-34'6666'0'0,"-17"27"-6171"0"0,1 0-1 0 0,1 1 1 0 0,-1 0-1 0 0,1-1 1 0 0,0 2-1 0 0,1-1 1 0 0,-1 0-1 0 0,1 1 1 0 0,0 0-1 0 0,0 0 0 0 0,9-6 1 0 0,-1 3-258 0 0,0 1 0 0 0,1 0 0 0 0,0 1 1 0 0,0 1-1 0 0,0 0 0 0 0,27-5 0 0 0,-30 8-183 0 0,1 1-1 0 0,-1 0 1 0 0,1 0 0 0 0,0 1-1 0 0,-1 0 1 0 0,1 1 0 0 0,0 1-1 0 0,-1 0 1 0 0,16 4 0 0 0,-23-4-35 0 0,0-1 1 0 0,0 1-1 0 0,0 0 0 0 0,0 0 1 0 0,0 1-1 0 0,0-1 1 0 0,-1 1-1 0 0,1-1 1 0 0,-1 1-1 0 0,1 1 0 0 0,-1-1 1 0 0,0 0-1 0 0,4 7 1 0 0,-5-7 33 0 0,-1 0 1 0 0,1-1 0 0 0,-1 1 0 0 0,0 0 0 0 0,0 0-1 0 0,0 1 1 0 0,0-1 0 0 0,0 0 0 0 0,-1 0-1 0 0,0 0 1 0 0,1 1 0 0 0,-1-1 0 0 0,-1 0 0 0 0,1 0-1 0 0,0 0 1 0 0,-1 1 0 0 0,1-1 0 0 0,-1 0-1 0 0,-2 5 1 0 0,-2 4 174 0 0,-1 1 0 0 0,0 0 0 0 0,-1-1 0 0 0,-1 0 0 0 0,0-1 0 0 0,-10 12 0 0 0,-62 58 855 0 0,54-57-774 0 0,-44 52 0 0 0,69-74-301 0 0,0-1 1 0 0,0 1 0 0 0,0 0 0 0 0,0-1 0 0 0,0 1 0 0 0,0 0 0 0 0,0 0-1 0 0,0 0 1 0 0,1-1 0 0 0,-1 1 0 0 0,1 0 0 0 0,-1 0 0 0 0,1 0 0 0 0,0 0-1 0 0,0 3 1 0 0,0-4-4 0 0,0 0-1 0 0,1 0 0 0 0,-1 1 0 0 0,1-1 1 0 0,0 0-1 0 0,-1 0 0 0 0,1 0 1 0 0,0 0-1 0 0,0 0 0 0 0,-1 0 0 0 0,1 0 1 0 0,0 0-1 0 0,0 0 0 0 0,0 0 1 0 0,0 0-1 0 0,0-1 0 0 0,0 1 1 0 0,1 0-1 0 0,-1-1 0 0 0,0 1 0 0 0,0-1 1 0 0,0 1-1 0 0,1-1 0 0 0,-1 0 1 0 0,2 1-1 0 0,21 4-4 0 0,0-2 0 0 0,1 0 1 0 0,0-1-1 0 0,0-2 0 0 0,38-3 0 0 0,-18 0-222 0 0,194-13-3127 0 0,-82-3-5657 0 0,-130 15 3280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38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1308 0 0,'0'0'1626'0'0,"17"-26"7682"0"0,16 13-8535 0 0,1 2 0 0 0,63-13 0 0 0,14 9-3131 0 0,-110 15 2164 0 0,0 0 1 0 0,1 0-1 0 0,-1 0 0 0 0,1 0 1 0 0,-1 1-1 0 0,0-1 1 0 0,1 0-1 0 0,-1 1 0 0 0,0-1 1 0 0,0 1-1 0 0,1 0 0 0 0,0 0 1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39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 1456 0 0,'-7'3'624'0'0,"0"0"0"0"0,0 1 1 0 0,0 0-1 0 0,0 0 0 0 0,1 1 0 0 0,0 0 0 0 0,0 0 0 0 0,0 0 0 0 0,0 1 1 0 0,-6 9-1 0 0,-3 5-63 0 0,1 0-1 0 0,-12 23 1 0 0,22-36-451 0 0,0 0-1 0 0,1 0 0 0 0,0 0 1 0 0,1 0-1 0 0,-3 11 1 0 0,4-16-42 0 0,1 1 1 0 0,0-1-1 0 0,-1 1 1 0 0,1-1-1 0 0,0 1 1 0 0,0 0-1 0 0,0-1 1 0 0,1 1 0 0 0,-1-1-1 0 0,1 1 1 0 0,-1-1-1 0 0,1 0 1 0 0,0 1-1 0 0,0-1 1 0 0,0 1-1 0 0,0-1 1 0 0,0 0 0 0 0,4 4-1 0 0,-4-5-21 0 0,0 0-1 0 0,0 0 1 0 0,1-1-1 0 0,-1 1 1 0 0,0 0 0 0 0,1-1-1 0 0,-1 1 1 0 0,0-1-1 0 0,1 1 1 0 0,-1-1 0 0 0,1 0-1 0 0,-1 1 1 0 0,1-1-1 0 0,-1 0 1 0 0,0 0-1 0 0,3 0 1 0 0,24-3 507 0 0,-23 2-505 0 0,60-13 602 0 0,-48 9-556 0 0,-1 2 0 0 0,1 0 0 0 0,19-2 0 0 0,-29 5-87 0 0,-1 1-1 0 0,0-1 1 0 0,0 1 0 0 0,0 0 0 0 0,0 0-1 0 0,0 0 1 0 0,0 1 0 0 0,0 0 0 0 0,0 0 0 0 0,-1 1-1 0 0,1 0 1 0 0,8 5 0 0 0,-10-6 13 0 0,0 1 0 0 0,-1 0 0 0 0,1 0 0 0 0,0 0 0 0 0,-1 0 1 0 0,0 1-1 0 0,0 0 0 0 0,0-1 0 0 0,0 1 0 0 0,0 0 0 0 0,-1 0 0 0 0,0 1 0 0 0,1-1 0 0 0,-2 0 0 0 0,1 1 1 0 0,0-1-1 0 0,-1 1 0 0 0,0 0 0 0 0,0-1 0 0 0,0 8 0 0 0,-1-4 97 0 0,-1 0 1 0 0,0-1-1 0 0,0 1 1 0 0,0-1-1 0 0,-1 0 1 0 0,0 1-1 0 0,-1-1 1 0 0,0 0-1 0 0,0 0 0 0 0,0 0 1 0 0,-1-1-1 0 0,-5 9 1 0 0,2-4-3 0 0,-1-1 1 0 0,0 1 0 0 0,-1-1-1 0 0,0 0 1 0 0,-1-1-1 0 0,0 0 1 0 0,0-1-1 0 0,0 0 1 0 0,-1 0-1 0 0,-1-1 1 0 0,1-1 0 0 0,-1 0-1 0 0,0-1 1 0 0,-1 0-1 0 0,1 0 1 0 0,-17 2-1 0 0,-20 0-252 0 0,45-7-237 0 0,1 0-232 0 0,-12 1-277 0 0,11 0-181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39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67 372 0 0,'1'-2'2168'0'0,"2"-62"10369"0"0,-7 64-12396 0 0,1 1 1 0 0,0-1-1 0 0,0 1 1 0 0,0 0-1 0 0,0 0 1 0 0,0 0-1 0 0,0 1 1 0 0,0-1-1 0 0,0 1 1 0 0,0-1-1 0 0,0 1 1 0 0,-4 4-1 0 0,-32 31 715 0 0,27-23-604 0 0,-83 91 763 0 0,82-87-934 0 0,0 0 1 0 0,2 1-1 0 0,0 0 0 0 0,-12 28 1 0 0,21-42-67 0 0,0 0-1 0 0,0 0 1 0 0,1 0 0 0 0,0 0 0 0 0,0 0 0 0 0,0 0-1 0 0,1 0 1 0 0,-1 0 0 0 0,1 0 0 0 0,0 0 0 0 0,1 0 0 0 0,-1 0-1 0 0,3 9 1 0 0,-2-10-4 0 0,1-1 0 0 0,0 1-1 0 0,0-1 1 0 0,0 0 0 0 0,0 1 0 0 0,0-1 0 0 0,1 0-1 0 0,-1 0 1 0 0,1-1 0 0 0,0 1 0 0 0,0 0-1 0 0,0-1 1 0 0,0 0 0 0 0,0 1 0 0 0,1-1-1 0 0,-1-1 1 0 0,1 1 0 0 0,6 2 0 0 0,8 2 15 0 0,1-1 1 0 0,1-1 0 0 0,-1-1-1 0 0,0 0 1 0 0,1-1-1 0 0,0-2 1 0 0,-1 0-1 0 0,1 0 1 0 0,0-2-1 0 0,-1-1 1 0 0,0 0 0 0 0,27-9-1 0 0,-41 11-14 0 0,0-1-1 0 0,-1 1 1 0 0,1-1 0 0 0,-1 0-1 0 0,1-1 1 0 0,-1 1 0 0 0,0-1-1 0 0,0 1 1 0 0,0-1-1 0 0,0 0 1 0 0,-1-1 0 0 0,1 1-1 0 0,4-7 1 0 0,-7 9-11 0 0,0 0 0 0 0,-1 0 0 0 0,1 0 0 0 0,0 0 0 0 0,-1 0 0 0 0,1 0 0 0 0,-1 0 0 0 0,1 0 0 0 0,-1 0 0 0 0,0 0 0 0 0,1-1 0 0 0,-1 1 0 0 0,0 0 0 0 0,0 0 1 0 0,0-1-1 0 0,0 1 0 0 0,0 0 0 0 0,0 0 0 0 0,0 0 0 0 0,0-1 0 0 0,-1 1 0 0 0,1 0 0 0 0,0 0 0 0 0,-1 0 0 0 0,1 0 0 0 0,-1-1 0 0 0,1 1 0 0 0,-1 0 0 0 0,1 0 0 0 0,-1 0 0 0 0,-1-1 0 0 0,0 0-6 0 0,-1 0 0 0 0,1 0-1 0 0,0 0 1 0 0,-1 1 0 0 0,0-1 0 0 0,1 1-1 0 0,-1 0 1 0 0,-3-2 0 0 0,5 3 2 0 0,-7-2-3 0 0,0-1 1 0 0,0 2 0 0 0,0-1 0 0 0,0 1 0 0 0,0 1 0 0 0,0-1 0 0 0,-1 1 0 0 0,-14 3 0 0 0,8-1-88 0 0,-1 1 0 0 0,1 0 0 0 0,-25 10 0 0 0,35-11-118 0 0,0 0 1 0 0,0 0-1 0 0,0 1 0 0 0,0 0 0 0 0,0 0 0 0 0,1 0 0 0 0,0 0 1 0 0,0 1-1 0 0,0 0 0 0 0,0 0 0 0 0,0 0 0 0 0,1 0 0 0 0,-1 1 1 0 0,-3 6-1 0 0,6-8-109 0 0,0 0 1 0 0,0-1-1 0 0,0 1 0 0 0,0 0 1 0 0,1-1-1 0 0,-1 1 1 0 0,1 0-1 0 0,0 0 0 0 0,0 0 1 0 0,0 0-1 0 0,0-1 1 0 0,0 1-1 0 0,1 0 0 0 0,-1 0 1 0 0,1-1-1 0 0,0 1 1 0 0,-1 0-1 0 0,1-1 0 0 0,1 1 1 0 0,-1 0-1 0 0,0-1 1 0 0,1 0-1 0 0,-1 1 0 0 0,1-1 1 0 0,0 0-1 0 0,-1 0 1 0 0,1 1-1 0 0,0-2 0 0 0,1 1 1 0 0,1 2-1 0 0,14 9-4137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0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63 1788 0 0,'3'-63'14378'0'0,"-2"66"-13622"0"0,-1 20 9 0 0,-1 1 0 0 0,-1 0-1 0 0,-1-1 1 0 0,0 0 0 0 0,-10 28 0 0 0,0 10-453 0 0,11-46-343 0 0,-6 25 268 0 0,-2 49-1 0 0,9-78-513 0 0,1-1-1 0 0,0 1 1 0 0,0 0-1 0 0,2-1 1 0 0,-1 1-1 0 0,1-1 1 0 0,1 1-1 0 0,0-1 1 0 0,8 19-1 0 0,-9-25-127 0 0,1 0 0 0 0,-1 0 0 0 0,1 0 0 0 0,0 0 0 0 0,0-1 0 0 0,0 1-1 0 0,1-1 1 0 0,-1 0 0 0 0,9 5 0 0 0,-8-5-569 0 0,0-1-1 0 0,0 0 1 0 0,1 0-1 0 0,-1 0 1 0 0,1-1 0 0 0,4 2-1 0 0,12 1-5239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1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501 107 1244 0 0,'-7'-12'5948'0'0,"6"10"-5353"0"0,1 1 0 0 0,0 0 0 0 0,-1-1 0 0 0,1 1-1 0 0,0-1 1 0 0,0 1 0 0 0,0-1 0 0 0,0-2 0 0 0,2 3-461 0 0,-1-1 0 0 0,1 1 1 0 0,-1-1-1 0 0,1 1 0 0 0,0 0 1 0 0,-1 0-1 0 0,1 0 0 0 0,0 0 0 0 0,0 0 1 0 0,0 0-1 0 0,0 0 0 0 0,0 0 1 0 0,3 0-1 0 0,25-9 177 0 0,0 1 0 0 0,53-7 0 0 0,66-1-144 0 0,-138 16-152 0 0,-6 1-10 0 0,45-5-3 0 0,1 1 1 0 0,0 3 0 0 0,73 8 0 0 0,-120-6 2 0 0,1 0 0 0 0,-1 0-1 0 0,0 0 1 0 0,1 0-1 0 0,-1 0 1 0 0,0 1 0 0 0,0 0-1 0 0,0 0 1 0 0,0 0-1 0 0,-1 0 1 0 0,1 1 0 0 0,0 0-1 0 0,-1-1 1 0 0,0 1 0 0 0,0 0-1 0 0,0 1 1 0 0,0-1-1 0 0,0 1 1 0 0,3 5 0 0 0,-2 0 114 0 0,0-1 1 0 0,-1 1 0 0 0,0 0 0 0 0,0 0-1 0 0,-1 0 1 0 0,-1 0 0 0 0,0 1 0 0 0,1 11 0 0 0,-1 63 859 0 0,-4-1 1 0 0,-14 95 0 0 0,8-99-456 0 0,-79 585 2219 0 0,-10 107-1452 0 0,84-306-1203 0 0,37-1 337 0 0,-20-414-353 0 0,1 11 156 0 0,6 157 2262 0 0,-10-215-2335 0 0,0 0 0 0 0,-1 0 0 0 0,1 0 1 0 0,-1 0-1 0 0,0 0 0 0 0,0 0 0 0 0,0 0 0 0 0,0 0 1 0 0,0 0-1 0 0,-1 0 0 0 0,1 0 0 0 0,-1-1 1 0 0,0 1-1 0 0,0-1 0 0 0,0 1 0 0 0,0-1 0 0 0,0 0 1 0 0,0 0-1 0 0,-1 0 0 0 0,1 0 0 0 0,-1 0 0 0 0,1 0 1 0 0,-1-1-1 0 0,0 0 0 0 0,0 1 0 0 0,0-1 0 0 0,1 0 1 0 0,-5 1-1 0 0,-10 3-59 0 0,0-1 0 0 0,0-1 0 0 0,-33 2 1 0 0,31-4 33 0 0,-311 25-1413 0 0,17-2-5768 0 0,220-12 2650 0 0,12-1-5522 0 0,58-9 2441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2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1 147 1720 0 0,'41'-77'8323'0'0,"-12"21"-3250"0"0,-21 44-4116 0 0,-3 11-499 0 0,0 21-239 0 0,-4-12-158 0 0,2 26 37 0 0,-1 0 1 0 0,-2-1-1 0 0,-7 51 1 0 0,1 2-28 0 0,-8 92-5773 0 0,4-150 931 0 0,3-17 372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2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18 660 0 0,'-23'-8'6151'0'0,"-1"-1"-2298"0"0,11 9-2830 0 0,16 3-977 0 0,-1 1 0 0 0,1-1 0 0 0,1 0-1 0 0,-1 0 1 0 0,0 0 0 0 0,1 0 0 0 0,-1 0 0 0 0,1-1 0 0 0,0 0-1 0 0,0 0 1 0 0,6 3 0 0 0,51 16-14 0 0,-47-17-71 0 0,1 0-355 0 0,2 0-1 0 0,-1-1 0 0 0,0-1 0 0 0,1-1 0 0 0,32 0 0 0 0,-28-3-842 0 0,0-1 0 0 0,0 0 0 0 0,0-2 0 0 0,23-7 0 0 0,-26 5-35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2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1 202 2056 0 0,'16'-11'1270'0'0,"0"-2"-1"0"0,-1 0 1 0 0,0 0-1 0 0,-1-2 0 0 0,-1 0 1 0 0,18-24-1 0 0,0-6 4427 0 0,-30 43-5161 0 0,1-2 264 0 0,-1 0-1 0 0,1-1 1 0 0,0 1-1 0 0,0 0 1 0 0,5-6 0 0 0,-6 9-562 0 0,1-2 1192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3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15 1636 0 0,'7'-14'20455'0'0,"2"171"-15093"0"0,-42 390-2116 0 0,28-488-2958 0 0,-18 155 535 0 0,23-212-855 0 0,-2 12-2216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4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21 1272 0 0,'-2'-1'2334'0'0,"-43"-18"8073"0"0,45 21-10221 0 0,1 1 1 0 0,0 0-1 0 0,-1-1 1 0 0,1 1-1 0 0,0-1 1 0 0,0 1 0 0 0,0-1-1 0 0,1 1 1 0 0,-1-1-1 0 0,1 0 1 0 0,-1 0-1 0 0,1 0 1 0 0,0 0 0 0 0,0 0-1 0 0,2 2 1 0 0,38 31 349 0 0,-28-25-290 0 0,30 24 99 0 0,76 43 1 0 0,-90-60-749 0 0,2-1 0 0 0,-1-2 0 0 0,58 16 1 0 0,-80-27-2 0 0,-1-1 1 0 0,1 0-1 0 0,0 0 1 0 0,0-1 0 0 0,0 0-1 0 0,1-1 1 0 0,-1 0 0 0 0,0 0-1 0 0,0-1 1 0 0,0 0-1 0 0,0-1 1 0 0,0 0 0 0 0,0 0-1 0 0,-1-1 1 0 0,1 0 0 0 0,-1-1-1 0 0,1 0 1 0 0,-1 0 0 0 0,0-1-1 0 0,-1 1 1 0 0,1-2-1 0 0,10-9 1 0 0,-8 6 525 0 0,-1-1 0 0 0,0-1-1 0 0,0 0 1 0 0,-1 0 0 0 0,13-24-1 0 0,-10 11 2101 0 0,-2 0-1 0 0,10-31 1 0 0,-15 29 264 0 0,-4 25-2473 0 0,0 1-1 0 0,0 0 1 0 0,0 0 0 0 0,0 0 0 0 0,0 0-1 0 0,0 0 1 0 0,0 0 0 0 0,0 0 0 0 0,0 0 0 0 0,0-1-1 0 0,0 1 1 0 0,0 0 0 0 0,-1 0 0 0 0,1 0 0 0 0,0 0-1 0 0,0 0 1 0 0,0 0 0 0 0,0 0 0 0 0,0 0-1 0 0,0 0 1 0 0,0 0 0 0 0,-1 0 0 0 0,1 0 0 0 0,0 0-1 0 0,0 0 1 0 0,0 0 0 0 0,0 0 0 0 0,0 0 0 0 0,0 0-1 0 0,0 0 1 0 0,-1 0 0 0 0,1 0 0 0 0,0 0-1 0 0,0 0 1 0 0,0 0 0 0 0,0 0 0 0 0,0 0 0 0 0,0 0-1 0 0,-1 0 1 0 0,1 0 0 0 0,0 0 0 0 0,0 0 0 0 0,0 0-1 0 0,0 0 1 0 0,0 0 0 0 0,0 1 0 0 0,0-1-1 0 0,0 0 1 0 0,-1 0 0 0 0,-11 12 250 0 0,-30 41 87 0 0,-68 113 1 0 0,31-8-6859 0 0,72-141 2445 0 0,3-3-2028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4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78 2036 0 0,'-4'-1'2220'0'0,"-53"-15"9936"0"0,55 16-11927 0 0,0 0 1 0 0,0-1 0 0 0,0 1-1 0 0,0 0 1 0 0,0 1 0 0 0,0-1-1 0 0,0 0 1 0 0,0 0 0 0 0,1 1 0 0 0,-1-1-1 0 0,0 1 1 0 0,0 0 0 0 0,0-1-1 0 0,-2 3 1 0 0,-1 2 24 0 0,0 1 0 0 0,1 0 0 0 0,0 1 0 0 0,0-1 0 0 0,0 1 0 0 0,-3 10 0 0 0,-18 50 848 0 0,15-36-754 0 0,-42 122 529 0 0,-37 97-1557 0 0,89-248 628 0 0,-1 0 1 0 0,0 0-1 0 0,1-1 0 0 0,-1 1 1 0 0,0 0-1 0 0,0-1 0 0 0,-1 1 1 0 0,1 0-1 0 0,0-1 0 0 0,0 0 1 0 0,-1 1-1 0 0,-1 0 0 0 0,3-1 11 0 0,-1-1 0 0 0,0 0-1 0 0,1 1 1 0 0,-1-1 0 0 0,1 0 0 0 0,-1 0-1 0 0,0 1 1 0 0,1-1 0 0 0,-1 0-1 0 0,0 0 1 0 0,1 0 0 0 0,-1 0 0 0 0,0 0-1 0 0,1 0 1 0 0,-1 0 0 0 0,0 0-1 0 0,1 0 1 0 0,-1 0 0 0 0,0-1 0 0 0,1 1-1 0 0,-1 0 1 0 0,0 0 0 0 0,0-1-1 0 0,-1-1-41 0 0,-1 0-1 0 0,1 0 0 0 0,0 0 0 0 0,0 0 0 0 0,0 0 1 0 0,1 0-1 0 0,-1 0 0 0 0,1-1 0 0 0,-1 1 0 0 0,1-1 1 0 0,0 1-1 0 0,0-1 0 0 0,0 0 0 0 0,0 1 0 0 0,-1-5 1 0 0,-1-9-61 0 0,0 0 0 0 0,2 0 0 0 0,-1-1 1 0 0,2 1-1 0 0,0-1 0 0 0,4-23 1 0 0,24-98-162 0 0,-19 104 256 0 0,1 1 0 0 0,2 0 0 0 0,20-41 1 0 0,-25 62 38 0 0,0-1 1 0 0,0 1 0 0 0,1 0 0 0 0,1 1 0 0 0,0 0 0 0 0,1 0-1 0 0,0 1 1 0 0,0 0 0 0 0,1 1 0 0 0,22-15 0 0 0,-28 21 7 0 0,0 1 0 0 0,1-1 0 0 0,-1 1 0 0 0,1 0 0 0 0,0 0 1 0 0,-1 1-1 0 0,1 0 0 0 0,0 0 0 0 0,0 0 0 0 0,0 1 0 0 0,0 0 0 0 0,0 0 0 0 0,0 0 1 0 0,0 1-1 0 0,0 0 0 0 0,-1 0 0 0 0,1 0 0 0 0,0 1 0 0 0,0 0 0 0 0,-1 0 1 0 0,1 1-1 0 0,-1-1 0 0 0,0 1 0 0 0,0 0 0 0 0,9 7 0 0 0,-10-6 37 0 0,1 0 0 0 0,-1 0 1 0 0,1 0-1 0 0,-1 1 0 0 0,0-1 0 0 0,-1 1 0 0 0,1 0 0 0 0,-1 1 0 0 0,0-1 0 0 0,0 0 1 0 0,-1 1-1 0 0,1 0 0 0 0,-1-1 0 0 0,-1 1 0 0 0,1 0 0 0 0,-1 0 0 0 0,0 0 0 0 0,0 0 0 0 0,-1 0 1 0 0,1 0-1 0 0,-1 1 0 0 0,-1-1 0 0 0,1 0 0 0 0,-4 11 0 0 0,1-7 25 0 0,-1 0 1 0 0,0 0-1 0 0,0-1 0 0 0,-1 0 1 0 0,0 1-1 0 0,-1-2 0 0 0,0 1 0 0 0,-1-1 1 0 0,0 0-1 0 0,0 0 0 0 0,0 0 0 0 0,-1-1 1 0 0,-16 11-1 0 0,9-8 147 0 0,-1 0-1 0 0,0-2 1 0 0,0 0 0 0 0,-1 0 0 0 0,0-2-1 0 0,0 0 1 0 0,-22 5 0 0 0,-27 3 1537 0 0,64-13-1634 0 0,-5 1 42 0 0,-10 4-11 0 0,17-5-141 0 0,0-1 1 0 0,0 0-1 0 0,-1 0 0 0 0,1 1 0 0 0,0-1 0 0 0,0 0 0 0 0,0 0 0 0 0,-1 1 0 0 0,1-1 0 0 0,0 0 0 0 0,0 1 0 0 0,0-1 0 0 0,0 0 0 0 0,0 1 1 0 0,0-1-1 0 0,0 0 0 0 0,0 1 0 0 0,0-1 0 0 0,0 0 0 0 0,0 1 0 0 0,0-1 0 0 0,0 0 0 0 0,0 1 0 0 0,0-1 0 0 0,0 0 0 0 0,0 1 0 0 0,0-1 1 0 0,0 0-1 0 0,1 1 0 0 0,-1-1 0 0 0,0 0 0 0 0,0 1 0 0 0,0-1 0 0 0,0 0 0 0 0,1 0 0 0 0,-1 1 0 0 0,0-1 0 0 0,0 0 0 0 0,1 0 0 0 0,-1 0 1 0 0,0 1-1 0 0,1-1 0 0 0,-1 0 0 0 0,0 0 0 0 0,0 0 0 0 0,1 0 0 0 0,-1 1 0 0 0,0-1 0 0 0,1 0 0 0 0,209 151-2234 0 0,-102-75-6644 0 0,-86-63 3239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5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82 2268 0 0,'-8'-32'10351'0'0,"8"30"-10195"0"0,0 0 0 0 0,1 0 1 0 0,-1-1-1 0 0,0 1 0 0 0,1 0 0 0 0,0 0 0 0 0,-1 0 1 0 0,1 0-1 0 0,0 0 0 0 0,0 0 0 0 0,0 0 0 0 0,1 0 0 0 0,-1 0 1 0 0,0 1-1 0 0,1-1 0 0 0,-1 0 0 0 0,1 1 0 0 0,-1-1 0 0 0,1 1 1 0 0,0 0-1 0 0,-1-1 0 0 0,1 1 0 0 0,0 0 0 0 0,0 0 0 0 0,0 0 1 0 0,0 0-1 0 0,0 1 0 0 0,0-1 0 0 0,0 0 0 0 0,1 1 0 0 0,-1 0 1 0 0,0-1-1 0 0,3 1 0 0 0,0 0-89 0 0,-1 0 0 0 0,1 0 0 0 0,-1 1 0 0 0,1 0 0 0 0,-1 0 0 0 0,1 0 0 0 0,-1 0 0 0 0,1 1 0 0 0,-1 0 0 0 0,0 0 0 0 0,0 0 0 0 0,0 0 0 0 0,0 0 0 0 0,-1 1 0 0 0,1 0 0 0 0,6 6 0 0 0,-8-6 27 0 0,1-1 1 0 0,-1 1-1 0 0,-1 0 1 0 0,1 0-1 0 0,0 1 1 0 0,-1-1 0 0 0,1 0-1 0 0,-1 0 1 0 0,0 1-1 0 0,0-1 1 0 0,0 1-1 0 0,-1-1 1 0 0,1 1 0 0 0,-1-1-1 0 0,0 1 1 0 0,0-1-1 0 0,0 1 1 0 0,-1-1-1 0 0,1 1 1 0 0,-1-1 0 0 0,1 1-1 0 0,-1-1 1 0 0,-2 6-1 0 0,-3 4 369 0 0,0 0-1 0 0,0 0 0 0 0,-1 0 0 0 0,-1 0 1 0 0,0-1-1 0 0,-14 15 0 0 0,-65 60 1973 0 0,38-40-1953 0 0,49-47-481 0 0,-1 1 1 0 0,1-1-1 0 0,-1 0 0 0 0,1 1 0 0 0,-1-1 1 0 0,1 1-1 0 0,-1-1 0 0 0,1 1 1 0 0,0 0-1 0 0,-1-1 0 0 0,1 1 1 0 0,0-1-1 0 0,0 1 0 0 0,-1 0 1 0 0,1-1-1 0 0,0 1 0 0 0,0-1 1 0 0,0 1-1 0 0,0 0 0 0 0,0-1 1 0 0,0 1-1 0 0,0 0 0 0 0,0-1 1 0 0,0 1-1 0 0,0 0 0 0 0,0-1 1 0 0,0 1-1 0 0,0 0 0 0 0,1-1 1 0 0,-1 1-1 0 0,0-1 0 0 0,0 1 1 0 0,1 0-1 0 0,-1-1 0 0 0,0 1 1 0 0,1-1-1 0 0,-1 1 0 0 0,1-1 1 0 0,-1 1-1 0 0,1-1 0 0 0,-1 1 1 0 0,1-1-1 0 0,-1 0 0 0 0,1 1 1 0 0,-1-1-1 0 0,1 1 0 0 0,-1-1 1 0 0,1 0-1 0 0,0 0 0 0 0,-1 1 0 0 0,1-1 1 0 0,-1 0-1 0 0,1 0 0 0 0,1 0 1 0 0,40 11 7 0 0,-37-10-21 0 0,39 5-619 0 0,0-1-1 0 0,0-2 1 0 0,0-1 0 0 0,0-3 0 0 0,1-2 0 0 0,-1-2-1 0 0,50-11 1 0 0,-84 13-187 0 0,-1 1 0 0 0,1-2 0 0 0,0 1 0 0 0,10-7 0 0 0,-16 8-435 0 0,0 0-1 0 0,-1-1 0 0 0,1 1 1 0 0,-1-1-1 0 0,0 0 0 0 0,1 0 0 0 0,2-4 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5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127 224 1444 0 0,'-115'-29'19033'0'0,"113"29"-18571"0"0,-7-4 339 0 0,8 0-405 0 0,9 1-100 0 0,203-22 97 0 0,-13 3-2635 0 0,-194 21 2026 0 0,0 1 0 0 0,0-1 0 0 0,0 0 0 0 0,1 0 0 0 0,-1-1 0 0 0,0 1 1 0 0,0-1-1 0 0,-1 0 0 0 0,1 0 0 0 0,0 0 0 0 0,-1-1 0 0 0,1 1 0 0 0,-1-1 1 0 0,0 0-1 0 0,5-4 0 0 0,-7 5 151 0 0,0 0-1 0 0,-1 0 1 0 0,1 1 0 0 0,0-1 0 0 0,-1 0-1 0 0,1 0 1 0 0,-1 0 0 0 0,1 0 0 0 0,-1 0-1 0 0,0 0 1 0 0,0 1 0 0 0,0-1 0 0 0,0-4-1 0 0,-5-28 367 0 0,0 3 1005 0 0,5 29-1130 0 0,0 1-172 0 0,0 1 0 0 0,0 0 0 0 0,0 0 0 0 0,0 0 1 0 0,0-1-1 0 0,0 1 0 0 0,0 0 0 0 0,0 0 0 0 0,0 0 1 0 0,0-1-1 0 0,0 1 0 0 0,0 0 0 0 0,0 0 0 0 0,0 0 1 0 0,1-1-1 0 0,-1 1 0 0 0,0 0 0 0 0,0 0 0 0 0,0 0 0 0 0,0-1 1 0 0,0 1-1 0 0,0 0 0 0 0,1 0 0 0 0,-1 0 0 0 0,0 0 1 0 0,0 0-1 0 0,0-1 0 0 0,0 1 0 0 0,0 0 0 0 0,1 0 1 0 0,-1 0-1 0 0,0 0 0 0 0,0 0 0 0 0,1 0 0 0 0,3 2 5 0 0,-1 1-1 0 0,1 0 1 0 0,-1 0 0 0 0,1 0-1 0 0,-1 1 1 0 0,0-1-1 0 0,0 1 1 0 0,0 0-1 0 0,-1 0 1 0 0,1 0-1 0 0,-1 0 1 0 0,0 0-1 0 0,3 9 1 0 0,-1-3 18 0 0,-1 0 0 0 0,0 0 0 0 0,-1 1 0 0 0,0-1 0 0 0,0 13 0 0 0,-2-9-36 0 0,-1 0-1 0 0,0 0 1 0 0,-1 0-1 0 0,-1-1 1 0 0,0 1-1 0 0,-1-1 1 0 0,0 0-1 0 0,-1 0 1 0 0,-12 22-1 0 0,3-10-1461 0 0,-1-2 0 0 0,-1 0 1 0 0,-34 39-1 0 0,33-45-2558 0 0,0-3-1986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6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182 310 1668 0 0,'-2'-2'2185'0'0,"-33"-40"10201"0"0,34 43-12356 0 0,0-1 0 0 0,1 0 1 0 0,-1 1-1 0 0,0-1 0 0 0,1 0 0 0 0,-1 1 1 0 0,0-1-1 0 0,1 1 0 0 0,-1-1 1 0 0,1 1-1 0 0,-1 0 0 0 0,1-1 0 0 0,-1 1 1 0 0,1-1-1 0 0,-1 1 0 0 0,1 0 0 0 0,0-1 1 0 0,-1 1-1 0 0,1 0 0 0 0,0 0 1 0 0,-1-1-1 0 0,1 1 0 0 0,0 0 0 0 0,0 0 1 0 0,0-1-1 0 0,0 3 0 0 0,-3 21 782 0 0,3-24-807 0 0,-8 97 1505 0 0,-42 188 0 0 0,46-261-1416 0 0,3-17 82 0 0,0-1 0 0 0,-1 1-1 0 0,1 0 1 0 0,-1-1 0 0 0,-5 10-1 0 0,6-14 73 0 0,1-2-241 0 0,0 0 1 0 0,0 0-1 0 0,0 1 0 0 0,0-1 0 0 0,0 0 0 0 0,0 0 0 0 0,0 1 0 0 0,0-1 0 0 0,0 0 0 0 0,-1 0 0 0 0,1 0 0 0 0,0 0 0 0 0,0 1 1 0 0,0-1-1 0 0,0 0 0 0 0,0 0 0 0 0,-1 0 0 0 0,1 0 0 0 0,0 1 0 0 0,0-1 0 0 0,0 0 0 0 0,0 0 0 0 0,-1 0 0 0 0,1 0 0 0 0,0 0 0 0 0,0 0 1 0 0,-1 0-1 0 0,1 0 0 0 0,0 0 0 0 0,0 1 0 0 0,0-1 0 0 0,-1 0 0 0 0,1 0 0 0 0,0 0 0 0 0,0 0 0 0 0,-1 0 0 0 0,1 0 0 0 0,0-1 1 0 0,0 1-1 0 0,0 0 0 0 0,-1 0 0 0 0,1 0 0 0 0,0 0 0 0 0,0 0 0 0 0,0 0 0 0 0,-1 0 0 0 0,1 0 0 0 0,0 0 0 0 0,0-1 0 0 0,0 1 1 0 0,-1 0-1 0 0,1 0 0 0 0,0 0 0 0 0,0 0 0 0 0,0-1 0 0 0,0 1 0 0 0,0 0 0 0 0,-1 0 0 0 0,1 0 0 0 0,0-1 0 0 0,0 1 0 0 0,-11-12 110 0 0,4-5-83 0 0,1 0 0 0 0,1 0 0 0 0,1-1 0 0 0,1 0 0 0 0,0 0 0 0 0,1 0 0 0 0,1 0 0 0 0,2-30 0 0 0,2 8-43 0 0,2 1-1 0 0,19-73 1 0 0,-15 79-10 0 0,2 0-1 0 0,1 2 1 0 0,1-1 0 0 0,33-53 0 0 0,-38 72 2 0 0,0 0-1 0 0,2 0 1 0 0,-1 1 0 0 0,2 1-1 0 0,-1 0 1 0 0,2 0 0 0 0,-1 1 0 0 0,2 0-1 0 0,-1 1 1 0 0,1 0 0 0 0,0 2-1 0 0,27-13 1 0 0,-31 17 8 0 0,-1 1 0 0 0,1 0 0 0 0,-1 1 0 0 0,1 0 0 0 0,-1 0 0 0 0,1 1-1 0 0,0 0 1 0 0,-1 0 0 0 0,1 1 0 0 0,-1 0 0 0 0,1 1 0 0 0,-1 0 0 0 0,1 0 0 0 0,-1 1 0 0 0,0 0 0 0 0,0 0 0 0 0,11 7 0 0 0,-12-6 3 0 0,1 1 1 0 0,0 0 0 0 0,-1 0 0 0 0,0 1 0 0 0,0-1-1 0 0,-1 2 1 0 0,0-1 0 0 0,0 1 0 0 0,0 0 0 0 0,-1 0-1 0 0,0 1 1 0 0,0-1 0 0 0,-1 1 0 0 0,0 0-1 0 0,0 0 1 0 0,4 15 0 0 0,-7-17 7 0 0,0-1-1 0 0,0 1 1 0 0,0 0-1 0 0,-1 0 1 0 0,0 0 0 0 0,0 0-1 0 0,-1-1 1 0 0,0 1 0 0 0,0 0-1 0 0,0 0 1 0 0,-4 9-1 0 0,2-6 9 0 0,-1-1-1 0 0,-1 1 1 0 0,1-1-1 0 0,-1 1 1 0 0,-1-1-1 0 0,-9 11 0 0 0,1-5 14 0 0,-1 0-1 0 0,0-1 0 0 0,0 0 0 0 0,-1-1 0 0 0,-1-1 0 0 0,-21 11 0 0 0,14-12 4 0 0,0 0-1 0 0,-1-2 1 0 0,-47 10 0 0 0,1 0 241 0 0,24-10-97 0 0,44-7-141 0 0,6 8-46 0 0,4 2 5 0 0,29 24-32 0 0,53 69-1 0 0,5 6-1998 0 0,-78-94 483 0 0,1 0 1 0 0,22 15-1 0 0,-34-28 850 0 0,24 15-1340 0 0,-4-11-4334 0 0,-6-6 1413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7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95 1660 0 0,'4'-16'7047'0'0,"-2"10"-5548"0"0,0 0-1 0 0,-1 0 1 0 0,2 0 0 0 0,-1 0 0 0 0,1 0-1 0 0,5-8 1 0 0,-6 11-1352 0 0,0 1 1 0 0,0 0-1 0 0,0 0 0 0 0,0 0 0 0 0,0 0 1 0 0,0 0-1 0 0,1 1 0 0 0,-1-1 0 0 0,1 1 0 0 0,-1-1 1 0 0,1 1-1 0 0,-1 0 0 0 0,1 0 0 0 0,0 0 0 0 0,0 0 1 0 0,-1 0-1 0 0,1 1 0 0 0,4-1 0 0 0,-3 1-91 0 0,0-1 0 0 0,0 1 0 0 0,0 0 1 0 0,0 1-1 0 0,0-1 0 0 0,-1 1 0 0 0,1-1 0 0 0,0 1 0 0 0,0 1 0 0 0,0-1 0 0 0,0 0 0 0 0,-1 1 0 0 0,1 0 0 0 0,-1 0 0 0 0,1 0 0 0 0,-1 0 0 0 0,0 0 0 0 0,1 1 0 0 0,-1-1 0 0 0,0 1 0 0 0,-1 0 0 0 0,1 0 1 0 0,-1 0-1 0 0,1 0 0 0 0,-1 1 0 0 0,0-1 0 0 0,0 1 0 0 0,0-1 0 0 0,-1 1 0 0 0,1 0 0 0 0,-1 0 0 0 0,0-1 0 0 0,0 1 0 0 0,0 0 0 0 0,0 0 0 0 0,-1 0 0 0 0,0 0 0 0 0,0 0 0 0 0,0 0 0 0 0,0 0 0 0 0,0 0 0 0 0,-1 0 1 0 0,-1 7-1 0 0,-1-1 95 0 0,-1 0 0 0 0,0 1 0 0 0,0-1 1 0 0,-1 0-1 0 0,0-1 0 0 0,-1 1 0 0 0,-13 15 1 0 0,-57 57 1062 0 0,21-24-510 0 0,54-58-702 0 0,0 0 1 0 0,1 1 0 0 0,-1-1-1 0 0,1 1 1 0 0,-1-1-1 0 0,1 1 1 0 0,-1-1 0 0 0,1 1-1 0 0,-1 0 1 0 0,1-1-1 0 0,-1 1 1 0 0,1-1 0 0 0,0 1-1 0 0,-1 0 1 0 0,1 0-1 0 0,0-1 1 0 0,0 1 0 0 0,-1 0-1 0 0,1-1 1 0 0,0 1-1 0 0,0 0 1 0 0,0 0 0 0 0,0-1-1 0 0,0 1 1 0 0,0 0-1 0 0,0 0 1 0 0,0-1 0 0 0,0 1-1 0 0,1 1 1 0 0,0-1 2 0 0,1-1 1 0 0,-1 1-1 0 0,1 0 1 0 0,0-1-1 0 0,0 1 1 0 0,-1-1-1 0 0,1 1 0 0 0,0-1 1 0 0,0 0-1 0 0,2 0 1 0 0,-3 0-6 0 0,28 2-861 0 0,0-2 0 0 0,57-7-1 0 0,-49 4 170 0 0,133-23-4473 0 0,-59 1-3044 0 0,-53 10-465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7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57 129 2368 0 0,'-56'-27'14848'0'0,"57"25"-14356"0"0,2 1-407 0 0,-1-1-1 0 0,0 0 1 0 0,0 0 0 0 0,1 1 0 0 0,-1-1 0 0 0,1 1 0 0 0,0 0 0 0 0,-1 0 0 0 0,1 0-1 0 0,0 0 1 0 0,0 0 0 0 0,3 0 0 0 0,43-5 286 0 0,-28 4-233 0 0,58-5-36 0 0,46-8-997 0 0,-65 0-2512 0 0,-49 11 1677 0 0,0-1 1 0 0,-1 0 0 0 0,12-7 0 0 0,-7 0-4070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7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22 2684 0 0,'-23'-13'8032'0'0,"2"4"-3803"0"0,21 9-4112 0 0,-1 1 1 0 0,1-1-1 0 0,-1 0 0 0 0,0 0 1 0 0,1 0-1 0 0,-1 0 1 0 0,1 0-1 0 0,-1 0 1 0 0,0 1-1 0 0,1-1 1 0 0,-1 0-1 0 0,1 1 1 0 0,-1-1-1 0 0,1 0 0 0 0,-1 1 1 0 0,1-1-1 0 0,-1 0 1 0 0,1 1-1 0 0,-1-1 1 0 0,1 1-1 0 0,0-1 1 0 0,-1 1-1 0 0,1-1 0 0 0,0 1 1 0 0,-1-1-1 0 0,1 1 1 0 0,0 0-1 0 0,-8 18 1619 0 0,7-17-1503 0 0,-4 13 1285 0 0,1-1 0 0 0,-3 30 0 0 0,0 73 869 0 0,6-78-1947 0 0,-4 85 340 0 0,0 10-1926 0 0,3-44-3717 0 0,9-47-1055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8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54 159 996 0 0,'16'-42'11850'0'0,"-13"31"-10399"0"0,0 1-1 0 0,1 0 1 0 0,8-14-1 0 0,-10 20-1326 0 0,0 0 0 0 0,1 1-1 0 0,0-1 1 0 0,0 1 0 0 0,0 0 0 0 0,0 0 0 0 0,1 0 0 0 0,-1 0 0 0 0,1 0-1 0 0,0 1 1 0 0,0 0 0 0 0,4-3 0 0 0,2 1-88 0 0,1 1 0 0 0,-1-1 0 0 0,1 2 0 0 0,0-1 0 0 0,0 2 0 0 0,0-1 0 0 0,0 2 0 0 0,0-1 0 0 0,1 1 0 0 0,-1 1 0 0 0,0 0 0 0 0,0 1 0 0 0,0 0 0 0 0,0 0 0 0 0,-1 2 0 0 0,1-1 0 0 0,-1 1 0 0 0,1 0 0 0 0,11 8 0 0 0,-15-8-24 0 0,-1-1 0 0 0,1 2 0 0 0,-1-1-1 0 0,0 1 1 0 0,0 0 0 0 0,0 0-1 0 0,-1 1 1 0 0,0-1 0 0 0,0 1 0 0 0,0 0-1 0 0,-1 1 1 0 0,0-1 0 0 0,0 1-1 0 0,0 0 1 0 0,-1 0 0 0 0,0 0-1 0 0,-1 0 1 0 0,1 1 0 0 0,-1-1 0 0 0,-1 1-1 0 0,1-1 1 0 0,-1 1 0 0 0,-1 0-1 0 0,0-1 1 0 0,0 1 0 0 0,0 0 0 0 0,-1-1-1 0 0,-2 13 1 0 0,-3-2 56 0 0,0 0 0 0 0,0 0 0 0 0,-2-1 0 0 0,0 0 0 0 0,-2 0 0 0 0,1-1 0 0 0,-2 0 0 0 0,0-1 0 0 0,-21 22 0 0 0,-7 3 860 0 0,-86 68 1 0 0,-51 24 981 0 0,173-129-1882 0 0,2-3-22 0 0,1 1-1 0 0,-1-1 1 0 0,1 0 0 0 0,-1 1 0 0 0,1-1 0 0 0,-1 1-1 0 0,1 0 1 0 0,-1-1 0 0 0,1 1 0 0 0,-1-1-1 0 0,1 1 1 0 0,0 0 0 0 0,-1-1 0 0 0,1 1-1 0 0,0 0 1 0 0,-1 0 0 0 0,1 0 3 0 0,0 0 0 0 0,0 0-1 0 0,0-1 1 0 0,-1 1 0 0 0,1 0 0 0 0,0-1 0 0 0,0 1-1 0 0,0 0 1 0 0,0 0 0 0 0,0-1 0 0 0,0 1-1 0 0,1 0 1 0 0,-1-1 0 0 0,0 1 0 0 0,0 0 0 0 0,0 0-1 0 0,1-1 1 0 0,-1 1 0 0 0,0 0 0 0 0,1-1 0 0 0,-1 1-1 0 0,0-1 1 0 0,1 1 0 0 0,-1 0 0 0 0,1-1-1 0 0,-1 1 1 0 0,1-1 0 0 0,-1 1 0 0 0,2 0 0 0 0,15 6 86 0 0,-14-6-50 0 0,15 5 7 0 0,1-1 0 0 0,-1-1 0 0 0,1 0 0 0 0,36 1 0 0 0,80-5 2 0 0,-105-1-41 0 0,37-2 148 0 0,73-12 0 0 0,-128 13-226 0 0,-1 0-1 0 0,0-1 0 0 0,0-1 1 0 0,20-9-1 0 0,-2-4-4139 0 0,-6-7-6131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9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290 240 2104 0 0,'-20'-90'23363'0'0,"19"93"-22828"0"0,-6 19 422 0 0,1 1 0 0 0,-3 34 0 0 0,-4 12 37 0 0,-10 28-550 0 0,-4-1 0 0 0,-5-1 1 0 0,-52 111-1 0 0,68-170 554 0 0,10-27-884 0 0,-2-5-103 0 0,6-5-11 0 0,0 0 0 0 0,1 0 0 0 0,-1 0 0 0 0,0 0 0 0 0,1 0 0 0 0,-1 0 0 0 0,1 0 0 0 0,-1 0 0 0 0,1-1 0 0 0,-1 1 0 0 0,1 0 0 0 0,0-1 0 0 0,0 0 0 0 0,-1 1 0 0 0,1-1 0 0 0,0 0 0 0 0,1 1 0 0 0,-1-1 0 0 0,0 0 0 0 0,0 0 0 0 0,1 0 0 0 0,-1-3 0 0 0,-2-3 0 0 0,1-1 0 0 0,1 0 0 0 0,-1-16 0 0 0,2-8 0 0 0,1 1 0 0 0,2-1 0 0 0,2 0 0 0 0,13-52 0 0 0,0 25 0 0 0,38-87 0 0 0,-40 111 0 0 0,2 0 0 0 0,2 0 0 0 0,1 2 0 0 0,27-33 0 0 0,-37 53 0 0 0,0 0 0 0 0,2 1 0 0 0,-1 1 0 0 0,2 0 0 0 0,-1 1 0 0 0,2 0 0 0 0,-1 1 0 0 0,2 1 0 0 0,-1 0 0 0 0,1 1 0 0 0,26-10 0 0 0,-34 16 0 0 0,0 1 0 0 0,0-1 0 0 0,0 1 0 0 0,1 1 0 0 0,-1 0 0 0 0,0 0 0 0 0,0 0 0 0 0,0 1 0 0 0,0 0 0 0 0,0 1 0 0 0,0 0 0 0 0,0 0 0 0 0,0 1 0 0 0,-1-1 0 0 0,1 2 0 0 0,-1-1 0 0 0,0 1 0 0 0,1 0 0 0 0,11 11 0 0 0,-14-12 0 0 0,-1 1 0 0 0,0 0 0 0 0,0 0 0 0 0,0 0 0 0 0,-1 0 0 0 0,1 1 0 0 0,-1-1 0 0 0,0 1 0 0 0,0 0 0 0 0,-1 0 0 0 0,1 0 0 0 0,-1 0 0 0 0,0 0 0 0 0,-1 1 0 0 0,1-1 0 0 0,-1 1 0 0 0,0-1 0 0 0,-1 1 0 0 0,1-1 0 0 0,-1 1 0 0 0,0 0 0 0 0,0-1 0 0 0,-1 1 0 0 0,0-1 0 0 0,0 1 0 0 0,0-1 0 0 0,0 1 0 0 0,-1-1 0 0 0,-4 9 0 0 0,-1 0 0 0 0,-1-1 0 0 0,0 0 0 0 0,-1 0 0 0 0,-1-1 0 0 0,0 0 0 0 0,0-1 0 0 0,-1 0 0 0 0,-1 0 0 0 0,-16 11 0 0 0,-3 0 0 0 0,-1-2 0 0 0,-59 28 0 0 0,41-25 0 0 0,36-16 0 0 0,1-3 0 0 0,3 1 0 0 0,-1 2 0 0 0,10-7-5 0 0,0 1-1 0 0,0-1 1 0 0,1 1-1 0 0,-1 0 1 0 0,0-1 0 0 0,0 1-1 0 0,1 0 1 0 0,-1 0 0 0 0,0-1-1 0 0,1 1 1 0 0,-1 0-1 0 0,0 0 1 0 0,1 0 0 0 0,-1 0-1 0 0,1 0 1 0 0,0 0-1 0 0,-1 0 1 0 0,1 0 0 0 0,0 0-1 0 0,0 0 1 0 0,-1 0-1 0 0,1 0 1 0 0,0 0 0 0 0,0 0-1 0 0,0 0 1 0 0,0 0 0 0 0,1 0-1 0 0,-1 0 1 0 0,0 1-1 0 0,0-1 1 0 0,0 0 0 0 0,1 0-1 0 0,-1 0 1 0 0,1 0-1 0 0,-1-1 1 0 0,1 1 0 0 0,-1 0-1 0 0,2 1 1 0 0,-1 2-16 0 0,12 24-519 0 0,0-1 0 0 0,2 0 0 0 0,28 39 0 0 0,-30-46-1357 0 0,-2-5-475 0 0,0 0 1 0 0,1 0 0 0 0,16 14 0 0 0,3-3-5975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49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64 3092 0 0,'39'-59'27871'0'0,"-38"58"-27353"0"0,4-3 338 0 0,-4 5-835 0 0,-1-1-1 0 0,0 1 1 0 0,1-1-1 0 0,-1 1 1 0 0,1-1-1 0 0,-1 1 1 0 0,0 0-1 0 0,1-1 0 0 0,-1 1 1 0 0,0-1-1 0 0,0 1 1 0 0,0 0-1 0 0,1-1 1 0 0,-1 1-1 0 0,0-1 1 0 0,0 1-1 0 0,0 0 1 0 0,0-1-1 0 0,0 1 1 0 0,0 1-1 0 0,0 14-20 0 0,-1 0 0 0 0,0 0 0 0 0,-1 0 0 0 0,0 0 0 0 0,-2-1 0 0 0,-6 22 0 0 0,-2 10 0 0 0,4-13-376 0 0,-12 55-3592 0 0,-17 122-10906 0 0,31-162 3729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52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17 1788 0 0,'3'-1'3092'0'0,"45"-15"9441"0"0,-49 17-12456 0 0,1 0 0 0 0,-1-1-1 0 0,1 1 1 0 0,-1 0 0 0 0,0 0 0 0 0,1-1-1 0 0,-1 1 1 0 0,0-1 0 0 0,0 1 0 0 0,0-1 0 0 0,0 1-1 0 0,1-1 1 0 0,-1 1 0 0 0,0-1 0 0 0,0 0 0 0 0,0 1-1 0 0,0-1 1 0 0,0 0 0 0 0,-1 0 0 0 0,-24 6 695 0 0,23-5-745 0 0,-155 18 1071 0 0,117-16-1047 0 0,1 1-1 0 0,-1 2 1 0 0,-72 22 0 0 0,108-26 19 0 0,-1 0 0 0 0,1 1 0 0 0,0 0 0 0 0,1 0 0 0 0,-1 0 0 0 0,0 1 0 0 0,1-1-1 0 0,0 1 1 0 0,0 0 0 0 0,0 0 0 0 0,0 1 0 0 0,1-1 0 0 0,-1 1 0 0 0,1 0 0 0 0,0 0 0 0 0,1 0 0 0 0,-1 0 0 0 0,1 0 0 0 0,0 1 0 0 0,0-1 0 0 0,-1 11 0 0 0,-2 10 792 0 0,2-1-1 0 0,1 1 0 0 0,2 42 1 0 0,0-38-554 0 0,22 532 3868 0 0,-8-291-3032 0 0,-17 489-39 0 0,8-174-1105 0 0,1-370 0 0 0,-3 301 0 0 0,-4-317 0 0 0,-2 14 0 0 0,2-153 0 0 0,0-46 0 0 0,1-3 0 0 0,0-1 0 0 0,0 1 0 0 0,0-1 0 0 0,1-2 0 0 0,0 0 0 0 0,-1-8 0 0 0,0-1 0 0 0,0 0 0 0 0,1 1 0 0 0,-1-1 0 0 0,0 0 0 0 0,0 1 0 0 0,0-1 0 0 0,0 0 0 0 0,0 1 0 0 0,0-1 0 0 0,1 0 0 0 0,-1 1 0 0 0,0-1 0 0 0,0 0 0 0 0,1 0 0 0 0,-1 1 0 0 0,0-1 0 0 0,0 0 0 0 0,1 0 0 0 0,-1 1 0 0 0,0-1 0 0 0,1 0 0 0 0,-1 0 0 0 0,0 0 0 0 0,1 1 0 0 0,20 0 0 0 0,367-30-1803 0 0,-274 16 1052 0 0,-70 8-427 0 0,209-24-4712 0 0,-87-1-4999 0 0,-104 14 1037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58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60 1392 0 0,'-3'0'3142'0'0,"-9"0"-1923"0"0,9 0-217 0 0,-1 0-98 0 0,-24-1 1615 0 0,26 0-1585 0 0,-1 1-524 0 0,-18-1 1989 0 0,14-4-311 0 0,7 5-2078 0 0,0-1 1 0 0,0 0 0 0 0,1 1 0 0 0,-1-1 0 0 0,1 1 0 0 0,-1-1-1 0 0,0 1 1 0 0,1-1 0 0 0,-1 1 0 0 0,1 0 0 0 0,-1-1 0 0 0,1 1 0 0 0,-1-1-1 0 0,1 1 1 0 0,-1 0 0 0 0,1-1 0 0 0,-1 1 0 0 0,1 0 0 0 0,1-1-1 0 0,14-6 29 0 0,1 0-1 0 0,0 1 1 0 0,1 0-1 0 0,0 2 1 0 0,-1 0-1 0 0,1 1 1 0 0,36-2-1 0 0,-44 5-38 0 0,0 0-1 0 0,0 0 1 0 0,0 1 0 0 0,0 0-1 0 0,0 1 1 0 0,0 0 0 0 0,-1 1-1 0 0,1 0 1 0 0,-1 0-1 0 0,1 1 1 0 0,-1 0 0 0 0,-1 1-1 0 0,1 0 1 0 0,-1 0 0 0 0,1 1-1 0 0,9 9 1 0 0,-15-12 2 0 0,0 0 0 0 0,0 0 0 0 0,-1 1 0 0 0,1-1 0 0 0,-1 1 1 0 0,1 0-1 0 0,-1-1 0 0 0,0 1 0 0 0,0 0 0 0 0,-1 0 0 0 0,0 1 0 0 0,1-1 0 0 0,-1 0 0 0 0,0 0 1 0 0,-1 1-1 0 0,1-1 0 0 0,-1 6 0 0 0,0-4 2 0 0,-1 1-1 0 0,0-1 1 0 0,-1 1 0 0 0,0-1 0 0 0,0 1-1 0 0,0-1 1 0 0,0 0 0 0 0,-1 0 0 0 0,0 0-1 0 0,-5 7 1 0 0,-5 4 32 0 0,0 0-1 0 0,-1-1 1 0 0,-1 0 0 0 0,-1-1 0 0 0,-31 23-1 0 0,11-7 200 0 0,35-30-194 0 0,2 0-44 0 0,-1-1 0 0 0,1 1 1 0 0,-1 0-1 0 0,1 0 0 0 0,-1-1 1 0 0,1 1-1 0 0,0 0 0 0 0,-1-1 0 0 0,1 1 1 0 0,0-1-1 0 0,0 1 0 0 0,-1-1 1 0 0,1 1-1 0 0,0-1 0 0 0,0 0 1 0 0,0 1-1 0 0,0-1 0 0 0,-1 0 1 0 0,1 1-1 0 0,0-1 0 0 0,1 0 1 0 0,26 6-30 0 0,-22-5 24 0 0,9 3 6 0 0,-1 1 1 0 0,0 0 0 0 0,-1 1-1 0 0,0 0 1 0 0,1 1 0 0 0,-2 0-1 0 0,1 2 1 0 0,-1-1-1 0 0,-1 1 1 0 0,14 13 0 0 0,-24-20 22 0 0,1-1 1 0 0,-1 0 0 0 0,0 1 0 0 0,0-1-1 0 0,0 1 1 0 0,1-1 0 0 0,-1 1 0 0 0,-1 0-1 0 0,1-1 1 0 0,0 1 0 0 0,0 0 0 0 0,-1 0-1 0 0,1-1 1 0 0,-1 1 0 0 0,1 0-1 0 0,-1 0 1 0 0,0 0 0 0 0,0 0 0 0 0,0 0-1 0 0,0 0 1 0 0,0 0 0 0 0,0-1 0 0 0,0 1-1 0 0,-1 0 1 0 0,1 0 0 0 0,-1 0 0 0 0,1 0-1 0 0,-1-1 1 0 0,0 1 0 0 0,0 0 0 0 0,0 0-1 0 0,0-1 1 0 0,0 1 0 0 0,0-1 0 0 0,0 1-1 0 0,0-1 1 0 0,-1 0 0 0 0,-2 3 0 0 0,-1 1 99 0 0,-1 0 1 0 0,0-1-1 0 0,0 1 1 0 0,0-1-1 0 0,-1-1 1 0 0,1 1-1 0 0,-1-1 1 0 0,-10 3-1 0 0,-17 3 47 0 0,0-1 0 0 0,0-2 1 0 0,0-1-1 0 0,-1-2 0 0 0,1-2 0 0 0,-53-4 1 0 0,-86-22-1342 0 0,170 25 478 0 0,-2-1-247 0 0,-1 0-182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3:59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1488 0 0,'12'-17'4819'0'0,"-12"16"-4614"0"0,1-1 0 0 0,0 1 0 0 0,0-1 0 0 0,-1 1 0 0 0,1 0-1 0 0,0-1 1 0 0,0 1 0 0 0,0 0 0 0 0,1 0 0 0 0,-1-1-1 0 0,0 1 1 0 0,0 0 0 0 0,0 0 0 0 0,1 1 0 0 0,-1-1-1 0 0,1 0 1 0 0,-1 0 0 0 0,3 0 0 0 0,-3 2-129 0 0,0 1 0 0 0,0-1 0 0 0,0 1 0 0 0,0-1 0 0 0,-1 1 0 0 0,1 0 0 0 0,0-1 0 0 0,-1 1 0 0 0,1 0 0 0 0,-1-1 0 0 0,0 1-1 0 0,0 0 1 0 0,0 0 0 0 0,0 1 0 0 0,-18 109 1221 0 0,0 0-728 0 0,16-94-507 0 0,1-1 1 0 0,1 1-1 0 0,0 0 1 0 0,4 22 0 0 0,-2-34-40 0 0,-1 0 1 0 0,1 0 0 0 0,0-1 0 0 0,0 1 0 0 0,1 0 0 0 0,0-1 0 0 0,0 1 0 0 0,0-1 0 0 0,1 0 0 0 0,-1 0 0 0 0,1-1-1 0 0,0 1 1 0 0,7 5 0 0 0,-5-4 8 0 0,1-1-1 0 0,1 0 1 0 0,-1 0-1 0 0,1 0 1 0 0,0-1-1 0 0,0 0 1 0 0,0 0-1 0 0,12 3 1 0 0,-14-7-2 0 0,-2 1-22 0 0,1-1 0 0 0,-1 0 0 0 0,1 0 1 0 0,-1 0-1 0 0,0-1 0 0 0,1 1 0 0 0,-1-1 0 0 0,1 0 1 0 0,-1 0-1 0 0,0-1 0 0 0,1 1 0 0 0,-1-1 1 0 0,0 0-1 0 0,0 0 0 0 0,-1-1 0 0 0,1 1 0 0 0,4-4 1 0 0,-3 0-4 0 0,1 0 1 0 0,-1 0 0 0 0,0-1-1 0 0,0 0 1 0 0,-1 0 0 0 0,5-10-1 0 0,-3 7 2 0 0,10-23 920 0 0,-1-2 1 0 0,11-39-1 0 0,-25 69-832 0 0,0 4 59 0 0,-2 17 450 0 0,-43 278 2376 0 0,39-248-2931 0 0,2-31-207 0 0,1 1-1 0 0,0-1 1 0 0,1 0 0 0 0,1 0-1 0 0,1 1 1 0 0,3 23-1 0 0,-3-36-86 0 0,0-1 0 0 0,-1 1-1 0 0,1-1 1 0 0,0 1-1 0 0,1-1 1 0 0,-1 0-1 0 0,0 0 1 0 0,1 0-1 0 0,-1 0 1 0 0,1 0-1 0 0,-1 0 1 0 0,1 0-1 0 0,3 3 1 0 0,-3-4-283 0 0,0 0 0 0 0,-1 0 0 0 0,1 0 0 0 0,0-1 0 0 0,-1 1 1 0 0,1 0-1 0 0,0-1 0 0 0,-1 1 0 0 0,1-1 0 0 0,0 0 0 0 0,0 0 0 0 0,0 0 1 0 0,0 1-1 0 0,-1-2 0 0 0,3 1 0 0 0,22-3-5100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00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238 167 1112 0 0,'216'-153'17674'0'0,"-197"139"-15833"0"0,-31 23-370 0 0,-73 57-704 0 0,-116 114 1 0 0,171-150-732 0 0,1 2-1 0 0,-28 38 1 0 0,50-60-34 0 0,0 1 1 0 0,1-1-1 0 0,0 1 1 0 0,0 1-1 0 0,1-1 1 0 0,1 1-1 0 0,0 0 1 0 0,0 0-1 0 0,1 0 1 0 0,1 0-1 0 0,-2 24 1 0 0,4-32 8 0 0,0 0 1 0 0,0 0 0 0 0,0 0 0 0 0,1 0 0 0 0,0 1 0 0 0,0-1 0 0 0,0 0 0 0 0,0 0 0 0 0,1 0 0 0 0,-1-1 0 0 0,1 1 0 0 0,0 0-1 0 0,0-1 1 0 0,0 1 0 0 0,1-1 0 0 0,-1 1 0 0 0,1-1 0 0 0,0 0 0 0 0,0 0 0 0 0,0 0 0 0 0,0-1 0 0 0,0 1 0 0 0,5 2 0 0 0,-1-2 2 0 0,0 0 0 0 0,0 0 0 0 0,0-1 0 0 0,0 0 0 0 0,0 0 0 0 0,1-1 1 0 0,-1 1-1 0 0,0-2 0 0 0,1 1 0 0 0,-1-1 0 0 0,1 0 0 0 0,9-2 1 0 0,3 0 167 0 0,0-1 0 0 0,0-1 0 0 0,0-1 0 0 0,0-1 1 0 0,-1 0-1 0 0,1-2 0 0 0,-2 0 0 0 0,1-1 1 0 0,28-19-1 0 0,-45 27-154 0 0,-1 0-1 0 0,1 0 1 0 0,-1 0 0 0 0,1 0 0 0 0,-1 0 0 0 0,0 0 0 0 0,1 0 0 0 0,-1-1-1 0 0,0 1 1 0 0,0-1 0 0 0,0 1 0 0 0,0-1 0 0 0,0 1 0 0 0,0-1 0 0 0,0 1-1 0 0,-1-1 1 0 0,1 0 0 0 0,-1 1 0 0 0,1-1 0 0 0,-1 0 0 0 0,1 0 0 0 0,-1 1 0 0 0,0-1-1 0 0,0 0 1 0 0,0 0 0 0 0,0 0 0 0 0,0-2 0 0 0,-2 2-26 0 0,0 1 0 0 0,0 0 0 0 0,0 0 0 0 0,0-1 0 0 0,0 1 0 0 0,0 0 0 0 0,0 0 0 0 0,0 1 0 0 0,0-1 0 0 0,0 0 0 0 0,0 1 0 0 0,-1 0 0 0 0,-3-1 0 0 0,-7-1-728 0 0,-1 1 0 0 0,1 0 0 0 0,-1 1 0 0 0,1 0 0 0 0,-21 4-1 0 0,11 0-1196 0 0,-20 3-5076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04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57 244 0 0,'8'-6'4914'0'0,"28"-30"3987"0"0,-26 22-2951 0 0,-19 20-5763 0 0,0 0 0 0 0,0 1 1 0 0,1 0-1 0 0,0 0 1 0 0,1 1-1 0 0,-9 10 1 0 0,-39 60 812 0 0,36-51-715 0 0,-6 10 6 0 0,1 1-1 0 0,-26 56 0 0 0,44-80-254 0 0,0-1 0 0 0,1 1 0 0 0,1 0 0 0 0,0 0-1 0 0,1 1 1 0 0,0-1 0 0 0,1 1 0 0 0,1-1 0 0 0,1 1-1 0 0,0 0 1 0 0,2 19 0 0 0,-1-29-13 0 0,0 0 1 0 0,1 0-1 0 0,0-1 0 0 0,-1 1 1 0 0,2 0-1 0 0,-1-1 1 0 0,0 1-1 0 0,1-1 0 0 0,0 0 1 0 0,0 0-1 0 0,0 0 0 0 0,1 0 1 0 0,-1-1-1 0 0,7 6 1 0 0,-7-7-10 0 0,0 0 0 0 0,0 0 0 0 0,0 0 0 0 0,1 0 0 0 0,-1-1 0 0 0,0 1 0 0 0,0-1 0 0 0,1 0 0 0 0,-1 0 0 0 0,1 0 0 0 0,-1-1 0 0 0,1 1 0 0 0,0-1 0 0 0,-1 0 0 0 0,1 0 1 0 0,-1 0-1 0 0,1 0 0 0 0,0-1 0 0 0,-1 1 0 0 0,1-1 0 0 0,-1 0 0 0 0,5-2 0 0 0,1-1 144 0 0,-1 1 0 0 0,0-2 0 0 0,0 1 0 0 0,-1-1 0 0 0,1-1-1 0 0,-1 1 1 0 0,11-12 0 0 0,-18 17-144 0 0,1 0-1 0 0,-1-1 0 0 0,0 1 0 0 0,1 0 0 0 0,-1-1 1 0 0,1 1-1 0 0,-1-1 0 0 0,0 1 0 0 0,0 0 0 0 0,1-1 0 0 0,-1 1 1 0 0,0-1-1 0 0,1 1 0 0 0,-1-1 0 0 0,0 1 0 0 0,0-1 1 0 0,0 0-1 0 0,0 1 0 0 0,0-1 0 0 0,0 1 0 0 0,0-1 1 0 0,0 1-1 0 0,0-1 0 0 0,0 1 0 0 0,0-1 0 0 0,0 0 1 0 0,0 1-1 0 0,0-1 0 0 0,0 0 0 0 0,-1 0-44 0 0,0 0 0 0 0,0 0 0 0 0,0 0 0 0 0,0 1 0 0 0,1-1-1 0 0,-1 0 1 0 0,0 0 0 0 0,0 1 0 0 0,0-1 0 0 0,-1 1 0 0 0,1-1 0 0 0,0 1 0 0 0,-1-1-1 0 0,-38-7-2014 0 0,38 8 1767 0 0,-22-3-1889 0 0,21 3 1238 0 0,0-1-110 0 0,-13 0-1337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07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48 2452 0 0,'2'-2'1932'0'0,"25"-43"7889"0"0,-26 47-9274 0 0,0 15 447 0 0,-1 1-1 0 0,-1-1 1 0 0,0 1 0 0 0,-5 22-1 0 0,-20 74 877 0 0,19-86-1390 0 0,-73 258 1577 0 0,68-245-2236 0 0,11-39-140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07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84 1220 0 0,'5'-55'10480'0'0,"-5"55"-10453"0"0,0 0 0 0 0,0 0-1 0 0,0 0 1 0 0,0-1-1 0 0,0 1 1 0 0,0 0-1 0 0,0 0 1 0 0,0 0-1 0 0,0-1 1 0 0,0 1-1 0 0,0 0 1 0 0,0 0 0 0 0,0 0-1 0 0,0 0 1 0 0,0-1-1 0 0,0 1 1 0 0,0 0-1 0 0,0 0 1 0 0,0 0-1 0 0,0 0 1 0 0,0-1 0 0 0,0 1-1 0 0,-1 0 1 0 0,1 0-1 0 0,0 0 1 0 0,0 0-1 0 0,0 0 1 0 0,0-1-1 0 0,0 1 1 0 0,-1 0 0 0 0,1 0-1 0 0,0 0 1 0 0,0 0-1 0 0,0 0 1 0 0,0 0-1 0 0,0 0 1 0 0,-1 0-1 0 0,1 0 1 0 0,0 0-1 0 0,0 0 1 0 0,-1-1 0 0 0,-8 5 1052 0 0,-6 8 69 0 0,4 1-741 0 0,0 0 0 0 0,1 0 0 0 0,1 1 0 0 0,0 0 0 0 0,1 1 0 0 0,1-1 0 0 0,0 2 0 0 0,-5 15 0 0 0,10-24-361 0 0,0 0 0 0 0,0-1 1 0 0,1 1-1 0 0,0 0 0 0 0,0 1 0 0 0,1-1 1 0 0,-1 0-1 0 0,2 0 0 0 0,-1 0 0 0 0,1 0 1 0 0,0 0-1 0 0,0 0 0 0 0,1 0 0 0 0,0 0 0 0 0,0 0 1 0 0,1-1-1 0 0,0 1 0 0 0,0-1 0 0 0,0 0 1 0 0,1 1-1 0 0,4 5 0 0 0,-6-10 19 0 0,1 0 0 0 0,-1 0 0 0 0,1 0 0 0 0,-1-1 0 0 0,1 1 0 0 0,-1 0 0 0 0,1-1 0 0 0,0 0 0 0 0,0 1 0 0 0,0-1 0 0 0,0 0-1 0 0,0-1 1 0 0,0 1 0 0 0,0 0 0 0 0,0-1 0 0 0,0 0 0 0 0,0 0 0 0 0,1 0 0 0 0,2 0 0 0 0,1-1 21 0 0,-1 1-1 0 0,1-1 1 0 0,0-1 0 0 0,-1 1-1 0 0,0-1 1 0 0,1 0-1 0 0,-1-1 1 0 0,7-3 0 0 0,-2 0-36 0 0,-2-1 0 0 0,1-1 1 0 0,-1 1-1 0 0,0-1 1 0 0,0-1-1 0 0,-1 0 0 0 0,0 0 1 0 0,0 0-1 0 0,-1-1 0 0 0,-1 0 1 0 0,0 0-1 0 0,0-1 1 0 0,-1 0-1 0 0,0 0 0 0 0,-1 0 1 0 0,0-1-1 0 0,4-21 0 0 0,-8 28-55 0 0,1 1 0 0 0,-1 0 1 0 0,0 0-1 0 0,0 0 0 0 0,-1-1 0 0 0,1 1 0 0 0,-1 0 0 0 0,0 0 0 0 0,0 0 0 0 0,0 0 0 0 0,-1 0 0 0 0,1 0 0 0 0,-1 0 0 0 0,-5-7 0 0 0,4 6 20 0 0,-1 0-1 0 0,-1 1 1 0 0,1-1-1 0 0,-1 1 1 0 0,0 0-1 0 0,0 0 1 0 0,0 0 0 0 0,0 1-1 0 0,-7-4 1 0 0,-2 1-326 0 0,-1 0 1 0 0,1 1 0 0 0,-1 0 0 0 0,-1 1-1 0 0,1 1 1 0 0,0 0 0 0 0,-20 0 0 0 0,26 2-576 0 0,0 2 1 0 0,1-1 0 0 0,-1 1 0 0 0,-13 3 0 0 0,-18 6-8182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13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90 232 0 0,'4'-16'5500'0'0,"27"-48"3050"0"0,-30 62-8221 0 0,1-1 89 0 0,-2 3-394 0 0,0 0 0 0 0,0 0 0 0 0,0 0 0 0 0,0-1 0 0 0,0 1 0 0 0,0 0 0 0 0,0 0 0 0 0,0 0 0 0 0,0 0 0 0 0,0-1 0 0 0,0 1 0 0 0,0 0 0 0 0,0 0 1 0 0,1 0-1 0 0,-1 0 0 0 0,0-1 0 0 0,0 1 0 0 0,0 0 0 0 0,0 0 0 0 0,0 0 0 0 0,0 0 0 0 0,1 0 0 0 0,-1 0 0 0 0,0-1 0 0 0,0 1 0 0 0,0 0 0 0 0,0 0 0 0 0,1 0 0 0 0,-1 0 0 0 0,0 0 0 0 0,0 0 0 0 0,0 0 0 0 0,0 0 0 0 0,1 0 0 0 0,-1 0 0 0 0,0 0 0 0 0,0 0 0 0 0,0 0 0 0 0,1 0 0 0 0,1 2 95 0 0,0 0-1 0 0,1 0 0 0 0,-1 0 1 0 0,0 1-1 0 0,0-1 1 0 0,-1 1-1 0 0,1-1 0 0 0,-1 1 1 0 0,1 0-1 0 0,-1-1 0 0 0,0 1 1 0 0,0 0-1 0 0,0 0 1 0 0,0 0-1 0 0,0 0 0 0 0,-1 0 1 0 0,1 0-1 0 0,-1 0 1 0 0,0 6-1 0 0,0 10 266 0 0,-4 38 1 0 0,3-45-249 0 0,-4 20 98 0 0,-1 0-1 0 0,-15 44 1 0 0,11-43-1645 0 0,-11 66 0 0 0,20-92 473 0 0,-1 23-1700 0 0,7-12-4418 0 0,2-8 2950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13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47 1872 0 0,'7'-22'6207'0'0,"-7"22"-6099"0"0,0 0 0 0 0,0-1 1 0 0,1 1-1 0 0,-1 0 0 0 0,0 0 0 0 0,0-1 1 0 0,0 1-1 0 0,0 0 0 0 0,0-1 0 0 0,0 1 1 0 0,0 0-1 0 0,0 0 0 0 0,0-1 1 0 0,0 1-1 0 0,0 0 0 0 0,-2-4 1624 0 0,1 3-1623 0 0,-6 5 243 0 0,1 1 0 0 0,0 0 0 0 0,0 0 0 0 0,0 0 1 0 0,0 0-1 0 0,1 1 0 0 0,0 0 0 0 0,0 0 0 0 0,0 1 1 0 0,1-1-1 0 0,-3 8 0 0 0,-4 6-7 0 0,2-1 0 0 0,-13 40 0 0 0,20-50-296 0 0,0 0 0 0 0,0-1 0 0 0,0 1 1 0 0,1 0-1 0 0,1 0 0 0 0,-1 0 0 0 0,2 0 0 0 0,-1 0 1 0 0,3 14-1 0 0,-2-19-34 0 0,0 0 1 0 0,0-1-1 0 0,0 1 1 0 0,1-1-1 0 0,-1 1 1 0 0,1-1-1 0 0,0 0 1 0 0,0 1-1 0 0,0-1 1 0 0,0 0-1 0 0,0 0 1 0 0,1 0-1 0 0,-1-1 1 0 0,1 1-1 0 0,0-1 1 0 0,0 1-1 0 0,0-1 1 0 0,0 0-1 0 0,0 0 1 0 0,1 0-1 0 0,-1 0 1 0 0,1-1-1 0 0,-1 0 1 0 0,8 3-1 0 0,-1-3 4 0 0,0 0 0 0 0,1 0 0 0 0,-1-1 1 0 0,0 0-1 0 0,1 0 0 0 0,-1-1 0 0 0,0-1 0 0 0,0 0 0 0 0,0 0 0 0 0,0-1 0 0 0,0 0 0 0 0,0-1 0 0 0,-1 0 0 0 0,1-1 0 0 0,-1 0 0 0 0,0 0 0 0 0,-1-1 0 0 0,16-12 0 0 0,-14 9 4 0 0,0 0-1 0 0,0 0 0 0 0,-1-1 0 0 0,-1 0 1 0 0,1 0-1 0 0,-2-1 0 0 0,1 0 0 0 0,-2-1 1 0 0,1 1-1 0 0,-2-1 0 0 0,1-1 1 0 0,-2 1-1 0 0,0-1 0 0 0,4-17 0 0 0,-7 27-25 0 0,-1-1 0 0 0,1 0 0 0 0,-1 0-1 0 0,0 0 1 0 0,0 0 0 0 0,-1 0-1 0 0,1 0 1 0 0,-1 0 0 0 0,1 0 0 0 0,-1 0-1 0 0,-1 1 1 0 0,1-1 0 0 0,0 0 0 0 0,-1 1-1 0 0,0-1 1 0 0,0 1 0 0 0,0-1-1 0 0,0 1 1 0 0,-4-4 0 0 0,2 3-6 0 0,0 0 1 0 0,-1 0-1 0 0,0 1 0 0 0,0 0 1 0 0,0 0-1 0 0,0 0 0 0 0,0 0 1 0 0,-1 1-1 0 0,1 0 0 0 0,-1 0 1 0 0,0 1-1 0 0,-7-2 0 0 0,-2 0-359 0 0,0 1-1 0 0,0 1 0 0 0,1 0 0 0 0,-1 1 0 0 0,0 1 1 0 0,-17 2-1 0 0,19 0-1936 0 0,-1 0 0 0 0,1 1 1 0 0,-22 8-1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14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41 1560 0 0,'13'-41'21299'0'0,"-11"45"-20961"0"0,-1 1 1 0 0,1-1-1 0 0,-1 0 0 0 0,0 0 0 0 0,0 1 0 0 0,-1-1 0 0 0,1 1 0 0 0,-1-1 0 0 0,0 9 0 0 0,-6 44 1283 0 0,5-51-1419 0 0,-55 274 3088 0 0,48-247-3155 0 0,-3 9-837 0 0,3-17-1638 0 0,2 1-3372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14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1952 0 0,'2'-6'875'0'0,"1"1"1"0"0,0 0-1 0 0,0 0 0 0 0,1 0 0 0 0,-1 1 0 0 0,1-1 0 0 0,0 1 1 0 0,9-8-1 0 0,-6 7-326 0 0,1-1 0 0 0,-1 2 0 0 0,1-1 0 0 0,0 1 1 0 0,15-6-1 0 0,-16 8-352 0 0,1-1 1 0 0,0 1 0 0 0,0 0-1 0 0,0 1 1 0 0,0 0 0 0 0,0 0-1 0 0,0 1 1 0 0,0 0 0 0 0,0 0-1 0 0,1 1 1 0 0,-1 0 0 0 0,0 0-1 0 0,0 1 1 0 0,11 4 0 0 0,-16-5-62 0 0,0 0 0 0 0,0 1 0 0 0,-1-1 0 0 0,1 1 0 0 0,-1-1 0 0 0,1 1 0 0 0,-1 0 0 0 0,0 0 0 0 0,0 0 0 0 0,0 0 0 0 0,0 1 1 0 0,0-1-1 0 0,0 0 0 0 0,-1 1 0 0 0,1-1 0 0 0,-1 1 0 0 0,3 5 0 0 0,-3-4 69 0 0,0 1 0 0 0,0-1 0 0 0,-1 1 0 0 0,1 0 0 0 0,-1-1 0 0 0,0 1 0 0 0,0 0 1 0 0,0-1-1 0 0,-1 1 0 0 0,-1 6 0 0 0,-2 3 306 0 0,0-1 0 0 0,-1 1 1 0 0,-1-1-1 0 0,0 0 0 0 0,-1 0 1 0 0,-10 15-1 0 0,-25 28 1512 0 0,-2-2 0 0 0,-58 56 1 0 0,101-109-2008 0 0,1-1 0 0 0,-1 0 0 0 0,1 1 0 0 0,-1-1-1 0 0,1 1 1 0 0,-1-1 0 0 0,1 1 0 0 0,0-1 0 0 0,-1 1 0 0 0,1-1 0 0 0,0 1 0 0 0,-1-1 0 0 0,1 1 0 0 0,0-1 0 0 0,0 1 0 0 0,-1 0 0 0 0,1-1 0 0 0,0 1 0 0 0,0 0-1 0 0,0-1 1 0 0,0 1 0 0 0,0-1 0 0 0,0 2 0 0 0,0-2-10 0 0,1 1-1 0 0,-1-1 1 0 0,0 1 0 0 0,1-1-1 0 0,-1 0 1 0 0,1 1-1 0 0,-1-1 1 0 0,0 0 0 0 0,1 1-1 0 0,-1-1 1 0 0,1 0-1 0 0,-1 1 1 0 0,1-1 0 0 0,0 0-1 0 0,-1 0 1 0 0,1 0-1 0 0,-1 0 1 0 0,1 0 0 0 0,-1 0-1 0 0,1 1 1 0 0,30-2 21 0 0,23-8-2492 0 0,-1-2 1 0 0,96-35-1 0 0,13-24-10670 0 0,-128 50 5098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11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1124 0 0,'12'-10'4081'0'0,"15"-10"30"0"0,25-25 0 0 0,-51 44-3649 0 0,-1 0-421 0 0,0 1 1 0 0,1 0 0 0 0,-1 0-1 0 0,0-1 1 0 0,1 1 0 0 0,-1 0-1 0 0,0 0 1 0 0,1-1 0 0 0,-1 1-1 0 0,0 0 1 0 0,1 0-1 0 0,-1 0 1 0 0,1-1 0 0 0,-1 1-1 0 0,0 0 1 0 0,1 0 0 0 0,-1 0-1 0 0,1 0 1 0 0,-1 0 0 0 0,1 0-1 0 0,-1 0 1 0 0,0 0 0 0 0,1 0-1 0 0,-1 0 1 0 0,1 0 0 0 0,-1 0-1 0 0,0 1 1 0 0,1-1 0 0 0,-1 0-1 0 0,1 0 1 0 0,-1 0 0 0 0,0 0-1 0 0,1 1 1 0 0,-1-1 0 0 0,0 0-1 0 0,1 0 1 0 0,-1 1 0 0 0,0-1-1 0 0,1 0 1 0 0,-1 1 0 0 0,0-1-1 0 0,1 0 1 0 0,-1 1 0 0 0,0-1-1 0 0,0 0 1 0 0,0 1-1 0 0,1 0 1 0 0,-5 84 2029 0 0,-26 158 0 0 0,6-124-1764 0 0,21-104 681 0 0,-2 6-5553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11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46 216 76 0 0,'-39'-54'14027'0'0,"36"45"-12243"0"0,3 9-1697 0 0,-1-1 1 0 0,1 1 0 0 0,0-1-1 0 0,-1 0 1 0 0,1 1 0 0 0,0-1-1 0 0,-1 0 1 0 0,1 1 0 0 0,0-1-1 0 0,0 0 1 0 0,0 0 0 0 0,0 1-1 0 0,0-1 1 0 0,0 0 0 0 0,0 1-1 0 0,0-1 1 0 0,0 0 0 0 0,0 0-1 0 0,0 1 1 0 0,0-1 0 0 0,0 0-1 0 0,1 1 1 0 0,-1-1-1 0 0,0 0 1 0 0,0 1 0 0 0,1-1-1 0 0,-1 0 1 0 0,0 1 0 0 0,1-1-1 0 0,-1 1 1 0 0,2-2 0 0 0,7-6 104 0 0,0 0 0 0 0,1 1 0 0 0,0 0 0 0 0,0 1 0 0 0,0 0 0 0 0,18-7 0 0 0,76-23 21 0 0,-47 17-151 0 0,-7 4-1293 0 0,-15 10-3082 0 0,-21 10 1224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12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 1500 0 0,'-29'5'5491'0'0,"26"-5"-4654"0"0,-3 1-514 0 0,1 0 0 0 0,0 1-1 0 0,-1 0 1 0 0,1-1 0 0 0,0 2 0 0 0,0-1 0 0 0,0 1-1 0 0,0-1 1 0 0,1 1 0 0 0,-1 1 0 0 0,1-1-1 0 0,0 1 1 0 0,-1-1 0 0 0,-5 8 0 0 0,8-8-224 0 0,-18 19 850 0 0,-19 27 0 0 0,33-41-802 0 0,1 0 0 0 0,1 1 1 0 0,-1-1-1 0 0,1 1 1 0 0,1 0-1 0 0,-1 0 1 0 0,-2 14-1 0 0,6-21-55 0 0,-1 1 1 0 0,1-1-1 0 0,0 0 1 0 0,0 1-1 0 0,0-1 0 0 0,0 1 1 0 0,0-1-1 0 0,1 0 1 0 0,-1 1-1 0 0,1-1 0 0 0,-1 0 1 0 0,1 1-1 0 0,0-1 0 0 0,0 0 1 0 0,0 0-1 0 0,0 0 1 0 0,0 0-1 0 0,0 0 0 0 0,1 0 1 0 0,-1 0-1 0 0,1 0 1 0 0,0 0-1 0 0,-1-1 0 0 0,3 3 1 0 0,0-2 24 0 0,1-1 0 0 0,-1 1 0 0 0,0-1 0 0 0,1 0 1 0 0,-1 0-1 0 0,0-1 0 0 0,1 1 0 0 0,-1-1 0 0 0,1 0 0 0 0,-1 0 1 0 0,7-1-1 0 0,45-7 349 0 0,-40 5-414 0 0,0 0 0 0 0,1 2 0 0 0,-1-1 0 0 0,1 2 0 0 0,-1 0 0 0 0,24 4 0 0 0,-35-3-5 0 0,-1 1 0 0 0,1 0 0 0 0,0 0 0 0 0,-1 0 0 0 0,0 1 0 0 0,1-1 0 0 0,-1 1-1 0 0,0 0 1 0 0,0 0 0 0 0,-1 0 0 0 0,1 1 0 0 0,-1 0 0 0 0,1-1 0 0 0,-1 1 0 0 0,0 0 0 0 0,-1 0 0 0 0,1 1 0 0 0,-1-1 0 0 0,0 1 0 0 0,0-1 0 0 0,0 1 0 0 0,0 0 0 0 0,-1-1 0 0 0,0 1 0 0 0,0 0 0 0 0,1 10-1 0 0,-2-8 279 0 0,1 0-1 0 0,-1 0 0 0 0,0 1 0 0 0,-1-1 0 0 0,0 0 0 0 0,0 1 0 0 0,0-1 0 0 0,-1 0 0 0 0,0 0 0 0 0,-1 0 0 0 0,1 0 1 0 0,-1-1-1 0 0,-1 1 0 0 0,1-1 0 0 0,-1 1 0 0 0,0-1 0 0 0,-8 8 0 0 0,6-7-34 0 0,-1-2 0 0 0,0 1 0 0 0,0-1 0 0 0,0 0 0 0 0,-1 0 0 0 0,0-1-1 0 0,0 0 1 0 0,0-1 0 0 0,0 0 0 0 0,0 0 0 0 0,-1 0 0 0 0,0-1 0 0 0,1-1 0 0 0,-1 1-1 0 0,0-1 1 0 0,-11-1 0 0 0,5 0-496 0 0,0-1-1 0 0,1-1 0 0 0,-22-4 0 0 0,14 0-2722 0 0,-34-13 0 0 0,49 16 484 0 0,3 2 1851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15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22 111 636 0 0,'-18'-16'6917'0'0,"17"14"-6696"0"0,1 1-1 0 0,-1-1 1 0 0,1 0 0 0 0,0 1 0 0 0,-1-1 0 0 0,1 1 0 0 0,0-1-1 0 0,0 0 1 0 0,0 1 0 0 0,0-1 0 0 0,0 0 0 0 0,0 1 0 0 0,1-1 0 0 0,-1 1-1 0 0,0-1 1 0 0,1 0 0 0 0,0 1 0 0 0,-1-1 0 0 0,2-1 0 0 0,0 0-10 0 0,0 0 1 0 0,0 0 0 0 0,0 1 0 0 0,1-1 0 0 0,-1 1-1 0 0,1 0 1 0 0,-1-1 0 0 0,1 1 0 0 0,3-1 0 0 0,3-2 100 0 0,0 0 0 0 0,0 1 1 0 0,1 0-1 0 0,-1 0 1 0 0,17-2-1 0 0,-13 3-176 0 0,-1 1 0 0 0,1 1-1 0 0,-1 0 1 0 0,1 1 0 0 0,-1 1 0 0 0,1 0 0 0 0,-1 0-1 0 0,1 1 1 0 0,-1 1 0 0 0,17 5 0 0 0,-24-6-62 0 0,1 0 0 0 0,-1 0 0 0 0,1 1 0 0 0,-1-1 0 0 0,0 2 0 0 0,0-1 0 0 0,0 0 0 0 0,-1 1 1 0 0,1 0-1 0 0,-1 0 0 0 0,0 0 0 0 0,0 1 0 0 0,0-1 0 0 0,-1 1 0 0 0,1 0 0 0 0,-1 0 0 0 0,0 0 0 0 0,-1 0 0 0 0,1 1 0 0 0,-1-1 1 0 0,0 1-1 0 0,-1-1 0 0 0,3 13 0 0 0,-4-12 69 0 0,0 1 0 0 0,0 0 1 0 0,0 0-1 0 0,-1 0 0 0 0,0 0 0 0 0,-1-1 1 0 0,1 1-1 0 0,-1 0 0 0 0,0-1 1 0 0,-4 8-1 0 0,-6 9 438 0 0,-17 28 0 0 0,26-46-499 0 0,-23 33 879 0 0,-48 55 0 0 0,31-42-400 0 0,43-50-554 0 0,0-1 0 0 0,-1 0 0 0 0,1 1 0 0 0,0-1 0 0 0,-1 0 1 0 0,1 1-1 0 0,0-1 0 0 0,0 1 0 0 0,-1-1 0 0 0,1 1 0 0 0,0-1 0 0 0,0 1 0 0 0,0-1 1 0 0,-1 0-1 0 0,1 1 0 0 0,0-1 0 0 0,0 1 0 0 0,0-1 0 0 0,0 1 0 0 0,0-1 0 0 0,0 1 0 0 0,0-1 1 0 0,0 1-1 0 0,0-1 0 0 0,0 1 0 0 0,1-1 0 0 0,-1 1 0 0 0,0-1 0 0 0,0 1 0 0 0,1 0 0 0 0,-1 0-3 0 0,1-1 0 0 0,0 1-1 0 0,0 0 1 0 0,0-1 0 0 0,0 1-1 0 0,0-1 1 0 0,0 1 0 0 0,0-1-1 0 0,0 1 1 0 0,0-1 0 0 0,0 0-1 0 0,0 1 1 0 0,2-1 0 0 0,36 2-57 0 0,-38-2 55 0 0,67-7-1725 0 0,-1-2 0 0 0,78-22 0 0 0,-132 28 1399 0 0,123-32-4115 0 0,-48 6-1478 0 0,-31 7-588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4:16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609 130 1392 0 0,'-10'-48'14463'0'0,"10"46"-14217"0"0,-1 1 0 0 0,1-1 0 0 0,0 0 0 0 0,0 0 0 0 0,1 0 1 0 0,-1 1-1 0 0,0-1 0 0 0,1 0 0 0 0,-1 0 0 0 0,1 1 0 0 0,-1-1 0 0 0,1 0 1 0 0,0 1-1 0 0,-1-1 0 0 0,1 1 0 0 0,2-3 0 0 0,15-4-141 0 0,0 1-1 0 0,0 1 0 0 0,0 1 1 0 0,1 0-1 0 0,21-1 1 0 0,98-7-70 0 0,-134 13-29 0 0,3-1-16 0 0,0 1 1 0 0,0 0-1 0 0,0 1 1 0 0,0-1-1 0 0,0 1 1 0 0,0 1 0 0 0,0-1-1 0 0,0 1 1 0 0,-1 0-1 0 0,1 1 1 0 0,0-1 0 0 0,9 7-1 0 0,-9-4 41 0 0,-1-1-1 0 0,-1 2 0 0 0,1-1 1 0 0,-1 0-1 0 0,1 1 1 0 0,-2 0-1 0 0,1 0 1 0 0,-1 1-1 0 0,0-1 0 0 0,0 1 1 0 0,4 9-1 0 0,6 19 442 0 0,-2 0-1 0 0,-1 0 0 0 0,-2 1 1 0 0,-1 0-1 0 0,4 48 1 0 0,-2 187 2432 0 0,-55 325 483 0 0,5-166-2214 0 0,24 46-498 0 0,-5 82 175 0 0,21-548-850 0 0,-51 681 0 0 0,-7-181 0 0 0,37-344 0 0 0,19-153 0 0 0,-1-2 0 0 0,2-1 0 0 0,0 2 0 0 0,-2-1 0 0 0,1-2 0 0 0,-8-5 0 0 0,-9-3 0 0 0,0-1 0 0 0,-24-2 0 0 0,-10-1 0 0 0,-127 5-2927 0 0,-241 13-13223 0 0,311-8 4864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35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433 260 640 0 0,'0'0'4582'0'0,"-2"0"-3495"0"0,-20 1 4272 0 0,21 0-5218 0 0,0 33 740 0 0,1-34-877 0 0,5 17 206 0 0,-5-16-192 0 0,0 0 0 0 0,1 0 0 0 0,-1 0 1 0 0,0 0-1 0 0,1 0 0 0 0,-1 0 0 0 0,1-1 0 0 0,-1 1 0 0 0,1 0 0 0 0,-1 0 0 0 0,1 0 0 0 0,-1-1 1 0 0,1 1-1 0 0,0 0 0 0 0,0-1 0 0 0,-1 1 0 0 0,1 0 0 0 0,0-1 0 0 0,0 1 0 0 0,1 0 1 0 0,2-2 5 0 0,0 0 1 0 0,0 1 0 0 0,-1-1 0 0 0,1-1-1 0 0,0 1 1 0 0,0 0 0 0 0,0-1 0 0 0,-1 0 0 0 0,1 0-1 0 0,-1 0 1 0 0,0 0 0 0 0,1-1 0 0 0,-1 1 0 0 0,0-1-1 0 0,0 0 1 0 0,-1 0 0 0 0,4-4 0 0 0,7-8-3 0 0,-1-2 0 0 0,11-20 0 0 0,-16 25-56 0 0,3-7 147 0 0,-1 0 0 0 0,0-1 0 0 0,-2 0 1 0 0,0 0-1 0 0,-2 0 0 0 0,0-1 0 0 0,4-39 1 0 0,-9 59-116 0 0,0 1 0 0 0,0 0 0 0 0,0-1 0 0 0,1 1-1 0 0,-1 0 1 0 0,0-1 0 0 0,0 1 0 0 0,0 0 0 0 0,0-1 0 0 0,0 1 0 0 0,0-1 0 0 0,0 1 0 0 0,0 0 0 0 0,0-1 0 0 0,0 1 0 0 0,0 0 0 0 0,0-1 0 0 0,0 1 0 0 0,0-1 0 0 0,-1 1 0 0 0,1 0 0 0 0,0-1 0 0 0,0 1 0 0 0,0 0 0 0 0,0-1 0 0 0,-1 1 0 0 0,1 0 0 0 0,0 0-1 0 0,0-1 1 0 0,-1 1 0 0 0,1-1 0 0 0,-8 10-75 0 0,-7 19 41 0 0,-63 182 693 0 0,-34 84-96 0 0,-24-11-392 0 0,119-254-135 0 0,-23 30-1 0 0,33-49 61 0 0,-1-1 1 0 0,0 0-1 0 0,-1 0 0 0 0,0-1 0 0 0,0 0 0 0 0,-16 10 0 0 0,23-17-74 0 0,0 0 1 0 0,0 1-1 0 0,0-1 0 0 0,-1-1 0 0 0,1 1 1 0 0,0 0-1 0 0,0 0 0 0 0,0-1 1 0 0,-1 1-1 0 0,1-1 0 0 0,0 0 1 0 0,-1 0-1 0 0,1 0 0 0 0,0 0 1 0 0,-1 0-1 0 0,1 0 0 0 0,0-1 1 0 0,-1 1-1 0 0,1-1 0 0 0,0 0 1 0 0,-3 0-1 0 0,1-1-1 0 0,1-1 1 0 0,0 1-1 0 0,-1 0 0 0 0,1-1 1 0 0,0 0-1 0 0,0 0 0 0 0,0 0 0 0 0,1 0 1 0 0,-1 0-1 0 0,1 0 0 0 0,-3-6 1 0 0,0 0-6 0 0,0 0 1 0 0,1 0 0 0 0,0-1 0 0 0,1 0 0 0 0,0 0-1 0 0,0 0 1 0 0,1 0 0 0 0,-1-21 0 0 0,3 26-33 0 0,0 0-1 0 0,0 0 1 0 0,1 0 0 0 0,0-1 0 0 0,0 1-1 0 0,0 0 1 0 0,1 0 0 0 0,-1 0-1 0 0,1 0 1 0 0,3-5 0 0 0,-3 7 17 0 0,0 1 0 0 0,0-1-1 0 0,0 1 1 0 0,0-1 0 0 0,1 1 0 0 0,-1 0 0 0 0,1-1 0 0 0,-1 1 0 0 0,1 1-1 0 0,0-1 1 0 0,-1 0 0 0 0,1 1 0 0 0,0-1 0 0 0,0 1 0 0 0,0 0 0 0 0,0 0 0 0 0,1 0-1 0 0,4-1 1 0 0,3 2 49 0 0,-1-1 0 0 0,1 1-1 0 0,-1 1 1 0 0,0 0 0 0 0,1 1 0 0 0,-1 0-1 0 0,0 0 1 0 0,0 1 0 0 0,0 0 0 0 0,0 1-1 0 0,-1 0 1 0 0,1 1 0 0 0,15 9 0 0 0,12 11-1013 0 0,63 53 1 0 0,-94-73 663 0 0,35 32-2289 0 0,-1-1-3286 0 0,-24-22 1115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35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138 216 1484 0 0,'-3'-20'12042'0'0,"32"37"-10018"0"0,-23-14-1924 0 0,0 1 0 0 0,-1-1 0 0 0,1 0 0 0 0,0 0-1 0 0,1-1 1 0 0,-1 1 0 0 0,0-1 0 0 0,12 2 0 0 0,-8-3-63 0 0,-7-1 3 0 0,1 0 4 0 0,0-1-16 0 0,0 0 1 0 0,0 1-1 0 0,0-1 1 0 0,0-1 0 0 0,0 1-1 0 0,0-1 1 0 0,0 0 0 0 0,0 1-1 0 0,0-2 1 0 0,-1 1-1 0 0,1 0 1 0 0,-1-1 0 0 0,0 1-1 0 0,1-1 1 0 0,4-6 0 0 0,-4 2-68 0 0,1 0 1 0 0,-1 0-1 0 0,-1 0 1 0 0,0 0-1 0 0,0-1 1 0 0,0 1-1 0 0,-1-1 1 0 0,0 0-1 0 0,0 0 1 0 0,-1 1-1 0 0,0-1 1 0 0,-1 0-1 0 0,1 0 1 0 0,-2 0-1 0 0,1 0 1 0 0,-1 0-1 0 0,0 0 1 0 0,-1 0-1 0 0,0 0 1 0 0,-5-14-1 0 0,6 20 25 0 0,0 0-1 0 0,1 0 1 0 0,-1 1-1 0 0,-1-1 0 0 0,1 0 1 0 0,0 1-1 0 0,0-1 0 0 0,-1 0 1 0 0,1 1-1 0 0,0 0 0 0 0,-1-1 1 0 0,0 1-1 0 0,1 0 1 0 0,-1 0-1 0 0,0-1 0 0 0,0 2 1 0 0,1-1-1 0 0,-1 0 0 0 0,0 0 1 0 0,-4-1-1 0 0,3 2 3 0 0,-1 0-1 0 0,1 0 0 0 0,-1 0 1 0 0,1 0-1 0 0,0 1 1 0 0,-1-1-1 0 0,1 1 1 0 0,0 0-1 0 0,0 0 1 0 0,-1 0-1 0 0,-4 3 0 0 0,-3 1-1 0 0,0 2 0 0 0,1-1 0 0 0,0 2 0 0 0,0-1 0 0 0,-16 18 0 0 0,1 1 95 0 0,2 2 0 0 0,-32 50 0 0 0,43-59-41 0 0,2 0 1 0 0,0 1-1 0 0,1 0 1 0 0,1 0-1 0 0,-9 37 1 0 0,15-51-34 0 0,1 0 1 0 0,0 0 0 0 0,0 0-1 0 0,1 0 1 0 0,0 0 0 0 0,0 0-1 0 0,0 0 1 0 0,1 0 0 0 0,0 0-1 0 0,0 0 1 0 0,1 0 0 0 0,-1 0-1 0 0,1 0 1 0 0,5 9 0 0 0,-4-10-116 0 0,-1-1 0 0 0,2 0 0 0 0,-1-1 0 0 0,0 1 0 0 0,1 0 0 0 0,-1-1 0 0 0,1 0 0 0 0,0 0 0 0 0,0 0 0 0 0,1 0 0 0 0,-1-1-1 0 0,1 1 1 0 0,-1-1 0 0 0,1 0 0 0 0,0 0 0 0 0,-1-1 0 0 0,1 0 0 0 0,7 2 0 0 0,1-2-287 0 0,-1 1 0 0 0,1-2 0 0 0,0 0 0 0 0,-1 0-1 0 0,1-1 1 0 0,0-1 0 0 0,-1 0 0 0 0,0 0 0 0 0,18-7-1 0 0,-9 1-676 0 0,0 0 0 0 0,0-2 0 0 0,-1 0 0 0 0,27-18 0 0 0,-8 0-1437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35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131 166 1368 0 0,'78'-166'16286'0'0,"-79"168"-15983"0"0,0 0-1 0 0,-1 0 1 0 0,1 0-1 0 0,0 0 1 0 0,0 0 0 0 0,0 1-1 0 0,0-1 1 0 0,0 5-1 0 0,-1-3 128 0 0,-28 74 2207 0 0,-20 49-953 0 0,-47 185-1 0 0,94-300-1678 0 0,-2 11 46 0 0,-6 47 0 0 0,11-64-83 0 0,0-1 1 0 0,0 1-1 0 0,0 0 1 0 0,0 0-1 0 0,1-1 1 0 0,0 1-1 0 0,0 0 1 0 0,1-1-1 0 0,-1 1 1 0 0,1-1-1 0 0,0 0 0 0 0,1 1 1 0 0,4 7-1 0 0,-5-11-111 0 0,0 0-1 0 0,0-1 0 0 0,0 1 0 0 0,0 0 1 0 0,1 0-1 0 0,-1-1 0 0 0,0 0 0 0 0,1 1 1 0 0,-1-1-1 0 0,1 0 0 0 0,-1 0 0 0 0,1 0 0 0 0,0-1 1 0 0,-1 1-1 0 0,1-1 0 0 0,0 1 0 0 0,-1-1 1 0 0,1 0-1 0 0,0 0 0 0 0,0 0 0 0 0,-1 0 1 0 0,1-1-1 0 0,0 1 0 0 0,0-1 0 0 0,-1 1 0 0 0,4-2 1 0 0,6-2-753 0 0,0 0 0 0 0,0-1 0 0 0,-1 0 0 0 0,14-8 1 0 0,-6 2-1034 0 0,0-1 1 0 0,-1-1-1 0 0,-1 0 1 0 0,19-19-1 0 0,-10 5-4140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36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36 2204 0 0,'-35'-4'3724'0'0,"-47"-2"5310"0"0,173-6-10169 0 0,73 2-5994 0 0,-110 6 2835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36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99 659 20 0 0,'-16'14'3086'0'0,"6"-6"-1555"0"0,1 0-1 0 0,-1 1 1 0 0,2 0 0 0 0,-1 0-1 0 0,1 1 1 0 0,1 0-1 0 0,-12 20 1 0 0,19-29-1415 0 0,-1 0-1 0 0,1-1 1 0 0,0 1 0 0 0,-1 0 0 0 0,1 0-1 0 0,0 0 1 0 0,0 0 0 0 0,-1-1 0 0 0,1 1 0 0 0,0 0-1 0 0,0 0 1 0 0,0 0 0 0 0,0 0 0 0 0,0 0-1 0 0,1-1 1 0 0,-1 1 0 0 0,0 0 0 0 0,0 0 0 0 0,0 0-1 0 0,1 0 1 0 0,-1-1 0 0 0,0 1 0 0 0,1 0 0 0 0,-1 0-1 0 0,1 0 1 0 0,0 0-17 0 0,1 0 0 0 0,-1 0-1 0 0,0 0 1 0 0,0-1 0 0 0,0 1-1 0 0,1 0 1 0 0,-1-1 0 0 0,0 1-1 0 0,1-1 1 0 0,-1 0 0 0 0,1 1 0 0 0,-1-1-1 0 0,3 0 1 0 0,3 1 35 0 0,1-1 1 0 0,-1-1-1 0 0,0 1 0 0 0,13-4 1 0 0,-9 1-103 0 0,-1 0 1 0 0,1-1 0 0 0,-1-1 0 0 0,1 0 0 0 0,-1 0-1 0 0,-1-1 1 0 0,1 0 0 0 0,-1-1 0 0 0,11-10 0 0 0,0-2-339 0 0,-1-1 0 0 0,29-38 1 0 0,-26 27-71 0 0,-2-1 1 0 0,-1 0 0 0 0,-2-2-1 0 0,-1 0 1 0 0,20-64 0 0 0,-20 42 10 0 0,-3-1 0 0 0,-2 0 1 0 0,3-62-1 0 0,-13 104 369 0 0,0 1 0 0 0,-1 0 0 0 0,-3-17 0 0 0,3 30 7 0 0,0 1 0 0 0,0-1 0 0 0,0 1 0 0 0,0 0 0 0 0,0-1 0 0 0,0 1-1 0 0,-1-1 1 0 0,1 1 0 0 0,0-1 0 0 0,0 1 0 0 0,-1 0 0 0 0,1-1 0 0 0,0 1-1 0 0,-1 0 1 0 0,1-1 0 0 0,0 1 0 0 0,-1 0 0 0 0,1-1 0 0 0,0 1 0 0 0,-1 0-1 0 0,1 0 1 0 0,0-1 0 0 0,-1 1 0 0 0,1 0 0 0 0,-1 0 0 0 0,1 0 0 0 0,-1-1-1 0 0,1 1 1 0 0,-1 0 0 0 0,1 0 0 0 0,-1 0 0 0 0,1 0 0 0 0,0 0 0 0 0,-1 0-1 0 0,1 0 1 0 0,-1 0 0 0 0,1 0 0 0 0,-1 0 0 0 0,1 1 0 0 0,-1-1 0 0 0,1 0-1 0 0,-1 0 1 0 0,0 1 0 0 0,-17 9 438 0 0,6 2-118 0 0,1 0-1 0 0,0 1 1 0 0,1 0-1 0 0,-10 18 1 0 0,-31 63 589 0 0,26-45-572 0 0,1-5-69 0 0,-71 141 555 0 0,78-148-723 0 0,2 2-1 0 0,-20 79 1 0 0,32-109-112 0 0,2 1 1 0 0,0-1-1 0 0,0 1 1 0 0,0-1-1 0 0,1 1 1 0 0,1 0-1 0 0,2 13 1 0 0,-3-19-71 0 0,1-1 1 0 0,0 0 0 0 0,0 0 0 0 0,0 0 0 0 0,0 1-1 0 0,1-1 1 0 0,-1 0 0 0 0,1-1 0 0 0,0 1 0 0 0,0 0-1 0 0,0 0 1 0 0,0-1 0 0 0,1 1 0 0 0,-1-1 0 0 0,1 0-1 0 0,-1 1 1 0 0,1-1 0 0 0,0-1 0 0 0,-1 1-1 0 0,1 0 1 0 0,0-1 0 0 0,0 1 0 0 0,1-1 0 0 0,4 2-1 0 0,2-1-371 0 0,1-1-1 0 0,0 0 1 0 0,0 0-1 0 0,0-1 0 0 0,-1 0 1 0 0,1-1-1 0 0,0 0 1 0 0,0-1-1 0 0,-1 0 0 0 0,1-1 1 0 0,-1 0-1 0 0,0-1 0 0 0,0 0 1 0 0,0 0-1 0 0,13-9 1 0 0,1-1-665 0 0,0-2 0 0 0,-1 0 0 0 0,-1-2 0 0 0,36-35 1 0 0,-23 15-1031 0 0,-1-3-371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37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96 321 2868 0 0,'84'-190'4079'0'0,"-39"59"3269"0"0,-58 147-5446 0 0,-13 37 692 0 0,-39 113 1 0 0,-1 63-1440 0 0,54-183-1067 0 0,-30 145 152 0 0,42-188-273 0 0,3-4-148 0 0,1-1 107 0 0,0 0 1 0 0,-1 0 0 0 0,1 0 0 0 0,0 0 0 0 0,-1-1-1 0 0,1 1 1 0 0,-1-1 0 0 0,0 0 0 0 0,5-6-1 0 0,29-38-625 0 0,-17 20 399 0 0,6-5-10 0 0,59-69-267 0 0,-68 83 480 0 0,0 1 0 0 0,1 1-1 0 0,27-19 1 0 0,-43 33 105 0 0,0 1 0 0 0,0 0-1 0 0,0-1 1 0 0,0 1 0 0 0,0 0 0 0 0,0 0-1 0 0,1 0 1 0 0,-1 0 0 0 0,0 0 0 0 0,1 1-1 0 0,-1-1 1 0 0,0 1 0 0 0,1-1 0 0 0,-1 1-1 0 0,0 0 1 0 0,1 0 0 0 0,-1 0 0 0 0,1 0-1 0 0,-1 1 1 0 0,0-1 0 0 0,1 1 0 0 0,-1-1-1 0 0,0 1 1 0 0,1 0 0 0 0,-1 0 0 0 0,4 2-1 0 0,-4-1 53 0 0,1 1 0 0 0,0-1 0 0 0,-1 1 0 0 0,0 0 0 0 0,1 0 0 0 0,-1 0-1 0 0,-1 0 1 0 0,1 0 0 0 0,0 0 0 0 0,-1 1 0 0 0,1-1 0 0 0,-1 1 0 0 0,0-1-1 0 0,0 1 1 0 0,-1-1 0 0 0,1 1 0 0 0,0 4 0 0 0,1 25 328 0 0,-2 1 0 0 0,-6 51 0 0 0,0 15-273 0 0,6-99-111 0 0,0 0 1 0 0,0 1-1 0 0,0-1 1 0 0,0 0-1 0 0,0 1 1 0 0,1-1-1 0 0,-1 0 1 0 0,0 0-1 0 0,1 1 1 0 0,-1-1-1 0 0,1 0 1 0 0,-1 0-1 0 0,1 0 1 0 0,-1 1-1 0 0,1-1 0 0 0,0 0 1 0 0,0 0-1 0 0,-1 0 1 0 0,1 0-1 0 0,0 0 1 0 0,0-1-1 0 0,0 1 1 0 0,0 0-1 0 0,0 0 1 0 0,0 0-1 0 0,1-1 1 0 0,-1 1-1 0 0,0-1 1 0 0,0 1-1 0 0,0-1 1 0 0,1 1-1 0 0,-1-1 1 0 0,0 0-1 0 0,0 1 1 0 0,1-1-1 0 0,-1 0 1 0 0,0 0-1 0 0,1 0 1 0 0,1 0-1 0 0,3-1 10 0 0,0 1 0 0 0,0-1 0 0 0,-1 0-1 0 0,1-1 1 0 0,0 1 0 0 0,-1-1 0 0 0,6-3 0 0 0,20-11-73 0 0,0-1 0 0 0,-2-2 1 0 0,-1-1-1 0 0,0-1 0 0 0,-1-2 1 0 0,-2 0-1 0 0,0-2 0 0 0,-1 0 1 0 0,26-39-1 0 0,-45 58 39 0 0,-1-2 0 0 0,1 1 0 0 0,-1-1 1 0 0,0 1-1 0 0,-1-1 0 0 0,0 0 0 0 0,0 0 0 0 0,-1-1 0 0 0,3-11 0 0 0,-5 18-6 0 0,-6 3 23 0 0,1 0-1 0 0,0 0 1 0 0,1 0 0 0 0,-1 1-1 0 0,0 0 1 0 0,0 0-1 0 0,1 0 1 0 0,-1 1-1 0 0,1-1 1 0 0,-1 1-1 0 0,1 0 1 0 0,0 0 0 0 0,0 1-1 0 0,1-1 1 0 0,-1 1-1 0 0,1 0 1 0 0,0 0-1 0 0,0 0 1 0 0,0 0-1 0 0,-3 6 1 0 0,0 0-4 0 0,1 0 0 0 0,0 0 0 0 0,0 1 0 0 0,1 0 0 0 0,0 0 0 0 0,1 0 0 0 0,0 0 1 0 0,-1 12-1 0 0,4-18 13 0 0,0 1-1 0 0,-1-1 1 0 0,2 0 0 0 0,-1 0 0 0 0,1 1 0 0 0,0-1 0 0 0,0 0 0 0 0,0 0-1 0 0,1 0 1 0 0,-1 0 0 0 0,1 0 0 0 0,1 0 0 0 0,-1-1 0 0 0,5 8 0 0 0,-2-6 19 0 0,0 0 1 0 0,0 0 0 0 0,1 0-1 0 0,0-1 1 0 0,0 0 0 0 0,0 0-1 0 0,1 0 1 0 0,13 6 0 0 0,-5-3-513 0 0,0-2 0 0 0,1 0 1 0 0,0-1-1 0 0,0 0 1 0 0,1-2-1 0 0,-1 0 0 0 0,1 0 1 0 0,25-1-1 0 0,-31-2-956 0 0,-1 0 1 0 0,0-1-1 0 0,1-1 0 0 0,-1 0 0 0 0,15-5 0 0 0,2-2-4992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37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9 164 0 0,'-159'24'11160'0'0,"146"-19"-10049"0"0,14-1-749 0 0,10-3 188 0 0,222-14-1726 0 0,-75-6-4354 0 0,-91 9 1293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38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733 22 1364 0 0,'-14'-8'6027'0'0,"14"7"-5909"0"0,-20-9 4807 0 0,20 10-4864 0 0,-1-1-1 0 0,1 1 1 0 0,-1 0-1 0 0,1 0 1 0 0,-1 0-1 0 0,1-1 1 0 0,-1 1-1 0 0,0 0 1 0 0,1 0-1 0 0,-1 0 1 0 0,1 0-1 0 0,-1 0 1 0 0,1 0-1 0 0,-1 0 1 0 0,1 0-1 0 0,-1 0 0 0 0,1 0 1 0 0,-1 0-1 0 0,1 0 1 0 0,-1 1-1 0 0,1-1 1 0 0,-1 0-1 0 0,1 0 1 0 0,-1 0-1 0 0,1 1 1 0 0,-1-1-1 0 0,1 0 1 0 0,-1 1-1 0 0,1-1 1 0 0,-1 0-1 0 0,1 1 1 0 0,0-1-1 0 0,-1 1 1 0 0,1-1-1 0 0,0 0 1 0 0,-1 1-1 0 0,1-1 1 0 0,0 1-1 0 0,0-1 0 0 0,-1 1 1 0 0,1-1-1 0 0,0 1 1 0 0,0 0-1 0 0,-6 41 2261 0 0,-2 57 0 0 0,0 9-834 0 0,3-64-1074 0 0,-31 205 1157 0 0,24-186-481 0 0,-39 117 0 0 0,47-169-844 0 0,0 0-1 0 0,-1 0 1 0 0,0 0 0 0 0,-1-1-1 0 0,-1 0 1 0 0,1 0-1 0 0,-2 0 1 0 0,-12 13 0 0 0,15-19-179 0 0,0 0 0 0 0,1 0 1 0 0,-1 0-1 0 0,-1-1 0 0 0,1 0 1 0 0,0 0-1 0 0,-1 0 0 0 0,0-1 1 0 0,0 0-1 0 0,1 0 0 0 0,-1 0 0 0 0,0-1 1 0 0,0 0-1 0 0,-1 0 0 0 0,1 0 1 0 0,0-1-1 0 0,0 0 0 0 0,-9-1 1 0 0,1-1-328 0 0,1-1 1 0 0,-1-1-1 0 0,1 0 1 0 0,0-1-1 0 0,0 0 1 0 0,0-1-1 0 0,0 0 1 0 0,1-1-1 0 0,0-1 1 0 0,1 0-1 0 0,0 0 0 0 0,-12-12 1 0 0,2 0-962 0 0,0-1 0 0 0,1-2 0 0 0,1 0 0 0 0,-25-42 0 0 0,33 45-615 0 0,0 1-1 0 0,2-1 1 0 0,1-1-1 0 0,0 0 1 0 0,-7-36-1 0 0,5 12-4083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38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2008 0 0,'11'-11'1952'0'0,"-5"3"-275"0"0,3 1 355 0 0,1-3-776 0 0,4 1-588 0 0,1 3-728 0 0,2 6-1356 0 0,6 1-4297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38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 2096 0 0,'0'0'5059'0'0,"2"0"-4486"0"0,0 0 1 0 0,0 0-1 0 0,0 0 0 0 0,0 0 0 0 0,0 1 0 0 0,0-1 0 0 0,0 1 1 0 0,3 0-1 0 0,-2 10 270 0 0,-1 0 0 0 0,0-1 0 0 0,-1 1 0 0 0,0 0 0 0 0,0 0 0 0 0,-2 13 0 0 0,-8 69 1160 0 0,5-62-1668 0 0,-81 389 67 0 0,77-380-1773 0 0,4-21-1128 0 0,0-1 0 0 0,-10 25-1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39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34 353 1848 0 0,'-34'-32'11059'0'0,"38"29"-10746"0"0,-4 3-306 0 0,0 0 1 0 0,0-1 0 0 0,0 1-1 0 0,1 0 1 0 0,-1-1-1 0 0,0 1 1 0 0,0 0 0 0 0,0-1-1 0 0,0 1 1 0 0,1 0-1 0 0,-1 0 1 0 0,0-1 0 0 0,0 1-1 0 0,1 0 1 0 0,-1 0-1 0 0,0 0 1 0 0,1-1 0 0 0,-1 1-1 0 0,0 0 1 0 0,1 0-1 0 0,-1 0 1 0 0,0 0 0 0 0,1-1-1 0 0,-1 1 1 0 0,0 0-1 0 0,1 0 1 0 0,-1 0 0 0 0,0 0-1 0 0,1 0 1 0 0,-1 0-1 0 0,0 0 1 0 0,1 0 0 0 0,47-6 190 0 0,213-36 242 0 0,-233 35-627 0 0,0-1 0 0 0,-1-2 0 0 0,0 0 0 0 0,-1-2 0 0 0,-1-1 1 0 0,1-1-1 0 0,28-21 0 0 0,-10-1-126 0 0,48-53 0 0 0,-65 62 427 0 0,-25 25-128 0 0,-1 3-30 0 0,6 7 20 0 0,-7-1 89 0 0,0 0 1 0 0,0-1-1 0 0,-1 1 0 0 0,1-1 1 0 0,-1 1-1 0 0,-1 0 1 0 0,-4 11-1 0 0,1 3 197 0 0,-85 323 1979 0 0,49-195-1827 0 0,32-110-306 0 0,5-21 156 0 0,-9 29 1 0 0,12-36 60 0 0,9-12-112 0 0,14-14-118 0 0,55-64 36 0 0,28-26-95 0 0,-104 105-39 0 0,77-62-235 0 0,-68 55 200 0 0,0 1 0 0 0,1 0-1 0 0,-1 0 1 0 0,1 1 0 0 0,0 1 0 0 0,13-4 0 0 0,-21 7 36 0 0,-1 1 1 0 0,1-1-1 0 0,0 1 0 0 0,0 0 1 0 0,0-1-1 0 0,0 1 0 0 0,0 1 1 0 0,0-1-1 0 0,0 0 0 0 0,0 1 1 0 0,0 0-1 0 0,-1-1 1 0 0,1 1-1 0 0,0 0 0 0 0,0 1 1 0 0,-1-1-1 0 0,1 0 0 0 0,-1 1 1 0 0,1-1-1 0 0,-1 1 1 0 0,0 0-1 0 0,1 0 0 0 0,-1 0 1 0 0,0 0-1 0 0,0 0 0 0 0,0 1 1 0 0,-1-1-1 0 0,1 0 0 0 0,0 1 1 0 0,-1-1-1 0 0,2 5 1 0 0,2 3 62 0 0,-1 1 1 0 0,0 0 0 0 0,-1 0 0 0 0,0 0 0 0 0,-1 0 0 0 0,2 15 0 0 0,-3-5 64 0 0,-1 0 1 0 0,-4 32 0 0 0,1 9-407 0 0,3-61-283 0 0,6-1-2041 0 0,-3-1 2007 0 0,0 1 0 0 0,-1-1-1 0 0,1 0 1 0 0,0 0 0 0 0,0 0-1 0 0,0 0 1 0 0,-1 0 0 0 0,1-1-1 0 0,-1 1 1 0 0,4-3 0 0 0,7-6-4132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40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365 324 300 0 0,'1'-2'928'0'0,"1"0"0"0"0,-1 0-1 0 0,1-1 1 0 0,-1 1 0 0 0,0-1 0 0 0,0 1 0 0 0,0-1-1 0 0,0 1 1 0 0,0-6 0 0 0,-1-21 4568 0 0,-1 8-3352 0 0,1 20-2131 0 0,0 1-1 0 0,0 0 0 0 0,0-1 0 0 0,-1 1 1 0 0,1 0-1 0 0,0 0 0 0 0,-1-1 0 0 0,1 1 1 0 0,0 0-1 0 0,0 0 0 0 0,-1-1 0 0 0,1 1 1 0 0,0 0-1 0 0,-1 0 0 0 0,1 0 0 0 0,-1 0 1 0 0,1-1-1 0 0,0 1 0 0 0,-1 0 0 0 0,1 0 1 0 0,-1 0-1 0 0,1 0 0 0 0,0 0 0 0 0,-1 0 1 0 0,1 0-1 0 0,0 0 0 0 0,-1 0 0 0 0,1 0 1 0 0,-1 0-1 0 0,1 0 0 0 0,0 0 0 0 0,-1 1 1 0 0,1-1-1 0 0,-1 0 0 0 0,1 0 0 0 0,0 0 1 0 0,-1 1-1 0 0,1-1 0 0 0,-16 6 75 0 0,16-6-82 0 0,-27 18 63 0 0,0 2 1 0 0,1 0 0 0 0,1 2 0 0 0,-37 42 0 0 0,43-45-46 0 0,-68 79 99 0 0,75-84-238 0 0,1 1 0 0 0,1 0 0 0 0,1 1 0 0 0,0 0 0 0 0,-7 20 0 0 0,15-33 28 0 0,0-1 1 0 0,0 1 0 0 0,0 0-1 0 0,0 0 1 0 0,1 0-1 0 0,-1 0 1 0 0,1 0-1 0 0,0 0 1 0 0,0 0-1 0 0,0 0 1 0 0,0 1-1 0 0,0-1 1 0 0,1 0-1 0 0,-1 0 1 0 0,1 0-1 0 0,0 0 1 0 0,0-1-1 0 0,0 1 1 0 0,3 5-1 0 0,-2-5-39 0 0,0-1 0 0 0,0 1 0 0 0,1-1 0 0 0,-1 0 0 0 0,1 1 0 0 0,0-1-1 0 0,0 0 1 0 0,-1-1 0 0 0,1 1 0 0 0,0 0 0 0 0,1-1 0 0 0,-1 0-1 0 0,0 0 1 0 0,0 0 0 0 0,1 0 0 0 0,-1 0 0 0 0,5 0 0 0 0,12 1-440 0 0,-1-1 0 0 0,0-1 1 0 0,1-1-1 0 0,-1 0 1 0 0,0-2-1 0 0,0 0 0 0 0,0-1 1 0 0,0-1-1 0 0,20-8 1 0 0,7-5-470 0 0,-1-2 0 0 0,57-35 1 0 0,-67 33 1238 0 0,48-37 1 0 0,-64 44 1273 0 0,-2-2 0 0 0,0 1 0 0 0,29-38 0 0 0,-18 21 1007 0 0,-27 32-2193 0 0,-11 18 123 0 0,-7 9 179 0 0,-27 51-1 0 0,38-65-535 0 0,1 1 0 0 0,0-1 0 0 0,1 2 0 0 0,0-1 0 0 0,1 0 0 0 0,-2 23 0 0 0,5-31-40 0 0,-1-1-1 0 0,1 1 1 0 0,0-1-1 0 0,1 0 1 0 0,-1 1-1 0 0,1-1 1 0 0,0 1-1 0 0,0-1 1 0 0,0 0 0 0 0,0 0-1 0 0,1 0 1 0 0,0 1-1 0 0,0-1 1 0 0,0-1-1 0 0,0 1 1 0 0,1 0-1 0 0,-1-1 1 0 0,1 1-1 0 0,0-1 1 0 0,0 0-1 0 0,0 0 1 0 0,0 0 0 0 0,1 0-1 0 0,0 0 1 0 0,-1-1-1 0 0,1 1 1 0 0,0-1-1 0 0,0 0 1 0 0,0-1-1 0 0,0 1 1 0 0,0-1-1 0 0,0 1 1 0 0,1-1 0 0 0,-1 0-1 0 0,1-1 1 0 0,-1 1-1 0 0,0-1 1 0 0,1 0-1 0 0,-1 0 1 0 0,1 0-1 0 0,3-1 1 0 0,1-1-16 0 0,-1 0 0 0 0,-1 0 1 0 0,1-1-1 0 0,0 0 0 0 0,-1 0 0 0 0,1 0 1 0 0,-1-1-1 0 0,0-1 0 0 0,0 1 0 0 0,0-1 1 0 0,-1 0-1 0 0,0 0 0 0 0,0-1 1 0 0,0 0-1 0 0,0 0 0 0 0,-1 0 0 0 0,0-1 1 0 0,-1 0-1 0 0,5-8 0 0 0,-3 4-16 0 0,0 0 0 0 0,0 0 1 0 0,-2-1-1 0 0,1 0 0 0 0,-1 0 0 0 0,-1 0 0 0 0,0 0 0 0 0,-1-1 1 0 0,0 1-1 0 0,-1-1 0 0 0,-1-23 0 0 0,-1 28 4 0 0,0 0 0 0 0,0 1 0 0 0,-1-1 0 0 0,0 0 0 0 0,0 1 0 0 0,-1 0 0 0 0,0-1 0 0 0,0 1-1 0 0,-1 0 1 0 0,0 0 0 0 0,0 1 0 0 0,-5-7 0 0 0,5 9 2 0 0,1 1 0 0 0,0 0 0 0 0,-1 0-1 0 0,0 0 1 0 0,1 0 0 0 0,-1 0 0 0 0,-1 1 0 0 0,1 0 0 0 0,0 0-1 0 0,0 0 1 0 0,-1 0 0 0 0,1 0 0 0 0,-1 1 0 0 0,1 0-1 0 0,-1 0 1 0 0,0 0 0 0 0,1 1 0 0 0,-1 0 0 0 0,0 0 0 0 0,0 0-1 0 0,-4 1 1 0 0,2 0-9 0 0,-1 0-1 0 0,1 1 0 0 0,0 0 1 0 0,0 1-1 0 0,0-1 1 0 0,0 1-1 0 0,1 1 1 0 0,-1-1-1 0 0,1 1 1 0 0,0 0-1 0 0,0 1 1 0 0,-11 9-1 0 0,15-12-18 0 0,0 0-1 0 0,0 0 1 0 0,0 0 0 0 0,0 1-1 0 0,1-1 1 0 0,-1 0 0 0 0,1 1-1 0 0,0-1 1 0 0,-1 1 0 0 0,1-1-1 0 0,0 1 1 0 0,0 0 0 0 0,1-1-1 0 0,-1 1 1 0 0,1 0 0 0 0,-1 0-1 0 0,1-1 1 0 0,0 1 0 0 0,0 0-1 0 0,0 0 1 0 0,0 0-1 0 0,0 0 1 0 0,1-1 0 0 0,0 1-1 0 0,-1 0 1 0 0,1-1 0 0 0,0 1-1 0 0,0 0 1 0 0,0-1 0 0 0,1 1-1 0 0,-1-1 1 0 0,0 1 0 0 0,1-1-1 0 0,0 0 1 0 0,0 0 0 0 0,3 4-1 0 0,0-1-135 0 0,1-1-1 0 0,1 1 1 0 0,-1-1-1 0 0,0 0 0 0 0,1 0 1 0 0,0-1-1 0 0,0 1 1 0 0,0-2-1 0 0,0 1 1 0 0,1-1-1 0 0,-1 0 1 0 0,1 0-1 0 0,-1-1 0 0 0,1 0 1 0 0,9-1-1 0 0,2 1-293 0 0,1-1-1 0 0,-1-2 0 0 0,1 0 0 0 0,33-8 1 0 0,-26 3 227 0 0,-1-2 1 0 0,-1-1 0 0 0,0-1-1 0 0,0-2 1 0 0,-1 0 0 0 0,0-1 0 0 0,-2-2-1 0 0,0 0 1 0 0,0-1 0 0 0,24-27 0 0 0,10-15 1550 0 0,-4-3 0 0 0,53-80 0 0 0,-57 77 965 0 0,-47 64-2154 0 0,0 2-114 0 0,-1 0 0 0 0,1 1 0 0 0,-1-1 0 0 0,1 1 0 0 0,-1-1 0 0 0,0 1 1 0 0,1-1-1 0 0,-1 1 0 0 0,0-1 0 0 0,0 1 0 0 0,0-1 0 0 0,0 1 0 0 0,-1 1 0 0 0,-18 72 533 0 0,-32 76 0 0 0,27-85-338 0 0,-26 114-1 0 0,47-164-155 0 0,0 0-1 0 0,2 1 0 0 0,-1 0 0 0 0,2-1 1 0 0,0 1-1 0 0,5 28 0 0 0,-4-41-56 0 0,-1 0-1 0 0,2 1 1 0 0,-1-1-1 0 0,0 0 1 0 0,1 0-1 0 0,0 1 1 0 0,0-1-1 0 0,0-1 0 0 0,0 1 1 0 0,1 0-1 0 0,-1 0 1 0 0,1-1-1 0 0,0 0 1 0 0,0 1-1 0 0,0-1 1 0 0,1 0-1 0 0,-1-1 1 0 0,1 1-1 0 0,0 0 1 0 0,-1-1-1 0 0,1 0 1 0 0,0 0-1 0 0,0 0 1 0 0,1-1-1 0 0,-1 1 0 0 0,0-1 1 0 0,0 0-1 0 0,1 0 1 0 0,7 0-1 0 0,-2-1-132 0 0,0 0 0 0 0,-1 0-1 0 0,1-2 1 0 0,0 1 0 0 0,-1-1-1 0 0,1 0 1 0 0,-1-1-1 0 0,0 0 1 0 0,0-1 0 0 0,0 0-1 0 0,0 0 1 0 0,0-1 0 0 0,-1 0-1 0 0,0-1 1 0 0,8-6 0 0 0,6-6 52 0 0,-1-2 0 0 0,0 0 0 0 0,32-43 0 0 0,19-47 4970 0 0,-63 95-4532 0 0,-9 13-131 0 0,0 18-258 0 0,-1-4 48 0 0,-2 0 0 0 0,1 0 0 0 0,-9 21 0 0 0,-1 9 15 0 0,9-29 4 0 0,0 1 0 0 0,1-1 0 0 0,1 1-1 0 0,0-1 1 0 0,2 25 0 0 0,-1-35-61 0 0,0 0 0 0 0,0-1-1 0 0,1 1 1 0 0,0 0 0 0 0,0 0 0 0 0,-1 0-1 0 0,1 0 1 0 0,1-1 0 0 0,-1 1-1 0 0,0-1 1 0 0,1 1 0 0 0,-1-1 0 0 0,1 1-1 0 0,0-1 1 0 0,0 0 0 0 0,0 0-1 0 0,0 1 1 0 0,0-2 0 0 0,1 1 0 0 0,-1 0-1 0 0,0 0 1 0 0,1-1 0 0 0,-1 1 0 0 0,1-1-1 0 0,0 0 1 0 0,-1 0 0 0 0,1 0-1 0 0,0 0 1 0 0,0 0 0 0 0,0-1 0 0 0,0 1-1 0 0,0-1 1 0 0,4 1 0 0 0,5-2-299 0 0,0 1 1 0 0,0-2 0 0 0,0 1-1 0 0,0-2 1 0 0,0 1 0 0 0,0-2-1 0 0,0 0 1 0 0,-1 0-1 0 0,0-1 1 0 0,0 0 0 0 0,0-1-1 0 0,-1 0 1 0 0,1-1 0 0 0,11-10-1 0 0,1-2 382 0 0,0-2 1 0 0,-2 0-1 0 0,0-2 0 0 0,27-38 0 0 0,-30 35 2205 0 0,14-32-1 0 0,-4 8 255 0 0,-27 48-2264 0 0,-1 5-196 0 0,-2 9-1 0 0,-1 1 0 0 0,0-1-1 0 0,-1 0 1 0 0,0 0 0 0 0,-11 21-1 0 0,9-18-14 0 0,-41 110-76 0 0,40-102-1883 0 0,-5 39-1 0 0,12-38-626 0 0,4-10-2784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44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35 209 1352 0 0,'9'-31'9372'0'0,"1"-4"-1881"0"0,-2-5 1885 0 0,-8 38-9166 0 0,0 2-327 0 0,6-14 2386 0 0,-7 15-2271 0 0,1 0-1 0 0,0 0 1 0 0,-1-1-1 0 0,1 1 1 0 0,0 0-1 0 0,0 0 1 0 0,0 0-1 0 0,0 0 1 0 0,0-1-1 0 0,0 1 1 0 0,0 0-1 0 0,0 0 1 0 0,0 0-1 0 0,0 0 0 0 0,0-1 1 0 0,1 1-1 0 0,-1 0 1 0 0,0 0-1 0 0,1-1 1 0 0,-1 2-1 0 0,1 0 6 0 0,0 0 0 0 0,0 0 0 0 0,-1 1-1 0 0,1-1 1 0 0,-1 0 0 0 0,1 0 0 0 0,-1 1 0 0 0,0-1-1 0 0,0 0 1 0 0,0 1 0 0 0,0-1 0 0 0,0 0-1 0 0,-1 0 1 0 0,1 1 0 0 0,-1 2 0 0 0,-4 46-32 0 0,4-31-48 0 0,-6 35 1 0 0,-30 70-131 0 0,32-109-24 0 0,4-14 241 0 0,1-2-11 0 0,0 1 0 0 0,0-1-1 0 0,0 1 1 0 0,1-1-1 0 0,-1 1 1 0 0,0-1 0 0 0,0 1-1 0 0,0-1 1 0 0,0 1 0 0 0,0-1-1 0 0,-1 1 1 0 0,1-1-1 0 0,0 0 1 0 0,0 1 0 0 0,0-1-1 0 0,0 1 1 0 0,0-1-1 0 0,-1 1 1 0 0,1-1 0 0 0,0 1-1 0 0,0-1 1 0 0,-1 0 0 0 0,1 1-1 0 0,0-1 1 0 0,-1 0-1 0 0,1 1 1 0 0,0-1 0 0 0,-1 0-1 0 0,1 1 1 0 0,-1-1-1 0 0,1 0 1 0 0,0 0 0 0 0,-1 1-1 0 0,0-2-14 0 0,0 1 0 0 0,1 0 0 0 0,-1-1 0 0 0,1 1 0 0 0,-1-1 0 0 0,1 1 0 0 0,-1-1 0 0 0,1 1 0 0 0,0-1 0 0 0,-1 1 0 0 0,1-1 0 0 0,0 1 0 0 0,-1-1-1 0 0,1 1 1 0 0,0-1 0 0 0,0 0 0 0 0,-1 1 0 0 0,1-1 0 0 0,0 0 0 0 0,0 1 0 0 0,0-1 0 0 0,0 0 0 0 0,0 1 0 0 0,0-1 0 0 0,0 0 0 0 0,0 1 0 0 0,0-1 0 0 0,0-1 0 0 0,1-13-79 0 0,0-1 0 0 0,1 0 0 0 0,1 1 0 0 0,0 0 0 0 0,1 0 0 0 0,0 0 0 0 0,2 0 0 0 0,-1 0 0 0 0,2 1 0 0 0,12-21 1 0 0,-5 15 26 0 0,0 0 0 0 0,2 2 1 0 0,26-28-1 0 0,-39 43 63 0 0,6-8 10 0 0,-7 8-14 0 0,0 1 0 0 0,1-1 0 0 0,-1 0 0 0 0,1 0 0 0 0,0 1 1 0 0,5-4-1 0 0,-7 5 18 0 0,1-1-63 0 0,1-1 1 0 0,-1 1 0 0 0,1 0-1 0 0,0 0 1 0 0,0 0-1 0 0,4-3 1 0 0,-3 8 29 0 0,0 0 0 0 0,-1 0 1 0 0,1 1-1 0 0,-1-1 0 0 0,0 1 0 0 0,0-1 0 0 0,-1 1 0 0 0,1 0 0 0 0,-1 0 0 0 0,1 0 1 0 0,-1 0-1 0 0,-1 0 0 0 0,1 1 0 0 0,1 4 0 0 0,1 2 12 0 0,-1 0 0 0 0,0 0 0 0 0,0 0 0 0 0,-1 1 1 0 0,-1-1-1 0 0,0 1 0 0 0,0-1 0 0 0,-2 0 0 0 0,1 1 0 0 0,-1-1 0 0 0,-1 1 0 0 0,0-1 0 0 0,-5 16 0 0 0,-4 6-74 0 0,-1-1-1 0 0,-23 40 0 0 0,25-53 39 0 0,-3 2 14 0 0,13-21 33 0 0,0 0 0 0 0,0 0 0 0 0,0 0 0 0 0,0 0 1 0 0,0 0-1 0 0,0 0 0 0 0,0 0 0 0 0,0 0 0 0 0,0 0 0 0 0,0 0 0 0 0,0 0 0 0 0,0-1 0 0 0,0 1 0 0 0,0 0 0 0 0,0 0 1 0 0,0 0-1 0 0,0 0 0 0 0,0 0 0 0 0,0 0 0 0 0,0 0 0 0 0,0 0 0 0 0,0 0 0 0 0,0 0 0 0 0,0 0 0 0 0,0 0 1 0 0,0 0-1 0 0,0 0 0 0 0,0 0 0 0 0,0 0 0 0 0,0 0 0 0 0,-1 0 0 0 0,1 0 0 0 0,0-1 0 0 0,0 1 0 0 0,0 0 0 0 0,0 0 1 0 0,0 0-1 0 0,0 0 0 0 0,0 0 0 0 0,0 0 0 0 0,0 0 0 0 0,0 0 0 0 0,0 0 0 0 0,0 0 0 0 0,0 0 0 0 0,0 0 0 0 0,0 0 1 0 0,-1 0-1 0 0,1 0 0 0 0,0 0 0 0 0,0 0 0 0 0,0 0 0 0 0,0 0 0 0 0,0 0 0 0 0,0 0 0 0 0,0 0 0 0 0,0 1 1 0 0,0-1-1 0 0,0 0 0 0 0,0 0 0 0 0,0 0 0 0 0,0 0 0 0 0,0 0 0 0 0,0 0 0 0 0,0 0 0 0 0,0 0 0 0 0,0 0 0 0 0,-1 0 1 0 0,4-13-89 0 0,7-15-133 0 0,1 0 0 0 0,1 1 0 0 0,20-33 0 0 0,56-71-345 0 0,-70 105 488 0 0,1 2 0 0 0,2 0 0 0 0,0 1 1 0 0,2 1-1 0 0,0 1 0 0 0,31-21 0 0 0,-52 41 67 0 0,0 0-1 0 0,1 0 1 0 0,-1 0-1 0 0,0 1 1 0 0,0-1-1 0 0,0 1 1 0 0,1-1-1 0 0,-1 1 1 0 0,0 0-1 0 0,0 0 1 0 0,1 0-1 0 0,-1 0 1 0 0,0 1-1 0 0,1-1 0 0 0,-1 0 1 0 0,0 1-1 0 0,0 0 1 0 0,0-1-1 0 0,0 1 1 0 0,1 0-1 0 0,2 2 1 0 0,-2 2 4 0 0,1 0 0 0 0,-1 0 0 0 0,0 0 0 0 0,0 1 1 0 0,0-1-1 0 0,-1 1 0 0 0,0 0 0 0 0,0-1 0 0 0,0 1 0 0 0,-1 0 1 0 0,0 0-1 0 0,0 0 0 0 0,0 0 0 0 0,-1 1 0 0 0,0-1 0 0 0,0 0 1 0 0,-1 0-1 0 0,0 0 0 0 0,0 0 0 0 0,-2 8 0 0 0,-8 25-14 0 0,-2 0 0 0 0,-22 49-1 0 0,-7 16-223 0 0,41-100 174 0 0,-5 18 150 0 0,6-21-107 0 0,0-1 1 0 0,0 1-1 0 0,0-1 1 0 0,0 1-1 0 0,0 0 0 0 0,0-1 1 0 0,0 1-1 0 0,1 0 1 0 0,-1-1-1 0 0,0 1 0 0 0,0-1 1 0 0,0 1-1 0 0,1-1 1 0 0,-1 1-1 0 0,0 0 0 0 0,1-1 1 0 0,-1 1-1 0 0,0-1 1 0 0,1 0-1 0 0,-1 1 0 0 0,1-1 1 0 0,-1 1-1 0 0,1-1 1 0 0,-1 1-1 0 0,1-1 0 0 0,-1 0 1 0 0,1 1-1 0 0,-1-1 1 0 0,1 0-1 0 0,-1 0 0 0 0,1 0 1 0 0,0 1-1 0 0,-1-1 1 0 0,2 0-1 0 0,9 2-1079 0 0,0-1 0 0 0,1-1 0 0 0,-1 0 0 0 0,0 0 0 0 0,1-1 0 0 0,15-3 0 0 0,14-7-5010 0 0,-17 3 88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45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131 117 1084 0 0,'-5'-24'8483'0'0,"2"9"-4190"0"0,-3 31-2488 0 0,-8 39-545 0 0,13-52-975 0 0,-9 41 295 0 0,-3-1 1 0 0,-2 0 0 0 0,-28 58 0 0 0,23-57 1727 0 0,21-50-2268 0 0,0 0-1 0 0,1 0 1 0 0,0 0-1 0 0,0 0 0 0 0,1 0 1 0 0,0 0-1 0 0,0 1 1 0 0,0 0-1 0 0,0-1 1 0 0,6-5-1 0 0,3-7-7 0 0,14-20-43 0 0,1 1-1 0 0,1 1 0 0 0,2 2 0 0 0,2 0 1 0 0,1 3-1 0 0,1 0 0 0 0,45-29 0 0 0,-70 54-18 0 0,-1 1-1 0 0,1 0 0 0 0,-1 0 1 0 0,1 1-1 0 0,1 0 1 0 0,9-3-1 0 0,-17 7 25 0 0,0-1 1 0 0,0 1 0 0 0,0-1-1 0 0,0 1 1 0 0,0 0-1 0 0,0 0 1 0 0,0 0-1 0 0,1 0 1 0 0,-1 0-1 0 0,0 0 1 0 0,0 1-1 0 0,0-1 1 0 0,0 1 0 0 0,0-1-1 0 0,0 1 1 0 0,0 0-1 0 0,0 0 1 0 0,0 0-1 0 0,0 0 1 0 0,0 0-1 0 0,-1 0 1 0 0,1 0-1 0 0,0 1 1 0 0,-1-1-1 0 0,1 1 1 0 0,-1-1 0 0 0,1 1-1 0 0,-1-1 1 0 0,0 1-1 0 0,1 0 1 0 0,-1 0-1 0 0,0 0 1 0 0,1 4-1 0 0,0 0 14 0 0,0 1 0 0 0,0-1 0 0 0,-1 1 0 0 0,0 0 0 0 0,0 0 0 0 0,0 0 0 0 0,-1 0 0 0 0,0 0 0 0 0,-1 0 1 0 0,1 0-1 0 0,-4 10 0 0 0,-2 10 62 0 0,-16 40 1 0 0,13-44-56 0 0,-14 31-53 0 0,15-37 63 0 0,0 1-1 0 0,-10 36 1 0 0,18-54-21 0 0,0 1 0 0 0,0 0-1 0 0,-1 0 1 0 0,1 0 0 0 0,0 0 0 0 0,0 0-1 0 0,0-1 1 0 0,0 1 0 0 0,0 0 0 0 0,0 0 0 0 0,0 0-1 0 0,0 0 1 0 0,1 0 0 0 0,-1-1 0 0 0,0 1-1 0 0,0 0 1 0 0,1 0 0 0 0,-1 0 0 0 0,1-1 0 0 0,-1 1-1 0 0,0 0 1 0 0,1 0 0 0 0,0-1 0 0 0,-1 1 0 0 0,1 0-1 0 0,-1-1 1 0 0,1 1 0 0 0,0-1 0 0 0,-1 1-1 0 0,1-1 1 0 0,0 1 0 0 0,0-1 0 0 0,-1 1 0 0 0,1-1-1 0 0,0 0 1 0 0,0 1 0 0 0,0-1 0 0 0,-1 0-1 0 0,1 0 1 0 0,0 1 0 0 0,0-1 0 0 0,0 0 0 0 0,0 0-1 0 0,0 0 1 0 0,-1 0 0 0 0,1 0 0 0 0,2-1-1 0 0,6 1-280 0 0,0-1-1 0 0,0 0 0 0 0,15-4 0 0 0,-16 3-167 0 0,108-30-5297 0 0,-41 4-1218 0 0,-41 13 1339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46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141 372 1916 0 0,'30'-46'9544'0'0,"-30"44"-8991"0"0,4-3 551 0 0,-8 9-115 0 0,-27 39 376 0 0,-50 77 307 0 0,71-102-1600 0 0,1-1 0 0 0,1 1 0 0 0,0 0 0 0 0,2 1 0 0 0,-7 24 0 0 0,12-35-49 0 0,-1 1-1 0 0,2-1 1 0 0,-1 0 0 0 0,1 0 0 0 0,0 0-1 0 0,1 1 1 0 0,2 12 0 0 0,-3-19-8 0 0,1 1 1 0 0,0 0-1 0 0,-1 0 1 0 0,1-1-1 0 0,1 1 1 0 0,-1-1-1 0 0,0 1 1 0 0,0-1 0 0 0,1 1-1 0 0,0-1 1 0 0,-1 0-1 0 0,1 1 1 0 0,0-1-1 0 0,0 0 1 0 0,0 0-1 0 0,0-1 1 0 0,0 1-1 0 0,1 0 1 0 0,-1-1-1 0 0,1 1 1 0 0,-1-1-1 0 0,1 0 1 0 0,-1 0-1 0 0,1 0 1 0 0,0 0-1 0 0,4 1 1 0 0,-2-1-2 0 0,0-1 1 0 0,0 0-1 0 0,0 1 1 0 0,1-2-1 0 0,-1 1 1 0 0,0-1-1 0 0,0 1 1 0 0,0-1-1 0 0,0-1 1 0 0,0 1 0 0 0,0-1-1 0 0,0 0 1 0 0,6-3-1 0 0,-3 0 0 0 0,-1 0 0 0 0,0 0 0 0 0,0-1 0 0 0,0 1 0 0 0,-1-1 0 0 0,0-1-1 0 0,8-9 1 0 0,-3 0-5 0 0,0 0-1 0 0,-2-1 0 0 0,0 0 0 0 0,-1-1 0 0 0,0 1 1 0 0,8-35-1 0 0,-11 34-19 0 0,-2-1 1 0 0,0 0 0 0 0,1-28 0 0 0,-4 38-8 0 0,0-1-1 0 0,-1 0 1 0 0,0 1 0 0 0,-1-1 0 0 0,1 1 0 0 0,-2-1-1 0 0,1 1 1 0 0,-8-15 0 0 0,9 21 10 0 0,0 1 1 0 0,-1-1-1 0 0,1 1 0 0 0,0 0 0 0 0,-1-1 1 0 0,0 1-1 0 0,0 0 0 0 0,1 0 0 0 0,-1 0 1 0 0,-1 0-1 0 0,1 1 0 0 0,0-1 0 0 0,0 1 1 0 0,0-1-1 0 0,-1 1 0 0 0,1 0 0 0 0,-1 0 1 0 0,-5-2-1 0 0,5 2 13 0 0,-1 1 0 0 0,1 0-1 0 0,-1 0 1 0 0,0 0 0 0 0,1 0 0 0 0,-1 0 0 0 0,1 1 0 0 0,-1 0-1 0 0,0 0 1 0 0,1 0 0 0 0,0 0 0 0 0,-6 3 0 0 0,-1 1 5 0 0,1 0-1 0 0,0 0 1 0 0,0 1 0 0 0,1 1-1 0 0,0 0 1 0 0,0 0 0 0 0,1 0 0 0 0,-13 17-1 0 0,17-20-23 0 0,-1 1 0 0 0,1 0 0 0 0,1 0-1 0 0,-1 0 1 0 0,1 1 0 0 0,0-1 0 0 0,0 1-1 0 0,0-1 1 0 0,1 1 0 0 0,0-1 0 0 0,0 1-1 0 0,0 0 1 0 0,1 0 0 0 0,0-1 0 0 0,0 1-1 0 0,2 8 1 0 0,-2-11 4 0 0,1 1-1 0 0,1 0 1 0 0,-1 0-1 0 0,0-1 1 0 0,1 1-1 0 0,0-1 1 0 0,0 1-1 0 0,0-1 1 0 0,0 0-1 0 0,0 0 1 0 0,1 0-1 0 0,-1 0 1 0 0,1 0-1 0 0,0 0 1 0 0,0-1-1 0 0,0 0 1 0 0,0 1-1 0 0,0-1 1 0 0,1 0-1 0 0,-1 0 1 0 0,1-1 0 0 0,-1 1-1 0 0,1-1 1 0 0,0 0-1 0 0,4 1 1 0 0,7 1 10 0 0,0-1 1 0 0,0 0 0 0 0,0-1 0 0 0,1-1 0 0 0,-1-1 0 0 0,0 0 0 0 0,1 0-1 0 0,-1-2 1 0 0,0 0 0 0 0,0-1 0 0 0,-1 0 0 0 0,16-7 0 0 0,4-4 69 0 0,-1 0 1 0 0,-1-3-1 0 0,57-39 1 0 0,-55 31-127 0 0,-1-1 0 0 0,-1-2 0 0 0,45-54 1 0 0,70-111 507 0 0,-108 138-146 0 0,-38 54-317 0 0,-1 4 10 0 0,1 0 0 0 0,-1 0 0 0 0,0 0 0 0 0,-1 0 0 0 0,1 0 0 0 0,0 0 1 0 0,-1 0-1 0 0,1 0 0 0 0,-2 4 0 0 0,2-5-1 0 0,-116 330 1523 0 0,79-234-1094 0 0,-100 239 518 0 0,-16 41-297 0 0,44-111-438 0 0,72-176-149 0 0,-33 94-112 0 0,61-164 158 0 0,7-16 12 0 0,0 0 1 0 0,0 0-1 0 0,0 0 0 0 0,1 1 1 0 0,-1-1-1 0 0,1 1 0 0 0,-1 8 1 0 0,3-13-109 0 0,-1 1 0 0 0,0-1 1 0 0,0 1-1 0 0,1-1 0 0 0,-1 1 1 0 0,0-1-1 0 0,1 1 0 0 0,-1-1 1 0 0,1 0-1 0 0,-1 1 0 0 0,1-1 1 0 0,-1 1-1 0 0,1-1 0 0 0,-1 0 1 0 0,1 1-1 0 0,-1-1 0 0 0,1 0 0 0 0,-1 0 1 0 0,1 0-1 0 0,-1 1 0 0 0,1-1 1 0 0,0 0-1 0 0,-1 0 0 0 0,1 0 1 0 0,-1 0-1 0 0,1 0 0 0 0,0 0 1 0 0,-1 0-1 0 0,1 0 0 0 0,-1 0 1 0 0,1 0-1 0 0,0 0 0 0 0,-1 0 0 0 0,1-1 1 0 0,0 1-1 0 0,25-5 135 0 0,-25 4-144 0 0,21-7 46 0 0,0 0 0 0 0,-1-2 0 0 0,0-1 0 0 0,-1 0 0 0 0,32-25 0 0 0,-47 33-24 0 0,26-19 44 0 0,-1-1 0 0 0,-1-2 1 0 0,29-31-1 0 0,-45 42-64 0 0,-2 1 0 0 0,0-2 0 0 0,0 1-1 0 0,-1-1 1 0 0,-1-1 0 0 0,-1 0-1 0 0,0 0 1 0 0,10-32 0 0 0,-16 39-7 0 0,0 1 0 0 0,-1-1 0 0 0,0 0-1 0 0,-1 1 1 0 0,0-1 0 0 0,0 0 0 0 0,-1 0 0 0 0,0 1 0 0 0,0-1 0 0 0,-1 0 0 0 0,0 1 0 0 0,0 0 0 0 0,-1-1-1 0 0,-1 1 1 0 0,1 0 0 0 0,-1 0 0 0 0,0 1 0 0 0,-1-1 0 0 0,-10-12 0 0 0,-8-6-12 0 0,-1 0 1 0 0,-2 1-1 0 0,-47-35 1 0 0,13 11 7 0 0,59 48-38 0 0,-1 0 0 0 0,1 0 0 0 0,0-1 0 0 0,0 1 1 0 0,0 0-1 0 0,0-1 0 0 0,0 1 0 0 0,0-1 1 0 0,0 1-1 0 0,1-1 0 0 0,-1 1 0 0 0,0-1 1 0 0,1 1-1 0 0,-1-1 0 0 0,1 0 0 0 0,0 1 0 0 0,-1-1 1 0 0,1 0-1 0 0,0 1 0 0 0,0-3 0 0 0,1 1-118 0 0,-1-1 0 0 0,1 1 0 0 0,0 0 0 0 0,0 0 0 0 0,0 0 0 0 0,1 0 0 0 0,-1 0 0 0 0,1 0 0 0 0,3-5 0 0 0,3-3-664 0 0,0 1 1 0 0,1 1-1 0 0,1-1 1 0 0,11-8-1 0 0,11-7-3885 0 0,34-20 0 0 0,-35 25-1264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48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61 671 60 0 0,'-19'15'7314'0'0,"14"-9"-7037"0"0,0 1 1 0 0,1-1-1 0 0,0 1 0 0 0,0 0 1 0 0,1 0-1 0 0,0 0 0 0 0,0 0 1 0 0,0 1-1 0 0,1-1 0 0 0,0 1 0 0 0,1 0 1 0 0,0-1-1 0 0,0 1 0 0 0,0 0 1 0 0,1 10-1 0 0,1-17-246 0 0,0 0 0 0 0,0 0 0 0 0,-1-1 0 0 0,1 1 0 0 0,0 0 0 0 0,0-1 0 0 0,0 1 0 0 0,0 0 0 0 0,0-1 0 0 0,0 1 0 0 0,0-1 0 0 0,0 1 0 0 0,0-1 0 0 0,0 0 0 0 0,0 1 0 0 0,0-1 0 0 0,0 0 0 0 0,0 0 0 0 0,0 0 0 0 0,0 0 0 0 0,0 0 0 0 0,1 0 0 0 0,-1 0 0 0 0,0 0 0 0 0,2-1 0 0 0,12-4 4 0 0,-1-1 0 0 0,1 0 0 0 0,-1-1 0 0 0,0-1 0 0 0,-1 0 0 0 0,0-1 0 0 0,17-14 0 0 0,-12 6-41 0 0,0-1 0 0 0,-1-1-1 0 0,0 0 1 0 0,14-24-1 0 0,-6 2-90 0 0,-2 0-1 0 0,-1-2 0 0 0,-3 0 0 0 0,22-69 0 0 0,-29 64 110 0 0,-2 0 0 0 0,-1-1 0 0 0,-3 0 0 0 0,-1-95 0 0 0,-5 144-15 0 0,1-1 0 0 0,-1 1 0 0 0,0-1-1 0 0,0 1 1 0 0,0-1 0 0 0,0 1 0 0 0,0-1 0 0 0,0 1 0 0 0,0-1 0 0 0,0 1 0 0 0,0-1 0 0 0,0 0 0 0 0,-1 1 0 0 0,1-1 0 0 0,0 1-1 0 0,0-1 1 0 0,0 1 0 0 0,-1 0 0 0 0,1-1 0 0 0,0 1 0 0 0,-1-1 0 0 0,1 1 0 0 0,0-1 0 0 0,-1 1 0 0 0,1 0 0 0 0,0-1 0 0 0,-1 1-1 0 0,1 0 1 0 0,-1-1 0 0 0,0 1 0 0 0,0 0 1 0 0,0 0 0 0 0,0 0 0 0 0,0 0 0 0 0,1 0 0 0 0,-1 1-1 0 0,0-1 1 0 0,0 0 0 0 0,0 1 0 0 0,0-1 0 0 0,0 1 0 0 0,1-1 0 0 0,-1 1-1 0 0,0-1 1 0 0,0 1 0 0 0,0 1 0 0 0,-24 28 4 0 0,2 12 21 0 0,2 1-1 0 0,2 0 0 0 0,1 2 0 0 0,3 0 0 0 0,2 1 1 0 0,-12 75-1 0 0,22-102 30 0 0,1 1 0 0 0,0-1-1 0 0,2 0 1 0 0,0 1 0 0 0,4 24 0 0 0,-3-38-63 0 0,0 0 1 0 0,0-1-1 0 0,1 1 1 0 0,-1-1-1 0 0,1 1 0 0 0,0-1 1 0 0,1 0-1 0 0,0 0 1 0 0,-1 0-1 0 0,1 0 0 0 0,1 0 1 0 0,-1 0-1 0 0,1-1 1 0 0,0 0-1 0 0,0 0 0 0 0,0 0 1 0 0,0 0-1 0 0,1 0 1 0 0,0-1-1 0 0,-1 0 0 0 0,1 0 1 0 0,6 2-1 0 0,-3-2-171 0 0,0 0 0 0 0,0-1 0 0 0,0 0 0 0 0,0 0-1 0 0,1-1 1 0 0,-1 0 0 0 0,1-1 0 0 0,-1 0 0 0 0,0 0 0 0 0,14-2 0 0 0,-9-1-84 0 0,-1 0 1 0 0,1 0-1 0 0,-1-1 1 0 0,0-1 0 0 0,0 0-1 0 0,14-9 1 0 0,-4 0-3 0 0,0-1 0 0 0,-1 0 0 0 0,-1-2 1 0 0,-1-1-1 0 0,0 0 0 0 0,19-25 0 0 0,-10 6 255 0 0,-2 0-1 0 0,40-77 0 0 0,25-90 3447 0 0,-90 202-3389 0 0,18-46 799 0 0,-17 43-702 0 0,-3 6-38 0 0,-12 25-25 0 0,-35 92 567 0 0,12-25-111 0 0,-100 281 728 0 0,127-350-1119 0 0,7-18 326 0 0,-1 0-1 0 0,1 1 1 0 0,0-1 0 0 0,1 1 0 0 0,-2 12 0 0 0,14-30-268 0 0,47-66-35 0 0,10-11-180 0 0,-50 69-25 0 0,0 1 0 0 0,40-30 0 0 0,-49 42 11 0 0,0 0 0 0 0,1 0 0 0 0,0 1 0 0 0,0 0 0 0 0,0 1 0 0 0,0 0 0 0 0,1 0 0 0 0,0 1 0 0 0,11-1 0 0 0,-18 3 24 0 0,0 1 0 0 0,-1 0-1 0 0,1 0 1 0 0,0 0 0 0 0,0 1 0 0 0,-1-1 0 0 0,1 1 0 0 0,-1 0 0 0 0,1 0-1 0 0,0 0 1 0 0,-1 1 0 0 0,0-1 0 0 0,1 1 0 0 0,-1 0 0 0 0,0 0 0 0 0,0 0 0 0 0,0 0-1 0 0,0 0 1 0 0,0 1 0 0 0,0-1 0 0 0,-1 1 0 0 0,1 0 0 0 0,-1 0 0 0 0,0 0-1 0 0,0 0 1 0 0,0 0 0 0 0,0 0 0 0 0,-1 1 0 0 0,3 6 0 0 0,2 4 25 0 0,-2 0 0 0 0,0 1 1 0 0,-1-1-1 0 0,0 1 1 0 0,1 28-1 0 0,-3-4 21 0 0,-1-23 3 0 0,0 1 0 0 0,2 0 0 0 0,3 19-1 0 0,-5-35-39 0 0,1 0-1 0 0,-1 0 1 0 0,1 0-1 0 0,0 0 1 0 0,-1 0-1 0 0,1 0 1 0 0,0 0-1 0 0,-1-1 1 0 0,1 1-1 0 0,0 0 1 0 0,0 0-1 0 0,0-1 0 0 0,-1 1 1 0 0,1 0-1 0 0,0-1 1 0 0,0 1-1 0 0,0-1 1 0 0,0 1-1 0 0,0-1 1 0 0,0 0-1 0 0,1 1 1 0 0,-1-1-1 0 0,0 0 1 0 0,0 0-1 0 0,0 0 1 0 0,0 0-1 0 0,0 0 1 0 0,0 0-1 0 0,0 0 1 0 0,0 0-1 0 0,2-1 1 0 0,15-1 2 0 0,-1-1 1 0 0,0-1 0 0 0,-1-1 0 0 0,1 0 0 0 0,-1-1 0 0 0,0-1 0 0 0,0-1 0 0 0,-1 0 0 0 0,17-12 0 0 0,13-11 104 0 0,68-60-1 0 0,-87 65 61 0 0,-1 0-1 0 0,28-41 1 0 0,-12 16 691 0 0,-40 49-791 0 0,-20 16-74 0 0,2 5-92 0 0,1 1 1 0 0,1 0 0 0 0,-23 40-1 0 0,34-52 91 0 0,-1 0 0 0 0,1 1 0 0 0,1 0 0 0 0,0-1 0 0 0,0 2 0 0 0,1-1 0 0 0,0 0 0 0 0,0 0 0 0 0,1 1 0 0 0,0-1 0 0 0,1 1 0 0 0,0-1 0 0 0,2 14 0 0 0,-1-19-38 0 0,0 0-1 0 0,0 0 0 0 0,1 0 1 0 0,-1-1-1 0 0,1 1 0 0 0,0 0 0 0 0,0-1 1 0 0,0 0-1 0 0,1 1 0 0 0,-1-1 1 0 0,1 0-1 0 0,0 0 0 0 0,0-1 0 0 0,0 1 1 0 0,0 0-1 0 0,0-1 0 0 0,0 0 1 0 0,1 0-1 0 0,0 0 0 0 0,-1 0 0 0 0,1 0 1 0 0,0-1-1 0 0,-1 1 0 0 0,1-1 1 0 0,0 0-1 0 0,6 0 0 0 0,-1 1-858 0 0,0-1-1 0 0,0-1 1 0 0,0 1-1 0 0,1-2 1 0 0,-1 1-1 0 0,0-1 1 0 0,0 0-1 0 0,0-1 1 0 0,0 0-1 0 0,16-7 1 0 0,-5 0-4117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48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46 232 0 0,'-292'7'15178'0'0,"275"-7"-14670"0"0,-2 1-26 0 0,16-1-134 0 0,5-1-319 0 0,0 0 0 0 0,-1 0 1 0 0,1 0-1 0 0,0 1 1 0 0,0-1-1 0 0,0 0 0 0 0,0 1 1 0 0,-1-1-1 0 0,1 1 1 0 0,3-1-1 0 0,138-18-1010 0 0,1 5-3303 0 0,-68 6 29 0 0,-16 3-892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49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18 316 0 0,'8'-9'6624'0'0,"-3"7"-6471"0"0,0 1 0 0 0,0-1 1 0 0,0 1-1 0 0,0 0 0 0 0,0 0 0 0 0,0 1 0 0 0,1 0 1 0 0,-1 0-1 0 0,0 0 0 0 0,0 0 0 0 0,0 1 1 0 0,0 0-1 0 0,0 0 0 0 0,0 0 0 0 0,0 0 0 0 0,0 1 1 0 0,0 0-1 0 0,0 0 0 0 0,-1 0 0 0 0,1 1 0 0 0,-1 0 1 0 0,0 0-1 0 0,0 0 0 0 0,0 0 0 0 0,0 0 0 0 0,0 1 1 0 0,0 0-1 0 0,2 4 0 0 0,0-1-79 0 0,0 1 0 0 0,0 0-1 0 0,-1 0 1 0 0,0 0 0 0 0,-1 0 0 0 0,0 1 0 0 0,0 0-1 0 0,0 0 1 0 0,-2 0 0 0 0,1 0 0 0 0,-1 0-1 0 0,0 1 1 0 0,-1-1 0 0 0,1 16 0 0 0,-3-12 37 0 0,-1 0 0 0 0,0 0 0 0 0,-1 0 0 0 0,0 0 0 0 0,-1 0 0 0 0,0-1 0 0 0,-1 1 0 0 0,-8 13 0 0 0,9-18-15 0 0,-1 1 1 0 0,0-1 0 0 0,-1 0 0 0 0,0-1-1 0 0,0 0 1 0 0,-1 0 0 0 0,1 0-1 0 0,-1 0 1 0 0,-1-1 0 0 0,0 0 0 0 0,-14 8-1 0 0,21-13-85 0 0,0-1 0 0 0,0 1-1 0 0,0 0 1 0 0,0-1-1 0 0,0 1 1 0 0,0-1 0 0 0,0 1-1 0 0,0-1 1 0 0,0 0-1 0 0,0 1 1 0 0,0-1 0 0 0,-1 0-1 0 0,1 0 1 0 0,0 0-1 0 0,0 0 1 0 0,0 0 0 0 0,0 0-1 0 0,0 0 1 0 0,-1 0-1 0 0,1 0 1 0 0,0-1 0 0 0,0 1-1 0 0,0 0 1 0 0,0-1-1 0 0,0 1 1 0 0,0-1 0 0 0,0 1-1 0 0,0-1 1 0 0,0 1-1 0 0,0-1 1 0 0,0 0 0 0 0,0 1-1 0 0,0-1 1 0 0,0 0-1 0 0,1 0 1 0 0,-1 0 0 0 0,0 0-1 0 0,1 0 1 0 0,-1 0-1 0 0,0 0 1 0 0,1 0 0 0 0,-1 0-1 0 0,1 0 1 0 0,0 0-1 0 0,-1 0 1 0 0,1 0 0 0 0,0-2-1 0 0,-2-3-17 0 0,2 1-1 0 0,-1-1 1 0 0,1 1-1 0 0,0-1 1 0 0,0 0 0 0 0,0 0-1 0 0,3-10 1 0 0,0 5-9 0 0,1-1 1 0 0,1 1 0 0 0,-1 0-1 0 0,2 0 1 0 0,0 1-1 0 0,0-1 1 0 0,1 1 0 0 0,0 1-1 0 0,1-1 1 0 0,0 1-1 0 0,0 1 1 0 0,1-1 0 0 0,13-9-1 0 0,-9 8-3 0 0,1 1 1 0 0,0 0-1 0 0,0 1 0 0 0,0 1 1 0 0,1 0-1 0 0,0 1 0 0 0,1 0 0 0 0,-1 1 1 0 0,24-4-1 0 0,-31 8 16 0 0,1 1 0 0 0,0 0 0 0 0,-1 0 0 0 0,1 0 0 0 0,-1 1-1 0 0,1 0 1 0 0,0 1 0 0 0,-1 0 0 0 0,0 1 0 0 0,0-1 0 0 0,0 1 0 0 0,0 1 0 0 0,0 0 0 0 0,0 0 0 0 0,9 7 0 0 0,-12-8 18 0 0,-1 0 1 0 0,0 1-1 0 0,0-1 1 0 0,-1 1-1 0 0,1 0 1 0 0,-1 0-1 0 0,0 0 1 0 0,0 0-1 0 0,0 1 1 0 0,0-1-1 0 0,-1 1 1 0 0,0-1 0 0 0,0 1-1 0 0,0 0 1 0 0,0 0-1 0 0,-1 0 1 0 0,0 0-1 0 0,0 0 1 0 0,0 0-1 0 0,-1 1 1 0 0,1-1-1 0 0,-1 0 1 0 0,-1 0-1 0 0,1 0 1 0 0,-1 0 0 0 0,-2 9-1 0 0,2-8 19 0 0,0-1 0 0 0,-1 1 0 0 0,0-1 0 0 0,0 0 0 0 0,-1 0-1 0 0,0 0 1 0 0,1 0 0 0 0,-2 0 0 0 0,1 0 0 0 0,0-1 0 0 0,-1 0 0 0 0,-7 7 0 0 0,10-10-8 0 0,-3-3-12 0 0,4 2-15 0 0,0 0 1 0 0,0 0-1 0 0,-1 0 0 0 0,1 1 1 0 0,0-1-1 0 0,0 0 1 0 0,0-1-1 0 0,-1 1 1 0 0,1 0-1 0 0,0 0 1 0 0,0 0-1 0 0,-1 0 0 0 0,1 0 1 0 0,0 0-1 0 0,0 0 1 0 0,0 0-1 0 0,-1 0 1 0 0,1 0-1 0 0,0 0 1 0 0,0-1-1 0 0,0 1 0 0 0,-1 0 1 0 0,1 0-1 0 0,0 0 1 0 0,0 0-1 0 0,0 0 1 0 0,0-1-1 0 0,0 1 1 0 0,-1 0-1 0 0,1 0 0 0 0,0 0 1 0 0,0-1-1 0 0,0 1 1 0 0,0 0-1 0 0,0 0 1 0 0,0-1-1 0 0,0-6-14 0 0,1-1-1 0 0,1 1 1 0 0,-1 0 0 0 0,1 0-1 0 0,1-1 1 0 0,-1 2-1 0 0,1-1 1 0 0,0 0 0 0 0,1 0-1 0 0,-1 1 1 0 0,7-8 0 0 0,4-5-32 0 0,1 0 1 0 0,23-21-1 0 0,-27 29 34 0 0,0 0 0 0 0,2 1 0 0 0,-1 1-1 0 0,1 0 1 0 0,0 1 0 0 0,1 0 0 0 0,0 1 0 0 0,0 1-1 0 0,1 0 1 0 0,-1 1 0 0 0,1 0 0 0 0,21-3 0 0 0,-33 7 18 0 0,0 1 0 0 0,-1 0 0 0 0,1-1 0 0 0,0 1 0 0 0,0 0 0 0 0,0 0 0 0 0,0 1 1 0 0,0-1-1 0 0,0 1 0 0 0,-1-1 0 0 0,1 1 0 0 0,0 0 0 0 0,0 0 0 0 0,-1 0 0 0 0,1 0 1 0 0,-1 1-1 0 0,1-1 0 0 0,-1 1 0 0 0,1 0 0 0 0,-1-1 0 0 0,0 1 0 0 0,0 0 0 0 0,0 0 0 0 0,0 0 1 0 0,0 1-1 0 0,0-1 0 0 0,-1 0 0 0 0,1 1 0 0 0,-1-1 0 0 0,0 1 0 0 0,1 0 0 0 0,-1-1 0 0 0,0 1 1 0 0,0 0-1 0 0,-1 0 0 0 0,1-1 0 0 0,0 6 0 0 0,0 3 59 0 0,0 1 1 0 0,-1-1-1 0 0,0 1 1 0 0,-1-1-1 0 0,0 1 1 0 0,0-1-1 0 0,-7 22 1 0 0,-23 50 156 0 0,1-1-3651 0 0,30-80 3136 0 0,0-1 0 0 0,-1 0 0 0 0,1 0 0 0 0,0 0 0 0 0,0 0 0 0 0,0 1 0 0 0,0-1 0 0 0,0 0 0 0 0,0 0 0 0 0,0 0 0 0 0,0 1-1 0 0,1-1 1 0 0,-1 0 0 0 0,0 0 0 0 0,1 0 0 0 0,-1 0 0 0 0,1 0 0 0 0,-1 0 0 0 0,2 2 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0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336 649 2148 0 0,'7'-12'2859'0'0,"-1"0"-1"0"0,6-17 1 0 0,-11 25-2415 0 0,1 0-1 0 0,-1 0 1 0 0,-1 1-1 0 0,1-1 1 0 0,0 0 0 0 0,-1 0-1 0 0,0 0 1 0 0,0 0-1 0 0,0 0 1 0 0,-1 0 0 0 0,1 1-1 0 0,-2-8 1 0 0,1 11-415 0 0,0-1 1 0 0,0 0 0 0 0,1 1-1 0 0,-1-1 1 0 0,0 1-1 0 0,0-1 1 0 0,0 1-1 0 0,0-1 1 0 0,0 1 0 0 0,0-1-1 0 0,0 1 1 0 0,0 0-1 0 0,0 0 1 0 0,0 0 0 0 0,0-1-1 0 0,0 1 1 0 0,0 0-1 0 0,0 0 1 0 0,0 0-1 0 0,0 0 1 0 0,0 1 0 0 0,1-1-1 0 0,-1 0 1 0 0,0 0-1 0 0,-2 1 1 0 0,2-1-20 0 0,-8 3 39 0 0,0-1 0 0 0,1 1 0 0 0,-1 0 0 0 0,1 1 0 0 0,0 0 0 0 0,-10 6 0 0 0,-43 31 62 0 0,41-26-89 0 0,-15 11 47 0 0,-38 36 0 0 0,64-54-64 0 0,0 1 1 0 0,2-1 0 0 0,-1 2-1 0 0,1-1 1 0 0,0 1 0 0 0,1 1-1 0 0,0-1 1 0 0,1 1 0 0 0,-6 15-1 0 0,10-24-19 0 0,0-1 0 0 0,1 1 1 0 0,-1-1-1 0 0,1 1 0 0 0,0-1 0 0 0,0 1 0 0 0,-1-1 0 0 0,1 1 0 0 0,0-1 0 0 0,0 1 0 0 0,0-1 0 0 0,0 1 0 0 0,1 0 1 0 0,-1-1-1 0 0,0 1 0 0 0,1-1 0 0 0,-1 1 0 0 0,1-1 0 0 0,0 0 0 0 0,-1 1 0 0 0,1-1 0 0 0,0 1 0 0 0,0-1 0 0 0,0 0 1 0 0,0 0-1 0 0,0 1 0 0 0,0-1 0 0 0,0 0 0 0 0,0 0 0 0 0,0 0 0 0 0,0 0 0 0 0,1 0 0 0 0,-1-1 0 0 0,0 1 0 0 0,3 1 1 0 0,1-1-133 0 0,-1 1 1 0 0,1-1-1 0 0,0 0 0 0 0,0 0 1 0 0,0-1-1 0 0,0 1 1 0 0,0-1-1 0 0,0 0 1 0 0,0 0-1 0 0,6-2 1 0 0,2 0-88 0 0,0-1 1 0 0,-1-1-1 0 0,1 0 1 0 0,-1 0-1 0 0,0-2 1 0 0,0 1-1 0 0,-1-2 1 0 0,1 1-1 0 0,-1-1 1 0 0,-1-1-1 0 0,12-10 1 0 0,8-10 349 0 0,-1-2 0 0 0,28-38 1 0 0,-17 19 1642 0 0,-40 49-1728 0 0,0-1 0 0 0,1 0-1 0 0,-1 0 1 0 0,1 1 0 0 0,-1-1 0 0 0,1 1 0 0 0,-1-1 0 0 0,1 0 0 0 0,0 1 0 0 0,-1-1 0 0 0,1 1 0 0 0,-1-1 0 0 0,1 1 0 0 0,0 0 0 0 0,0-1 0 0 0,-1 1-1 0 0,1 0 1 0 0,0-1 0 0 0,0 1 0 0 0,0 0 0 0 0,-2 13 368 0 0,-17 33 87 0 0,17-43-407 0 0,-20 45 314 0 0,8-21-272 0 0,1 0 0 0 0,1 0 0 0 0,2 2 0 0 0,-8 37 0 0 0,17-41 4 0 0,0-24-121 0 0,0 0-1 0 0,1 0 0 0 0,-1 0 1 0 0,0-1-1 0 0,0 1 1 0 0,0 0-1 0 0,1 0 0 0 0,-1-1 1 0 0,0 1-1 0 0,1 0 1 0 0,-1 0-1 0 0,1-1 0 0 0,-1 1 1 0 0,1 0-1 0 0,-1-1 1 0 0,1 1-1 0 0,-1-1 0 0 0,1 1 1 0 0,0-1-1 0 0,-1 1 1 0 0,1-1-1 0 0,0 1 0 0 0,-1-1 1 0 0,1 0-1 0 0,0 1 1 0 0,0-1-1 0 0,-1 0 1 0 0,1 1-1 0 0,1-1 0 0 0,5 0-64 0 0,-1-1 0 0 0,0 1 0 0 0,0-1 0 0 0,0 0-1 0 0,0-1 1 0 0,0 0 0 0 0,0 0 0 0 0,0 0 0 0 0,0 0-1 0 0,-1-1 1 0 0,1 0 0 0 0,-1 0 0 0 0,0-1 0 0 0,10-7 0 0 0,6-7-348 0 0,-1-1 0 0 0,18-21 1 0 0,-5 1 147 0 0,-2-1 0 0 0,-2-1 1 0 0,-2-2-1 0 0,-2-1 1 0 0,-1-1-1 0 0,19-54 0 0 0,-11 11 1315 0 0,-4-1 0 0 0,23-130 0 0 0,-36 140 411 0 0,-14 76-1387 0 0,-3 5-69 0 0,0 0 0 0 0,1 0 1 0 0,0 0-1 0 0,-1 1 0 0 0,1-1 0 0 0,0 0 0 0 0,0 1 0 0 0,-1 4 0 0 0,0-4 7 0 0,-116 361 682 0 0,101-305-618 0 0,-28 114 112 0 0,39-143-143 0 0,2 0 1 0 0,0 0-1 0 0,2 56 0 0 0,2-82-44 0 0,1 0 1 0 0,-1 0-1 0 0,1 0 0 0 0,0-1 0 0 0,0 1 1 0 0,0 0-1 0 0,1 0 0 0 0,0-1 0 0 0,-1 1 1 0 0,1-1-1 0 0,0 1 0 0 0,0-1 0 0 0,1 0 1 0 0,-1 0-1 0 0,1 0 0 0 0,0 0 0 0 0,-1 0 1 0 0,1-1-1 0 0,0 1 0 0 0,1-1 0 0 0,-1 0 1 0 0,0 0-1 0 0,1 0 0 0 0,-1 0 0 0 0,1-1 1 0 0,0 1-1 0 0,-1-1 0 0 0,1 0 0 0 0,0 0 1 0 0,0 0-1 0 0,0 0 0 0 0,0-1 0 0 0,0 0 1 0 0,0 0-1 0 0,-1 0 0 0 0,1 0 0 0 0,0 0 1 0 0,0-1-1 0 0,4-1 0 0 0,9-2-24 0 0,-1-2 0 0 0,0 0 0 0 0,0 0 0 0 0,-1-1 0 0 0,0-1 0 0 0,0-1 0 0 0,0 0 0 0 0,-1-1 0 0 0,-1-1 0 0 0,0 0 0 0 0,14-14 0 0 0,-13 10-4 0 0,-1-1 0 0 0,0 0 1 0 0,-1-1-1 0 0,0 0 0 0 0,-2 0 0 0 0,0-2 1 0 0,-1 1-1 0 0,-1-1 0 0 0,6-20 1 0 0,-10 25 85 0 0,-1 0 0 0 0,0 0 0 0 0,0-21 0 0 0,-2 29-40 0 0,-1-1 1 0 0,-1 0-1 0 0,1 0 1 0 0,-1 1-1 0 0,0-1 1 0 0,0 0-1 0 0,-1 1 1 0 0,0-1-1 0 0,-4-7 1 0 0,5 12-37 0 0,0 1 0 0 0,0 0 0 0 0,0-1 0 0 0,0 1 0 0 0,0 0 0 0 0,0 0 0 0 0,0-1 0 0 0,-1 1 0 0 0,1 0 0 0 0,-1 0 0 0 0,1 0 1 0 0,-1 1-1 0 0,1-1 0 0 0,-1 0 0 0 0,1 1 0 0 0,-1-1 0 0 0,1 1 0 0 0,-1-1 0 0 0,0 1 0 0 0,0 0 0 0 0,1-1 0 0 0,-3 1 0 0 0,3 0-18 0 0,0 0-1 0 0,0 0 1 0 0,0 0-1 0 0,1 0 1 0 0,-1 1-1 0 0,0-1 1 0 0,0 0-1 0 0,0 0 1 0 0,0 1-1 0 0,0-1 1 0 0,0 0-1 0 0,1 1 0 0 0,-1-1 1 0 0,0 1-1 0 0,0-1 1 0 0,1 1-1 0 0,-1-1 1 0 0,0 1-1 0 0,0-1 1 0 0,1 1-1 0 0,-1 0 1 0 0,1 0-1 0 0,-1-1 0 0 0,1 1 1 0 0,-1 0-1 0 0,1 0 1 0 0,-1-1-1 0 0,1 1 1 0 0,0 0-1 0 0,-1 0 1 0 0,1 0-1 0 0,0 0 1 0 0,0 0-1 0 0,0 0 0 0 0,0 0 1 0 0,-1-1-1 0 0,1 1 1 0 0,1 0-1 0 0,-1 0 1 0 0,0 0-1 0 0,0 1 1 0 0,1 2-33 0 0,-1-1 0 0 0,1 1 1 0 0,0-1-1 0 0,0 0 0 0 0,0 1 1 0 0,1-1-1 0 0,-1 0 0 0 0,1 0 0 0 0,-1 0 1 0 0,1 0-1 0 0,0 0 0 0 0,1 0 1 0 0,-1 0-1 0 0,0-1 0 0 0,4 4 1 0 0,0-2-37 0 0,-1 0 0 0 0,1 0 0 0 0,1 0 1 0 0,-1-1-1 0 0,0 1 0 0 0,1-2 1 0 0,7 4-1 0 0,7-1-177 0 0,0 0 1 0 0,1-1-1 0 0,-1-1 1 0 0,24 0-1 0 0,-34-3 361 0 0,0 0 0 0 0,0-1 0 0 0,0-1 0 0 0,0 0 0 0 0,0-1 0 0 0,0 0 0 0 0,-1 0 0 0 0,1-1 0 0 0,-1 0-1 0 0,0-1 1 0 0,0 0 0 0 0,-1-1 0 0 0,0 0 0 0 0,0 0 0 0 0,0-1 0 0 0,0 0 0 0 0,12-15 0 0 0,6-11 2094 0 0,-26 32-2041 0 0,-4 3-135 0 0,-1-1 0 0 0,0 1 0 0 0,1 0 1 0 0,0 0-1 0 0,-1 1 0 0 0,1-1 0 0 0,0 1 0 0 0,0-1 0 0 0,0 1 0 0 0,1 0 0 0 0,-5 6 0 0 0,-1 0-2 0 0,-19 20 27 0 0,1 1-1 0 0,2 2 1 0 0,1 0-1 0 0,-32 61 0 0 0,49-80-23 0 0,0 0-1 0 0,-6 20 0 0 0,10-29-25 0 0,1 0 0 0 0,0 0-1 0 0,0-1 1 0 0,1 1 0 0 0,-1 0 0 0 0,1 0 0 0 0,0 0 0 0 0,0 0 0 0 0,0-1 0 0 0,0 1 0 0 0,1 0 0 0 0,0 0 0 0 0,-1 0 0 0 0,3 4-1 0 0,-1-6-36 0 0,-1 1-1 0 0,1-1 1 0 0,0 1-1 0 0,1-1 1 0 0,-1 0 0 0 0,0 0-1 0 0,1 0 1 0 0,-1 0-1 0 0,1-1 1 0 0,-1 1-1 0 0,1-1 1 0 0,0 1-1 0 0,-1-1 1 0 0,1 0-1 0 0,0 0 1 0 0,0 0-1 0 0,0-1 1 0 0,0 1-1 0 0,0-1 1 0 0,0 1-1 0 0,0-1 1 0 0,0 0-1 0 0,5-1 1 0 0,7 1-323 0 0,0-2 0 0 0,0 0 1 0 0,21-5-1 0 0,-15 1 182 0 0,0-1 1 0 0,-1-1-1 0 0,0 0 0 0 0,0-2 0 0 0,-1 0 0 0 0,0-1 0 0 0,-1-1 1 0 0,0-1-1 0 0,-1 0 0 0 0,19-21 0 0 0,-12 11 538 0 0,-2-2 0 0 0,20-28-1 0 0,-17 16 2077 0 0,21-40 0 0 0,-20 29 320 0 0,-26 47-2436 0 0,-11 23-230 0 0,-44 77-41 0 0,19-40-446 0 0,4 2 0 0 0,-38 100 0 0 0,68-157 16 0 0,1 1 0 0 0,0 0-1 0 0,0 0 1 0 0,0 0-1 0 0,0 5 1 0 0,1-8 11 0 0,0 0-1 0 0,0 0 1 0 0,0-1 0 0 0,0 1 0 0 0,1 0-1 0 0,-1 0 1 0 0,1-1 0 0 0,0 1-1 0 0,-1 0 1 0 0,1-1 0 0 0,0 1 0 0 0,0 0-1 0 0,0-1 1 0 0,0 1 0 0 0,2 1 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1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99 1588 0 0,'3'-22'7445'0'0,"2"-5"-3186"0"0,-5 26-4198 0 0,1 0-1 0 0,-1 1 1 0 0,1-1 0 0 0,-1 0 0 0 0,0 1 0 0 0,1-1-1 0 0,0 0 1 0 0,-1 1 0 0 0,1-1 0 0 0,-1 1 0 0 0,1-1-1 0 0,0 1 1 0 0,-1 0 0 0 0,1-1 0 0 0,0 1 0 0 0,0-1-1 0 0,-1 1 1 0 0,1 0 0 0 0,0 0 0 0 0,0-1 0 0 0,-1 1-1 0 0,1 0 1 0 0,0 0 0 0 0,0 0 0 0 0,0 0 0 0 0,-1 0-1 0 0,1 0 1 0 0,0 0 0 0 0,0 0 0 0 0,0 0 0 0 0,-1 1-1 0 0,1-1 1 0 0,0 0 0 0 0,0 0 0 0 0,-1 1 0 0 0,3 0-1 0 0,25 12 70 0 0,-23-10-76 0 0,0 0 0 0 0,-1 1 0 0 0,1-1 1 0 0,-1 1-1 0 0,1 0 0 0 0,-1 1 0 0 0,0-1 0 0 0,-1 1 0 0 0,1 0 1 0 0,-1 0-1 0 0,0 0 0 0 0,0 0 0 0 0,0 0 0 0 0,-1 1 1 0 0,0-1-1 0 0,0 1 0 0 0,-1 0 0 0 0,1-1 0 0 0,-1 1 1 0 0,0 0-1 0 0,-1 0 0 0 0,1 0 0 0 0,-1 0 0 0 0,0 0 0 0 0,-1 0 1 0 0,0 0-1 0 0,1 0 0 0 0,-2-1 0 0 0,1 1 0 0 0,-1 0 1 0 0,0-1-1 0 0,0 1 0 0 0,0-1 0 0 0,-1 1 0 0 0,0-1 1 0 0,0 0-1 0 0,0 0 0 0 0,-1 0 0 0 0,-5 5 0 0 0,-5 6 115 0 0,-1-1 0 0 0,0-1-1 0 0,-27 20 1 0 0,16-21-11 0 0,26-12-163 0 0,0-1 1 0 0,0 0-1 0 0,0 0 1 0 0,0 0-1 0 0,-1 0 1 0 0,1 0-1 0 0,0 0 1 0 0,0 0 0 0 0,0 0-1 0 0,-1 0 1 0 0,1 0-1 0 0,0 0 1 0 0,0 0-1 0 0,0 0 1 0 0,-1 0-1 0 0,1 0 1 0 0,0 0-1 0 0,0 0 1 0 0,0 0-1 0 0,-1 0 1 0 0,1 0-1 0 0,0 0 1 0 0,0 0 0 0 0,0 0-1 0 0,0 0 1 0 0,-1 0-1 0 0,1 0 1 0 0,0 0-1 0 0,0-1 1 0 0,0 1-1 0 0,0 0 1 0 0,-1 0-1 0 0,1 0 1 0 0,0 0-1 0 0,0 0 1 0 0,0-1-1 0 0,6-12-246 0 0,12-8 57 0 0,0 0 0 0 0,2 1 0 0 0,0 1 0 0 0,40-28 0 0 0,-7 5 237 0 0,107-103 1887 0 0,-135 119-793 0 0,-23 23-1100 0 0,-16 16-57 0 0,-5 7-36 0 0,0 2 1 0 0,0 0-1 0 0,-18 32 1 0 0,28-39 66 0 0,0 0-1 0 0,2 1 1 0 0,0-1 0 0 0,0 1-1 0 0,2 1 1 0 0,-7 30 0 0 0,11-45 2 0 0,1 1 0 0 0,-1 0-1 0 0,1 0 1 0 0,0 0 0 0 0,0-1 0 0 0,0 1 0 0 0,0 0 0 0 0,0 0 0 0 0,1 0 0 0 0,-1 0-1 0 0,1-1 1 0 0,0 1 0 0 0,0 0 0 0 0,0-1 0 0 0,0 1 0 0 0,0 0 0 0 0,0-1-1 0 0,1 0 1 0 0,-1 1 0 0 0,1-1 0 0 0,0 0 0 0 0,2 3 0 0 0,-1-2-21 0 0,1-1 1 0 0,-1 0-1 0 0,1-1 1 0 0,-1 1 0 0 0,1 0-1 0 0,-1-1 1 0 0,1 0-1 0 0,0 0 1 0 0,0 0-1 0 0,-1 0 1 0 0,1 0-1 0 0,0-1 1 0 0,0 0-1 0 0,0 0 1 0 0,4 0 0 0 0,0-1-461 0 0,0 0 0 0 0,0-1 0 0 0,0 1 0 0 0,0-2 1 0 0,-1 1-1 0 0,1-1 0 0 0,-1 0 0 0 0,0 0 0 0 0,10-7 1 0 0,-8 4-1348 0 0,1 0 1 0 0,-1-1 0 0 0,8-8 0 0 0,2-5-4288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1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82 448 0 0,'-81'-51'16428'0'0,"47"25"-15376"0"0,25 21-5008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1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0 1608 0 0,'-75'5'4074'0'0,"21"-3"-388"0"0,-91 17 0 0 0,142-18-3619 0 0,0-1 0 0 0,0 0 1 0 0,1 1-1 0 0,-1 0 0 0 0,0-1 1 0 0,1 1-1 0 0,-1 0 0 0 0,1 0 1 0 0,-1 1-1 0 0,1-1 0 0 0,-1 1 0 0 0,1-1 1 0 0,0 1-1 0 0,0 0 0 0 0,0-1 1 0 0,0 1-1 0 0,-3 4 0 0 0,5-6-53 0 0,0 1-1 0 0,0-1 0 0 0,0 1 1 0 0,0-1-1 0 0,0 1 0 0 0,1-1 1 0 0,-1 1-1 0 0,0-1 1 0 0,0 0-1 0 0,0 1 0 0 0,1-1 1 0 0,-1 1-1 0 0,0-1 0 0 0,1 0 1 0 0,-1 1-1 0 0,0-1 0 0 0,1 0 1 0 0,-1 1-1 0 0,0-1 1 0 0,1 0-1 0 0,-1 0 0 0 0,1 1 1 0 0,-1-1-1 0 0,0 0 0 0 0,1 0 1 0 0,-1 0-1 0 0,1 0 0 0 0,0 1 1 0 0,13 4 136 0 0,18 3-5 0 0,0-3 0 0 0,0 0 0 0 0,63-1 0 0 0,-45-2-85 0 0,265 19-90 0 0,-71-5-1871 0 0,1-5-5053 0 0,-173-10 2800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2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63 720 1352 0 0,'-10'9'2635'0'0,"5"-4"-2068"0"0,0-1-1 0 0,0 1 0 0 0,1 0 0 0 0,-1 0 1 0 0,1 1-1 0 0,0-1 0 0 0,1 1 0 0 0,-6 11 1 0 0,4-4-356 0 0,2-1 3092 0 0,3-11-3253 0 0,0-1 0 0 0,0 0 0 0 0,1 0 0 0 0,-1 0 0 0 0,0 0 0 0 0,1 0 0 0 0,-1 0 0 0 0,0 0 0 0 0,1 0 0 0 0,-1 0 1 0 0,1 0-1 0 0,-1 0 0 0 0,0 0 0 0 0,1 0 0 0 0,-1 0 0 0 0,0 0 0 0 0,1 0 0 0 0,-1 0 0 0 0,0 0 0 0 0,1-1 1 0 0,-1 1-1 0 0,0 0 0 0 0,0 0 0 0 0,1 0 0 0 0,-1 0 0 0 0,0-1 0 0 0,1 1 0 0 0,-1 0 0 0 0,0 0 0 0 0,0-1 0 0 0,0 1 1 0 0,1-1-1 0 0,10-7 98 0 0,-1 0 0 0 0,0-1 0 0 0,0-1 0 0 0,-1 0 0 0 0,13-17 1 0 0,-1 2-72 0 0,195-267 77 0 0,-3 4-282 0 0,-198 271 108 0 0,2-3-40 0 0,0 0 0 0 0,1 1 1 0 0,29-22-1 0 0,-45 39 51 0 0,0 1 0 0 0,0 0 0 0 0,-1-1 0 0 0,1 1 0 0 0,0 0 0 0 0,0 0 0 0 0,1 0 0 0 0,-1 0 0 0 0,0 0 0 0 0,0 1 0 0 0,0-1-1 0 0,1 1 1 0 0,-1-1 0 0 0,0 1 0 0 0,0 0 0 0 0,1 0 0 0 0,-1 0 0 0 0,0 0 0 0 0,1 0 0 0 0,2 1 0 0 0,-3 0 11 0 0,0 0-1 0 0,0 0 1 0 0,0 1 0 0 0,0-1 0 0 0,0 1-1 0 0,0-1 1 0 0,0 1 0 0 0,0-1-1 0 0,-1 1 1 0 0,1 0 0 0 0,-1 0 0 0 0,1 0-1 0 0,-1 0 1 0 0,0 0 0 0 0,3 4-1 0 0,-1 4 70 0 0,1 0 0 0 0,-1 0 0 0 0,0 0 0 0 0,-1 0 0 0 0,0 1 0 0 0,-1-1 0 0 0,0 15 0 0 0,-2 18 402 0 0,-3-1-1 0 0,-1 1 1 0 0,-12 47-1 0 0,-43 122-2 0 0,33-122-417 0 0,6-9-1483 0 0,12-29-4692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2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92 2056 0 0,'-65'-23'9399'0'0,"3"1"-3346"0"0,60 21-5651 0 0,3-2-170 0 0,-1 3-228 0 0,0 0 0 0 0,0-1 0 0 0,0 1 0 0 0,0 0 0 0 0,0 0 0 0 0,0-1 0 0 0,0 1 0 0 0,0 0-1 0 0,0 0 1 0 0,0-1 0 0 0,1 1 0 0 0,-1 0 0 0 0,0 0 0 0 0,0 0 0 0 0,0-1 0 0 0,0 1 0 0 0,0 0 0 0 0,0 0 0 0 0,0 0-1 0 0,1-1 1 0 0,-1 1 0 0 0,0 0 0 0 0,0 0 0 0 0,0 0 0 0 0,0 0 0 0 0,1 0 0 0 0,-1-1 0 0 0,0 1 0 0 0,0 0 0 0 0,0 0-1 0 0,1 0 1 0 0,-1 0 0 0 0,0 0 0 0 0,0 0 0 0 0,1 0 0 0 0,-1 0 0 0 0,0 0 0 0 0,0 0 0 0 0,0 0 0 0 0,1 0 0 0 0,-1 0-1 0 0,1 0 1 0 0,46-10-1849 0 0,0 3-1 0 0,70-2 0 0 0,-21 2-4150 0 0,-52 4 1623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3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2116 0 0,'0'0'10441'0'0,"-1"1"-10322"0"0,1-1 0 0 0,-1 0 0 0 0,1 1 0 0 0,-1-1 0 0 0,1 1 0 0 0,0-1 0 0 0,-1 1 0 0 0,1-1 0 0 0,0 1 0 0 0,-1-1 0 0 0,1 1 0 0 0,0-1 0 0 0,0 1-1 0 0,-1 0 1 0 0,1-1 0 0 0,0 2 0 0 0,3 0-46 0 0,1 1 0 0 0,-1-1 0 0 0,1 0 0 0 0,0 0 0 0 0,-1 0 0 0 0,1 0 0 0 0,0-1 0 0 0,0 0 0 0 0,0 0 0 0 0,7 2 0 0 0,50 4 84 0 0,-42-6-101 0 0,22 3-925 0 0,-8-1-1254 0 0,-3 0-3634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3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1 976 0 0,'-17'10'2403'0'0,"5"-5"-886"0"0,1 2 0 0 0,-1 0 0 0 0,2 0 0 0 0,-18 15 0 0 0,28-22-1489 0 0,0 1 0 0 0,0-1 0 0 0,0 0 1 0 0,0 1-1 0 0,0-1 0 0 0,0 0 0 0 0,0 1 0 0 0,-1-1 1 0 0,1 0-1 0 0,0 1 0 0 0,0-1 0 0 0,0 0 1 0 0,1 1-1 0 0,-1-1 0 0 0,0 0 0 0 0,0 1 0 0 0,0-1 1 0 0,0 0-1 0 0,0 1 0 0 0,0-1 0 0 0,0 0 1 0 0,1 1-1 0 0,-1-1 0 0 0,0 0 0 0 0,0 1 0 0 0,0-1 1 0 0,1 0-1 0 0,-1 0 0 0 0,0 1 0 0 0,0-1 1 0 0,1 0-1 0 0,-1 0 0 0 0,0 0 0 0 0,1 1 0 0 0,-1-1 1 0 0,1 0-1 0 0,8 7 282 0 0,0-4-201 0 0,-1 0 0 0 0,0 0 0 0 0,0 0 0 0 0,1-1 0 0 0,0 0 0 0 0,11 0 0 0 0,54 2-612 0 0,-61-3 233 0 0,109-4-5455 0 0,-75 0 1546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3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721 66 1484 0 0,'3'-8'2577'0'0,"0"2"-1496"0"0,-1 1-1 0 0,0-1 1 0 0,0 0 0 0 0,-1 1-1 0 0,1-1 1 0 0,0-10 0 0 0,-2 16-1062 0 0,0-1 0 0 0,0 1-1 0 0,0 0 1 0 0,0 0 0 0 0,0-1 0 0 0,0 1 0 0 0,0 0 0 0 0,0-1 0 0 0,0 1 0 0 0,0 0 0 0 0,-1 0-1 0 0,1-1 1 0 0,0 1 0 0 0,0 0 0 0 0,0-1 0 0 0,0 1 0 0 0,0 0 0 0 0,-1 0 0 0 0,1 0 0 0 0,0-1-1 0 0,0 1 1 0 0,0 0 0 0 0,-1 0 0 0 0,1 0 0 0 0,0-1 0 0 0,0 1 0 0 0,-1 0 0 0 0,1 0 0 0 0,0 0 0 0 0,0 0-1 0 0,-1 0 1 0 0,1-1 0 0 0,0 1 0 0 0,-1 0 0 0 0,1 0 0 0 0,-14 3 203 0 0,-12 10-98 0 0,26-12-102 0 0,-47 30 493 0 0,3 2 0 0 0,0 2 0 0 0,-72 77 0 0 0,-95 138 908 0 0,173-201-1312 0 0,1 1 0 0 0,3 2 0 0 0,-54 110-1 0 0,82-148-85 0 0,0 1-1 0 0,1 0 0 0 0,1 0 1 0 0,1 0-1 0 0,0 0 1 0 0,0 0-1 0 0,0 30 1 0 0,4-39-92 0 0,-1 1 1 0 0,1-1 0 0 0,0 0 0 0 0,0 0 0 0 0,0 0-1 0 0,1 0 1 0 0,0 0 0 0 0,0 0 0 0 0,1 0 0 0 0,0 0 0 0 0,0-1-1 0 0,0 1 1 0 0,0-1 0 0 0,1 0 0 0 0,0 0 0 0 0,0 0-1 0 0,1-1 1 0 0,-1 1 0 0 0,1-1 0 0 0,0 0 0 0 0,10 6-1 0 0,-3-3-344 0 0,0-1-1 0 0,0-1 0 0 0,0 0 0 0 0,1-1 0 0 0,0 0 1 0 0,0-1-1 0 0,14 2 0 0 0,-8-3-1362 0 0,0 0 1 0 0,24-2-1 0 0,-5-3-2546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4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342 169 580 0 0,'10'-12'1995'0'0,"-1"-2"1"0"0,-1 1-1 0 0,10-21 0 0 0,-17 31-1721 0 0,1 0 1 0 0,-1 0-1 0 0,0 0 1 0 0,0 0-1 0 0,0 0 0 0 0,0-1 1 0 0,-1 1-1 0 0,1 0 1 0 0,-1-1-1 0 0,0 1 0 0 0,0 0 1 0 0,0-1-1 0 0,0 1 0 0 0,-1 0 1 0 0,1-1-1 0 0,-1 1 1 0 0,0 0-1 0 0,0 0 0 0 0,0 0 1 0 0,0-1-1 0 0,-1 1 1 0 0,-3-5-1 0 0,4 6-194 0 0,-1 1 0 0 0,0-1 0 0 0,0 1 0 0 0,0-1 0 0 0,0 1-1 0 0,-1 0 1 0 0,1 0 0 0 0,0 0 0 0 0,-1 0 0 0 0,1 0 0 0 0,0 0 0 0 0,-1 1 0 0 0,1-1 0 0 0,-1 1-1 0 0,1-1 1 0 0,-1 1 0 0 0,1 0 0 0 0,-1 0 0 0 0,1 0 0 0 0,-1 1 0 0 0,1-1 0 0 0,-4 1 0 0 0,-6 2 96 0 0,0 0 1 0 0,0 0-1 0 0,-15 7 1 0 0,2 1-3 0 0,0 1 0 0 0,2 1 1 0 0,-1 1-1 0 0,-26 22 0 0 0,37-26-180 0 0,1 0 1 0 0,1 1-1 0 0,0 0 0 0 0,1 1 0 0 0,0 0 0 0 0,0 1 0 0 0,1 0 0 0 0,-13 27 0 0 0,20-37 8 0 0,1 0 0 0 0,0 0 0 0 0,0 0 0 0 0,0 0 0 0 0,0 0 0 0 0,0 0 0 0 0,1 0 0 0 0,-1 0 0 0 0,1 0 0 0 0,0 0 0 0 0,0 1 0 0 0,0-1 0 0 0,1 0 0 0 0,-1 0 0 0 0,1 0 0 0 0,-1 0 0 0 0,1 0 0 0 0,0 0 0 0 0,0 0 0 0 0,1 0 0 0 0,-1 0 0 0 0,0 0 0 0 0,1 0 0 0 0,0-1 0 0 0,0 1 0 0 0,0-1 0 0 0,0 1 0 0 0,0-1 0 0 0,0 0 0 0 0,0 1-1 0 0,1-1 1 0 0,-1-1 0 0 0,1 1 0 0 0,0 0 0 0 0,0-1 0 0 0,-1 1 0 0 0,1-1 0 0 0,0 0 0 0 0,0 0 0 0 0,0 0 0 0 0,0 0 0 0 0,0 0 0 0 0,1-1 0 0 0,-1 1 0 0 0,0-1 0 0 0,0 0 0 0 0,4 0 0 0 0,2 0-42 0 0,-1-1-1 0 0,1 0 1 0 0,-1 0-1 0 0,0-1 1 0 0,1 0-1 0 0,-1-1 1 0 0,0 0-1 0 0,0 0 1 0 0,14-8-1 0 0,-10 4-59 0 0,0-2 0 0 0,0 0 0 0 0,0 0 1 0 0,-1-1-1 0 0,11-12 0 0 0,7-13 653 0 0,-1-2 1 0 0,37-65 0 0 0,-58 89-406 0 0,8-8 108 0 0,-14 20-272 0 0,-2 21 4 0 0,-3-4-20 0 0,-9 26-1083 0 0,-13 77 0 0 0,24-107 929 0 0,1-1 1 0 0,0 0 0 0 0,1 1-1 0 0,0-1 1 0 0,1 1 0 0 0,0-1 0 0 0,1 1-1 0 0,0-1 1 0 0,0 0 0 0 0,2 0-1 0 0,-1 0 1 0 0,7 12 0 0 0,-8-20-313 0 0,0 0 1 0 0,0 0-1 0 0,1 0 0 0 0,-1 0 1 0 0,1 0-1 0 0,0 0 1 0 0,0-1-1 0 0,0 1 1 0 0,0-1-1 0 0,0 0 0 0 0,0 0 1 0 0,1 0-1 0 0,-1 0 1 0 0,1 0-1 0 0,-1-1 0 0 0,8 2 1 0 0,6 1-3331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4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48 764 0 0,'2'-2'2503'0'0,"30"-30"10669"0"0,-23 20-10105 0 0,-4 11-2055 0 0,-6 11-1079 0 0,-15 42 127 0 0,-23 79 613 0 0,19-45-2997 0 0,20-84 2148 0 0,0-1 1 0 0,-1 0-1 0 0,1 0 0 0 0,0 0 1 0 0,0 0-1 0 0,0 1 1 0 0,1-1-1 0 0,-1 0 1 0 0,0 0-1 0 0,0 0 0 0 0,1 0 1 0 0,-1 0-1 0 0,0 0 1 0 0,1 0-1 0 0,0 2 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4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31 123 1336 0 0,'-11'-59'11957'0'0,"-4"4"-6843"0"0,14 53-5238 0 0,0-4-1039 0 0,-2 32-9823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4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0 112 0 0,'16'10'12958'0'0,"-5"-3"-9902"0"0,-10-6-2952 0 0,0 1 0 0 0,0 0 0 0 0,-1 0 0 0 0,1-1 0 0 0,0 1 0 0 0,-1 0 0 0 0,1 0 0 0 0,-1 0 0 0 0,1 0 0 0 0,-1 0-1 0 0,0 0 1 0 0,0 0 0 0 0,0 0 0 0 0,0 0 0 0 0,0-1 0 0 0,-1 4 0 0 0,-6 40 1586 0 0,3-27-1122 0 0,-8 40 846 0 0,-2-1 0 0 0,-3-1 0 0 0,-2 0 0 0 0,-46 91-1 0 0,56-128-1200 0 0,-7 12 288 0 0,-30 47 0 0 0,40-69-434 0 0,0-1-1 0 0,-1 0 0 0 0,0-1 0 0 0,0 1 0 0 0,0-1 0 0 0,-1-1 1 0 0,0 0-1 0 0,0 0 0 0 0,-1 0 0 0 0,-10 4 0 0 0,16-8-81 0 0,-1-1-1 0 0,1 0 0 0 0,-1 1 0 0 0,1-1 0 0 0,-1-1 1 0 0,0 1-1 0 0,0 0 0 0 0,1-1 0 0 0,-1 0 1 0 0,0 0-1 0 0,0 0 0 0 0,0 0 0 0 0,-6-2 1 0 0,6 1-304 0 0,0-1 1 0 0,0 1-1 0 0,0-1 1 0 0,0 0 0 0 0,0 0-1 0 0,0 0 1 0 0,1-1 0 0 0,-1 1-1 0 0,1-1 1 0 0,-6-5-1 0 0,4 2-888 0 0,0 1-1 0 0,1-2 1 0 0,-1 1-1 0 0,1-1 1 0 0,0 1-1 0 0,1-1 1 0 0,-1 0-1 0 0,2 0 1 0 0,-1-1-1 0 0,1 1 1 0 0,0 0-1 0 0,-2-16 1 0 0,2-6-6132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5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0 213 2188 0 0,'6'-29'5513'0'0,"-1"1"1"0"0,1-37-1 0 0,-4-15-1936 0 0,2 69-5341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5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54 2008 0 0,'0'-1'476'0'0,"2"-8"2225"0"0,1 0 0 0 0,0 0 0 0 0,7-15 1 0 0,-9 22-2199 0 0,1 3-338 0 0,1-1-1 0 0,0 1 1 0 0,0 0 0 0 0,-1 0-1 0 0,1 0 1 0 0,-1 0 0 0 0,1 0-1 0 0,-1 1 1 0 0,1-1 0 0 0,-1 1-1 0 0,0 0 1 0 0,1-1 0 0 0,-1 1-1 0 0,0 0 1 0 0,0 0 0 0 0,-1 1-1 0 0,1-1 1 0 0,0 0 0 0 0,2 4-1 0 0,4 9 379 0 0,1 0 0 0 0,5 16 0 0 0,-10-23-309 0 0,9 22 175 0 0,-2 0 0 0 0,-1 2 0 0 0,-1-1 0 0 0,-2 1-1 0 0,-1 0 1 0 0,-2 0 0 0 0,0 1 0 0 0,-3 57 0 0 0,-4-47-279 0 0,-2 1 0 0 0,-2-1 0 0 0,-1-1-1 0 0,-3 1 1 0 0,-1-1 0 0 0,-19 43 0 0 0,0-13 98 0 0,-77 132 1 0 0,82-165-1239 0 0,-40 47 0 0 0,43-60-1568 0 0,-2-1 1 0 0,-37 31 0 0 0,41-42-2124 0 0,3-4-2436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6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54 2052 0 0,'-3'-9'2614'0'0,"-2"0"0"0"0,1 0-1 0 0,-13-16 954 0 0,16 25-3548 0 0,1 0-1 0 0,0 0 1 0 0,-1-1-1 0 0,1 1 0 0 0,0 0 1 0 0,-1 0-1 0 0,1 0 1 0 0,0 0-1 0 0,-1 0 0 0 0,1-1 1 0 0,0 1-1 0 0,-1 0 1 0 0,1 0-1 0 0,-1 0 0 0 0,1 0 1 0 0,0 0-1 0 0,-1 0 1 0 0,1 0-1 0 0,0 0 0 0 0,-1 0 1 0 0,1 0-1 0 0,-1 1 0 0 0,1-1 1 0 0,0 0-1 0 0,-1 0 1 0 0,1 0-1 0 0,0 0 0 0 0,-1 0 1 0 0,1 1-1 0 0,-1-1 1 0 0,-28 48 1322 0 0,2 2 0 0 0,-33 84 0 0 0,36-77-964 0 0,3-9-95 0 0,-183 409 636 0 0,173-394 2653 0 0,30-63-3538 0 0,0-1 0 0 0,0 1 0 0 0,1 0 0 0 0,-1-1 0 0 0,0 1 0 0 0,0-1 0 0 0,1 1 0 0 0,-1-1 0 0 0,0 0 0 0 0,0 1 0 0 0,1-1 0 0 0,-1 1 0 0 0,1-1 0 0 0,-2-1 1 0 0,3-8-10 0 0,0 1 1 0 0,0-1-1 0 0,1 1 1 0 0,0 0 0 0 0,1 0-1 0 0,0 0 1 0 0,0 0 0 0 0,1 0-1 0 0,0 1 1 0 0,1-1 0 0 0,0 1-1 0 0,0 0 1 0 0,1 1 0 0 0,9-11-1 0 0,-11 13-32 0 0,2-1 0 0 0,-1 1-1 0 0,0 0 1 0 0,1 1 0 0 0,0-1 0 0 0,0 1-1 0 0,0 0 1 0 0,1 1 0 0 0,0-1-1 0 0,-1 1 1 0 0,1 1 0 0 0,0-1 0 0 0,0 1-1 0 0,0 1 1 0 0,1-1 0 0 0,-1 1-1 0 0,0 0 1 0 0,1 1 0 0 0,9 0 0 0 0,-4 2-38 0 0,0 0 1 0 0,0 1 0 0 0,0 1 0 0 0,-1 0 0 0 0,1 1 0 0 0,-1 0 0 0 0,0 1 0 0 0,0 0 0 0 0,16 12 0 0 0,-21-13 25 0 0,-1-1 0 0 0,0 1 0 0 0,0 0 0 0 0,-1 0 0 0 0,0 1 0 0 0,0 0 0 0 0,0 0 0 0 0,0 0 0 0 0,-1 0-1 0 0,0 1 1 0 0,0 0 0 0 0,-1 0 0 0 0,0 0 0 0 0,0 0 0 0 0,0 0 0 0 0,-1 0 0 0 0,2 16 0 0 0,-3-19 38 0 0,-1 0 1 0 0,0 0-1 0 0,-1 0 0 0 0,1 0 1 0 0,0 0-1 0 0,-1-1 0 0 0,0 1 0 0 0,0 0 1 0 0,0 0-1 0 0,-1-1 0 0 0,1 1 1 0 0,-1 0-1 0 0,0-1 0 0 0,0 1 1 0 0,-4 5-1 0 0,2-5 27 0 0,-1 0 0 0 0,1 0 0 0 0,-1 0 0 0 0,1 0 0 0 0,-1-1 0 0 0,0 1 0 0 0,-1-1 0 0 0,1 0 0 0 0,-9 2 0 0 0,0 0 12 0 0,0 0 0 0 0,-1-2-1 0 0,0 0 1 0 0,0 0 0 0 0,0-2 0 0 0,0 0 0 0 0,-20-1 0 0 0,-38-9-263 0 0,61 7-158 0 0,9 2 126 0 0,1 0 1 0 0,0-1-1 0 0,0 1 1 0 0,0-1-1 0 0,0 0 1 0 0,0 0-1 0 0,0 0 1 0 0,0 0-1 0 0,-3-2 1 0 0,4 3 93 0 0,1-1 1 0 0,-1 1-1 0 0,1-1 1 0 0,0 1-1 0 0,-1-1 1 0 0,1 1-1 0 0,-1-1 1 0 0,1 1-1 0 0,0-1 1 0 0,-1 0-1 0 0,1 1 1 0 0,0-1-1 0 0,0 1 1 0 0,-1-1-1 0 0,1 0 1 0 0,0 1-1 0 0,0-1 1 0 0,0 0-1 0 0,0 0 1 0 0,0 0-1 0 0,0-2-492 0 0,1 1 0 0 0,0 0 0 0 0,0 0 0 0 0,0 0 0 0 0,0 0-1 0 0,0 0 1 0 0,0 0 0 0 0,0 0 0 0 0,1 0 0 0 0,-1 0 0 0 0,0 1 0 0 0,1-1 0 0 0,0 0 0 0 0,2-1-1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6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97 104 432 0 0,'2'0'2640'0'0,"21"6"5444"0"0,-20-4-7828 0 0,0 0 1 0 0,0 0-1 0 0,0 1 0 0 0,-1-1 0 0 0,1 1 1 0 0,-1 0-1 0 0,3 4 0 0 0,3 2 93 0 0,-6-6-309 0 0,0-1 0 0 0,1 1 0 0 0,-1-1 0 0 0,1 1 0 0 0,0-1 0 0 0,0 0 0 0 0,0 0 0 0 0,0 0 0 0 0,0 0 0 0 0,0-1 0 0 0,0 1 0 0 0,0-1 0 0 0,1 0 0 0 0,-1 0 0 0 0,0 0 0 0 0,1 0 0 0 0,-1-1 0 0 0,1 1 0 0 0,-1-1 0 0 0,1 0 0 0 0,-1 0 0 0 0,1 0 0 0 0,0 0 0 0 0,-1-1 1 0 0,1 0-1 0 0,-1 1 0 0 0,0-1 0 0 0,1 0 0 0 0,-1-1 0 0 0,0 1 0 0 0,0-1 0 0 0,1 1 0 0 0,-1-1 0 0 0,0 0 0 0 0,-1 0 0 0 0,1 0 0 0 0,3-4 0 0 0,0 1 29 0 0,-1 0 1 0 0,1-1-1 0 0,-1 1 1 0 0,0-1-1 0 0,-1-1 1 0 0,1 1-1 0 0,-1-1 0 0 0,-1 1 1 0 0,1-1-1 0 0,-1 0 1 0 0,0-1-1 0 0,-1 1 0 0 0,0 0 1 0 0,0-1-1 0 0,0 1 1 0 0,0-13-1 0 0,-2 19-64 0 0,0 0 0 0 0,0 0-1 0 0,0 0 1 0 0,0 0 0 0 0,0 0-1 0 0,0 0 1 0 0,-1 0 0 0 0,1 0-1 0 0,0 0 1 0 0,0 0 0 0 0,-1 0-1 0 0,1 0 1 0 0,-1 0 0 0 0,1 0-1 0 0,-1 1 1 0 0,1-1 0 0 0,-1 0-1 0 0,0 0 1 0 0,1 1 0 0 0,-1-1-1 0 0,0 0 1 0 0,1 1 0 0 0,-1-1-1 0 0,-1 0 1 0 0,0 0-2 0 0,0 0 0 0 0,0 1 0 0 0,0-1 0 0 0,0 1 0 0 0,0-1 0 0 0,0 1 0 0 0,0 0 0 0 0,0 0 0 0 0,0 0 0 0 0,0 0 0 0 0,-3 1 0 0 0,-3 0 20 0 0,0 1 1 0 0,0 0 0 0 0,0 0 0 0 0,-13 7 0 0 0,-1 2 73 0 0,1 0 0 0 0,0 2 1 0 0,1 0-1 0 0,0 2 0 0 0,1 0 1 0 0,0 1-1 0 0,1 1 0 0 0,1 0 1 0 0,1 1-1 0 0,-18 27 0 0 0,31-41-76 0 0,1 0 0 0 0,-1 1-1 0 0,1 0 1 0 0,0-1-1 0 0,0 1 1 0 0,1 0 0 0 0,0 0-1 0 0,-1 0 1 0 0,1 0-1 0 0,1 0 1 0 0,-1 10 0 0 0,1-12-5 0 0,1 0 0 0 0,-1 0 0 0 0,1 1 0 0 0,0-1 0 0 0,0 0 0 0 0,0 0 1 0 0,0 0-1 0 0,1 0 0 0 0,-1 0 0 0 0,1 0 0 0 0,-1 0 0 0 0,1 0 0 0 0,0-1 1 0 0,1 1-1 0 0,-1-1 0 0 0,0 1 0 0 0,1-1 0 0 0,-1 0 0 0 0,4 2 0 0 0,8 6-149 0 0,1-2 0 0 0,0 0 0 0 0,1 0 0 0 0,0-2-1 0 0,0 0 1 0 0,0-1 0 0 0,1 0 0 0 0,-1-2 0 0 0,24 3-1 0 0,3-2-2845 0 0,1-2 0 0 0,67-5 0 0 0,-49-2-2516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8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449 441 1956 0 0,'1'-2'1882'0'0,"0"-7"-373"0"0,1 0 0 0 0,-2 0-1 0 0,1 0 1 0 0,-1 0 0 0 0,-1-13-1 0 0,0 16-1046 0 0,0 1 1 0 0,0-1-1 0 0,-1 1 0 0 0,1-1 0 0 0,-5-8 0 0 0,5 12-413 0 0,0 0 0 0 0,0 0 0 0 0,0 0 0 0 0,-1 0-1 0 0,1 0 1 0 0,-1 1 0 0 0,1-1 0 0 0,-1 0 0 0 0,0 1-1 0 0,0-1 1 0 0,1 1 0 0 0,-1 0 0 0 0,0-1 0 0 0,0 1-1 0 0,0 0 1 0 0,-1 0 0 0 0,1 0 0 0 0,0 1 0 0 0,-3-2-1 0 0,1 2-23 0 0,0-1 0 0 0,-1 1-1 0 0,1 0 1 0 0,0 0-1 0 0,-1 0 1 0 0,1 0 0 0 0,0 1-1 0 0,0 0 1 0 0,-7 2-1 0 0,-2 2-23 0 0,0 0-1 0 0,0 1 0 0 0,1 0 0 0 0,0 1 1 0 0,-16 12-1 0 0,2 1 11 0 0,2 1 1 0 0,0 1 0 0 0,1 1-1 0 0,2 2 1 0 0,0 0-1 0 0,2 1 1 0 0,0 1-1 0 0,2 0 1 0 0,1 2-1 0 0,2 0 1 0 0,-12 32 0 0 0,23-53-1 0 0,0-1 1 0 0,1 1-1 0 0,0 0 1 0 0,1 0 0 0 0,0 0-1 0 0,0 0 1 0 0,1 0 0 0 0,-1 1-1 0 0,2-1 1 0 0,-1 0-1 0 0,1 0 1 0 0,1 0 0 0 0,2 9-1 0 0,-4-17-9 0 0,0 1 0 0 0,0 0 0 0 0,1-1 0 0 0,-1 1 0 0 0,0 0 0 0 0,1-1 0 0 0,-1 1 0 0 0,1 0-1 0 0,-1-1 1 0 0,1 1 0 0 0,-1-1 0 0 0,1 1 0 0 0,-1-1 0 0 0,1 1 0 0 0,0-1 0 0 0,-1 1 0 0 0,1-1 0 0 0,0 0 0 0 0,-1 1 0 0 0,1-1 0 0 0,0 0-1 0 0,-1 1 1 0 0,2-1 0 0 0,23 3 38 0 0,-17-6-36 0 0,-3 0 1 0 0,4 0-25 0 0,0-1 0 0 0,0 0-1 0 0,0-1 1 0 0,-1 1 0 0 0,1-2 0 0 0,-1 1 0 0 0,0-2 0 0 0,8-7-1 0 0,2-4-128 0 0,30-39 0 0 0,-16 11 32 0 0,-1-2 1 0 0,-3-1 0 0 0,42-100-1 0 0,40-166 111 0 0,-99 288 128 0 0,-8 20-155 0 0,0 1 0 0 0,-1 0-1 0 0,0-1 1 0 0,0 1 0 0 0,0-1-1 0 0,0-9 1 0 0,-5 67 132 0 0,-2 0 0 0 0,-23 95 0 0 0,-2 12 65 0 0,26-125-110 0 0,-8 94-640 0 0,11-114 46 0 0,2-1-1 0 0,-1 1 1 0 0,2-1 0 0 0,0 1-1 0 0,0-1 1 0 0,1 0 0 0 0,8 22-1 0 0,-10-31 73 0 0,1-1-1 0 0,-1 1 1 0 0,1-1-1 0 0,0 1 1 0 0,0-1-1 0 0,0 0 1 0 0,0 0-1 0 0,0 0 1 0 0,0 0-1 0 0,1 0 1 0 0,-1 0-1 0 0,5 2 1 0 0,7 2-2864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8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280 223 2432 0 0,'15'-27'8196'0'0,"-15"26"-8114"0"0,0 1 1 0 0,0-1-1 0 0,1 1 1 0 0,-1-1-1 0 0,0 1 1 0 0,0 0-1 0 0,1-1 1 0 0,-1 1-1 0 0,0-1 1 0 0,0 1-1 0 0,1 0 1 0 0,-1-1-1 0 0,0 1 1 0 0,1 0-1 0 0,-1-1 1 0 0,1 1 0 0 0,-1 0-1 0 0,0-1 1 0 0,1 1-1 0 0,-1 0 1 0 0,1 0-1 0 0,37 13 506 0 0,-35-13-478 0 0,-1-1-78 0 0,0 1-20 0 0,1-1 1 0 0,-1 0 0 0 0,0 0 0 0 0,0 0 0 0 0,0 0 0 0 0,1 0 0 0 0,-1 0 0 0 0,0-1 0 0 0,-1 1 0 0 0,1-1 0 0 0,0 1 0 0 0,0-1 0 0 0,-1 0 0 0 0,1 1 0 0 0,-1-1-1 0 0,1 0 1 0 0,-1 0 0 0 0,2-4 0 0 0,-1 2-2 0 0,0-1-1 0 0,0 0 1 0 0,-1 0-1 0 0,0 0 1 0 0,0 0-1 0 0,0 0 1 0 0,0 0-1 0 0,-1 0 1 0 0,0-5-1 0 0,0 5 3 0 0,0-1-1 0 0,0 1 1 0 0,-1 0-1 0 0,1 0 1 0 0,-1-1-1 0 0,-1 1 1 0 0,1 0-1 0 0,-1 0 1 0 0,0 0 0 0 0,0 0-1 0 0,0 0 1 0 0,-1 1-1 0 0,0-1 1 0 0,0 1-1 0 0,0-1 1 0 0,0 1-1 0 0,-1 0 1 0 0,-7-7-1 0 0,7 9 2 0 0,0 0 0 0 0,0 0 0 0 0,0 0 0 0 0,0 0-1 0 0,0 1 1 0 0,0-1 0 0 0,-1 1 0 0 0,1 0 0 0 0,-1 0 0 0 0,1 1-1 0 0,-1-1 1 0 0,1 1 0 0 0,-1 0 0 0 0,1 1 0 0 0,-7 0 0 0 0,4 0 15 0 0,1 1 0 0 0,-1 0 0 0 0,0 1 1 0 0,1 0-1 0 0,0 0 0 0 0,0 0 0 0 0,0 0 1 0 0,0 1-1 0 0,-9 7 0 0 0,-1 4 179 0 0,0 0 0 0 0,1 0 1 0 0,1 2-1 0 0,0 0 0 0 0,-12 21 0 0 0,8-8 62 0 0,0 1 1 0 0,-17 46-1 0 0,29-61-207 0 0,0 0-1 0 0,1 1 0 0 0,1-1 1 0 0,1 1-1 0 0,0 0 0 0 0,1 0 1 0 0,0 26-1 0 0,2-38-93 0 0,0 0 0 0 0,1 1 0 0 0,0-1 0 0 0,-1 0 0 0 0,2 0 0 0 0,-1 0 0 0 0,0 0 0 0 0,1 0 0 0 0,0 0-1 0 0,0 0 1 0 0,1 0 0 0 0,-1-1 0 0 0,1 1 0 0 0,0-1 0 0 0,0 0 0 0 0,1 0 0 0 0,-1 0 0 0 0,1 0 0 0 0,0-1 0 0 0,0 1 0 0 0,0-1 0 0 0,0 0 0 0 0,0 0 0 0 0,1 0 0 0 0,0-1 0 0 0,-1 0 0 0 0,1 0 0 0 0,6 2-1 0 0,2-1-398 0 0,0 0-1 0 0,1-1 0 0 0,0 0 1 0 0,-1-1-1 0 0,1-1 0 0 0,0 0 1 0 0,-1-1-1 0 0,1 0 0 0 0,17-4 1 0 0,-15 1-434 0 0,1-1 1 0 0,-1 0 0 0 0,0-1 0 0 0,-1 0 0 0 0,1-1-1 0 0,-1-1 1 0 0,15-11 0 0 0,-4-1-1454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5:59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9 171 784 0 0,'39'-125'10257'0'0,"-28"86"-8126"0"0,-11 37-1995 0 0,1 1-121 0 0,-1 1-1 0 0,0 0 1 0 0,1-1-1 0 0,-1 1 1 0 0,0 0 0 0 0,1-1-1 0 0,-1 1 1 0 0,1 0 0 0 0,-1 0-1 0 0,0 0 1 0 0,1-1 0 0 0,-1 1-1 0 0,1 0 1 0 0,-1 0-1 0 0,1 0 1 0 0,-1 0 0 0 0,1 0-1 0 0,-1 0 1 0 0,1 0 0 0 0,-1 0-1 0 0,1 0 1 0 0,0 0 0 0 0,3 4 44 0 0,-1-1 0 0 0,0 1 0 0 0,1 0 0 0 0,-1 1 0 0 0,-1-1 0 0 0,1 1 0 0 0,-1-1 0 0 0,0 1 0 0 0,0 0 0 0 0,0 0 0 0 0,0 0 0 0 0,-1 0 0 0 0,1 5 0 0 0,2 7 200 0 0,-2-1-1 0 0,2 34 1 0 0,-4-29-118 0 0,-1 0 1 0 0,-1 0 0 0 0,-6 27-1 0 0,5-37-78 0 0,0 0-1 0 0,-1-1 0 0 0,0 1 1 0 0,0-1-1 0 0,-2 1 0 0 0,1-2 1 0 0,-11 16-1 0 0,14-24-57 0 0,1 0-1 0 0,0 0 0 0 0,-1 0 1 0 0,1-1-1 0 0,0 1 0 0 0,-1 0 1 0 0,1-1-1 0 0,-1 1 1 0 0,1-1-1 0 0,-1 0 0 0 0,1 1 1 0 0,-1-1-1 0 0,0 0 0 0 0,1 0 1 0 0,-1 0-1 0 0,1 0 1 0 0,-1 0-1 0 0,1 0 0 0 0,-3-1 1 0 0,3 1-3 0 0,0-1-4 0 0,-1 1 0 0 0,1-1 1 0 0,0 1-1 0 0,0-1 1 0 0,0 0-1 0 0,0 0 1 0 0,0 1-1 0 0,0-1 1 0 0,0 0-1 0 0,0 0 0 0 0,0 0 1 0 0,0 0-1 0 0,0 0 1 0 0,0 0-1 0 0,1 0 1 0 0,-1 0-1 0 0,0 0 1 0 0,1-1-1 0 0,-1 1 1 0 0,1 0-1 0 0,-1 0 0 0 0,1-1 1 0 0,-1-1-1 0 0,-4-29-48 0 0,7 23 38 0 0,0-1-1 0 0,0 1 1 0 0,1-1 0 0 0,0 1-1 0 0,1 0 1 0 0,0 0 0 0 0,0 1-1 0 0,1-1 1 0 0,0 1-1 0 0,1 0 1 0 0,-1 0 0 0 0,1 1-1 0 0,13-13 1 0 0,-5 7-10 0 0,1 0 0 0 0,0 0 1 0 0,1 2-1 0 0,0 0 0 0 0,33-16 0 0 0,-45 25 15 0 0,1 0 0 0 0,-1 0 0 0 0,1 0 0 0 0,0 1-1 0 0,-1-1 1 0 0,1 1 0 0 0,0 0 0 0 0,0 1 0 0 0,0-1 0 0 0,0 1-1 0 0,0 0 1 0 0,0 0 0 0 0,0 1 0 0 0,0 0 0 0 0,-1 0 0 0 0,1 0 0 0 0,0 0-1 0 0,0 0 1 0 0,5 4 0 0 0,-5-3 16 0 0,-1 1-1 0 0,1 0 1 0 0,-1 0-1 0 0,0 1 0 0 0,0 0 1 0 0,0-1-1 0 0,-1 1 1 0 0,1 0-1 0 0,-1 1 1 0 0,0-1-1 0 0,0 0 1 0 0,-1 1-1 0 0,1 0 1 0 0,-1 0-1 0 0,0 0 1 0 0,0 0-1 0 0,1 5 0 0 0,0 4 101 0 0,0 0 0 0 0,-1 0 0 0 0,0 0 0 0 0,-1 0 0 0 0,-1 0 0 0 0,-1 0 0 0 0,-3 24 0 0 0,-4 5 110 0 0,-15 47 0 0 0,16-64-176 0 0,1-7-317 0 0,3-12-248 0 0,1 1 0 0 0,0-1 0 0 0,1 1 0 0 0,-2 13 0 0 0,3-20 296 0 0,0 1 1 0 0,1-1-1 0 0,-1 1 1 0 0,0-1-1 0 0,1 0 0 0 0,-1 1 1 0 0,1-1-1 0 0,0 0 1 0 0,-1 0-1 0 0,1 1 0 0 0,0-1 1 0 0,0 0-1 0 0,0 0 1 0 0,0 0-1 0 0,1 1 0 0 0,9 3-4544 0 0,6-5 1066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00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194 638 476 0 0,'1'-5'786'0'0,"0"1"0"0"0,0-1 1 0 0,-1 0-1 0 0,1 0 0 0 0,-1 0 0 0 0,0 0 1 0 0,0 0-1 0 0,-1 0 0 0 0,0 0 0 0 0,1 0 0 0 0,-2 0 1 0 0,1 1-1 0 0,-1-1 0 0 0,1 0 0 0 0,-1 1 0 0 0,0-1 1 0 0,-1 1-1 0 0,-3-6 601 0 0,3 10-1286 0 0,-1 1 0 0 0,1 0 0 0 0,0 0 0 0 0,0 0 0 0 0,-1 0 0 0 0,1 0 0 0 0,0 1 0 0 0,0-1 0 0 0,1 1 0 0 0,-1 0 0 0 0,0 0-1 0 0,0 0 1 0 0,1 0 0 0 0,-1 0 0 0 0,1 1 0 0 0,-3 4 0 0 0,-7 7 449 0 0,-16 27 0 0 0,21-31-334 0 0,7-9-202 0 0,-18 27 412 0 0,-18 36 0 0 0,32-56-386 0 0,0 1 0 0 0,1-1 0 0 0,0 1 0 0 0,1 0 0 0 0,0 0 0 0 0,0 0 0 0 0,0 0 1 0 0,1 0-1 0 0,1 15 0 0 0,0-22-28 0 0,0 1 0 0 0,0-1 0 0 0,1 1 0 0 0,-1 0 0 0 0,1-1 0 0 0,-1 1 0 0 0,1-1 0 0 0,0 1 0 0 0,0-1 0 0 0,0 1 0 0 0,1-1 1 0 0,-1 0-1 0 0,0 0 0 0 0,1 1 0 0 0,0-1 0 0 0,-1 0 0 0 0,1 0 0 0 0,0-1 0 0 0,0 1 0 0 0,3 2 0 0 0,-2-2-2 0 0,0-1 0 0 0,0 0 1 0 0,1 0-1 0 0,-1 1 0 0 0,0-2 0 0 0,1 1 0 0 0,-1 0 0 0 0,1-1 1 0 0,-1 1-1 0 0,1-1 0 0 0,-1 0 0 0 0,1-1 0 0 0,5 0 0 0 0,0 0 4 0 0,0-1 0 0 0,-1-1-1 0 0,1 1 1 0 0,-1-1 0 0 0,1-1-1 0 0,-1 0 1 0 0,0 0 0 0 0,-1 0-1 0 0,1-1 1 0 0,-1 0 0 0 0,10-9-1 0 0,-7 3-12 0 0,1-1 0 0 0,-2-1-1 0 0,0 0 1 0 0,0 0 0 0 0,-1-1 0 0 0,-1 0-1 0 0,0-1 1 0 0,-1 1 0 0 0,-1-1 0 0 0,5-23-1 0 0,-7 28-11 0 0,-1-1 0 0 0,0 1 0 0 0,-1-1-1 0 0,0 1 1 0 0,-1-1 0 0 0,0 0 0 0 0,-1 1-1 0 0,0-1 1 0 0,0 0 0 0 0,-1 1 0 0 0,-1-1-1 0 0,0 1 1 0 0,0 0 0 0 0,-1 0-1 0 0,0 0 1 0 0,-8-13 0 0 0,7 17 0 0 0,1 1 0 0 0,-1 0 1 0 0,1 0-1 0 0,-1 0 0 0 0,-1 0 0 0 0,1 1 0 0 0,-1 0 1 0 0,0 0-1 0 0,0 0 0 0 0,0 1 0 0 0,0 0 0 0 0,0 0 1 0 0,-1 0-1 0 0,0 1 0 0 0,1 0 0 0 0,-14-2 1 0 0,15 3 6 0 0,0 1 0 0 0,1-1 1 0 0,-1 1-1 0 0,1 1 0 0 0,-1-1 1 0 0,1 0-1 0 0,-1 1 0 0 0,1 0 1 0 0,-1 0-1 0 0,1 0 0 0 0,-1 1 1 0 0,1 0-1 0 0,0-1 0 0 0,0 2 1 0 0,0-1-1 0 0,0 0 0 0 0,0 1 1 0 0,0-1-1 0 0,1 1 0 0 0,-1 0 1 0 0,1 1-1 0 0,0-1 1 0 0,0 0-1 0 0,0 1 0 0 0,0 0 1 0 0,-4 7-1 0 0,6-9-19 0 0,0 0 0 0 0,0 0 0 0 0,0 1 0 0 0,0-1 0 0 0,0 0 0 0 0,0 0 0 0 0,1 0 0 0 0,-1 1 0 0 0,1-1 0 0 0,0 0 0 0 0,-1 1 0 0 0,1-1 0 0 0,0 0 0 0 0,0 0 0 0 0,1 1 0 0 0,-1-1 0 0 0,0 0 1 0 0,1 1-1 0 0,-1-1 0 0 0,2 2 0 0 0,-1-1-55 0 0,1-1 0 0 0,-1 1 0 0 0,1-1 1 0 0,0 0-1 0 0,0 0 0 0 0,0 0 0 0 0,0 0 1 0 0,0 0-1 0 0,0 0 0 0 0,1-1 1 0 0,-1 1-1 0 0,1-1 0 0 0,-1 1 0 0 0,4 0 1 0 0,4 2-196 0 0,0-1 0 0 0,1 0 0 0 0,-1-1 0 0 0,1 0 0 0 0,0 0 1 0 0,0-1-1 0 0,16-1 0 0 0,8-1-236 0 0,-1-2 0 0 0,1-2 0 0 0,-1-1 1 0 0,0-1-1 0 0,61-23 0 0 0,-75 22 389 0 0,0-1 0 0 0,-1-1-1 0 0,0 0 1 0 0,-1-2 0 0 0,0 0 0 0 0,0-1 0 0 0,-1-1-1 0 0,-1-1 1 0 0,-1 0 0 0 0,22-26 0 0 0,-24 22 140 0 0,0-1-1 0 0,-1 0 1 0 0,-1 0 0 0 0,-1-1 0 0 0,8-23-1 0 0,-5 2 1617 0 0,14-74-1 0 0,-16 69-142 0 0,-10 45-1181 0 0,-3 4-198 0 0,-6 19 387 0 0,1-1 1 0 0,1 1-1 0 0,-5 27 1 0 0,-3 10 185 0 0,-21 64 421 0 0,-65 265-55 0 0,98-375-1035 0 0,0-1 0 0 0,1 0 0 0 0,0 0 0 0 0,1 1 0 0 0,0-1-1 0 0,1 0 1 0 0,3 19 0 0 0,-3-27-30 0 0,-1 0-1 0 0,1 0 0 0 0,0 0 1 0 0,0-1-1 0 0,1 1 0 0 0,-1 0 1 0 0,1 0-1 0 0,-1-1 0 0 0,1 1 1 0 0,0-1-1 0 0,0 0 1 0 0,0 1-1 0 0,0-1 0 0 0,0 0 1 0 0,1 0-1 0 0,-1 0 0 0 0,1 0 1 0 0,-1-1-1 0 0,1 1 0 0 0,-1-1 1 0 0,1 1-1 0 0,0-1 0 0 0,0 0 1 0 0,0 0-1 0 0,0-1 1 0 0,0 1-1 0 0,0 0 0 0 0,0-1 1 0 0,0 0-1 0 0,0 1 0 0 0,0-1 1 0 0,6-1-1 0 0,2-1-114 0 0,0 0 1 0 0,0 0-1 0 0,0-1 0 0 0,0-1 1 0 0,0 1-1 0 0,-1-2 1 0 0,0 0-1 0 0,0 0 0 0 0,0-1 1 0 0,-1 0-1 0 0,1 0 0 0 0,-1-1 1 0 0,-1 0-1 0 0,1-1 1 0 0,10-13-1 0 0,-4 4 26 0 0,-1-1 0 0 0,0-1 0 0 0,-1 0 0 0 0,-1-1 1 0 0,-1 0-1 0 0,14-36 0 0 0,-22 45 193 0 0,1 0 0 0 0,-1-1 0 0 0,-1 1 0 0 0,0-1 0 0 0,1-15 0 0 0,-3 25-71 0 0,-2-1 2 0 0,2 2-23 0 0,0 1 1 0 0,0 0-1 0 0,0 0 1 0 0,0 0-1 0 0,0 0 1 0 0,0-1-1 0 0,0 1 1 0 0,0 0-1 0 0,0 0 1 0 0,0 0 0 0 0,0-1-1 0 0,0 1 1 0 0,-1 0-1 0 0,1 0 1 0 0,0 0-1 0 0,0 0 1 0 0,0 0-1 0 0,0-1 1 0 0,0 1-1 0 0,0 0 1 0 0,-1 0 0 0 0,1 0-1 0 0,0 0 1 0 0,0 0-1 0 0,0 0 1 0 0,0 0-1 0 0,-1-1 1 0 0,1 1-1 0 0,0 0 1 0 0,0 0-1 0 0,0 0 1 0 0,0 0-1 0 0,-1 0 1 0 0,1 0 0 0 0,0 0-1 0 0,0 0 1 0 0,0 0-1 0 0,-1 0 1 0 0,1 0-1 0 0,-7 5 8 0 0,1 0-1 0 0,-1 0 0 0 0,1 1 1 0 0,1 0-1 0 0,-1 0 0 0 0,1 0 1 0 0,0 1-1 0 0,0 0 0 0 0,-6 13 1 0 0,0 1 10 0 0,0 1 0 0 0,-7 28 1 0 0,14-42-8 0 0,2 1-1 0 0,-1 0 1 0 0,1 0 0 0 0,1 1 0 0 0,0-1-1 0 0,0 0 1 0 0,1 10 0 0 0,0-16-37 0 0,0 0 0 0 0,1 0 1 0 0,-1-1-1 0 0,1 1 0 0 0,0 0 0 0 0,0 0 1 0 0,0-1-1 0 0,0 1 0 0 0,0 0 0 0 0,0-1 1 0 0,1 1-1 0 0,-1-1 0 0 0,1 0 0 0 0,0 1 1 0 0,0-1-1 0 0,0 0 0 0 0,0 0 0 0 0,0 0 1 0 0,0 0-1 0 0,1-1 0 0 0,-1 1 0 0 0,0-1 1 0 0,1 1-1 0 0,0-1 0 0 0,-1 0 0 0 0,6 2 0 0 0,10 2-589 0 0,0-1-1 0 0,0-1 0 0 0,0-1 0 0 0,0 0 1 0 0,1-1-1 0 0,-1-1 0 0 0,33-4 0 0 0,-11-2-894 0 0,-2-1-1 0 0,60-20 1 0 0,-69 17 317 0 0,0-1 0 0 0,0-1-1 0 0,45-28 1 0 0,-63 34 1370 0 0,-1-1-1 0 0,0-1 0 0 0,0 1 1 0 0,-1-2-1 0 0,0 1 0 0 0,0-2 1 0 0,-1 1-1 0 0,0-1 0 0 0,-1 0 1 0 0,0 0-1 0 0,-1-1 0 0 0,6-12 1 0 0,-10 18 73 0 0,0 0 0 0 0,-1 0 1 0 0,0 0-1 0 0,0-1 0 0 0,0 1 0 0 0,-1 0 1 0 0,1 0-1 0 0,-1 0 0 0 0,0-1 1 0 0,-1 1-1 0 0,0 0 0 0 0,1 0 0 0 0,-3-6 1 0 0,2 8-111 0 0,0 0-1 0 0,0 0 1 0 0,0 0 0 0 0,0 0 0 0 0,-1 0 0 0 0,1 1-1 0 0,-1-1 1 0 0,0 0 0 0 0,0 1 0 0 0,0-1 0 0 0,0 1 0 0 0,0 0-1 0 0,0 0 1 0 0,-1-1 0 0 0,1 2 0 0 0,-1-1 0 0 0,1 0-1 0 0,-1 0 1 0 0,0 1 0 0 0,0-1 0 0 0,-4 0 0 0 0,1 1-10 0 0,1 0-1 0 0,-1 1 1 0 0,1 0 0 0 0,-1 0 0 0 0,0 0 0 0 0,1 1 0 0 0,0 0 0 0 0,-1 0 0 0 0,1 1 0 0 0,-1-1 0 0 0,1 1 0 0 0,0 0 0 0 0,0 0 0 0 0,-7 5-1 0 0,-2 1 87 0 0,1 2 1 0 0,0-1-1 0 0,1 2 0 0 0,-1 0 0 0 0,2 0 0 0 0,0 1 0 0 0,-11 15 0 0 0,6-6 6 0 0,2 1 0 0 0,0 1 0 0 0,-18 40 0 0 0,26-49-165 0 0,1 0 1 0 0,0 0-1 0 0,1 0 1 0 0,0 1-1 0 0,2 0 1 0 0,-2 16-1 0 0,4-27-39 0 0,0 1-1 0 0,0-1 0 0 0,0 0 0 0 0,1 1 1 0 0,-1-1-1 0 0,1 0 0 0 0,0 0 0 0 0,1 0 1 0 0,-1 0-1 0 0,1 0 0 0 0,2 5 1 0 0,-2-6-8 0 0,0-1 0 0 0,0 1 1 0 0,0-1-1 0 0,0 0 0 0 0,0 0 1 0 0,1 0-1 0 0,-1 0 0 0 0,1 0 1 0 0,-1-1-1 0 0,1 1 0 0 0,0-1 1 0 0,-1 0-1 0 0,1 1 0 0 0,0-1 1 0 0,0 0-1 0 0,0-1 0 0 0,5 2 1 0 0,0-1-51 0 0,1 0 0 0 0,-1-1 0 0 0,0 1 1 0 0,0-2-1 0 0,0 1 0 0 0,0-1 0 0 0,0 0 0 0 0,0-1 1 0 0,0 0-1 0 0,9-4 0 0 0,-5 1-179 0 0,0 0 0 0 0,0-1 1 0 0,-1-1-1 0 0,0 0 0 0 0,19-16 0 0 0,-10 5-307 0 0,-1-1 0 0 0,-1-1 0 0 0,-1-1 0 0 0,0-1 0 0 0,21-38 0 0 0,-9 4 197 0 0,-3-1-1 0 0,-2-1 0 0 0,-3 0 1 0 0,-2-2-1 0 0,-4-1 0 0 0,13-89 1 0 0,-25 130 801 0 0,2-11 1041 0 0,1-46-1 0 0,-16 86-916 0 0,5-1-335 0 0,1 1 0 0 0,0-1 0 0 0,1 1 0 0 0,-1 0 0 0 0,2 0 0 0 0,-4 16 0 0 0,0-1 117 0 0,-99 462 2889 0 0,104-478-3252 0 0,-2 16 90 0 0,-2 37 1 0 0,5-55-96 0 0,0-1 1 0 0,0 1-1 0 0,1-1 1 0 0,-1 0 0 0 0,1 1-1 0 0,0-1 1 0 0,1 0 0 0 0,0 1-1 0 0,-1-1 1 0 0,2 0-1 0 0,-1 0 1 0 0,6 8 0 0 0,-6-10-113 0 0,0-1 1 0 0,0 0-1 0 0,1 0 1 0 0,-1 0-1 0 0,1-1 0 0 0,-1 1 1 0 0,1 0-1 0 0,-1-1 1 0 0,1 0-1 0 0,0 0 1 0 0,0 1-1 0 0,0-2 1 0 0,0 1-1 0 0,0 0 0 0 0,0-1 1 0 0,0 1-1 0 0,0-1 1 0 0,0 0-1 0 0,0 0 1 0 0,0 0-1 0 0,0 0 1 0 0,0-1-1 0 0,0 1 1 0 0,0-1-1 0 0,0 1 0 0 0,3-3 1 0 0,3 1-569 0 0,-1-2-1 0 0,0 1 1 0 0,0-1-1 0 0,0 0 1 0 0,-1-1 0 0 0,1 0-1 0 0,12-11 1 0 0,-11 7-1177 0 0,1 0 0 0 0,-2-1 0 0 0,15-21 0 0 0,-8 8-2469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01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7 1784 0 0,'-93'-4'3658'0'0,"-210"1"6513"0"0,299 3-10088 0 0,0 0 27 0 0,-1 1 0 0 0,1-1 0 0 0,-1 1 0 0 0,0-1 0 0 0,1 1 0 0 0,0 1 0 0 0,-9 2 0 0 0,11-3-1 0 0,26 12 162 0 0,22-8-659 0 0,0-3 0 0 0,83-6 1 0 0,-70 1-515 0 0,157-10-6438 0 0,-140 8 2193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01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94 2196 0 0,'-9'-13'4369'0'0,"-15"-26"0"0"0,-2-3 1319 0 0,23 45-5382 0 0,3-3-287 0 0,-1 0 1 0 0,1 1 0 0 0,0-1 0 0 0,-1 0 0 0 0,1 0 0 0 0,0 0-1 0 0,-1 0 1 0 0,1 0 0 0 0,0 1 0 0 0,0-1 0 0 0,-1 0 0 0 0,1 0-1 0 0,0 0 1 0 0,0 1 0 0 0,-1-1 0 0 0,1 0 0 0 0,0 1 0 0 0,0-1-1 0 0,-1 0 1 0 0,1 0 0 0 0,0 1 0 0 0,0-1 0 0 0,0 0 0 0 0,0 1-1 0 0,0-1 1 0 0,0 0 0 0 0,-1 1 0 0 0,-30 155 2317 0 0,7-32-1743 0 0,-5 11-253 0 0,-44 166 142 0 0,67-281-363 0 0,6-18-174 0 0,-4-4-158 0 0,4 2 207 0 0,0 0 0 0 0,-1 0 0 0 0,1 0 0 0 0,0 0 0 0 0,0 0 1 0 0,-1 0-1 0 0,1 0 0 0 0,0 0 0 0 0,0 0 0 0 0,-1 0 0 0 0,1-1 1 0 0,0 1-1 0 0,0 0 0 0 0,-1 0 0 0 0,1 0 0 0 0,0 0 0 0 0,0 0 0 0 0,0-1 1 0 0,-1 1-1 0 0,1 0 0 0 0,0 0 0 0 0,0 0 0 0 0,0 0 0 0 0,0-1 1 0 0,-1 1-1 0 0,1 0 0 0 0,0 0 0 0 0,0-1 0 0 0,0 1 0 0 0,0 0 1 0 0,0 0-1 0 0,0-1 0 0 0,0 1 0 0 0,0 0 0 0 0,-1 0 0 0 0,1-1 1 0 0,0-8-40 0 0,1 0 1 0 0,-1 0 0 0 0,1-1 0 0 0,1 1 0 0 0,0 0-1 0 0,0 1 1 0 0,1-1 0 0 0,0 0 0 0 0,0 1 0 0 0,1-1-1 0 0,10-15 1 0 0,-6 10 5 0 0,2 0-1 0 0,0 1 1 0 0,0 0 0 0 0,1 0-1 0 0,24-20 1 0 0,-29 29 28 0 0,-1 1 0 0 0,1-1 0 0 0,0 1 0 0 0,0 1 0 0 0,0-1 0 0 0,0 1 0 0 0,0 0 1 0 0,1 0-1 0 0,-1 0 0 0 0,1 1 0 0 0,-1 0 0 0 0,1 1 0 0 0,-1-1 0 0 0,1 1 0 0 0,0 0 0 0 0,-1 1 0 0 0,1 0 0 0 0,-1 0 0 0 0,1 0 0 0 0,-1 1 1 0 0,0 0-1 0 0,12 5 0 0 0,-5-2 17 0 0,-1 1 0 0 0,0 1 0 0 0,-1 0 0 0 0,1 0 0 0 0,-1 1 0 0 0,-1 0 0 0 0,0 1 0 0 0,0 0 0 0 0,0 1 0 0 0,10 13 0 0 0,-18-19 56 0 0,1 0-1 0 0,0 0 0 0 0,-1 0 1 0 0,0 0-1 0 0,0 0 0 0 0,0 0 1 0 0,-1 1-1 0 0,1-1 1 0 0,-1 1-1 0 0,0-1 0 0 0,0 1 1 0 0,-1-1-1 0 0,1 1 0 0 0,-1 0 1 0 0,0 8-1 0 0,-1-7 47 0 0,-1-1 0 0 0,1 1 0 0 0,-1-1 0 0 0,0 1 0 0 0,0-1 0 0 0,-1 0 0 0 0,0 1 0 0 0,0-2-1 0 0,0 1 1 0 0,0 0 0 0 0,-6 5 0 0 0,-2 2 143 0 0,0-1 0 0 0,-2-1 0 0 0,1 0 0 0 0,-1-1 0 0 0,-1 0 0 0 0,1-1 0 0 0,-1 0 0 0 0,-20 7 0 0 0,9-6 41 0 0,0-1-1 0 0,0-2 0 0 0,0 0 1 0 0,-1-1-1 0 0,-36 1 0 0 0,45-5-302 0 0,-1 0-1 0 0,0-2 0 0 0,1 0 1 0 0,-1-1-1 0 0,1-1 0 0 0,0-1 1 0 0,0 0-1 0 0,-32-13 0 0 0,47 16-168 0 0,1 1-1 0 0,-1-1 1 0 0,1 0-1 0 0,-1 0 1 0 0,1 1-1 0 0,-1-1 1 0 0,1 0-1 0 0,0 0 1 0 0,-1 0-1 0 0,1-1 1 0 0,0 1-1 0 0,0 0 1 0 0,0 0-1 0 0,0-1 1 0 0,0 1-1 0 0,0-1 1 0 0,0 1-1 0 0,0-1 1 0 0,1 1-1 0 0,-1-1 1 0 0,0-2-1 0 0,1 2-6 0 0,0 0 0 0 0,0 0 0 0 0,0 1 0 0 0,0-1 0 0 0,1 0 0 0 0,-1 0-1 0 0,1 0 1 0 0,-1 0 0 0 0,1 1 0 0 0,0-1 0 0 0,0 0 0 0 0,0 1 0 0 0,0-1-1 0 0,0 1 1 0 0,0-1 0 0 0,2-1 0 0 0,5-6-871 0 0,1 0 1 0 0,1 1-1 0 0,0 0 1 0 0,15-9-1 0 0,-22 15 729 0 0,49-34-5659 0 0,-21 16 858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02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17 2104 0 0,'46'-16'10159'0'0,"-44"15"-9519"0"0,-2 2-532 0 0,1 0 0 0 0,0-1 1 0 0,0 1-1 0 0,0 0 0 0 0,-1-1 0 0 0,1 1 0 0 0,0 0 0 0 0,-1 0 0 0 0,1 0 0 0 0,-1 0 0 0 0,1 0 1 0 0,-1 0-1 0 0,1 0 0 0 0,-1 0 0 0 0,0 0 0 0 0,1 0 0 0 0,-1 0 0 0 0,0 1 0 0 0,5 22 846 0 0,-2 3-454 0 0,1 0 1 0 0,2-1-1 0 0,0 1 0 0 0,16 39 1 0 0,-19-60-465 0 0,0 1 1 0 0,1 0 0 0 0,-1-1 0 0 0,1 1-1 0 0,1-1 1 0 0,-1 0 0 0 0,1 0 0 0 0,0-1-1 0 0,0 0 1 0 0,1 0 0 0 0,-1 0 0 0 0,1 0-1 0 0,0-1 1 0 0,0 0 0 0 0,1 0 0 0 0,-1 0-1 0 0,1-1 1 0 0,0 0 0 0 0,0-1 0 0 0,0 1-1 0 0,13 1 1 0 0,-14-3-21 0 0,0 0 0 0 0,0-1 0 0 0,0 0 0 0 0,1 0-1 0 0,-1 0 1 0 0,0-1 0 0 0,0 0 0 0 0,0 0 0 0 0,0 0 0 0 0,0-1 0 0 0,0 0 0 0 0,0 0-1 0 0,0-1 1 0 0,-1 1 0 0 0,1-1 0 0 0,-1-1 0 0 0,10-6 0 0 0,-7 2-11 0 0,1 0-1 0 0,-1-1 1 0 0,0 1 0 0 0,-1-2 0 0 0,0 1-1 0 0,-1-1 1 0 0,0 0 0 0 0,8-18 0 0 0,38-99 545 0 0,-52 125-487 0 0,1 5-54 0 0,-1 10 119 0 0,0 0-1 0 0,0 1 1 0 0,-2-2 0 0 0,0 1-1 0 0,0 0 1 0 0,-7 21 0 0 0,1-2 199 0 0,-136 503 3410 0 0,140-522-3664 0 0,-18 58 522 0 0,-42 96 1 0 0,55-147-365 0 0,-1-1 0 0 0,0 0 0 0 0,-2 0 0 0 0,0-1 1 0 0,-2-1-1 0 0,0 0 0 0 0,0-1 0 0 0,-2 0 0 0 0,-25 20 0 0 0,33-31-108 0 0,0 0 0 0 0,-1 0 0 0 0,0-1 0 0 0,0 0 0 0 0,-1-1 0 0 0,1 0 0 0 0,-1 0 0 0 0,1-1-1 0 0,-1 0 1 0 0,0-1 0 0 0,0 0 0 0 0,0-1 0 0 0,0 0 0 0 0,1 0 0 0 0,-1-1 0 0 0,0 0 0 0 0,0-1 0 0 0,0 0 0 0 0,-14-5-1 0 0,16 4-242 0 0,0 0-1 0 0,0 0 1 0 0,0-1-1 0 0,0 0 1 0 0,1 0-1 0 0,0-1 1 0 0,-1 0-1 0 0,2 0 1 0 0,-1-1-1 0 0,1 0 1 0 0,0 0-1 0 0,0 0 1 0 0,0-1-1 0 0,1 0 1 0 0,0 0-1 0 0,0 0 0 0 0,1-1 1 0 0,0 1-1 0 0,0-1 1 0 0,1 0-1 0 0,0 0 1 0 0,-3-13-1 0 0,6 17-325 0 0,-1-1 1 0 0,1 1-1 0 0,0 0 0 0 0,0-1 0 0 0,0 1 0 0 0,0 0 0 0 0,1-1 0 0 0,0 1 1 0 0,0 0-1 0 0,0 0 0 0 0,0-1 0 0 0,1 1 0 0 0,-1 0 0 0 0,1 0 1 0 0,3-4-1 0 0,0 0-1434 0 0,1 1 1 0 0,0-1 0 0 0,0 1 0 0 0,1 0-1 0 0,13-11 1 0 0,0 3-5699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02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499 121 984 0 0,'5'-29'6715'0'0,"0"-40"-1"0"0,-5 68-6601 0 0,0 0 0 0 0,0 0 0 0 0,0 0 0 0 0,0 0 0 0 0,0 0 0 0 0,0 0 0 0 0,0 0 0 0 0,0 0-1 0 0,0 0 1 0 0,-1 0 0 0 0,1 0 0 0 0,0 0 0 0 0,-1 0 0 0 0,1 0 0 0 0,-1 1 0 0 0,1-1 0 0 0,-1 0 0 0 0,1 0-1 0 0,-1 0 1 0 0,0 1 0 0 0,-1-2 0 0 0,2 1-48 0 0,-1 1 1 0 0,0 0-1 0 0,0 0 0 0 0,0-1 1 0 0,0 1-1 0 0,0 0 0 0 0,0 0 1 0 0,0 0-1 0 0,0 0 0 0 0,0 0 1 0 0,0 0-1 0 0,1 0 0 0 0,-1 1 1 0 0,0-1-1 0 0,0 0 0 0 0,0 0 1 0 0,0 1-1 0 0,-1 0 0 0 0,-5 2 110 0 0,1 1 0 0 0,-1 0 0 0 0,1 0 0 0 0,-8 7 0 0 0,10-8 2 0 0,-27 23 386 0 0,1 2 0 0 0,-41 48 0 0 0,-41 70 425 0 0,1 24-158 0 0,96-142-731 0 0,1 0-1 0 0,1 0 0 0 0,2 1 1 0 0,-12 45-1 0 0,21-65-151 0 0,0-1-1 0 0,1 1 0 0 0,0 0 1 0 0,0 0-1 0 0,1-1 0 0 0,0 1 0 0 0,0 0 1 0 0,1 0-1 0 0,0-1 0 0 0,1 1 0 0 0,0-1 1 0 0,0 1-1 0 0,1-1 0 0 0,0 0 1 0 0,1 1-1 0 0,0-2 0 0 0,0 1 0 0 0,0 0 1 0 0,1-1-1 0 0,0 0 0 0 0,0 0 1 0 0,1 0-1 0 0,0-1 0 0 0,0 0 0 0 0,1 0 1 0 0,0 0-1 0 0,0-1 0 0 0,0 0 0 0 0,0 0 1 0 0,14 5-1 0 0,-4-2-786 0 0,2-1 1 0 0,-1-1-1 0 0,1-1 0 0 0,0 0 0 0 0,0-1 1 0 0,25 1-1 0 0,-16-3-3119 0 0,52-4 1 0 0,-35-2-1367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03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85 320 0 0,'6'-13'5092'0'0,"-1"-1"1"0"0,4-15-1 0 0,0 0 1775 0 0,-4 39-4464 0 0,-6 83-1274 0 0,-5 0-1 0 0,-3 0 1 0 0,-5-1-1 0 0,-3-1 1 0 0,-5 0-1 0 0,-40 107 1 0 0,38-144-1129 0 0,22-50 0 0 0,0 0 0 0 0,-1-1 0 0 0,1 1 0 0 0,0-1 0 0 0,-1 0 0 0 0,0 0 0 0 0,0 0 0 0 0,0 0 0 0 0,0-1 0 0 0,-1 1 0 0 0,-6 3 0 0 0,0-2 0 0 0,-18 1 0 0 0,20-6 0 0 0,2 0 0 0 0,-4 0-169 0 0,1 0 0 0 0,-1-1 1 0 0,1 1-1 0 0,0-2 0 0 0,0 0 0 0 0,0 0 0 0 0,0 0 1 0 0,0-1-1 0 0,1-1 0 0 0,0 1 0 0 0,-15-12 0 0 0,18 12 1 0 0,0 0 0 0 0,0 0 0 0 0,0-1-1 0 0,1 1 1 0 0,0-1 0 0 0,0 0-1 0 0,0-1 1 0 0,0 1 0 0 0,1-1-1 0 0,0 1 1 0 0,0-1 0 0 0,1 0-1 0 0,0 0 1 0 0,0 0 0 0 0,0-1-1 0 0,0 1 1 0 0,0-12 0 0 0,2 4-1489 0 0,2 1 1 0 0,-1-1-1 0 0,2 1 0 0 0,0-1 1 0 0,0 1-1 0 0,1 0 0 0 0,1 0 1 0 0,7-14-1 0 0,-6 13-953 0 0,7-18-5178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03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0 132 1148 0 0,'26'-68'13936'0'0,"-11"23"-8503"0"0,-12 38-5154 0 0,-3 5-55 0 0,4-7 24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03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3064 0 0,'3'1'3100'0'0,"42"17"8906"0"0,-43-16-11496 0 0,9 1-669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08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164 197 624 0 0,'6'-8'14203'0'0,"-10"1"-13959"0"0,0 0-1 0 0,-1 0 1 0 0,0 1-1 0 0,1 0 1 0 0,-2 0-1 0 0,1 0 1 0 0,-1 1-1 0 0,-9-8 1 0 0,13 13-85 0 0,-11-6 325 0 0,-16-10-199 0 0,27 15-286 0 0,2 1-54 0 0,0 0 22 0 0,-1 0 1 0 0,1 0-1 0 0,-1 0 0 0 0,1 0 1 0 0,-1-1-1 0 0,1 1 0 0 0,0 0 1 0 0,-1 0-1 0 0,1-1 0 0 0,0 1 1 0 0,-1 0-1 0 0,1-1 0 0 0,0 1 1 0 0,-1 0-1 0 0,1-1 0 0 0,0 1 1 0 0,0 0-1 0 0,-1-1 0 0 0,1 0 1 0 0,5-1 7 0 0,1 0 1 0 0,-1 0-1 0 0,0 0 1 0 0,1 0-1 0 0,0 1 1 0 0,-1 0-1 0 0,1 1 1 0 0,0-1-1 0 0,6 1 1 0 0,13-3-47 0 0,62-10-297 0 0,91-18-225 0 0,-110 10 635 0 0,-65 20-29 0 0,1 1 133 0 0,0-1 0 0 0,1 0-1 0 0,-1-1 1 0 0,0 1 0 0 0,8-4 0 0 0,-3 1 3052 0 0,-7 3-3188 0 0,-6 12-642 0 0,0 77 622 0 0,-21 111-1 0 0,10-100 81 0 0,-35 116 0 0 0,44-196-28 0 0,-14 29-1 0 0,7-18 29 0 0,-4 4 79 0 0,17-33-107 0 0,-4 5-30 0 0,4-6 26 0 0,0 0 1 0 0,0 1-1 0 0,0-1 0 0 0,-1 1 0 0 0,1-1 0 0 0,0 0 0 0 0,0 1 0 0 0,0-1 0 0 0,0 1 0 0 0,-1-1 0 0 0,1 0 0 0 0,0 1 0 0 0,0-1 0 0 0,-1 0 0 0 0,1 1 0 0 0,0-1 0 0 0,-1 0 0 0 0,1 0 0 0 0,0 1 0 0 0,-1-1 0 0 0,1 0 0 0 0,-1 0 0 0 0,1 1 0 0 0,0-1 0 0 0,-1 0 0 0 0,-12 1-4 0 0,0-1-1 0 0,1 0 1 0 0,-1-1 0 0 0,0 0-1 0 0,-19-5 1 0 0,-65-23-209 0 0,23 6-1507 0 0,62 19 813 0 0,-32-8-2450 0 0,14-1-4884 0 0,19 8 3722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10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26 172 0 0,'0'0'2776'0'0,"4"-25"5906"0"0,-28 180-6725 0 0,-78 272-1 0 0,72-331-687 0 0,21-70 1107 0 0,8-29-1330 0 0,4-13-789 0 0,8-20-236 0 0,1 1 0 0 0,2 0 1 0 0,2 1-1 0 0,1 1 1 0 0,33-49-1 0 0,-44 75-42 0 0,0 0-1 0 0,0 0 0 0 0,0 0 1 0 0,1 0-1 0 0,0 1 0 0 0,0 0 1 0 0,1 1-1 0 0,0 0 0 0 0,0 0 1 0 0,0 0-1 0 0,0 1 0 0 0,1 1 1 0 0,0-1-1 0 0,0 1 0 0 0,18-3 1 0 0,-22 5 11 0 0,0 0 0 0 0,0 0 0 0 0,0 1 0 0 0,1 0 0 0 0,-1 0 0 0 0,0 0 0 0 0,0 1 0 0 0,0-1 0 0 0,0 1 0 0 0,0 1 0 0 0,0-1 0 0 0,0 1 0 0 0,0-1 0 0 0,0 2 0 0 0,0-1 0 0 0,-1 0 0 0 0,1 1 0 0 0,-1 0 0 0 0,0 0 0 0 0,0 0 0 0 0,0 1 0 0 0,0-1 0 0 0,-1 1 0 0 0,1 0 0 0 0,-1 0 0 0 0,0 0 0 0 0,0 0 0 0 0,0 1 0 0 0,3 8 0 0 0,-2-5 0 0 0,-1 1 0 0 0,0 0 0 0 0,-1-1 0 0 0,0 1 0 0 0,0 0 0 0 0,-1 1 0 0 0,0-1 0 0 0,-1 0 0 0 0,-1 18 0 0 0,-3 1-45 0 0,-13 51 1 0 0,5-25-271 0 0,11-53 306 0 0,1 0 0 0 0,0 1 0 0 0,-1-1 0 0 0,1 1 1 0 0,0-1-1 0 0,0 0 0 0 0,0 1 0 0 0,0-1 0 0 0,0 1 0 0 0,0-1 0 0 0,0 0 0 0 0,0 1 0 0 0,0-1 0 0 0,1 1 0 0 0,-1-1 0 0 0,1 0 1 0 0,-1 1-1 0 0,1-1 0 0 0,-1 0 0 0 0,1 1 0 0 0,0-1 0 0 0,0 0 0 0 0,-1 0 0 0 0,1 0 0 0 0,0 0 0 0 0,0 0 0 0 0,0 0 0 0 0,0 0 1 0 0,3 2-1 0 0,-1-2 16 0 0,0 0 0 0 0,0 0 1 0 0,0-1-1 0 0,1 1 1 0 0,-1-1-1 0 0,0 1 0 0 0,0-1 1 0 0,1 0-1 0 0,-1 0 1 0 0,0-1-1 0 0,6 0 0 0 0,17-4-103 0 0,0-1-1 0 0,-1-1 1 0 0,0-1-1 0 0,0-1 0 0 0,-1-2 1 0 0,-1 0-1 0 0,26-16 1 0 0,-31 15 15 0 0,-1 0 1 0 0,-1 0 0 0 0,0-2 0 0 0,0 0 0 0 0,-2-1 0 0 0,1 0 0 0 0,-2-1 0 0 0,0-1 0 0 0,16-27 0 0 0,-24 35 28 0 0,-1-1-1 0 0,0 0 1 0 0,0 0 0 0 0,-1-1-1 0 0,0 1 1 0 0,0-1 0 0 0,-1 1-1 0 0,0-20 1 0 0,-17 33-26 0 0,9 1 80 0 0,1 0 0 0 0,0 0 0 0 0,0 1 0 0 0,0 0 0 0 0,0 0 0 0 0,1 0 1 0 0,0 0-1 0 0,0 1 0 0 0,-6 10 0 0 0,9-14 6 0 0,-12 20 11 0 0,0 1 1 0 0,-18 45-1 0 0,28-60 2 0 0,1 1 0 0 0,-1-1-1 0 0,1 1 1 0 0,0-1 0 0 0,1 1-1 0 0,0 0 1 0 0,1 0 0 0 0,0 0-1 0 0,0-1 1 0 0,1 1 0 0 0,0 0-1 0 0,2 10 1 0 0,-2-15-4 0 0,1 0 0 0 0,-1 0 0 0 0,1 0 0 0 0,0 0 0 0 0,0 0 1 0 0,0 0-1 0 0,0-1 0 0 0,1 1 0 0 0,0-1 0 0 0,-1 1 0 0 0,1-1 0 0 0,1 0 0 0 0,-1 0 0 0 0,0-1 0 0 0,6 5 0 0 0,-4-5-7 0 0,0 1-1 0 0,1-1 1 0 0,-1 0 0 0 0,1 0-1 0 0,-1-1 1 0 0,1 1-1 0 0,0-1 1 0 0,-1 0 0 0 0,1-1-1 0 0,9 0 1 0 0,-2 0-14 0 0,0-2 0 0 0,0 1 0 0 0,-1-2 0 0 0,1 0-1 0 0,-1-1 1 0 0,1 0 0 0 0,-1 0 0 0 0,0-1 0 0 0,18-12 0 0 0,82-66-68 0 0,-53 37-17 0 0,-54 42 56 0 0,-1 0 0 0 0,1 1 0 0 0,0 0 0 0 0,0 0 0 0 0,0 0 0 0 0,0 1 0 0 0,9-3 0 0 0,-13 5 43 0 0,1 0 1 0 0,-1-1-1 0 0,1 2 0 0 0,-1-1 0 0 0,1 0 0 0 0,-1 0 0 0 0,1 0 1 0 0,-1 1-1 0 0,1-1 0 0 0,-1 1 0 0 0,1-1 0 0 0,-1 1 1 0 0,0-1-1 0 0,1 1 0 0 0,-1 0 0 0 0,0 0 0 0 0,0 0 1 0 0,1 0-1 0 0,-1 0 0 0 0,0 0 0 0 0,0 0 0 0 0,0 0 1 0 0,0 0-1 0 0,0 0 0 0 0,0 1 0 0 0,-1-1 0 0 0,1 0 1 0 0,0 1-1 0 0,-1-1 0 0 0,1 0 0 0 0,-1 1 0 0 0,1 2 0 0 0,2 3 37 0 0,0 1 0 0 0,-1 0 0 0 0,0 1 0 0 0,0-1 0 0 0,-1 0-1 0 0,0 0 1 0 0,0 1 0 0 0,-1-1 0 0 0,-2 13 0 0 0,1-6 154 0 0,-2 1-1 0 0,0-2 1 0 0,-1 1 0 0 0,-6 15 0 0 0,9-28-141 0 0,1 0-1 0 0,-1-1 1 0 0,0 1-1 0 0,0 0 1 0 0,0-1-1 0 0,0 1 1 0 0,0-1-1 0 0,0 0 1 0 0,-1 1-1 0 0,1-1 1 0 0,-2 2-1 0 0,3-3-38 0 0,-1 0 0 0 0,1 0 0 0 0,0 1 0 0 0,-1-1 1 0 0,1 0-1 0 0,-1 0 0 0 0,1 1 0 0 0,-1-1 0 0 0,1 0 0 0 0,-1 0 0 0 0,1 0 0 0 0,-1 0 0 0 0,1 0 0 0 0,0 0 0 0 0,-1 0 0 0 0,1 0 0 0 0,-1 0 0 0 0,1 0 0 0 0,-1 0 1 0 0,1 0-1 0 0,-1 0 0 0 0,1 0 0 0 0,-1 0 0 0 0,1 0 0 0 0,-1-1 0 0 0,1 1 0 0 0,-1 0 0 0 0,1 0 0 0 0,0 0 0 0 0,-1-1 0 0 0,1 1 0 0 0,-1 0 0 0 0,1-1 0 0 0,0 1 1 0 0,-1 0-1 0 0,1-1 0 0 0,-1-1-10 0 0,1 1 1 0 0,0-1 0 0 0,0 1 0 0 0,-1 0-1 0 0,1-1 1 0 0,0 1 0 0 0,0-1 0 0 0,1 1-1 0 0,-1 0 1 0 0,0-1 0 0 0,0 1 0 0 0,1-1-1 0 0,-1 1 1 0 0,1 0 0 0 0,-1-1-1 0 0,1 1 1 0 0,0-2 0 0 0,1-1 0 0 0,4-13-15 0 0,2 0-1 0 0,-1 1 1 0 0,2 0 0 0 0,0 0 0 0 0,1 1-1 0 0,1 0 1 0 0,0 1 0 0 0,18-18 0 0 0,-21 23-11 0 0,1 1 0 0 0,1 0 0 0 0,-1 0 0 0 0,1 1 0 0 0,0 1 0 0 0,1-1 0 0 0,0 2 0 0 0,0-1 0 0 0,0 1 0 0 0,0 1 0 0 0,1 0 0 0 0,0 1 0 0 0,13-2 0 0 0,-19 4 25 0 0,0 1 0 0 0,-1 0-1 0 0,1 0 1 0 0,-1 0 0 0 0,1 1-1 0 0,-1 0 1 0 0,1 0 0 0 0,-1 1-1 0 0,0-1 1 0 0,1 1 0 0 0,-1 0-1 0 0,0 0 1 0 0,0 1 0 0 0,0 0-1 0 0,-1 0 1 0 0,1 0 0 0 0,-1 0-1 0 0,1 1 1 0 0,-1-1 0 0 0,0 1-1 0 0,0 0 1 0 0,-1 1 0 0 0,5 6-1 0 0,-3-4 71 0 0,0 1-1 0 0,-1 0 1 0 0,0 0-1 0 0,0 1 1 0 0,-1-1-1 0 0,0 1 1 0 0,-1 0-1 0 0,0 0 1 0 0,0 0-1 0 0,-1 0 1 0 0,0 0-1 0 0,0 0 1 0 0,-1 10-1 0 0,-5 63 178 0 0,5-80-246 0 0,0 0 0 0 0,0-1 0 0 0,0 1 0 0 0,0 0 0 0 0,0-1 0 0 0,0 1 0 0 0,1-1 0 0 0,-1 1 0 0 0,1-1 0 0 0,-1 1 0 0 0,1 0 0 0 0,0-1 0 0 0,-1 0 0 0 0,3 3 0 0 0,-3-3-24 0 0,1-1 0 0 0,0 1 0 0 0,0-1 0 0 0,-1 1 0 0 0,1-1 1 0 0,0 1-1 0 0,0-1 0 0 0,0 1 0 0 0,0-1 0 0 0,0 0 0 0 0,0 1 0 0 0,0-1 1 0 0,0 0-1 0 0,-1 0 0 0 0,1 0 0 0 0,2 0 0 0 0,19 1-974 0 0,0-2 0 0 0,1 0 0 0 0,29-6 0 0 0,70-20-5356 0 0,-110 24 5438 0 0,41-10-4219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11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49 2404 0 0,'-1'-2'2354'0'0,"-10"-30"5755"0"0,3 23-5974 0 0,3 17-1913 0 0,1 0 1 0 0,0 1-1 0 0,0-1 1 0 0,1 1-1 0 0,0-1 0 0 0,-3 17 1 0 0,-4 10 284 0 0,-63 195 713 0 0,61-165-980 0 0,12-64-236 0 0,0-1 0 0 0,0 1-1 0 0,0-1 1 0 0,0 0 0 0 0,0 1 0 0 0,0-1 0 0 0,0 1 0 0 0,0-1 0 0 0,0 1 0 0 0,0-1 0 0 0,0 1 0 0 0,0-1 0 0 0,1 0-1 0 0,-1 1 1 0 0,0-1 0 0 0,0 1 0 0 0,0-1 0 0 0,1 0 0 0 0,-1 1 0 0 0,0-1 0 0 0,0 0 0 0 0,1 1 0 0 0,-1-1 0 0 0,0 0-1 0 0,1 1 1 0 0,-1-1 0 0 0,0 0 0 0 0,1 0 0 0 0,-1 1 0 0 0,0-1 0 0 0,1 0 0 0 0,-1 0 0 0 0,1 0 0 0 0,-1 1 0 0 0,1-1 0 0 0,-1 0-1 0 0,0 0 1 0 0,1 0 0 0 0,-1 0 0 0 0,1 0 0 0 0,-1 0 0 0 0,1 0 0 0 0,-1 0 0 0 0,1 0 0 0 0,-1 0 0 0 0,0 0 0 0 0,1 0-1 0 0,0-1 1 0 0,20-5 48 0 0,-20 6-45 0 0,12-7 0 0 0,0-1 1 0 0,-1 0 0 0 0,0 0-1 0 0,0-1 1 0 0,-1-1 0 0 0,0 0-1 0 0,19-23 1 0 0,-2 4-6 0 0,14-16-6 0 0,-17 19-196 0 0,35-31 0 0 0,-58 56 164 0 0,0 1 31 0 0,0 0 1 0 0,0 1-1 0 0,0 0 0 0 0,1-1 0 0 0,-1 1 1 0 0,0 0-1 0 0,0 0 0 0 0,0 0 1 0 0,0 0-1 0 0,-1 0 0 0 0,1 1 1 0 0,0-1-1 0 0,0 1 0 0 0,-1-1 0 0 0,1 1 1 0 0,-1-1-1 0 0,1 1 0 0 0,-1 0 1 0 0,2 2-1 0 0,23 44 47 0 0,-17-32-48 0 0,-3-4 53 0 0,1-1 0 0 0,0 0-1 0 0,1 0 1 0 0,0-1 0 0 0,15 14 0 0 0,-21-23-38 0 0,0 0 1 0 0,0-1-1 0 0,0 1 1 0 0,0-1 0 0 0,0 0-1 0 0,0 1 1 0 0,0-1-1 0 0,0 0 1 0 0,0 0-1 0 0,0 0 1 0 0,0 0 0 0 0,0-1-1 0 0,0 1 1 0 0,0 0-1 0 0,0-1 1 0 0,0 0-1 0 0,0 1 1 0 0,0-1 0 0 0,0 0-1 0 0,0 0 1 0 0,3-2-1 0 0,5-7-5 0 0,1 0-1 0 0,-1 0 1 0 0,-1-1-1 0 0,0-1 1 0 0,-1 1-1 0 0,0-1 0 0 0,12-25 1 0 0,-3 7-29 0 0,69-99-224 0 0,-85 128 239 0 0,0-1 0 0 0,0 1 1 0 0,0 0-1 0 0,0-1 0 0 0,0 1 1 0 0,0 0-1 0 0,1 0 1 0 0,-1 0-1 0 0,1 0 0 0 0,-1 0 1 0 0,0 0-1 0 0,1 1 0 0 0,0-1 1 0 0,-1 0-1 0 0,1 1 0 0 0,-1-1 1 0 0,1 1-1 0 0,0 0 0 0 0,-1-1 1 0 0,1 1-1 0 0,0 0 0 0 0,-1 0 1 0 0,1 0-1 0 0,0 0 1 0 0,-1 0-1 0 0,1 1 0 0 0,1-1 1 0 0,6 2-3 0 0,-1 1 1 0 0,0-1 0 0 0,16 8-1 0 0,-16-6 11 0 0,-8-4 1 0 0,145 56 71 0 0,-125-49-22 0 0,1-2 0 0 0,-1 0 0 0 0,1-1 0 0 0,0-1 0 0 0,24 0 0 0 0,-41-3-43 0 0,1-1 0 0 0,-1 1 0 0 0,1-1 0 0 0,0 0 0 0 0,-1 0 0 0 0,0 0 0 0 0,1-1 0 0 0,-1 1 1 0 0,0-1-1 0 0,1 0 0 0 0,-1 0 0 0 0,0-1 0 0 0,-1 1 0 0 0,1-1 0 0 0,0 0 0 0 0,-1 0 0 0 0,6-5 0 0 0,-5 2-19 0 0,1 1 0 0 0,-1-1 0 0 0,0 0-1 0 0,-1 0 1 0 0,0-1 0 0 0,0 1 0 0 0,0-1 0 0 0,0 0-1 0 0,2-11 1 0 0,-5 17 1 0 0,0 0-1 0 0,1 0 1 0 0,-1 0-1 0 0,0 0 1 0 0,1 0-1 0 0,-1-1 1 0 0,0 1-1 0 0,0 0 1 0 0,0 0-1 0 0,0 0 1 0 0,0-1-1 0 0,0 1 1 0 0,-1 0-1 0 0,1 0 1 0 0,0 0-1 0 0,-1 0 1 0 0,1 0-1 0 0,0-1 1 0 0,-1 1-1 0 0,0 0 1 0 0,1 0-1 0 0,-1 0 1 0 0,1 0-1 0 0,-2-1 1 0 0,0 1 3 0 0,1 1 0 0 0,0-1 0 0 0,0 1 0 0 0,-1-1 1 0 0,1 1-1 0 0,-1 0 0 0 0,1-1 0 0 0,0 1 0 0 0,-1 0 0 0 0,1 0 0 0 0,-1 0 1 0 0,1 0-1 0 0,0 0 0 0 0,-1 0 0 0 0,1 1 0 0 0,-1-1 0 0 0,0 1 1 0 0,-7 1-7 0 0,1 1 1 0 0,0 0 0 0 0,0 0 0 0 0,0 1 0 0 0,-8 6 0 0 0,-12 8 25 0 0,1 2 0 0 0,-38 38 0 0 0,51-45 10 0 0,1 2 0 0 0,0 0 0 0 0,1 0 0 0 0,1 1 0 0 0,-18 33 0 0 0,27-44-2 0 0,-1 0 1 0 0,1 1-1 0 0,0-1 0 0 0,0 0 0 0 0,1 1 0 0 0,0 0 0 0 0,0-1 0 0 0,0 1 0 0 0,0 0 0 0 0,1 7 1 0 0,1-10-8 0 0,-1 0 0 0 0,1 0 1 0 0,0 0-1 0 0,0-1 1 0 0,0 1-1 0 0,0-1 0 0 0,0 1 1 0 0,0-1-1 0 0,1 1 1 0 0,0-1-1 0 0,-1 0 0 0 0,1 1 1 0 0,0-1-1 0 0,0 0 1 0 0,0 0-1 0 0,0 0 0 0 0,0-1 1 0 0,1 1-1 0 0,-1 0 1 0 0,0-1-1 0 0,1 0 0 0 0,4 2 1 0 0,7 3 14 0 0,1-1 0 0 0,0 0 1 0 0,0-1-1 0 0,0-1 0 0 0,1-1 1 0 0,-1 0-1 0 0,31 0 0 0 0,-11-3 23 0 0,1-2 0 0 0,48-10 0 0 0,-59 8-243 0 0,-1 0 0 0 0,47-19 1 0 0,-62 20-1918 0 0,0-1 0 0 0,0 0 0 0 0,9-7 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27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548 140 80 0 0,'0'-2'1890'0'0,"2"-8"-188"0"0,0 0 0 0 0,-1 0 0 0 0,0 0 0 0 0,0 0 0 0 0,-1 0 0 0 0,-2-15 0 0 0,0 11-38 0 0,1 11-1414 0 0,1 1 0 0 0,0-1 0 0 0,-1 0 1 0 0,0 1-1 0 0,1-1 0 0 0,-1 1 0 0 0,0-1 1 0 0,0 1-1 0 0,-1 0 0 0 0,1-1 0 0 0,-3-2 0 0 0,4 5-226 0 0,-1-1 0 0 0,0 0-1 0 0,0 1 1 0 0,0-1-1 0 0,1 1 1 0 0,-1-1 0 0 0,0 1-1 0 0,0 0 1 0 0,0-1-1 0 0,0 1 1 0 0,0 0 0 0 0,0 0-1 0 0,0 0 1 0 0,0 0 0 0 0,0 0-1 0 0,0 0 1 0 0,0 0-1 0 0,0 0 1 0 0,0 0 0 0 0,0 0-1 0 0,0 0 1 0 0,-1 1-1 0 0,-21 7 92 0 0,-6 7-37 0 0,0 2-1 0 0,1 1 1 0 0,1 1-1 0 0,-41 37 1 0 0,-86 102 38 0 0,63-48-80 0 0,81-95-56 0 0,0 0 0 0 0,1 1 1 0 0,1 0-1 0 0,0 0 0 0 0,-10 33 1 0 0,17-46-17 0 0,0 0 1 0 0,1 0 0 0 0,-1 0 0 0 0,1 1-1 0 0,-1-1 1 0 0,1 0 0 0 0,0 0-1 0 0,0 0 1 0 0,0 0 0 0 0,1 1-1 0 0,-1-1 1 0 0,1 0 0 0 0,0 0-1 0 0,0 0 1 0 0,0 0 0 0 0,0 0-1 0 0,0 0 1 0 0,3 3 0 0 0,-2-3-99 0 0,0 0 1 0 0,1 0-1 0 0,0-1 1 0 0,0 1 0 0 0,0-1-1 0 0,0 0 1 0 0,0 0-1 0 0,0 0 1 0 0,0 0-1 0 0,1 0 1 0 0,-1 0-1 0 0,1-1 1 0 0,4 1-1 0 0,7 2-453 0 0,0-1-1 0 0,0-1 1 0 0,1 0-1 0 0,-1-2 1 0 0,1 1-1 0 0,17-3 1 0 0,-1-1-1108 0 0,0-2 0 0 0,0-1 0 0 0,36-12 1 0 0,-20 3-2101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28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268 429 156 0 0,'2'-5'856'0'0,"-1"1"-1"0"0,1-1 1 0 0,-1 0 0 0 0,0 0-1 0 0,0 0 1 0 0,-1 0 0 0 0,0-1-1 0 0,0-7 1 0 0,0 11-594 0 0,0 0 0 0 0,-1 0 0 0 0,1 0 0 0 0,-1-1 0 0 0,0 1 0 0 0,1 0 0 0 0,-1 0 0 0 0,0 0 0 0 0,0 0 0 0 0,0 1 0 0 0,-1-1 0 0 0,1 0 0 0 0,0 0-1 0 0,-1 1 1 0 0,1-1 0 0 0,-1 0 0 0 0,0 1 0 0 0,1 0 0 0 0,-1-1 0 0 0,0 1 0 0 0,0 0 0 0 0,0 0 0 0 0,0 0 0 0 0,-2-1 0 0 0,1 1-152 0 0,0 0 0 0 0,0 0 0 0 0,0 1 0 0 0,0-1 0 0 0,0 1 0 0 0,0-1 0 0 0,0 1 0 0 0,0 0 0 0 0,0 0 0 0 0,0 1 0 0 0,0-1 0 0 0,0 0 0 0 0,-1 1 0 0 0,1 0 0 0 0,-3 1 0 0 0,0 1 7 0 0,0-1 0 0 0,0 2-1 0 0,1-1 1 0 0,-1 1-1 0 0,1-1 1 0 0,-9 9 0 0 0,-3 5 31 0 0,2 0 0 0 0,0 1 0 0 0,-13 23 1 0 0,17-25-103 0 0,1 1 0 0 0,1 0 0 0 0,0 0 1 0 0,-6 21-1 0 0,12-29-26 0 0,0 0 1 0 0,1 0-1 0 0,0 0 1 0 0,0 0-1 0 0,1 0 0 0 0,0 0 1 0 0,1 1-1 0 0,0-1 1 0 0,1 0-1 0 0,2 16 1 0 0,-2-21-8 0 0,0-1 1 0 0,0 1 0 0 0,0-1 0 0 0,1 1-1 0 0,0-1 1 0 0,-1 0 0 0 0,1 0 0 0 0,0 1-1 0 0,0-1 1 0 0,1-1 0 0 0,-1 1 0 0 0,1 0-1 0 0,-1-1 1 0 0,1 1 0 0 0,0-1-1 0 0,4 3 1 0 0,-2-2 1 0 0,1 0 1 0 0,-1-1-1 0 0,1 1 0 0 0,0-1 0 0 0,0 0 1 0 0,0-1-1 0 0,0 0 0 0 0,0 0 0 0 0,8 1 1 0 0,-2-2 5 0 0,0 0 1 0 0,1-1 0 0 0,-1 0 0 0 0,0-1 0 0 0,1 0 0 0 0,-1-1 0 0 0,0 0 0 0 0,0-1-1 0 0,14-7 1 0 0,-16 6-14 0 0,0-1 0 0 0,-1 0 0 0 0,0 0 0 0 0,0-1 0 0 0,-1 0 0 0 0,0-1 0 0 0,0 0 0 0 0,-1 0 0 0 0,1-1 0 0 0,-2 0 0 0 0,0 0 0 0 0,0-1 0 0 0,0 1 0 0 0,-1-1 0 0 0,-1 0 0 0 0,5-15 0 0 0,-6 17-15 0 0,-1 0 0 0 0,-1 0 0 0 0,1 0 0 0 0,-1-1 0 0 0,0 1 0 0 0,-1 0 0 0 0,0-1 0 0 0,-1 1 0 0 0,0 0 0 0 0,0-1 0 0 0,0 1 0 0 0,-1 0 0 0 0,0 0 0 0 0,-1 0-1 0 0,0 0 1 0 0,0 1 0 0 0,-1-1 0 0 0,0 1 0 0 0,0 0 0 0 0,0 0 0 0 0,-1 0 0 0 0,-8-9 0 0 0,10 13-2 0 0,0 0 0 0 0,-1 0 0 0 0,1 0 1 0 0,-1 0-1 0 0,1 1 0 0 0,-1-1 0 0 0,0 1 0 0 0,0 0 0 0 0,0 0 0 0 0,0 0 0 0 0,0 1 0 0 0,0 0 0 0 0,0-1 0 0 0,-1 1 0 0 0,-7 0 0 0 0,6 1 7 0 0,0 0-1 0 0,0 0 1 0 0,1 1-1 0 0,-1 0 1 0 0,0 0-1 0 0,0 0 1 0 0,0 1 0 0 0,1 0-1 0 0,-1 0 1 0 0,-9 6-1 0 0,7-4-73 0 0,0 1 0 0 0,0 1 0 0 0,1-1 0 0 0,-1 2 0 0 0,1-1 0 0 0,1 1 0 0 0,-1 0 0 0 0,1 0 0 0 0,0 0-1 0 0,1 1 1 0 0,0 0 0 0 0,0 0 0 0 0,0 1 0 0 0,-4 13 0 0 0,8-20 23 0 0,0 0 0 0 0,0 0 1 0 0,0 0-1 0 0,1 1 0 0 0,-1-1 1 0 0,1 0-1 0 0,0 0 0 0 0,-1 0 1 0 0,1 0-1 0 0,0 0 0 0 0,0 0 0 0 0,1 1 1 0 0,-1-1-1 0 0,0 0 0 0 0,1 0 1 0 0,-1 0-1 0 0,1 0 0 0 0,0 0 0 0 0,-1 0 1 0 0,1 0-1 0 0,0 0 0 0 0,0 0 1 0 0,1 0-1 0 0,-1-1 0 0 0,0 1 0 0 0,0 0 1 0 0,1-1-1 0 0,-1 1 0 0 0,1-1 1 0 0,0 1-1 0 0,-1-1 0 0 0,1 0 0 0 0,0 0 1 0 0,0 1-1 0 0,0-1 0 0 0,0-1 1 0 0,0 1-1 0 0,0 0 0 0 0,0 0 1 0 0,0-1-1 0 0,0 1 0 0 0,4 0 0 0 0,7 0-314 0 0,1 1-1 0 0,-1-1 0 0 0,0-1 1 0 0,1-1-1 0 0,20-3 1 0 0,-3 0 31 0 0,0-3 1 0 0,0 0-1 0 0,-1-2 1 0 0,0-1-1 0 0,-1-1 1 0 0,0-2-1 0 0,-1-1 1 0 0,0-1-1 0 0,30-23 1 0 0,-38 23 485 0 0,0 0-1 0 0,-1-2 1 0 0,-1 0 0 0 0,-1-1 0 0 0,0-1 0 0 0,-1-1 0 0 0,-2 0-1 0 0,0-1 1 0 0,-1 0 0 0 0,0-1 0 0 0,-2-1 0 0 0,9-25 0 0 0,25-100 5567 0 0,-45 146-5566 0 0,-4 13-28 0 0,-11 33 215 0 0,-128 420 1335 0 0,136-440-1644 0 0,2 1-1 0 0,0-1 0 0 0,2 1 1 0 0,0 1-1 0 0,2 43 0 0 0,1-65-53 0 0,1 0 0 0 0,-1 0 0 0 0,1 0 0 0 0,0-1 0 0 0,0 1 0 0 0,0 0-1 0 0,1-1 1 0 0,-1 1 0 0 0,1-1 0 0 0,0 0 0 0 0,0 1 0 0 0,0-1 0 0 0,0 0-1 0 0,0 0 1 0 0,1 0 0 0 0,0 0 0 0 0,-1-1 0 0 0,1 1 0 0 0,0-1 0 0 0,0 1-1 0 0,0-1 1 0 0,1 0 0 0 0,-1 0 0 0 0,1-1 0 0 0,-1 1 0 0 0,1-1 0 0 0,-1 0-1 0 0,1 1 1 0 0,0-2 0 0 0,-1 1 0 0 0,1 0 0 0 0,0-1 0 0 0,7 1 0 0 0,1-1-217 0 0,1-1 1 0 0,-1 0 0 0 0,0 0-1 0 0,1-2 1 0 0,-1 1 0 0 0,0-1 0 0 0,0-1-1 0 0,-1 0 1 0 0,16-8 0 0 0,-11 4 50 0 0,-1-2-1 0 0,1 1 1 0 0,-2-2 0 0 0,1 0 0 0 0,-1-1 0 0 0,-1 0 0 0 0,0-1-1 0 0,10-15 1 0 0,-6 6 494 0 0,-2-1 1 0 0,0 0-1 0 0,-2-2 0 0 0,17-39 0 0 0,-23 48 308 0 0,1-2 414 0 0,-1 0 1 0 0,6-27-1 0 0,-13 44-927 0 0,-1 9-79 0 0,0 0 0 0 0,0 0-1 0 0,-1 0 1 0 0,0-1 0 0 0,-1 1 0 0 0,-3 8-1 0 0,-7 19 5 0 0,4 1-4 0 0,1-5-22 0 0,-6 34-1 0 0,13-56 14 0 0,0 0 0 0 0,1 1 0 0 0,-1-1 0 0 0,2 0 0 0 0,-1 0 1 0 0,2 0-1 0 0,-1 1 0 0 0,4 11 0 0 0,-4-18-18 0 0,0 0 0 0 0,1-1 0 0 0,-1 1 0 0 0,0-1 1 0 0,1 1-1 0 0,0-1 0 0 0,-1 1 0 0 0,1-1 0 0 0,0 0 0 0 0,0 0 0 0 0,0 0 0 0 0,1 0 1 0 0,-1 0-1 0 0,0-1 0 0 0,4 3 0 0 0,0-1-108 0 0,-1-1 0 0 0,1 0 0 0 0,-1 0 0 0 0,1 0 0 0 0,-1-1 0 0 0,1 0 0 0 0,7 1 0 0 0,3-1-413 0 0,0-1 0 0 0,-1-1 1 0 0,1 0-1 0 0,29-7 0 0 0,-32 5 309 0 0,-1-1 1 0 0,1 0-1 0 0,-1-1 0 0 0,0 0 0 0 0,0-1 0 0 0,-1-1 1 0 0,0 0-1 0 0,0 0 0 0 0,0-1 0 0 0,-1 0 0 0 0,0-1 1 0 0,-1 0-1 0 0,0-1 0 0 0,8-11 0 0 0,-7 7 534 0 0,0-1 0 0 0,-1 0 0 0 0,-1 0 0 0 0,-1-1 0 0 0,0 0 0 0 0,-1 0 0 0 0,0 0-1 0 0,-2-1 1 0 0,0 0 0 0 0,3-21 0 0 0,-1-38 3469 0 0,-6 74-3653 0 0,-1 3-114 0 0,0-1 0 0 0,0 1 0 0 0,0 0 0 0 0,0 0-1 0 0,0-1 1 0 0,0 1 0 0 0,0 0 0 0 0,0 0 0 0 0,0 0 0 0 0,0 0 0 0 0,1 0-1 0 0,-1 0 1 0 0,0 0 0 0 0,1 1 0 0 0,-1-1 0 0 0,0 0 0 0 0,1 2 0 0 0,-1-2-10 0 0,-21 44 179 0 0,-18 52 0 0 0,34-81-206 0 0,1 1 0 0 0,1 1 0 0 0,1-1 0 0 0,0 0 0 0 0,1 1 0 0 0,0 29 1 0 0,2-43-164 0 0,1-1 1 0 0,-1 1-1 0 0,1 0 1 0 0,-1-1-1 0 0,1 1 1 0 0,0 0-1 0 0,1-1 1 0 0,-1 1-1 0 0,0-1 1 0 0,1 0-1 0 0,0 1 1 0 0,0-1 0 0 0,0 0-1 0 0,0 0 1 0 0,1 0-1 0 0,-1-1 1 0 0,1 1-1 0 0,-1 0 1 0 0,1-1-1 0 0,0 0 1 0 0,0 1-1 0 0,0-1 1 0 0,1 0-1 0 0,-1-1 1 0 0,0 1-1 0 0,1-1 1 0 0,-1 1 0 0 0,1-1-1 0 0,-1 0 1 0 0,1 0-1 0 0,4 0 1 0 0,1 0-550 0 0,0 0 0 0 0,-1-1 0 0 0,1 0 0 0 0,0 0 0 0 0,0-1 0 0 0,-1 0 0 0 0,1 0 0 0 0,-1-1 0 0 0,1-1 0 0 0,-1 1 0 0 0,0-1 0 0 0,12-6 0 0 0,3-6-2512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29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1 169 1116 0 0,'53'-154'15061'0'0,"-53"154"-15021"0"0,0-1 1 0 0,0 0-1 0 0,0 1 0 0 0,0-1 1 0 0,1 1-1 0 0,-1-1 1 0 0,0 1-1 0 0,0-1 0 0 0,0 1 1 0 0,1-1-1 0 0,-1 1 1 0 0,0-1-1 0 0,0 1 0 0 0,1 0 1 0 0,-1-1-1 0 0,0 1 1 0 0,1-1-1 0 0,-1 1 0 0 0,1 0 1 0 0,-1-1-1 0 0,1 1 0 0 0,-1 0 1 0 0,0 0-1 0 0,1-1 1 0 0,-1 1-1 0 0,1 0 0 0 0,-1 0 1 0 0,1-1-1 0 0,-1 1 1 0 0,1 0-1 0 0,-1 0 0 0 0,2 0 1 0 0,-1 1 7 0 0,0-1-1 0 0,0 1 1 0 0,0 0 0 0 0,0-1-1 0 0,-1 1 1 0 0,1 0 0 0 0,0 0 0 0 0,0 0-1 0 0,-1-1 1 0 0,1 1 0 0 0,-1 0 0 0 0,1 0-1 0 0,-1 0 1 0 0,1 2 0 0 0,2 4 224 0 0,0 0 0 0 0,-1 0 0 0 0,4 14 0 0 0,-4 6 33 0 0,-2 0-1 0 0,0 0 1 0 0,-2 1 0 0 0,0-1-1 0 0,-2-1 1 0 0,-1 1-1 0 0,-13 38 1 0 0,18-64-306 0 0,0 0 0 0 0,0-1 0 0 0,0 1 0 0 0,0 0 0 0 0,-1 0 0 0 0,1 0 1 0 0,0 0-1 0 0,-1-1 0 0 0,1 1 0 0 0,0 0 0 0 0,-1 0 0 0 0,1-1 0 0 0,-1 1 0 0 0,1 0 1 0 0,-1-1-1 0 0,0 1 0 0 0,1 0 0 0 0,-1-1 0 0 0,0 1 0 0 0,1-1 0 0 0,-1 1 0 0 0,0-1 0 0 0,0 1 1 0 0,1-1-1 0 0,-1 0 0 0 0,0 1 0 0 0,0-1 0 0 0,0 0 0 0 0,0 0 0 0 0,1 1 0 0 0,-1-1 1 0 0,0 0-1 0 0,0 0 0 0 0,0 0 0 0 0,0 0 0 0 0,0 0 0 0 0,-1-1 0 0 0,1 1-23 0 0,0-1-1 0 0,0 1 1 0 0,0-1-1 0 0,0 0 0 0 0,0 1 1 0 0,0-1-1 0 0,1 0 1 0 0,-1 0-1 0 0,0 0 0 0 0,0 0 1 0 0,1 0-1 0 0,-1 0 1 0 0,0 0-1 0 0,1 0 0 0 0,-1 0 1 0 0,1 0-1 0 0,-1 0 1 0 0,1 0-1 0 0,0 0 0 0 0,-1 0 1 0 0,1 0-1 0 0,0 0 1 0 0,0-1-1 0 0,0 1 1 0 0,0-1-1 0 0,1-11-116 0 0,0 1 0 0 0,1-1 0 0 0,1 1-1 0 0,0-1 1 0 0,0 1 0 0 0,1 0 0 0 0,1 0 0 0 0,0 1 0 0 0,1 0-1 0 0,0-1 1 0 0,1 2 0 0 0,0-1 0 0 0,0 1 0 0 0,13-13 0 0 0,-11 13 102 0 0,0 1 1 0 0,1-1-1 0 0,0 2 1 0 0,1-1-1 0 0,0 1 1 0 0,0 1-1 0 0,0 0 1 0 0,1 1-1 0 0,0 0 1 0 0,1 0-1 0 0,-1 2 1 0 0,1-1-1 0 0,19-3 1 0 0,-26 8 39 0 0,1-1 0 0 0,-1 1-1 0 0,1 1 1 0 0,0-1 0 0 0,-1 1 0 0 0,1 0 0 0 0,-1 0 0 0 0,1 1 0 0 0,-1 0 0 0 0,0 0 0 0 0,0 0 0 0 0,0 1 0 0 0,0 0 0 0 0,0 0 0 0 0,-1 1 0 0 0,1 0-1 0 0,-1-1 1 0 0,0 2 0 0 0,0-1 0 0 0,0 1 0 0 0,-1-1 0 0 0,1 1 0 0 0,-1 1 0 0 0,0-1 0 0 0,-1 0 0 0 0,1 1 0 0 0,-1 0 0 0 0,-1 0 0 0 0,5 10 0 0 0,-5-10 39 0 0,0 0 0 0 0,0 0 1 0 0,0 0-1 0 0,-1 0 0 0 0,1 0 1 0 0,-2 1-1 0 0,1-1 0 0 0,-1 0 1 0 0,0 1-1 0 0,0-1 0 0 0,0 0 1 0 0,-1 0-1 0 0,0 1 0 0 0,0-1 1 0 0,-1 0-1 0 0,0 0 1 0 0,0 0-1 0 0,0 0 0 0 0,-1 0 1 0 0,0-1-1 0 0,0 1 0 0 0,0-1 1 0 0,-1 0-1 0 0,0 0 0 0 0,0 0 1 0 0,0 0-1 0 0,0-1 0 0 0,-1 1 1 0 0,0-1-1 0 0,-9 6 0 0 0,12-9-32 0 0,1 0 0 0 0,-1 0 0 0 0,0 0-1 0 0,1 0 1 0 0,-1 0 0 0 0,0 0-1 0 0,1-1 1 0 0,-1 1 0 0 0,0-1-1 0 0,0 1 1 0 0,0-1 0 0 0,1 0-1 0 0,-1 1 1 0 0,0-1 0 0 0,0 0 0 0 0,0 0-1 0 0,0-1 1 0 0,1 1 0 0 0,-1 0-1 0 0,0-1 1 0 0,0 1 0 0 0,0-1-1 0 0,1 1 1 0 0,-1-1 0 0 0,0 0-1 0 0,1 1 1 0 0,-1-1 0 0 0,-1-2 0 0 0,1 2-9 0 0,0-1 1 0 0,1 0 0 0 0,-1 0 0 0 0,1-1-1 0 0,0 1 1 0 0,-1 0 0 0 0,1 0 0 0 0,0-1-1 0 0,0 1 1 0 0,1 0 0 0 0,-1-1 0 0 0,0 1-1 0 0,1-1 1 0 0,0 1 0 0 0,-1-1 0 0 0,1 1-1 0 0,0-1 1 0 0,0 1 0 0 0,1-6-1 0 0,1-3-4 0 0,1 1-1 0 0,0-1 1 0 0,1 1-1 0 0,-1-1 1 0 0,2 1-1 0 0,0 0 1 0 0,0 1-1 0 0,1-1 1 0 0,0 1-1 0 0,0 0 1 0 0,1 1-1 0 0,0-1 1 0 0,12-10-1 0 0,-5 7-10 0 0,0-1 0 0 0,1 2 1 0 0,1 0-1 0 0,0 1 0 0 0,0 0 0 0 0,1 1 0 0 0,17-6 0 0 0,-27 12-3 0 0,1 1-1 0 0,-1-1 1 0 0,1 1 0 0 0,-1 1-1 0 0,1 0 1 0 0,0 0-1 0 0,-1 0 1 0 0,1 1-1 0 0,11 1 1 0 0,-15-1 19 0 0,0 1 0 0 0,0 0 0 0 0,0 0 0 0 0,0 1 0 0 0,0-1 0 0 0,0 1 0 0 0,0 0 1 0 0,0 0-1 0 0,-1 0 0 0 0,1 1 0 0 0,-1-1 0 0 0,1 1 0 0 0,-1 0 0 0 0,0 0 0 0 0,0 0 0 0 0,-1 0 1 0 0,1 0-1 0 0,3 6 0 0 0,-1-1 27 0 0,0 1 0 0 0,-1-1-1 0 0,0 1 1 0 0,0 0 0 0 0,-1 0 0 0 0,0 0 0 0 0,-1 0 0 0 0,0 1 0 0 0,0-1-1 0 0,-1 1 1 0 0,0-1 0 0 0,-1 1 0 0 0,0 0 0 0 0,-1-1 0 0 0,-1 12 0 0 0,-4 5-120 0 0,-1 1 1 0 0,0-1 0 0 0,-3-1 0 0 0,-12 27-1 0 0,21-49-62 0 0,-4 8-730 0 0,1-1 1 0 0,0 0 0 0 0,-2 12 0 0 0,6-21 768 0 0,0 0 0 0 0,0 0 0 0 0,0 0 0 0 0,0 0 0 0 0,0 0 0 0 0,0 0 0 0 0,0 0 0 0 0,0 0 0 0 0,1 0 0 0 0,-1 0 0 0 0,0 0 0 0 0,1-1 0 0 0,-1 1 0 0 0,1 0 1 0 0,-1 0-1 0 0,1 0 0 0 0,-1 0 0 0 0,1-1 0 0 0,0 1 0 0 0,-1 0 0 0 0,1 0 0 0 0,0-1 0 0 0,-1 1 0 0 0,1-1 0 0 0,0 1 0 0 0,0 0 0 0 0,0-1 0 0 0,0 0 0 0 0,0 1 0 0 0,-1-1 0 0 0,1 1 0 0 0,0-1 0 0 0,0 0 0 0 0,2 0 0 0 0,2 2-797 0 0,-1-2 0 0 0,1 1 0 0 0,-1-1 0 0 0,1 1 0 0 0,8-2 0 0 0,5-2-2944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30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119 111 2584 0 0,'10'-17'4085'0'0,"-1"-1"0"0"0,-1 0 0 0 0,11-36 0 0 0,-18 53-3960 0 0,-1-1 509 0 0,-1 9-352 0 0,0-1 0 0 0,-1 1 0 0 0,1-1 0 0 0,-1 0 0 0 0,-1 0 0 0 0,-3 8 0 0 0,0-1 152 0 0,-114 285 2883 0 0,96-246-2639 0 0,31-88-1209 0 0,7-2-19 0 0,2 1 0 0 0,1 1 0 0 0,32-50 0 0 0,-36 66 456 0 0,2 0 0 0 0,0 0-1 0 0,2 2 1 0 0,0 0-1 0 0,1 0 1 0 0,36-26-1 0 0,-47 40 67 0 0,0 0 0 0 0,-1 0 0 0 0,2 1 0 0 0,-1 0 0 0 0,8-2-1 0 0,-14 4 31 0 0,1 1 0 0 0,0 0 0 0 0,0 0 0 0 0,-1 0-1 0 0,1 0 1 0 0,0 0 0 0 0,0 0 0 0 0,-1 1 0 0 0,1-1-1 0 0,0 1 1 0 0,-1-1 0 0 0,1 1 0 0 0,0-1 0 0 0,-1 1 0 0 0,1 0-1 0 0,-1 0 1 0 0,1 0 0 0 0,-1 0 0 0 0,1 0 0 0 0,-1 0-1 0 0,0 0 1 0 0,0 1 0 0 0,1-1 0 0 0,-1 0 0 0 0,1 3-1 0 0,2 0 26 0 0,-2 1 0 0 0,1-1-1 0 0,0 1 1 0 0,-1-1-1 0 0,0 1 1 0 0,0 0-1 0 0,1 5 1 0 0,0 2 121 0 0,-2 0 0 0 0,1 1 0 0 0,-2-1 1 0 0,0 0-1 0 0,0 0 0 0 0,-1 0 0 0 0,-4 23 1 0 0,-5 5 332 0 0,-15 38 1 0 0,8-26-240 0 0,14-42-170 0 0,1-6-48 0 0,1-1 1 0 0,0 1 0 0 0,0-1 0 0 0,0 1-1 0 0,0 0 1 0 0,1-1 0 0 0,0 1 0 0 0,-1 0-1 0 0,2 4 1 0 0,-1-7-40 0 0,1-1 0 0 0,-1 1 1 0 0,1-1-1 0 0,0 1 0 0 0,-1 0 0 0 0,1-1 0 0 0,0 1 0 0 0,0-1 1 0 0,0 1-1 0 0,-1-1 0 0 0,1 0 0 0 0,0 1 0 0 0,0-1 1 0 0,0 0-1 0 0,0 0 0 0 0,0 1 0 0 0,-1-1 0 0 0,1 0 1 0 0,0 0-1 0 0,0 0 0 0 0,0 0 0 0 0,0 0 0 0 0,0 0 0 0 0,1-1 1 0 0,25-2-891 0 0,8-6-1419 0 0,0-1 0 0 0,40-19 0 0 0,17-14-5615 0 0,-46 21 1034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30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201 158 2480 0 0,'30'-158'17175'0'0,"-27"176"-16552"0"0,-5 7-85 0 0,-2 0 1 0 0,0-1-1 0 0,-1 0 1 0 0,-13 37-1 0 0,8-26-103 0 0,-76 240 1598 0 0,24-82-1548 0 0,58-177-533 0 0,-28 101 284 0 0,30-105-381 0 0,0 1-1 0 0,1 0 0 0 0,0 0 1 0 0,1-1-1 0 0,0 1 1 0 0,1 0-1 0 0,3 16 0 0 0,-4-27-5 0 0,1-1-1 0 0,-1 1 0 0 0,1 0 0 0 0,-1 0 1 0 0,1-1-1 0 0,0 1 0 0 0,-1-1 0 0 0,1 1 1 0 0,0 0-1 0 0,0-1 0 0 0,0 1 0 0 0,0-1 1 0 0,0 0-1 0 0,1 1 0 0 0,-1-1 1 0 0,0 0-1 0 0,1 0 0 0 0,-1 0 0 0 0,1 0 1 0 0,-1 0-1 0 0,1 0 0 0 0,1 1 0 0 0,0-2-104 0 0,0 1 0 0 0,0-1 0 0 0,-1 1 0 0 0,1-1-1 0 0,0 0 1 0 0,0 0 0 0 0,0 0 0 0 0,-1-1 0 0 0,1 1 0 0 0,0-1-1 0 0,0 1 1 0 0,4-3 0 0 0,2 0-1020 0 0,-1 0 0 0 0,0-1-1 0 0,0-1 1 0 0,-1 1 0 0 0,1-1 0 0 0,-1-1-1 0 0,13-11 1 0 0,-5 2-4236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31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290 175 16 0 0,'-279'-84'16488'0'0,"279"84"-16468"0"0,0 0-1 0 0,-1 0 1 0 0,1 0 0 0 0,0 0-1 0 0,-1 0 1 0 0,1 0 0 0 0,-1 0-1 0 0,1 0 1 0 0,0 0 0 0 0,-1 0-1 0 0,1 0 1 0 0,0 0-1 0 0,-1 0 1 0 0,1 0 0 0 0,-1-1-1 0 0,1 1 1 0 0,0 0 0 0 0,0 0-1 0 0,-1-1 1 0 0,1 1 0 0 0,0 0-1 0 0,-1 0 1 0 0,1-1-1 0 0,0 1 1 0 0,0 0 0 0 0,-1 0-1 0 0,1-1 1 0 0,0 1 0 0 0,0 0-1 0 0,0-1 1 0 0,-1 1 0 0 0,1-1-1 0 0,0 1 1 0 0,0 0-1 0 0,0-1 1 0 0,13-6 198 0 0,26-1-172 0 0,-38 8-34 0 0,254-30 178 0 0,-73 10-157 0 0,10 2-49 0 0,-190 18 11 0 0,0 0 0 0 0,0 0-1 0 0,-1 0 1 0 0,1 0 0 0 0,0 1-1 0 0,0-1 1 0 0,0 1 0 0 0,-1-1 0 0 0,1 1-1 0 0,0 0 1 0 0,-1-1 0 0 0,1 1-1 0 0,0 0 1 0 0,-1 0 0 0 0,1 0-1 0 0,-1 0 1 0 0,1 1 0 0 0,-1-1 0 0 0,0 0-1 0 0,0 1 1 0 0,1-1 0 0 0,-1 1-1 0 0,0-1 1 0 0,0 1 0 0 0,0-1-1 0 0,-1 1 1 0 0,2 2 0 0 0,1 4 0 0 0,0 1-1 0 0,0-1 1 0 0,-1 1 0 0 0,2 9-1 0 0,-4-13 9 0 0,12 67 191 0 0,-4 1 0 0 0,-2 133 0 0 0,-7-191-159 0 0,1 8 616 0 0,-5 31-1 0 0,4-48-390 0 0,0 0-1 0 0,-1 0 0 0 0,0 0 1 0 0,1-1-1 0 0,-2 1 0 0 0,1-1 0 0 0,-1 0 1 0 0,1 1-1 0 0,-2-1 0 0 0,-4 7 1 0 0,6-10-163 0 0,1-1 0 0 0,-1 1-1 0 0,0-1 1 0 0,1 1 0 0 0,-1-1 0 0 0,0 0 0 0 0,0 1 0 0 0,0-1 0 0 0,0 0 0 0 0,0 0 0 0 0,0 0 0 0 0,0-1 0 0 0,0 1 0 0 0,0 0 0 0 0,0-1 0 0 0,-1 0-1 0 0,1 1 1 0 0,0-1 0 0 0,-3 0 0 0 0,1 0-9 0 0,1-1 0 0 0,-1 0 0 0 0,1 0 0 0 0,-1 0-1 0 0,1 0 1 0 0,0 0 0 0 0,-1-1 0 0 0,1 1 0 0 0,0-1 0 0 0,0 0-1 0 0,-4-3 1 0 0,2 1-24 0 0,-1-1-1 0 0,1 0 1 0 0,0 0-1 0 0,0 0 1 0 0,1-1-1 0 0,0 1 1 0 0,0-1-1 0 0,0 0 0 0 0,1 0 1 0 0,-1-1-1 0 0,1 1 1 0 0,-2-8-1 0 0,4 10-80 0 0,0 0-1 0 0,1 0 0 0 0,-1 0 1 0 0,1-1-1 0 0,0 1 0 0 0,0 0 1 0 0,1 0-1 0 0,-1 0 0 0 0,1 0 1 0 0,-1 0-1 0 0,1 0 0 0 0,1 0 1 0 0,-1 1-1 0 0,0-1 0 0 0,3-4 1 0 0,0 2-117 0 0,0-1 1 0 0,0 1 0 0 0,1 1 0 0 0,-1-1 0 0 0,2 1 0 0 0,-1 0 0 0 0,11-8 0 0 0,6-2-700 0 0,0 1-1 0 0,2 1 1 0 0,38-15 0 0 0,-59 27 741 0 0,57-21-2665 0 0,1 3 1 0 0,109-20-1 0 0,20-5 181 0 0,-180 41 2876 0 0,-1 0 0 0 0,1 0 0 0 0,-1-1 0 0 0,0-1 0 0 0,0 1 0 0 0,0-1 0 0 0,-1-1 0 0 0,0 0 0 0 0,0 0 0 0 0,0 0 1 0 0,9-11-1 0 0,-16 15-121 0 0,0 1 0 0 0,0 0 0 0 0,0-1 1 0 0,0 0-1 0 0,0 1 0 0 0,0-1 0 0 0,-1 1 1 0 0,1-1-1 0 0,0 0 0 0 0,0-2 1 0 0,-1 3-121 0 0,0 1 0 0 0,0-1 1 0 0,0 1-1 0 0,0-1 0 0 0,0 1 1 0 0,-1-1-1 0 0,1 1 0 0 0,0-1 1 0 0,0 1-1 0 0,0-1 0 0 0,0 1 1 0 0,0-1-1 0 0,-1 1 0 0 0,1-1 1 0 0,0 1-1 0 0,0-1 0 0 0,-1 1 1 0 0,1-1-1 0 0,0 1 0 0 0,-1 0 1 0 0,1-1-1 0 0,0 1 0 0 0,-2-1 1 0 0,1 1-14 0 0,0-1 1 0 0,0 1 0 0 0,-1 0 0 0 0,1-1 0 0 0,0 1 0 0 0,-1 0 0 0 0,1 0 0 0 0,0 0 0 0 0,-1 0 0 0 0,1 0 0 0 0,-1 0 0 0 0,1 0 0 0 0,0 1 0 0 0,-1-1 0 0 0,1 0 0 0 0,0 1-1 0 0,0-1 1 0 0,-1 1 0 0 0,1-1 0 0 0,0 1 0 0 0,0 0 0 0 0,0-1 0 0 0,-2 3 0 0 0,-11 7 230 0 0,1 2 1 0 0,0 0-1 0 0,0 0 0 0 0,1 1 0 0 0,-18 27 1 0 0,-42 79 479 0 0,19-12-431 0 0,48-94-281 0 0,0 0 0 0 0,1 1 0 0 0,1-1 0 0 0,0 1 0 0 0,0-1 0 0 0,0 24 0 0 0,3-34-54 0 0,0-1 1 0 0,0 0-1 0 0,0 1 1 0 0,1-1 0 0 0,-1 1-1 0 0,0-1 1 0 0,1 1-1 0 0,-1-1 1 0 0,1 0-1 0 0,0 1 1 0 0,0-1 0 0 0,0 0-1 0 0,0 0 1 0 0,0 0-1 0 0,1 1 1 0 0,-1-1-1 0 0,1 0 1 0 0,-1-1-1 0 0,1 1 1 0 0,0 0 0 0 0,0 0-1 0 0,-1-1 1 0 0,1 1-1 0 0,0-1 1 0 0,1 0-1 0 0,-1 1 1 0 0,0-1 0 0 0,0 0-1 0 0,0 0 1 0 0,1 0-1 0 0,-1-1 1 0 0,0 1-1 0 0,1-1 1 0 0,-1 1 0 0 0,1-1-1 0 0,-1 0 1 0 0,1 0-1 0 0,2 0 1 0 0,3 0-134 0 0,0 0 1 0 0,0-1 0 0 0,0-1-1 0 0,0 1 1 0 0,0-1-1 0 0,0 0 1 0 0,0-1-1 0 0,0 0 1 0 0,-1 0-1 0 0,12-7 1 0 0,-4-1-25 0 0,1-1-1 0 0,-1 0 1 0 0,-1 0 0 0 0,-1-2 0 0 0,1 0-1 0 0,15-23 1 0 0,58-100 767 0 0,-74 116-167 0 0,-4 9-181 0 0,-7 10-194 0 0,0 0 1 0 0,-1 0-1 0 0,1 0 1 0 0,-1 0-1 0 0,1 0 1 0 0,-1 0-1 0 0,0 0 1 0 0,2-5-1 0 0,0 9 58 0 0,-3-2-113 0 0,0 0-1 0 0,1 0 0 0 0,-1 0 0 0 0,0 0 1 0 0,0 0-1 0 0,0 0 0 0 0,1 0 0 0 0,-1 1 0 0 0,0-1 1 0 0,0 0-1 0 0,1 0 0 0 0,-1 0 0 0 0,0 0 1 0 0,0 0-1 0 0,0 0 0 0 0,0 0 0 0 0,1 1 0 0 0,-1-1 1 0 0,0 0-1 0 0,0 0 0 0 0,0 0 0 0 0,0 0 0 0 0,0 0 1 0 0,1 1-1 0 0,-1-1 0 0 0,0 0 0 0 0,0 0 1 0 0,0 0-1 0 0,0 1 0 0 0,0-1 0 0 0,0 0 0 0 0,0 0 1 0 0,0 0-1 0 0,0 1 0 0 0,0-1 0 0 0,0 0 1 0 0,0 0-1 0 0,0 1 0 0 0,0-1 0 0 0,-1 17 147 0 0,-1 1-1 0 0,-1-1 0 0 0,-9 30 1 0 0,6-22-333 0 0,-5 27 1 0 0,10-44-343 0 0,1 0 0 0 0,-1 0 0 0 0,1 0 0 0 0,1 0 1 0 0,0-1-1 0 0,0 1 0 0 0,3 14 0 0 0,-3-20 150 0 0,0 1 1 0 0,0-1 0 0 0,0 0-1 0 0,0 0 1 0 0,1 1-1 0 0,-1-1 1 0 0,1 0-1 0 0,2 2 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34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1 531 1252 0 0,'11'-26'4399'0'0,"-9"20"-3517"0"0,0 1 1 0 0,1-1 0 0 0,-1 0-1 0 0,1 1 1 0 0,1 0 0 0 0,-1-1-1 0 0,1 1 1 0 0,6-6 0 0 0,-9 10-824 0 0,-1 1 0 0 0,1-1 0 0 0,0 1-1 0 0,0-1 1 0 0,0 1 0 0 0,0 0 0 0 0,0 0 0 0 0,-1-1 0 0 0,1 1 0 0 0,0 0 0 0 0,0 0 0 0 0,0 0 0 0 0,0 0 0 0 0,0 0 0 0 0,0 0 0 0 0,0 0 0 0 0,0 0 0 0 0,0 0 0 0 0,0 1 0 0 0,-1-1 0 0 0,1 0 0 0 0,0 1 0 0 0,0-1 0 0 0,0 0 0 0 0,0 1 0 0 0,1 0 0 0 0,19 15 932 0 0,-20-15-926 0 0,3 4 112 0 0,0-1 0 0 0,-1 1 1 0 0,0-1-1 0 0,1 1 0 0 0,-2 0 1 0 0,1 1-1 0 0,0-1 0 0 0,1 7 1 0 0,1 1 109 0 0,-1 1 1 0 0,3 18-1 0 0,-6-23-216 0 0,0 0 0 0 0,0 0-1 0 0,-1 0 1 0 0,0 0 0 0 0,0 0 0 0 0,-1-1 0 0 0,0 1-1 0 0,-1 0 1 0 0,0 0 0 0 0,0-1 0 0 0,-1 1 0 0 0,0-1-1 0 0,-1 0 1 0 0,0 0 0 0 0,-7 12 0 0 0,11-19-66 0 0,-1 0 1 0 0,0 0 0 0 0,0 0-1 0 0,0 0 1 0 0,0 0 0 0 0,0-1-1 0 0,0 1 1 0 0,0 0-1 0 0,0 0 1 0 0,0-1 0 0 0,0 1-1 0 0,0 0 1 0 0,-1-1 0 0 0,1 0-1 0 0,0 1 1 0 0,0-1-1 0 0,-1 0 1 0 0,1 1 0 0 0,0-1-1 0 0,-1 0 1 0 0,1 0-1 0 0,0 0 1 0 0,-2 0 0 0 0,2 0-14 0 0,0-1 0 0 0,0 1 1 0 0,0-1-1 0 0,1 1 0 0 0,-1 0 0 0 0,0-1 1 0 0,0 0-1 0 0,1 1 0 0 0,-1-1 0 0 0,0 1 1 0 0,0-1-1 0 0,1 0 0 0 0,-1 0 0 0 0,1 1 1 0 0,-1-1-1 0 0,1 0 0 0 0,-1 0 1 0 0,1 0-1 0 0,-1 1 0 0 0,1-1 0 0 0,0 0 1 0 0,-1 0-1 0 0,1 0 0 0 0,0 0 0 0 0,0 0 1 0 0,0 0-1 0 0,0 0 0 0 0,0 0 0 0 0,0 0 1 0 0,0 0-1 0 0,0 0 0 0 0,0 1 1 0 0,0-3-1 0 0,2-7-17 0 0,0-1 0 0 0,1 1 0 0 0,0 0 0 0 0,0 1 0 0 0,1-1 0 0 0,0 0 0 0 0,1 1 0 0 0,0 0 0 0 0,1 0 0 0 0,0 1 0 0 0,0-1 0 0 0,11-10 0 0 0,-1 2 3 0 0,0 2 0 0 0,1 0 1 0 0,1 1-1 0 0,36-22 0 0 0,-49 33 17 0 0,0 0 0 0 0,-1 1 0 0 0,2 0 0 0 0,-1 0 0 0 0,0 0 0 0 0,0 0 0 0 0,1 1 0 0 0,-1 0 0 0 0,1 0 0 0 0,-1 1 0 0 0,1-1 0 0 0,-1 1 0 0 0,1 0 0 0 0,10 2 0 0 0,-13-1 16 0 0,1 0 0 0 0,-1 0-1 0 0,0 1 1 0 0,0-1 0 0 0,0 1-1 0 0,0-1 1 0 0,0 1 0 0 0,0 0-1 0 0,0 0 1 0 0,0 0 0 0 0,-1 1-1 0 0,1-1 1 0 0,-1 1 0 0 0,0-1-1 0 0,1 1 1 0 0,-1 0 0 0 0,-1 0-1 0 0,1 0 1 0 0,0 0 0 0 0,-1 0-1 0 0,1 0 1 0 0,-1 0-1 0 0,0 1 1 0 0,1 6 0 0 0,1 8-19 0 0,-1-1 0 0 0,-1 1 0 0 0,-1 0 0 0 0,-1 0 0 0 0,0 0 0 0 0,-1-1 0 0 0,-1 1 0 0 0,-1-1 0 0 0,0 1 0 0 0,-13 30 0 0 0,16-47-52 0 0,1 1 0 0 0,-1-1 0 0 0,1 0 0 0 0,-1 0-1 0 0,1 0 1 0 0,0 1 0 0 0,-1-1 0 0 0,1 0 0 0 0,0 0 0 0 0,0 1-1 0 0,0-1 1 0 0,0 0 0 0 0,0 1 0 0 0,0-1 0 0 0,0 0-1 0 0,0 0 1 0 0,1 1 0 0 0,-1-1 0 0 0,0 0 0 0 0,1 0-1 0 0,-1 0 1 0 0,1 1 0 0 0,0-1 0 0 0,-1 0 0 0 0,2 2-1 0 0,0-2-33 0 0,0 0 0 0 0,0 1 0 0 0,0-1-1 0 0,-1 0 1 0 0,1 0 0 0 0,1 0 0 0 0,-1 0-1 0 0,0-1 1 0 0,0 1 0 0 0,0-1 0 0 0,0 1-1 0 0,0-1 1 0 0,4 1 0 0 0,7-1-427 0 0,-1 0 0 0 0,1-1-1 0 0,23-4 1 0 0,-16 1 256 0 0,-1-1 0 0 0,1-2 0 0 0,-1 0 0 0 0,0-1 0 0 0,-1 0 0 0 0,0-2 0 0 0,0 0-1 0 0,28-22 1 0 0,-24 15 708 0 0,-1-2 0 0 0,-1 0-1 0 0,0-2 1 0 0,-1 0 0 0 0,27-41-1 0 0,-38 49 451 0 0,0 0 0 0 0,10-24 0 0 0,-16 34-750 0 0,-1-1 0 0 0,0 0 0 0 0,1 0 0 0 0,-1 0-1 0 0,-1 0 1 0 0,1 0 0 0 0,-1 1 0 0 0,1-1 0 0 0,-1 0 0 0 0,0 0 0 0 0,-1 0-1 0 0,1 0 1 0 0,-1 0 0 0 0,1 0 0 0 0,-2-4 0 0 0,1 7-129 0 0,1-1-1 0 0,-1 1 1 0 0,0 0 0 0 0,1 0 0 0 0,-1 0 0 0 0,0 0-1 0 0,1 0 1 0 0,-1 1 0 0 0,0-1 0 0 0,0 0-1 0 0,0 0 1 0 0,0 0 0 0 0,0 1 0 0 0,0-1 0 0 0,0 0-1 0 0,0 1 1 0 0,0-1 0 0 0,0 1 0 0 0,0-1 0 0 0,0 1-1 0 0,-1 0 1 0 0,1-1 0 0 0,0 1 0 0 0,0 0-1 0 0,0 0 1 0 0,-1 0 0 0 0,1 0 0 0 0,0 0 0 0 0,0 0-1 0 0,0 0 1 0 0,-1 0 0 0 0,1 1 0 0 0,0-1 0 0 0,0 0-1 0 0,0 1 1 0 0,0-1 0 0 0,-1 1 0 0 0,1-1-1 0 0,0 1 1 0 0,-1 1 0 0 0,-3 0-11 0 0,1 1 0 0 0,0-1 0 0 0,-1 1 1 0 0,1 0-1 0 0,1 1 0 0 0,-1-1 0 0 0,0 0 0 0 0,-3 6 0 0 0,2-2 3 0 0,1 0-1 0 0,0 0 0 0 0,0 0 1 0 0,1 1-1 0 0,0-1 0 0 0,0 1 1 0 0,1 0-1 0 0,0-1 1 0 0,0 1-1 0 0,1 1 0 0 0,0-1 1 0 0,0 0-1 0 0,1 0 0 0 0,0 0 1 0 0,2 14-1 0 0,2-5 15 0 0,0 1 1 0 0,1-1-1 0 0,1-1 0 0 0,0 1 0 0 0,2-1 0 0 0,10 18 1 0 0,-15-27-14 0 0,6 7 32 0 0,-2 0 0 0 0,0 1 0 0 0,0 0 1 0 0,7 28-1 0 0,-14-40-14 0 0,1-1 1 0 0,-1 0-1 0 0,0 1 1 0 0,0-1-1 0 0,0 1 1 0 0,0-1-1 0 0,-1 0 1 0 0,1 1-1 0 0,-1-1 0 0 0,1 0 1 0 0,-1 1-1 0 0,0-1 1 0 0,0 0-1 0 0,0 0 1 0 0,0 1-1 0 0,-1 1 1 0 0,-1 0 8 0 0,0-1 0 0 0,0 1 1 0 0,-1 0-1 0 0,1-1 0 0 0,-1 0 1 0 0,1 0-1 0 0,-7 4 0 0 0,-2 0 27 0 0,1-1-1 0 0,-1-1 0 0 0,1 1 0 0 0,-25 5 1 0 0,21-7 18 0 0,0 0 0 0 0,-26 1 1 0 0,37-4-137 0 0,0-1-1 0 0,-1 0 1 0 0,1 0 0 0 0,0-1 0 0 0,-1 1 0 0 0,1-1-1 0 0,0 0 1 0 0,0 0 0 0 0,0-1 0 0 0,0 1-1 0 0,0-1 1 0 0,0 0 0 0 0,0 0 0 0 0,-4-3 0 0 0,7 5 0 0 0,1-1 1 0 0,-1 0-1 0 0,1 1 1 0 0,-1-1-1 0 0,1 0 1 0 0,-1 0-1 0 0,1 0 1 0 0,-1 1 0 0 0,1-1-1 0 0,0 0 1 0 0,-1 0-1 0 0,1 0 1 0 0,0 0-1 0 0,0 0 1 0 0,0 0-1 0 0,0 0 1 0 0,0 0-1 0 0,0 1 1 0 0,0-1 0 0 0,0 0-1 0 0,0 0 1 0 0,0 0-1 0 0,0 0 1 0 0,1 0-1 0 0,-1 0 1 0 0,0 0-1 0 0,1 1 1 0 0,-1-1-1 0 0,1-1 1 0 0,14-23-1167 0 0,-14 24 1189 0 0,9-12-547 0 0,1 0 0 0 0,1 1 0 0 0,0 0 0 0 0,1 1 0 0 0,16-11 0 0 0,74-43-1036 0 0,-47 32 1045 0 0,-40 23 407 0 0,264-177-2015 0 0,-239 156 2326 0 0,-2-2 0 0 0,-2-2 0 0 0,0-1 0 0 0,48-64 0 0 0,-74 83 548 0 0,0 0 0 0 0,-1 0 0 0 0,-1-1 0 0 0,0 0 0 0 0,-2-1 0 0 0,0 0 1 0 0,-1 0-1 0 0,-1 0 0 0 0,0-1 0 0 0,2-30 0 0 0,-7 49-659 0 0,0 0-1 0 0,1 0 1 0 0,-1 1-1 0 0,0-1 1 0 0,0 0-1 0 0,0 1 1 0 0,0-1-1 0 0,0 0 1 0 0,0 0-1 0 0,0 1 1 0 0,0-1-1 0 0,0 0 1 0 0,0 0-1 0 0,0 1 1 0 0,0-1-1 0 0,-1 0 1 0 0,1 1-1 0 0,0-1 1 0 0,-1 0-1 0 0,1 1 1 0 0,0-1-1 0 0,-1 0 1 0 0,1 1-1 0 0,-1-1 1 0 0,1 1-1 0 0,-1-1 1 0 0,1 1-1 0 0,-1-1 1 0 0,1 1-1 0 0,-2-2 1 0 0,1 3-25 0 0,0-1 1 0 0,0 1-1 0 0,0-1 1 0 0,-1 1-1 0 0,1-1 1 0 0,0 1-1 0 0,0 0 1 0 0,0-1-1 0 0,0 1 1 0 0,0 0-1 0 0,1 0 1 0 0,-1 0-1 0 0,0 0 1 0 0,0 0-1 0 0,0 0 1 0 0,1 0-1 0 0,-1 0 1 0 0,1 0-1 0 0,-1 0 1 0 0,0 2-1 0 0,-16 31 300 0 0,1 0 1 0 0,-17 58-1 0 0,-13 78 1015 0 0,34-125-997 0 0,-94 522 3402 0 0,-15 56-1824 0 0,68-458-1639 0 0,43-143-222 0 0,0 0 0 0 0,-1 0 1 0 0,-1-1-1 0 0,-1-1 0 0 0,-19 23 0 0 0,27-36 6 0 0,-1-1 0 0 0,0 0 0 0 0,-1-1 0 0 0,1 1-1 0 0,-1-1 1 0 0,0 0 0 0 0,-1-1 0 0 0,1 1 0 0 0,-1-2 0 0 0,0 1-1 0 0,1-1 1 0 0,-2 0 0 0 0,1-1 0 0 0,0 1 0 0 0,0-2 0 0 0,-1 1-1 0 0,1-1 1 0 0,-11 0 0 0 0,8-2 4 0 0,1 0 0 0 0,0 0-1 0 0,0-1 1 0 0,-1 0 0 0 0,1-1 0 0 0,0 0-1 0 0,1 0 1 0 0,-1-1 0 0 0,1 0-1 0 0,-1-1 1 0 0,1 0 0 0 0,1-1 0 0 0,-1 0-1 0 0,-13-12 1 0 0,12 9-53 0 0,0-1 1 0 0,1 0-1 0 0,1 0 0 0 0,-1-1 0 0 0,2 0 1 0 0,-1 0-1 0 0,2-1 0 0 0,-1 0 0 0 0,2 0 1 0 0,0-1-1 0 0,0 0 0 0 0,-4-17 0 0 0,6 14-114 0 0,1 0-1 0 0,1 0 1 0 0,0 0-1 0 0,1 0 0 0 0,0 0 1 0 0,1 0-1 0 0,1 0 0 0 0,1 0 1 0 0,0 0-1 0 0,6-15 1 0 0,2 2-150 0 0,1 1 1 0 0,1 0-1 0 0,1 1 1 0 0,2 0-1 0 0,1 1 1 0 0,0 1-1 0 0,2 1 1 0 0,1 0-1 0 0,40-36 1 0 0,7 2-775 0 0,3 3 1 0 0,84-51-1 0 0,45-12-2544 0 0,-116 72 291 0 0,-2-3-1 0 0,89-72 0 0 0,-145 99 2318 0 0,-1 0 0 0 0,30-37 0 0 0,-42 45 1237 0 0,-2-1 0 0 0,0 0 0 0 0,-1 0 0 0 0,0-1 0 0 0,-1 0 0 0 0,6-19 0 0 0,-11 24 734 0 0,-1-1-1 0 0,0 1 0 0 0,0 0 1 0 0,-1-1-1 0 0,-1 0 0 0 0,-1-22 0 0 0,1 34-962 0 0,0-1-1 0 0,0 1 1 0 0,0-1-1 0 0,0 1 1 0 0,0-1-1 0 0,-1 0 1 0 0,1 1-1 0 0,0-1 1 0 0,0 1-1 0 0,0-1 1 0 0,-1 1-1 0 0,1-1 0 0 0,0 1 1 0 0,-1-1-1 0 0,1 1 1 0 0,0 0-1 0 0,-1-1 1 0 0,1 1-1 0 0,-1-1 1 0 0,1 1-1 0 0,-1 0 1 0 0,1 0-1 0 0,-1-1 1 0 0,1 1-1 0 0,-1 0 0 0 0,1 0 1 0 0,-1-1-1 0 0,1 1 1 0 0,-1 0-1 0 0,1 0 1 0 0,-1 0-1 0 0,1 0 1 0 0,-1 0-1 0 0,0 0 1 0 0,1 0-1 0 0,-1 0 1 0 0,1 0-1 0 0,-1 0 0 0 0,1 0 1 0 0,-1 0-1 0 0,0 0 1 0 0,1 0-1 0 0,-1 1 1 0 0,1-1-1 0 0,-1 0 1 0 0,-23 13 373 0 0,7 3-241 0 0,0 1 0 0 0,1 1 1 0 0,1 1-1 0 0,0 0 1 0 0,2 1-1 0 0,0 1 1 0 0,2-1-1 0 0,0 2 0 0 0,-14 39 1 0 0,22-54-136 0 0,1 0 0 0 0,0 0 0 0 0,1 0 0 0 0,0 0 0 0 0,0 0 0 0 0,0 1 0 0 0,1-1 0 0 0,0 0 0 0 0,0 0 0 0 0,1 0 0 0 0,0 1-1 0 0,0-1 1 0 0,4 12 0 0 0,-3-15-4 0 0,0 0 0 0 0,0 1 0 0 0,0-1-1 0 0,1 0 1 0 0,0 0 0 0 0,-1-1-1 0 0,1 1 1 0 0,1-1 0 0 0,-1 1 0 0 0,0-1-1 0 0,1 0 1 0 0,0 0 0 0 0,0 0-1 0 0,0-1 1 0 0,0 1 0 0 0,0-1 0 0 0,0 0-1 0 0,1 0 1 0 0,-1-1 0 0 0,1 1-1 0 0,8 1 1 0 0,-5-2-29 0 0,0 0-1 0 0,-1 0 0 0 0,1 0 1 0 0,0-1-1 0 0,-1 0 1 0 0,1-1-1 0 0,0 0 0 0 0,-1 0 1 0 0,1-1-1 0 0,0 1 1 0 0,-1-2-1 0 0,0 1 0 0 0,0-1 1 0 0,1 0-1 0 0,-2-1 0 0 0,1 1 1 0 0,0-1-1 0 0,-1-1 1 0 0,0 1-1 0 0,0-1 0 0 0,0 0 1 0 0,0-1-1 0 0,-1 1 1 0 0,0-1-1 0 0,0 0 0 0 0,-1 0 1 0 0,1-1-1 0 0,-1 1 1 0 0,-1-1-1 0 0,1 0 0 0 0,-1 0 1 0 0,0 0-1 0 0,-1-1 1 0 0,0 1-1 0 0,0-1 0 0 0,-1 1 1 0 0,1-1-1 0 0,-2 0 0 0 0,1 1 1 0 0,-1-1-1 0 0,0 0 1 0 0,-1 1-1 0 0,0-1 0 0 0,0 0 1 0 0,-4-12-1 0 0,2 10-19 0 0,0 1-1 0 0,0 1 0 0 0,-1-1 1 0 0,0 0-1 0 0,-1 1 1 0 0,0 0-1 0 0,0 0 0 0 0,-1 0 1 0 0,0 1-1 0 0,-1 0 1 0 0,1 0-1 0 0,-1 0 0 0 0,0 1 1 0 0,-1 0-1 0 0,0 0 1 0 0,0 1-1 0 0,0 0 0 0 0,0 1 1 0 0,-1-1-1 0 0,-15-4 1 0 0,21 9 2 0 0,-1-1 0 0 0,1 1 0 0 0,0 0 1 0 0,0 0-1 0 0,-1 1 0 0 0,1-1 0 0 0,0 1 1 0 0,0-1-1 0 0,0 1 0 0 0,0 0 0 0 0,-1 0 1 0 0,1 1-1 0 0,1-1 0 0 0,-1 1 1 0 0,0-1-1 0 0,0 1 0 0 0,0 0 0 0 0,1 0 1 0 0,-1 0-1 0 0,1 0 0 0 0,-4 4 0 0 0,6-5 15 0 0,-1 0-1 0 0,1 0 1 0 0,0 0-1 0 0,-1 0 1 0 0,1 0-1 0 0,0-1 1 0 0,-1 1-1 0 0,1 0 1 0 0,0 0-1 0 0,0 0 1 0 0,0 0-1 0 0,0 0 0 0 0,0 1 1 0 0,0-1-1 0 0,0 0 1 0 0,0 0-1 0 0,0 0 1 0 0,0 0-1 0 0,1-1 1 0 0,-1 1-1 0 0,0 0 1 0 0,1 0-1 0 0,-1 0 1 0 0,1 0-1 0 0,0 1 1 0 0,1 1 2 0 0,-1-1 0 0 0,1 0 0 0 0,0 1 0 0 0,0-1 0 0 0,0 0 0 0 0,0 0 0 0 0,4 2 0 0 0,1 1-16 0 0,1-1 0 0 0,0-1 0 0 0,0 1 0 0 0,0-2 0 0 0,1 1 0 0 0,-1-1 0 0 0,1 0 0 0 0,0-1 0 0 0,-1 1 0 0 0,18-2 0 0 0,7 0-67 0 0,48-9-1 0 0,-80 9 83 0 0,80-17-32 0 0,-63 12-2 0 0,-1 0-1 0 0,1 2 1 0 0,-1 0 0 0 0,1 1-1 0 0,0 1 1 0 0,21 1-1 0 0,-35 1 34 0 0,1 0 0 0 0,-1 0 0 0 0,0 0 1 0 0,0 1-1 0 0,0 0 0 0 0,0 0 0 0 0,0 0 0 0 0,-1 1 0 0 0,1-1 0 0 0,0 1 0 0 0,-1 0 0 0 0,0 0 0 0 0,0 0 0 0 0,0 0 0 0 0,0 0 0 0 0,0 1 0 0 0,-1-1 0 0 0,1 1 0 0 0,-1 0 0 0 0,0 0 0 0 0,0 0 0 0 0,1 6 0 0 0,3 3 61 0 0,-2 1-1 0 0,0 0 1 0 0,-1 1 0 0 0,0-1 0 0 0,0 20-1 0 0,-2-16 91 0 0,-1 0-1 0 0,-1-1 1 0 0,0 1-1 0 0,-2 0 1 0 0,-6 26-1 0 0,5-32 89 0 0,0 1 0 0 0,0-1 0 0 0,-1-1 1 0 0,-1 1-1 0 0,0-1 0 0 0,0 1 0 0 0,-1-2 0 0 0,-12 16 0 0 0,16-23-36 0 0,1-1-84 0 0,1 0 0 0 0,-1-1 0 0 0,1 1-1 0 0,-1 0 1 0 0,0 0 0 0 0,1-1 0 0 0,-1 0 0 0 0,0 1-1 0 0,0-1 1 0 0,0 0 0 0 0,0 0 0 0 0,0 0 0 0 0,0 0-1 0 0,-1 0 1 0 0,-2 1 0 0 0,5-2-105 0 0,-1-1 0 0 0,1 1 1 0 0,-1 0-1 0 0,1 0 0 0 0,-1 0 0 0 0,1-1 0 0 0,-1 1 1 0 0,1 0-1 0 0,-1-1 0 0 0,1 1 0 0 0,-1 0 0 0 0,1-1 1 0 0,-1 1-1 0 0,1 0 0 0 0,0-1 0 0 0,-1 1 0 0 0,1-1 1 0 0,0 1-1 0 0,-1-1 0 0 0,1 1 0 0 0,0-1 0 0 0,0 1 1 0 0,-1-1-1 0 0,1 1 0 0 0,0-1 0 0 0,0 1 0 0 0,0-1 1 0 0,0 1-1 0 0,0-1 0 0 0,0 0 0 0 0,0 1 1 0 0,0-1-1 0 0,0 1 0 0 0,0-1 0 0 0,0 1 0 0 0,0-2 1 0 0,4-19-34 0 0,-1 12-103 0 0,0 0 1 0 0,1 1 0 0 0,0-1-1 0 0,1 1 1 0 0,0 0-1 0 0,0 0 1 0 0,1 1 0 0 0,-1 0-1 0 0,13-12 1 0 0,7-4-750 0 0,37-25 1 0 0,-56 43 733 0 0,34-22-1219 0 0,56-27 0 0 0,-66 39 836 0 0,0-2 0 0 0,-1-1 0 0 0,-1-1 1 0 0,42-37-1 0 0,-61 46 898 0 0,-1 0-1 0 0,0 0 1 0 0,-1-1 0 0 0,0 0-1 0 0,-1 0 1 0 0,0 0 0 0 0,5-16-1 0 0,-10 24-54 0 0,-2 19-242 0 0,-12 39 395 0 0,-26 74 0 0 0,16-58-140 0 0,7-23-95 0 0,-24 93 810 0 0,38-132-401 0 0,2-11-112 0 0,5-13-300 0 0,6-6-275 0 0,0 0 1 0 0,2 0 0 0 0,0 1 0 0 0,1 1 0 0 0,1 0 0 0 0,1 1 0 0 0,1 1 0 0 0,0 0 0 0 0,32-23 0 0 0,-46 39 28 0 0,0-1 0 0 0,-1 0 0 0 0,1 1 1 0 0,0 0-1 0 0,0-1 0 0 0,0 1 0 0 0,0 0 1 0 0,0 1-1 0 0,0-1 0 0 0,0 0 0 0 0,0 1 1 0 0,0 0-1 0 0,0 0 0 0 0,0 0 0 0 0,1 0 0 0 0,-1 0 1 0 0,0 0-1 0 0,0 1 0 0 0,0 0 0 0 0,0-1 1 0 0,0 1-1 0 0,0 0 0 0 0,0 1 0 0 0,0-1 0 0 0,0 0 1 0 0,-1 1-1 0 0,1 0 0 0 0,-1 0 0 0 0,5 3 1 0 0,5 6-4 0 0,-1 0 1 0 0,-1 1 0 0 0,0 0 0 0 0,14 24 0 0 0,-10-15-28 0 0,-11-17 15 0 0,11 19 49 0 0,-14-23-20 0 0,1 1-1 0 0,-1-1 1 0 0,0 0-1 0 0,1 1 1 0 0,-1-1-1 0 0,1 0 0 0 0,-1 1 1 0 0,1-1-1 0 0,-1 0 1 0 0,1 0-1 0 0,-1 1 1 0 0,1-1-1 0 0,0 0 1 0 0,-1 0-1 0 0,1 0 0 0 0,-1 0 1 0 0,1 0-1 0 0,-1 0 1 0 0,1 0-1 0 0,-1 0 1 0 0,1 0-1 0 0,1 0 1 0 0,0-1 5 0 0,0-1 0 0 0,0 1 0 0 0,0 0 0 0 0,0-1 0 0 0,0 0 1 0 0,0 1-1 0 0,-1-1 0 0 0,1 0 0 0 0,0 0 0 0 0,-1 0 0 0 0,2-3 0 0 0,7-9-17 0 0,13-12-1 0 0,85-94-12 0 0,-91 103 7 0 0,1 1 1 0 0,1 0-1 0 0,1 2 1 0 0,32-20-1 0 0,-47 32 5 0 0,-1-1 0 0 0,1 1 0 0 0,-1 0 1 0 0,1 0-1 0 0,0 1 0 0 0,-1 0 0 0 0,1-1 0 0 0,0 2 0 0 0,0-1 0 0 0,0 0 0 0 0,0 1 0 0 0,7 0 1 0 0,-9 1 12 0 0,-1 0 0 0 0,0-1 1 0 0,0 1-1 0 0,0 0 0 0 0,0 0 1 0 0,0 0-1 0 0,0 0 1 0 0,0 0-1 0 0,-1 1 0 0 0,1-1 1 0 0,0 1-1 0 0,-1-1 0 0 0,1 1 1 0 0,-1-1-1 0 0,1 1 1 0 0,-1 0-1 0 0,0 0 0 0 0,0 0 1 0 0,0 0-1 0 0,0 0 0 0 0,0 0 1 0 0,0 0-1 0 0,0 0 1 0 0,-1 0-1 0 0,1 0 0 0 0,-1 0 1 0 0,1 0-1 0 0,-1 1 0 0 0,0 2 1 0 0,1 5 57 0 0,-1 0 1 0 0,0 0 0 0 0,-1 0-1 0 0,0 0 1 0 0,0 1-1 0 0,-1-1 1 0 0,0-1-1 0 0,-7 19 1 0 0,-2 0-1229 0 0,-26 45 1 0 0,35-69 119 0 0,-9 19-2827 0 0,11-22 3731 0 0,0-1 1 0 0,0 1 0 0 0,-1-1 0 0 0,1 1 0 0 0,0-1-1 0 0,0 1 1 0 0,0 0 0 0 0,0-1 0 0 0,0 1-1 0 0,0-1 1 0 0,0 1 0 0 0,0 0 0 0 0,0-1 0 0 0,0 1-1 0 0,0-1 1 0 0,0 1 0 0 0,1-1 0 0 0,-1 1-1 0 0,0 0 1 0 0,0-1 0 0 0,1 1 0 0 0,-1-1 0 0 0,0 1-1 0 0,1-1 1 0 0,-1 1 0 0 0,0-1 0 0 0,1 1 0 0 0,-1-1-1 0 0,1 0 1 0 0,-1 1 0 0 0,1-1 0 0 0,-1 0-1 0 0,1 1 1 0 0,-1-1 0 0 0,1 0 0 0 0,-1 1 0 0 0,1-1-1 0 0,15 5-3335 0 0,-1-3-1424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35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193 924 1788 0 0,'8'-7'1371'0'0,"-1"-1"-1"0"0,0 0 1 0 0,0 0 0 0 0,-1 0-1 0 0,0-1 1 0 0,0 0 0 0 0,5-11-1 0 0,-3 1 1225 0 0,-1 0 0 0 0,9-34 1 0 0,-15 49-2326 0 0,0 0 0 0 0,0 0 0 0 0,0-1 0 0 0,-1 1 0 0 0,1 0 0 0 0,-1 0 0 0 0,0 0 0 0 0,0-1 0 0 0,-2-7 0 0 0,2 11-179 0 0,-4 1 10 0 0,-1 1-74 0 0,0 0-1 0 0,0 1 1 0 0,0-1-1 0 0,0 1 0 0 0,0 0 1 0 0,0 1-1 0 0,1-1 1 0 0,-1 1-1 0 0,1 0 0 0 0,-1 0 1 0 0,-3 4-1 0 0,-49 46 109 0 0,39-34-126 0 0,2-3-11 0 0,0 0 0 0 0,1 2 0 0 0,0 0 0 0 0,2 0 0 0 0,0 1 0 0 0,1 1 0 0 0,1 0 0 0 0,0 1 0 0 0,-10 31 0 0 0,19-49 15 0 0,3 18 97 0 0,-1-19-101 0 0,0 0-1 0 0,0 0 1 0 0,0 0-1 0 0,0-1 1 0 0,1 1 0 0 0,-1 0-1 0 0,1 0 1 0 0,0 0 0 0 0,-1 0-1 0 0,1 0 1 0 0,0 0 0 0 0,0-1-1 0 0,0 1 1 0 0,0 0 0 0 0,0-1-1 0 0,1 1 1 0 0,-1-1-1 0 0,0 1 1 0 0,1-1 0 0 0,-1 0-1 0 0,1 0 1 0 0,0 1 0 0 0,-1-1-1 0 0,1 0 1 0 0,0 0 0 0 0,0-1-1 0 0,-1 1 1 0 0,1 0-1 0 0,0-1 1 0 0,0 1 0 0 0,0-1-1 0 0,3 1 1 0 0,-1-1-10 0 0,1 0-1 0 0,-1-1 1 0 0,0 1 0 0 0,0-1-1 0 0,0 0 1 0 0,0 0 0 0 0,0 0-1 0 0,0-1 1 0 0,0 0-1 0 0,0 1 1 0 0,-1-1 0 0 0,1 0-1 0 0,0-1 1 0 0,-1 1 0 0 0,5-5-1 0 0,13-14 24 0 0,0-2 0 0 0,-1 0 0 0 0,-2-2 0 0 0,19-30 0 0 0,-23 35 214 0 0,-6 11-266 0 0,-6 16-83 0 0,-6 15 6 0 0,-2-5 103 0 0,1-3 23 0 0,0 0 0 0 0,0 0 0 0 0,1 1 0 0 0,1 0 0 0 0,1-1 1 0 0,0 1-1 0 0,0 24 0 0 0,3-36-9 0 0,0-1 0 0 0,-1 0 1 0 0,1 0-1 0 0,0 0 0 0 0,0 0 0 0 0,0 0 1 0 0,0 0-1 0 0,1 0 0 0 0,-1 0 0 0 0,1 0 1 0 0,-1 0-1 0 0,1-1 0 0 0,-1 1 0 0 0,1 0 0 0 0,0-1 1 0 0,0 0-1 0 0,0 1 0 0 0,0-1 0 0 0,0 0 1 0 0,0 0-1 0 0,0 0 0 0 0,3 1 0 0 0,2 1 6 0 0,1-1 0 0 0,-1 0 0 0 0,1 0 0 0 0,15 2 0 0 0,-11-3-113 0 0,-1-1 1 0 0,1 0 0 0 0,0-1-1 0 0,-1 0 1 0 0,1-1 0 0 0,-1 0 0 0 0,1-1-1 0 0,-1 0 1 0 0,0-1 0 0 0,12-5-1 0 0,-7 1-184 0 0,-2 0-1 0 0,1-1 0 0 0,-1-1 1 0 0,0 0-1 0 0,-1 0 0 0 0,16-18 1 0 0,-4 0-366 0 0,-2 0 0 0 0,-1-2 0 0 0,-1-1 0 0 0,-1-1 0 0 0,26-58 0 0 0,-19 27 47 0 0,-4-1 0 0 0,-1-1 0 0 0,21-119 0 0 0,-31 105 1276 0 0,3-103 1 0 0,-15 62 2033 0 0,1 119-2689 0 0,-1 0 0 0 0,0-1 0 0 0,0 1 0 0 0,0 0 0 0 0,-1-1 0 0 0,1 1 0 0 0,0 0 1 0 0,0-1-1 0 0,-1 1 0 0 0,1 0 0 0 0,0 0 0 0 0,-1-1 0 0 0,0 1 0 0 0,1 0 0 0 0,-1 0 0 0 0,0 0 0 0 0,1 0 0 0 0,-1 0 0 0 0,-1-2 1 0 0,1 3-13 0 0,0-1 0 0 0,0 1 0 0 0,0 0 0 0 0,0-1 0 0 0,0 1 0 0 0,0 0 0 0 0,0 0 0 0 0,0-1 0 0 0,0 1 0 0 0,0 0 0 0 0,0 0 0 0 0,0 0 0 0 0,0 0 0 0 0,0 0 0 0 0,0 1 0 0 0,0-1 0 0 0,0 0 0 0 0,0 0 0 0 0,-1 1 0 0 0,-3 2 20 0 0,-1-1 0 0 0,1 1 0 0 0,0 0 0 0 0,0 0 0 0 0,0 1 0 0 0,-8 7 0 0 0,-7 10 116 0 0,1 0 0 0 0,1 2 1 0 0,1 0-1 0 0,1 1 0 0 0,-14 27 1 0 0,-54 133 570 0 0,51-103-394 0 0,3 1 0 0 0,-32 155 0 0 0,58-215-357 0 0,1-1 1 0 0,1 1-1 0 0,1 0 1 0 0,0 0-1 0 0,2 0 1 0 0,5 32-1 0 0,-4-46-211 0 0,-1 0 0 0 0,2 0 0 0 0,-1 0 0 0 0,1 0-1 0 0,0-1 1 0 0,0 1 0 0 0,1-1 0 0 0,0 0 0 0 0,1 0 0 0 0,0 0 0 0 0,0 0 0 0 0,0-1-1 0 0,0 0 1 0 0,1 0 0 0 0,0-1 0 0 0,1 1 0 0 0,-1-1 0 0 0,1-1 0 0 0,0 1-1 0 0,9 4 1 0 0,-11-7 47 0 0,0-1 1 0 0,1 1-1 0 0,-1-1 0 0 0,1 1 0 0 0,-1-2 0 0 0,1 1 0 0 0,-1-1 0 0 0,1 1 0 0 0,0-1 0 0 0,-1-1 1 0 0,1 1-1 0 0,-1-1 0 0 0,1 0 0 0 0,-1-1 0 0 0,1 1 0 0 0,-1-1 0 0 0,0 0 0 0 0,0 0 0 0 0,1-1 1 0 0,-2 1-1 0 0,1-1 0 0 0,0 0 0 0 0,4-4 0 0 0,12-10 41 0 0,-1 0 0 0 0,-1-1 0 0 0,27-33 1 0 0,-33 37 159 0 0,102-143 3774 0 0,-47 59 1807 0 0,-67 97-5410 0 0,-3 23-112 0 0,-1-1 0 0 0,-1 1 0 0 0,-1-1 0 0 0,-1 0 0 0 0,-12 31 0 0 0,1-3-9 0 0,12-36-56 0 0,-15 62 103 0 0,19-70-186 0 0,0 1 1 0 0,0-1 0 0 0,0 1-1 0 0,1 0 1 0 0,0-1 0 0 0,0 1-1 0 0,1 0 1 0 0,0-1-1 0 0,0 1 1 0 0,3 9 0 0 0,-2-11-129 0 0,0 0 0 0 0,0-1 0 0 0,0 1 0 0 0,1-1 1 0 0,0 1-1 0 0,0-1 0 0 0,0 0 0 0 0,0 0 0 0 0,0 0 0 0 0,1-1 1 0 0,-1 1-1 0 0,1-1 0 0 0,0 0 0 0 0,-1 1 0 0 0,1-2 1 0 0,0 1-1 0 0,0 0 0 0 0,0-1 0 0 0,1 0 0 0 0,-1 0 1 0 0,0 0-1 0 0,0-1 0 0 0,1 1 0 0 0,7-1 0 0 0,-2 0-116 0 0,-1 0-1 0 0,1-1 1 0 0,0 0 0 0 0,0-1-1 0 0,0 0 1 0 0,-1 0-1 0 0,1-1 1 0 0,-1 0-1 0 0,16-8 1 0 0,-9 1 396 0 0,0-1 1 0 0,0 0-1 0 0,-1-1 0 0 0,-1-1 1 0 0,0-1-1 0 0,14-17 0 0 0,-4 2 2811 0 0,-3-1 0 0 0,23-39 0 0 0,-37 59-2350 0 0,-5 15-91 0 0,-6 16-195 0 0,-47 134 27 0 0,50-153-247 0 0,0 1 0 0 0,0-1 0 0 0,1 0 0 0 0,-1 1 0 0 0,1-1 0 0 0,0 1 0 0 0,-1-1 0 0 0,1 1 1 0 0,0-1-1 0 0,1 0 0 0 0,-1 1 0 0 0,0-1 0 0 0,1 1 0 0 0,-1-1 0 0 0,1 1 0 0 0,0-1 0 0 0,0 0 0 0 0,0 0 0 0 0,0 1 1 0 0,0-1-1 0 0,0 0 0 0 0,1 0 0 0 0,-1 0 0 0 0,1 0 0 0 0,-1 0 0 0 0,1 0 0 0 0,0-1 0 0 0,0 1 0 0 0,0-1 0 0 0,0 1 0 0 0,0-1 1 0 0,3 2-1 0 0,-1 0 2 0 0,0-2 1 0 0,1 1 0 0 0,-1 0 0 0 0,0-1 0 0 0,1 0 0 0 0,-1 0-1 0 0,1 0 1 0 0,-1-1 0 0 0,1 0 0 0 0,-1 1 0 0 0,1-2-1 0 0,-1 1 1 0 0,1 0 0 0 0,-1-1 0 0 0,1 0 0 0 0,6-2 0 0 0,1-2 2 0 0,0-1 0 0 0,0-1 0 0 0,-1 0 0 0 0,0 0 0 0 0,-1-1 0 0 0,0 0 0 0 0,0-1 0 0 0,-1 0 0 0 0,0-1 0 0 0,10-13 0 0 0,-6 5-24 0 0,0 0-1 0 0,-2-1 1 0 0,0 0 0 0 0,-1 0-1 0 0,10-29 1 0 0,-16 35 1 0 0,0 0 0 0 0,-1-1 1 0 0,0 1-1 0 0,-1 0 0 0 0,-1-1 0 0 0,0-14 1 0 0,-1 24-12 0 0,1 0 1 0 0,-2 1 0 0 0,1-1 0 0 0,0 0 0 0 0,-1 0-1 0 0,0 0 1 0 0,0 0 0 0 0,0 1 0 0 0,0-1 0 0 0,-1 0-1 0 0,1 1 1 0 0,-1-1 0 0 0,0 1 0 0 0,0 0 0 0 0,0-1 0 0 0,-1 1-1 0 0,1 0 1 0 0,-1 0 0 0 0,0 1 0 0 0,1-1 0 0 0,-1 0-1 0 0,0 1 1 0 0,-1 0 0 0 0,1 0 0 0 0,-4-2 0 0 0,4 3-12 0 0,-1 0 1 0 0,1 0 0 0 0,0 0 0 0 0,-1 1 0 0 0,1 0 0 0 0,0 0 0 0 0,-1 0 0 0 0,1 0 0 0 0,-1 0-1 0 0,1 0 1 0 0,0 1 0 0 0,-1 0 0 0 0,1 0 0 0 0,0 0 0 0 0,-6 3 0 0 0,-2 0-222 0 0,1 2 0 0 0,0-1-1 0 0,-11 9 1 0 0,7-4-378 0 0,0 1-1 0 0,1 1 0 0 0,0 0 0 0 0,-12 15 0 0 0,19-20-117 0 0,1 0 0 0 0,0 1 0 0 0,1-1-1 0 0,-6 11 1 0 0,9-14-116 0 0,-1 1-1 0 0,0-1 1 0 0,1 1 0 0 0,0-1-1 0 0,0 1 1 0 0,1-1-1 0 0,-1 1 1 0 0,1-1-1 0 0,0 6 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36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1 257 1296 0 0,'8'-16'3869'0'0,"1"1"1"0"0,20-26-1 0 0,-7 10-35 0 0,-21 31-3787 0 0,0 0 0 0 0,0 1-1 0 0,1-1 1 0 0,-1 0 0 0 0,0 1 0 0 0,0-1 0 0 0,0 1-1 0 0,0 0 1 0 0,0-1 0 0 0,0 1 0 0 0,0 0-1 0 0,0-1 1 0 0,0 1 0 0 0,0 0 0 0 0,0 0-1 0 0,0 0 1 0 0,0 0 0 0 0,-1 0 0 0 0,1 0-1 0 0,0 0 1 0 0,-1 0 0 0 0,1 0 0 0 0,-1 0-1 0 0,1 0 1 0 0,-1 1 0 0 0,0-1 0 0 0,1 0 0 0 0,-1 0-1 0 0,0 0 1 0 0,0 1 0 0 0,0-1 0 0 0,0 2-1 0 0,2 7 266 0 0,-2 1 0 0 0,0 19 0 0 0,-1-16-140 0 0,0 7-17 0 0,-2 0-1 0 0,0 0 1 0 0,-1 0-1 0 0,-11 32 1 0 0,1-3 477 0 0,13-49-472 0 0,1-1-125 0 0,0 1 0 0 0,0-1 1 0 0,0 0-1 0 0,0 1 0 0 0,-1-1 0 0 0,1 0 0 0 0,0 1 1 0 0,0-1-1 0 0,-1 0 0 0 0,1 0 0 0 0,0 1 1 0 0,-1-1-1 0 0,1 0 0 0 0,0 0 0 0 0,0 0 1 0 0,-1 0-1 0 0,1 1 0 0 0,0-1 0 0 0,-1 0 0 0 0,1 0 1 0 0,-1 0-1 0 0,1 0 0 0 0,-1 0 0 0 0,1-2-21 0 0,0-1 0 0 0,0 1 0 0 0,0 0-1 0 0,0-1 1 0 0,1 1 0 0 0,-1-1 0 0 0,1 1 0 0 0,-1 0-1 0 0,1 0 1 0 0,0-1 0 0 0,0 1 0 0 0,0 0 0 0 0,0 0-1 0 0,0 0 1 0 0,1 0 0 0 0,-1 0 0 0 0,4-4-1 0 0,33-37 36 0 0,-30 35-30 0 0,22-24 6 0 0,2 2 1 0 0,1 0-1 0 0,70-46 1 0 0,-101 75-29 0 0,-1 0 0 0 0,0 0 0 0 0,0 0 1 0 0,1 1-1 0 0,-1-1 0 0 0,0 1 0 0 0,1-1 0 0 0,-1 1 1 0 0,1 0-1 0 0,-1-1 0 0 0,1 1 0 0 0,-1 0 0 0 0,1 0 1 0 0,-1 0-1 0 0,1 0 0 0 0,-1 0 0 0 0,0 0 1 0 0,1 1-1 0 0,-1-1 0 0 0,1 0 0 0 0,-1 1 0 0 0,1-1 1 0 0,-1 1-1 0 0,0-1 0 0 0,1 1 0 0 0,-1 0 0 0 0,0 0 1 0 0,0-1-1 0 0,1 1 0 0 0,-1 0 0 0 0,0 0 0 0 0,0 0 1 0 0,0 0-1 0 0,0 0 0 0 0,0 1 0 0 0,0-1 1 0 0,-1 0-1 0 0,1 0 0 0 0,0 1 0 0 0,-1-1 0 0 0,1 0 1 0 0,-1 1-1 0 0,2 2 0 0 0,0 2 10 0 0,0 0 1 0 0,0 0-1 0 0,-1 0 0 0 0,1 1 0 0 0,-1-1 1 0 0,-1 1-1 0 0,1-1 0 0 0,-2 11 0 0 0,-3 8-286 0 0,-2 0-1 0 0,0-1 1 0 0,-2 1-1 0 0,-19 39 0 0 0,16-38-1521 0 0,4-13 358 0 0,7-12 1171 0 0,-1 0 0 0 0,0 0-1 0 0,0 0 1 0 0,0 0-1 0 0,1 0 1 0 0,-1 0-1 0 0,1 1 1 0 0,-1-1 0 0 0,1 0-1 0 0,-1 0 1 0 0,1 1-1 0 0,0-1 1 0 0,0 0 0 0 0,-1 0-1 0 0,1 1 1 0 0,0-1-1 0 0,0 0 1 0 0,0 1-1 0 0,1-1 1 0 0,-1 0 0 0 0,0 1-1 0 0,1 1 1 0 0,0-2 159 0 0,-1-1 0 0 0,1 1 0 0 0,-1-1 0 0 0,1 0 0 0 0,0 1 0 0 0,-1-1 0 0 0,1 0 0 0 0,0 1 0 0 0,0-1 0 0 0,-1 0 0 0 0,1 0 0 0 0,0 0 0 0 0,-1 0 0 0 0,1 0 0 0 0,0 0 0 0 0,0 0 0 0 0,-1 0 0 0 0,1 0 0 0 0,0 0 0 0 0,0 0 0 0 0,-1 0 0 0 0,1 0 0 0 0,0-1 0 0 0,0 1 0 0 0,24-8-948 0 0,-17 5 736 0 0,12-5 132 0 0,0 0 0 0 0,0-1 0 0 0,-1-1 0 0 0,33-23 0 0 0,-15 6 1210 0 0,42-41-1 0 0,-49 38 488 0 0,40-48 0 0 0,-56 61-522 0 0,-2-1 0 0 0,0 0-1 0 0,-1-1 1 0 0,15-36 0 0 0,-23 49-801 0 0,-1 0 0 0 0,-1 0-1 0 0,1 0 1 0 0,-1 0 0 0 0,0 0-1 0 0,0 0 1 0 0,0 0 0 0 0,-1-1-1 0 0,0 1 1 0 0,-1 0 0 0 0,0-7-1 0 0,1 13-173 0 0,0-1-1 0 0,0 1 1 0 0,-1-1-1 0 0,1 1 1 0 0,0-1-1 0 0,0 1 0 0 0,0-1 1 0 0,-1 1-1 0 0,1-1 1 0 0,0 1-1 0 0,0-1 1 0 0,-1 1-1 0 0,1-1 0 0 0,0 1 1 0 0,-1 0-1 0 0,1-1 1 0 0,-1 1-1 0 0,1-1 1 0 0,-1 1-1 0 0,1 0 1 0 0,0 0-1 0 0,-1-1 0 0 0,1 1 1 0 0,-1 0-1 0 0,1 0 1 0 0,-1-1-1 0 0,0 1 1 0 0,1 0-1 0 0,-1 0 0 0 0,1 0 1 0 0,-1 0-1 0 0,1 0 1 0 0,-1 0-1 0 0,1 0 1 0 0,-1 0-1 0 0,1 0 1 0 0,-1 0-1 0 0,0 0 0 0 0,1 0 1 0 0,-1 1-1 0 0,-16 8 55 0 0,14-6-50 0 0,1 0-1 0 0,0 0 1 0 0,0 0-1 0 0,0 0 1 0 0,1 1 0 0 0,-1-1-1 0 0,1 0 1 0 0,0 1-1 0 0,0-1 1 0 0,0 1 0 0 0,0 0-1 0 0,0-1 1 0 0,1 1-1 0 0,0 0 1 0 0,0 0-1 0 0,0-1 1 0 0,0 1 0 0 0,1 5-1 0 0,2 8 47 0 0,1 0 1 0 0,8 26-1 0 0,-9-35-41 0 0,23 60 133 0 0,-17-49-73 0 0,-2 0 0 0 0,10 35 0 0 0,-17-51-19 0 0,1 0-1 0 0,-1-1 1 0 0,1 1-1 0 0,-1 0 1 0 0,0 0-1 0 0,0-1 1 0 0,0 1-1 0 0,-1 0 1 0 0,1-1-1 0 0,-1 1 1 0 0,1 0-1 0 0,-1-1 1 0 0,0 1-1 0 0,0 0 1 0 0,0-1-1 0 0,0 1 1 0 0,-1-1-1 0 0,1 0 1 0 0,-2 3-1 0 0,0-2 13 0 0,0 0-1 0 0,0-1 1 0 0,0 1-1 0 0,0-1 1 0 0,-1 1-1 0 0,1-1 1 0 0,-1 0-1 0 0,0 0 1 0 0,1-1-1 0 0,-1 1 1 0 0,-6 1-1 0 0,-2 0-257 0 0,0-1-1 0 0,0 0 0 0 0,0-1 1 0 0,0 0-1 0 0,0-1 1 0 0,0-1-1 0 0,-19-2 0 0 0,15 0-1175 0 0,1-1 0 0 0,-19-6-1 0 0,-8-9-5279 0 0,19 4 70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36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53 200 0 0,'-99'-38'14418'0'0,"95"36"-13889"0"0,-13-4-1107 0 0,-1 1-6538 0 0,6 4 2067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37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0 936 0 0,'-134'49'12628'0'0,"134"-49"-12572"0"0,-1 0 0 0 0,1 0 0 0 0,-1 0 0 0 0,1 0 0 0 0,0 0 0 0 0,-1 0 0 0 0,1 0 0 0 0,-1 0 0 0 0,1 1 1 0 0,0-1-1 0 0,-1 0 0 0 0,1 0 0 0 0,0 0 0 0 0,-1 1 0 0 0,1-1 0 0 0,0 0 0 0 0,-1 0 0 0 0,1 1 0 0 0,0-1 0 0 0,0 0 0 0 0,-1 0 0 0 0,1 1 0 0 0,0-1 0 0 0,0 0 1 0 0,0 1-1 0 0,-1-1 0 0 0,1 0 0 0 0,0 1 0 0 0,0-1 0 0 0,0 1 0 0 0,0-1 0 0 0,0 0 0 0 0,0 1 0 0 0,0-1 0 0 0,-1 0 0 0 0,1 1 0 0 0,0-1 0 0 0,1 1 0 0 0,-1-1 0 0 0,0 0 1 0 0,0 1-1 0 0,0-1 0 0 0,0 1 0 0 0,0-1 0 0 0,0 0 0 0 0,0 1 0 0 0,0-1 0 0 0,1 0 0 0 0,-1 1 0 0 0,0-1 0 0 0,0 0 0 0 0,1 1 0 0 0,-1-1 0 0 0,0 0 0 0 0,0 1 1 0 0,1-1-1 0 0,-1 0 0 0 0,0 0 0 0 0,1 0 0 0 0,-1 1 0 0 0,0-1 0 0 0,1 0 0 0 0,-1 0 0 0 0,0 0 0 0 0,1 1 0 0 0,24 10 602 0 0,18 1-953 0 0,1-2 0 0 0,60 7 0 0 0,26-7-7440 0 0,-78-8 837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16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73 1468 0 0,'4'-11'2275'0'0,"0"0"0"0"0,-1 0 1 0 0,2-13-1 0 0,-2 10-648 0 0,-3 12-1345 0 0,-34 114 1509 0 0,-62 212 54 0 0,29-105-1400 0 0,23-68-155 0 0,-66 235 329 0 0,99-346-236 0 0,-1-1 0 0 0,-24 50 1 0 0,36-87-339 0 0,-1-1 0 0 0,1 0 1 0 0,-1 0-1 0 0,1 0 1 0 0,-1 1-1 0 0,0-1 0 0 0,1 0 1 0 0,-1 0-1 0 0,0 0 1 0 0,0 0-1 0 0,0 0 0 0 0,0 0 1 0 0,0-1-1 0 0,0 1 0 0 0,0 0 1 0 0,0 0-1 0 0,0-1 1 0 0,-1 1-1 0 0,1-1 0 0 0,0 1 1 0 0,-2 0-1 0 0,2-1-30 0 0,0 0 0 0 0,0-1 1 0 0,-1 1-1 0 0,1 0 0 0 0,0 0 0 0 0,0-1 1 0 0,0 1-1 0 0,0-1 0 0 0,0 1 0 0 0,0-1 0 0 0,0 1 1 0 0,0-1-1 0 0,0 0 0 0 0,0 1 0 0 0,0-1 0 0 0,0 0 1 0 0,0 0-1 0 0,-1-1 0 0 0,-2-4-5 0 0,0 0 0 0 0,0 0 0 0 0,1 0-1 0 0,-1-1 1 0 0,1 1 0 0 0,-2-8 0 0 0,-4-16-12 0 0,2 0 1 0 0,1 0-1 0 0,-2-36 0 0 0,0-91-100 0 0,8 116 34 0 0,1 1 0 0 0,2 0 0 0 0,2 0 0 0 0,1 0 1 0 0,2 1-1 0 0,25-72 0 0 0,-25 90 41 0 0,1 1 0 0 0,1 0-1 0 0,1 0 1 0 0,0 1 0 0 0,2 0 0 0 0,0 1 0 0 0,1 1 0 0 0,0 0 0 0 0,2 0 0 0 0,0 2 0 0 0,1 0 0 0 0,0 1-1 0 0,36-22 1 0 0,-38 28-1 0 0,1 0 0 0 0,1 1-1 0 0,-1 1 1 0 0,1 1-1 0 0,0 0 1 0 0,0 1 0 0 0,1 1-1 0 0,-1 0 1 0 0,1 2 0 0 0,26 0-1 0 0,-32 1 18 0 0,1 1 0 0 0,-1 0 0 0 0,1 1 0 0 0,-1 1 0 0 0,1 0 0 0 0,-1 1 0 0 0,0 0 0 0 0,0 1 0 0 0,-1 0 0 0 0,1 1 0 0 0,-1 0 0 0 0,0 0 0 0 0,-1 2 0 0 0,0-1 0 0 0,12 12 0 0 0,-20-17 21 0 0,1 0-1 0 0,-1 1 0 0 0,0-1 1 0 0,0 1-1 0 0,0 0 1 0 0,0 0-1 0 0,-1 0 0 0 0,1 0 1 0 0,-1 0-1 0 0,1 0 0 0 0,-1 0 1 0 0,0 0-1 0 0,0 1 0 0 0,-1-1 1 0 0,1 0-1 0 0,-1 1 1 0 0,1-1-1 0 0,-1 1 0 0 0,0-1 1 0 0,0 0-1 0 0,-1 1 0 0 0,1-1 1 0 0,-1 0-1 0 0,0 1 0 0 0,0-1 1 0 0,-2 6-1 0 0,1-4 16 0 0,-1 0 0 0 0,0-1 0 0 0,0 1 0 0 0,0-1 0 0 0,-1 0 0 0 0,1 1-1 0 0,-1-1 1 0 0,0-1 0 0 0,0 1 0 0 0,0-1 0 0 0,-1 1 0 0 0,1-1 0 0 0,-1-1 0 0 0,0 1 0 0 0,0-1 0 0 0,-5 3-1 0 0,-3 0-1 0 0,-1-1 0 0 0,1-1-1 0 0,-1 0 1 0 0,0 0 0 0 0,0-2-1 0 0,0 0 1 0 0,0 0 0 0 0,-16-2 0 0 0,-33-8-3141 0 0,63 9 3019 0 0,-1 0-1 0 0,1-1 0 0 0,0 1 0 0 0,-1 0 0 0 0,1 0 0 0 0,-1 0 1 0 0,1 0-1 0 0,0 0 0 0 0,-1 0 0 0 0,1-1 0 0 0,0 1 0 0 0,-1 0 1 0 0,1 0-1 0 0,0 0 0 0 0,-1-1 0 0 0,1 1 0 0 0,0 0 0 0 0,-1-1 1 0 0,1 1-1 0 0,0 0 0 0 0,0-1 0 0 0,-1 1 0 0 0,1 0 0 0 0,0-1 1 0 0,0 1-1 0 0,0 0 0 0 0,-1-1 0 0 0,1 1 0 0 0,0 0 0 0 0,0-1 1 0 0,0 1-1 0 0,0-1 0 0 0,0 1 0 0 0,0 0 0 0 0,0-1 0 0 0,0 1 1 0 0,0-1-1 0 0,0 1 0 0 0,0 0 0 0 0,0-1 0 0 0,0 1 0 0 0,0-1 1 0 0,1 1-1 0 0,-1 0 0 0 0,0-1 0 0 0,0 0 0 0 0,10-13-4808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18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1 619 1704 0 0,'14'-5'4900'0'0,"-13"5"-4736"0"0,1 0 0 0 0,0 0-1 0 0,-1 0 1 0 0,1 0 0 0 0,0 0 0 0 0,-1 0-1 0 0,1 1 1 0 0,0-1 0 0 0,-1 1 0 0 0,1-1 0 0 0,-1 1-1 0 0,1 0 1 0 0,-1-1 0 0 0,1 1 0 0 0,-1 0 0 0 0,0 0-1 0 0,1 0 1 0 0,0 1 0 0 0,22 26 937 0 0,-8-7-867 0 0,-14-19-148 0 0,0 0 0 0 0,-1 0 0 0 0,1-1 0 0 0,0 1 0 0 0,0-1 0 0 0,0 1 0 0 0,0-1 0 0 0,0 0 1 0 0,1 0-1 0 0,-1 0 0 0 0,0 0 0 0 0,0 0 0 0 0,1 0 0 0 0,-1-1 0 0 0,0 1 0 0 0,1-1 0 0 0,-1 0 0 0 0,1 0 0 0 0,-1 0 0 0 0,1 0 0 0 0,-1 0 0 0 0,0 0 0 0 0,1 0 0 0 0,-1-1 0 0 0,1 1 0 0 0,-1-1 1 0 0,0 0-1 0 0,0 0 0 0 0,1 0 0 0 0,-1 0 0 0 0,0 0 0 0 0,0 0 0 0 0,0-1 0 0 0,0 1 0 0 0,0 0 0 0 0,2-4 0 0 0,2 0-22 0 0,-1 0-1 0 0,0-1 0 0 0,0 1 1 0 0,-1-1-1 0 0,0 0 1 0 0,0-1-1 0 0,0 1 0 0 0,-1-1 1 0 0,0 0-1 0 0,4-12 1 0 0,-5 6 80 0 0,1 1 0 0 0,-1-1 0 0 0,-1 0 1 0 0,-1 0-1 0 0,0 0 0 0 0,-1-14 0 0 0,1 26-147 0 0,0 0 1 0 0,0 0-1 0 0,0 1 0 0 0,0-1 0 0 0,0 0 0 0 0,0 1 1 0 0,-1-1-1 0 0,1 0 0 0 0,0 1 0 0 0,0-1 0 0 0,0 0 1 0 0,-1 1-1 0 0,1-1 0 0 0,0 0 0 0 0,-1 1 0 0 0,1-1 1 0 0,-1 0-1 0 0,1 1 0 0 0,0-1 0 0 0,-1 1 1 0 0,1-1-1 0 0,-1 1 0 0 0,0-1 0 0 0,1 1 0 0 0,-1 0 1 0 0,1-1-1 0 0,-1 1 0 0 0,0 0 0 0 0,1-1 0 0 0,-1 1 1 0 0,0 0-1 0 0,1 0 0 0 0,-1-1 0 0 0,0 1 0 0 0,1 0 1 0 0,-1 0-1 0 0,0 0 0 0 0,0 0 0 0 0,1 0 0 0 0,-1 0 1 0 0,0 0-1 0 0,1 0 0 0 0,-1 0 0 0 0,0 1 1 0 0,1-1-1 0 0,-1 0 0 0 0,0 0 0 0 0,1 1 0 0 0,-2-1 1 0 0,-2 2-8 0 0,1 0 0 0 0,-1 0 0 0 0,1 0 0 0 0,-1 0 0 0 0,1 1 0 0 0,-5 4 0 0 0,-9 12-2 0 0,0 0 1 0 0,1 0 0 0 0,-24 41-1 0 0,32-46 27 0 0,1 1-1 0 0,0-1 0 0 0,1 1 0 0 0,0 0 1 0 0,1 0-1 0 0,1 1 0 0 0,-3 20 0 0 0,7-33-5 0 0,-1 0-1 0 0,1 0 0 0 0,0 0 1 0 0,0 0-1 0 0,0 0 0 0 0,0 0 1 0 0,1 1-1 0 0,-1-1 0 0 0,1 0 1 0 0,0 0-1 0 0,0 0 0 0 0,0 0 0 0 0,0 0 1 0 0,1 0-1 0 0,-1-1 0 0 0,1 1 1 0 0,0 0-1 0 0,-1-1 0 0 0,1 1 1 0 0,0-1-1 0 0,0 0 0 0 0,1 1 1 0 0,3 2-1 0 0,-1-2 3 0 0,0 0 0 0 0,0-1 0 0 0,1 1 0 0 0,-1-1-1 0 0,0 0 1 0 0,1-1 0 0 0,0 1 0 0 0,-1-1 0 0 0,1 0 0 0 0,0-1 0 0 0,0 1 0 0 0,6-1 0 0 0,6-1-5 0 0,1-1 1 0 0,0 0 0 0 0,-1-2-1 0 0,0 0 1 0 0,0-1-1 0 0,0 0 1 0 0,0-2-1 0 0,-1 0 1 0 0,0-1 0 0 0,0-1-1 0 0,-1 0 1 0 0,0-1-1 0 0,-1-1 1 0 0,18-16-1 0 0,-14 10-6 0 0,-1-1-1 0 0,-1-1 1 0 0,0 0-1 0 0,-2-1 0 0 0,0-1 1 0 0,-1 0-1 0 0,-1-1 1 0 0,-1 0-1 0 0,-2-1 0 0 0,10-27 1 0 0,-18 45 2 0 0,0-2-31 0 0,1 1 1 0 0,-2-1 0 0 0,1 0 0 0 0,-1 0 0 0 0,1-12 0 0 0,-2 17-7 0 0,-2 3-54 0 0,-1 0 81 0 0,1-1 0 0 0,0 1 0 0 0,-1 0 0 0 0,1 0 0 0 0,0 0 0 0 0,-1 0 0 0 0,1 0 0 0 0,0 1 0 0 0,0-1 1 0 0,0 1-1 0 0,0-1 0 0 0,0 1 0 0 0,1 0 0 0 0,-1 0 0 0 0,0 0 0 0 0,1 0 0 0 0,-1 0 0 0 0,1 0 0 0 0,0 0 1 0 0,0 0-1 0 0,0 1 0 0 0,0-1 0 0 0,-2 5 0 0 0,2-4 4 0 0,0 1 0 0 0,0-1-1 0 0,0 0 1 0 0,0 1 0 0 0,0-1 0 0 0,1 1-1 0 0,-1-1 1 0 0,1 1 0 0 0,0 0 0 0 0,0-1 0 0 0,1 1-1 0 0,-1-1 1 0 0,1 1 0 0 0,-1-1 0 0 0,1 1 0 0 0,0-1-1 0 0,2 5 1 0 0,0-4 3 0 0,0 0 0 0 0,0-1 0 0 0,0 1 0 0 0,0-1 0 0 0,1 1 0 0 0,-1-1 0 0 0,1 0-1 0 0,0-1 1 0 0,0 1 0 0 0,0-1 0 0 0,0 1 0 0 0,1-1 0 0 0,7 2 0 0 0,-4-1-26 0 0,0-1 1 0 0,0-1-1 0 0,0 1 0 0 0,1-1 0 0 0,-1-1 1 0 0,0 0-1 0 0,14-1 0 0 0,-12 0-1 0 0,0 0 0 0 0,-1-1 0 0 0,1 0 0 0 0,-1-1 0 0 0,0 0 0 0 0,0 0 0 0 0,0-1 0 0 0,0 0 0 0 0,-1 0-1 0 0,1-1 1 0 0,-1 0 0 0 0,0-1 0 0 0,-1 0 0 0 0,10-9 0 0 0,-12 10 11 0 0,0-1-1 0 0,-1 0 1 0 0,0 0 0 0 0,0 0-1 0 0,0 0 1 0 0,-1 0 0 0 0,0-1-1 0 0,0 0 1 0 0,0 1 0 0 0,-1-1-1 0 0,0 0 1 0 0,-1 0 0 0 0,2-14-1 0 0,-3 21 13 0 0,0-1 0 0 0,0 1 0 0 0,0-1 0 0 0,0 1 0 0 0,0 0 1 0 0,0-1-1 0 0,0 1 0 0 0,-1-1 0 0 0,1 1 0 0 0,0 0 0 0 0,0-1 0 0 0,0 1 0 0 0,-1 0 0 0 0,1-1 0 0 0,0 1 0 0 0,0 0 0 0 0,-1 0 0 0 0,1-1 0 0 0,0 1 0 0 0,-1 0 0 0 0,1 0 0 0 0,0-1 0 0 0,-1 1 0 0 0,1 0 0 0 0,0 0 0 0 0,-1 0 0 0 0,1 0 0 0 0,-1 0 0 0 0,1-1 0 0 0,0 1 0 0 0,-1 0 0 0 0,1 0 0 0 0,-1 0 0 0 0,1 0 0 0 0,0 0 0 0 0,-1 0 0 0 0,1 0 0 0 0,-1 0 0 0 0,0 1 0 0 0,-13 2-44 0 0,13-3 50 0 0,-5 2-6 0 0,0 1 1 0 0,-1 0-1 0 0,1 0 0 0 0,0 0 0 0 0,1 1 1 0 0,-1 0-1 0 0,-8 8 0 0 0,-34 37 23 0 0,35-34-4 0 0,-5 4 6 0 0,1 2 0 0 0,1 0 0 0 0,-16 28-1 0 0,28-42 4 0 0,-1 2-1 0 0,1-1 0 0 0,1 0 0 0 0,-1 1 0 0 0,1 0 0 0 0,1-1 0 0 0,0 1 1 0 0,0 0-1 0 0,1 0 0 0 0,0 1 0 0 0,0-1 0 0 0,2 17 0 0 0,-1-23-13 0 0,0 0 0 0 0,1-1 0 0 0,0 1 0 0 0,0-1-1 0 0,-1 1 1 0 0,2-1 0 0 0,-1 0 0 0 0,0 1 0 0 0,0-1-1 0 0,1 0 1 0 0,-1 0 0 0 0,1 0 0 0 0,0 0 0 0 0,-1 0 0 0 0,1 0-1 0 0,4 3 1 0 0,-2-3-2 0 0,0 1-1 0 0,0-1 1 0 0,1 0 0 0 0,-1 0-1 0 0,0 0 1 0 0,1-1 0 0 0,0 0-1 0 0,7 2 1 0 0,4-1-76 0 0,0-1 1 0 0,1-1-1 0 0,-1 0 0 0 0,22-4 0 0 0,-17 1-139 0 0,1-1 1 0 0,-2-1-1 0 0,1 0 0 0 0,-1-2 0 0 0,0-1 0 0 0,0 0 0 0 0,21-13 0 0 0,-17 7-17 0 0,0-2-1 0 0,-1-1 1 0 0,-1-1 0 0 0,36-37-1 0 0,-24 17 145 0 0,-2-2 0 0 0,-2-2-1 0 0,-2-1 1 0 0,-2 0-1 0 0,34-77 1 0 0,12-74 2085 0 0,-38 94-498 0 0,-30 91-1496 0 0,-3 10 61 0 0,-4 20 197 0 0,-9 32 351 0 0,-37 114 1618 0 0,-111 258 0 0 0,-110 142-218 0 0,177-378-1637 0 0,77-158-315 0 0,1-3-29 0 0,2-1 0 0 0,1 2-1 0 0,1-1 1 0 0,1 2 0 0 0,-7 33-1 0 0,17-61-21 0 0,0 0 0 0 0,0-1 0 0 0,0 1 0 0 0,0-1 0 0 0,0 1 0 0 0,0-1 0 0 0,0 1 0 0 0,0 0-1 0 0,0-1 1 0 0,1 1 0 0 0,-1-1 0 0 0,1 1 0 0 0,-1-1 0 0 0,1 1 0 0 0,0-1 0 0 0,0 0-1 0 0,-1 1 1 0 0,1-1 0 0 0,0 0 0 0 0,0 1 0 0 0,2 1 0 0 0,-1-2 8 0 0,1 1 0 0 0,-1-1 0 0 0,0 1 0 0 0,1-1 0 0 0,-1 0 0 0 0,1 0 0 0 0,0 0 0 0 0,-1 0-1 0 0,1 0 1 0 0,0-1 0 0 0,3 1 0 0 0,4 0 15 0 0,-1 0-1 0 0,1-1 1 0 0,-1-1-1 0 0,0 0 1 0 0,1 0-1 0 0,11-3 1 0 0,-1-2-15 0 0,0-2 1 0 0,0 0 0 0 0,0-1-1 0 0,-1-1 1 0 0,-1 0 0 0 0,0-2-1 0 0,0 0 1 0 0,-1-1 0 0 0,18-17-1 0 0,-16 11-33 0 0,0-1 0 0 0,-2 0-1 0 0,0-1 1 0 0,-1-1 0 0 0,-2-1-1 0 0,24-46 1 0 0,-33 56-4 0 0,0 0 0 0 0,0 0 1 0 0,-1-1-1 0 0,-1 1 0 0 0,0-1 1 0 0,-1 0-1 0 0,-1 0 0 0 0,0 0 0 0 0,0 0 1 0 0,-2 0-1 0 0,0 0 0 0 0,0 0 1 0 0,-1 0-1 0 0,-7-23 0 0 0,2 18 13 0 0,0 1-1 0 0,-1 0 1 0 0,-1 1 0 0 0,0 0-1 0 0,-1 0 1 0 0,-1 1-1 0 0,-1 0 1 0 0,0 1-1 0 0,-1 0 1 0 0,-16-13 0 0 0,5 6-66 0 0,14 15-130 0 0,1-2 0 0 0,0 1 1 0 0,0-1-1 0 0,1-1 1 0 0,-9-13-1 0 0,16 22 146 0 0,1 1 0 0 0,0-1 1 0 0,0 0-1 0 0,0 1 0 0 0,0-1 0 0 0,0 0 0 0 0,0 1 0 0 0,0-1 0 0 0,0 0 1 0 0,0 1-1 0 0,1-1 0 0 0,-1 0 0 0 0,0 1 0 0 0,0-1 0 0 0,1 0 0 0 0,-1 1 1 0 0,0-1-1 0 0,1 1 0 0 0,-1-1 0 0 0,0 1 0 0 0,1-1 0 0 0,-1 1 0 0 0,1-1 1 0 0,-1 1-1 0 0,1-1 0 0 0,-1 1 0 0 0,1-1 0 0 0,16-12-928 0 0,-16 12 799 0 0,28-16-1755 0 0,1 0 0 0 0,49-18 0 0 0,-27 12 326 0 0,9-4-140 0 0,141-70-4660 0 0,-167 76 4145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19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99 236 3856 0 0,'8'-8'680'0'0,"1"-2"-1"0"0,-1 1 0 0 0,-1-1 1 0 0,11-19-1 0 0,-15 25-359 0 0,-1-1-1 0 0,1 0 1 0 0,-2 0 0 0 0,1 0-1 0 0,0 0 1 0 0,-1-1 0 0 0,0 1-1 0 0,0 0 1 0 0,-1 0 0 0 0,1-1-1 0 0,-1 1 1 0 0,0-1 0 0 0,-1-5-1 0 0,1 10 100 0 0,-4 2-217 0 0,0 1-98 0 0,-1 0 0 0 0,1 1 1 0 0,-1-1-1 0 0,1 1 0 0 0,0 0 0 0 0,0 0 0 0 0,0 1 0 0 0,1-1 1 0 0,-1 1-1 0 0,1 0 0 0 0,-6 7 0 0 0,-5 10 345 0 0,-12 26 1 0 0,11-20-204 0 0,6-10-119 0 0,1-1-1 0 0,0 1 1 0 0,2 1-1 0 0,-6 17 1 0 0,9-23-57 0 0,1-1 0 0 0,0 0 0 0 0,1 1 0 0 0,0 0 1 0 0,0-1-1 0 0,1 1 0 0 0,3 17 0 0 0,-3-25-52 0 0,1-1-1 0 0,-1 0 0 0 0,1 1 1 0 0,0-1-1 0 0,0 0 1 0 0,0 0-1 0 0,0 0 1 0 0,1 0-1 0 0,-1 0 0 0 0,1 0 1 0 0,0 0-1 0 0,0-1 1 0 0,0 1-1 0 0,0-1 0 0 0,1 1 1 0 0,-1-1-1 0 0,0 0 1 0 0,1 1-1 0 0,0-1 1 0 0,-1-1-1 0 0,1 1 0 0 0,0 0 1 0 0,0-1-1 0 0,0 1 1 0 0,0-1-1 0 0,0 0 1 0 0,1 0-1 0 0,-1 0 0 0 0,0-1 1 0 0,0 1-1 0 0,1-1 1 0 0,-1 1-1 0 0,0-1 1 0 0,1 0-1 0 0,3-1 0 0 0,2 0 2 0 0,-1 0 0 0 0,1-1 0 0 0,0 0 0 0 0,0 0 0 0 0,0-1 0 0 0,-1 0 0 0 0,0-1 0 0 0,0 0 0 0 0,0 0-1 0 0,0-1 1 0 0,14-10 0 0 0,-8 2 29 0 0,1-1 0 0 0,-2 0 1 0 0,0-1-1 0 0,0-1 0 0 0,-2 0 0 0 0,0-1 0 0 0,10-19 0 0 0,-15 23 107 0 0,0 1 0 0 0,-1-1-1 0 0,0 0 1 0 0,-1 0 0 0 0,-1-1 0 0 0,0 0 0 0 0,0 1-1 0 0,-2-1 1 0 0,1 0 0 0 0,-2 0 0 0 0,-1-14-1 0 0,1 24-143 0 0,0 1-1 0 0,-1-1 0 0 0,1 1 0 0 0,-1 0 0 0 0,0-1 1 0 0,0 1-1 0 0,0 0 0 0 0,0-1 0 0 0,-1 1 0 0 0,0 0 1 0 0,1 0-1 0 0,-1 0 0 0 0,0 0 0 0 0,0 1 0 0 0,0-1 1 0 0,-1 1-1 0 0,1-1 0 0 0,-1 1 0 0 0,1 0 0 0 0,-1-1 1 0 0,0 1-1 0 0,0 1 0 0 0,0-1 0 0 0,0 0 0 0 0,0 1 1 0 0,0-1-1 0 0,-1 1 0 0 0,1 0 0 0 0,0 0 0 0 0,-1 1 1 0 0,1-1-1 0 0,-6 0 0 0 0,-1 1-24 0 0,0 0 0 0 0,-1 1 0 0 0,1 0 0 0 0,0 0-1 0 0,0 1 1 0 0,0 0 0 0 0,0 1 0 0 0,0 0 0 0 0,-17 9 0 0 0,18-8-221 0 0,0 1 1 0 0,0 1-1 0 0,0-1 1 0 0,1 2-1 0 0,-10 8 1 0 0,15-13 88 0 0,1 0 1 0 0,0 0 0 0 0,0 1-1 0 0,0-1 1 0 0,1 1-1 0 0,-1 0 1 0 0,0 0 0 0 0,1-1-1 0 0,-2 6 1 0 0,2-6 25 0 0,1 0 1 0 0,0-1-1 0 0,0 1 1 0 0,-1 0 0 0 0,1-1-1 0 0,0 1 1 0 0,1 0-1 0 0,-1-1 1 0 0,0 1-1 0 0,0 0 1 0 0,1-1-1 0 0,-1 1 1 0 0,1 0-1 0 0,-1-1 1 0 0,1 1-1 0 0,0-1 1 0 0,-1 1-1 0 0,1-1 1 0 0,1 2-1 0 0,1 0-115 0 0,-1 0-1 0 0,1-1 0 0 0,0 1 0 0 0,0-1 1 0 0,0 0-1 0 0,0 0 0 0 0,0 0 0 0 0,1 0 1 0 0,-1-1-1 0 0,0 1 0 0 0,1-1 0 0 0,-1 0 1 0 0,1 0-1 0 0,0 0 0 0 0,-1-1 0 0 0,1 1 1 0 0,3-1-1 0 0,6 1-572 0 0,0 0 0 0 0,0-1 0 0 0,20-4 0 0 0,-13 1 86 0 0,1-2 1 0 0,-1 0-1 0 0,39-16 0 0 0,52-33 2575 0 0,-3 1 1803 0 0,-100 50-3491 0 0,-1 0 0 0 0,1 0 0 0 0,0 1 0 0 0,0 0 0 0 0,0 1 0 0 0,0 0 0 0 0,0 0 0 0 0,0 0 0 0 0,14 2 0 0 0,-15 0-118 0 0,0 0 0 0 0,-1 1 0 0 0,0-1 0 0 0,1 2 0 0 0,-1-1 0 0 0,0 1 0 0 0,0 0 0 0 0,0 0 0 0 0,-1 0-1 0 0,1 1 1 0 0,-1 0 0 0 0,7 6 0 0 0,-3-2 220 0 0,0 1 0 0 0,0 0-1 0 0,-1 1 1 0 0,0-1 0 0 0,-1 2 0 0 0,0-1-1 0 0,0 1 1 0 0,-2 0 0 0 0,1 0-1 0 0,-1 1 1 0 0,-1 0 0 0 0,0 0-1 0 0,0 0 1 0 0,-1 0 0 0 0,1 18-1 0 0,-3-26-105 0 0,-1 0 0 0 0,-1 0-1 0 0,1 1 1 0 0,0-1-1 0 0,-1 0 1 0 0,0 0 0 0 0,0 0-1 0 0,0 0 1 0 0,-1 0 0 0 0,1 0-1 0 0,-1 0 1 0 0,0 0-1 0 0,0-1 1 0 0,0 1 0 0 0,0-1-1 0 0,-1 1 1 0 0,0-1-1 0 0,1 0 1 0 0,-1 0 0 0 0,0 0-1 0 0,-1 0 1 0 0,1 0-1 0 0,0-1 1 0 0,-1 0 0 0 0,1 0-1 0 0,-1 0 1 0 0,0 0-1 0 0,0 0 1 0 0,0-1 0 0 0,0 1-1 0 0,0-1 1 0 0,0 0 0 0 0,0 0-1 0 0,0-1 1 0 0,0 1-1 0 0,-1-1 1 0 0,1 0 0 0 0,0 0-1 0 0,0 0 1 0 0,0-1-1 0 0,-1 0 1 0 0,1 1 0 0 0,0-1-1 0 0,0-1 1 0 0,-5-1-1 0 0,8 3-181 0 0,1-1 0 0 0,-1 1 0 0 0,0 0 0 0 0,0-1 0 0 0,0 1 0 0 0,1-1 0 0 0,-1 0 0 0 0,0 1 0 0 0,0-1 0 0 0,1 1 0 0 0,-1-1 0 0 0,1 0 0 0 0,-1 0 0 0 0,1 1 0 0 0,-1-1 0 0 0,1 0 0 0 0,-1 0 0 0 0,1 0 0 0 0,-1 1 0 0 0,1-1 0 0 0,0 0 0 0 0,0 0 0 0 0,-1 0 0 0 0,1 0-1 0 0,0 0 1 0 0,0 0 0 0 0,0 0 0 0 0,0 1 0 0 0,0-1 0 0 0,0 0 0 0 0,0 0 0 0 0,0 0 0 0 0,1 0 0 0 0,-1 0 0 0 0,0 0 0 0 0,0 0 0 0 0,2-1 0 0 0,-1-2-244 0 0,1 1 0 0 0,0-1 0 0 0,0 1 0 0 0,0-1-1 0 0,1 1 1 0 0,-1 0 0 0 0,4-3 0 0 0,11-10-1195 0 0,0 2 0 0 0,1 0-1 0 0,37-22 1 0 0,67-26-2515 0 0,-85 44 2696 0 0,28-13-462 0 0,68-35-144 0 0,-47 16 5086 0 0,-34 19 31 0 0,-49 30-2883 0 0,-3 1-317 0 0,1 0-1 0 0,0 0 1 0 0,-1 0-1 0 0,1 1 0 0 0,0-1 1 0 0,-1 0-1 0 0,1 1 1 0 0,0-1-1 0 0,-1 0 0 0 0,1 1 1 0 0,0-1-1 0 0,-1 1 1 0 0,1-1-1 0 0,-1 1 0 0 0,1-1 1 0 0,-1 1-1 0 0,1-1 1 0 0,-1 1-1 0 0,0-1 0 0 0,1 1 1 0 0,-1 0-1 0 0,0-1 1 0 0,1 1-1 0 0,-1 0 0 0 0,0-1 1 0 0,0 1-1 0 0,0 0 1 0 0,1 0-1 0 0,-1-1 0 0 0,0 1 1 0 0,0 0-1 0 0,0-1 1 0 0,0 1-1 0 0,0 0 0 0 0,0 0 1 0 0,-1-1-1 0 0,1 1 1 0 0,0 0-1 0 0,0 0 0 0 0,-8 37 830 0 0,6-30-558 0 0,-25 94 1872 0 0,-51 126 844 0 0,92-248-2721 0 0,-8 13-259 0 0,5-9-46 0 0,0 1 0 0 0,2 1 0 0 0,-1 0 0 0 0,2 1 0 0 0,0 0 0 0 0,0 1 0 0 0,1 0 0 0 0,1 1 0 0 0,0 1 0 0 0,0 1 0 0 0,29-12 0 0 0,-40 18-7 0 0,0 1 0 0 0,1 1 0 0 0,-1-1 0 0 0,1 1 0 0 0,0 0 0 0 0,-1 1 0 0 0,1-1 0 0 0,0 1 0 0 0,0 0 0 0 0,-1 0 0 0 0,1 1 0 0 0,0 0 0 0 0,0 0 0 0 0,-1 0 0 0 0,1 0 0 0 0,-1 1-1 0 0,0 0 1 0 0,1 1 0 0 0,-1-1 0 0 0,0 1 0 0 0,0 0 0 0 0,0 0 0 0 0,0 0 0 0 0,-1 1 0 0 0,0-1 0 0 0,1 1 0 0 0,-1 0 0 0 0,-1 1 0 0 0,1-1 0 0 0,0 1 0 0 0,-1-1 0 0 0,0 1 0 0 0,3 7 0 0 0,-2-4 15 0 0,0-1 1 0 0,-1 1-1 0 0,0 0 1 0 0,-1 1 0 0 0,1-1-1 0 0,-2 0 1 0 0,3 16-1 0 0,-4-20 14 0 0,0 0 0 0 0,-1-1 0 0 0,1 1 0 0 0,0 0 0 0 0,-1-1 0 0 0,0 1 0 0 0,0-1 1 0 0,0 1-1 0 0,-1-1 0 0 0,1 1 0 0 0,-1-1 0 0 0,1 0 0 0 0,-1 0 0 0 0,0 0 0 0 0,0 0 0 0 0,-1 0 0 0 0,1 0 0 0 0,-1-1 0 0 0,1 1 0 0 0,-1-1 0 0 0,-5 4 0 0 0,7-5-10 0 0,1 0 0 0 0,-1-1 0 0 0,0 1 1 0 0,0 0-1 0 0,0-1 0 0 0,0 1 0 0 0,0-1 0 0 0,0 1 0 0 0,0-1 0 0 0,0 1 0 0 0,0-1 0 0 0,0 0 0 0 0,-1 1 0 0 0,1-1 0 0 0,0 0 1 0 0,0 0-1 0 0,0 0 0 0 0,0 0 0 0 0,0 0 0 0 0,0 0 0 0 0,-1 0 0 0 0,1 0 0 0 0,0-1 0 0 0,0 1 0 0 0,0 0 0 0 0,0-1 0 0 0,0 1 1 0 0,0 0-1 0 0,0-1 0 0 0,-2-1 0 0 0,2 1 1 0 0,0-1 1 0 0,0 0-1 0 0,0 1 1 0 0,0-1-1 0 0,0 0 1 0 0,0 0-1 0 0,1 1 1 0 0,-1-1-1 0 0,1 0 0 0 0,-1 0 1 0 0,1 0-1 0 0,0 0 1 0 0,0 0-1 0 0,-1 0 1 0 0,1 0-1 0 0,1 0 1 0 0,-1 1-1 0 0,0-1 1 0 0,0 0-1 0 0,1-2 1 0 0,3-11-18 0 0,0 1 1 0 0,1 0 0 0 0,0 1 0 0 0,2-1 0 0 0,-1 1 0 0 0,1 0 0 0 0,1 1 0 0 0,0 0-1 0 0,13-15 1 0 0,-1 4-19 0 0,1 2-1 0 0,1 0 1 0 0,37-27-1 0 0,-46 38-5 0 0,1 0 0 0 0,0 1 0 0 0,1 1 1 0 0,0 1-1 0 0,0 0 0 0 0,24-7 0 0 0,-34 12 22 0 0,-1 1 0 0 0,1 0 0 0 0,0 0 0 0 0,0 0 1 0 0,0 1-1 0 0,0 0 0 0 0,0-1 0 0 0,0 2 0 0 0,0-1 0 0 0,0 1 0 0 0,0-1 1 0 0,0 1-1 0 0,0 1 0 0 0,0-1 0 0 0,-1 1 0 0 0,1 0 0 0 0,0 0 0 0 0,-1 0 1 0 0,1 0-1 0 0,-1 1 0 0 0,0 0 0 0 0,0 0 0 0 0,0 0 0 0 0,0 0 0 0 0,4 7 0 0 0,-4-6 13 0 0,-1 2-1 0 0,0-1 0 0 0,0 0 0 0 0,0 1 0 0 0,-1-1 0 0 0,0 1 0 0 0,0 0 0 0 0,0 0 0 0 0,-1 0 0 0 0,0 0 0 0 0,0 0 0 0 0,0 0 0 0 0,-1 0 1 0 0,0 0-1 0 0,-1 12 0 0 0,-2 6 26 0 0,-1 1 0 0 0,-12 36 0 0 0,9-37-25 0 0,-14 50 118 0 0,21-73-143 0 0,0-1 1 0 0,0 1-1 0 0,0-1 0 0 0,0 1 1 0 0,0 0-1 0 0,0-1 0 0 0,0 1 1 0 0,0 0-1 0 0,0-1 0 0 0,0 1 0 0 0,1 0 1 0 0,-1-1-1 0 0,0 1 0 0 0,0-1 1 0 0,1 1-1 0 0,-1-1 0 0 0,0 1 1 0 0,1-1-1 0 0,-1 1 0 0 0,1-1 1 0 0,-1 1-1 0 0,0-1 0 0 0,1 1 0 0 0,-1-1 1 0 0,1 1-1 0 0,0-1 0 0 0,-1 0 1 0 0,1 1-1 0 0,-1-1 0 0 0,1 0 1 0 0,-1 0-1 0 0,1 1 0 0 0,0-1 0 0 0,-1 0 1 0 0,1 0-1 0 0,1 0 0 0 0,19 3-997 0 0,-20-3 1005 0 0,19-1-1590 0 0,0 0 0 0 0,0-1 0 0 0,0-1 0 0 0,23-7 0 0 0,-24 5-392 0 0,24-4-3199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21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39 846 700 0 0,'0'0'1966'0'0,"-14"5"2698"0"0,12-4-4511 0 0,0 0 1 0 0,0 0-1 0 0,1 1 1 0 0,-1-1-1 0 0,1 1 1 0 0,-1-1-1 0 0,1 1 0 0 0,-1-1 1 0 0,1 1-1 0 0,0 0 1 0 0,0 0-1 0 0,0 0 1 0 0,0 0-1 0 0,0 0 0 0 0,0 0 1 0 0,1 0-1 0 0,-1 0 1 0 0,1 0-1 0 0,-1 0 1 0 0,1 0-1 0 0,0 0 0 0 0,0 4 1 0 0,0 0 51 0 0,0 0 0 0 0,1-1-1 0 0,0 1 1 0 0,0 0 0 0 0,1-1 0 0 0,-1 1 0 0 0,4 7 0 0 0,-4-12-137 0 0,0-1 1 0 0,-1 1-1 0 0,1 0 0 0 0,0 0 1 0 0,0 0-1 0 0,0-1 0 0 0,0 1 1 0 0,0 0-1 0 0,0-1 0 0 0,0 1 1 0 0,0-1-1 0 0,0 1 0 0 0,0-1 1 0 0,0 1-1 0 0,0-1 1 0 0,0 0-1 0 0,1 0 0 0 0,-1 1 1 0 0,2-1-1 0 0,20 0 569 0 0,-14 0-555 0 0,-1-2 0 0 0,1 1 0 0 0,-1-1 0 0 0,0-1 0 0 0,1 0 0 0 0,-1 0 0 0 0,-1 0 0 0 0,10-6 0 0 0,5-4-13 0 0,28-23-1 0 0,-21 12-55 0 0,-1-1 1 0 0,-1-2 0 0 0,-1-1-1 0 0,-2-1 1 0 0,-1-1-1 0 0,-1-1 1 0 0,-1-1 0 0 0,30-65-1 0 0,-20 26-24 0 0,-4-2 0 0 0,-3 0-1 0 0,20-104 1 0 0,-20 26-374 0 0,-24 149 322 0 0,-12 5-16 0 0,8 0 89 0 0,1 0 1 0 0,1 0-1 0 0,-1 0 0 0 0,0 0 1 0 0,1 0-1 0 0,0 1 1 0 0,-1-1-1 0 0,1 1 1 0 0,-2 6-1 0 0,-4 5 76 0 0,-51 87 431 0 0,6 2-1 0 0,-57 153 0 0 0,99-224-404 0 0,-11 52 1 0 0,20-74-137 0 0,0-1 1 0 0,1 0-1 0 0,1 0 1 0 0,0 0-1 0 0,0 1 1 0 0,1-1-1 0 0,0 0 1 0 0,0 0-1 0 0,6 19 1 0 0,-5-25-17 0 0,0 0 1 0 0,-1-1 0 0 0,1 1 0 0 0,1 0 0 0 0,-1-1 0 0 0,0 1 0 0 0,1-1 0 0 0,0 0-1 0 0,0 0 1 0 0,0 0 0 0 0,0 0 0 0 0,0 0 0 0 0,0-1 0 0 0,7 4 0 0 0,-4-3-76 0 0,1 0 0 0 0,0 0 0 0 0,-1-1 0 0 0,1 0 0 0 0,0 0 0 0 0,0-1 0 0 0,0 0 0 0 0,8 1 0 0 0,1-2-162 0 0,0-1 0 0 0,0 0 1 0 0,0-1-1 0 0,-1 0 0 0 0,1-1 0 0 0,-1-1 0 0 0,19-7 0 0 0,-9 0-10 0 0,1-1-1 0 0,-2 0 0 0 0,0-2 1 0 0,-1-1-1 0 0,38-32 1 0 0,-32 21 20 0 0,-1-1 0 0 0,-1-2 1 0 0,35-50-1 0 0,-22 19 421 0 0,-3-2-1 0 0,-3-2 1 0 0,-2-1-1 0 0,22-70 1 0 0,-44 111 2 0 0,0-2 370 0 0,-1 0 0 0 0,10-48-1 0 0,-19 74-519 0 0,0 0-1 0 0,0-1 0 0 0,1 1 0 0 0,-1 0 0 0 0,0-1 0 0 0,0 1 0 0 0,0-1 0 0 0,0 1 0 0 0,0 0 0 0 0,0-1 0 0 0,0 1 0 0 0,0-1 0 0 0,0 1 0 0 0,0 0 0 0 0,0-1 0 0 0,0 1 0 0 0,0-1 0 0 0,0 1 0 0 0,-1 0 0 0 0,1-1 0 0 0,0 1 0 0 0,0 0 0 0 0,0-1 0 0 0,0 1 0 0 0,-1-1 0 0 0,1 1 0 0 0,0 0 0 0 0,-1 0 0 0 0,1-1 0 0 0,0 1 1 0 0,0 0-1 0 0,-1-1 0 0 0,-11 7 96 0 0,-12 18 30 0 0,-20 44 127 0 0,4 2 0 0 0,-47 108 1 0 0,80-163-236 0 0,-73 183 189 0 0,68-161-198 0 0,2 0 1 0 0,1 0 0 0 0,-5 61-1 0 0,14-96-20 0 0,0 0-3 0 0,-1-1 1 0 0,1 1-1 0 0,0 0 1 0 0,0-1-1 0 0,0 1 1 0 0,0 0-1 0 0,0-1 1 0 0,0 1-1 0 0,0 0 1 0 0,0-1-1 0 0,1 1 1 0 0,-1 0-1 0 0,1-1 1 0 0,-1 1-1 0 0,1-1 1 0 0,0 1-1 0 0,0-1 1 0 0,-1 1-1 0 0,1-1 1 0 0,0 0-1 0 0,2 2 1 0 0,-2-2-1 0 0,-1-1-1 0 0,1 0 1 0 0,0 0 0 0 0,-1 0-1 0 0,1 0 1 0 0,0 0 0 0 0,-1 0-1 0 0,1 0 1 0 0,0 0 0 0 0,0 0-1 0 0,-1 0 1 0 0,1 0 0 0 0,0-1-1 0 0,-1 1 1 0 0,1 0 0 0 0,0 0-1 0 0,-1-1 1 0 0,1 1 0 0 0,0 0-1 0 0,-1-1 1 0 0,1 1 0 0 0,-1-1-1 0 0,1 1 1 0 0,-1-1-1 0 0,1 1 1 0 0,0-1 0 0 0,13-14-181 0 0,95-150-699 0 0,-12 15 622 0 0,-82 130 218 0 0,2 0-1 0 0,0 0 1 0 0,2 2-1 0 0,37-30 1 0 0,-53 45 35 0 0,1 1-1 0 0,-1-1 1 0 0,1 1-1 0 0,0 0 1 0 0,0 1-1 0 0,0-1 1 0 0,0 1-1 0 0,0-1 1 0 0,0 1-1 0 0,1 0 1 0 0,-1 1-1 0 0,0-1 1 0 0,7 1-1 0 0,-9 0 12 0 0,1 0 0 0 0,-1 1 1 0 0,0-1-1 0 0,1 1 0 0 0,-1-1 0 0 0,0 1 0 0 0,0 0 0 0 0,0 0 0 0 0,0 0 1 0 0,0 0-1 0 0,0 1 0 0 0,0-1 0 0 0,0 0 0 0 0,0 1 0 0 0,0-1 0 0 0,-1 1 1 0 0,1 0-1 0 0,-1 0 0 0 0,1-1 0 0 0,-1 1 0 0 0,0 0 0 0 0,0 0 0 0 0,1 0 1 0 0,-1 1-1 0 0,-1-1 0 0 0,2 3 0 0 0,2 7 47 0 0,-1 0 0 0 0,0 0 0 0 0,-1 1 0 0 0,-1-1 0 0 0,1 20 0 0 0,-8 64 369 0 0,3-69-252 0 0,1 0 1 0 0,3 52 0 0 0,0-74-135 0 0,0 0 1 0 0,-1 1 0 0 0,2-1 0 0 0,-1 0 0 0 0,1 0 0 0 0,-1 0 0 0 0,4 6 0 0 0,-3-9-13 0 0,-1 0 0 0 0,1 0 0 0 0,-1 0 0 0 0,1 0 0 0 0,0 0 0 0 0,0 0 0 0 0,0 0 0 0 0,0-1 0 0 0,0 1 0 0 0,0-1-1 0 0,1 1 1 0 0,-1-1 0 0 0,1 0 0 0 0,-1 0 0 0 0,1 0 0 0 0,2 1 0 0 0,5 0 3 0 0,-1-1 1 0 0,0 0-1 0 0,0 0 1 0 0,1-1-1 0 0,-1 0 0 0 0,0-1 1 0 0,1 0-1 0 0,-1 0 1 0 0,0-1-1 0 0,0 0 0 0 0,0-1 1 0 0,0 0-1 0 0,-1 0 1 0 0,1-1-1 0 0,11-7 1 0 0,3-2-3 0 0,-1-1 1 0 0,-1 0 0 0 0,-1-2 0 0 0,27-26 0 0 0,-23 18 446 0 0,0-2 0 0 0,-2-1 0 0 0,-1-1 1 0 0,-2-1-1 0 0,0 0 0 0 0,-2-1 1 0 0,18-44-1 0 0,-35 73-456 0 0,0 1 1 0 0,1 0-1 0 0,-1-1 0 0 0,0 1 1 0 0,0-1-1 0 0,1 1 1 0 0,-1-1-1 0 0,0 1 0 0 0,0 0 1 0 0,0-1-1 0 0,0 1 1 0 0,0-1-1 0 0,0 1 0 0 0,0-1 1 0 0,0 1-1 0 0,0-1 1 0 0,0 1-1 0 0,0-1 0 0 0,0 1 1 0 0,0-1-1 0 0,0 1 1 0 0,0-1-1 0 0,-1 1 0 0 0,1 0 1 0 0,0-1-1 0 0,-10 2 41 0 0,-14 14-29 0 0,1 9-2 0 0,0 1-1 0 0,1 1 1 0 0,2 1 0 0 0,1 0-1 0 0,-30 57 1 0 0,40-66 6 0 0,1 0 0 0 0,-8 22 0 0 0,14-35-10 0 0,0-1-1 0 0,1 1 1 0 0,0 0 0 0 0,0 0 0 0 0,0 0 0 0 0,1 0-1 0 0,0 0 1 0 0,0 0 0 0 0,0 0 0 0 0,0 0 0 0 0,1 0 0 0 0,-1-1-1 0 0,1 1 1 0 0,3 6 0 0 0,-3-8-26 0 0,1 0 0 0 0,0 0 0 0 0,1 0-1 0 0,-1 0 1 0 0,0-1 0 0 0,1 1 0 0 0,-1-1 0 0 0,1 0 0 0 0,0 0 0 0 0,0 0-1 0 0,0 0 1 0 0,0 0 0 0 0,0-1 0 0 0,0 1 0 0 0,1-1 0 0 0,-1 0 0 0 0,0 0-1 0 0,1 0 1 0 0,-1 0 0 0 0,1-1 0 0 0,-1 1 0 0 0,1-1 0 0 0,4 0 0 0 0,7 0-530 0 0,0 0 1 0 0,-1-2-1 0 0,1 1 1 0 0,16-6-1 0 0,-15 3-735 0 0,-1 0-1 0 0,-1-2 0 0 0,1 1 1 0 0,-1-2-1 0 0,26-16 0 0 0,-10 3-3638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21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2 744 0 0,'-79'1'3619'0'0,"-210"16"6633"0"0,278-13-9769 0 0,16 1-179 0 0,20 1-71 0 0,289-14-2626 0 0,-104-12-4194 0 0,-134 13 2336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2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340 620 1760 0 0,'-3'0'2663'0'0,"-20"2"4313"0"0,13-2-5042 0 0,8 0-1332 0 0,-17 3 527 0 0,18-2-1110 0 0,1-1 1 0 0,-1 0 0 0 0,1 1 0 0 0,-1-1 0 0 0,1 1-1 0 0,0-1 1 0 0,-1 0 0 0 0,1 1 0 0 0,-1-1 0 0 0,1 1 0 0 0,0-1-1 0 0,-1 1 1 0 0,1-1 0 0 0,0 1 0 0 0,0 0 0 0 0,-1-1-1 0 0,1 1 1 0 0,0-1 0 0 0,0 1 0 0 0,0-1 0 0 0,0 1 0 0 0,0 0-1 0 0,0-1 1 0 0,0 1 0 0 0,0 0 0 0 0,0-1 0 0 0,0 1-1 0 0,0-1 1 0 0,0 1 0 0 0,0-1 0 0 0,1 1 0 0 0,-1 0 0 0 0,0-1-1 0 0,0 1 1 0 0,1-1 0 0 0,-1 1 0 0 0,0-1 0 0 0,1 1-1 0 0,-1-1 1 0 0,1 1 0 0 0,2 4 14 0 0,1-1-1 0 0,-1 0 0 0 0,1 0 1 0 0,0 0-1 0 0,0-1 1 0 0,0 1-1 0 0,1-1 1 0 0,-1 0-1 0 0,1 0 1 0 0,-1-1-1 0 0,1 1 1 0 0,0-1-1 0 0,0 0 1 0 0,0 0-1 0 0,1-1 0 0 0,-1 0 1 0 0,0 0-1 0 0,1 0 1 0 0,8 0-1 0 0,-6 0-6 0 0,0-1 0 0 0,-1 0 0 0 0,1 0-1 0 0,0-1 1 0 0,0 0 0 0 0,0 0 0 0 0,-1-1 0 0 0,1 0-1 0 0,-1 0 1 0 0,1-1 0 0 0,-1 0 0 0 0,0 0-1 0 0,11-8 1 0 0,-10 5-18 0 0,0-1 0 0 0,-1 0 0 0 0,0 0 0 0 0,-1-1-1 0 0,1 1 1 0 0,-2-2 0 0 0,1 1 0 0 0,-1-1 0 0 0,0 1 0 0 0,-1-1 0 0 0,0-1-1 0 0,4-10 1 0 0,-5 7-17 0 0,1 0 1 0 0,-2 1-1 0 0,0-1 0 0 0,0 0 0 0 0,-1 0 0 0 0,-1 0 0 0 0,0 0 0 0 0,-4-26 0 0 0,4 37 0 0 0,0 0 0 0 0,-1 0 0 0 0,1 0 1 0 0,-1 0-1 0 0,0 0 0 0 0,1 1 0 0 0,-1-1 0 0 0,0 0 0 0 0,0 0 0 0 0,0 0 0 0 0,0 1 0 0 0,-1-1 0 0 0,1 1 0 0 0,0-1 0 0 0,-1 1 0 0 0,1-1 0 0 0,-1 1 0 0 0,1 0 1 0 0,-1 0-1 0 0,0-1 0 0 0,1 1 0 0 0,-1 1 0 0 0,0-1 0 0 0,0 0 0 0 0,0 0 0 0 0,0 1 0 0 0,0-1 0 0 0,0 1 0 0 0,0-1 0 0 0,0 1 0 0 0,0 0 0 0 0,0 0 1 0 0,0 0-1 0 0,0 0 0 0 0,0 0 0 0 0,0 0 0 0 0,0 1 0 0 0,0-1 0 0 0,-2 1 0 0 0,-8 2 0 0 0,0 0 1 0 0,1 1-1 0 0,-1 1 1 0 0,1 0-1 0 0,-15 8 1 0 0,-10 9 81 0 0,2 1 1 0 0,0 2 0 0 0,-41 38 0 0 0,26-15 45 0 0,-55 68 0 0 0,104-116-120 0 0,-24 29 55 0 0,-24 40 0 0 0,43-61-39 0 0,0 1 0 0 0,0 0-1 0 0,1-1 1 0 0,1 1-1 0 0,-1 1 1 0 0,1-1 0 0 0,1 0-1 0 0,0 1 1 0 0,0-1-1 0 0,0 13 1 0 0,2-19-7 0 0,0-1 0 0 0,0 1-1 0 0,1 0 1 0 0,-1 0 0 0 0,1-1 0 0 0,-1 1 0 0 0,1 0 0 0 0,0-1-1 0 0,0 1 1 0 0,0-1 0 0 0,1 1 0 0 0,-1-1 0 0 0,1 1 0 0 0,-1-1-1 0 0,1 0 1 0 0,0 0 0 0 0,3 4 0 0 0,-1-3 3 0 0,0 0 0 0 0,0 0-1 0 0,1 0 1 0 0,-1-1 0 0 0,1 0 0 0 0,0 0 0 0 0,-1 0-1 0 0,11 3 1 0 0,1-2-24 0 0,0 0 0 0 0,0-2-1 0 0,0 1 1 0 0,0-2 0 0 0,18-1-1 0 0,-3-2-234 0 0,0-1 0 0 0,0-2-1 0 0,-1-1 1 0 0,1-1-1 0 0,-2-2 1 0 0,1 0 0 0 0,55-30-1 0 0,-50 19-50 0 0,0-2 1 0 0,-1-1-1 0 0,-1-2 0 0 0,-2-1 0 0 0,42-45 0 0 0,-26 16 173 0 0,-3-2-1 0 0,-2-1 0 0 0,-2-3 0 0 0,-4-1 0 0 0,-2-2 1 0 0,40-107-1 0 0,-68 157 184 0 0,10-28 787 0 0,19-75 0 0 0,-35 117-835 0 0,1 1-9 0 0,-1-1-1 0 0,0 1 1 0 0,0 0 0 0 0,0 0-1 0 0,0 0 1 0 0,0 0 0 0 0,0 0-1 0 0,0 0 1 0 0,0 0 0 0 0,0-1 0 0 0,0 1-1 0 0,0 0 1 0 0,0 0 0 0 0,0 0-1 0 0,0 0 1 0 0,0 0 0 0 0,0 0-1 0 0,0 0 1 0 0,-1-1 0 0 0,1 1-1 0 0,0 0 1 0 0,0 0 0 0 0,0 0-1 0 0,0 0 1 0 0,0 0 0 0 0,0 0-1 0 0,0 0 1 0 0,0 0 0 0 0,0 0 0 0 0,0-1-1 0 0,0 1 1 0 0,0 0 0 0 0,-1 0-1 0 0,1 0 1 0 0,0 0 0 0 0,0 0-1 0 0,0 0 1 0 0,0 0 0 0 0,0 0-1 0 0,0 0 1 0 0,0 0 0 0 0,-1 0-1 0 0,1 0 1 0 0,0 0 0 0 0,0 0-1 0 0,0 0 1 0 0,0 0 0 0 0,0 0 0 0 0,0 0-1 0 0,0 0 1 0 0,-1 0 0 0 0,1 0-1 0 0,0 0 1 0 0,0 0 0 0 0,0 0-1 0 0,-9 7 31 0 0,-11 17 83 0 0,16-20-59 0 0,-36 51 509 0 0,2 1-1 0 0,-57 117 1 0 0,68-119-454 0 0,3 0-1 0 0,3 2 1 0 0,1 1 0 0 0,-19 97 0 0 0,37-139-493 0 0,0 0 0 0 0,1 0 1 0 0,0 0-1 0 0,3 20 0 0 0,-2-28-226 0 0,1-2 0 0 0,0 1-1 0 0,1 0 1 0 0,-1 0-1 0 0,1 0 1 0 0,0 0 0 0 0,1-1-1 0 0,-1 1 1 0 0,1-1 0 0 0,0 0-1 0 0,0 0 1 0 0,1 0 0 0 0,5 7-1 0 0,6 3-3745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22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202 249 2832 0 0,'-11'-44'11750'0'0,"2"17"-7715"0"0,6 18-3794 0 0,2 7 341 0 0,11 12-390 0 0,-5-7-148 0 0,1 0-1 0 0,-1-1 0 0 0,0 1 0 0 0,1-1 0 0 0,0-1 0 0 0,-1 1 0 0 0,1-1 1 0 0,0 0-1 0 0,0 0 0 0 0,0 0 0 0 0,0-1 0 0 0,10-1 0 0 0,-13 1-60 0 0,1 0 1 0 0,-1-1-1 0 0,0 1 0 0 0,1-1 0 0 0,-1 0 0 0 0,0 0 0 0 0,0 0 1 0 0,0-1-1 0 0,0 1 0 0 0,0-1 0 0 0,0 1 0 0 0,0-1 1 0 0,0 0-1 0 0,-1 0 0 0 0,1 0 0 0 0,-1-1 0 0 0,1 1 0 0 0,-1-1 1 0 0,0 1-1 0 0,0-1 0 0 0,0 0 0 0 0,0 0 0 0 0,0 0 1 0 0,-1 0-1 0 0,0 0 0 0 0,1 0 0 0 0,-1 0 0 0 0,0 0 0 0 0,0 0 1 0 0,0-5-1 0 0,1 1-57 0 0,-1 0 0 0 0,0 0 0 0 0,0 0 0 0 0,-1 0 0 0 0,0 0 0 0 0,0 0 0 0 0,0 0 0 0 0,-1-1 0 0 0,0 1 0 0 0,-1 0 0 0 0,1 0 0 0 0,-6-12 0 0 0,6 17 62 0 0,0 1 1 0 0,0-1 0 0 0,-1 0 0 0 0,1 1-1 0 0,0-1 1 0 0,-1 1 0 0 0,1-1 0 0 0,-1 1-1 0 0,1 0 1 0 0,-1 0 0 0 0,0 0-1 0 0,0-1 1 0 0,1 2 0 0 0,-1-1 0 0 0,0 0-1 0 0,0 0 1 0 0,0 1 0 0 0,0-1 0 0 0,0 1-1 0 0,0-1 1 0 0,0 1 0 0 0,0 0-1 0 0,0 0 1 0 0,0 0 0 0 0,0 0 0 0 0,0 0-1 0 0,0 0 1 0 0,0 1 0 0 0,0-1 0 0 0,0 1-1 0 0,-2 0 1 0 0,-4 1 2 0 0,-1 1-1 0 0,1 0 1 0 0,0 1-1 0 0,0 0 1 0 0,1 0-1 0 0,-9 6 1 0 0,-9 8 22 0 0,1 1 1 0 0,0 1-1 0 0,-28 32 0 0 0,40-39-2 0 0,1 1-1 0 0,1 0 1 0 0,0 1 0 0 0,1 0-1 0 0,0 0 1 0 0,1 1-1 0 0,-8 23 1 0 0,15-34 1 0 0,-1-1 1 0 0,1 0-1 0 0,0 0 0 0 0,1 1 0 0 0,-1-1 1 0 0,1 1-1 0 0,0-1 0 0 0,0 1 1 0 0,0-1-1 0 0,1 0 0 0 0,-1 1 0 0 0,1-1 1 0 0,0 0-1 0 0,0 1 0 0 0,1-1 1 0 0,-1 0-1 0 0,1 0 0 0 0,0 0 0 0 0,0 0 1 0 0,4 6-1 0 0,-2-6-123 0 0,1 1 0 0 0,-1-1 0 0 0,1 1 0 0 0,-1-1 0 0 0,1-1 0 0 0,1 1-1 0 0,-1-1 1 0 0,0 0 0 0 0,1 0 0 0 0,0 0 0 0 0,-1-1 0 0 0,1 0 0 0 0,0 0 0 0 0,7 1 0 0 0,4 0-762 0 0,-1-1 0 0 0,0 0 0 0 0,0-2 0 0 0,0 0-1 0 0,1 0 1 0 0,-1-2 0 0 0,0 0 0 0 0,0-1 0 0 0,0 0 0 0 0,0-2 0 0 0,16-5 0 0 0,2-4-3259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23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58 120 908 0 0,'30'-54'6540'0'0,"7"-9"-395"0"0,-36 61-5733 0 0,1 6-278 0 0,-1 0-1 0 0,0 1 1 0 0,0-1 0 0 0,0 0-1 0 0,0 1 1 0 0,-1-1 0 0 0,1 1-1 0 0,-1-1 1 0 0,0 1-1 0 0,-1 4 1 0 0,-9 50 756 0 0,6-38-609 0 0,2-10-145 0 0,-8 49 493 0 0,-3 0 1 0 0,-29 85-1 0 0,42-144-582 0 0,0 0-1 0 0,-1 0 1 0 0,1 0-1 0 0,-1 0 1 0 0,1 1-1 0 0,-1-1 1 0 0,1 0-1 0 0,-1 0 0 0 0,1 0 1 0 0,-1 0-1 0 0,0 0 1 0 0,0-1-1 0 0,1 1 1 0 0,-1 0-1 0 0,0 0 1 0 0,0 0-1 0 0,0-1 0 0 0,0 1 1 0 0,0 0-1 0 0,0-1 1 0 0,0 1-1 0 0,0-1 1 0 0,0 1-1 0 0,-1-1 1 0 0,1 0-1 0 0,0 1 0 0 0,0-1 1 0 0,-3 0-1 0 0,3 0-35 0 0,0-1 0 0 0,0 1-1 0 0,-1-1 1 0 0,1 0-1 0 0,0 1 1 0 0,0-1 0 0 0,0 0-1 0 0,-1 0 1 0 0,1 0-1 0 0,0 0 1 0 0,0 0 0 0 0,1 0-1 0 0,-1 0 1 0 0,0 0-1 0 0,0-1 1 0 0,0 1 0 0 0,1 0-1 0 0,-1 0 1 0 0,1-1-1 0 0,-1 1 1 0 0,1 0 0 0 0,-1-1-1 0 0,1-2 1 0 0,-2-4-31 0 0,1-1 0 0 0,0 0 0 0 0,0 0 0 0 0,1 0 0 0 0,1 1 0 0 0,-1-1 0 0 0,1 0 0 0 0,1 0 0 0 0,0 1 0 0 0,0-1 0 0 0,1 1 0 0 0,0-1 0 0 0,0 1 0 0 0,1 0 0 0 0,0 0 0 0 0,6-10 0 0 0,-4 9-15 0 0,0 0-1 0 0,1 0 0 0 0,0 0 1 0 0,1 1-1 0 0,-1 0 1 0 0,1 1-1 0 0,1-1 0 0 0,0 2 1 0 0,0-1-1 0 0,0 1 0 0 0,0 0 1 0 0,18-7-1 0 0,-22 11 18 0 0,0 1 0 0 0,0-1 0 0 0,0 1 1 0 0,0 0-1 0 0,1 0 0 0 0,-1 1 0 0 0,0 0 0 0 0,0 0 0 0 0,1 0 0 0 0,-1 0 0 0 0,0 1 0 0 0,0 0 1 0 0,0 0-1 0 0,0 0 0 0 0,0 0 0 0 0,0 1 0 0 0,0 0 0 0 0,0 0 0 0 0,0 1 0 0 0,-1-1 0 0 0,1 1 0 0 0,4 4 1 0 0,-3-2 9 0 0,0 1 0 0 0,0-1 1 0 0,-1 2-1 0 0,0-1 0 0 0,0 0 1 0 0,0 1-1 0 0,-1 0 0 0 0,0 0 1 0 0,-1 0-1 0 0,1 1 0 0 0,-1-1 1 0 0,-1 1-1 0 0,4 13 0 0 0,-4-10 30 0 0,0 0 0 0 0,-1 0 0 0 0,0 0 0 0 0,-1 0-1 0 0,0 0 1 0 0,0 0 0 0 0,-1 0 0 0 0,-1 0-1 0 0,0 0 1 0 0,-1 0 0 0 0,-3 10 0 0 0,-2-6 48 0 0,8-15-76 0 0,-1 0 0 0 0,1 0 0 0 0,0 0 0 0 0,0 0-1 0 0,0 0 1 0 0,0 0 0 0 0,-1 0 0 0 0,1 0 0 0 0,0 0-1 0 0,0 1 1 0 0,0-1 0 0 0,0 0 0 0 0,-1 0 0 0 0,1 0 0 0 0,0 0-1 0 0,0 0 1 0 0,0 0 0 0 0,0 0 0 0 0,-1-1 0 0 0,1 1-1 0 0,0 0 1 0 0,0 0 0 0 0,0 0 0 0 0,0 0 0 0 0,-1 0-1 0 0,1 0 1 0 0,0 0 0 0 0,0 0 0 0 0,0 0 0 0 0,0 0 0 0 0,0 0-1 0 0,0-1 1 0 0,-1 1 0 0 0,1 0 0 0 0,0 0 0 0 0,0 0-1 0 0,0 0 1 0 0,0 0 0 0 0,0-1 0 0 0,0 1 0 0 0,-1-1-26 0 0,0-1 1 0 0,1 1 0 0 0,-1-1 0 0 0,1 1-1 0 0,0-1 1 0 0,0 1 0 0 0,-1-1 0 0 0,1 1-1 0 0,0-1 1 0 0,0 1 0 0 0,0-1 0 0 0,1-2-1 0 0,2-7-75 0 0,1 1 0 0 0,0-1 0 0 0,0 1 0 0 0,1 0 0 0 0,10-15 0 0 0,37-46-196 0 0,-45 61 267 0 0,12-13-34 0 0,1 1-1 0 0,1 0 1 0 0,39-30 0 0 0,-43 39 41 0 0,0 1 0 0 0,1 0 1 0 0,0 2-1 0 0,1 0 0 0 0,0 1 1 0 0,21-6-1 0 0,-37 14 26 0 0,1-1 0 0 0,-1 1 0 0 0,1 0 1 0 0,0 1-1 0 0,0-1 0 0 0,-1 0 0 0 0,1 1 0 0 0,0 0 0 0 0,0 0 0 0 0,-1 0 1 0 0,1 1-1 0 0,0-1 0 0 0,0 1 0 0 0,-1 0 0 0 0,1 0 0 0 0,0 0 0 0 0,-1 0 1 0 0,1 1-1 0 0,-1-1 0 0 0,0 1 0 0 0,1 0 0 0 0,-1 0 0 0 0,0 0 0 0 0,0 1 1 0 0,0-1-1 0 0,0 1 0 0 0,-1-1 0 0 0,1 1 0 0 0,-1 0 0 0 0,0 0 1 0 0,1 0-1 0 0,-1 1 0 0 0,-1-1 0 0 0,1 0 0 0 0,1 5 0 0 0,1 1 80 0 0,-2 1-1 0 0,1 0 0 0 0,-1-1 0 0 0,-1 1 1 0 0,0 0-1 0 0,0 0 0 0 0,-2 20 0 0 0,-2-1 131 0 0,-10 40 0 0 0,6-39-1989 0 0,-3 38 1 0 0,14-44-1121 0 0,3-12-1874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23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95 278 2068 0 0,'13'-32'7199'0'0,"7"-16"347"0"0,-19 46-7275 0 0,-1 2-263 0 0,0 0-1 0 0,0 0 1 0 0,0 0-1 0 0,0 0 1 0 0,0 0-1 0 0,-1-1 0 0 0,1 1 1 0 0,0 0-1 0 0,0 0 1 0 0,0 0-1 0 0,0 0 1 0 0,0-1-1 0 0,0 1 1 0 0,0 0-1 0 0,0 0 1 0 0,0 0-1 0 0,0 0 1 0 0,0 0-1 0 0,0-1 0 0 0,0 1 1 0 0,0 0-1 0 0,0 0 1 0 0,0 0-1 0 0,0 0 1 0 0,0-1-1 0 0,0 1 1 0 0,1 0-1 0 0,-1 0 1 0 0,0 0-1 0 0,0 0 1 0 0,0 0-1 0 0,0-1 0 0 0,0 1 1 0 0,0 0-1 0 0,0 0 1 0 0,0 0-1 0 0,1 0 1 0 0,-1 0-1 0 0,0 0 1 0 0,0 0-1 0 0,0 0 1 0 0,1-1-1 0 0,9 1 261 0 0,14 5 55 0 0,-22-5-303 0 0,22 3 236 0 0,-22-3-192 0 0,0 0-42 0 0,0 0 0 0 0,0 0 0 0 0,0 0-1 0 0,0 0 1 0 0,0-1 0 0 0,-1 1-1 0 0,1 0 1 0 0,0-1 0 0 0,0 0 0 0 0,2 0-1 0 0,-4 1-6 0 0,3-2-6 0 0,-1-1 0 0 0,1 1 0 0 0,-1-1 0 0 0,1 0 0 0 0,-1 1 0 0 0,0-1 0 0 0,0 0 0 0 0,0 0 0 0 0,-1 0 0 0 0,1-1 0 0 0,-1 1 0 0 0,1 0 0 0 0,-1-1 0 0 0,0 1 0 0 0,0-1 0 0 0,-1 1 0 0 0,1-6 0 0 0,1-5-28 0 0,-1 0-1 0 0,-1 0 0 0 0,-1-14 1 0 0,1 23-4 0 0,-1 0 1 0 0,1 0 0 0 0,-1 0-1 0 0,0 0 1 0 0,-1 1 0 0 0,1-1 0 0 0,-1 1-1 0 0,0-1 1 0 0,0 1 0 0 0,-5-8-1 0 0,7 12 18 0 0,-1-1-1 0 0,1 1 1 0 0,-1-1 0 0 0,0 1-1 0 0,0-1 1 0 0,1 1-1 0 0,-1 0 1 0 0,0-1-1 0 0,0 1 1 0 0,1 0-1 0 0,-1 0 1 0 0,0-1 0 0 0,0 1-1 0 0,0 0 1 0 0,0 0-1 0 0,1 0 1 0 0,-1 0-1 0 0,0 0 1 0 0,0 0-1 0 0,0 0 1 0 0,0 1 0 0 0,1-1-1 0 0,-1 0 1 0 0,0 0-1 0 0,0 1 1 0 0,0-1-1 0 0,-20 10-57 0 0,8-1 46 0 0,0 1 1 0 0,0 1-1 0 0,1 0 0 0 0,1 0 0 0 0,0 1 0 0 0,0 1 0 0 0,-11 18 1 0 0,7-9 12 0 0,2 2 0 0 0,0 0 0 0 0,-15 42 0 0 0,25-59-12 0 0,1-1 0 0 0,0 1 0 0 0,0 0 0 0 0,1 0 0 0 0,0 0 0 0 0,0 0 0 0 0,1 0 0 0 0,0 0 0 0 0,0 0-1 0 0,0 0 1 0 0,3 13 0 0 0,-1-16-168 0 0,-1 0-1 0 0,1 0 1 0 0,0 0-1 0 0,0 0 1 0 0,0 0 0 0 0,0 0-1 0 0,1 0 1 0 0,-1-1-1 0 0,1 0 1 0 0,0 1-1 0 0,0-1 1 0 0,1 0-1 0 0,-1 0 1 0 0,0-1-1 0 0,1 1 1 0 0,0-1-1 0 0,0 1 1 0 0,-1-1-1 0 0,9 3 1 0 0,-4-2-945 0 0,1 0-1 0 0,0-1 1 0 0,0 1 0 0 0,0-2-1 0 0,17 2 1 0 0,1-1-3877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24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94 2060 0 0,'14'-43'11572'0'0,"-15"56"-11125"0"0,-3 16-256 0 0,-2 1 0 0 0,-1-1 0 0 0,-2 0 0 0 0,-15 36 1 0 0,20-54-149 0 0,-5 15 70 0 0,5-12 120 0 0,-1 0 1 0 0,0-1 0 0 0,-1 1-1 0 0,-1-1 1 0 0,0-1-1 0 0,0 1 1 0 0,-13 14 0 0 0,20-26-211 0 0,-1 0 1 0 0,0-1-1 0 0,0 1 1 0 0,0 0-1 0 0,0 0 1 0 0,0-1-1 0 0,0 1 1 0 0,0 0-1 0 0,0-1 1 0 0,0 1-1 0 0,0-1 0 0 0,0 0 1 0 0,0 1-1 0 0,0-1 1 0 0,0 0-1 0 0,0 1 1 0 0,0-1-1 0 0,-1 0 1 0 0,1 0-1 0 0,0 0 1 0 0,0 0-1 0 0,0 0 1 0 0,0 0-1 0 0,-1-1 1 0 0,1 1-1 0 0,0 0 1 0 0,0-1-1 0 0,0 1 1 0 0,0 0-1 0 0,0-1 1 0 0,0 1-1 0 0,0-1 1 0 0,0 0-1 0 0,0 1 1 0 0,-1-2-1 0 0,0 0-11 0 0,0 0 0 0 0,0 0-1 0 0,0 0 1 0 0,0 0-1 0 0,0-1 1 0 0,1 1-1 0 0,-1-1 1 0 0,1 1 0 0 0,0-1-1 0 0,0 1 1 0 0,0-1-1 0 0,0 0 1 0 0,-1-2 0 0 0,1-7-22 0 0,0 1 0 0 0,1 0 1 0 0,0 0-1 0 0,0 0 1 0 0,1 0-1 0 0,1 0 0 0 0,0 0 1 0 0,0 0-1 0 0,1 0 0 0 0,1 1 1 0 0,-1-1-1 0 0,2 1 1 0 0,0 0-1 0 0,9-16 0 0 0,-3 9-13 0 0,1 1 0 0 0,0 0 0 0 0,1 1 0 0 0,1 0 0 0 0,0 1 0 0 0,1 0 0 0 0,21-14 0 0 0,-25 20-7 0 0,0 1-1 0 0,0 1 1 0 0,0 0-1 0 0,1 0 1 0 0,0 1 0 0 0,0 1-1 0 0,0 0 1 0 0,0 1-1 0 0,24-4 1 0 0,-31 7 20 0 0,0-1-1 0 0,0 1 1 0 0,0 0 0 0 0,0 1-1 0 0,0-1 1 0 0,0 1 0 0 0,0 0 0 0 0,0 1-1 0 0,0-1 1 0 0,0 1 0 0 0,0 0-1 0 0,-1 0 1 0 0,1 0 0 0 0,-1 0 0 0 0,0 1-1 0 0,1 0 1 0 0,-1 0 0 0 0,0 0-1 0 0,0 1 1 0 0,-1-1 0 0 0,1 1 0 0 0,-1 0-1 0 0,0 0 1 0 0,0 0 0 0 0,0 0-1 0 0,-1 1 1 0 0,4 5 0 0 0,-3-3 20 0 0,-1 0 0 0 0,1 0 1 0 0,-1 1-1 0 0,0-1 0 0 0,-1 1 0 0 0,0-1 0 0 0,0 1 1 0 0,0-1-1 0 0,-1 1 0 0 0,-1 0 0 0 0,1-1 0 0 0,-1 1 1 0 0,-2 7-1 0 0,-3 13 60 0 0,-2-1 0 0 0,-14 32 1 0 0,-1 5-48 0 0,23-63-88 0 0,-1 1 0 0 0,1 0-1 0 0,-1-1 1 0 0,1 1 0 0 0,0-1 0 0 0,0 1 0 0 0,0 0 0 0 0,-1-1 0 0 0,1 1 0 0 0,1 0 0 0 0,-1-1 0 0 0,1 3 0 0 0,-1-3-41 0 0,1 0 0 0 0,-1 0 1 0 0,1-1-1 0 0,-1 1 0 0 0,1 0 0 0 0,0-1 1 0 0,-1 1-1 0 0,1-1 0 0 0,0 1 0 0 0,0-1 1 0 0,0 1-1 0 0,-1-1 0 0 0,1 0 0 0 0,0 1 0 0 0,0-1 1 0 0,0 0-1 0 0,0 0 0 0 0,0 1 0 0 0,-1-1 1 0 0,1 0-1 0 0,0 0 0 0 0,0 0 0 0 0,0 0 1 0 0,0 0-1 0 0,0 0 0 0 0,0-1 0 0 0,1 1 1 0 0,7-1-844 0 0,-1-1 0 0 0,1 0 0 0 0,0-1 0 0 0,-1 0 0 0 0,0 0 0 0 0,1 0 0 0 0,10-8 0 0 0,4-3-2772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24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185 224 2276 0 0,'15'-55'8988'0'0,"13"-86"1"0"0,-24 113-7176 0 0,-4 28-1804 0 0,0 0-1 0 0,0 0 1 0 0,0 0 0 0 0,0 0-1 0 0,0 0 1 0 0,-1 0-1 0 0,1 0 1 0 0,0 0 0 0 0,0 0-1 0 0,0 0 1 0 0,0 1 0 0 0,0-1-1 0 0,0 0 1 0 0,0 0-1 0 0,0 0 1 0 0,0 0 0 0 0,0 0-1 0 0,0 0 1 0 0,0 0 0 0 0,0 0-1 0 0,0 0 1 0 0,0 0-1 0 0,0 0 1 0 0,0 0 0 0 0,0 0-1 0 0,0 0 1 0 0,0 0 0 0 0,0 0-1 0 0,-1-1 1 0 0,1 1-1 0 0,0 0 1 0 0,0 0 0 0 0,0 0-1 0 0,0 0 1 0 0,0 0 0 0 0,-5 16 121 0 0,-143 475 4018 0 0,125-419-3831 0 0,10-36-158 0 0,2 0 1 0 0,1 1 0 0 0,-8 66 0 0 0,17-98-172 0 0,1 0 0 0 0,0 0 0 0 0,0 0 0 0 0,0 0 0 0 0,1 0 0 0 0,0 0 0 0 0,0 0 0 0 0,0 0 0 0 0,0-1 0 0 0,1 1 0 0 0,0 0 0 0 0,0-1 0 0 0,0 1 0 0 0,4 5 0 0 0,-4-8-203 0 0,1 1 1 0 0,-1-1 0 0 0,1 0 0 0 0,-1 1-1 0 0,1-1 1 0 0,0 0 0 0 0,0-1-1 0 0,0 1 1 0 0,0 0 0 0 0,0-1-1 0 0,0 0 1 0 0,1 1 0 0 0,-1-1 0 0 0,0-1-1 0 0,1 1 1 0 0,-1 0 0 0 0,1-1-1 0 0,-1 0 1 0 0,0 1 0 0 0,1-1-1 0 0,3-1 1 0 0,3 0-1238 0 0,0-1-1 0 0,0 0 0 0 0,0 0 1 0 0,0-1-1 0 0,-1-1 1 0 0,1 1-1 0 0,-1-1 0 0 0,16-10 1 0 0,-4 0-5787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24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89 656 0 0,'-1'0'559'0'0,"-29"-15"5066"0"0,1-1 0 0 0,-41-28 0 0 0,69 43-5368 0 0,1 0-237 0 0,1 1 1 0 0,-1-1-1 0 0,0 1 1 0 0,1-1-1 0 0,-1 0 0 0 0,1 1 1 0 0,-1-1-1 0 0,1 1 0 0 0,-1 0 1 0 0,1-1-1 0 0,-1 1 1 0 0,1-1-1 0 0,0 1 0 0 0,-1 0 1 0 0,1-1-1 0 0,0 1 1 0 0,-1 0-1 0 0,1 0 0 0 0,0-1 1 0 0,-1 1-1 0 0,1 0 0 0 0,0 0 1 0 0,-1 0-1 0 0,2 0 1 0 0,17-2 78 0 0,-19 2-93 0 0,149-2-2505 0 0,-51 8-2999 0 0,-62-4 2045 0 0,-9 0-1655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26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86 1744 0 0,'17'-10'22542'0'0,"-17"9"-22501"0"0,0 0 0 0 0,0 1 0 0 0,-1-1 0 0 0,1 0 0 0 0,0 0 0 0 0,0 0 0 0 0,-1 1 0 0 0,1-1 0 0 0,-1 0 0 0 0,1 0-1 0 0,0 1 1 0 0,-1-1 0 0 0,1 0 0 0 0,-1 1 0 0 0,0-1 0 0 0,1 0 0 0 0,-1 1 0 0 0,1-1 0 0 0,-1 1 0 0 0,0-1 0 0 0,0 1 0 0 0,1-1 0 0 0,-1 1 0 0 0,0 0 0 0 0,0-1 0 0 0,0 1-1 0 0,-2-1-11 0 0,1 1-1 0 0,-1 0 0 0 0,0 0 1 0 0,1-1-1 0 0,-1 2 0 0 0,1-1 1 0 0,-1 0-1 0 0,-4 1 0 0 0,-3 2-21 0 0,-1 0-1 0 0,2 1 0 0 0,-16 7 0 0 0,-9 9-61 0 0,1 1-1 0 0,1 2 1 0 0,2 0 0 0 0,0 3 0 0 0,1 0-1 0 0,2 2 1 0 0,1 1 0 0 0,1 1 0 0 0,-34 53-1 0 0,53-74-132 0 0,1 1-1 0 0,0-1 0 0 0,0 2 1 0 0,1-1-1 0 0,0 0 0 0 0,-4 21 1 0 0,7-29 147 0 0,1 0 0 0 0,-1 1-1 0 0,1 0 1 0 0,0-1 0 0 0,0 1 0 0 0,0-1 0 0 0,0 1 0 0 0,0-1 0 0 0,0 1 0 0 0,1-1 0 0 0,0 1 0 0 0,-1-1 0 0 0,1 1 0 0 0,0-1 0 0 0,0 0 0 0 0,0 1 0 0 0,0-1-1 0 0,1 0 1 0 0,-1 0 0 0 0,1 0 0 0 0,-1 0 0 0 0,1 0 0 0 0,0 0 0 0 0,-1 0 0 0 0,1-1 0 0 0,0 1 0 0 0,0 0 0 0 0,1-1 0 0 0,-1 0 0 0 0,0 0 0 0 0,0 1 0 0 0,1-1 0 0 0,-1 0-1 0 0,0-1 1 0 0,4 2 0 0 0,0-1-53 0 0,-1 0 0 0 0,1-1 0 0 0,-1 1 1 0 0,1-1-1 0 0,-1 0 0 0 0,0-1 0 0 0,1 1 0 0 0,-1-1 0 0 0,1 0 0 0 0,-1-1 0 0 0,0 1 0 0 0,0-1 0 0 0,0 0 0 0 0,0 0 0 0 0,0-1 0 0 0,0 0 0 0 0,0 1 0 0 0,7-8 0 0 0,1 0-51 0 0,0-1-1 0 0,-1 0 1 0 0,0-1 0 0 0,18-26-1 0 0,-5 1 29 0 0,-3-1 1 0 0,29-64-1 0 0,-19 35 478 0 0,-11 20-319 0 0,-20 45-99 0 0,1 14-67 0 0,-2 2 118 0 0,0-1 0 0 0,-2 1 0 0 0,0 0 0 0 0,-4 14 0 0 0,0 1 11 0 0,3-14 20 0 0,1 0-1 0 0,0 0 1 0 0,1 0-1 0 0,1 1 0 0 0,0-1 1 0 0,3 18-1 0 0,-2-28-5 0 0,0 0-1 0 0,1-1 0 0 0,-1 1 1 0 0,1 0-1 0 0,0 0 1 0 0,0-1-1 0 0,0 0 1 0 0,1 1-1 0 0,0-1 1 0 0,0 0-1 0 0,0 0 0 0 0,0 0 1 0 0,0 0-1 0 0,1-1 1 0 0,0 0-1 0 0,0 1 1 0 0,0-1-1 0 0,0-1 0 0 0,0 1 1 0 0,0 0-1 0 0,1-1 1 0 0,6 3-1 0 0,-4-3-38 0 0,0 1 0 0 0,0-1 0 0 0,1 0 0 0 0,-1-1 0 0 0,1 1 0 0 0,-1-2 0 0 0,1 1 0 0 0,-1-1 0 0 0,1 0 0 0 0,0 0 0 0 0,-1-1 0 0 0,1 0 0 0 0,-1-1 0 0 0,11-3 0 0 0,-7 1-84 0 0,-2 0-1 0 0,1-1 1 0 0,0 0-1 0 0,-1-1 1 0 0,0 0-1 0 0,0 0 0 0 0,-1-1 1 0 0,0 0-1 0 0,10-11 1 0 0,-4 2-17 0 0,-1 0 1 0 0,-1-1-1 0 0,-1-1 1 0 0,0 0-1 0 0,-2 0 1 0 0,0-1-1 0 0,0 0 1 0 0,-2-1-1 0 0,-1 1 1 0 0,5-25-1 0 0,-8 22 199 0 0,-1 0-1 0 0,-1 0 1 0 0,-1 0-1 0 0,-1 1 1 0 0,-1-1-1 0 0,-5-22 1 0 0,7 43-81 0 0,0 0-1 0 0,0 1 1 0 0,0-1-1 0 0,-1 0 1 0 0,1 1-1 0 0,0-1 1 0 0,0 0-1 0 0,0 1 1 0 0,-1-1-1 0 0,1 0 1 0 0,0 1 0 0 0,0-1-1 0 0,-1 0 1 0 0,1 1-1 0 0,-1-1 1 0 0,1 1-1 0 0,-1-1 1 0 0,1 1-1 0 0,-1-1 1 0 0,1 1 0 0 0,-1-1-1 0 0,1 1 1 0 0,-1 0-1 0 0,1-1 1 0 0,-1 1-1 0 0,0 0 1 0 0,1-1-1 0 0,-1 1 1 0 0,0 0-1 0 0,1 0 1 0 0,-1 0 0 0 0,0-1-1 0 0,1 1 1 0 0,-1 0-1 0 0,0 0 1 0 0,1 0-1 0 0,-1 0 1 0 0,0 0-1 0 0,1 0 1 0 0,-1 0 0 0 0,0 1-1 0 0,1-1 1 0 0,-1 0-1 0 0,0 0 1 0 0,1 0-1 0 0,-1 1 1 0 0,0-1-1 0 0,1 0 1 0 0,-2 1-1 0 0,0 0-4 0 0,-1 1 0 0 0,1-1 0 0 0,0 1 0 0 0,-1 0 0 0 0,1-1 0 0 0,0 1 0 0 0,0 0-1 0 0,0 0 1 0 0,0 0 0 0 0,-1 3 0 0 0,0-1 9 0 0,1 1-1 0 0,0 0 1 0 0,0 0-1 0 0,0 0 1 0 0,1 0-1 0 0,0 0 1 0 0,0 0 0 0 0,0 0-1 0 0,1 0 1 0 0,-1 0-1 0 0,1 0 1 0 0,0 0-1 0 0,1 1 1 0 0,-1-1-1 0 0,1 0 1 0 0,0 0 0 0 0,1 0-1 0 0,-1 0 1 0 0,3 6-1 0 0,-2-7-23 0 0,1 0-1 0 0,-1 0 1 0 0,1 0-1 0 0,-1-1 1 0 0,1 1-1 0 0,0-1 1 0 0,1 1-1 0 0,-1-1 1 0 0,0 0-1 0 0,1-1 0 0 0,0 1 1 0 0,0-1-1 0 0,0 1 1 0 0,0-1-1 0 0,0 0 1 0 0,0 0-1 0 0,0-1 1 0 0,1 1-1 0 0,-1-1 1 0 0,0 0-1 0 0,1 0 1 0 0,-1-1-1 0 0,7 1 1 0 0,-3-1-37 0 0,-1 0 1 0 0,1-1 0 0 0,-1 0 0 0 0,1 0-1 0 0,-1-1 1 0 0,1 1 0 0 0,-1-2 0 0 0,0 1-1 0 0,0-1 1 0 0,0 0 0 0 0,0 0 0 0 0,-1-1-1 0 0,1 0 1 0 0,-1 0 0 0 0,11-11 0 0 0,5-5 272 0 0,-1-2 1 0 0,31-43 0 0 0,-39 49 179 0 0,-9 10-56 0 0,10-12 84 0 0,-14 15-384 0 0,-9 8-23 0 0,1 2-12 0 0,1 0 1 0 0,0 0-1 0 0,0 1 0 0 0,1-1 0 0 0,-8 14 1 0 0,0-3 10 0 0,-76 112 31 0 0,80-113-30 0 0,1 0 1 0 0,1 0 0 0 0,0 1 0 0 0,1 0-1 0 0,1 0 1 0 0,-4 23 0 0 0,9-38-12 0 0,1 0 0 0 0,-1 1 0 0 0,1-1 1 0 0,0 1-1 0 0,0-1 0 0 0,0 0 0 0 0,0 1 0 0 0,1-1 0 0 0,-1 1 0 0 0,1-1 0 0 0,0 0 0 0 0,0 1 1 0 0,0-1-1 0 0,1 0 0 0 0,-1 0 0 0 0,1 0 0 0 0,-1 0 0 0 0,5 5 0 0 0,-2-4-143 0 0,0-1 0 0 0,-1 1 0 0 0,1-1-1 0 0,1 0 1 0 0,-1-1 0 0 0,0 1 0 0 0,1 0 0 0 0,-1-1-1 0 0,1 0 1 0 0,0 0 0 0 0,7 1 0 0 0,1 0-331 0 0,0-1 0 0 0,0 0 0 0 0,0-1-1 0 0,0 0 1 0 0,0-1 0 0 0,0 0 0 0 0,0-2 0 0 0,0 1 0 0 0,14-5 0 0 0,-11 1 255 0 0,0 0 1 0 0,0-2-1 0 0,-1 0 1 0 0,0-1-1 0 0,-1 0 0 0 0,1-1 1 0 0,-2-1-1 0 0,1 0 0 0 0,-1-1 1 0 0,13-14-1 0 0,-2-1 1184 0 0,-2-2 0 0 0,0 0 0 0 0,31-55 0 0 0,-7 1 3737 0 0,-45 80-4304 0 0,-2 5-387 0 0,1 0 0 0 0,-1-1 1 0 0,0 1-1 0 0,-1-1 0 0 0,1 1 0 0 0,0-1 0 0 0,-1 1 0 0 0,1-1 0 0 0,-3 2 1 0 0,-4 9 2 0 0,-34 81 33 0 0,38-83-25 0 0,1-1 0 0 0,0 1 0 0 0,1 0 1 0 0,0 0-1 0 0,0 0 0 0 0,1 0 0 0 0,1 15 0 0 0,0-23-7 0 0,1 0 0 0 0,-1 0 0 0 0,1 0-1 0 0,-1-1 1 0 0,1 1 0 0 0,0 0 0 0 0,0 0 0 0 0,1-1-1 0 0,-1 1 1 0 0,0-1 0 0 0,1 1 0 0 0,0-1 0 0 0,-1 0 0 0 0,1 0-1 0 0,4 4 1 0 0,-2-2 3 0 0,1-1 0 0 0,-1 0-1 0 0,1 0 1 0 0,-1-1 0 0 0,1 0-1 0 0,0 1 1 0 0,0-1 0 0 0,6 1-1 0 0,0 0 7 0 0,0-1-1 0 0,0 0 1 0 0,0-1-1 0 0,0 0 0 0 0,0-1 1 0 0,0 0-1 0 0,20-3 1 0 0,-16-1-57 0 0,0 0 0 0 0,-1-1 1 0 0,0-1-1 0 0,0 0 0 0 0,0-1 0 0 0,0 0 1 0 0,-1-1-1 0 0,-1-1 0 0 0,1 0 1 0 0,-1 0-1 0 0,-1-2 0 0 0,16-16 0 0 0,10-15 117 0 0,-3-2-1 0 0,32-52 0 0 0,-27 38 705 0 0,-9 17-587 0 0,-48 85-197 0 0,-249 437 1416 0 0,58-113-835 0 0,116-204-380 0 0,73-133 297 0 0,-1 0 0 0 0,-2-2-1 0 0,-28 28 1 0 0,38-45 86 0 0,0 0 0 0 0,-1-1 0 0 0,0 0 0 0 0,-1-1-1 0 0,0-1 1 0 0,-18 8 0 0 0,23-13-276 0 0,1 0 0 0 0,-1 0 0 0 0,-1-1 0 0 0,1 0 0 0 0,0-1 0 0 0,-1 0-1 0 0,1-1 1 0 0,-1 0 0 0 0,1 0 0 0 0,-1-1 0 0 0,-15-2 0 0 0,23 1-315 0 0,0 1 0 0 0,0 0 0 0 0,0-1 0 0 0,1 0 0 0 0,-1 1 0 0 0,0-1 0 0 0,1 0 0 0 0,-1 0 0 0 0,0-1 0 0 0,1 1 0 0 0,-1-1 0 0 0,1 1 0 0 0,0-1 0 0 0,0 0 0 0 0,-1 0 0 0 0,1 1 0 0 0,0-2 0 0 0,0 1 0 0 0,1 0 0 0 0,-1 0 0 0 0,0-1 0 0 0,1 1 0 0 0,0-1 0 0 0,-1 1 0 0 0,1-1 0 0 0,0 1 0 0 0,0-1 0 0 0,0 0 0 0 0,1 0 0 0 0,-1 1 0 0 0,1-1 0 0 0,-1 0 0 0 0,1 0 0 0 0,0 0 0 0 0,0 0 0 0 0,1-3 0 0 0,0-4 0 0 0,1 0 0 0 0,0 0 0 0 0,1 1 0 0 0,0-1 0 0 0,1 0 0 0 0,0 1 0 0 0,0 0 0 0 0,1 0 0 0 0,6-8 0 0 0,10-13-306 0 0,2 1 0 0 0,1 2 0 0 0,1 0 0 0 0,1 2-1 0 0,1 1 1 0 0,1 1 0 0 0,57-35 0 0 0,-19 19-829 0 0,1 4 0 0 0,125-47 0 0 0,7 21-5384 0 0,-63 29-2669 0 0,-68 18 386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38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189 242 432 0 0,'8'-15'2569'0'0,"-1"-1"0"0"0,-1-1 0 0 0,6-17 0 0 0,2-8 2711 0 0,-25 48-5114 0 0,4 2-129 0 0,0-1 0 0 0,0 1-1 0 0,1 0 1 0 0,0 1 0 0 0,-6 12-1 0 0,-2 1-4 0 0,8-12-13 0 0,-15 22 14 0 0,-23 47 0 0 0,39-69-10 0 0,1-1 0 0 0,0 1 0 0 0,1 0 0 0 0,0-1 0 0 0,1 2-1 0 0,0-1 1 0 0,0 0 0 0 0,1 0 0 0 0,1 1 0 0 0,0 11 0 0 0,0-16-3 0 0,1-1 0 0 0,0 0 1 0 0,1 0-1 0 0,-1 0 0 0 0,1 0 0 0 0,0 0 1 0 0,0-1-1 0 0,0 1 0 0 0,1-1 0 0 0,0 1 0 0 0,-1-1 1 0 0,2 0-1 0 0,-1 0 0 0 0,0 0 0 0 0,1 0 1 0 0,0-1-1 0 0,0 1 0 0 0,0-1 0 0 0,0 0 1 0 0,0 0-1 0 0,1 0 0 0 0,-1-1 0 0 0,1 0 1 0 0,0 0-1 0 0,0 0 0 0 0,0 0 0 0 0,0-1 1 0 0,0 0-1 0 0,0 0 0 0 0,6 1 0 0 0,-2-1-5 0 0,0 0-1 0 0,0-1 1 0 0,1 0-1 0 0,-1-1 0 0 0,0 1 1 0 0,1-2-1 0 0,-1 1 1 0 0,0-1-1 0 0,0-1 0 0 0,0 0 1 0 0,0 0-1 0 0,-1 0 1 0 0,1-1-1 0 0,-1-1 1 0 0,16-10-1 0 0,-15 6-11 0 0,1 0 0 0 0,-2-1 0 0 0,1 0 0 0 0,-1-1 0 0 0,-1 1 0 0 0,0-2 0 0 0,0 1 0 0 0,-1-1 0 0 0,-1 0 0 0 0,0 0 0 0 0,0-1 0 0 0,-1 1 0 0 0,-1-1 0 0 0,0 0 0 0 0,1-18-1 0 0,-1 10-15 0 0,-2 0-1 0 0,-1 0 1 0 0,0-1-1 0 0,-2 1 0 0 0,0 0 1 0 0,-1 0-1 0 0,-1 0 0 0 0,-13-36 1 0 0,15 51-3 0 0,0 0 0 0 0,-1 0 1 0 0,0 1-1 0 0,0-1 1 0 0,-1 0-1 0 0,1 1 0 0 0,-1 0 1 0 0,0 0-1 0 0,0 0 0 0 0,-1 1 1 0 0,0-1-1 0 0,0 1 1 0 0,-7-5-1 0 0,8 6 4 0 0,0 1 0 0 0,-1 0 0 0 0,1 1 1 0 0,0-1-1 0 0,-1 1 0 0 0,1 0 0 0 0,-1 0 0 0 0,1 0 0 0 0,-1 1 1 0 0,1 0-1 0 0,-1-1 0 0 0,1 2 0 0 0,-1-1 0 0 0,1 0 0 0 0,-1 1 1 0 0,1 0-1 0 0,-1 0 0 0 0,1 0 0 0 0,-8 4 0 0 0,-5 2-2 0 0,1 2-1 0 0,0 0 1 0 0,0 1 0 0 0,1 0-1 0 0,0 1 1 0 0,1 1-1 0 0,-21 21 1 0 0,21-17 11 0 0,0 0 1 0 0,1 0 0 0 0,0 2-1 0 0,2-1 1 0 0,0 2 0 0 0,-12 27-1 0 0,20-39 4 0 0,0 0-1 0 0,1 0 1 0 0,0 0-1 0 0,0 0 1 0 0,1 1-1 0 0,0-1 1 0 0,0 1-1 0 0,1-1 1 0 0,0 0-1 0 0,1 16 1 0 0,0-19-2 0 0,0 0 1 0 0,0 0-1 0 0,1 0 1 0 0,-1 0 0 0 0,1-1-1 0 0,0 1 1 0 0,0 0 0 0 0,0-1-1 0 0,1 1 1 0 0,-1-1-1 0 0,1 0 1 0 0,0 0 0 0 0,0 0-1 0 0,0 0 1 0 0,0 0-1 0 0,0-1 1 0 0,1 1 0 0 0,-1-1-1 0 0,1 0 1 0 0,7 3 0 0 0,2 1-94 0 0,0-2 1 0 0,1 0 0 0 0,-1-1-1 0 0,1 0 1 0 0,0-1 0 0 0,-1 0-1 0 0,1-2 1 0 0,0 1 0 0 0,25-4-1 0 0,-12 0-123 0 0,0-1-1 0 0,-1-2 1 0 0,1-1-1 0 0,25-10 1 0 0,-28 7 80 0 0,-2 0 1 0 0,1-2 0 0 0,-2-1 0 0 0,28-20-1 0 0,72-68-170 0 0,-39 30 129 0 0,-81 70 164 0 0,1 0 1 0 0,-1 0 0 0 0,0 0-1 0 0,1 0 1 0 0,0 0-1 0 0,-1 0 1 0 0,1 0-1 0 0,-1 1 1 0 0,1-1-1 0 0,0 1 1 0 0,-1-1-1 0 0,1 1 1 0 0,0-1-1 0 0,0 1 1 0 0,0 0-1 0 0,-1 0 1 0 0,3 0 0 0 0,-3 0 9 0 0,1 1 0 0 0,-1-1 0 0 0,0 1 0 0 0,0-1 0 0 0,0 1 0 0 0,1 0 0 0 0,-1-1 0 0 0,0 1 0 0 0,0 0 0 0 0,0 0 0 0 0,0 0 0 0 0,0 0 0 0 0,0 0 1 0 0,0 0-1 0 0,-1 0 0 0 0,1 0 0 0 0,0 0 0 0 0,0 0 0 0 0,-1 0 0 0 0,1 1 0 0 0,-1-1 0 0 0,1 0 0 0 0,0 3 0 0 0,3 12 14 0 0,0 1-1 0 0,0 0 0 0 0,-2 0 1 0 0,0 0-1 0 0,-1 0 0 0 0,-1 0 1 0 0,0 0-1 0 0,-4 20 0 0 0,0-9 252 0 0,-2 1-1 0 0,-1-1 0 0 0,-1-1 0 0 0,-13 29 1 0 0,19-52-125 0 0,0 1 1 0 0,0 0 0 0 0,-1-1 0 0 0,0 1 0 0 0,0-1 0 0 0,0 0-1 0 0,0 0 1 0 0,-1 0 0 0 0,1 0 0 0 0,-1 0 0 0 0,0-1-1 0 0,0 0 1 0 0,-1 0 0 0 0,-7 4 0 0 0,10-6-26 0 0,0-2-14 0 0,1-1-87 0 0,-1 0-1 0 0,1 1 1 0 0,0-1 0 0 0,-1 0 0 0 0,1 0-1 0 0,0 0 1 0 0,0 0 0 0 0,0-1 0 0 0,1 1-1 0 0,-1 0 1 0 0,0 0 0 0 0,1 0 0 0 0,-1-1 0 0 0,1 1-1 0 0,0 0 1 0 0,0-1 0 0 0,0 1 0 0 0,0 0-1 0 0,0 0 1 0 0,0-1 0 0 0,1 1 0 0 0,-1 0-1 0 0,1 0 1 0 0,1-3 0 0 0,2-11-6 0 0,1 0-1 0 0,8-18 1 0 0,-10 28 1 0 0,8-19-17 0 0,2 1 1 0 0,0 0-1 0 0,2 1 1 0 0,0 1-1 0 0,2 0 1 0 0,35-36-1 0 0,-29 36-21 0 0,1 1-1 0 0,0 1 1 0 0,2 2-1 0 0,0 0 1 0 0,48-24 0 0 0,-68 39 7 0 0,1 0 1 0 0,0 1 0 0 0,0-1 0 0 0,-1 1 0 0 0,1 1 0 0 0,1-1-1 0 0,-1 1 1 0 0,0 1 0 0 0,9-1 0 0 0,-13 1 20 0 0,0 0 0 0 0,0 1 0 0 0,-1-1 0 0 0,1 1 0 0 0,0 0 0 0 0,-1 0 0 0 0,1 0 0 0 0,-1 0 0 0 0,1 0 0 0 0,-1 0 0 0 0,1 0 0 0 0,-1 1 1 0 0,0 0-1 0 0,1-1 0 0 0,-1 1 0 0 0,0 0 0 0 0,0 0 0 0 0,0 0 0 0 0,-1 0 0 0 0,1 0 0 0 0,0 1 0 0 0,-1-1 0 0 0,0 0 0 0 0,1 1 0 0 0,-1-1 0 0 0,2 6 0 0 0,-1 2 36 0 0,1-1 0 0 0,-1 1 0 0 0,-1 1 0 0 0,0-1 0 0 0,0 0 0 0 0,-1 0 0 0 0,0 0 0 0 0,-1 0 0 0 0,0 1 0 0 0,-3 12 0 0 0,-5 14 308 0 0,-21 52 1 0 0,3-8 34 0 0,25-74-212 0 0,-2 15 293 0 0,4-21-447 0 0,0-1 0 0 0,0 1 0 0 0,0 0 0 0 0,0-1 0 0 0,0 1 0 0 0,0-1 0 0 0,0 1 1 0 0,1-1-1 0 0,-1 1 0 0 0,0-1 0 0 0,0 1 0 0 0,1-1 0 0 0,-1 0 0 0 0,0 1 1 0 0,1-1-1 0 0,-1 1 0 0 0,0-1 0 0 0,1 0 0 0 0,-1 1 0 0 0,1-1 0 0 0,-1 0 0 0 0,0 1 1 0 0,1-1-1 0 0,-1 0 0 0 0,1 1 0 0 0,-1-1 0 0 0,1 0 0 0 0,-1 0 0 0 0,1 0 1 0 0,-1 0-1 0 0,1 0 0 0 0,-1 1 0 0 0,1-1 0 0 0,0 0 0 0 0,-1 0 0 0 0,1 0 0 0 0,-1 0 1 0 0,1-1-1 0 0,29 0-396 0 0,-1-1 0 0 0,43-10 0 0 0,61-20-5064 0 0,-77 18 1317 0 0,0-1-1688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40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135 816 2412 0 0,'-24'-2'4224'0'0,"17"2"-3508"0"0,1 0-1 0 0,-1 1 0 0 0,1 0 1 0 0,-1 0-1 0 0,-11 4 0 0 0,15-4-614 0 0,0 0-1 0 0,0 1 1 0 0,0 0-1 0 0,1 0 1 0 0,-1-1-1 0 0,0 1 1 0 0,1 1-1 0 0,-1-1 1 0 0,1 0-1 0 0,0 1 0 0 0,0-1 1 0 0,0 1-1 0 0,0 0 1 0 0,0-1-1 0 0,1 1 1 0 0,-3 6-1 0 0,0-1 12 0 0,1 0 0 0 0,0 0-1 0 0,1 1 1 0 0,-3 16 0 0 0,5-25-130 0 0,0 24 1031 0 0,0-23-985 0 0,1-1 0 0 0,-1 1 0 0 0,0 0 1 0 0,0-1-1 0 0,1 1 0 0 0,-1 0 0 0 0,0-1 0 0 0,1 1 0 0 0,-1-1 1 0 0,0 1-1 0 0,1 0 0 0 0,-1-1 0 0 0,1 1 0 0 0,-1-1 1 0 0,1 1-1 0 0,-1-1 0 0 0,1 0 0 0 0,0 1 0 0 0,-1-1 1 0 0,1 0-1 0 0,-1 1 0 0 0,1-1 0 0 0,0 0 0 0 0,-1 1 1 0 0,1-1-1 0 0,0 0 0 0 0,-1 0 0 0 0,1 0 0 0 0,0 0 0 0 0,0 0 1 0 0,-1 0-1 0 0,1 0 0 0 0,0 0 0 0 0,-1 0 0 0 0,1 0 1 0 0,0 0-1 0 0,-1 0 0 0 0,1 0 0 0 0,1-1 0 0 0,16-4 21 0 0,0-2-1 0 0,0 0 0 0 0,-1 0 0 0 0,0-2 0 0 0,0 0 1 0 0,-1-1-1 0 0,0-1 0 0 0,-1 0 0 0 0,0-1 0 0 0,-1-1 1 0 0,0 0-1 0 0,19-25 0 0 0,-10 9-53 0 0,-1-1 1 0 0,-1-1-1 0 0,-2-1 1 0 0,-2-1-1 0 0,23-58 1 0 0,-27 55 140 0 0,-2 0 0 0 0,-1-1 1 0 0,-3-1-1 0 0,7-72 0 0 0,-13 99-79 0 0,0 9-48 0 0,-1 0 0 0 0,0 0 0 0 0,0 0-1 0 0,1-1 1 0 0,-1 1 0 0 0,0 0 0 0 0,-1 0-1 0 0,1 0 1 0 0,0 0 0 0 0,-1 0 0 0 0,1 0-1 0 0,-1 0 1 0 0,1 0 0 0 0,-1 0 0 0 0,0 0-1 0 0,-1-2 1 0 0,0 4-10 0 0,1 0 0 0 0,0 0 0 0 0,0 0-1 0 0,-1 1 1 0 0,1-1 0 0 0,0 0 0 0 0,0 1 0 0 0,0-1-1 0 0,-1 1 1 0 0,1-1 0 0 0,0 1 0 0 0,0-1 0 0 0,-1 2 0 0 0,-7 5-4 0 0,0 1 1 0 0,1-1 0 0 0,0 2 0 0 0,0-1 0 0 0,1 1 0 0 0,0 0 0 0 0,-8 15 0 0 0,4-8 6 0 0,-118 196 74 0 0,109-175-25 0 0,3 2 0 0 0,1 0 1 0 0,-20 76-1 0 0,34-107-28 0 0,1-1 1 0 0,-1 1-1 0 0,2-1 0 0 0,-1 1 0 0 0,1-1 0 0 0,0 1 0 0 0,1-1 0 0 0,-1 1 1 0 0,2-1-1 0 0,-1 0 0 0 0,4 11 0 0 0,-3-14-12 0 0,-1 0 0 0 0,2 0 0 0 0,-1 0 0 0 0,0-1 0 0 0,1 1 0 0 0,-1-1 0 0 0,1 0 0 0 0,0 0 0 0 0,0 0-1 0 0,0 0 1 0 0,1 0 0 0 0,-1 0 0 0 0,1-1 0 0 0,-1 0 0 0 0,1 0 0 0 0,0 0 0 0 0,0 0 0 0 0,0 0 0 0 0,0-1 0 0 0,0 0 0 0 0,6 2 0 0 0,7-1-159 0 0,-1 0-1 0 0,1-1 1 0 0,-1-1-1 0 0,1 0 1 0 0,0-1-1 0 0,-1-1 1 0 0,0 0 0 0 0,1-2-1 0 0,-1 0 1 0 0,0 0-1 0 0,-1-2 1 0 0,26-11-1 0 0,-11 2-252 0 0,-1-1-1 0 0,0-1 1 0 0,-2-2-1 0 0,0-1 0 0 0,32-30 1 0 0,-29 20 161 0 0,-2-1 0 0 0,-1-1 0 0 0,-2-2 1 0 0,-1 0-1 0 0,37-72 0 0 0,-30 42 326 0 0,-4-1-1 0 0,32-116 1 0 0,-51 152 409 0 0,-2 0 0 0 0,-1-1-1 0 0,2-60 1 0 0,-7 87-466 0 0,0 1 0 0 0,0-1 0 0 0,-1 0-1 0 0,1 1 1 0 0,-1-1 0 0 0,0 1 0 0 0,1-1 0 0 0,-1 1-1 0 0,0 0 1 0 0,-1-1 0 0 0,-1-3 0 0 0,2 6-24 0 0,0 0 0 0 0,0 0 0 0 0,1 0 1 0 0,-1 0-1 0 0,0 0 0 0 0,1 0 1 0 0,-1 0-1 0 0,0 0 0 0 0,0 0 0 0 0,1 1 1 0 0,-1-1-1 0 0,0 0 0 0 0,1 0 0 0 0,-1 1 1 0 0,0-1-1 0 0,1 1 0 0 0,-1-1 1 0 0,1 0-1 0 0,-2 2 0 0 0,2-2-1 0 0,-4 3 35 0 0,0 0 1 0 0,1 0-1 0 0,-1 1 0 0 0,1 0 1 0 0,-1-1-1 0 0,1 1 1 0 0,0 1-1 0 0,1-1 0 0 0,-4 6 1 0 0,-18 46 522 0 0,18-39-394 0 0,-37 97 603 0 0,5 2 1 0 0,5 1-1 0 0,-31 223 0 0 0,54-233-577 0 0,-4 35 1102 0 0,16-133-474 0 0,-2-9-815 0 0,1 0 1 0 0,-1 0-1 0 0,0-1 0 0 0,1 1 1 0 0,-1 0-1 0 0,0 0 1 0 0,0-1-1 0 0,1 1 1 0 0,-1 0-1 0 0,0 0 0 0 0,1-1 1 0 0,-1 1-1 0 0,0 0 1 0 0,0-1-1 0 0,0 1 1 0 0,1 0-1 0 0,-1-1 0 0 0,0 1 1 0 0,0 0-1 0 0,0-1 1 0 0,0 1-1 0 0,0 0 1 0 0,0-1-1 0 0,0 1 0 0 0,0-1 1 0 0,0 0-1 0 0,7-21 0 0 0,1 1-1 0 0,0 0 1 0 0,16-28-1 0 0,41-60-256 0 0,-47 81 157 0 0,42-49 0 0 0,-48 65 58 0 0,0 0 0 0 0,0 0-1 0 0,1 1 1 0 0,0 1 0 0 0,26-15 0 0 0,-36 23 27 0 0,0 1-1 0 0,0-1 1 0 0,-1 1-1 0 0,1 0 1 0 0,0 0 0 0 0,0 0-1 0 0,0 0 1 0 0,0 1 0 0 0,0 0-1 0 0,1-1 1 0 0,-1 1 0 0 0,0 0-1 0 0,0 0 1 0 0,0 0 0 0 0,0 1-1 0 0,0-1 1 0 0,0 1 0 0 0,4 1-1 0 0,-5-1 6 0 0,1 0 0 0 0,-1 1 0 0 0,0-1 0 0 0,0 1 0 0 0,0 0-1 0 0,0-1 1 0 0,0 1 0 0 0,0 0 0 0 0,-1 0 0 0 0,1 0 0 0 0,0 0 0 0 0,-1 0-1 0 0,0 1 1 0 0,1-1 0 0 0,-1 0 0 0 0,0 1 0 0 0,0-1 0 0 0,-1 1 0 0 0,1-1 0 0 0,0 1-1 0 0,-1-1 1 0 0,1 4 0 0 0,1 22 19 0 0,-1 0 0 0 0,-2 0-1 0 0,-1 0 1 0 0,-1 0 0 0 0,-8 36-1 0 0,1-2 15 0 0,7-47-28 0 0,2-14 5 0 0,0 1-1 0 0,1 0 1 0 0,-1 0 0 0 0,1-1 0 0 0,0 1 0 0 0,0 0 0 0 0,-1-1-1 0 0,1 1 1 0 0,0 0 0 0 0,0 0 0 0 0,1 0 0 0 0,-1-1 0 0 0,0 1 0 0 0,0 0-1 0 0,1-1 1 0 0,-1 1 0 0 0,1 0 0 0 0,0-1 0 0 0,-1 1 0 0 0,1 0-1 0 0,2 1 1 0 0,-2-2-3 0 0,0 0-1 0 0,0 0 1 0 0,0 0 0 0 0,1-1-1 0 0,-1 1 1 0 0,0 0-1 0 0,1-1 1 0 0,-1 0-1 0 0,0 1 1 0 0,1-1 0 0 0,-1 0-1 0 0,1 1 1 0 0,-1-1-1 0 0,0 0 1 0 0,1 0 0 0 0,-1 0-1 0 0,1 0 1 0 0,-1 0-1 0 0,2-1 1 0 0,29-6 16 0 0,-31 7-18 0 0,25-8-72 0 0,0-1 0 0 0,-1-2 1 0 0,-1 0-1 0 0,1-2 0 0 0,-2 0 1 0 0,34-26-1 0 0,-21 10-259 0 0,-1-1-1 0 0,61-69 1 0 0,-78 78 214 0 0,-1-2-1 0 0,20-33 1 0 0,-31 46 89 0 0,0 0-1 0 0,-2-1 1 0 0,1 1 0 0 0,-1-1-1 0 0,0 0 1 0 0,-1-1-1 0 0,-1 1 1 0 0,2-17 0 0 0,-3 26 26 0 0,-1 1-1 0 0,0-1 1 0 0,0 0 0 0 0,0 0 0 0 0,0 0-1 0 0,0 0 1 0 0,-1 1 0 0 0,1-1 0 0 0,-1 0 0 0 0,1 0-1 0 0,-1 1 1 0 0,1-1 0 0 0,-1 0 0 0 0,0 1 0 0 0,0-1-1 0 0,0 1 1 0 0,0-1 0 0 0,0 1 0 0 0,0-1 0 0 0,0 1-1 0 0,-1 0 1 0 0,1-1 0 0 0,0 1 0 0 0,-1 0-1 0 0,1 0 1 0 0,-3-1 0 0 0,2 1 7 0 0,-1 0 0 0 0,1 0-1 0 0,-1 1 1 0 0,0-1 0 0 0,1 1-1 0 0,-1 0 1 0 0,1-1 0 0 0,-1 1 0 0 0,0 1-1 0 0,1-1 1 0 0,-1 0 0 0 0,1 1-1 0 0,-1-1 1 0 0,0 1 0 0 0,1 0 0 0 0,-1 0-1 0 0,1 0 1 0 0,-3 1 0 0 0,-9 6 69 0 0,0 0 1 0 0,0 1-1 0 0,1 1 1 0 0,0 0-1 0 0,0 1 1 0 0,1 0 0 0 0,1 1-1 0 0,0 0 1 0 0,-9 14-1 0 0,11-14-32 0 0,1 0-1 0 0,0 0 0 0 0,1 1 1 0 0,1 0-1 0 0,0 1 1 0 0,1-1-1 0 0,0 1 0 0 0,1 0 1 0 0,0 0-1 0 0,-1 20 0 0 0,4-28-23 0 0,1 0 0 0 0,0-1 0 0 0,0 1 0 0 0,1-1-1 0 0,0 1 1 0 0,0-1 0 0 0,0 1 0 0 0,0-1-1 0 0,1 1 1 0 0,0-1 0 0 0,0 0 0 0 0,1 0-1 0 0,-1 0 1 0 0,8 9 0 0 0,-5-7-4 0 0,1-1 1 0 0,0 1-1 0 0,0-1 0 0 0,1-1 1 0 0,0 0-1 0 0,0 0 1 0 0,0 0-1 0 0,16 7 0 0 0,-4-4-429 0 0,0-1 0 0 0,0-1-1 0 0,1 0 1 0 0,0-2-1 0 0,0 0 1 0 0,0-2-1 0 0,33 1 1 0 0,-40-3-532 0 0,0-1 1 0 0,1 0-1 0 0,25-7 0 0 0,10-10-4902 0 0,-30 8 726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40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46 123 1116 0 0,'-2'0'3626'0'0,"-42"2"7149"0"0,48-2-10365 0 0,355-38 1547 0 0,-316 35-1922 0 0,151-19 248 0 0,-178 18-1223 0 0,-1 0-1 0 0,28-12 1 0 0,-38 13-37 0 0,-1 1 0 0 0,0-1 0 0 0,0 0 0 0 0,0-1 0 0 0,-1 1 0 0 0,1-1 0 0 0,-1 1 0 0 0,0-1 0 0 0,3-5 0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41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43 1992 0 0,'-18'-43'11197'0'0,"16"44"-11126"0"0,1 0 1 0 0,0 0 0 0 0,0 0 0 0 0,0 0 0 0 0,0 0 0 0 0,0 0 0 0 0,0 0 0 0 0,0 0 0 0 0,1 1 0 0 0,-1-1 0 0 0,0 2 0 0 0,-128 374 3181 0 0,70-192-3742 0 0,18-52-1730 0 0,18-44-4086 0 0,17-57 417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42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44 828 0 0,'-2'-15'5721'0'0,"1"13"-5373"0"0,1 0 1 0 0,0 0-1 0 0,-1-1 1 0 0,1 1-1 0 0,0 0 1 0 0,1 0 0 0 0,-1 0-1 0 0,0 0 1 0 0,0 0-1 0 0,1 0 1 0 0,1-4 474 0 0,-1 6-796 0 0,0 1 1 0 0,0-1 0 0 0,0 0 0 0 0,0 0 0 0 0,0 0-1 0 0,0 1 1 0 0,0-1 0 0 0,0 1 0 0 0,0-1-1 0 0,0 1 1 0 0,0-1 0 0 0,0 1 0 0 0,1 0-1 0 0,5 11 12 0 0,0 1-1 0 0,-1 0 0 0 0,0 0 0 0 0,-1 0 0 0 0,-1 1 0 0 0,0-1 0 0 0,0 1 1 0 0,-2 0-1 0 0,0 0 0 0 0,0 0 0 0 0,-1 0 0 0 0,-1 1 0 0 0,-1 14 0 0 0,-1-16-10 0 0,1 1 0 0 0,-2-1-1 0 0,1 0 1 0 0,-2 0 0 0 0,0 0-1 0 0,0 0 1 0 0,-1-1 0 0 0,-1 1-1 0 0,0-1 1 0 0,-1-1 0 0 0,0 1-1 0 0,-1-1 1 0 0,-18 20 0 0 0,-4-11 159 0 0,28-19-135 0 0,-1-2-9 0 0,2 1-40 0 0,-1 0 0 0 0,1-1 1 0 0,-1 1-1 0 0,1-1 0 0 0,0 0 0 0 0,0 1 1 0 0,-1-1-1 0 0,1 0 0 0 0,0 0 1 0 0,0 1-1 0 0,0-1 0 0 0,0 0 0 0 0,0 0 1 0 0,0 0-1 0 0,0-1 0 0 0,0 1 1 0 0,0 0-1 0 0,0 0 0 0 0,1 0 0 0 0,-1-1 1 0 0,0 1-1 0 0,1 0 0 0 0,-1-1 0 0 0,1 1 1 0 0,0 0-1 0 0,-1-1 0 0 0,1 1 1 0 0,0-1-1 0 0,0 1 0 0 0,0-1 0 0 0,0 1 1 0 0,0 0-1 0 0,0-3 0 0 0,1-9-6 0 0,0 1-1 0 0,1-1 0 0 0,1 1 1 0 0,0 0-1 0 0,0 0 1 0 0,1 0-1 0 0,1 0 1 0 0,5-11-1 0 0,-1 6 7 0 0,1 0-1 0 0,1 0 0 0 0,0 1 1 0 0,18-21-1 0 0,-19 26-18 0 0,1 1-1 0 0,-1 0 1 0 0,2 0-1 0 0,-1 1 1 0 0,1 1-1 0 0,1 0 1 0 0,24-11-1 0 0,-33 17 10 0 0,0 0 0 0 0,0 0 1 0 0,0 1-1 0 0,1 0 0 0 0,-1 0 0 0 0,0 0 0 0 0,1 0 0 0 0,-1 1 1 0 0,1 0-1 0 0,-1 0 0 0 0,1 0 0 0 0,-1 0 0 0 0,0 1 0 0 0,1 0 0 0 0,-1 0 1 0 0,1 0-1 0 0,-1 0 0 0 0,0 1 0 0 0,0-1 0 0 0,0 1 0 0 0,0 0 1 0 0,0 0-1 0 0,0 1 0 0 0,0-1 0 0 0,-1 1 0 0 0,1 0 0 0 0,-1 0 0 0 0,0 0 1 0 0,4 6-1 0 0,0 0 18 0 0,-1 0-1 0 0,0 1 1 0 0,0 0 0 0 0,-1 0-1 0 0,-1 1 1 0 0,0-1 0 0 0,0 1 0 0 0,-1 0-1 0 0,0 0 1 0 0,-1 0 0 0 0,2 22-1 0 0,-4-23 14 0 0,1 1-1 0 0,-1-1 0 0 0,-1 0 1 0 0,0 1-1 0 0,0-1 0 0 0,-1 0 1 0 0,-1 0-1 0 0,0 0 0 0 0,0 0 0 0 0,-1 0 1 0 0,0-1-1 0 0,0 1 0 0 0,-7 9 1 0 0,8-16-6 0 0,1 0 1 0 0,-1-1 0 0 0,0 1-1 0 0,1-1 1 0 0,-1 1 0 0 0,-5 2-1 0 0,6-4 0 0 0,-1-1-2 0 0,2 0-18 0 0,0 0 1 0 0,0-1-1 0 0,0 1 1 0 0,-1 0-1 0 0,1-1 1 0 0,0 1-1 0 0,0-1 1 0 0,0 1-1 0 0,0-1 1 0 0,0 0-1 0 0,0 1 1 0 0,0-1-1 0 0,0 0 1 0 0,0 0 0 0 0,0 0-1 0 0,0 1 1 0 0,0-1-1 0 0,0 0 1 0 0,1 0-1 0 0,-1 0 1 0 0,0-1-1 0 0,1 1 1 0 0,-1 0-1 0 0,1 0 1 0 0,-1 0-1 0 0,1 0 1 0 0,0 0-1 0 0,-1-1 1 0 0,1 1-1 0 0,0 0 1 0 0,0 0 0 0 0,0-1-1 0 0,0 1 1 0 0,0 0-1 0 0,0 0 1 0 0,0-1-1 0 0,1-1 1 0 0,-1 0-18 0 0,1-9 9 0 0,0 0 0 0 0,1 1 1 0 0,0 0-1 0 0,1-1 0 0 0,0 1 1 0 0,1 0-1 0 0,0 0 0 0 0,1 1 1 0 0,0-1-1 0 0,13-17 0 0 0,-6 9-4 0 0,2 1 0 0 0,0 1 0 0 0,1 0 0 0 0,29-24 0 0 0,-25 25 8 0 0,0 2 1 0 0,28-16 0 0 0,-39 25-11 0 0,0 1 0 0 0,0 0 0 0 0,1 1 0 0 0,-1 0 0 0 0,1 0 0 0 0,-1 0 0 0 0,1 1 0 0 0,0 1 0 0 0,11-1 0 0 0,-17 2 14 0 0,0 0 0 0 0,0 0 0 0 0,0 0 0 0 0,1 1 0 0 0,-1-1 0 0 0,0 1 0 0 0,-1 0 0 0 0,1 0 0 0 0,0 0 0 0 0,0 0 0 0 0,0 1 0 0 0,0-1 0 0 0,-1 1 0 0 0,1-1 0 0 0,-1 1 0 0 0,1 0 0 0 0,2 3 0 0 0,-2-1 9 0 0,0 0 0 0 0,0-1 1 0 0,-1 1-1 0 0,0 0 0 0 0,0 1 0 0 0,0-1 1 0 0,0 0-1 0 0,0 0 0 0 0,-1 1 1 0 0,1 7-1 0 0,0 2 24 0 0,0 0 1 0 0,-2 1-1 0 0,0-1 0 0 0,0 0 1 0 0,-2 1-1 0 0,-3 18 1 0 0,-34 112 114 0 0,27-103-1007 0 0,6-15-793 0 0,8-9-2756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43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484 806 1904 0 0,'4'-10'1104'0'0,"-1"-1"-1"0"0,0 1 1 0 0,0-1-1 0 0,-1 0 1 0 0,-1 1-1 0 0,0-1 1 0 0,0-14-1 0 0,-1 21-903 0 0,0 0-1 0 0,0-1 1 0 0,0 1-1 0 0,-1 0 1 0 0,0 0-1 0 0,0 0 0 0 0,0-1 1 0 0,0 1-1 0 0,-1 0 1 0 0,1 0-1 0 0,-1 1 1 0 0,0-1-1 0 0,0 0 1 0 0,-1 1-1 0 0,1-1 1 0 0,-1 1-1 0 0,1 0 1 0 0,-1-1-1 0 0,0 1 1 0 0,0 1-1 0 0,-5-4 1 0 0,6 5-166 0 0,0 0 1 0 0,0 1-1 0 0,-1-1 1 0 0,1 0 0 0 0,0 1-1 0 0,-1 0 1 0 0,1 0-1 0 0,0-1 1 0 0,-1 1 0 0 0,1 1-1 0 0,-1-1 1 0 0,1 0-1 0 0,0 1 1 0 0,-1-1 0 0 0,-2 2-1 0 0,-33 12 117 0 0,-4 8-56 0 0,1 2 1 0 0,1 2 0 0 0,1 1-1 0 0,1 2 1 0 0,2 2-1 0 0,1 1 1 0 0,-33 41 0 0 0,62-67-81 0 0,0 1 1 0 0,1 0-1 0 0,0 0 1 0 0,1 1-1 0 0,0-1 1 0 0,-6 16-1 0 0,9-22-8 0 0,0 1-1 0 0,1 0 1 0 0,-1 0-1 0 0,1 0 1 0 0,0 0-1 0 0,-1 0 1 0 0,1 0-1 0 0,0 0 1 0 0,0 0-1 0 0,0 0 1 0 0,1 0-1 0 0,-1-1 1 0 0,0 1-1 0 0,1 0 1 0 0,-1 0-1 0 0,1 0 1 0 0,-1 0-1 0 0,1 0 1 0 0,0-1-1 0 0,0 1 1 0 0,0 0-1 0 0,0-1 1 0 0,0 1-1 0 0,0 0 1 0 0,1-1-1 0 0,-1 0 1 0 0,0 1-1 0 0,1-1 1 0 0,-1 0-1 0 0,1 1 1 0 0,0-1-1 0 0,-1 0 1 0 0,1 0-1 0 0,0 0 1 0 0,2 0-1 0 0,5 3-45 0 0,1-1-1 0 0,0 0 0 0 0,0 0 1 0 0,1-1-1 0 0,-1 0 0 0 0,0-1 1 0 0,1-1-1 0 0,-1 1 1 0 0,0-1-1 0 0,1-1 0 0 0,-1 0 1 0 0,0-1-1 0 0,1 0 0 0 0,-1 0 1 0 0,0-1-1 0 0,0 0 0 0 0,13-7 1 0 0,-6 2-56 0 0,0-1-1 0 0,-1 0 1 0 0,-1-1 0 0 0,1-1 0 0 0,-1 0 0 0 0,-1-1-1 0 0,0 0 1 0 0,23-29 0 0 0,-15 9 128 0 0,-1-1 0 0 0,-1 0-1 0 0,20-47 1 0 0,-15 28 737 0 0,-17 38-686 0 0,-10 27-2 0 0,-10 26 161 0 0,-12 23 229 0 0,-19 55-30 0 0,39-102-376 0 0,0 0 0 0 0,1 0 1 0 0,1 0-1 0 0,0 0 0 0 0,1 29 0 0 0,1-41-51 0 0,0 0-1 0 0,0 0 1 0 0,1 0 0 0 0,-1 0-1 0 0,1 0 1 0 0,0 0 0 0 0,0 0-1 0 0,0 0 1 0 0,0-1 0 0 0,0 1-1 0 0,0 0 1 0 0,1-1 0 0 0,0 1-1 0 0,-1-1 1 0 0,1 1 0 0 0,0-1-1 0 0,0 0 1 0 0,4 4 0 0 0,-3-4-54 0 0,1 0 0 0 0,-1-1-1 0 0,0 1 1 0 0,1-1 0 0 0,-1 1 0 0 0,1-1 0 0 0,-1 0 0 0 0,1-1-1 0 0,0 1 1 0 0,-1-1 0 0 0,1 1 0 0 0,0-1 0 0 0,4-1 0 0 0,7 0-224 0 0,-1-2 0 0 0,0 0 0 0 0,0 0 0 0 0,0-1 0 0 0,0-1 0 0 0,21-10 0 0 0,-17 5-12 0 0,0-1-1 0 0,0 0 0 0 0,-1-1 0 0 0,0 0 1 0 0,-1-2-1 0 0,24-25 0 0 0,-19 15 84 0 0,-2-1 1 0 0,0-1 0 0 0,26-50-1 0 0,-10 1 199 0 0,-3-1 1 0 0,32-116-1 0 0,-3-90 2117 0 0,-49 212-829 0 0,-11 64-1167 0 0,3-12 290 0 0,1-36 0 0 0,-5 53-398 0 0,-2 3-13 0 0,0-1 0 0 0,0 1-1 0 0,0 1 1 0 0,0-1 0 0 0,0 0-1 0 0,1 0 1 0 0,-1 1-1 0 0,1-1 1 0 0,-2 4 0 0 0,2-3 4 0 0,-27 48 154 0 0,-33 87-1 0 0,-6 62 12 0 0,11 12-43 0 0,51-180-94 0 0,0 1 1 0 0,2 0 0 0 0,2 0-1 0 0,3 54 1 0 0,-1-77-31 0 0,1-1 0 0 0,0 1 1 0 0,0-1-1 0 0,0 0 0 0 0,1 0 1 0 0,1 0-1 0 0,0 0 1 0 0,0 0-1 0 0,0-1 0 0 0,1 0 1 0 0,0 0-1 0 0,1 0 0 0 0,0 0 1 0 0,0-1-1 0 0,1 0 0 0 0,0 0 1 0 0,0-1-1 0 0,0 0 0 0 0,1 0 1 0 0,0-1-1 0 0,0 1 0 0 0,1-2 1 0 0,-1 1-1 0 0,1-2 0 0 0,0 1 1 0 0,0-1-1 0 0,0 0 1 0 0,0-1-1 0 0,1 0 0 0 0,-1 0 1 0 0,1-1-1 0 0,-1 0 0 0 0,1-1 1 0 0,0 0-1 0 0,-1-1 0 0 0,1 0 1 0 0,9-2-1 0 0,-8 0-15 0 0,0-1 0 0 0,-1 0-1 0 0,0-1 1 0 0,0 0 0 0 0,0-1 0 0 0,-1 0 0 0 0,0 0-1 0 0,0-1 1 0 0,0 0 0 0 0,-1 0 0 0 0,0-1-1 0 0,0 0 1 0 0,-1-1 0 0 0,0 0 0 0 0,-1 0 0 0 0,0 0-1 0 0,5-11 1 0 0,1-3 2 0 0,-1-1 1 0 0,-1 0-1 0 0,-1 0 0 0 0,-1-1 0 0 0,-1 0 0 0 0,4-32 0 0 0,-7 28 191 0 0,1-52 0 0 0,-5 69-88 0 0,-1-1 1 0 0,0 1-1 0 0,-1-1 1 0 0,0 1-1 0 0,-1 0 1 0 0,-7-20-1 0 0,10 31-99 0 0,0 0 0 0 0,-1 0 0 0 0,1 0 0 0 0,0 0 0 0 0,-1 0 0 0 0,1 0 0 0 0,-1 0 0 0 0,1 0 0 0 0,-1 0 0 0 0,0 0 0 0 0,1 0 0 0 0,-1 0 0 0 0,0 0 0 0 0,0 0 0 0 0,1 0 0 0 0,-1 1 0 0 0,0-1 0 0 0,0 0 0 0 0,0 1 0 0 0,0-1-1 0 0,0 1 1 0 0,0-1 0 0 0,0 1 0 0 0,0-1 0 0 0,0 1 0 0 0,0 0 0 0 0,0-1 0 0 0,-1 1 0 0 0,1 0 0 0 0,0 0 0 0 0,0 0 0 0 0,0 0 0 0 0,0 0 0 0 0,0 0 0 0 0,-1 0 0 0 0,1 0 0 0 0,0 0 0 0 0,0 1 0 0 0,0-1 0 0 0,0 0-1 0 0,0 1 1 0 0,0-1 0 0 0,0 1 0 0 0,0-1 0 0 0,0 1 0 0 0,0 0 0 0 0,0-1 0 0 0,0 1 0 0 0,0 0 0 0 0,-1 1 0 0 0,-1 1-7 0 0,0 0 0 0 0,1-1-1 0 0,-1 1 1 0 0,1 1 0 0 0,0-1 0 0 0,-1 0-1 0 0,1 1 1 0 0,1-1 0 0 0,-1 1 0 0 0,0-1 0 0 0,1 1-1 0 0,0 0 1 0 0,0 0 0 0 0,-1 4 0 0 0,2-2-23 0 0,0-1-1 0 0,0 1 1 0 0,0 0 0 0 0,1-1 0 0 0,0 1-1 0 0,0 0 1 0 0,0-1 0 0 0,1 1-1 0 0,0-1 1 0 0,0 0 0 0 0,0 0 0 0 0,0 0-1 0 0,1 0 1 0 0,4 6 0 0 0,-2-5-36 0 0,0 0-1 0 0,0 0 1 0 0,1-1 0 0 0,0 0-1 0 0,0 0 1 0 0,0-1 0 0 0,0 1-1 0 0,1-1 1 0 0,10 4 0 0 0,4 0-139 0 0,0 0 0 0 0,0-2 0 0 0,1-1 1 0 0,0 0-1 0 0,0-1 0 0 0,29 0 1 0 0,-40-4 144 0 0,1 0 1 0 0,0 0-1 0 0,0-1 1 0 0,-1-1 0 0 0,1 0-1 0 0,-1 0 1 0 0,1-1-1 0 0,-1-1 1 0 0,0 0 0 0 0,0 0-1 0 0,-1-1 1 0 0,1-1 0 0 0,11-8-1 0 0,-15 10 176 0 0,-1-1-1 0 0,0 0 1 0 0,0 0-1 0 0,-1 0 1 0 0,0-1 0 0 0,0 0-1 0 0,0 0 1 0 0,0 0-1 0 0,-1-1 1 0 0,0 1-1 0 0,-1-1 1 0 0,1 0-1 0 0,-1 0 1 0 0,-1-1 0 0 0,1 1-1 0 0,-1-1 1 0 0,0 1-1 0 0,-1-1 1 0 0,0 1-1 0 0,0-12 1 0 0,-1 18-99 0 0,0 0-1 0 0,1 0 1 0 0,-1 0-1 0 0,0 0 0 0 0,0 0 1 0 0,0 0-1 0 0,-1 0 1 0 0,1 0-1 0 0,0 0 1 0 0,0 0-1 0 0,0 0 1 0 0,-1 1-1 0 0,1-1 1 0 0,0 0-1 0 0,-1 0 1 0 0,1 0-1 0 0,-1 0 1 0 0,1 1-1 0 0,-1-1 1 0 0,1 0-1 0 0,-1 0 1 0 0,0 1-1 0 0,1-1 1 0 0,-1 0-1 0 0,0 1 1 0 0,0-1-1 0 0,0 0 1 0 0,-1 1-10 0 0,1 0 0 0 0,0 0 0 0 0,-1 0 0 0 0,1 0 0 0 0,-1 0 0 0 0,1 0 0 0 0,0 0 0 0 0,-1 0 0 0 0,1 1 1 0 0,0-1-1 0 0,-1 1 0 0 0,1-1 0 0 0,0 1 0 0 0,-1-1 0 0 0,-1 2 0 0 0,-5 3 2 0 0,0 1 1 0 0,0-1-1 0 0,-12 14 1 0 0,-5 6 34 0 0,1 2 0 0 0,2 0 1 0 0,0 1-1 0 0,2 2 0 0 0,2 0 0 0 0,0 1 1 0 0,2 0-1 0 0,1 2 0 0 0,-11 36 0 0 0,23-59-17 0 0,1 0-1 0 0,0 1 0 0 0,1-1 0 0 0,0 0 0 0 0,1 0 1 0 0,-1 1-1 0 0,2-1 0 0 0,0 0 0 0 0,0 0 1 0 0,1 0-1 0 0,3 11 0 0 0,-4-17-94 0 0,0 0 1 0 0,1 0-1 0 0,0 0 1 0 0,0-1-1 0 0,0 1 1 0 0,0-1-1 0 0,0 1 0 0 0,1-1 1 0 0,-1 0-1 0 0,1 0 1 0 0,0 0-1 0 0,0 0 1 0 0,0-1-1 0 0,0 1 0 0 0,0-1 1 0 0,1 0-1 0 0,-1 0 1 0 0,1 0-1 0 0,0 0 1 0 0,-1 0-1 0 0,1-1 0 0 0,0 0 1 0 0,0 0-1 0 0,0 0 1 0 0,0 0-1 0 0,0 0 1 0 0,0-1-1 0 0,0 0 0 0 0,0 0 1 0 0,6-1-1 0 0,5 0-319 0 0,0-2 1 0 0,0 0-1 0 0,0-1 0 0 0,-1 0 0 0 0,0-2 0 0 0,0 1 0 0 0,0-2 1 0 0,-1 1-1 0 0,0-2 0 0 0,0 0 0 0 0,-1-1 0 0 0,22-19 0 0 0,-5 2 182 0 0,-2-2 0 0 0,-1-1 0 0 0,41-58-1 0 0,-42 47 1846 0 0,-3-2-1 0 0,-1 0 0 0 0,17-53 1 0 0,-27 68-564 0 0,-10 26-922 0 0,-2 5-134 0 0,0 1 0 0 0,-1-1 0 0 0,1 1 0 0 0,-1-1 0 0 0,0 0 0 0 0,-4 6 0 0 0,-1 5 32 0 0,-14 33 5 0 0,-29 77 245 0 0,43-105-402 0 0,1 0 0 0 0,2 0-1 0 0,0 0 1 0 0,-2 30-1 0 0,6-43-211 0 0,0 1 1 0 0,1-1-1 0 0,0 0 0 0 0,0 0 0 0 0,0 1 0 0 0,1-1 1 0 0,0 0-1 0 0,5 9 0 0 0,-5-10-318 0 0,1-1 0 0 0,0 0 0 0 0,0 0 0 0 0,6 7 0 0 0,-6-9-185 0 0,0 0 1 0 0,0 0-1 0 0,0-1 0 0 0,0 1 1 0 0,0-1-1 0 0,0 1 0 0 0,5 1 0 0 0,4 1-4306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44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24 199 1648 0 0,'3'-26'4927'0'0,"6"-30"1"0"0,-7 49-4188 0 0,0-1 1 0 0,0 0 0 0 0,1 1 0 0 0,6-11 0 0 0,-9 17-717 0 0,1 0 1 0 0,0 0 0 0 0,-1 0 0 0 0,1 1-1 0 0,0-1 1 0 0,0 0 0 0 0,0 0 0 0 0,0 1-1 0 0,0-1 1 0 0,0 0 0 0 0,-1 1 0 0 0,1-1-1 0 0,1 1 1 0 0,-1 0 0 0 0,0-1-1 0 0,0 1 1 0 0,0 0 0 0 0,0-1 0 0 0,0 1-1 0 0,0 0 1 0 0,0 0 0 0 0,0 0 0 0 0,0 0-1 0 0,1 0 1 0 0,0 1 0 0 0,1-1-10 0 0,-1 0 1 0 0,0 1-1 0 0,0-1 0 0 0,0 1 1 0 0,0 0-1 0 0,0 0 1 0 0,0 0-1 0 0,0 0 1 0 0,0 0-1 0 0,0 0 0 0 0,0 0 1 0 0,2 3-1 0 0,2 2 84 0 0,-1 1-1 0 0,0 0 1 0 0,0 1 0 0 0,0-1-1 0 0,-1 1 1 0 0,0 0 0 0 0,-1 0-1 0 0,0 0 1 0 0,0 1 0 0 0,0-1-1 0 0,-1 1 1 0 0,-1-1-1 0 0,1 1 1 0 0,-2 0 0 0 0,1-1-1 0 0,-1 1 1 0 0,0 0 0 0 0,-3 17-1 0 0,0-9 42 0 0,0 0 0 0 0,-1-1 0 0 0,-1 1 0 0 0,0-1 0 0 0,-1 0 0 0 0,-1-1 0 0 0,-1 0 0 0 0,-17 28 0 0 0,13-28-14 0 0,-1 1 0 0 0,0-1 0 0 0,-1-1 0 0 0,-24 19 0 0 0,37-32-159 0 0,1-4-200 0 0,3-2 139 0 0,-1 0-1 0 0,1 0 1 0 0,0 0 0 0 0,0 0-1 0 0,0 0 1 0 0,1 1 0 0 0,7-8 0 0 0,36-31-422 0 0,-16 16 326 0 0,7-10 84 0 0,110-112-385 0 0,-119 117 734 0 0,-2-1 0 0 0,42-67 0 0 0,-50 65 153 0 0,-19 33-382 0 0,-3 3-16 0 0,-3 1 0 0 0,1 1-1 0 0,0 0 0 0 0,0 1 1 0 0,0-1-1 0 0,0 1 1 0 0,0 0-1 0 0,1 0 0 0 0,-1 0 1 0 0,1 1-1 0 0,1-1 0 0 0,-1 1 1 0 0,-4 8-1 0 0,-3 4 2 0 0,0 1-1 0 0,-11 30 1 0 0,15-32 14 0 0,2-1 1 0 0,0 1-1 0 0,1 0 1 0 0,-4 29-1 0 0,7-40 8 0 0,1 1-1 0 0,-1-1 0 0 0,1 0 0 0 0,1 1 0 0 0,-1-1 0 0 0,1 0 0 0 0,0 1 0 0 0,0-1 1 0 0,0 0-1 0 0,1 0 0 0 0,0 1 0 0 0,0-1 0 0 0,0-1 0 0 0,0 1 0 0 0,1 0 0 0 0,0-1 0 0 0,0 1 1 0 0,5 5-1 0 0,-5-8-138 0 0,0 1 1 0 0,0-1 0 0 0,0 0-1 0 0,1 0 1 0 0,-1 0 0 0 0,0 0-1 0 0,1 0 1 0 0,-1-1 0 0 0,1 0-1 0 0,0 1 1 0 0,0-2 0 0 0,-1 1-1 0 0,1 0 1 0 0,0-1 0 0 0,0 1-1 0 0,0-1 1 0 0,0 0 0 0 0,-1 0-1 0 0,1-1 1 0 0,5 0 0 0 0,-5 0-672 0 0,0 0 1 0 0,0 0 0 0 0,0-1 0 0 0,0 1-1 0 0,0-1 1 0 0,0 0 0 0 0,0 0 0 0 0,0 0-1 0 0,-1-1 1 0 0,6-4 0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44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273 182 2860 0 0,'-91'-75'11326'0'0,"32"27"-6414"0"0,3-2-5039 0 0,44 42-5093 0 0,12 8 5118 0 0,0 0-1 0 0,-1 0 1 0 0,1 0 0 0 0,-1 0-1 0 0,-35 1-6597 0 0,19 0 2565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44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 1288 0 0,'-260'28'13049'0'0,"257"-27"-12465"0"0,7-2-342 0 0,29-1-56 0 0,481-23-1522 0 0,-285 25-5184 0 0,-151 1 1431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45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70 772 1992 0 0,'-25'13'4937'0'0,"22"-11"-4590"0"0,0 0-1 0 0,0 0 0 0 0,1 1 1 0 0,-1-1-1 0 0,1 1 0 0 0,-1-1 1 0 0,1 1-1 0 0,-4 5 0 0 0,1 1 399 0 0,3-7-536 0 0,1 1 1 0 0,0-1-1 0 0,0 0 0 0 0,-1 1 0 0 0,1-1 0 0 0,1 1 1 0 0,-1-1-1 0 0,0 1 0 0 0,0 5 1852 0 0,1-8-2004 0 0,0 1-1 0 0,-1-1 0 0 0,1 0 0 0 0,0 0 0 0 0,0 0 1 0 0,0 0-1 0 0,0 0 0 0 0,0 1 0 0 0,0-1 0 0 0,0 0 1 0 0,0 0-1 0 0,0 0 0 0 0,0 1 0 0 0,0-1 0 0 0,0 0 1 0 0,0 0-1 0 0,0 0 0 0 0,0 0 0 0 0,0 1 0 0 0,0-1 0 0 0,0 0 1 0 0,0 0-1 0 0,0 0 0 0 0,0 0 0 0 0,0 1 0 0 0,0-1 1 0 0,0 0-1 0 0,0 0 0 0 0,0 0 0 0 0,0 0 0 0 0,0 1 1 0 0,1-1-1 0 0,-1 0 0 0 0,0 0 56 0 0,0 0-55 0 0,0 0-1 0 0,0 0 0 0 0,0 1 0 0 0,1-1 0 0 0,-1 0 1 0 0,0 0-1 0 0,0 0 0 0 0,0 0 0 0 0,0 0 0 0 0,1 0 1 0 0,-1 0-1 0 0,0 0 0 0 0,0 0 0 0 0,0 0 0 0 0,1 0 1 0 0,-1 0-1 0 0,0 0 0 0 0,0 0 0 0 0,1 0 13 0 0,0 0 0 0 0,0 1 0 0 0,0-1 0 0 0,-1 0 0 0 0,1 0 0 0 0,0 0 0 0 0,0-1 0 0 0,0 1 0 0 0,0 0 1 0 0,-1 0-1 0 0,1 0 0 0 0,0-1 0 0 0,0 1 0 0 0,-1 0 0 0 0,1-1 0 0 0,0 1 0 0 0,0 0 0 0 0,0-2 0 0 0,27-21 288 0 0,-2-2-1 0 0,0-1 1 0 0,-2-1 0 0 0,27-38 0 0 0,75-130-281 0 0,103-209-19 0 0,-179 325-189 0 0,-50 79 131 0 0,0-1 0 0 0,0 1 0 0 0,0-1-1 0 0,1 1 1 0 0,-1-1 0 0 0,0 1 0 0 0,0-1-1 0 0,1 1 1 0 0,-1-1 0 0 0,0 1 0 0 0,1-1 0 0 0,-1 1-1 0 0,0 0 1 0 0,1-1 0 0 0,-1 1 0 0 0,1 0-1 0 0,-1-1 1 0 0,1 1 0 0 0,-1 0 0 0 0,1-1-1 0 0,-1 1 1 0 0,1 0 0 0 0,-1 0 0 0 0,1 0 0 0 0,-1 0-1 0 0,1-1 1 0 0,-1 1 0 0 0,1 0 0 0 0,-1 0-1 0 0,1 0 1 0 0,0 0 0 0 0,-1 0 0 0 0,1 0-1 0 0,-1 0 1 0 0,1 1 0 0 0,-1-1 0 0 0,1 0 0 0 0,-1 0-1 0 0,1 0 1 0 0,-1 0 0 0 0,1 1 0 0 0,-1-1-1 0 0,1 0 1 0 0,-1 0 0 0 0,1 1 0 0 0,-1-1 0 0 0,1 0-1 0 0,-1 1 1 0 0,0-1 0 0 0,1 1 0 0 0,-1-1-1 0 0,0 1 1 0 0,1-1 0 0 0,-1 0 0 0 0,0 1-1 0 0,1 0 1 0 0,1 2 10 0 0,-1 0 1 0 0,1 0-1 0 0,-1 0 0 0 0,1 0 0 0 0,-1 0 0 0 0,0 1 0 0 0,1 4 1 0 0,0 24 83 0 0,-2-1 0 0 0,0 1 0 0 0,-10 57-1 0 0,-28 94 54 0 0,23-120-100 0 0,-40 165-722 0 0,34-148-4756 0 0,16-71 3135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45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174 114 268 0 0,'-167'-71'15201'0'0,"167"71"-15177"0"0,0 0 1 0 0,0 0-1 0 0,-1 0 0 0 0,1-1 0 0 0,0 1 0 0 0,-1 0 0 0 0,1 0 0 0 0,0 0 0 0 0,-1 0 0 0 0,1 0 0 0 0,0 0 0 0 0,0-1 0 0 0,-1 1 0 0 0,1 0 0 0 0,0 0 0 0 0,0 0 0 0 0,0-1 0 0 0,-1 1 0 0 0,1 0 0 0 0,0 0 0 0 0,0-1 0 0 0,0 1 0 0 0,-1 0 0 0 0,1-1 1 0 0,0 1-1 0 0,0 0 0 0 0,0 0 0 0 0,0-1 0 0 0,0 1 0 0 0,0 0 0 0 0,0-1 0 0 0,8-4 153 0 0,15 0-127 0 0,259-8-17 0 0,-156 12-2780 0 0,0-7-4770 0 0,-102 5 3686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51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10 466 1524 0 0,'9'7'7480'0'0,"-8"-1"-7064"0"0,0 0 1 0 0,-1 1-1 0 0,0-1 0 0 0,0 0 1 0 0,-1 0-1 0 0,0 0 0 0 0,0 0 1 0 0,0 0-1 0 0,-4 12 0 0 0,2-9-251 0 0,0 1-1 0 0,2-1 0 0 0,-2 16 1 0 0,2-24-152 0 0,1 0 1 0 0,0 0 0 0 0,0 1 0 0 0,0-1 0 0 0,0 0 0 0 0,0 0 0 0 0,0 0 0 0 0,0 1-1 0 0,1-1 1 0 0,-1 0 0 0 0,0 0 0 0 0,1 0 0 0 0,-1 0 0 0 0,1 0 0 0 0,-1 1 0 0 0,1-1-1 0 0,-1 0 1 0 0,1 0 0 0 0,0 0 0 0 0,0-1 0 0 0,-1 1 0 0 0,1 0 0 0 0,0 0 0 0 0,0 0-1 0 0,0 0 1 0 0,0-1 0 0 0,0 1 0 0 0,1 0 0 0 0,0-1-6 0 0,0 0-1 0 0,0 0 1 0 0,0 0 0 0 0,1 0-1 0 0,-1 0 1 0 0,0-1 0 0 0,0 1-1 0 0,0-1 1 0 0,0 0 0 0 0,0 1-1 0 0,0-1 1 0 0,-1 0 0 0 0,1 0-1 0 0,0 0 1 0 0,0 0 0 0 0,0-1-1 0 0,-1 1 1 0 0,2-2 0 0 0,12-10-14 0 0,-1 0 0 0 0,0-1 0 0 0,-1 0 1 0 0,0-1-1 0 0,13-23 0 0 0,48-89-62 0 0,-55 92 87 0 0,140-304-41 0 0,-157 333-69 0 0,-4 6 34 0 0,-6 9 16 0 0,-12 19 26 0 0,3 0-18 0 0,-4 5 60 0 0,-23 55 1 0 0,40-78-107 0 0,0 0-1 0 0,0 0 1 0 0,1 0-1 0 0,1 1 1 0 0,0-1-1 0 0,0 1 1 0 0,1 0-1 0 0,0 0 1 0 0,1-1-1 0 0,2 16 1 0 0,-1-21-2 0 0,0 0 1 0 0,0 0-1 0 0,0 0 1 0 0,1 0-1 0 0,0 0 1 0 0,0 0-1 0 0,0 0 1 0 0,1-1 0 0 0,0 1-1 0 0,0-1 1 0 0,0 0-1 0 0,0 0 1 0 0,0 0-1 0 0,1 0 1 0 0,4 3 0 0 0,-1-2-111 0 0,-1 0 0 0 0,2-1 1 0 0,-1 0-1 0 0,0 0 0 0 0,1 0 1 0 0,-1-1-1 0 0,1 0 0 0 0,15 3 1 0 0,-6-3-235 0 0,0-1 0 0 0,1 0 0 0 0,-1-2 0 0 0,1 0 0 0 0,-1 0 0 0 0,0-2 1 0 0,1 0-1 0 0,25-7 0 0 0,-25 4-127 0 0,0-1 0 0 0,-1-1 0 0 0,0-1 1 0 0,0 0-1 0 0,17-12 0 0 0,-4-2-117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52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527 624 1436 0 0,'40'-94'1903'0'0,"-4"-2"1"0"0,-5-1-1 0 0,24-124 0 0 0,-50 188-1096 0 0,-3 19-484 0 0,0 0 1 0 0,1 0-1 0 0,5-15 1 0 0,-5 18-124 0 0,-8 13 4 0 0,-10 20 117 0 0,-82 199 1792 0 0,-25 63-520 0 0,44-92-766 0 0,-155 389 816 0 0,137-312-1267 0 0,77-207-270 0 0,4 1 0 0 0,-12 89 0 0 0,27-149-102 0 0,-5 70 104 0 0,5-66-90 0 0,1 1 0 0 0,-1-1-1 0 0,1 0 1 0 0,1 0 0 0 0,-1 0 0 0 0,1 0 0 0 0,0-1-1 0 0,4 8 1 0 0,-6-12-14 0 0,1 0 0 0 0,0-1 1 0 0,0 1-1 0 0,1 0 0 0 0,-1-1 0 0 0,0 1 0 0 0,0-1 0 0 0,1 0 1 0 0,-1 1-1 0 0,1-1 0 0 0,-1 0 0 0 0,1 0 0 0 0,0 0 1 0 0,-1 0-1 0 0,1 0 0 0 0,0 0 0 0 0,0 0 0 0 0,-1-1 0 0 0,1 1 1 0 0,3 0-1 0 0,0-1-2 0 0,-1 1 1 0 0,0-1-1 0 0,0-1 1 0 0,0 1-1 0 0,0 0 0 0 0,0-1 1 0 0,0 0-1 0 0,0 0 1 0 0,6-2-1 0 0,2-3-4 0 0,1 1-1 0 0,-1-2 0 0 0,0 0 0 0 0,-1 0 1 0 0,12-10-1 0 0,-7 3-16 0 0,-1-1 0 0 0,0 0 0 0 0,-2-1-1 0 0,1-1 1 0 0,-2 0 0 0 0,0 0 0 0 0,-1-1 0 0 0,-1-1 0 0 0,-1 0-1 0 0,0 0 1 0 0,-2-1 0 0 0,6-21 0 0 0,-8 22 4 0 0,-1 0 0 0 0,0 0-1 0 0,-2-1 1 0 0,0 1 0 0 0,-1-1 0 0 0,-1 1 0 0 0,-1-1 0 0 0,0 0-1 0 0,-2 1 1 0 0,0 0 0 0 0,-1-1 0 0 0,-1 1 0 0 0,-9-20 0 0 0,9 27-3 0 0,-1 0 0 0 0,-1 0 1 0 0,0 1-1 0 0,0 0 0 0 0,-2 0 1 0 0,-12-13-1 0 0,-63-50-69 0 0,27 25 65 0 0,56 48 21 0 0,-1 0 1 0 0,1 0-1 0 0,0 0 1 0 0,-1-1-1 0 0,1 1 0 0 0,0 0 1 0 0,0-1-1 0 0,0 1 1 0 0,0-1-1 0 0,0 1 0 0 0,0-1 1 0 0,1 0-1 0 0,-1 1 0 0 0,0-1 1 0 0,1 0-1 0 0,-1 0 1 0 0,1 1-1 0 0,0-1 0 0 0,0 0 1 0 0,-1-2-1 0 0,2 2-1 0 0,0 0 0 0 0,-1 0 0 0 0,1 0 0 0 0,0 0 1 0 0,0 0-1 0 0,0 0 0 0 0,1 0 0 0 0,-1 0 0 0 0,0 0 0 0 0,1 0 0 0 0,-1 1 0 0 0,1-1 0 0 0,-1 1 0 0 0,1-1 1 0 0,0 1-1 0 0,2-2 0 0 0,39-26-656 0 0,2 3-1 0 0,0 1 1 0 0,80-30 0 0 0,-50 23-675 0 0,64-33-1944 0 0,-48 16-1662 0 0,-48 23 1151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5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10 112 0 0,'-98'-5'9694'0'0,"6"0"-4939"0"0,89 5-4813 0 0,0 0-245 0 0,-1 0 43 0 0,-3 0 57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53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93 199 244 0 0,'2'-15'5215'0'0,"-1"7"-3940"0"0,1-17 3776 0 0,-2 25-5026 0 0,0 0 0 0 0,0 0 0 0 0,0 0 0 0 0,0 0 1 0 0,0 1-1 0 0,0-1 0 0 0,0 0 0 0 0,0 0 0 0 0,0 0 0 0 0,0 0 0 0 0,0 0 0 0 0,0-1 1 0 0,0 1-1 0 0,-1 0 151 0 0,1 0-151 0 0,-7 19 283 0 0,-17 50 950 0 0,-26 86-207 0 0,45-136-983 0 0,1 1 0 0 0,1 0 0 0 0,1 0 0 0 0,1 0 0 0 0,2 39 0 0 0,0-51-35 0 0,1 0 0 0 0,0 0 1 0 0,1 0-1 0 0,-1 0 0 0 0,2 0 1 0 0,-1 0-1 0 0,1-1 0 0 0,6 10 1 0 0,-9-16-29 0 0,-1-1-1 0 0,1 1 1 0 0,0 0 0 0 0,0-1 0 0 0,-1 1 0 0 0,1 0 0 0 0,0-1-1 0 0,0 1 1 0 0,0-1 0 0 0,0 0 0 0 0,-1 1 0 0 0,1-1 0 0 0,0 0-1 0 0,0 1 1 0 0,0-1 0 0 0,0 0 0 0 0,0 0 0 0 0,0 0 0 0 0,2 0-1 0 0,-1 1 0 0 0,-1-1-1 0 0,1 1 1 0 0,-1-1-1 0 0,1 0 1 0 0,-1 0 0 0 0,1 0-1 0 0,-1 1 1 0 0,1-1-1 0 0,-1-1 1 0 0,1 1-1 0 0,-1 0 1 0 0,1 0-1 0 0,-1-1 1 0 0,1 1-1 0 0,-1-1 1 0 0,1 1-1 0 0,-1-1 1 0 0,2 0-1 0 0,2-2 6 0 0,1 0-7 0 0,0 0 0 0 0,0 0 1 0 0,0-1-1 0 0,0 0 0 0 0,-1 0 1 0 0,1-1-1 0 0,-1 1 0 0 0,6-9 1 0 0,34-45-39 0 0,-38 50 23 0 0,140-222-241 0 0,-146 229 247 0 0,-1 0 1 0 0,0 0 0 0 0,1 1 0 0 0,-1-1-1 0 0,1 0 1 0 0,-1 1 0 0 0,1-1-1 0 0,-1 1 1 0 0,1-1 0 0 0,-1 1-1 0 0,1-1 1 0 0,-1 1 0 0 0,1-1 0 0 0,0 1-1 0 0,-1-1 1 0 0,1 1 0 0 0,0 0-1 0 0,0-1 1 0 0,-1 1 0 0 0,1 0-1 0 0,0 0 1 0 0,0-1 0 0 0,-1 1-1 0 0,1 0 1 0 0,0 0 0 0 0,0 0 0 0 0,0 0-1 0 0,-1 0 1 0 0,2 0 0 0 0,0 1 0 0 0,0 0 0 0 0,0 0 0 0 0,-1 0 0 0 0,1 0 1 0 0,0 0-1 0 0,-1 0 0 0 0,1 0 0 0 0,-1 0 0 0 0,0 1 1 0 0,1-1-1 0 0,1 3 0 0 0,3 5-1 0 0,0-1 0 0 0,-1 1 0 0 0,6 11-1 0 0,-4-4 34 0 0,2-1 1 0 0,0 0-1 0 0,1-1 0 0 0,0 0 0 0 0,1-1 0 0 0,1 0 0 0 0,0-1 0 0 0,24 20 0 0 0,-35-31-19 0 0,1 0 0 0 0,-1 0 0 0 0,0 0 0 0 0,1 0 0 0 0,0 0 0 0 0,-1 0 0 0 0,1-1 0 0 0,-1 1 0 0 0,1 0 0 0 0,0-1 0 0 0,0 0 0 0 0,-1 1 0 0 0,1-1 0 0 0,0 0 0 0 0,0 0 0 0 0,-1 0 0 0 0,1 0 0 0 0,0 0 0 0 0,0 0 0 0 0,-1 0 0 0 0,4-2 0 0 0,-2 1-3 0 0,0 0 1 0 0,-1-1 0 0 0,1 1-1 0 0,-1-1 1 0 0,1 0-1 0 0,-1 0 1 0 0,0 0 0 0 0,0 0-1 0 0,0 0 1 0 0,0-1-1 0 0,3-3 1 0 0,2-6-12 0 0,-1 1 1 0 0,0-1 0 0 0,0 0-1 0 0,5-19 1 0 0,15-67-74 0 0,-13 50 5 0 0,18-48 0 0 0,-30 93 64 0 0,0 0 0 0 0,0 0 0 0 0,0 1 1 0 0,1-1-1 0 0,-1 1 0 0 0,1-1 0 0 0,0 1 1 0 0,-1-1-1 0 0,1 1 0 0 0,0 0 0 0 0,0 0 1 0 0,1 0-1 0 0,-1 0 0 0 0,0 0 0 0 0,1 1 1 0 0,-1-1-1 0 0,4-1 0 0 0,-3 2 4 0 0,0 1 0 0 0,0-1 0 0 0,0 1 0 0 0,0-1-1 0 0,1 1 1 0 0,-1 0 0 0 0,0 1 0 0 0,0-1 0 0 0,0 0-1 0 0,0 1 1 0 0,0 0 0 0 0,0-1 0 0 0,0 1 0 0 0,0 0 0 0 0,0 1-1 0 0,0-1 1 0 0,2 2 0 0 0,27 13 12 0 0,0-2 0 0 0,1-2-1 0 0,1-1 1 0 0,35 7 0 0 0,-53-14-2 0 0,1-2 1 0 0,-1 0-1 0 0,1 0 0 0 0,0-2 1 0 0,-1 0-1 0 0,1-1 1 0 0,0-1-1 0 0,-1 0 1 0 0,1-1-1 0 0,27-9 0 0 0,-36 8 1 0 0,0 0 0 0 0,0 0-1 0 0,0-1 1 0 0,-1 0 0 0 0,1 0 0 0 0,-1-1-1 0 0,-1 0 1 0 0,1 0 0 0 0,10-13-1 0 0,-13 13-1 0 0,0 1-1 0 0,0-1 1 0 0,0 0-1 0 0,-1 0 1 0 0,0 0-1 0 0,0-1 1 0 0,0 1-1 0 0,-1-1 1 0 0,0 1-1 0 0,0-1 0 0 0,0 0 1 0 0,0-14-1 0 0,-2 21-5 0 0,0-1-1 0 0,0 0 0 0 0,0 0 0 0 0,0 1 1 0 0,0-1-1 0 0,0 0 0 0 0,0 1 0 0 0,0-1 1 0 0,0 0-1 0 0,-1 0 0 0 0,1 1 0 0 0,0-1 1 0 0,0 0-1 0 0,-1 1 0 0 0,1-1 0 0 0,-1 1 1 0 0,1-1-1 0 0,0 0 0 0 0,-1 1 0 0 0,1-1 1 0 0,-1 1-1 0 0,1-1 0 0 0,-1 1 0 0 0,0-1 1 0 0,1 1-1 0 0,-1 0 0 0 0,0-1 0 0 0,-1 0 4 0 0,0 1 1 0 0,1 0-1 0 0,-1-1 0 0 0,0 1 0 0 0,1 0 0 0 0,-1 0 0 0 0,0 0 0 0 0,1 1 0 0 0,-1-1 0 0 0,1 0 1 0 0,-4 1-1 0 0,-4 2 44 0 0,1 0 0 0 0,-1 1 0 0 0,-9 5 0 0 0,17-8-41 0 0,-19 10 116 0 0,0 1 1 0 0,1 2-1 0 0,1 0 0 0 0,0 1 0 0 0,-19 20 1 0 0,29-27-81 0 0,0 1 0 0 0,1 0 1 0 0,-1 1-1 0 0,2 0 0 0 0,0 0 1 0 0,0 0-1 0 0,0 1 1 0 0,1 0-1 0 0,1 0 0 0 0,0 0 1 0 0,-5 23-1 0 0,9-30-22 0 0,0 0 0 0 0,-1 0-1 0 0,1 0 1 0 0,1-1 0 0 0,-1 1 0 0 0,0 0-1 0 0,1 0 1 0 0,0 0 0 0 0,0 0 0 0 0,0-1-1 0 0,0 1 1 0 0,1-1 0 0 0,0 1-1 0 0,3 5 1 0 0,-2-4-2 0 0,1 0-1 0 0,0 0 1 0 0,0-1-1 0 0,1 0 0 0 0,-1 1 1 0 0,1-2-1 0 0,0 1 1 0 0,8 4-1 0 0,5 1-283 0 0,0 0-1 0 0,0-2 0 0 0,1 0 1 0 0,32 6-1 0 0,-8-3-2399 0 0,1-3 0 0 0,62 2-1 0 0,-45-7-2360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6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6453 0 0,'0'0'19889'0'0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2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76 1960 0 0,'71'-76'14522'0'0,"-117"107"-14184"0"0,-5 10 73 0 0,3 1 0 0 0,-46 53 1 0 0,65-63-230 0 0,2 2 0 0 0,2 0 0 0 0,1 2 0 0 0,-22 43 0 0 0,40-66-140 0 0,-1 1-1 0 0,2 0 1 0 0,0 0-1 0 0,1 0 1 0 0,0 1-1 0 0,-3 27 0 0 0,6-37 5 0 0,1 0-1 0 0,0 0 1 0 0,0 0-1 0 0,0 0 1 0 0,1 0-1 0 0,0 0 1 0 0,0 0-1 0 0,0 0 1 0 0,0 0-1 0 0,1 0 0 0 0,0 0 1 0 0,0-1-1 0 0,0 1 1 0 0,1 0-1 0 0,0-1 1 0 0,-1 0-1 0 0,1 0 1 0 0,1 0-1 0 0,-1 0 0 0 0,1 0 1 0 0,-1-1-1 0 0,1 1 1 0 0,7 4-1 0 0,2-1 35 0 0,1 1-1 0 0,-1-2 1 0 0,1 0-1 0 0,1 0 1 0 0,-1-2-1 0 0,17 4 1 0 0,92 11 206 0 0,-95-16-214 0 0,-19-2-277 0 0,1 0-1 0 0,-1-1 1 0 0,0 0-1 0 0,0 0 1 0 0,0-1-1 0 0,10-2 1 0 0,15-6-4612 0 0,-13 1-2560 0 0,-7 1 2153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3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62 952 0 0,'18'-24'11805'0'0,"-2"2"-4720"0"0,-9 15-5000 0 0,1-1 505 0 0,-8 8-2552 0 0,1 0 0 0 0,-1 0 0 0 0,0 0 0 0 0,1 1 0 0 0,-1-1 1 0 0,0 0-1 0 0,0 0 0 0 0,1 0 0 0 0,-1 1 0 0 0,0-1 0 0 0,0 0 0 0 0,0 0 0 0 0,1 1 1 0 0,-1-1-1 0 0,0 0 0 0 0,0 0 0 0 0,0 1 0 0 0,0-1 0 0 0,1 0 0 0 0,-1 1 0 0 0,0-1 1 0 0,0 0-1 0 0,0 1 0 0 0,0-1 0 0 0,0 0 0 0 0,0 0 0 0 0,0 1 0 0 0,0-1 0 0 0,0 0 1 0 0,0 1-1 0 0,0-1 0 0 0,0 0 0 0 0,0 1 0 0 0,0-1 0 0 0,0 0 0 0 0,-1 1 0 0 0,1-1 1 0 0,0 1-1 0 0,-3 41 1116 0 0,-2 1 1 0 0,-2-1-1 0 0,-20 68 0 0 0,4-20-801 0 0,19-68-462 0 0,-9 35 362 0 0,1-24-2991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3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15 139 340 0 0,'-6'-61'9308'0'0,"1"8"-4495"0"0,4 46-4782 0 0,-2-11 74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3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463 123 3304 0 0,'-1'-14'3860'0'0,"-6"-41"5741"0"0,6 50-9162 0 0,0 0 0 0 0,0 0 0 0 0,0 1 0 0 0,-1-1 0 0 0,1 0 0 0 0,-1 0 0 0 0,-4-5 0 0 0,5 9-411 0 0,0 0 1 0 0,0 0-1 0 0,0 1 0 0 0,0-1 0 0 0,0 0 1 0 0,0 0-1 0 0,0 1 0 0 0,0-1 0 0 0,0 1 1 0 0,-1-1-1 0 0,1 1 0 0 0,0-1 0 0 0,0 1 1 0 0,-1 0-1 0 0,1 0 0 0 0,0 0 0 0 0,-1 0 1 0 0,1 0-1 0 0,0 0 0 0 0,-1 0 0 0 0,1 0 1 0 0,0 0-1 0 0,0 0 0 0 0,-3 1 0 0 0,-31 12 17 0 0,30-11 0 0 0,-33 17-3 0 0,0 0 0 0 0,2 3 0 0 0,0 1 0 0 0,2 1 0 0 0,1 2 0 0 0,-43 43 0 0 0,67-60-34 0 0,1-1-1 0 0,0 2 0 0 0,0-1 1 0 0,1 1-1 0 0,1 0 0 0 0,0 0 1 0 0,0 1-1 0 0,-6 17 0 0 0,10-24-5 0 0,1 1 0 0 0,0-1 0 0 0,0 0 0 0 0,0 1 0 0 0,1-1 0 0 0,0 1 0 0 0,-1-1-1 0 0,2 1 1 0 0,-1-1 0 0 0,0 1 0 0 0,1-1 0 0 0,0 0 0 0 0,0 1 0 0 0,0-1 0 0 0,1 0 0 0 0,-1 1 0 0 0,1-1-1 0 0,0 0 1 0 0,0 0 0 0 0,0-1 0 0 0,1 1 0 0 0,0 0 0 0 0,-1-1 0 0 0,1 1 0 0 0,6 4 0 0 0,-1-2-77 0 0,-1 0 0 0 0,1-1 0 0 0,0 0 0 0 0,0 0 1 0 0,0-1-1 0 0,1 0 0 0 0,0-1 0 0 0,0 0 0 0 0,0 0 0 0 0,0 0 1 0 0,0-2-1 0 0,13 2 0 0 0,-16-2 2 0 0,1-1 0 0 0,0-1-1 0 0,-1 1 1 0 0,1-1 0 0 0,0 0 0 0 0,-1-1 0 0 0,1 1 0 0 0,-1-1-1 0 0,0-1 1 0 0,1 1 0 0 0,-1-1 0 0 0,0 0 0 0 0,0-1 0 0 0,-1 1-1 0 0,1-1 1 0 0,-1 0 0 0 0,0 0 0 0 0,0-1 0 0 0,0 0 0 0 0,6-8-1 0 0,2-4 21 0 0,-1 0 0 0 0,0 0 0 0 0,-2-1 0 0 0,0 0 0 0 0,9-24 0 0 0,4-26 118 0 0,-16 44 513 0 0,19-40-1 0 0,-21 52-389 0 0,1-3-132 0 0,-6 15-52 0 0,0 0 0 0 0,0-1 0 0 0,0 1 0 0 0,0 0 0 0 0,1 0 0 0 0,-1 0 0 0 0,0-1 0 0 0,0 1 0 0 0,0 0 0 0 0,1 0-1 0 0,-1 0 1 0 0,0 0 0 0 0,0 0 0 0 0,0-1 0 0 0,1 1 0 0 0,-1 0 0 0 0,0 0 0 0 0,0 0 0 0 0,1 0 0 0 0,-1 0 0 0 0,0 0 0 0 0,0 0 0 0 0,0 0-1 0 0,1 0 1 0 0,-1 0 0 0 0,0 0 0 0 0,0 0 0 0 0,1 0 0 0 0,-1 0 0 0 0,0 0 0 0 0,0 0 0 0 0,1 0 0 0 0,-1 0 0 0 0,0 0 0 0 0,0 0-1 0 0,1 0 1 0 0,-1 1 0 0 0,0-1 0 0 0,0 0 0 0 0,0 0 0 0 0,1 0 0 0 0,-1 0 0 0 0,0 1 0 0 0,1 0 5 0 0,0 0 1 0 0,0 1-1 0 0,-1-1 0 0 0,1 1 1 0 0,-1-1-1 0 0,1 1 0 0 0,-1-1 1 0 0,1 1-1 0 0,-1-1 0 0 0,0 1 1 0 0,0-1-1 0 0,0 1 0 0 0,0 2 1 0 0,-1 28 68 0 0,1-22-36 0 0,-2 55-8 0 0,0 33-1884 0 0,3-83-2019 0 0,1 0 1 0 0,5 20-1 0 0,-5-24-848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4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0 169 244 0 0,'8'-18'3806'0'0,"-4"8"-2205"0"0,1 0 0 0 0,0 1 0 0 0,10-16 0 0 0,-14 23-1445 0 0,1 1 0 0 0,-1-1 1 0 0,1 0-1 0 0,0 0 0 0 0,0 0 0 0 0,-1 1 0 0 0,1-1 1 0 0,0 1-1 0 0,0 0 0 0 0,0-1 0 0 0,1 1 1 0 0,-1 0-1 0 0,0 0 0 0 0,0 0 0 0 0,1 1 0 0 0,-1-1 1 0 0,0 0-1 0 0,1 1 0 0 0,-1 0 0 0 0,1-1 0 0 0,4 1 1 0 0,-3 1-24 0 0,0-1 0 0 0,0 1 0 0 0,0 0 0 0 0,0 0 0 0 0,-1 0 0 0 0,1 1-1 0 0,0-1 1 0 0,0 1 0 0 0,-1 0 0 0 0,1 0 0 0 0,-1 0 0 0 0,1 1 0 0 0,-1-1 0 0 0,0 1 0 0 0,0-1 0 0 0,2 4 0 0 0,0 0 46 0 0,-1 0-1 0 0,0 0 0 0 0,0 0 0 0 0,-1 0 1 0 0,0 0-1 0 0,0 1 0 0 0,-1 0 0 0 0,4 11 0 0 0,-3-4-42 0 0,-1-1 0 0 0,0 0 0 0 0,-1 0 0 0 0,0 1 0 0 0,-1-1-1 0 0,-1 1 1 0 0,0-1 0 0 0,-1 0 0 0 0,-6 23 0 0 0,6-27-75 0 0,-2 0 0 0 0,1 0 0 0 0,-1 0 0 0 0,-6 9 0 0 0,8-15-43 0 0,0-1 1 0 0,0 1-1 0 0,0-1 0 0 0,0 1 1 0 0,0-1-1 0 0,0 0 1 0 0,-1 1-1 0 0,1-2 0 0 0,-1 1 1 0 0,0 0-1 0 0,1 0 1 0 0,-1-1-1 0 0,0 1 0 0 0,0-1 1 0 0,-5 2-1 0 0,6-3-7 0 0,-16-4-51 0 0,16 1 26 0 0,1 1 0 0 0,-1-1 0 0 0,1 0 0 0 0,-1 1 0 0 0,1-1 0 0 0,0 0 0 0 0,0 0 0 0 0,0 0 1 0 0,1 0-1 0 0,-1 0 0 0 0,1 0 0 0 0,-1 0 0 0 0,1 0 0 0 0,0 0 0 0 0,0 0 0 0 0,0 0 0 0 0,1 0 0 0 0,-1 0 0 0 0,1 0 0 0 0,1-5 0 0 0,3-8-12 0 0,0 0 0 0 0,10-21-1 0 0,-3 13 6 0 0,0 0 0 0 0,2 1 0 0 0,0 0 0 0 0,32-37 0 0 0,-34 47 1 0 0,1-1 0 0 0,0 2 1 0 0,1 0-1 0 0,0 0 0 0 0,1 1 1 0 0,1 1-1 0 0,32-16 0 0 0,-43 24 4 0 0,0 0-1 0 0,0 0 1 0 0,1 0-1 0 0,-1 1 1 0 0,0 0 0 0 0,1 0-1 0 0,-1 0 1 0 0,1 1-1 0 0,0 0 1 0 0,-1 0 0 0 0,1 0-1 0 0,-1 1 1 0 0,1-1-1 0 0,-1 2 1 0 0,1-1 0 0 0,6 3-1 0 0,-8-3 19 0 0,-1 1 0 0 0,0 0 0 0 0,0 0 0 0 0,1 0 0 0 0,-1 0 0 0 0,-1 1 0 0 0,1-1 0 0 0,0 1 0 0 0,-1 0 0 0 0,1 0-1 0 0,-1 0 1 0 0,0 0 0 0 0,1 0 0 0 0,-2 0 0 0 0,1 0 0 0 0,0 1 0 0 0,-1-1 0 0 0,1 1 0 0 0,-1-1 0 0 0,0 1 0 0 0,0 0 0 0 0,-1-1 0 0 0,1 1-1 0 0,-1 6 1 0 0,0 3 31 0 0,-1 1-1 0 0,0-1 0 0 0,-1 1 1 0 0,-1-1-1 0 0,0 0 0 0 0,0 0 1 0 0,-8 16-1 0 0,5-11-985 0 0,0 1-1 0 0,-4 26 1 0 0,9-43 708 0 0,1 1 0 0 0,0 0 0 0 0,0-1 0 0 0,0 1-1 0 0,0 0 1 0 0,0-1 0 0 0,0 1 0 0 0,1-1 0 0 0,0 1 0 0 0,-1 0 0 0 0,1-1 0 0 0,0 1 0 0 0,0-1 0 0 0,0 0 0 0 0,0 1 0 0 0,1-1-1 0 0,1 3 1 0 0,0-2-348 0 0,0 0-1 0 0,0 0 0 0 0,1 0 0 0 0,-1 0 1 0 0,1-1-1 0 0,0 1 0 0 0,-1-1 0 0 0,1 0 1 0 0,6 2-1 0 0,8 3-2870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5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295 752 1604 0 0,'23'-27'2696'0'0,"-1"-1"1"0"0,17-30-1 0 0,-32 46-2040 0 0,0 1 0 0 0,-2-1 1 0 0,1 0-1 0 0,-1 0 0 0 0,-1 0 0 0 0,0-1 0 0 0,-1 1 1 0 0,2-24-1 0 0,-4 34-570 0 0,-1-1 1 0 0,0 1 0 0 0,0 0 0 0 0,0-1-1 0 0,0 1 1 0 0,0-1 0 0 0,-1 1-1 0 0,1-1 1 0 0,-1 1 0 0 0,0 0-1 0 0,0-1 1 0 0,0 1 0 0 0,0 0 0 0 0,0-1-1 0 0,0 1 1 0 0,0 0 0 0 0,-1 0-1 0 0,1 0 1 0 0,-1 0 0 0 0,-3-3 0 0 0,3 4-46 0 0,0 0 1 0 0,-1-1 0 0 0,1 1 0 0 0,-1 0 0 0 0,1 0-1 0 0,-1 1 1 0 0,1-1 0 0 0,-1 0 0 0 0,0 1 0 0 0,1 0-1 0 0,-1 0 1 0 0,0-1 0 0 0,0 2 0 0 0,1-1 0 0 0,-1 0-1 0 0,0 0 1 0 0,1 1 0 0 0,-1-1 0 0 0,-3 2 0 0 0,-12 4 68 0 0,1 1 0 0 0,-1 1 0 0 0,1 0 1 0 0,0 1-1 0 0,1 1 0 0 0,0 0 1 0 0,-20 19-1 0 0,9-7-29 0 0,2 2 0 0 0,1 1 1 0 0,-25 33-1 0 0,36-41-36 0 0,1 1-1 0 0,-17 30 1 0 0,26-43-31 0 0,1 1 0 0 0,-1 0 0 0 0,1 0 0 0 0,0 0 0 0 0,1 0 0 0 0,-1 0-1 0 0,1 0 1 0 0,0 0 0 0 0,1 0 0 0 0,-1 0 0 0 0,1 1 0 0 0,1-1 0 0 0,0 10 0 0 0,0-12-7 0 0,0-1 0 0 0,0 1 0 0 0,1-1 0 0 0,-1 1 0 0 0,1-1 0 0 0,-1 0 0 0 0,1 0 0 0 0,0 1 0 0 0,0-1 0 0 0,0-1 0 0 0,1 1 0 0 0,-1 0 0 0 0,1 0 0 0 0,0-1 0 0 0,-1 0 0 0 0,1 1 0 0 0,0-1 0 0 0,0 0 0 0 0,1-1 1 0 0,-1 1-1 0 0,0 0 0 0 0,1-1 0 0 0,-1 0 0 0 0,1 0 0 0 0,-1 0 0 0 0,1 0 0 0 0,-1 0 0 0 0,1-1 0 0 0,5 1 0 0 0,-1-1-29 0 0,0 0 1 0 0,0-1-1 0 0,0 0 0 0 0,0 0 0 0 0,0-1 1 0 0,0 0-1 0 0,0 0 0 0 0,0-1 1 0 0,-1 0-1 0 0,1 0 0 0 0,-1-1 1 0 0,9-5-1 0 0,-1-3-94 0 0,0 0-1 0 0,-2 0 0 0 0,0-1 1 0 0,0-1-1 0 0,-1 0 1 0 0,-1-1-1 0 0,14-23 1 0 0,56-118-319 0 0,-37 54 1046 0 0,-4-2-1 0 0,47-195 0 0 0,-59 211 1250 0 0,-83 332 1215 0 0,42-192-2774 0 0,-22 83 199 0 0,-23 178-1 0 0,57-305-835 0 0,-1 9-218 0 0,1 1 0 0 0,0-1-1 0 0,1 1 1 0 0,2 19 0 0 0,-1-33 95 0 0,0 0 0 0 0,0 1 0 0 0,0-1 1 0 0,1 0-1 0 0,0 1 0 0 0,-1-1 0 0 0,1 0 0 0 0,1 0 0 0 0,2 4 0 0 0,-3-6-158 0 0,0 0 0 0 0,0 1-1 0 0,0-1 1 0 0,0-1 0 0 0,0 1-1 0 0,1 0 1 0 0,-1-1 0 0 0,0 1-1 0 0,1-1 1 0 0,0 1 0 0 0,-1-1-1 0 0,1 0 1 0 0,0 0-1 0 0,0-1 1 0 0,4 2 0 0 0,8 0-5826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5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426 146 208 0 0,'51'-110'17016'0'0,"-49"107"-16480"0"0,0-1 1 0 0,-1 0-1 0 0,1 0 0 0 0,-1 0 0 0 0,2-8 0 0 0,-3 12-496 0 0,-1-1-1 0 0,1 1 0 0 0,-1 0 1 0 0,1-1-1 0 0,-1 1 0 0 0,1-1 1 0 0,-1 1-1 0 0,1 0 0 0 0,-1 0 1 0 0,0-1-1 0 0,1 1 0 0 0,-1 0 1 0 0,1 0-1 0 0,-1 0 0 0 0,0-1 1 0 0,1 1-1 0 0,-1 0 0 0 0,0 0 1 0 0,1 0-1 0 0,-1 0 0 0 0,0 0 1 0 0,1 0-1 0 0,-1 1 0 0 0,1-1 1 0 0,-1 0-1 0 0,-1 0 0 0 0,-15 3 246 0 0,3 0-94 0 0,0 1-1 0 0,0 0 1 0 0,0 1 0 0 0,1 1 0 0 0,-23 12-1 0 0,4 2 9 0 0,-29 23 0 0 0,34-22-113 0 0,1 2 0 0 0,1 0 0 0 0,1 2 0 0 0,-37 49 0 0 0,48-57-23 0 0,2 0 0 0 0,0 1-1 0 0,1 1 1 0 0,1 0 0 0 0,1 0-1 0 0,0 1 1 0 0,2 0 0 0 0,0 0-1 0 0,-3 23 1 0 0,8-38-31 0 0,1 0 0 0 0,0-1-1 0 0,0 1 1 0 0,0 0 0 0 0,0 0 0 0 0,1 0 0 0 0,-1 0 0 0 0,1-1-1 0 0,0 1 1 0 0,1 0 0 0 0,-1-1 0 0 0,1 1 0 0 0,0-1 0 0 0,0 0-1 0 0,5 8 1 0 0,-2-7-61 0 0,0 1 0 0 0,0-1 0 0 0,0 0 0 0 0,0 0 0 0 0,1-1 0 0 0,-1 1-1 0 0,1-1 1 0 0,0-1 0 0 0,11 6 0 0 0,5-1-844 0 0,-1 0-1 0 0,1-2 1 0 0,1 0 0 0 0,-1-2-1 0 0,37 4 1 0 0,-35-6-1612 0 0,33-2 0 0 0,-3-6-4059 0 0,-26 1 1097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5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416 13 1140 0 0,'13'-13'13731'0'0,"-16"27"-12328"0"0,-1-1-1 0 0,-1 0 0 0 0,0 0 0 0 0,0 0 0 0 0,-9 14 1 0 0,-4 11 696 0 0,-12 38-32 0 0,5 2 0 0 0,-20 95 0 0 0,15-51-885 0 0,26-104-1182 0 0,0-3 0 0 0,0 0 0 0 0,-11 24 0 0 0,13-34 0 0 0,0-1 0 0 0,0 0 0 0 0,-1 0 0 0 0,0 0 0 0 0,1 0 0 0 0,-1-1 0 0 0,-1 1 0 0 0,1-1 0 0 0,0 0 0 0 0,-1 0 0 0 0,0 0 0 0 0,0 0 0 0 0,-6 3 0 0 0,-1-2 0 0 0,-7 0 0 0 0,-3-3 0 0 0,15-1-378 0 0,1-1 0 0 0,-1 0-1 0 0,1 0 1 0 0,0 0 0 0 0,0-1 0 0 0,0 0 0 0 0,0 0 0 0 0,-10-6-1 0 0,10 5-439 0 0,1 0 0 0 0,-1-1 0 0 0,1 0 0 0 0,-1 0 0 0 0,1-1 0 0 0,0 1 0 0 0,1-1 0 0 0,-1 0 0 0 0,1 0 0 0 0,0 0 0 0 0,0 0-1 0 0,1-1 1 0 0,-1 1 0 0 0,1-1 0 0 0,0 1 0 0 0,1-1 0 0 0,-1 0 0 0 0,1 0 0 0 0,0 0 0 0 0,0-9 0 0 0,1-12-8962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5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0 146 392 0 0,'87'-83'19823'0'0,"-72"67"-15723"0"0,19-29 0 0 0,-32 43-4554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55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385 524 524 0 0,'4'-14'5481'0'0,"-2"5"-4127"0"0,0 1 1 0 0,0-1 0 0 0,-1 0 0 0 0,0 1 0 0 0,-1-18-1 0 0,0 26-1347 0 0,0-1-1 0 0,-1 1 1 0 0,1 0-1 0 0,0-1 0 0 0,0 1 1 0 0,0 0-1 0 0,0 0 1 0 0,0-1-1 0 0,-1 1 1 0 0,1 0-1 0 0,0 0 0 0 0,0-1 1 0 0,0 1-1 0 0,-1 0 1 0 0,1 0-1 0 0,0-1 1 0 0,0 1-1 0 0,-1 0 1 0 0,1 0-1 0 0,0 0 0 0 0,0 0 1 0 0,-1 0-1 0 0,1-1 1 0 0,0 1-1 0 0,-1 0 1 0 0,1 0-1 0 0,0 0 0 0 0,-1 0 1 0 0,1 0-1 0 0,0 0 1 0 0,-1 0-1 0 0,1 0 1 0 0,0 0-1 0 0,0 0 0 0 0,-1 0 1 0 0,1 0-1 0 0,0 0 1 0 0,-1 0-1 0 0,1 0 1 0 0,0 1-1 0 0,-1-1 1 0 0,-11 3 24 0 0,4 2-22 0 0,0 1 0 0 0,0-1-1 0 0,0 1 1 0 0,1 0-1 0 0,0 1 1 0 0,1 0 0 0 0,-10 11-1 0 0,1-1-4 0 0,-46 50-74 0 0,-90 128-1 0 0,146-188 68 0 0,-43 73-23 0 0,43-72 31 0 0,2-1 0 0 0,-1 1 0 0 0,1 0 0 0 0,1 1 0 0 0,-1-1 1 0 0,1 0-1 0 0,1 1 0 0 0,-1 12 0 0 0,1-18-2 0 0,1-1 0 0 0,0 0 0 0 0,1 1-1 0 0,-1-1 1 0 0,0 0 0 0 0,1 1 0 0 0,-1-1 0 0 0,1 0 0 0 0,0 1 0 0 0,0-1 0 0 0,-1 0 0 0 0,2 0-1 0 0,-1 0 1 0 0,0 0 0 0 0,0 0 0 0 0,1 0 0 0 0,-1 0 0 0 0,1 0 0 0 0,2 2 0 0 0,-1-2-20 0 0,0 0 1 0 0,0-1 0 0 0,0 0-1 0 0,0 1 1 0 0,0-1 0 0 0,0 0 0 0 0,0 0-1 0 0,0-1 1 0 0,0 1 0 0 0,0-1-1 0 0,0 1 1 0 0,7-1 0 0 0,2-1-87 0 0,1-1 1 0 0,0 0-1 0 0,-1 0 1 0 0,0-1-1 0 0,1-1 1 0 0,13-6 0 0 0,-3 0-16 0 0,-1-1 0 0 0,-1-1 1 0 0,1-1-1 0 0,-2-1 0 0 0,0-1 1 0 0,-1 0-1 0 0,0-2 0 0 0,-2 0 1 0 0,0-1-1 0 0,0-1 0 0 0,26-41 1 0 0,-24 29 79 0 0,-2-2-1 0 0,-1 0 1 0 0,-1 0 0 0 0,-2-2 0 0 0,-1 1 0 0 0,-2-2 0 0 0,8-53 0 0 0,-4-31 1002 0 0,-3-199 1 0 0,-12 318-940 0 0,-1 7 38 0 0,-6 19 137 0 0,-6 35 232 0 0,-36 151 516 0 0,-7 42-464 0 0,48-199-400 0 0,2 0 0 0 0,1 96 0 0 0,6-137-123 0 0,1 0 0 0 0,0-1 0 0 0,1 1 0 0 0,1 0 0 0 0,0-1 0 0 0,0 1 0 0 0,1-1 0 0 0,10 19-1 0 0,-11-25-73 0 0,0-2 0 0 0,0 1-1 0 0,0 0 1 0 0,1-1 0 0 0,0 0-1 0 0,-1 1 1 0 0,2-1 0 0 0,-1-1-1 0 0,0 1 1 0 0,1-1 0 0 0,0 0-1 0 0,0 0 1 0 0,0 0 0 0 0,0 0-1 0 0,0-1 1 0 0,0 0 0 0 0,1 0-1 0 0,-1-1 1 0 0,1 1 0 0 0,-1-1-1 0 0,12 1 1 0 0,-2-2-47 0 0,1-1 0 0 0,-1 0 1 0 0,0-1-1 0 0,0 0 0 0 0,1-1 0 0 0,-2-1 1 0 0,1-1-1 0 0,0 0 0 0 0,-1 0 0 0 0,0-2 0 0 0,0 0 1 0 0,-1 0-1 0 0,16-12 0 0 0,0-2 273 0 0,-1-2-1 0 0,-1 0 1 0 0,-1-2-1 0 0,35-44 1 0 0,-24 21 2483 0 0,43-78 0 0 0,-69 107-1402 0 0,-10 17-1008 0 0,-3 3-153 0 0,0 0 0 0 0,0 1 1 0 0,0-1-1 0 0,1 0 0 0 0,-1 0 1 0 0,0 1-1 0 0,1-1 0 0 0,-1 1 0 0 0,1-1 1 0 0,-1 1-1 0 0,1 0 0 0 0,0 0 1 0 0,0 0-1 0 0,-1-1 0 0 0,0 5 1 0 0,-3 1 42 0 0,-11 18 50 0 0,0 1 0 0 0,-15 35-1 0 0,24-46-100 0 0,2-1-1 0 0,0 1 1 0 0,0 0-1 0 0,2 1 1 0 0,0-1-1 0 0,-2 19 1 0 0,5-30-16 0 0,0-1 1 0 0,0 1 0 0 0,0-1 0 0 0,0 1-1 0 0,0-1 1 0 0,1 1 0 0 0,0-1-1 0 0,-1 1 1 0 0,1-1 0 0 0,1 0-1 0 0,-1 1 1 0 0,0-1 0 0 0,1 0-1 0 0,-1 0 1 0 0,1 0 0 0 0,0 0 0 0 0,0 0-1 0 0,1-1 1 0 0,-1 1 0 0 0,0 0-1 0 0,1-1 1 0 0,-1 0 0 0 0,1 1-1 0 0,0-1 1 0 0,0 0 0 0 0,0-1-1 0 0,0 1 1 0 0,0 0 0 0 0,0-1 0 0 0,1 0-1 0 0,-1 0 1 0 0,0 0 0 0 0,1 0-1 0 0,5 1 1 0 0,1-1 7 0 0,-1 0 0 0 0,1-1 0 0 0,-1 0 0 0 0,1 0 0 0 0,-1-1 0 0 0,1 0 0 0 0,-1-1 1 0 0,0 0-1 0 0,0-1 0 0 0,1 0 0 0 0,14-7 0 0 0,-13 4-3 0 0,1-1 0 0 0,-2-1 0 0 0,1 0 0 0 0,-1 0 0 0 0,0-1 0 0 0,-1 0 1 0 0,0-1-1 0 0,-1 0 0 0 0,0-1 0 0 0,0 1 0 0 0,-1-1 0 0 0,-1-1 0 0 0,11-23 0 0 0,-12 23 10 0 0,0-1 0 0 0,-1 0 0 0 0,0 0 0 0 0,-1 0 0 0 0,-1 0 0 0 0,0-1 0 0 0,-1 1 0 0 0,0-1 0 0 0,-1 1 0 0 0,-1-1 0 0 0,0 1 0 0 0,-1 0 0 0 0,-5-21 0 0 0,6 28-13 0 0,-1 1-1 0 0,0-1 1 0 0,0 1 0 0 0,-1 0 0 0 0,0 0 0 0 0,0 0 0 0 0,0 0 0 0 0,0 0 0 0 0,-1 1 0 0 0,1-1 0 0 0,-1 1 0 0 0,0 0 0 0 0,-1 0 0 0 0,1 1 0 0 0,-1-1 0 0 0,0 1 0 0 0,-7-4 0 0 0,6 4-11 0 0,0 1-1 0 0,0 0 1 0 0,0 1-1 0 0,0-1 1 0 0,-1 1-1 0 0,1 1 1 0 0,0-1 0 0 0,0 1-1 0 0,-1 0 1 0 0,1 0-1 0 0,0 1 1 0 0,0 0 0 0 0,0 0-1 0 0,0 0 1 0 0,-11 5-1 0 0,6-3-81 0 0,1 2 0 0 0,0-1 0 0 0,0 2 0 0 0,0-1 0 0 0,1 1 0 0 0,0 1 0 0 0,0-1-1 0 0,0 2 1 0 0,-11 11 0 0 0,18-16-96 0 0,-1 0-1 0 0,1 0 1 0 0,-1 0-1 0 0,1 0 1 0 0,0 0 0 0 0,1 0-1 0 0,-1 1 1 0 0,0-1-1 0 0,1 0 1 0 0,0 1-1 0 0,0 0 1 0 0,0-1-1 0 0,0 1 1 0 0,0 0-1 0 0,1-1 1 0 0,0 1-1 0 0,0 0 1 0 0,0-1-1 0 0,0 1 1 0 0,0 0-1 0 0,1 0 1 0 0,0-1 0 0 0,-1 1-1 0 0,2-1 1 0 0,-1 1-1 0 0,0 0 1 0 0,1-1-1 0 0,-1 0 1 0 0,1 1-1 0 0,0-1 1 0 0,4 5-1 0 0,-2-2-685 0 0,1-1 0 0 0,0 1 0 0 0,0-1-1 0 0,1 0 1 0 0,-1 0 0 0 0,1 0 0 0 0,10 5-1 0 0,9 2-3892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07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35 148 1488 0 0,'16'-55'7313'0'0,"-12"36"-4293"0"0,2 0 0 0 0,14-35 3532 0 0,-17 75-5221 0 0,-6 46-1034 0 0,-4-1-1 0 0,-27 112 1 0 0,6-34-2143 0 0,22-116 131 0 0,0 6-3915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07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70 2104 0 0,'-2'-70'10064'0'0,"15"73"-9112"0"0,-8 1-727 0 0,-1 0 0 0 0,0 0 0 0 0,0 0 1 0 0,0 0-1 0 0,-1 1 0 0 0,1 0 0 0 0,-1-1 0 0 0,5 10 1 0 0,-2-3 56 0 0,52 84 2058 0 0,76 167 0 0 0,-111-205-2134 0 0,-2 1-1 0 0,-2 1 1 0 0,-3 1 0 0 0,13 96-1 0 0,-21-80-83 0 0,-3 0 0 0 0,-4 0 0 0 0,-13 129-1 0 0,6-161-162 0 0,-2 0-1 0 0,-2-1 1 0 0,-2-1-1 0 0,-2 0 1 0 0,-2 0 0 0 0,-1-1-1 0 0,-41 69 1 0 0,35-75-499 0 0,-2 0 0 0 0,-1-2 0 0 0,-39 39 1 0 0,43-50-1033 0 0,-41 29 0 0 0,42-37-775 0 0,0-1 0 0 0,-33 16 0 0 0,16-14-4198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57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560 175 420 0 0,'-11'-7'2161'0'0,"0"-1"0"0"0,1 1 1 0 0,0-2-1 0 0,-11-10 0 0 0,6 2-259 0 0,0 0 0 0 0,1-1 0 0 0,-15-26 0 0 0,27 41-1739 0 0,0 0 0 0 0,0 0 0 0 0,0 0 0 0 0,-1 1-1 0 0,1-1 1 0 0,-1 1 0 0 0,0 0 0 0 0,1 0 0 0 0,-5-3 0 0 0,5 5-143 0 0,0 0-1 0 0,0 0 1 0 0,0 1-1 0 0,0-1 1 0 0,0 0-1 0 0,0 1 0 0 0,0 0 1 0 0,0-1-1 0 0,0 1 1 0 0,0 0-1 0 0,1 0 1 0 0,-1 0-1 0 0,0 0 1 0 0,-2 3-1 0 0,-13 9 32 0 0,0 0 0 0 0,1 1 0 0 0,-26 32 0 0 0,-36 55-32 0 0,64-82-12 0 0,-85 124 19 0 0,81-111-28 0 0,1-1 0 0 0,-24 63 0 0 0,40-92 6 0 0,0 1-1 0 0,0 0 0 0 0,0 0 0 0 0,1-1 1 0 0,-1 1-1 0 0,1 0 0 0 0,-1 0 0 0 0,1 0 1 0 0,0 0-1 0 0,0 0 0 0 0,1 0 0 0 0,-1 0 0 0 0,1 0 1 0 0,0 2-1 0 0,0-3-1 0 0,-1-1 1 0 0,1 1-1 0 0,0-1 0 0 0,0 0 0 0 0,0 0 1 0 0,0 0-1 0 0,0 1 0 0 0,0-1 1 0 0,1 0-1 0 0,-1 0 0 0 0,0 0 1 0 0,1-1-1 0 0,-1 1 0 0 0,0 0 0 0 0,1 0 1 0 0,-1-1-1 0 0,1 1 0 0 0,-1-1 1 0 0,1 1-1 0 0,-1-1 0 0 0,1 0 0 0 0,-1 1 1 0 0,1-1-1 0 0,-1 0 0 0 0,1 0 1 0 0,3-1-1 0 0,0 1-25 0 0,1-1 0 0 0,-1 0 0 0 0,1 0 0 0 0,-1-1 1 0 0,0 1-1 0 0,0-1 0 0 0,0 0 0 0 0,0-1 0 0 0,0 1 0 0 0,0-1 0 0 0,0 0 0 0 0,-1 0 1 0 0,9-8-1 0 0,3-4-165 0 0,-1-1 1 0 0,15-18-1 0 0,-13 12 25 0 0,-1-1 0 0 0,-1 0 0 0 0,17-36-1 0 0,28-82-184 0 0,-35 78 170 0 0,-17 48 47 0 0,-2 13 50 0 0,-5 3 79 0 0,-1 1 0 0 0,1-1 1 0 0,-1 0-1 0 0,1 1 1 0 0,-1-1-1 0 0,0 0 0 0 0,0 1 1 0 0,1-1-1 0 0,-1 0 1 0 0,0 1-1 0 0,0-1 1 0 0,0 0-1 0 0,0 1 0 0 0,-1 1 1 0 0,-12 98 141 0 0,-3 32-6 0 0,15-113-132 0 0,0 1 0 0 0,2-1-1 0 0,0 0 1 0 0,7 29 0 0 0,-8-45-60 0 0,1-1 0 0 0,0 1 0 0 0,0 0 0 0 0,0 0 0 0 0,0 0 0 0 0,1-1 0 0 0,-1 1 0 0 0,1-1 0 0 0,0 1 0 0 0,0-1 0 0 0,1 0 0 0 0,-1 0 0 0 0,1 1 0 0 0,-1-2 0 0 0,1 1 0 0 0,5 4 0 0 0,-7-7 29 0 0,0 0 0 0 0,0 1 0 0 0,0-1 0 0 0,0 0 0 0 0,0 0 0 0 0,0 0 0 0 0,0 0 0 0 0,0 0 0 0 0,0 0 0 0 0,0 0 0 0 0,0 0 0 0 0,0 0 0 0 0,0 0 0 0 0,0 0 0 0 0,0-1 0 0 0,0 1 0 0 0,0 0 0 0 0,0-1 0 0 0,0 1 0 0 0,0-1 0 0 0,0 1 0 0 0,-1-1 0 0 0,2 0 0 0 0,17-17-307 0 0,-7 0 216 0 0,0-2 0 0 0,-2 0 0 0 0,0 0 0 0 0,-1 0 0 0 0,10-38 0 0 0,8-18 38 0 0,-23 68 75 0 0,7-19-37 0 0,1 1 1 0 0,17-27-1 0 0,-26 47 36 0 0,1 1 0 0 0,0-1 0 0 0,0 1 0 0 0,0 0 0 0 0,0 0 0 0 0,1 0 0 0 0,0 1 0 0 0,0-1 0 0 0,1 1 0 0 0,-1 1 0 0 0,1-1 0 0 0,-1 1 0 0 0,1 0 0 0 0,0 0 0 0 0,7-2 0 0 0,-9 4 9 0 0,-1 0 0 0 0,1 1 0 0 0,-1-1 0 0 0,1 1 0 0 0,-1 0 0 0 0,1 0 0 0 0,-1 0 0 0 0,1 1 0 0 0,-1-1 0 0 0,1 1-1 0 0,-1 0 1 0 0,1 0 0 0 0,-1 0 0 0 0,0 0 0 0 0,1 1 0 0 0,3 1 0 0 0,-2 1 30 0 0,0 0 0 0 0,0-1 0 0 0,0 2 0 0 0,-1-1 0 0 0,1 0 0 0 0,-1 1 0 0 0,0 0-1 0 0,5 8 1 0 0,-2-1 59 0 0,0 0-1 0 0,-1 0 0 0 0,-1 1 0 0 0,0-1 1 0 0,-1 1-1 0 0,0 0 0 0 0,3 25 1 0 0,-5-26-33 0 0,-2 0 1 0 0,0 1 0 0 0,0-1 0 0 0,-1 0 0 0 0,0 0 0 0 0,-1 0 0 0 0,0 0 0 0 0,-1 0 0 0 0,-1-1 0 0 0,0 1 0 0 0,0-1 0 0 0,-1 0 0 0 0,-1 0 0 0 0,1 0 0 0 0,-2-1-1 0 0,0 0 1 0 0,-13 16 0 0 0,19-25-47 0 0,-1 0-1 0 0,1 0 1 0 0,0 0-1 0 0,0 0 1 0 0,-1 0 0 0 0,1 0-1 0 0,-1 0 1 0 0,1 0-1 0 0,-1-1 1 0 0,1 1-1 0 0,-1-1 1 0 0,1 1-1 0 0,-1-1 1 0 0,0 0-1 0 0,-2 1 1 0 0,-8-6-12 0 0,11 3-7 0 0,0 0-1 0 0,0 0 1 0 0,0 0 0 0 0,0 0 0 0 0,0-1 0 0 0,0 1 0 0 0,1 0-1 0 0,-1 0 1 0 0,1-1 0 0 0,-1 1 0 0 0,1 0 0 0 0,0 0 0 0 0,0-1-1 0 0,0 1 1 0 0,0 0 0 0 0,0-1 0 0 0,1 1 0 0 0,-1 0 0 0 0,1-1-1 0 0,1-2 1 0 0,16-49-184 0 0,-17 51 183 0 0,12-27-54 0 0,2 0 1 0 0,1 1-1 0 0,26-37 0 0 0,-29 48 35 0 0,1 1-1 0 0,1 0 0 0 0,0 2 1 0 0,1-1-1 0 0,0 2 0 0 0,22-14 1 0 0,-34 25 12 0 0,0 0 1 0 0,1 0 0 0 0,0 1-1 0 0,-1 0 1 0 0,1 0 0 0 0,0 0-1 0 0,0 0 1 0 0,0 1 0 0 0,0 0-1 0 0,10-1 1 0 0,-13 2 30 0 0,0 0-1 0 0,0 0 1 0 0,1 0-1 0 0,-1 1 1 0 0,0-1-1 0 0,0 1 1 0 0,0 0-1 0 0,0-1 1 0 0,0 1-1 0 0,0 0 1 0 0,0 0 0 0 0,0 0-1 0 0,0 1 1 0 0,0-1-1 0 0,0 0 1 0 0,-1 1-1 0 0,1-1 1 0 0,-1 1-1 0 0,1 0 1 0 0,-1-1-1 0 0,1 1 1 0 0,-1 0 0 0 0,0 0-1 0 0,0 0 1 0 0,0 0-1 0 0,0 0 1 0 0,1 3-1 0 0,2 7 107 0 0,-1-1-1 0 0,0 1 0 0 0,0 0 0 0 0,-1 0 1 0 0,-1 0-1 0 0,0 0 0 0 0,-1 0 0 0 0,0 0 0 0 0,-2 16 1 0 0,-5 15 150 0 0,-14 54 0 0 0,7-38-144 0 0,10-44-96 0 0,3-12-38 0 0,0 0-1 0 0,0 0 1 0 0,0 0 0 0 0,1 1-1 0 0,-1-1 1 0 0,1 0-1 0 0,0 0 1 0 0,0 0 0 0 0,0 5-1 0 0,0-7-23 0 0,5-1-30 0 0,0-1-1 0 0,-1 0 0 0 0,1 0 0 0 0,-1 0 0 0 0,1 0 0 0 0,-1-1 0 0 0,0 0 0 0 0,1 0 0 0 0,-1 0 1 0 0,0 0-1 0 0,0-1 0 0 0,-1 0 0 0 0,1 1 0 0 0,6-7 0 0 0,5-6-394 0 0,25-34 0 0 0,-27 33 303 0 0,98-138-667 0 0,-44 59 1337 0 0,-62 86-418 0 0,-5 9-87 0 0,0-1 0 0 0,1 1 0 0 0,-1-1 0 0 0,0 0 0 0 0,0 1 0 0 0,0-1 0 0 0,1 1 0 0 0,-1-1-1 0 0,0 1 1 0 0,0-1 0 0 0,1 1 0 0 0,-1-1 0 0 0,1 1 0 0 0,-1-1 0 0 0,0 1 0 0 0,1-1 0 0 0,-1 1 0 0 0,1 0 0 0 0,-1-1 0 0 0,1 1-1 0 0,-1 0 1 0 0,1-1 0 0 0,-1 1 0 0 0,1 0 0 0 0,-1 0 0 0 0,1 0 0 0 0,0-1 0 0 0,-1 1 0 0 0,1 0 0 0 0,-1 0 0 0 0,1 0 0 0 0,0 0-1 0 0,-1 0 1 0 0,1 0 0 0 0,-1 0 0 0 0,1 0 0 0 0,0 0 0 0 0,-1 0 0 0 0,1 1 0 0 0,-1-1 0 0 0,1 0 0 0 0,1 1 0 0 0,-2 0 14 0 0,0-1 0 0 0,1 1 0 0 0,-1 0 0 0 0,1 0 0 0 0,-1 0 1 0 0,0 0-1 0 0,0 0 0 0 0,1 0 0 0 0,-1 0 0 0 0,0 0 0 0 0,0 0 0 0 0,0 0 1 0 0,0 0-1 0 0,0 0 0 0 0,0 0 0 0 0,-1 1 0 0 0,1-1 25 0 0,-1 24 612 0 0,-9 45 1 0 0,5-43-432 0 0,-2 42 1 0 0,7-62-200 0 0,0 1 1 0 0,0 0-1 0 0,1-1 0 0 0,0 1 0 0 0,1 0 0 0 0,-1-1 0 0 0,2 1 0 0 0,-1-1 0 0 0,7 14 1 0 0,-7-18-23 0 0,0 1 1 0 0,1-1 0 0 0,-1 0 0 0 0,1 1 0 0 0,0-1 0 0 0,0 0-1 0 0,0-1 1 0 0,0 1 0 0 0,0 0 0 0 0,1-1 0 0 0,-1 0 0 0 0,1 0-1 0 0,-1 0 1 0 0,1 0 0 0 0,0 0 0 0 0,0-1 0 0 0,0 0 0 0 0,0 0-1 0 0,0 0 1 0 0,0 0 0 0 0,0-1 0 0 0,0 1 0 0 0,1-1 0 0 0,-1 0-1 0 0,0 0 1 0 0,0-1 0 0 0,0 1 0 0 0,8-3 0 0 0,-2 1-26 0 0,0-1 1 0 0,0 0-1 0 0,0-1 1 0 0,0 0-1 0 0,-1 0 1 0 0,1-1-1 0 0,-1-1 1 0 0,0 1-1 0 0,-1-1 1 0 0,11-10-1 0 0,-6 3-63 0 0,-1-1 1 0 0,-1 1-1 0 0,-1-2 0 0 0,12-19 0 0 0,31-68-126 0 0,-33 59 121 0 0,-12 25-20 0 0,-21 77 664 0 0,-99 328 3019 0 0,48-159-1940 0 0,-24 53 107 0 0,61-210-951 0 0,-66 126 0 0 0,85-183-655 0 0,0-1-1 0 0,0-1 1 0 0,-1 0-1 0 0,-1 0 1 0 0,0-1 0 0 0,-1 0-1 0 0,-12 9 1 0 0,20-17-99 0 0,-1 0 0 0 0,0-1 1 0 0,0 0-1 0 0,0 0 0 0 0,0 0 0 0 0,0 0 0 0 0,0 0 1 0 0,0-1-1 0 0,0 0 0 0 0,-1 0 0 0 0,1 0 0 0 0,-6 0 1 0 0,6-1-31 0 0,1-1 0 0 0,-1 1 0 0 0,1-1 0 0 0,-1 0 0 0 0,1 0 1 0 0,-1 0-1 0 0,1 0 0 0 0,0 0 0 0 0,0-1 0 0 0,-1 1 0 0 0,1-1 1 0 0,0 0-1 0 0,0 0 0 0 0,1 0 0 0 0,-1-1 0 0 0,0 1 0 0 0,-3-4 1 0 0,-2-5-52 0 0,-1 0 0 0 0,2 0 1 0 0,-1-1-1 0 0,2 0 1 0 0,-1 0-1 0 0,2-1 1 0 0,-1 0-1 0 0,2 0 1 0 0,0 0-1 0 0,0 0 1 0 0,2 0-1 0 0,-1-1 1 0 0,2 0-1 0 0,0 1 1 0 0,0-15-1 0 0,2 1-190 0 0,0-1 0 0 0,2 1-1 0 0,1 0 1 0 0,1 1-1 0 0,2-1 1 0 0,15-42 0 0 0,-10 41-287 0 0,1 0 0 0 0,2 2 0 0 0,0 0 0 0 0,2 0 0 0 0,1 2 0 0 0,0 0 0 0 0,2 1 0 0 0,1 1 0 0 0,27-22 0 0 0,-18 19-1259 0 0,1 1-1 0 0,46-25 0 0 0,-37 28-2976 0 0,74-30 0 0 0,-66 34-1532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58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312 202 2500 0 0,'-7'-12'1786'0'0,"0"-1"0"0"0,1 0 1 0 0,0 0-1 0 0,-5-16 0 0 0,6 14 27 0 0,-1 0 0 0 0,-11-21 1 0 0,16 35-1613 0 0,-14 14 740 0 0,-22 49-22 0 0,3 1-1 0 0,-39 100 1 0 0,71-156-899 0 0,-20 60 120 0 0,20-62-116 0 0,1 1 0 0 0,0-1 0 0 0,0 1 1 0 0,0 0-1 0 0,1 0 0 0 0,0-1 0 0 0,0 1 0 0 0,1 0 0 0 0,1 10 0 0 0,-1-14-20 0 0,0 0 0 0 0,-1 0-1 0 0,1 0 1 0 0,0 0 0 0 0,0-1 0 0 0,0 1 0 0 0,1 0 0 0 0,-1 0-1 0 0,0-1 1 0 0,0 1 0 0 0,1-1 0 0 0,-1 1 0 0 0,1-1-1 0 0,0 1 1 0 0,-1-1 0 0 0,1 0 0 0 0,0 0 0 0 0,0 0 0 0 0,2 1-1 0 0,0-1 10 0 0,0 0 0 0 0,0 0 0 0 0,0 0 0 0 0,0 0 0 0 0,0-1 0 0 0,0 0 0 0 0,0 0 0 0 0,-1 0 0 0 0,9-1 0 0 0,-2-1 9 0 0,-1-1 0 0 0,1 1 0 0 0,0-2-1 0 0,0 1 1 0 0,-1-1 0 0 0,0-1 0 0 0,12-7 0 0 0,-10 4-74 0 0,-2 0 0 0 0,1-1 0 0 0,-1 0-1 0 0,0 0 1 0 0,-1-1 0 0 0,0 0 0 0 0,-1-1-1 0 0,0 1 1 0 0,0-1 0 0 0,-1-1 0 0 0,-1 1-1 0 0,0-1 1 0 0,0 0 0 0 0,4-23 0 0 0,-5 17-30 0 0,-1 0 1 0 0,0 0-1 0 0,-2-1 1 0 0,0 1 0 0 0,-1-1-1 0 0,-1 1 1 0 0,-1-1 0 0 0,0 1-1 0 0,-8-30 1 0 0,8 42 64 0 0,0 1-1 0 0,0-1 1 0 0,0 1 0 0 0,0 0 0 0 0,-1 0 0 0 0,0 0-1 0 0,0 0 1 0 0,0 1 0 0 0,-1-1 0 0 0,0 1-1 0 0,0-1 1 0 0,0 1 0 0 0,0 1 0 0 0,0-1 0 0 0,-1 1-1 0 0,0-1 1 0 0,1 1 0 0 0,-8-3 0 0 0,7 4 10 0 0,0 1 0 0 0,0-1 0 0 0,0 1 0 0 0,0 0 0 0 0,0 0 0 0 0,0 0 1 0 0,0 1-1 0 0,0 0 0 0 0,-1 0 0 0 0,1 0 0 0 0,0 1 0 0 0,0 0 0 0 0,0 0 1 0 0,0 0-1 0 0,0 0 0 0 0,0 1 0 0 0,0 0 0 0 0,0 0 0 0 0,1 0 0 0 0,-7 4 0 0 0,-3 3-1 0 0,1 1-1 0 0,0 0 0 0 0,1 1 0 0 0,0 0 1 0 0,1 1-1 0 0,-17 21 0 0 0,22-25 6 0 0,1 0-1 0 0,-1 0 1 0 0,2 1-1 0 0,-1 0 1 0 0,1-1-1 0 0,0 2 1 0 0,1-1 0 0 0,0 0-1 0 0,0 1 1 0 0,1 0-1 0 0,0-1 1 0 0,0 13-1 0 0,2-19 9 0 0,0 0 0 0 0,0 0-1 0 0,0 0 1 0 0,0 1 0 0 0,1-1-1 0 0,0 0 1 0 0,-1 0 0 0 0,1 0-1 0 0,0 0 1 0 0,0 0 0 0 0,1 0-1 0 0,-1 0 1 0 0,1-1 0 0 0,-1 1-1 0 0,1 0 1 0 0,0-1 0 0 0,0 1-1 0 0,0-1 1 0 0,0 1 0 0 0,0-1-1 0 0,1 0 1 0 0,-1 0 0 0 0,1 0-1 0 0,-1-1 1 0 0,1 1 0 0 0,3 1-1 0 0,1 0 5 0 0,0-1-1 0 0,0 0 1 0 0,1-1-1 0 0,-1 1 1 0 0,0-1 0 0 0,1-1-1 0 0,-1 1 1 0 0,1-1-1 0 0,-1-1 1 0 0,8-1-1 0 0,3 0-16 0 0,0-2 0 0 0,-1 0 0 0 0,1-2 0 0 0,-1 0 0 0 0,26-13 0 0 0,80-50-105 0 0,-104 57 96 0 0,12-6 4 0 0,84-48-74 0 0,-98 57 45 0 0,2 1 0 0 0,-1 1 0 0 0,1 0 1 0 0,31-6-1 0 0,-45 13 38 0 0,0-1-1 0 0,0 0 1 0 0,0 1-1 0 0,0 0 1 0 0,0 0-1 0 0,0 1 0 0 0,0-1 1 0 0,0 1-1 0 0,0 0 1 0 0,0 0-1 0 0,-1 1 1 0 0,1-1-1 0 0,0 1 1 0 0,-1 0-1 0 0,1 1 1 0 0,-1-1-1 0 0,0 1 1 0 0,1-1-1 0 0,-2 1 1 0 0,1 1-1 0 0,0-1 1 0 0,0 0-1 0 0,-1 1 1 0 0,0 0-1 0 0,0 0 1 0 0,0 0-1 0 0,0 0 1 0 0,4 9-1 0 0,-3-4 11 0 0,0 1 1 0 0,0-1-1 0 0,-1 1 0 0 0,0 0 0 0 0,-1 0 1 0 0,0 1-1 0 0,-1-1 0 0 0,0 0 0 0 0,0 0 1 0 0,-1 1-1 0 0,-1-1 0 0 0,0 0 0 0 0,-2 12 1 0 0,-1-4 21 0 0,-1 0 1 0 0,0 0-1 0 0,-2-1 1 0 0,-15 32-1 0 0,16-39 6 0 0,0-1-1 0 0,0 1 0 0 0,-1-1 0 0 0,0 0 1 0 0,-1-1-1 0 0,0 1 0 0 0,0-2 1 0 0,-18 14-1 0 0,25-20-29 0 0,0 0 1 0 0,0 0 0 0 0,0-1-1 0 0,0 1 1 0 0,-1 0-1 0 0,1-1 1 0 0,0 1 0 0 0,0-1-1 0 0,0 1 1 0 0,0-1-1 0 0,-1 0 1 0 0,1 1 0 0 0,0-1-1 0 0,0 0 1 0 0,-1 0-1 0 0,1 0 1 0 0,0 0 0 0 0,-1 0-1 0 0,-1-1 1 0 0,2 1-5 0 0,0-1 0 0 0,1 1 0 0 0,-1-1 0 0 0,0 1 1 0 0,1-1-1 0 0,-1 1 0 0 0,0-1 0 0 0,1 0 0 0 0,-1 1 0 0 0,1-1 0 0 0,-1 0 1 0 0,1 0-1 0 0,-1 0 0 0 0,1 1 0 0 0,0-1 0 0 0,-1 0 0 0 0,1 0 0 0 0,0 0 0 0 0,0 0 1 0 0,-1-1-1 0 0,1-4-10 0 0,-1 1-1 0 0,1-1 1 0 0,0 0 0 0 0,1 0 0 0 0,-1 1 0 0 0,3-10 0 0 0,2-3 2 0 0,1 0 0 0 0,1 0 0 0 0,1 0 0 0 0,0 1 0 0 0,1 0 0 0 0,1 1 0 0 0,0 0 0 0 0,15-17 0 0 0,-7 12-14 0 0,1 1 0 0 0,1 1 0 0 0,1 0-1 0 0,44-30 1 0 0,-57 44 8 0 0,0 0-1 0 0,1 0 1 0 0,-1 1-1 0 0,1 0 1 0 0,-1 1-1 0 0,1-1 1 0 0,0 2-1 0 0,0-1 1 0 0,15-1-1 0 0,-20 4 21 0 0,0 0-1 0 0,0 0 0 0 0,1 1 1 0 0,-1-1-1 0 0,0 1 0 0 0,0-1 0 0 0,0 1 1 0 0,0 1-1 0 0,-1-1 0 0 0,1 0 0 0 0,0 1 1 0 0,0 0-1 0 0,-1 0 0 0 0,1 0 1 0 0,-1 0-1 0 0,0 1 0 0 0,1-1 0 0 0,-1 1 1 0 0,0 0-1 0 0,-1 0 0 0 0,1 0 1 0 0,0 0-1 0 0,3 7 0 0 0,-1-2 39 0 0,0 1 0 0 0,-1 0-1 0 0,0 0 1 0 0,0 0 0 0 0,-1 0 0 0 0,0 1-1 0 0,2 18 1 0 0,-2 0 66 0 0,-1 40 0 0 0,0 6-11 0 0,-1-68-88 0 0,3 19 75 0 0,-4-24-83 0 0,1 0-1 0 0,-1-1 1 0 0,0 1-1 0 0,1 0 1 0 0,0 0 0 0 0,-1-1-1 0 0,1 1 1 0 0,-1 0-1 0 0,1-1 1 0 0,0 1-1 0 0,-1-1 1 0 0,1 1-1 0 0,0-1 1 0 0,-1 1-1 0 0,1-1 1 0 0,0 1 0 0 0,0-1-1 0 0,0 0 1 0 0,0 1-1 0 0,-1-1 1 0 0,1 0-1 0 0,0 0 1 0 0,0 1-1 0 0,0-1 1 0 0,0 0-1 0 0,0 0 1 0 0,1 0 0 0 0,11-2 6 0 0,1 1 0 0 0,0-2 1 0 0,0 0-1 0 0,-1 0 1 0 0,0-1-1 0 0,1-1 0 0 0,-2 0 1 0 0,1-1-1 0 0,18-11 1 0 0,6-7-73 0 0,60-48 0 0 0,-60 42-78 0 0,53-59 0 0 0,-74 71 117 0 0,-2 0 0 0 0,0 0 0 0 0,-1-2 0 0 0,-1 1 0 0 0,15-34-1 0 0,-26 50 27 0 0,0 0-1 0 0,0-1 0 0 0,0 1 0 0 0,0 0 1 0 0,-1 0-1 0 0,1-1 0 0 0,-1 1 0 0 0,0-5 1 0 0,0 6 2 0 0,0 1 1 0 0,0 0-1 0 0,0-1 1 0 0,-1 1-1 0 0,1 0 1 0 0,-1-1-1 0 0,1 1 1 0 0,-1 0 0 0 0,1-1-1 0 0,-1 1 1 0 0,0 0-1 0 0,1 0 1 0 0,-1 0-1 0 0,0 0 1 0 0,0 0-1 0 0,0 0 1 0 0,0 0 0 0 0,0 0-1 0 0,0 0 1 0 0,0 0-1 0 0,-2 0 1 0 0,1 0 5 0 0,1 1 1 0 0,-1 0-1 0 0,0 0 1 0 0,0 0 0 0 0,1 0-1 0 0,-1 0 1 0 0,0 0-1 0 0,0 0 1 0 0,1 1-1 0 0,-1-1 1 0 0,0 1-1 0 0,1-1 1 0 0,-1 1 0 0 0,0 0-1 0 0,1 0 1 0 0,-1-1-1 0 0,1 1 1 0 0,0 0-1 0 0,-3 3 1 0 0,2-3 11 0 0,-11 8 92 0 0,0 2 1 0 0,0 0-1 0 0,1 0 1 0 0,1 1 0 0 0,0 0-1 0 0,1 1 1 0 0,-14 22 0 0 0,10-12-7 0 0,1 1 0 0 0,1 0 0 0 0,-17 48 1 0 0,28-67-88 0 0,-1 0 1 0 0,1 0-1 0 0,0-1 1 0 0,0 1-1 0 0,0 0 0 0 0,1 0 1 0 0,0 0-1 0 0,0 0 1 0 0,0 0-1 0 0,1 0 1 0 0,-1 0-1 0 0,1 0 1 0 0,0 0-1 0 0,1 0 1 0 0,-1 0-1 0 0,1-1 1 0 0,4 9-1 0 0,-3-8-84 0 0,0-1-1 0 0,1 0 1 0 0,-1 0-1 0 0,1 0 1 0 0,0-1-1 0 0,0 1 1 0 0,0-1 0 0 0,0 0-1 0 0,1 0 1 0 0,-1-1-1 0 0,1 1 1 0 0,0-1-1 0 0,0 0 1 0 0,0 0-1 0 0,0 0 1 0 0,10 1 0 0 0,6 1-1203 0 0,0-1-1 0 0,0-2 1 0 0,41-1 0 0 0,21-9-5858 0 0,-38 0 1004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6:59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355 324 2176 0 0,'-23'-14'3058'0'0,"1"-1"1"0"0,0-2-1 0 0,-25-24 0 0 0,15 13-70 0 0,30 26-2722 0 0,-1 4-53 0 0,-1-1-170 0 0,0 1 1 0 0,0 1 0 0 0,1-1 0 0 0,-1 0 0 0 0,1 1-1 0 0,-1 0 1 0 0,1 0 0 0 0,0 0 0 0 0,0 0-1 0 0,1 0 1 0 0,-1 1 0 0 0,-2 3 0 0 0,-30 55 368 0 0,21-37-247 0 0,-50 100 374 0 0,54-101-474 0 0,1 0 0 0 0,0 0 0 0 0,-6 37-1 0 0,14-57-47 0 0,0-1-1 0 0,1 0 0 0 0,-1 1 1 0 0,1-1-1 0 0,0 0 0 0 0,0 1 1 0 0,0-1-1 0 0,1 0 0 0 0,-1 1 1 0 0,1-1-1 0 0,0 0 0 0 0,0 0 1 0 0,0 0-1 0 0,0 1 0 0 0,0-1 1 0 0,1 0-1 0 0,-1 0 0 0 0,1-1 1 0 0,0 1-1 0 0,2 3 0 0 0,-1-4-2 0 0,0 0-1 0 0,0 1 1 0 0,0-1-1 0 0,0-1 0 0 0,0 1 1 0 0,0 0-1 0 0,1-1 1 0 0,-1 0-1 0 0,0 1 0 0 0,1-1 1 0 0,-1-1-1 0 0,1 1 1 0 0,-1 0-1 0 0,1-1 0 0 0,0 0 1 0 0,-1 0-1 0 0,1 0 0 0 0,5-1 1 0 0,1 0-19 0 0,-1 0 0 0 0,0-1 0 0 0,1 0 0 0 0,-1-1 0 0 0,0 0 0 0 0,0 0 0 0 0,-1-1 0 0 0,1 0 0 0 0,-1-1 0 0 0,0 0 0 0 0,13-10 0 0 0,-11 6-61 0 0,0 0-1 0 0,-1-1 1 0 0,0 0 0 0 0,0-1-1 0 0,-1 0 1 0 0,-1 0-1 0 0,10-19 1 0 0,-7 8-36 0 0,-1-1-1 0 0,0 1 1 0 0,-2-1 0 0 0,-1-1-1 0 0,-1 0 1 0 0,-1 1-1 0 0,-1-1 1 0 0,0-46 0 0 0,-4 49 64 0 0,0 1 1 0 0,-1 0 0 0 0,-8-32-1 0 0,9 46 35 0 0,-1 1-1 0 0,0 0 1 0 0,0-1-1 0 0,0 1 1 0 0,0 0-1 0 0,-1 0 1 0 0,0 0-1 0 0,0 0 1 0 0,0 0-1 0 0,0 1 1 0 0,-1 0-1 0 0,0-1 1 0 0,0 1-1 0 0,0 1 1 0 0,0-1-1 0 0,-1 1 1 0 0,-8-6-1 0 0,9 8 5 0 0,1 0-1 0 0,-1 0 1 0 0,1 0-1 0 0,-1 1 1 0 0,0-1 0 0 0,1 1-1 0 0,-1 0 1 0 0,0 0-1 0 0,0 0 1 0 0,1 1 0 0 0,-1-1-1 0 0,0 1 1 0 0,1 0-1 0 0,-1 0 1 0 0,1 0-1 0 0,-1 1 1 0 0,1-1 0 0 0,0 1-1 0 0,-1 0 1 0 0,1 0-1 0 0,0 0 1 0 0,0 0 0 0 0,-2 3-1 0 0,-7 4 5 0 0,0 1 1 0 0,1 1-1 0 0,1 0 0 0 0,-11 14 1 0 0,4-3-6 0 0,2 0 1 0 0,0 1 0 0 0,-16 37-1 0 0,25-48 6 0 0,1 1 0 0 0,1-1 0 0 0,0 1 0 0 0,0 0 0 0 0,2 0 0 0 0,0 0 0 0 0,0 0 0 0 0,1 0 0 0 0,1 18 0 0 0,0-26 5 0 0,1 0-1 0 0,-1 0 0 0 0,1 0 0 0 0,0 0 1 0 0,1 0-1 0 0,0 0 0 0 0,-1 0 1 0 0,1 0-1 0 0,1-1 0 0 0,-1 1 0 0 0,1 0 1 0 0,0-1-1 0 0,0 0 0 0 0,0 0 0 0 0,6 6 1 0 0,-4-6 0 0 0,0 0 1 0 0,1 0-1 0 0,-1 0 0 0 0,1-1 1 0 0,0 0-1 0 0,0 0 1 0 0,0-1-1 0 0,1 1 1 0 0,-1-1-1 0 0,12 2 0 0 0,0-2 2 0 0,-1-1 0 0 0,1 0 0 0 0,-1-1 0 0 0,1-1-1 0 0,-1-1 1 0 0,0 0 0 0 0,1-1 0 0 0,22-8 0 0 0,-13 2-4 0 0,-1-1 0 0 0,0-1-1 0 0,0-2 1 0 0,-2 0 0 0 0,1-2 0 0 0,-2-1 0 0 0,0 0 0 0 0,-1-2 0 0 0,26-27 0 0 0,-10 4 9 0 0,-2-1 0 0 0,-2-2 0 0 0,49-85-1 0 0,-12 15-123 0 0,-71 114 107 0 0,0 0 0 0 0,0 0 0 0 0,0 1-1 0 0,0-1 1 0 0,0 0 0 0 0,0 1-1 0 0,0-1 1 0 0,0 0 0 0 0,0 0-1 0 0,0 1 1 0 0,0-1 0 0 0,0 0-1 0 0,0 0 1 0 0,1 1 0 0 0,-1-1 0 0 0,0 0-1 0 0,0 0 1 0 0,0 1 0 0 0,0-1-1 0 0,1 0 1 0 0,-1 0 0 0 0,0 0-1 0 0,0 1 1 0 0,0-1 0 0 0,1 0 0 0 0,-1 0-1 0 0,0 0 1 0 0,0 0 0 0 0,1 0-1 0 0,-1 0 1 0 0,0 0 0 0 0,1 1-1 0 0,-1-1 1 0 0,0 0 0 0 0,0 0 0 0 0,1 0-1 0 0,-1 0 1 0 0,0 0 0 0 0,1 0-1 0 0,-1 0 1 0 0,0 0 0 0 0,0 0-1 0 0,1 0 1 0 0,-1-1 0 0 0,0 1 0 0 0,0 0-1 0 0,1 0 1 0 0,-1 0 0 0 0,0 0-1 0 0,0 0 1 0 0,1 0 0 0 0,-1-1-1 0 0,0 1 1 0 0,0 0 0 0 0,1 0-1 0 0,-1 0 1 0 0,0-1 0 0 0,0 1 0 0 0,0 0-1 0 0,0 0 1 0 0,1 0 0 0 0,-1-1-1 0 0,0 1 1 0 0,0 0 0 0 0,0 0-1 0 0,0-1 1 0 0,0 1 0 0 0,0-1 0 0 0,4 23 139 0 0,-5 30 493 0 0,-2 0 0 0 0,-14 76 0 0 0,13-95-402 0 0,-107 912 4361 0 0,103-833-4197 0 0,-4 119 330 0 0,4-88 2637 0 0,8-142-2915 0 0,12-22-339 0 0,-7 9-185 0 0,0 0 0 0 0,-2-1 0 0 0,1 1-1 0 0,-1-1 1 0 0,-1 0 0 0 0,-1 0 0 0 0,0-1 0 0 0,0-12-1 0 0,-1 18-28 0 0,-1-1-1 0 0,0 1 1 0 0,0-1-1 0 0,0 1 0 0 0,-1-1 1 0 0,-1 1-1 0 0,1 0 1 0 0,-2 0-1 0 0,1 0 0 0 0,-1 1 1 0 0,-9-15-1 0 0,6 12 20 0 0,-1 0 1 0 0,-1 0-1 0 0,0 1 0 0 0,0 0 0 0 0,-1 1 1 0 0,0 0-1 0 0,-14-8 0 0 0,-7-2-5 0 0,-2 2 0 0 0,0 1 0 0 0,-1 2 0 0 0,-59-15 1 0 0,-69-8 185 0 0,-7-1-3299 0 0,168 37 3112 0 0,1 0 0 0 0,-1 0 0 0 0,0-1 0 0 0,1 1 0 0 0,-1 0 0 0 0,1 0 0 0 0,-1 0 0 0 0,1 0 0 0 0,-1-1 0 0 0,1 1 0 0 0,-1 0 0 0 0,1 0 0 0 0,-1-1 0 0 0,1 1 0 0 0,0 0 0 0 0,-1-1 0 0 0,1 1 0 0 0,-1-1 0 0 0,1 1 0 0 0,0 0 0 0 0,-1-1 0 0 0,1 1 0 0 0,0-1 0 0 0,0 1 0 0 0,-1-1 0 0 0,1 1 0 0 0,0-1 1 0 0,0 1-1 0 0,-1-2 0 0 0,2 1-1 0 0,-1 0 1 0 0,0 0 0 0 0,1 0-1 0 0,-1 0 1 0 0,1 0 0 0 0,-1 1-1 0 0,1-1 1 0 0,-1 0 0 0 0,1 0-1 0 0,-1 0 1 0 0,1 1 0 0 0,0-1 0 0 0,-1 0-1 0 0,3-1 1 0 0,30-19-2038 0 0,136-40-7521 0 0,-168 60 9493 0 0,59-17-6272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08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625 124 932 0 0,'0'0'2280'0'0,"9"5"321"0"0,-8-2-2261 0 0,0 0 1 0 0,-1 0 0 0 0,1 0 0 0 0,-1 0 0 0 0,0 0 0 0 0,0 0 0 0 0,0 0 0 0 0,0 1 0 0 0,0-1-1 0 0,0 0 1 0 0,-1 0 0 0 0,0 0 0 0 0,0 0 0 0 0,0 0 0 0 0,-2 5 0 0 0,-2 3 618 0 0,-1 0 0 0 0,-11 16 1 0 0,16-25-786 0 0,0 0-1 0 0,-1 0 1 0 0,1 0 0 0 0,-1 0 0 0 0,0 0 0 0 0,1-1 0 0 0,-1 1 0 0 0,0-1-1 0 0,-3 3 1 0 0,4-4-144 0 0,1 0 0 0 0,-1 1 0 0 0,1-1 0 0 0,-1 0 0 0 0,1 0 0 0 0,-1 0 0 0 0,0 0 1 0 0,1 1-1 0 0,-1-1 0 0 0,1 0 0 0 0,-1 0 0 0 0,0 0 0 0 0,1 0 0 0 0,-1 0 0 0 0,1-1 0 0 0,-1 1 0 0 0,1 0 0 0 0,-1 0 0 0 0,0 0 0 0 0,1 0 0 0 0,-1-1 0 0 0,1 1 0 0 0,-1 0 0 0 0,0-1 0 0 0,-1-1-13 0 0,1 1 0 0 0,0-1 0 0 0,-1 0 0 0 0,1 0 1 0 0,0 0-1 0 0,0 0 0 0 0,0 0 0 0 0,0-1 0 0 0,0 1 0 0 0,1 0 0 0 0,-1 0 1 0 0,1 0-1 0 0,-1-1 0 0 0,1 1 0 0 0,0-5 0 0 0,1-19-14 0 0,1 0 1 0 0,1 1-1 0 0,1-1 0 0 0,1 1 0 0 0,14-39 1 0 0,-19 63-13 0 0,0 0 1 0 0,0 0-1 0 0,0 0 1 0 0,1 0-1 0 0,-1 0 1 0 0,0 0-1 0 0,1 0 1 0 0,-1 1 0 0 0,0-1-1 0 0,1 0 1 0 0,-1 0-1 0 0,1 0 1 0 0,0 0-1 0 0,-1 1 1 0 0,1-1 0 0 0,0 0-1 0 0,-1 1 1 0 0,1-1-1 0 0,0 0 1 0 0,0 1-1 0 0,-1-1 1 0 0,1 1-1 0 0,0-1 1 0 0,0 1 0 0 0,0 0-1 0 0,0-1 1 0 0,0 1-1 0 0,0 0 1 0 0,0-1-1 0 0,0 1 1 0 0,1 0 0 0 0,0 1 1 0 0,-1-1 1 0 0,1 1-1 0 0,-1-1 1 0 0,1 1 0 0 0,-1 0-1 0 0,0 0 1 0 0,0 0 0 0 0,1-1-1 0 0,-1 1 1 0 0,0 0 0 0 0,0 1-1 0 0,0-1 1 0 0,0 0 0 0 0,0 0-1 0 0,0 0 1 0 0,0 1 0 0 0,-1-1-1 0 0,1 0 1 0 0,0 1 0 0 0,0 1-1 0 0,4 11 5 0 0,0 1-1 0 0,-1 0 1 0 0,-1-1-1 0 0,0 1 1 0 0,-1 0-1 0 0,0 28 1 0 0,-9 96 64 0 0,4-97-73 0 0,3-39 19 0 0,-27 265-24 0 0,19-217 364 0 0,-2-2 0 0 0,-2 0-1 0 0,-24 62 1 0 0,32-102-175 0 0,0 1 0 0 0,-1-1 0 0 0,0 0 0 0 0,0-1 0 0 0,-1 1 0 0 0,0-1 0 0 0,0 0 0 0 0,-1-1 0 0 0,0 1 0 0 0,-1-2 0 0 0,1 1 1 0 0,-13 8-1 0 0,12-11-103 0 0,1 0 1 0 0,0 0-1 0 0,-1-1 1 0 0,0 0 0 0 0,0-1-1 0 0,0 1 1 0 0,0-1 0 0 0,0-1-1 0 0,0 0 1 0 0,-1 0-1 0 0,1-1 1 0 0,0 1 0 0 0,-1-2-1 0 0,1 1 1 0 0,-12-4 0 0 0,-3-1-21 0 0,1-1 1 0 0,0-2-1 0 0,0 0 1 0 0,1-1 0 0 0,-27-16-1 0 0,-93-68-112 0 0,117 77-2696 0 0,43 26-658 0 0,3-1-715 0 0,37 11-1 0 0,-39-14-589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08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60 0 0,'34'-82'13750'0'0,"-34"81"-13154"0"0,1 1-584 0 0,0 0 0 0 0,-1 1 0 0 0,1-1 0 0 0,-1 0 0 0 0,1 1 0 0 0,0-1 0 0 0,-1 1 0 0 0,1-1 0 0 0,-1 1 0 0 0,1-1 0 0 0,-1 1 0 0 0,1-1 0 0 0,-1 1 1 0 0,0 0-1 0 0,1-1 0 0 0,-1 1 0 0 0,0 0 0 0 0,1-1 0 0 0,-1 1 0 0 0,0 0 0 0 0,0-1 0 0 0,1 2 0 0 0,4 18 283 0 0,-5-19-232 0 0,3 19 348 0 0,0 1 1 0 0,-2 0-1 0 0,0 0 1 0 0,-4 33-1 0 0,-18 82 311 0 0,8-59-360 0 0,3-47-4 0 0,7-28-161 0 0,7-19-185 0 0,13-32 6 0 0,2 1 0 0 0,28-52 0 0 0,-34 78-43 0 0,0 0 0 0 0,2 1 1 0 0,0 0-1 0 0,2 1 1 0 0,0 1-1 0 0,25-22 0 0 0,-40 39 14 0 0,0 0-1 0 0,1 0 1 0 0,-1 0-1 0 0,1 0 0 0 0,-1 1 1 0 0,1-1-1 0 0,0 1 1 0 0,0 0-1 0 0,-1 0 1 0 0,1 0-1 0 0,0 0 0 0 0,0 0 1 0 0,0 0-1 0 0,0 1 1 0 0,6-1-1 0 0,-7 2 5 0 0,1-1 1 0 0,-1 0-1 0 0,0 1 0 0 0,0 0 0 0 0,1 0 0 0 0,-1-1 1 0 0,0 1-1 0 0,0 0 0 0 0,0 1 0 0 0,0-1 1 0 0,0 0-1 0 0,0 1 0 0 0,0-1 0 0 0,0 1 0 0 0,-1-1 1 0 0,3 3-1 0 0,0 2 5 0 0,0 0-1 0 0,0 0 1 0 0,0 1-1 0 0,-1-1 1 0 0,0 1-1 0 0,0-1 1 0 0,-1 1 0 0 0,0 0-1 0 0,0 0 1 0 0,-1 0-1 0 0,2 13 1 0 0,-2 16 135 0 0,-7 64-1 0 0,3-69-1048 0 0,1 0 1 0 0,2 1-1 0 0,3 31 0 0 0,-3-61 638 0 0,1 0-1 0 0,-1 1 0 0 0,1-1 1 0 0,-1 0-1 0 0,1 0 0 0 0,0 0 1 0 0,0 0-1 0 0,0 0 0 0 0,2 3 1 0 0,9 6-4736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09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126 134 2692 0 0,'12'-47'5522'0'0,"-10"33"-3544"0"0,2 0 0 0 0,-1 1 0 0 0,10-21-1 0 0,-8 22 629 0 0,-3 19-2244 0 0,-1-6-425 0 0,-1 4 259 0 0,1-1 0 0 0,-1 0 1 0 0,0 1-1 0 0,-1-1 0 0 0,1 0 0 0 0,-1 1 0 0 0,1-1 0 0 0,-3 6 0 0 0,-1 11 442 0 0,-8 51 713 0 0,-2 0-1 0 0,-25 70 0 0 0,13-51-808 0 0,9-31-334 0 0,3-14-154 0 0,2 1 0 0 0,2 0 0 0 0,-5 56 0 0 0,15-100-158 0 0,0 0 0 0 0,0 0 0 0 0,0 0 0 0 0,0 0-1 0 0,0 0 1 0 0,0 0 0 0 0,1 0 0 0 0,0 0 0 0 0,-1 0 0 0 0,1-1 0 0 0,0 1 0 0 0,0 0 0 0 0,1 0 0 0 0,-1-1 0 0 0,0 1 0 0 0,1-1 0 0 0,0 1 0 0 0,0-1 0 0 0,0 0 0 0 0,0 0 0 0 0,0 1 0 0 0,4 2-1 0 0,-3-3-180 0 0,1-1 0 0 0,-1 1 0 0 0,1-1 0 0 0,-1 0 0 0 0,1 0 0 0 0,-1 0-1 0 0,1-1 1 0 0,0 1 0 0 0,0-1 0 0 0,-1 0 0 0 0,1 0 0 0 0,0 0-1 0 0,-1 0 1 0 0,1-1 0 0 0,0 1 0 0 0,-1-1 0 0 0,8-2 0 0 0,-3 0-888 0 0,1-1 1 0 0,0 1 0 0 0,-1-1-1 0 0,0-1 1 0 0,0 0 0 0 0,0 0-1 0 0,-1 0 1 0 0,12-11 0 0 0,0-5-4797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09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31 2068 0 0,'-106'-3'11800'0'0,"110"2"-11565"0"0,34-6-215 0 0,0 2 1 0 0,76 1-1 0 0,-54 2-883 0 0,-13 0 38 0 0,84-3-5061 0 0,-93 4 1700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09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1 1576 0 0,'-32'61'6656'0'0,"23"-39"-5061"0"0,0 0 1 0 0,-7 32 0 0 0,16-51-1473 0 0,-1 0 1 0 0,0 1 0 0 0,1-1 0 0 0,0 1-1 0 0,-1-1 1 0 0,1 0 0 0 0,0 1 0 0 0,1-1 0 0 0,-1 0-1 0 0,1 1 1 0 0,0-1 0 0 0,-1 0 0 0 0,1 1 0 0 0,1-1-1 0 0,-1 0 1 0 0,3 6 0 0 0,-2-7-63 0 0,0 1 0 0 0,0-1 0 0 0,1 0 1 0 0,-1 0-1 0 0,0 0 0 0 0,1-1 0 0 0,-1 1 0 0 0,1 0 0 0 0,-1-1 1 0 0,1 0-1 0 0,0 1 0 0 0,0-1 0 0 0,-1 0 0 0 0,1-1 0 0 0,0 1 1 0 0,0 0-1 0 0,0-1 0 0 0,0 0 0 0 0,0 1 0 0 0,6-2 1 0 0,-3 1-31 0 0,1 0 1 0 0,-1-1 0 0 0,1 0-1 0 0,-1 0 1 0 0,0-1 0 0 0,1 1-1 0 0,-1-1 1 0 0,0-1 0 0 0,0 1-1 0 0,0-1 1 0 0,-1 0 0 0 0,1-1-1 0 0,6-4 1 0 0,-8 5-39 0 0,-1 0 0 0 0,0 0 0 0 0,0-1 0 0 0,0 1 0 0 0,0 0-1 0 0,-1-1 1 0 0,0 0 0 0 0,1 1 0 0 0,-1-1 0 0 0,0 0 0 0 0,-1 0 0 0 0,1 0 0 0 0,-1-1 0 0 0,0 1-1 0 0,0 0 1 0 0,0 0 0 0 0,0-1 0 0 0,-1 1 0 0 0,0 0 0 0 0,0-1 0 0 0,0 1 0 0 0,-1-5 0 0 0,0 1-19 0 0,0 1 0 0 0,-1-1 0 0 0,0 1 0 0 0,0-1 0 0 0,-3-6 0 0 0,4 11 18 0 0,0 1 0 0 0,-1 0 0 0 0,1 0 1 0 0,0 0-1 0 0,0 0 0 0 0,-1 0 0 0 0,0 0 1 0 0,1 0-1 0 0,-1 0 0 0 0,0 1 1 0 0,0-1-1 0 0,0 1 0 0 0,0-1 0 0 0,0 1 1 0 0,0 0-1 0 0,0 0 0 0 0,0 0 0 0 0,0 0 1 0 0,-1 0-1 0 0,1 0 0 0 0,-4 0 0 0 0,2 0 31 0 0,0 1 0 0 0,-1 0 0 0 0,1 0 0 0 0,0 0 0 0 0,-1 1 0 0 0,1-1 0 0 0,0 1 0 0 0,-1 0 0 0 0,1 0 0 0 0,0 1 0 0 0,-8 3 0 0 0,5-1 96 0 0,-1 0 0 0 0,1 1 0 0 0,0 0 0 0 0,0 1 0 0 0,-10 9 0 0 0,0 4 260 0 0,0 1 0 0 0,1 1 0 0 0,-14 25-1 0 0,17-26-194 0 0,2 0-1 0 0,0 1 0 0 0,1 0 0 0 0,2 0 0 0 0,0 1 1 0 0,-8 33-1 0 0,15-47-158 0 0,0-1 0 0 0,0 1 1 0 0,1 0-1 0 0,0 0 1 0 0,0-1-1 0 0,1 1 0 0 0,0 0 1 0 0,0-1-1 0 0,1 1 0 0 0,2 8 1 0 0,-2-11-43 0 0,1 0 1 0 0,-1 0-1 0 0,1 0 1 0 0,0 0-1 0 0,1 0 0 0 0,-1-1 1 0 0,1 1-1 0 0,0-1 1 0 0,0 0-1 0 0,0 0 1 0 0,1 0-1 0 0,-1-1 1 0 0,1 0-1 0 0,0 0 1 0 0,6 4-1 0 0,3-1-508 0 0,-1 0-1 0 0,1-1 1 0 0,0 0-1 0 0,1-1 1 0 0,-1-1-1 0 0,1 0 1 0 0,15 1-1 0 0,-12-3-1467 0 0,0-1 1 0 0,-1 0-1 0 0,21-4 1 0 0,-8 0-3593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10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89 688 0 0,'2'-34'5317'0'0,"1"-11"710"0"0,-3 44-5971 0 0,0 1 1 0 0,1-1-1 0 0,-1 1 0 0 0,0-1 0 0 0,0 1 0 0 0,0-1 0 0 0,1 1 0 0 0,-1 0 0 0 0,0-1 0 0 0,1 1 0 0 0,-1-1 0 0 0,0 1 0 0 0,1 0 0 0 0,-1-1 0 0 0,1 1 0 0 0,-1 0 1 0 0,1-1-1 0 0,-1 1 0 0 0,1 0 0 0 0,-1 0 0 0 0,1-1 0 0 0,-1 1 0 0 0,1 0 0 0 0,-1 0 0 0 0,1 0 0 0 0,-1 0 0 0 0,1 0 0 0 0,-1 0 0 0 0,1-1 0 0 0,-1 1 0 0 0,1 1 1 0 0,-1-1-1 0 0,2 0 0 0 0,15 5 1025 0 0,-7 2-631 0 0,0 1 1 0 0,0-1-1 0 0,-1 2 0 0 0,0-1 1 0 0,0 1-1 0 0,-1 1 0 0 0,0 0 0 0 0,-1 0 1 0 0,0 0-1 0 0,7 16 0 0 0,-5-10-100 0 0,-2 1 0 0 0,0 0 0 0 0,-1 0 0 0 0,-1 1 0 0 0,0-1 0 0 0,3 28 0 0 0,-7-35-217 0 0,0 0-1 0 0,0 1 1 0 0,-2-1-1 0 0,1 0 1 0 0,-1 1 0 0 0,0-1-1 0 0,-1 0 1 0 0,-1 0-1 0 0,1 0 1 0 0,-2 0-1 0 0,1 0 1 0 0,-1-1-1 0 0,-1 1 1 0 0,1-1-1 0 0,-2 0 1 0 0,-6 9-1 0 0,9-14-81 0 0,0-2 0 0 0,1 1 0 0 0,-1 0 0 0 0,0 0-1 0 0,-1-1 1 0 0,1 0 0 0 0,0 0 0 0 0,-1 0 0 0 0,1 0-1 0 0,-1 0 1 0 0,1 0 0 0 0,-1-1 0 0 0,0 0 0 0 0,0 0 0 0 0,0 0-1 0 0,0 0 1 0 0,-5 0 0 0 0,7-1-46 0 0,1 0 1 0 0,0 0-1 0 0,0 0 1 0 0,0-1-1 0 0,0 1 1 0 0,0 0-1 0 0,0-1 1 0 0,-1 1-1 0 0,1 0 1 0 0,0-1-1 0 0,0 1 1 0 0,0-1-1 0 0,0 0 1 0 0,0 1-1 0 0,1-1 0 0 0,-1 0 1 0 0,0 0-1 0 0,0 1 1 0 0,0-1-1 0 0,1 0 1 0 0,-1 0-1 0 0,0 0 1 0 0,1 0-1 0 0,-1 0 1 0 0,0 0-1 0 0,1 0 1 0 0,0 0-1 0 0,-1 0 0 0 0,1 0 1 0 0,0 0-1 0 0,-1-1 1 0 0,1 1-1 0 0,0 0 1 0 0,0 0-1 0 0,0 0 1 0 0,0-2-1 0 0,0-2-52 0 0,0 1 0 0 0,0-1 0 0 0,1 1 0 0 0,0-1 0 0 0,0 1 1 0 0,0 0-1 0 0,2-7 0 0 0,5-4-269 0 0,0 1 0 0 0,0 0 0 0 0,1 0 0 0 0,1 1 1 0 0,0 1-1 0 0,1 0 0 0 0,12-11 0 0 0,-1 4-793 0 0,0 0 0 0 0,1 2 0 0 0,29-16-1 0 0,-40 26 266 0 0,0 1 0 0 0,0 1-1 0 0,1 1 1 0 0,0-1 0 0 0,24-3-1 0 0,33-3-5645 0 0,-67 11 6081 0 0,16-2-3676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10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40 660 0 0,'12'-19'12906'0'0,"-13"18"-12683"0"0,1 0 1 0 0,-1 0-1 0 0,1-1 0 0 0,-1 1 1 0 0,1 0-1 0 0,-1 0 0 0 0,0 0 1 0 0,1 0-1 0 0,-1 0 0 0 0,0 0 0 0 0,0 0 1 0 0,0 0-1 0 0,0 1 0 0 0,0-1 1 0 0,0 0-1 0 0,0 0 0 0 0,0 1 1 0 0,0-1-1 0 0,0 1 0 0 0,-1-1 1 0 0,1 1-1 0 0,0-1 0 0 0,0 1 1 0 0,-2-1-1 0 0,0 1-86 0 0,1 0 0 0 0,-1 1 0 0 0,1-1 0 0 0,-1 0 0 0 0,1 1 0 0 0,-1 0 0 0 0,1-1-1 0 0,-1 1 1 0 0,1 0 0 0 0,0 0 0 0 0,-4 3 0 0 0,-4 1-26 0 0,1 2 1 0 0,1 0-1 0 0,-1 0 0 0 0,-13 15 1 0 0,7-4 28 0 0,1 0 0 0 0,0 0 0 0 0,-15 30 0 0 0,24-39-114 0 0,1-1 0 0 0,0 0 0 0 0,1 1 0 0 0,0 0 1 0 0,0 0-1 0 0,1 0 0 0 0,0 0 0 0 0,0 0 0 0 0,1 1 0 0 0,1-1 1 0 0,0 13-1 0 0,0-19-22 0 0,1 0 0 0 0,-1 1-1 0 0,1-1 1 0 0,0 0 0 0 0,0 1 0 0 0,0-1 0 0 0,1 0 0 0 0,-1 0 0 0 0,1 0 0 0 0,0 0 0 0 0,-1 0 0 0 0,1-1-1 0 0,0 1 1 0 0,1 0 0 0 0,-1-1 0 0 0,5 4 0 0 0,-2-2-84 0 0,-1-1 1 0 0,1-1-1 0 0,0 1 1 0 0,0-1-1 0 0,1 1 1 0 0,-1-1-1 0 0,0-1 1 0 0,1 1-1 0 0,6 0 1 0 0,8 0-615 0 0,-1 0 1 0 0,1-2-1 0 0,-1 0 0 0 0,34-6 1 0 0,-36 4-15 0 0,0-2 0 0 0,-1 0 0 0 0,1-1 0 0 0,-1-1 0 0 0,0 0 0 0 0,26-15 0 0 0,-28 13-561 0 0,-2 0 1 0 0,1-1-1 0 0,-1-1 1 0 0,16-16-1 0 0,-2-2-3054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10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135 153 1976 0 0,'8'-152'11557'0'0,"-18"173"-9377"0"0,-30 161 2314 0 0,-12 92-2439 0 0,16-36-1208 0 0,34-226-746 0 0,-1 13-256 0 0,3-24 148 0 0,0-1 0 0 0,0 0 1 0 0,1 1-1 0 0,-1-1 0 0 0,0 1 1 0 0,0-1-1 0 0,0 0 0 0 0,0 1 1 0 0,1-1-1 0 0,-1 1 0 0 0,0-1 0 0 0,0 0 1 0 0,1 0-1 0 0,-1 1 0 0 0,0-1 1 0 0,1 0-1 0 0,-1 1 0 0 0,0-1 1 0 0,1 0-1 0 0,-1 0 0 0 0,0 0 1 0 0,1 1-1 0 0,-1-1 0 0 0,0 0 0 0 0,1 0 1 0 0,-1 0-1 0 0,1 0 0 0 0,-1 0 1 0 0,1 0-1 0 0,-1 1 0 0 0,0-1 1 0 0,1 0-1 0 0,-1 0 0 0 0,1-1 0 0 0,-1 1 1 0 0,0 0-1 0 0,1 0 0 0 0,-1 0 1 0 0,1 0-1 0 0,-1 0 0 0 0,0 0 1 0 0,1 0-1 0 0,-1-1 0 0 0,1 1 1 0 0,-1 0-1 0 0,0 0 0 0 0,1-1 0 0 0,4-2-57 0 0,-1 0 0 0 0,0 0 0 0 0,1 0-1 0 0,-1-1 1 0 0,-1 1 0 0 0,1-1 0 0 0,0 0 0 0 0,2-5-1 0 0,3-1-61 0 0,16-18-57 0 0,2 2 0 0 0,0 0 0 0 0,2 2 0 0 0,44-28 1 0 0,-69 49 155 0 0,1 1 1 0 0,-1-1 0 0 0,1 1-1 0 0,0 0 1 0 0,0 0 0 0 0,0 0-1 0 0,0 1 1 0 0,0 0 0 0 0,0 0-1 0 0,1 0 1 0 0,8 0 0 0 0,-11 1 56 0 0,0 1 1 0 0,0-1-1 0 0,0 1 1 0 0,0-1-1 0 0,-1 1 0 0 0,1 0 1 0 0,0 0-1 0 0,0 0 1 0 0,-1 1-1 0 0,1-1 1 0 0,-1 1-1 0 0,1-1 1 0 0,-1 1-1 0 0,0 0 1 0 0,1 0-1 0 0,-1 0 1 0 0,0 0-1 0 0,0 0 0 0 0,0 1 1 0 0,-1-1-1 0 0,1 1 1 0 0,1 3-1 0 0,1 1 117 0 0,0 1 0 0 0,-1-1-1 0 0,0 1 1 0 0,-1 0 0 0 0,0 0 0 0 0,0 0-1 0 0,-1 0 1 0 0,0 0 0 0 0,1 13-1 0 0,-3 3 151 0 0,-7 44 0 0 0,2-22-790 0 0,6-44 362 0 0,0-1-1 0 0,0 0 1 0 0,0 1 0 0 0,0-1-1 0 0,0 1 1 0 0,0-1 0 0 0,1 1 0 0 0,-1-1-1 0 0,0 1 1 0 0,1-1 0 0 0,-1 0 0 0 0,1 1-1 0 0,-1-1 1 0 0,1 0 0 0 0,0 1 0 0 0,0-1-1 0 0,-1 0 1 0 0,1 0 0 0 0,0 0 0 0 0,0 0-1 0 0,0 1 1 0 0,0-1 0 0 0,0-1 0 0 0,1 1-1 0 0,-1 0 1 0 0,0 0 0 0 0,0 0 0 0 0,1-1-1 0 0,-1 1 1 0 0,0 0 0 0 0,1-1 0 0 0,-1 1-1 0 0,0-1 1 0 0,1 0 0 0 0,-1 1 0 0 0,1-1-1 0 0,-1 0 1 0 0,2 0 0 0 0,7 1-1216 0 0,1-1 0 0 0,-1 0 0 0 0,0-1 0 0 0,14-2 0 0 0,-14 2-1079 0 0,20-4-3957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1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477 69 348 0 0,'-3'-5'966'0'0,"-1"0"0"0"0,1 0 0 0 0,-1 0 1 0 0,0 1-1 0 0,-1-1 0 0 0,1 1 0 0 0,-1 0 0 0 0,1 0 0 0 0,-7-3 1 0 0,6 4-444 0 0,-1 0 0 0 0,1 1 1 0 0,-1-1-1 0 0,0 1 0 0 0,1 0 1 0 0,-1 1-1 0 0,0-1 0 0 0,-9 0 1 0 0,8 2-308 0 0,-1 0 0 0 0,1 0 0 0 0,-1 0 0 0 0,1 1 0 0 0,-1 0 0 0 0,1 1 0 0 0,0 0 1 0 0,0 0-1 0 0,0 0 0 0 0,0 1 0 0 0,0 0 0 0 0,0 1 0 0 0,1-1 0 0 0,-1 1 1 0 0,-8 7-1 0 0,-13 14 143 0 0,1 0-1 0 0,2 2 1 0 0,0 1 0 0 0,2 1 0 0 0,1 1 0 0 0,2 0 0 0 0,1 2-1 0 0,-30 67 1 0 0,47-94-325 0 0,0 0 0 0 0,1 0-1 0 0,-1 1 1 0 0,1-1-1 0 0,0 0 1 0 0,1 0 0 0 0,-1 1-1 0 0,1-1 1 0 0,1 10 0 0 0,-1-13-31 0 0,0 0 1 0 0,1-1-1 0 0,-1 1 0 0 0,1 0 1 0 0,-1 0-1 0 0,1-1 1 0 0,0 1-1 0 0,-1 0 1 0 0,1-1-1 0 0,0 1 0 0 0,0-1 1 0 0,0 1-1 0 0,0-1 1 0 0,1 1-1 0 0,-1-1 1 0 0,0 0-1 0 0,1 0 1 0 0,-1 1-1 0 0,0-1 0 0 0,1 0 1 0 0,0 0-1 0 0,-1 0 1 0 0,1-1-1 0 0,-1 1 1 0 0,1 0-1 0 0,0-1 0 0 0,0 1 1 0 0,-1-1-1 0 0,1 1 1 0 0,0-1-1 0 0,0 0 1 0 0,0 0-1 0 0,0 0 1 0 0,2 0-1 0 0,3 0-102 0 0,0 0-1 0 0,0-1 1 0 0,0 0-1 0 0,0-1 1 0 0,-1 1-1 0 0,1-1 1 0 0,0-1-1 0 0,-1 1 1 0 0,0-1-1 0 0,1 0 1 0 0,8-6-1 0 0,-5 2-52 0 0,-2 0-1 0 0,1-1 1 0 0,-1 1 0 0 0,0-2-1 0 0,0 1 1 0 0,11-17-1 0 0,6-17-10 0 0,-2 0 0 0 0,-2-2 1 0 0,23-65-1 0 0,-22 54 585 0 0,-22 55-399 0 0,0-1 0 0 0,0 0 0 0 0,0 0 0 0 0,0 1-1 0 0,1-1 1 0 0,-1 0 0 0 0,0 1 0 0 0,1-1-1 0 0,-1 0 1 0 0,0 1 0 0 0,1-1 0 0 0,-1 0-1 0 0,0 1 1 0 0,1-1 0 0 0,-1 1 0 0 0,1-1 0 0 0,0 1-1 0 0,-1-1 1 0 0,1 1 0 0 0,-1-1 0 0 0,1 1-1 0 0,0 0 1 0 0,-1-1 0 0 0,2 0 0 0 0,-2 2 17 0 0,1 0 0 0 0,0-1 1 0 0,-1 1-1 0 0,1-1 0 0 0,-1 1 1 0 0,1 0-1 0 0,-1-1 1 0 0,0 1-1 0 0,1 0 0 0 0,-1-1 1 0 0,0 1-1 0 0,1 0 0 0 0,-1 0 1 0 0,0-1-1 0 0,0 1 0 0 0,0 0 1 0 0,0 1-1 0 0,3 44 1059 0 0,-6-11-635 0 0,-2 0-1 0 0,-12 42 1 0 0,-5 31-3175 0 0,19-94 1548 0 0,-2 10-3078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11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72 816 0 0,'1'-1'428'0'0,"6"-8"1605"0"0,2-1 1 0 0,-1 2-1 0 0,1-1 1 0 0,15-10-1 0 0,-21 16-1744 0 0,1 2-1 0 0,-1-1 1 0 0,1 0-1 0 0,-1 0 1 0 0,1 1 0 0 0,-1 0-1 0 0,1 0 1 0 0,0 0-1 0 0,0 0 1 0 0,0 1-1 0 0,0-1 1 0 0,-1 1-1 0 0,1 0 1 0 0,0 0-1 0 0,0 1 1 0 0,0-1-1 0 0,0 1 1 0 0,6 1 0 0 0,0 2 10 0 0,0 0 0 0 0,-1 1 1 0 0,0-1-1 0 0,0 2 1 0 0,0-1-1 0 0,-1 1 1 0 0,0 1-1 0 0,0-1 1 0 0,0 1-1 0 0,-1 1 1 0 0,0-1-1 0 0,7 11 0 0 0,-5-6-135 0 0,-1 1 0 0 0,0 0-1 0 0,0 1 1 0 0,-2-1 0 0 0,1 1-1 0 0,-2 1 1 0 0,7 23-1 0 0,-10-28-107 0 0,0 0-1 0 0,-1 0 0 0 0,0 1 1 0 0,-1-1-1 0 0,0 0 0 0 0,0 0 1 0 0,-1 1-1 0 0,-1-1 0 0 0,0 0 1 0 0,-3 11-1 0 0,4-16-107 0 0,-1 0 1 0 0,0-1-1 0 0,-1 1 0 0 0,1 0 1 0 0,-1-1-1 0 0,1 1 0 0 0,-1-1 0 0 0,-1 0 1 0 0,1 0-1 0 0,-1 0 0 0 0,1 0 1 0 0,-1-1-1 0 0,0 1 0 0 0,0-1 1 0 0,-1 0-1 0 0,1 0 0 0 0,-1-1 0 0 0,1 1 1 0 0,-1-1-1 0 0,0 0 0 0 0,-5 1 1 0 0,8-2-11 0 0,0 0 1 0 0,-1-1-1 0 0,1 1 1 0 0,0-1-1 0 0,0 1 1 0 0,0-1 0 0 0,0 0-1 0 0,0 0 1 0 0,0 0-1 0 0,-1 0 1 0 0,1 0-1 0 0,0-1 1 0 0,0 1-1 0 0,0 0 1 0 0,0-1 0 0 0,0 0-1 0 0,0 0 1 0 0,0 1-1 0 0,0-1 1 0 0,0 0-1 0 0,0-1 1 0 0,0 1-1 0 0,1 0 1 0 0,-1 0 0 0 0,0-1-1 0 0,1 1 1 0 0,-1-1-1 0 0,1 1 1 0 0,0-1-1 0 0,-1 0 1 0 0,1 0 0 0 0,0 1-1 0 0,0-1 1 0 0,0 0-1 0 0,0 0 1 0 0,0 0-1 0 0,0-4 1 0 0,-1 1-11 0 0,1-1 0 0 0,0 0 0 0 0,0 0 0 0 0,0 0 1 0 0,1 0-1 0 0,0 1 0 0 0,0-1 0 0 0,1 0 0 0 0,0 0 0 0 0,0 0 0 0 0,0 0 1 0 0,3-8-1 0 0,4-5 19 0 0,1 0 0 0 0,1 1 1 0 0,1 0-1 0 0,0 1 0 0 0,1 0 1 0 0,1 1-1 0 0,1 1 0 0 0,23-22 1 0 0,-17 19 152 0 0,2 2-1 0 0,0 0 1 0 0,0 1 0 0 0,2 1 0 0 0,49-21-1 0 0,-65 31 29 0 0,1 1 0 0 0,-1 1-1 0 0,1 0 1 0 0,0 0 0 0 0,0 0-1 0 0,0 1 1 0 0,0 1-1 0 0,0 0 1 0 0,0 0 0 0 0,0 0-1 0 0,0 1 1 0 0,10 3 0 0 0,-15-3-63 0 0,0 0 1 0 0,0 0 0 0 0,0 0-1 0 0,-1 1 1 0 0,1 0 0 0 0,-1 0-1 0 0,1 0 1 0 0,-1 0 0 0 0,1 0 0 0 0,-1 1-1 0 0,0-1 1 0 0,0 1 0 0 0,0 0-1 0 0,-1 0 1 0 0,1 0 0 0 0,-1 0 0 0 0,1 1-1 0 0,-1-1 1 0 0,0 1 0 0 0,-1-1-1 0 0,1 1 1 0 0,0 0 0 0 0,-1 0-1 0 0,0-1 1 0 0,0 1 0 0 0,0 0 0 0 0,0 0-1 0 0,-1 0 1 0 0,0 5 0 0 0,0 5-49 0 0,-1 1 1 0 0,-1-1 0 0 0,0 0 0 0 0,-1 0 0 0 0,-1 0 0 0 0,0 0-1 0 0,-1-1 1 0 0,-12 25 0 0 0,-10 31-2965 0 0,26-66 2581 0 0,0 1 0 0 0,0-1 0 0 0,0 0 0 0 0,1 0 0 0 0,-1 1 0 0 0,1-1 0 0 0,0 0 0 0 0,0 1 0 0 0,0-1 0 0 0,1 0 0 0 0,-1 1 0 0 0,2 3-1 0 0,-2-5-244 0 0,1 0 0 0 0,0 1 0 0 0,1-1 0 0 0,-1 0 0 0 0,0 0 0 0 0,1 0 0 0 0,-1 0 0 0 0,1 0 0 0 0,-1 0 0 0 0,4 2 0 0 0,8 8-4771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12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420 528 2312 0 0,'14'-16'2047'0'0,"-1"-2"1"0"0,-1 0-1 0 0,14-26 0 0 0,-21 34-1326 0 0,0 0-1 0 0,-1 0 0 0 0,0-1 0 0 0,-1 1 0 0 0,-1-1 0 0 0,1 1 1 0 0,-2-1-1 0 0,2-18 0 0 0,-3 28-651 0 0,0-1 1 0 0,0 1-1 0 0,0-1 1 0 0,0 1-1 0 0,0-1 1 0 0,0 1-1 0 0,-1-1 1 0 0,1 1-1 0 0,-1-1 0 0 0,1 1 1 0 0,-1 0-1 0 0,1-1 1 0 0,-1 1-1 0 0,0 0 1 0 0,1-1-1 0 0,-1 1 1 0 0,0 0-1 0 0,0 0 1 0 0,-1-2-1 0 0,1 3-28 0 0,0-1 1 0 0,-1 0-1 0 0,1 1 0 0 0,0-1 1 0 0,0 1-1 0 0,0 0 1 0 0,-1-1-1 0 0,1 1 0 0 0,0 0 1 0 0,0 0-1 0 0,-1 0 0 0 0,1 0 1 0 0,0 0-1 0 0,-1 0 0 0 0,1 0 1 0 0,0 0-1 0 0,-3 1 0 0 0,-3 1 43 0 0,0 1-1 0 0,0-1 1 0 0,0 2-1 0 0,0-1 1 0 0,1 1-1 0 0,-9 5 0 0 0,-14 15 120 0 0,0 0 0 0 0,1 2 0 0 0,1 0 0 0 0,2 2-1 0 0,-41 57 1 0 0,61-77-166 0 0,0 0 0 0 0,0 0 0 0 0,0 1-1 0 0,1-1 1 0 0,1 1 0 0 0,-1 0 0 0 0,1 0 0 0 0,-2 14-1 0 0,4-20-27 0 0,1-1-1 0 0,0 1 0 0 0,0 0 1 0 0,0-1-1 0 0,0 1 0 0 0,0-1 1 0 0,1 1-1 0 0,-1 0 0 0 0,1-1 1 0 0,-1 1-1 0 0,1-1 0 0 0,0 0 1 0 0,0 1-1 0 0,0-1 0 0 0,1 0 1 0 0,-1 1-1 0 0,0-1 0 0 0,1 0 1 0 0,-1 0-1 0 0,1 0 0 0 0,0 0 1 0 0,0 0-1 0 0,0-1 0 0 0,0 1 1 0 0,0 0-1 0 0,0-1 0 0 0,0 1 1 0 0,0-1-1 0 0,1 0 0 0 0,-1 0 1 0 0,1 0-1 0 0,-1 0 0 0 0,1 0 1 0 0,3 0-1 0 0,-1 0-14 0 0,0 0-1 0 0,0-1 1 0 0,0 1 0 0 0,-1-1-1 0 0,1 0 1 0 0,0 0 0 0 0,0-1-1 0 0,0 1 1 0 0,0-1 0 0 0,0 0-1 0 0,0-1 1 0 0,0 1 0 0 0,-1-1-1 0 0,1 0 1 0 0,0 0 0 0 0,-1-1-1 0 0,0 1 1 0 0,0-1 0 0 0,5-3-1 0 0,3-4-93 0 0,0 0 0 0 0,-1-1 0 0 0,-1 0 0 0 0,17-22 0 0 0,74-110-585 0 0,-101 143 678 0 0,0 0 1 0 0,1-1-1 0 0,-1 1 1 0 0,0 0-1 0 0,0-1 0 0 0,0 1 1 0 0,0 0-1 0 0,1-1 1 0 0,-1 1-1 0 0,0 0 1 0 0,0 0-1 0 0,1-1 0 0 0,-1 1 1 0 0,0 0-1 0 0,1 0 1 0 0,-1 0-1 0 0,0-1 1 0 0,0 1-1 0 0,1 0 0 0 0,-1 0 1 0 0,0 0-1 0 0,1 0 1 0 0,-1 0-1 0 0,0 0 1 0 0,1 0-1 0 0,-1 0 0 0 0,1 0 1 0 0,-1 0-1 0 0,0 0 1 0 0,1 0-1 0 0,-1 0 1 0 0,1 0-1 0 0,4 11-67 0 0,-4 23 142 0 0,-1-31-53 0 0,-25 739 4924 0 0,23-708-4817 0 0,0-1 0 0 0,-2 0 1 0 0,-1 0-1 0 0,-15 46 0 0 0,17-70-78 0 0,0-1-1 0 0,-1 1 1 0 0,0-1 0 0 0,-1 0-1 0 0,0 0 1 0 0,0-1-1 0 0,0 1 1 0 0,-1-1-1 0 0,-8 7 1 0 0,9-10 26 0 0,0 0 1 0 0,0 0-1 0 0,-1 0 0 0 0,1-1 1 0 0,-1 0-1 0 0,0 0 0 0 0,0 0 1 0 0,0-1-1 0 0,-1 0 0 0 0,1 0 1 0 0,0-1-1 0 0,-1 0 0 0 0,1 0 1 0 0,-9 0-1 0 0,4-1 38 0 0,0-1 0 0 0,1 0 0 0 0,-1-1 0 0 0,1 0 0 0 0,0 0 1 0 0,-1-1-1 0 0,1-1 0 0 0,1 1 0 0 0,-1-2 0 0 0,0 1 0 0 0,1-2 0 0 0,-12-7 0 0 0,3 0 159 0 0,1-1 0 0 0,0 0 0 0 0,1-1 0 0 0,-26-32 0 0 0,35 39-227 0 0,1 0 0 0 0,0-1 1 0 0,0 0-1 0 0,1 0 0 0 0,1-1 1 0 0,-1 1-1 0 0,1-1 0 0 0,1 0 1 0 0,-4-15-1 0 0,6 17-41 0 0,0 0 0 0 0,1-1 1 0 0,-1 1-1 0 0,2-1 0 0 0,-1 1 0 0 0,1-1 0 0 0,0 1 0 0 0,1-1 0 0 0,0 1 0 0 0,0 0 1 0 0,1 0-1 0 0,4-9 0 0 0,5-6-55 0 0,0 1 1 0 0,2 0 0 0 0,0 1-1 0 0,2 1 1 0 0,0 0 0 0 0,1 1-1 0 0,21-18 1 0 0,146-109-740 0 0,-161 129 684 0 0,568-415-2174 0 0,-510 374 2115 0 0,9-5-98 0 0,147-135 0 0 0,-229 190 226 0 0,0 0 1 0 0,0-1-1 0 0,-1-1 1 0 0,0 1-1 0 0,0-1 1 0 0,-1 0-1 0 0,5-13 0 0 0,-10 23 39 0 0,-1 0-1 0 0,0-1 0 0 0,0 1 1 0 0,0 0-1 0 0,0 0 0 0 0,0-1 1 0 0,0 1-1 0 0,1 0 1 0 0,-1-1-1 0 0,0 1 0 0 0,0 0 1 0 0,0 0-1 0 0,0-1 0 0 0,0 1 1 0 0,0 0-1 0 0,0-1 0 0 0,0 1 1 0 0,0 0-1 0 0,0-1 1 0 0,0 1-1 0 0,0 0 0 0 0,-1 0 1 0 0,1-1-1 0 0,0 1 0 0 0,0 0 1 0 0,0 0-1 0 0,0-1 0 0 0,0 1 1 0 0,-1 0-1 0 0,1 0 0 0 0,0-1 1 0 0,0 1-1 0 0,0 0 1 0 0,-1 0-1 0 0,1-1 0 0 0,0 1 1 0 0,0 0-1 0 0,-1 0 0 0 0,1 0 1 0 0,0 0-1 0 0,0 0 0 0 0,-1-1 1 0 0,1 1-1 0 0,0 0 1 0 0,-1 0-1 0 0,1 0 0 0 0,0 0 1 0 0,0 0-1 0 0,-1 0 0 0 0,1 0 1 0 0,0 0-1 0 0,-1 0 0 0 0,1 0 1 0 0,0 0-1 0 0,-1 0 0 0 0,1 0 1 0 0,0 0-1 0 0,0 0 1 0 0,-1 1-1 0 0,1-1 0 0 0,0 0 1 0 0,0 0-1 0 0,-1 0 0 0 0,-18 7-91 0 0,3 3 75 0 0,2 0 0 0 0,-1 0 0 0 0,2 2 0 0 0,-1 0 0 0 0,2 0 0 0 0,-22 27 0 0 0,25-27 32 0 0,0 0 1 0 0,1 0-1 0 0,1 1 0 0 0,0 0 0 0 0,1 0 1 0 0,0 1-1 0 0,1-1 0 0 0,-6 27 0 0 0,10-35 3 0 0,1 0 0 0 0,-1 1 0 0 0,1-1-1 0 0,0 0 1 0 0,0 0 0 0 0,1 0 0 0 0,-1 0-1 0 0,1 0 1 0 0,0 0 0 0 0,1 0 0 0 0,-1 0 0 0 0,1 0-1 0 0,0 0 1 0 0,4 6 0 0 0,-2-5-16 0 0,0 0-1 0 0,0 0 1 0 0,1-1 0 0 0,0 1 0 0 0,0-1-1 0 0,1 0 1 0 0,0-1 0 0 0,0 1 0 0 0,6 3-1 0 0,6 2-377 0 0,0-1-1 0 0,0-1 1 0 0,1-1-1 0 0,-1-1 0 0 0,1-1 1 0 0,30 6-1 0 0,-24-8-984 0 0,-1 0 0 0 0,1-2 0 0 0,37-2-1 0 0,-38-1-2697 0 0,41-9 0 0 0,-27 1-2667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00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154 944 2736 0 0,'-14'6'1353'0'0,"1"1"-1"0"0,0 0 0 0 0,0 1 0 0 0,0 1 1 0 0,-16 14-1 0 0,23-18-994 0 0,1 1 0 0 0,-1-1 0 0 0,1 1 0 0 0,0 0 0 0 0,1 0 0 0 0,0 1 0 0 0,0-1 0 0 0,0 1 0 0 0,1 0 0 0 0,0 0 0 0 0,0 0-1 0 0,-3 11 1 0 0,6-17-307 0 0,0 0 0 0 0,0 0 0 0 0,-1 0 0 0 0,1 0 0 0 0,0 0-1 0 0,0 0 1 0 0,0 0 0 0 0,0 0 0 0 0,0 0 0 0 0,0 0 0 0 0,1 0-1 0 0,-1 0 1 0 0,0 0 0 0 0,0 0 0 0 0,1 0 0 0 0,-1 0 0 0 0,1 0-1 0 0,-1 0 1 0 0,1 0 0 0 0,-1-1 0 0 0,1 1 0 0 0,-1 0 0 0 0,1 0-1 0 0,0 0 1 0 0,-1-1 0 0 0,1 1 0 0 0,0 0 0 0 0,0-1 0 0 0,-1 1-1 0 0,1-1 1 0 0,0 1 0 0 0,0-1 0 0 0,0 1 0 0 0,0-1 0 0 0,0 1-1 0 0,0-1 1 0 0,0 0 0 0 0,0 0 0 0 0,0 1 0 0 0,0-1 0 0 0,0 0-1 0 0,0 0 1 0 0,2 0 0 0 0,2 0 29 0 0,1 0-1 0 0,0-1 1 0 0,-1 1-1 0 0,1-1 0 0 0,0 0 1 0 0,7-3-1 0 0,0-1-25 0 0,0 0-1 0 0,0-1 0 0 0,0-1 0 0 0,-1 0 0 0 0,0 0 0 0 0,-1-1 0 0 0,0-1 1 0 0,13-11-1 0 0,-10 5-28 0 0,-1 0 1 0 0,0-1-1 0 0,-1 0 1 0 0,0 0-1 0 0,9-21 1 0 0,0-6-33 0 0,-2-2 1 0 0,-2-1-1 0 0,21-93 0 0 0,-26 85-39 0 0,-2-1-1 0 0,-3 0 1 0 0,-2 0-1 0 0,-3 0 1 0 0,-2-1-1 0 0,-11-87 1 0 0,10 139 45 0 0,1 1 1 0 0,-1-1 0 0 0,1 1-1 0 0,-1-1 1 0 0,0 1-1 0 0,0-1 1 0 0,-1 1-1 0 0,1 0 1 0 0,-1 0 0 0 0,1 0-1 0 0,-1-1 1 0 0,0 2-1 0 0,0-1 1 0 0,-4-4 0 0 0,5 7 0 0 0,0-1 0 0 0,0 1 0 0 0,0 0 1 0 0,0-1-1 0 0,0 1 0 0 0,0 0 0 0 0,-1 0 1 0 0,1-1-1 0 0,0 1 0 0 0,0 0 0 0 0,0 0 1 0 0,0 1-1 0 0,-1-1 0 0 0,1 0 0 0 0,0 0 0 0 0,0 0 1 0 0,0 1-1 0 0,0-1 0 0 0,0 1 0 0 0,0-1 1 0 0,0 1-1 0 0,0-1 0 0 0,0 1 0 0 0,0 0 1 0 0,0-1-1 0 0,0 1 0 0 0,0 0 0 0 0,0 0 1 0 0,0-1-1 0 0,1 1 0 0 0,-2 2 0 0 0,-23 28 52 0 0,1 11 89 0 0,2 1 0 0 0,1 2-1 0 0,-24 77 1 0 0,42-114-128 0 0,-57 189 289 0 0,51-161-247 0 0,2 1 0 0 0,1 0 0 0 0,0 56 0 0 0,6-82-29 0 0,0 0-1 0 0,1-1 1 0 0,0 1 0 0 0,1-1-1 0 0,1 1 1 0 0,-1-1 0 0 0,9 20-1 0 0,-9-26-13 0 0,0 1-1 0 0,1 0 0 0 0,0-1 0 0 0,0 1 1 0 0,0-1-1 0 0,1 0 0 0 0,-1 0 0 0 0,1 0 0 0 0,0-1 1 0 0,0 1-1 0 0,0-1 0 0 0,1 0 0 0 0,-1 0 1 0 0,1 0-1 0 0,0-1 0 0 0,0 0 0 0 0,7 3 1 0 0,2-1-80 0 0,-1-2 0 0 0,1 1 0 0 0,0-2 0 0 0,0 0 0 0 0,0 0 0 0 0,0-1 0 0 0,0-1 0 0 0,0-1 0 0 0,0 0 0 0 0,-1 0 1 0 0,1-1-1 0 0,-1-1 0 0 0,1-1 0 0 0,20-9 0 0 0,-7 1-237 0 0,-2-1 0 0 0,0-1 0 0 0,0-1 0 0 0,-2-1 0 0 0,0-1 0 0 0,22-23 0 0 0,-16 10 17 0 0,0-2 0 0 0,-3 0 0 0 0,0-2 0 0 0,-3-1 0 0 0,30-61 1 0 0,-18 23-17 0 0,47-154 0 0 0,-59 148 1198 0 0,15-109 0 0 0,-37 188-884 0 0,-1 1 0 0 0,0-1 1 0 0,0 1-1 0 0,0 0 0 0 0,0-1 1 0 0,0 1-1 0 0,1-1 0 0 0,-1 1 1 0 0,0-1-1 0 0,0 1 1 0 0,0-1-1 0 0,0 1 0 0 0,0-1 1 0 0,0 1-1 0 0,-1-1 0 0 0,1 1 1 0 0,0-1-1 0 0,0 1 1 0 0,0-1-1 0 0,0 1 0 0 0,0 0 1 0 0,-1-1-1 0 0,1 1 0 0 0,0-1 1 0 0,0 1-1 0 0,-1 0 1 0 0,1-1-1 0 0,-10 8 106 0 0,-7 22 70 0 0,-31 90 765 0 0,7 3 1 0 0,-35 165 0 0 0,61-222-764 0 0,3 2 0 0 0,3-1 0 0 0,0 69 0 0 0,8-130-160 0 0,1 1 1 0 0,0 0-1 0 0,1-1 0 0 0,-1 1 0 0 0,1-1 1 0 0,0 1-1 0 0,1-1 0 0 0,-1 1 0 0 0,1-1 0 0 0,0 0 1 0 0,3 5-1 0 0,-4-9-25 0 0,-1 0 1 0 0,1 0 0 0 0,0-1-1 0 0,0 1 1 0 0,0-1-1 0 0,0 1 1 0 0,0-1-1 0 0,-1 1 1 0 0,1-1-1 0 0,0 1 1 0 0,0-1-1 0 0,0 0 1 0 0,0 0-1 0 0,0 1 1 0 0,0-1-1 0 0,0 0 1 0 0,0 0 0 0 0,0 0-1 0 0,0 0 1 0 0,0 0-1 0 0,0 0 1 0 0,2-1-1 0 0,20-7-23 0 0,-8-3-104 0 0,0-1 0 0 0,-1 0 0 0 0,-1-1 1 0 0,0-1-1 0 0,-1 0 0 0 0,17-25 1 0 0,5-5-86 0 0,79-94-393 0 0,-112 137 595 0 0,0 0-6 0 0,0-1 1 0 0,0 1 0 0 0,1 0 0 0 0,-1 0-1 0 0,0-1 1 0 0,1 1 0 0 0,-1 0-1 0 0,1 0 1 0 0,-1 0 0 0 0,1 1-1 0 0,1-2 1 0 0,-2 2 14 0 0,0-1 1 0 0,0 1-1 0 0,0 0 0 0 0,0-1 0 0 0,0 1 1 0 0,0 0-1 0 0,0 0 0 0 0,0 0 0 0 0,0 0 1 0 0,0 0-1 0 0,0 0 0 0 0,0 0 1 0 0,0 0-1 0 0,0 0 0 0 0,0 0 0 0 0,0 0 1 0 0,0 1-1 0 0,0-1 0 0 0,0 0 0 0 0,-1 1 1 0 0,1-1-1 0 0,0 1 0 0 0,0-1 1 0 0,0 1-1 0 0,0 0 0 0 0,-1-1 0 0 0,1 1 1 0 0,0-1-1 0 0,0 1 0 0 0,-1 0 0 0 0,1 0 1 0 0,-1 0-1 0 0,1-1 0 0 0,-1 1 0 0 0,1 0 1 0 0,-1 0-1 0 0,1 0 0 0 0,-1 0 1 0 0,0 0-1 0 0,1 0 0 0 0,-1 0 0 0 0,0 0 1 0 0,0 0-1 0 0,0 0 0 0 0,0 0 0 0 0,0 0 1 0 0,0 1-1 0 0,1 0 10 0 0,7 55 296 0 0,-7-42-250 0 0,0-1 0 0 0,2 1-1 0 0,0-1 1 0 0,0 0 0 0 0,1 0 0 0 0,10 23 0 0 0,-11-34-44 0 0,0 1 0 0 0,0-1 0 0 0,0 1 0 0 0,0-1 0 0 0,0 0 0 0 0,1 0 0 0 0,-1-1 0 0 0,1 1 1 0 0,0-1-1 0 0,0 1 0 0 0,0-1 0 0 0,0 0 0 0 0,0-1 0 0 0,0 1 0 0 0,0-1 0 0 0,1 0 1 0 0,-1 0-1 0 0,1 0 0 0 0,8 0 0 0 0,6 0 21 0 0,0 0-1 0 0,1-1 1 0 0,24-4 0 0 0,-23 1-36 0 0,1-1 1 0 0,-1 0-1 0 0,0-2 1 0 0,-1 0-1 0 0,1-1 0 0 0,-1-2 1 0 0,-1 0-1 0 0,0-1 1 0 0,0 0-1 0 0,-1-2 0 0 0,0 0 1 0 0,-1-1-1 0 0,0-1 1 0 0,-1-1-1 0 0,-1 0 0 0 0,0-1 1 0 0,-1-1-1 0 0,-1 0 1 0 0,0 0-1 0 0,-2-2 0 0 0,0 1 1 0 0,-1-1-1 0 0,-1-1 1 0 0,0 0-1 0 0,7-30 1 0 0,-15 47-6 0 0,0 0 1 0 0,0 0 0 0 0,-1 0 0 0 0,1 0 0 0 0,-1 0 0 0 0,0 0 0 0 0,0 0 0 0 0,0 0 0 0 0,0 1 0 0 0,0-1 0 0 0,-1 0 0 0 0,1 0 0 0 0,-1 0 0 0 0,0 0 0 0 0,0 0-1 0 0,0 0 1 0 0,0 1 0 0 0,-1-1 0 0 0,-1-3 0 0 0,1 6 10 0 0,1-1 1 0 0,-1 1-1 0 0,1 0 0 0 0,0 0 1 0 0,-1-1-1 0 0,1 1 0 0 0,-1 0 0 0 0,1 1 1 0 0,-1-1-1 0 0,1 0 0 0 0,-1 0 0 0 0,1 1 1 0 0,0-1-1 0 0,-1 0 0 0 0,1 1 1 0 0,0 0-1 0 0,-1-1 0 0 0,1 1 0 0 0,0 0 1 0 0,-2 1-1 0 0,-5 4 88 0 0,0 0 1 0 0,0 1-1 0 0,1 0 1 0 0,0 0-1 0 0,0 1 1 0 0,1 0 0 0 0,-1 0-1 0 0,-6 14 1 0 0,-1 4 271 0 0,-18 45 0 0 0,29-61-296 0 0,-1 0 0 0 0,1-1 0 0 0,0 1 1 0 0,1 1-1 0 0,1-1 0 0 0,-1 0 0 0 0,1 19 0 0 0,1-25-46 0 0,1 0 0 0 0,-1-1 0 0 0,1 1 0 0 0,0 0 0 0 0,0-1 0 0 0,0 1 0 0 0,0-1 0 0 0,0 1-1 0 0,1-1 1 0 0,0 0 0 0 0,-1 1 0 0 0,1-1 0 0 0,1 0 0 0 0,-1 0 0 0 0,0 0 0 0 0,1-1 0 0 0,-1 1 0 0 0,1-1 0 0 0,0 1 0 0 0,0-1-1 0 0,0 0 1 0 0,0 0 0 0 0,0 0 0 0 0,6 2 0 0 0,5 1-141 0 0,-1 0 0 0 0,1-2 0 0 0,-1 0 0 0 0,1 0 0 0 0,0-1 0 0 0,0-1 0 0 0,0 0 0 0 0,1-1 0 0 0,20-3 0 0 0,-19 1-921 0 0,0 0-1 0 0,1-1 1 0 0,-1-2-1 0 0,-1 1 0 0 0,1-2 1 0 0,-1 0-1 0 0,28-15 1 0 0,-13 0-3506 0 0,-3-4-2158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01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0 2604 0 0,'-108'18'4325'0'0,"-100"22"3423"0"0,206-40-7730 0 0,-27 10 1388 0 0,23-5-578 0 0,17-1-511 0 0,36-3-1089 0 0,0-1-1 0 0,0-2 0 0 0,48-9 0 0 0,-61 7-262 0 0,42-5-3217 0 0,8-2-2212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15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277 400 952 0 0,'3'-12'4900'0'0,"5"-72"9590"0"0,-48 67-14396 0 0,38 17-106 0 0,-1 0 16 0 0,-4 0-14 0 0,0 1 1 0 0,0 0 0 0 0,0 0-1 0 0,0 1 1 0 0,1 0 0 0 0,-1 0-1 0 0,1 0 1 0 0,-1 1-1 0 0,1 0 1 0 0,0 0 0 0 0,0 1-1 0 0,0 0 1 0 0,0 0 0 0 0,-7 7-1 0 0,-2 2-8 0 0,1 1-1 0 0,0 0 0 0 0,1 1 1 0 0,1 0-1 0 0,0 1 0 0 0,-11 21 1 0 0,18-28 13 0 0,0 0 0 0 0,0 1 1 0 0,1-1-1 0 0,1 1 0 0 0,0 0 1 0 0,0 0-1 0 0,0 0 0 0 0,2 0 1 0 0,-1 1-1 0 0,1-1 0 0 0,1 1 1 0 0,-1-1-1 0 0,3 15 0 0 0,-1-21 10 0 0,-1 0 1 0 0,1-1-1 0 0,0 1 0 0 0,1-1 0 0 0,-1 0 0 0 0,0 1 1 0 0,1-1-1 0 0,0 0 0 0 0,0 0 0 0 0,0 0 0 0 0,0 0 1 0 0,0 0-1 0 0,1 0 0 0 0,-1-1 0 0 0,1 1 0 0 0,-1-1 1 0 0,4 3-1 0 0,-1-2-2 0 0,0-1-1 0 0,0 1 1 0 0,1-1 0 0 0,-1 0-1 0 0,0-1 1 0 0,1 1 0 0 0,-1-1-1 0 0,1 0 1 0 0,-1 0 0 0 0,7 0-1 0 0,5-1-5 0 0,0-1 0 0 0,-1 0-1 0 0,1-2 1 0 0,-1 1 0 0 0,1-2-1 0 0,22-8 1 0 0,-29 9-15 0 0,-1-1 0 0 0,0 0 1 0 0,1 0-1 0 0,-1-1 0 0 0,-1-1 0 0 0,1 1 0 0 0,-1-1 0 0 0,0-1 0 0 0,0 0 1 0 0,-1 0-1 0 0,0 0 0 0 0,0-1 0 0 0,-1 0 0 0 0,0 0 0 0 0,0 0 0 0 0,-1-1 1 0 0,0 0-1 0 0,0 0 0 0 0,-1-1 0 0 0,0 1 0 0 0,-1-1 0 0 0,0 0 0 0 0,-1 1 1 0 0,0-1-1 0 0,0-1 0 0 0,-1 1 0 0 0,0 0 0 0 0,-1 0 0 0 0,0 0 0 0 0,-1-1 1 0 0,0 1-1 0 0,-3-12 0 0 0,0 5-11 0 0,0-1 1 0 0,-10-26-1 0 0,12 40 17 0 0,0-1 0 0 0,0 1 0 0 0,-1-1 0 0 0,1 1 0 0 0,-1 0 0 0 0,0 0 0 0 0,0 0 0 0 0,0 0 0 0 0,0 0 0 0 0,-1 1 0 0 0,1 0 0 0 0,-1-1 0 0 0,0 1 0 0 0,-5-2 0 0 0,4 3-26 0 0,3 2 30 0 0,-1-1 0 0 0,1 1 0 0 0,-1 0 1 0 0,1 0-1 0 0,-1 0 0 0 0,1 0 0 0 0,-1 0 1 0 0,1 0-1 0 0,-1 1 0 0 0,1-1 0 0 0,-1 1 1 0 0,1 0-1 0 0,-1 0 0 0 0,1 0 0 0 0,0 0 1 0 0,0 0-1 0 0,-1 0 0 0 0,1 0 0 0 0,0 1 0 0 0,0-1 1 0 0,0 1-1 0 0,0 0 0 0 0,0-1 0 0 0,1 1 1 0 0,-1 0-1 0 0,1 0 0 0 0,-1 0 0 0 0,1 0 1 0 0,-1 1-1 0 0,1-1 0 0 0,0 0 0 0 0,0 0 1 0 0,0 1-1 0 0,1-1 0 0 0,-1 1 0 0 0,0-1 0 0 0,1 1 1 0 0,0-1-1 0 0,-1 1 0 0 0,1-1 0 0 0,0 1 1 0 0,0-1-1 0 0,1 1 0 0 0,-1-1 0 0 0,0 1 1 0 0,1-1-1 0 0,-1 1 0 0 0,1-1 0 0 0,0 1 0 0 0,1 2 1 0 0,2 0-31 0 0,-1 0 0 0 0,1 0 0 0 0,0-1 0 0 0,0 1 0 0 0,0-1 0 0 0,1 0 0 0 0,0 0 0 0 0,-1 0 0 0 0,1-1-1 0 0,0 1 1 0 0,1-1 0 0 0,-1-1 0 0 0,1 1 0 0 0,-1-1 0 0 0,1 0 0 0 0,0 0 0 0 0,0 0 0 0 0,11 1 0 0 0,11 1-120 0 0,1-1-1 0 0,47-1 0 0 0,-72-2 150 0 0,71-1-178 0 0,114-16-1 0 0,-151 11 155 0 0,-1-2 1 0 0,0-2-1 0 0,-1-1 0 0 0,70-31 1 0 0,-91 35 46 0 0,0-2 1 0 0,-1 1 0 0 0,0-2 0 0 0,0 0-1 0 0,-1 0 1 0 0,-1-1 0 0 0,0-1-1 0 0,0 0 1 0 0,-1-1 0 0 0,-1 0 0 0 0,0-1-1 0 0,0 0 1 0 0,-2 0 0 0 0,0-1 0 0 0,0 0-1 0 0,-2 0 1 0 0,0-1 0 0 0,7-26 0 0 0,-2-3 333 0 0,-10 42-310 0 0,-15 33 70 0 0,-98 340 1727 0 0,60-190-1230 0 0,-162 658 1677 0 0,112-410-1221 0 0,101-422-1036 0 0,-48 170 1639 0 0,49-175-1629 0 0,-1-1-1 0 0,1 1 0 0 0,-1 0 0 0 0,1 0 0 0 0,-1 0 1 0 0,1 0-1 0 0,0 0 0 0 0,-1 0 0 0 0,1 0 0 0 0,0 0 1 0 0,0 0-1 0 0,0 0 0 0 0,0 0 0 0 0,0 0 1 0 0,0 0-1 0 0,0 0 0 0 0,0 0 0 0 0,1 0 0 0 0,-1 0 1 0 0,0 0-1 0 0,0 0 0 0 0,1 0 0 0 0,-1 0 0 0 0,1 1 1 0 0,0-2-25 0 0,0 0 0 0 0,0 0 0 0 0,0 1 0 0 0,0-1 0 0 0,0-1 0 0 0,0 1 0 0 0,0 0 0 0 0,0 0 0 0 0,0 0 1 0 0,0 0-1 0 0,-1-1 0 0 0,1 1 0 0 0,0 0 0 0 0,0-1 0 0 0,0 1 0 0 0,0-1 0 0 0,0 1 0 0 0,-1-1 0 0 0,2 0 0 0 0,42-35-14 0 0,-4-3-26 0 0,-1-2-1 0 0,-2-1 1 0 0,-2-2-1 0 0,-2-1 1 0 0,-2-2-1 0 0,28-55 1 0 0,-51 85-5 0 0,0-1 0 0 0,-2 0 0 0 0,0 0 0 0 0,0-1 0 0 0,-2 1 1 0 0,0-1-1 0 0,1-23 0 0 0,-5 30 23 0 0,0 1 0 0 0,-1-1 0 0 0,0 1 0 0 0,-1-1 0 0 0,0 1 0 0 0,-1 0 1 0 0,0 0-1 0 0,-1 0 0 0 0,0 0 0 0 0,0 1 0 0 0,-1-1 0 0 0,-1 1 0 0 0,-8-12 0 0 0,-1 3-3 0 0,0 0-1 0 0,-2 1 0 0 0,0 0 1 0 0,-2 2-1 0 0,1 0 0 0 0,-2 1 1 0 0,-39-23-1 0 0,-13-1-131 0 0,-79-30 0 0 0,49 25-677 0 0,96 41 548 0 0,-1 0-1 0 0,0-1 1 0 0,1 0 0 0 0,0 0 0 0 0,0 0-1 0 0,0-1 1 0 0,-10-10 0 0 0,15 14 134 0 0,0-1 1 0 0,0 0-1 0 0,-1 1 0 0 0,1-1 1 0 0,0 0-1 0 0,1 0 1 0 0,-1 0-1 0 0,0 0 0 0 0,0 0 1 0 0,1 0-1 0 0,-1 0 1 0 0,1 0-1 0 0,0 0 0 0 0,0 0 1 0 0,-1 0-1 0 0,1-1 1 0 0,1 1-1 0 0,-1 0 0 0 0,0 0 1 0 0,0 0-1 0 0,1 0 1 0 0,-1 0-1 0 0,1 0 0 0 0,0 0 1 0 0,0 0-1 0 0,-1 0 1 0 0,1 0-1 0 0,0 0 0 0 0,1 1 1 0 0,-1-1-1 0 0,2-2 1 0 0,9-10-1447 0 0,0 0 0 0 0,1 1 0 0 0,1 1 0 0 0,0 0 1 0 0,25-15-1 0 0,0-1-4293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04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1063 2852 0 0,'-75'38'5090'0'0,"47"-25"-2271"0"0,-50 33 1062 0 0,81-48-3634 0 0,10-2-156 0 0,0-1 0 0 0,-1 0 0 0 0,0-1 0 0 0,0-1 0 0 0,-1 0 0 0 0,0 0 0 0 0,0-1-1 0 0,14-13 1 0 0,-10 5-36 0 0,0 0 0 0 0,-1-1-1 0 0,-1 0 1 0 0,19-32-1 0 0,-11 9-25 0 0,-2-1 0 0 0,-1-1 0 0 0,-2 0-1 0 0,14-64 1 0 0,-3-29 667 0 0,16-233 0 0 0,-40 306-367 0 0,-3 59-253 0 0,-4 13-51 0 0,-5 18 0 0 0,-46 240 107 0 0,8-34-97 0 0,-21 52 191 0 0,-60 330 626 0 0,122-566-789 0 0,1 0 0 0 0,5 73 0 0 0,0-107-68 0 0,2 0 1 0 0,0 0-1 0 0,1 0 1 0 0,1 0-1 0 0,0 0 0 0 0,1 0 1 0 0,0-1-1 0 0,2 0 1 0 0,0 0-1 0 0,0-1 0 0 0,15 21 1 0 0,-18-30-8 0 0,1 0 0 0 0,-1 0 0 0 0,1 0 1 0 0,0-1-1 0 0,0 1 0 0 0,1-1 0 0 0,-1 0 0 0 0,1-1 0 0 0,0 0 1 0 0,11 5-1 0 0,-14-7 8 0 0,-1 0 0 0 0,1 0 0 0 0,-1-1 0 0 0,1 1 0 0 0,0-1 0 0 0,-1 0 0 0 0,1 0 0 0 0,0 0 0 0 0,-1 0 0 0 0,1 0 0 0 0,0 0 1 0 0,-1-1-1 0 0,1 1 0 0 0,0-1 0 0 0,-1 0 0 0 0,1 0 0 0 0,-1 0 0 0 0,1 0 0 0 0,-1 0 0 0 0,0-1 0 0 0,1 1 0 0 0,-1-1 0 0 0,0 1 0 0 0,0-1 0 0 0,0 0 0 0 0,0 0 1 0 0,0 0-1 0 0,0 0 0 0 0,1-3 0 0 0,4-6-3 0 0,0-1 1 0 0,-1 1 0 0 0,0-1 0 0 0,-1 0-1 0 0,-1-1 1 0 0,0 1 0 0 0,-1-1-1 0 0,0 1 1 0 0,-1-1 0 0 0,0 0-1 0 0,-1 0 1 0 0,0 0 0 0 0,-1-1-1 0 0,-1 1 1 0 0,-2-18 0 0 0,-1 10-8 0 0,0 1 0 0 0,0 0 1 0 0,-2 1-1 0 0,-1-1 0 0 0,0 1 1 0 0,-2 1-1 0 0,0-1 0 0 0,-1 1 0 0 0,-15-21 1 0 0,5 14-11 0 0,-1 0 0 0 0,-2 1 0 0 0,-47-39 0 0 0,-87-49-2 0 0,35 26 156 0 0,120 85-144 0 0,0 0 1 0 0,0 0-1 0 0,0-1 0 0 0,0 1 1 0 0,0-1-1 0 0,1 0 1 0 0,-1 1-1 0 0,1-1 1 0 0,-1 0-1 0 0,1 0 0 0 0,0 0 1 0 0,0 0-1 0 0,0 0 1 0 0,0 0-1 0 0,0 0 1 0 0,0 0-1 0 0,1-1 1 0 0,-1 1-1 0 0,0 0 0 0 0,1 0 1 0 0,0-1-1 0 0,0-3 1 0 0,0 3-52 0 0,1 0 1 0 0,0 0-1 0 0,0 0 0 0 0,1 0 1 0 0,-1 1-1 0 0,1-1 1 0 0,-1 0-1 0 0,1 1 1 0 0,0-1-1 0 0,0 1 1 0 0,0 0-1 0 0,0 0 0 0 0,0-1 1 0 0,0 1-1 0 0,1 1 1 0 0,4-4-1 0 0,35-21-726 0 0,0 3-1 0 0,1 1 1 0 0,51-16-1 0 0,30-17-346 0 0,-50 19 573 0 0,-2-3 0 0 0,-2-4 0 0 0,104-81 0 0 0,-158 109 846 0 0,0 0-1 0 0,-2 0 1 0 0,1-1-1 0 0,-2-1 1 0 0,14-22-1 0 0,-22 29 133 0 0,-9 10 178 0 0,-10 15-57 0 0,-8 25-3 0 0,1 1-1 0 0,2 1 1 0 0,2 1 0 0 0,2 1 0 0 0,-13 60 0 0 0,26-95-478 0 0,0 1 0 0 0,1 0 0 0 0,1 0 0 0 0,-1 0 0 0 0,2 0 0 0 0,-1-1 0 0 0,3 13 0 0 0,-2-18-36 0 0,0 0 0 0 0,0 0 1 0 0,1 0-1 0 0,-1 0 0 0 0,1 0 0 0 0,0-1 1 0 0,0 1-1 0 0,0-1 0 0 0,0 1 0 0 0,1-1 0 0 0,-1 0 1 0 0,1 0-1 0 0,0 0 0 0 0,0 0 0 0 0,0 0 1 0 0,0-1-1 0 0,0 1 0 0 0,1-1 0 0 0,-1 0 0 0 0,5 2 1 0 0,-1-1-1 0 0,0 0 0 0 0,0-1 0 0 0,0 0 0 0 0,0 0 0 0 0,1-1 0 0 0,-1 1 1 0 0,1-2-1 0 0,-1 1 0 0 0,0-1 0 0 0,1 0 0 0 0,-1-1 0 0 0,16-2 0 0 0,-14 1-11 0 0,0-1 0 0 0,0 0 0 0 0,0-1 0 0 0,-1 0 0 0 0,1 0-1 0 0,-1-1 1 0 0,0 0 0 0 0,0-1 0 0 0,9-8 0 0 0,-5 3-5 0 0,0-1 0 0 0,-1 0 0 0 0,-1-1 0 0 0,0-1 0 0 0,0 0 0 0 0,-2 0 0 0 0,0 0 0 0 0,0-1 0 0 0,-1-1 0 0 0,-1 1 0 0 0,6-23 0 0 0,-8 20 6 0 0,0 0 0 0 0,-1-1 1 0 0,-1 1-1 0 0,-1-1 0 0 0,-1 0 0 0 0,-2-24 1 0 0,1 36-12 0 0,0 0 0 0 0,0 0 0 0 0,-1 0 0 0 0,0-1 0 0 0,0 2 0 0 0,0-1 0 0 0,-1 0 1 0 0,0 0-1 0 0,-1 1 0 0 0,1-1 0 0 0,-1 1 0 0 0,-1 0 0 0 0,1 1 0 0 0,-1-1 0 0 0,0 1 0 0 0,0-1 0 0 0,0 1 1 0 0,-13-8-1 0 0,13 11 1 0 0,0 0 0 0 0,0 0 0 0 0,0 0 0 0 0,-1 1 0 0 0,1-1 0 0 0,-1 1 0 0 0,1 1 0 0 0,-1-1 1 0 0,1 1-1 0 0,-1 0 0 0 0,0 0 0 0 0,1 1 0 0 0,-1-1 0 0 0,1 1 0 0 0,-1 1 0 0 0,1-1 0 0 0,0 1 0 0 0,-1 0 0 0 0,-9 4 1 0 0,4 0-3 0 0,1-1 1 0 0,-1 1-1 0 0,1 1 1 0 0,0 0-1 0 0,1 0 1 0 0,-1 1-1 0 0,1 0 1 0 0,-9 12-1 0 0,13-14 3 0 0,0 0 0 0 0,0 0 1 0 0,1 1-1 0 0,0-1 0 0 0,1 1 0 0 0,-6 13 1 0 0,9-19 2 0 0,-1 1 0 0 0,1-1 1 0 0,0 1-1 0 0,-1-1 0 0 0,1 1 1 0 0,0-1-1 0 0,0 1 0 0 0,0 0 1 0 0,0-1-1 0 0,0 1 0 0 0,1-1 1 0 0,-1 1-1 0 0,0-1 0 0 0,1 0 0 0 0,-1 1 1 0 0,1-1-1 0 0,-1 1 0 0 0,1-1 1 0 0,0 0-1 0 0,0 1 0 0 0,-1-1 1 0 0,1 0-1 0 0,0 0 0 0 0,0 1 1 0 0,0-1-1 0 0,0 0 0 0 0,1 0 1 0 0,-1 0-1 0 0,0 0 0 0 0,0-1 1 0 0,1 1-1 0 0,-1 0 0 0 0,0 0 1 0 0,1-1-1 0 0,-1 1 0 0 0,1-1 1 0 0,-1 1-1 0 0,1-1 0 0 0,-1 0 1 0 0,1 1-1 0 0,1-1 0 0 0,6 2-39 0 0,1-1-1 0 0,0 0 0 0 0,0 0 1 0 0,0-1-1 0 0,1 0 0 0 0,-1-1 1 0 0,0 0-1 0 0,17-5 0 0 0,8-3-215 0 0,36-17-1 0 0,-26 10 121 0 0,48-21-45 0 0,26-9-87 0 0,-116 45 257 0 0,0 0 1 0 0,1 1-1 0 0,-1-1 1 0 0,0 1-1 0 0,0 0 1 0 0,1 0-1 0 0,-1 0 1 0 0,0 0 0 0 0,0 1-1 0 0,0-1 1 0 0,1 1-1 0 0,-1 0 1 0 0,0 0-1 0 0,0 0 1 0 0,6 3 0 0 0,-4-1-5 0 0,-1 0 1 0 0,1 0-1 0 0,-1 1 1 0 0,1-1 0 0 0,-1 1-1 0 0,0 0 1 0 0,0 1-1 0 0,4 5 1 0 0,1 3 122 0 0,-2 0-1 0 0,1 1 1 0 0,-2-1 0 0 0,0 1-1 0 0,7 24 1 0 0,-10-29 159 0 0,-1-2 337 0 0,-6-10-270 0 0,4 2-308 0 0,0-14-10 0 0,19-38-38 0 0,-17 51 14 0 0,-1-1 0 0 0,0 1 0 0 0,1-1 1 0 0,-1 1-1 0 0,1 0 0 0 0,0 0 1 0 0,0 0-1 0 0,0 0 0 0 0,0 0 0 0 0,0 0 1 0 0,0 0-1 0 0,1 1 0 0 0,1-2 0 0 0,37-15-24 0 0,-20 9-22 0 0,-10 4 32 0 0,-1 0-1 0 0,-1-1 1 0 0,1 0-1 0 0,-1-1 1 0 0,0 1-1 0 0,-1-2 1 0 0,1 1-1 0 0,13-18 1 0 0,-13 12 16 0 0,0 0 0 0 0,-1 0 0 0 0,-1-1 0 0 0,0 0 0 0 0,-1 0 0 0 0,5-15 0 0 0,8-32-110 0 0,-3 0 0 0 0,-2-1 0 0 0,-3-1 0 0 0,-2 0 0 0 0,-1-74 0 0 0,-7 131 108 0 0,-2 0 1 0 0,1 0-1 0 0,0 0 0 0 0,-1 0 0 0 0,0 0 1 0 0,-1 0-1 0 0,1 0 0 0 0,-4-9 1 0 0,4 15 4 0 0,1-1 1 0 0,-1 1 0 0 0,1-1 0 0 0,0 1 0 0 0,-1-1 0 0 0,1 1-1 0 0,-1-1 1 0 0,1 1 0 0 0,-1 0 0 0 0,0-1 0 0 0,1 1 0 0 0,-1 0-1 0 0,1-1 1 0 0,-1 1 0 0 0,0 0 0 0 0,1 0 0 0 0,-1 0 0 0 0,0 0-1 0 0,1-1 1 0 0,-1 1 0 0 0,1 0 0 0 0,-1 0 0 0 0,0 0 0 0 0,1 0-1 0 0,-1 0 1 0 0,0 1 0 0 0,1-1 0 0 0,-1 0 0 0 0,0 0-1 0 0,1 0 1 0 0,-1 0 0 0 0,1 1 0 0 0,-1-1 0 0 0,0 0 0 0 0,0 1-1 0 0,-19 12 8 0 0,6 2 47 0 0,0 0 1 0 0,1 0-1 0 0,1 1 0 0 0,1 1 0 0 0,-16 29 0 0 0,-37 97 534 0 0,56-122-518 0 0,-30 73 239 0 0,5 3-1 0 0,4 0 1 0 0,4 2-1 0 0,-20 171 1 0 0,38-131-147 0 0,7-121-114 0 0,1 0 1 0 0,0-1-1 0 0,2 1 0 0 0,0-1 1 0 0,11 32-1 0 0,-12-43-30 0 0,0 0 0 0 0,1 0 1 0 0,0 0-1 0 0,0-1 0 0 0,1 1 1 0 0,-1-1-1 0 0,1 0 0 0 0,0 0 0 0 0,1 0 1 0 0,-1-1-1 0 0,1 0 0 0 0,0 1 0 0 0,0-2 1 0 0,9 7-1 0 0,-7-7-12 0 0,0 0-1 0 0,1 0 1 0 0,-1-1-1 0 0,0 0 1 0 0,1 0 0 0 0,-1-1-1 0 0,1 1 1 0 0,-1-2-1 0 0,1 1 1 0 0,15-2 0 0 0,-6-1-70 0 0,0-1 1 0 0,0-1 0 0 0,0 0 0 0 0,0-2 0 0 0,-1 1 0 0 0,0-2 0 0 0,0 0 0 0 0,-1-1-1 0 0,0-1 1 0 0,17-12 0 0 0,-2-4-151 0 0,0-1 0 0 0,-1-1 1 0 0,-2-2-1 0 0,-1-1 0 0 0,-1-1 0 0 0,27-46 0 0 0,108-214-522 0 0,-145 260 700 0 0,34-69-16 0 0,-5-1 1 0 0,-4-3-1 0 0,37-146 0 0 0,-73 230 232 0 0,0-1 1 0 0,-1 1-1 0 0,0-21 0 0 0,-3 40-177 0 0,0 1-1 0 0,0-1 1 0 0,0 1 0 0 0,0-1-1 0 0,0 1 1 0 0,0-1-1 0 0,0 1 1 0 0,0 0-1 0 0,0-1 1 0 0,0 1-1 0 0,0-1 1 0 0,0 1-1 0 0,-1-1 1 0 0,1 1 0 0 0,0-1-1 0 0,0 1 1 0 0,0 0-1 0 0,-1-1 1 0 0,1 1-1 0 0,0-1 1 0 0,0 1-1 0 0,-1 0 1 0 0,1-1 0 0 0,0 1-1 0 0,-1 0 1 0 0,1-1-1 0 0,0 1 1 0 0,-1 0-1 0 0,1 0 1 0 0,0-1-1 0 0,-1 1 1 0 0,1 0-1 0 0,-1 0 1 0 0,1 0 0 0 0,-1 0-1 0 0,1-1 1 0 0,0 1-1 0 0,-1 0 1 0 0,1 0-1 0 0,-1 0 1 0 0,1 0-1 0 0,-1 0 1 0 0,1 0-1 0 0,-1 0 1 0 0,1 0 0 0 0,-1 0-1 0 0,1 0 1 0 0,0 1-1 0 0,-1-1 1 0 0,1 0-1 0 0,-1 0 1 0 0,1 0-1 0 0,-1 0 1 0 0,1 1 0 0 0,0-1-1 0 0,-1 0 1 0 0,1 0-1 0 0,0 1 1 0 0,-1-1-1 0 0,0 1 1 0 0,-24 18 31 0 0,24-17-25 0 0,-17 15 55 0 0,1 1 1 0 0,1 1-1 0 0,1 0 0 0 0,-12 22 1 0 0,-47 89 441 0 0,72-127-496 0 0,-44 86 600 0 0,-58 162 0 0 0,84-188-331 0 0,2 1 0 0 0,3 0 0 0 0,-11 107 0 0 0,25-155-222 0 0,0-1 0 0 0,1 0 0 0 0,0 1 0 0 0,1-1 0 0 0,1 1 0 0 0,5 18 0 0 0,-6-28-42 0 0,2 0-1 0 0,-1 1 1 0 0,1-1-1 0 0,0 0 1 0 0,0 0-1 0 0,1-1 1 0 0,-1 1 0 0 0,1-1-1 0 0,1 1 1 0 0,-1-1-1 0 0,1-1 1 0 0,0 1-1 0 0,0-1 1 0 0,0 1-1 0 0,0-1 1 0 0,11 5-1 0 0,-2-2-203 0 0,1-1 0 0 0,-1 0 0 0 0,1-1 0 0 0,0-1 0 0 0,0 0 0 0 0,1-1 0 0 0,-1-1 0 0 0,1 0 0 0 0,0-1 0 0 0,0-1 0 0 0,30-3 0 0 0,-24 0-332 0 0,0-1 1 0 0,0-1-1 0 0,-1-1 1 0 0,1 0-1 0 0,-1-2 0 0 0,0 0 1 0 0,35-21-1 0 0,-35 14 200 0 0,0 0 1 0 0,-1-1-1 0 0,-1-1 0 0 0,0-1 1 0 0,-1-1-1 0 0,-1 0 0 0 0,-1-1 1 0 0,-1-1-1 0 0,24-43 0 0 0,-18 24 703 0 0,-2-1 0 0 0,-2-1 0 0 0,-2-1 0 0 0,18-79 0 0 0,-32 117-235 0 0,0 0 0 0 0,0-1 1 0 0,0 1-1 0 0,-1 0 0 0 0,1-1 0 0 0,-1 1 1 0 0,-1 0-1 0 0,1-1 0 0 0,-2-5 0 0 0,1 10-30 0 0,-1 1-73 0 0,0 1 0 0 0,0-1 0 0 0,0 1 0 0 0,0 0 0 0 0,1 0 0 0 0,-1 0 0 0 0,0 0 0 0 0,0 0 0 0 0,0 0 0 0 0,1 0 0 0 0,-1 0 0 0 0,1 1 0 0 0,-1-1 0 0 0,1 1 0 0 0,-1-1 0 0 0,1 1 0 0 0,0 0-1 0 0,0-1 1 0 0,-2 4 0 0 0,-20 41 669 0 0,19-38-591 0 0,-76 193 1640 0 0,71-171-1592 0 0,1 0 1 0 0,1 0-1 0 0,2 0 0 0 0,0 1 1 0 0,1 31-1 0 0,4-57-150 0 0,1 0 0 0 0,-1 0 0 0 0,1 0 0 0 0,0 0 0 0 0,0 0 0 0 0,0 0 0 0 0,1 0 0 0 0,0 0 0 0 0,0 0 0 0 0,0-1 0 0 0,0 1 0 0 0,1-1 0 0 0,-1 0 0 0 0,1 1 0 0 0,1-1 0 0 0,-1-1 0 0 0,0 1 0 0 0,1 0-1 0 0,0-1 1 0 0,0 0 0 0 0,0 1 0 0 0,0-2 0 0 0,0 1 0 0 0,1 0 0 0 0,-1-1 0 0 0,1 0 0 0 0,0 0 0 0 0,-1 0 0 0 0,1-1 0 0 0,0 1 0 0 0,6 0 0 0 0,-1 0-32 0 0,0-1-1 0 0,0 0 0 0 0,0 0 1 0 0,0-1-1 0 0,1 0 1 0 0,-1-1-1 0 0,0 0 1 0 0,0 0-1 0 0,0-1 0 0 0,0-1 1 0 0,0 0-1 0 0,-1 0 1 0 0,1-1-1 0 0,17-9 1 0 0,-15 4-79 0 0,0 0 1 0 0,0-1 0 0 0,-1-1 0 0 0,-1 0 0 0 0,0 0-1 0 0,0-1 1 0 0,-1 0 0 0 0,0 0 0 0 0,-1-1 0 0 0,-1 0-1 0 0,0-1 1 0 0,-1 0 0 0 0,7-22 0 0 0,-5 12 23 0 0,-2 0 1 0 0,-1 0 0 0 0,-1 0-1 0 0,0-1 1 0 0,-2 0 0 0 0,-1 0-1 0 0,-4-39 1 0 0,2 54 56 0 0,0-1 1 0 0,-1 1-1 0 0,-1 0 0 0 0,0 0 1 0 0,0 0-1 0 0,-1 1 0 0 0,0-1 0 0 0,0 1 1 0 0,-1 0-1 0 0,-7-10 0 0 0,9 16 10 0 0,1-1-1 0 0,-1 1 0 0 0,0 0 0 0 0,0 0 0 0 0,0 1 0 0 0,0-1 0 0 0,0 1 1 0 0,0-1-1 0 0,-1 1 0 0 0,1 0 0 0 0,-1 0 0 0 0,0 1 0 0 0,0-1 0 0 0,1 1 1 0 0,-1-1-1 0 0,0 1 0 0 0,0 1 0 0 0,0-1 0 0 0,0 0 0 0 0,-1 1 1 0 0,1 0-1 0 0,0 0 0 0 0,0 0 0 0 0,0 1 0 0 0,0-1 0 0 0,0 1 0 0 0,0 0 1 0 0,-5 2-1 0 0,-1 0-6 0 0,0 1 0 0 0,1 1 0 0 0,-1 0 0 0 0,1 0 1 0 0,0 1-1 0 0,0 0 0 0 0,1 0 0 0 0,-13 13 0 0 0,18-16 8 0 0,0 1 0 0 0,-1 0 1 0 0,1 0-1 0 0,1 0 0 0 0,-1 0 0 0 0,0 1 0 0 0,1-1 0 0 0,0 1 0 0 0,-2 5 0 0 0,4-7 3 0 0,-1 0 0 0 0,0 0 0 0 0,1 0 0 0 0,0 0-1 0 0,0 0 1 0 0,0 0 0 0 0,0 0 0 0 0,0 0 0 0 0,1 0 0 0 0,-1 0-1 0 0,1 0 1 0 0,0 0 0 0 0,-1 0 0 0 0,2-1 0 0 0,-1 1 0 0 0,2 3-1 0 0,0-2-40 0 0,0 1-1 0 0,0-1 0 0 0,1 0 0 0 0,0-1 1 0 0,0 1-1 0 0,0-1 0 0 0,0 0 1 0 0,0 0-1 0 0,1 0 0 0 0,-1 0 0 0 0,1-1 1 0 0,0 1-1 0 0,-1-1 0 0 0,1-1 0 0 0,9 3 1 0 0,1 0-193 0 0,-1-1 1 0 0,1-1-1 0 0,0 0 1 0 0,19 0 0 0 0,3-5-94 0 0,-1-1 1 0 0,0-2-1 0 0,0-1 1 0 0,-1-2 0 0 0,39-15-1 0 0,-15 5 1039 0 0,-58 19-699 0 0,0-1-1 0 0,-1 1 0 0 0,1 0 0 0 0,0-1 1 0 0,0 1-1 0 0,0 0 0 0 0,0 0 0 0 0,0 0 1 0 0,0 0-1 0 0,0 0 0 0 0,0 0 0 0 0,0 0 1 0 0,0 0-1 0 0,0 0 0 0 0,-1 0 0 0 0,1 0 1 0 0,0 0-1 0 0,0 1 0 0 0,0-1 0 0 0,0 0 1 0 0,0 1-1 0 0,0-1 0 0 0,-1 1 0 0 0,1-1 1 0 0,0 1-1 0 0,0-1 0 0 0,-1 1 0 0 0,1 0 1 0 0,0-1-1 0 0,-1 1 0 0 0,1 0 0 0 0,0-1 1 0 0,-1 1-1 0 0,1 0 0 0 0,-1 0 0 0 0,1 0 1 0 0,-1-1-1 0 0,0 1 0 0 0,1 0 0 0 0,-1 0 1 0 0,0 0-1 0 0,0 0 0 0 0,1 0 0 0 0,-1 0 1 0 0,0 0-1 0 0,0 0 0 0 0,0 1 0 0 0,0 6 152 0 0,0 0 0 0 0,-1 0-1 0 0,0 0 1 0 0,-2 12 0 0 0,1-10-12 0 0,-19 86 823 0 0,13-65-780 0 0,1-1 0 0 0,2 1 1 0 0,1 0-1 0 0,0 49 1 0 0,4-76-179 0 0,0 0-1 0 0,1 1 1 0 0,-1-1 0 0 0,1 0-1 0 0,0 0 1 0 0,0 0 0 0 0,0 0 0 0 0,1 0-1 0 0,0 0 1 0 0,-1 0 0 0 0,1-1 0 0 0,1 1-1 0 0,-1 0 1 0 0,0-1 0 0 0,1 0 0 0 0,0 1-1 0 0,0-1 1 0 0,0 0 0 0 0,0-1 0 0 0,5 5-1 0 0,-4-5-5 0 0,1 0 0 0 0,0 0 0 0 0,-1 0 0 0 0,1 0 0 0 0,0-1-1 0 0,0 0 1 0 0,0 0 0 0 0,0 0 0 0 0,0-1 0 0 0,0 1 0 0 0,0-1 0 0 0,0-1-1 0 0,0 1 1 0 0,0 0 0 0 0,0-1 0 0 0,9-3 0 0 0,-5 1-22 0 0,0 0 1 0 0,0-1 0 0 0,-1 0-1 0 0,0 0 1 0 0,0-1-1 0 0,0 0 1 0 0,0-1 0 0 0,-1 0-1 0 0,11-11 1 0 0,7-9-51 0 0,26-35 1 0 0,-15 16-4 0 0,-21 26 41 0 0,-11 13-35 0 0,1 0 1 0 0,-1 1 0 0 0,1-1 0 0 0,8-5 0 0 0,-11 9 10 0 0,-1 2 40 0 0,-1 0 0 0 0,1 0 0 0 0,0 0 1 0 0,-1-1-1 0 0,1 1 0 0 0,0 0 1 0 0,-1 0-1 0 0,1 0 0 0 0,0 0 0 0 0,-1 0 1 0 0,1 0-1 0 0,0 1 0 0 0,0-1 1 0 0,-1 0-1 0 0,1 0 0 0 0,-1 0 0 0 0,1 1 1 0 0,0-1-1 0 0,-1 0 0 0 0,1 0 1 0 0,0 1-1 0 0,-1-1 0 0 0,1 1 0 0 0,-1-1 1 0 0,1 1-1 0 0,-1-1 0 0 0,1 1 1 0 0,-1-1-1 0 0,0 1 0 0 0,1-1 1 0 0,0 2-1 0 0,4 12-7 0 0,0 0 1 0 0,3 19-1 0 0,-5-20 32 0 0,0 0-1 0 0,1-1 1 0 0,9 22 0 0 0,-11-30 5 0 0,0 0 1 0 0,1 0-1 0 0,-1-1 1 0 0,1 1-1 0 0,0-1 1 0 0,0 1-1 0 0,0-1 1 0 0,1 0-1 0 0,-1 0 1 0 0,1 0-1 0 0,0-1 1 0 0,-1 1-1 0 0,1-1 1 0 0,0 0-1 0 0,5 2 1 0 0,-4-2 5 0 0,1 0 1 0 0,-1 0-1 0 0,1 0 0 0 0,0-1 1 0 0,0 0-1 0 0,0 0 1 0 0,0 0-1 0 0,0-1 0 0 0,0 0 1 0 0,0 0-1 0 0,0 0 0 0 0,-1-1 1 0 0,1 0-1 0 0,0 0 1 0 0,0-1-1 0 0,9-3 0 0 0,-10 3-24 0 0,0-1-1 0 0,0 0 0 0 0,0-1 0 0 0,-1 1 1 0 0,1-1-1 0 0,-1 0 0 0 0,0 0 0 0 0,0 0 0 0 0,0 0 1 0 0,-1-1-1 0 0,1 0 0 0 0,-1 1 0 0 0,-1-1 1 0 0,1 0-1 0 0,0-1 0 0 0,2-9 0 0 0,3-12-19 0 0,-2 0-1 0 0,-1 0 0 0 0,-1-1 0 0 0,-1 1 1 0 0,-1-1-1 0 0,-2 1 0 0 0,-5-51 0 0 0,4 77-8 0 0,1 0-1 0 0,0-1 0 0 0,0 1 0 0 0,0-1 1 0 0,0 1-1 0 0,0 0 0 0 0,0-1 0 0 0,0 1 1 0 0,0-1-1 0 0,1 1 0 0 0,-1-1 0 0 0,0 1 1 0 0,1 0-1 0 0,-1-1 0 0 0,1 1 0 0 0,0 0 1 0 0,-1 0-1 0 0,1-1 0 0 0,0 1 0 0 0,0 0 1 0 0,0 0-1 0 0,0 0 0 0 0,0 0 0 0 0,0 0 1 0 0,0 0-1 0 0,0 0 0 0 0,0 0 0 0 0,0 0 1 0 0,0 1-1 0 0,1-1 0 0 0,-1 0 0 0 0,3 0 1 0 0,2 0-135 0 0,0 0 0 0 0,1 0 1 0 0,-1 0-1 0 0,0 1 0 0 0,1 0 0 0 0,6 1 1 0 0,4 0-321 0 0,-16-1 452 0 0,45 0-1347 0 0,-1-1-1 0 0,76-12 1 0 0,-110 9 1467 0 0,0 0 1 0 0,0 0-1 0 0,0-1 1 0 0,-1 0-1 0 0,1-1 1 0 0,-1 0-1 0 0,-1-1 1 0 0,1 0-1 0 0,-1 0 1 0 0,0-1-1 0 0,-1 0 1 0 0,14-17-1 0 0,-8 13 516 0 0,-14 12-602 0 0,0 0 0 0 0,0 0 0 0 0,0 0 0 0 0,1 0-1 0 0,-1 0 1 0 0,0 0 0 0 0,0 1 0 0 0,0-1 0 0 0,0 0 0 0 0,0 0 0 0 0,0 0-1 0 0,1 0 1 0 0,-1 1 0 0 0,0-1 0 0 0,0 0 0 0 0,0 0 0 0 0,0 0 0 0 0,0 1-1 0 0,0-1 1 0 0,0 0 0 0 0,0 0 0 0 0,0 0 0 0 0,0 1 0 0 0,0-1-1 0 0,0 0 1 0 0,0 0 0 0 0,0 0 0 0 0,0 1 0 0 0,0-1 0 0 0,0 0 0 0 0,0 0-1 0 0,0 0 1 0 0,0 0 0 0 0,0 1 0 0 0,0-1 0 0 0,0 0 0 0 0,-1 0 0 0 0,1 0-1 0 0,0 1 1 0 0,-13 33 597 0 0,10-26-393 0 0,-10 26 379 0 0,-6 16 108 0 0,1 2 0 0 0,-20 103 1 0 0,38-152-706 0 0,0-1 1 0 0,0 1 0 0 0,0 0-1 0 0,0 0 1 0 0,0-1-1 0 0,1 1 1 0 0,-1 0 0 0 0,1 0-1 0 0,0-1 1 0 0,0 1 0 0 0,0-1-1 0 0,0 1 1 0 0,0 0 0 0 0,0-1-1 0 0,1 0 1 0 0,-1 1 0 0 0,1-1-1 0 0,0 0 1 0 0,0 0 0 0 0,0 0-1 0 0,0 0 1 0 0,0 0 0 0 0,0 0-1 0 0,0-1 1 0 0,1 1 0 0 0,-1-1-1 0 0,0 0 1 0 0,1 1 0 0 0,-1-1-1 0 0,1 0 1 0 0,4 1 0 0 0,0 0-524 0 0,0 0 0 0 0,0 0 0 0 0,0-1 0 0 0,0 0 0 0 0,0 0 0 0 0,1-1 0 0 0,-1 0 0 0 0,0 0 0 0 0,0 0 0 0 0,0-1 0 0 0,8-2 0 0 0,-10 2-396 0 0,-1-1 1 0 0,0 1-1 0 0,1-1 1 0 0,-1 0-1 0 0,0 0 1 0 0,5-4-1 0 0,7-7-4413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04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63 1052 0 0,'-66'-58'12019'0'0,"66"57"-12038"0"0,-1 1 0 0 0,1 0 0 0 0,0 0 0 0 0,0-1 0 0 0,0 1 0 0 0,-1 0-1 0 0,1 0 1 0 0,0-1 0 0 0,0 1 0 0 0,-1 0 0 0 0,1 0 0 0 0,0 0 0 0 0,0-1 0 0 0,-1 1-1 0 0,1 0 1 0 0,0 0 0 0 0,-1 0 0 0 0,1 0 0 0 0,0 0 0 0 0,0 0 0 0 0,-1 0 0 0 0,1 0 0 0 0,0 0-1 0 0,-1 0 1 0 0,1 0 0 0 0,0 0 0 0 0,-1 0 0 0 0,1 0 0 0 0,0 0 0 0 0,-1 0 0 0 0,1 0 0 0 0,-1 0-1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05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1 372 0 0,'4'28'3643'0'0,"10"74"4541"0"0,-5 3-3957 0 0,-8-77-3503 0 0,-1-1 0 0 0,-1 0-1 0 0,-1 0 1 0 0,-2 0 0 0 0,-11 42 0 0 0,6-38 790 0 0,22-52-1499 0 0,1 1-1 0 0,0 0 0 0 0,22-22 1 0 0,-11 13-46 0 0,98-112-12 0 0,-102 120 0 0 0,1 1 0 0 0,0 0 0 0 0,2 2 0 0 0,33-20 0 0 0,-56 37 36 0 0,0 0 0 0 0,1 0 0 0 0,-1 0 0 0 0,1 0 0 0 0,-1 0-1 0 0,1 1 1 0 0,-1-1 0 0 0,1 0 0 0 0,0 1 0 0 0,-1-1 0 0 0,1 1 0 0 0,0 0 0 0 0,-1 0 0 0 0,1-1 0 0 0,0 1-1 0 0,0 0 1 0 0,-1 0 0 0 0,1 1 0 0 0,0-1 0 0 0,-1 0 0 0 0,1 0 0 0 0,0 1 0 0 0,-1-1 0 0 0,1 1 0 0 0,0 0 0 0 0,-1-1-1 0 0,1 1 1 0 0,-1 0 0 0 0,3 2 0 0 0,-2 0 10 0 0,0-1-1 0 0,0 1 1 0 0,-1 0 0 0 0,1 0-1 0 0,-1 0 1 0 0,0 0 0 0 0,0 0-1 0 0,0 0 1 0 0,0 0 0 0 0,0 0-1 0 0,-1 1 1 0 0,1-1-1 0 0,-1 0 1 0 0,0 0 0 0 0,0 4-1 0 0,-1 6 15 0 0,-1 1-1 0 0,0-1 1 0 0,-1 0 0 0 0,-1 0-1 0 0,0 0 1 0 0,0-1-1 0 0,-8 15 1 0 0,6-16-423 0 0,1 0-1 0 0,1 1 1 0 0,0-1-1 0 0,0 1 1 0 0,1 0 0 0 0,1 0-1 0 0,0 1 1 0 0,0 19-1 0 0,2-28 147 0 0,1 1 0 0 0,0 0-1 0 0,1-1 1 0 0,-1 1 0 0 0,1-1-1 0 0,0 1 1 0 0,0-1 0 0 0,0 0-1 0 0,1 0 1 0 0,-1 0 0 0 0,1 0-1 0 0,0 0 1 0 0,0-1-1 0 0,0 1 1 0 0,1-1 0 0 0,-1 0-1 0 0,1 0 1 0 0,0 0 0 0 0,0 0-1 0 0,7 3 1 0 0,2 1-592 0 0,0-1-1 0 0,1 0 1 0 0,0 0 0 0 0,0-2 0 0 0,18 5-1 0 0,-4-4-1572 0 0,-1-3-521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05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497 330 4060 0 0,'27'-22'1419'0'0,"0"-1"0"0"0,-1-2 0 0 0,-2-1 0 0 0,-1 0-1 0 0,0-2 1 0 0,-2-1 0 0 0,-2 0 0 0 0,18-35 0 0 0,-37 63-1382 0 0,14-28 1378 0 0,-14 28-1367 0 0,1 0 1 0 0,-1 0-1 0 0,0 0 1 0 0,0-1 0 0 0,0 1-1 0 0,1 0 1 0 0,-1 0-1 0 0,0 0 1 0 0,0-1-1 0 0,-1 1 1 0 0,1 0-1 0 0,0 0 1 0 0,0 0-1 0 0,-1-1 1 0 0,1 1-1 0 0,0 0 1 0 0,-1 0 0 0 0,1 0-1 0 0,-1 0 1 0 0,1 0-1 0 0,-2-2 1 0 0,1 3-34 0 0,-1 0 0 0 0,1 0 0 0 0,0-1 0 0 0,0 1 0 0 0,-1 0 0 0 0,1 0 1 0 0,0 0-1 0 0,0 0 0 0 0,-1 0 0 0 0,1 1 0 0 0,0-1 0 0 0,0 0 0 0 0,-1 1 0 0 0,1-1 1 0 0,0 0-1 0 0,0 1 0 0 0,0 0 0 0 0,-1-1 0 0 0,0 2 0 0 0,1-1 7 0 0,-15 7 26 0 0,1 1 0 0 0,1 0 1 0 0,0 2-1 0 0,0-1 0 0 0,-19 21 1 0 0,26-24-34 0 0,1 0 1 0 0,0 0-1 0 0,0 1 0 0 0,0 0 1 0 0,1 0-1 0 0,1 0 1 0 0,-1 0-1 0 0,1 1 1 0 0,0 0-1 0 0,1 0 1 0 0,-4 17-1 0 0,7-23 0 0 0,-1-1-1 0 0,1 1 1 0 0,0 0-1 0 0,0-1 1 0 0,0 1-1 0 0,0-1 1 0 0,0 1-1 0 0,1-1 1 0 0,-1 1-1 0 0,1 0 1 0 0,0-1-1 0 0,0 0 1 0 0,0 1-1 0 0,0-1 1 0 0,0 1-1 0 0,0-1 1 0 0,1 0-1 0 0,-1 0 1 0 0,1 0-1 0 0,-1 0 1 0 0,1 0-1 0 0,0 0 0 0 0,0 0 1 0 0,0 0-1 0 0,0-1 1 0 0,3 3-1 0 0,-2-3-4 0 0,0 1 0 0 0,0-1 0 0 0,0 0 0 0 0,0 0 0 0 0,0-1-1 0 0,0 1 1 0 0,0 0 0 0 0,0-1 0 0 0,1 0 0 0 0,-1 0 0 0 0,0 0-1 0 0,0 0 1 0 0,0 0 0 0 0,0 0 0 0 0,0-1 0 0 0,0 0-1 0 0,1 0 1 0 0,-1 0 0 0 0,-1 0 0 0 0,1 0 0 0 0,3-2 0 0 0,11-7 12 0 0,27-22 0 0 0,-33 23-42 0 0,0 1 0 0 0,1 0 1 0 0,0 0-1 0 0,21-9 0 0 0,-32 17 24 0 0,0 0 0 0 0,0-1 1 0 0,-1 1-1 0 0,1 0 0 0 0,0 0 0 0 0,0 0 1 0 0,0 0-1 0 0,0 0 0 0 0,0 0 0 0 0,0 0 1 0 0,-1 0-1 0 0,1 1 0 0 0,0-1 0 0 0,0 0 1 0 0,0 0-1 0 0,0 1 0 0 0,-1-1 0 0 0,1 1 0 0 0,0-1 1 0 0,0 1-1 0 0,-1-1 0 0 0,1 1 0 0 0,0-1 1 0 0,-1 1-1 0 0,1-1 0 0 0,-1 1 0 0 0,1 0 1 0 0,0-1-1 0 0,-1 1 0 0 0,1 0 0 0 0,-1 0 1 0 0,0-1-1 0 0,1 1 0 0 0,-1 0 0 0 0,0 0 1 0 0,1 0-1 0 0,-1-1 0 0 0,0 1 0 0 0,0 0 1 0 0,0 1-1 0 0,5 34 622 0 0,-5-36-619 0 0,-1 63 1686 0 0,-3-1 0 0 0,-22 110 1 0 0,21-143-1292 0 0,-4 22 289 0 0,-45 234 2434 0 0,35-206-2158 0 0,-45 120-1 0 0,59-185-961 0 0,-1 0-1 0 0,-1-1 0 0 0,0 0 0 0 0,-1 0 0 0 0,0-1 0 0 0,-1 0 1 0 0,-18 19-1 0 0,21-25-5 0 0,-1 0 1 0 0,-1 0-1 0 0,1-1 1 0 0,-1 0-1 0 0,0 0 1 0 0,0-1-1 0 0,0 0 1 0 0,-1 0-1 0 0,0-1 1 0 0,1 0-1 0 0,-1 0 1 0 0,0-1-1 0 0,-16 1 1 0 0,10-2-75 0 0,1-1-1 0 0,0 0 1 0 0,0-2-1 0 0,0 1 1 0 0,0-2-1 0 0,0 0 1 0 0,0-1-1 0 0,0 0 1 0 0,1-1-1 0 0,0 0 1 0 0,0-1-1 0 0,0 0 1 0 0,1-2-1 0 0,0 1 1 0 0,-11-10-1 0 0,3 1-160 0 0,1 0 1 0 0,1-2-1 0 0,1 0 1 0 0,1 0-1 0 0,0-2 0 0 0,1 0 1 0 0,-21-39-1 0 0,30 47-991 0 0,0 1 1 0 0,2-1-1 0 0,-1-1 0 0 0,-4-21 1 0 0,7 21-2726 0 0,0 0 0 0 0,0-20 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17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245 161 624 0 0,'-6'-49'8091'0'0,"-1"20"-5750"0"0,6 27-2103 0 0,-2 3-186 0 0,0-1 0 0 0,0 1 1 0 0,0 0-1 0 0,0 0 0 0 0,0 0 1 0 0,0 1-1 0 0,0-1 0 0 0,0 1 1 0 0,0-1-1 0 0,0 1 0 0 0,1 0 1 0 0,-1 0-1 0 0,1 0 0 0 0,0 0 1 0 0,-4 5-1 0 0,-34 43 190 0 0,33-39-148 0 0,-13 17 33 0 0,-52 77 143 0 0,65-93-239 0 0,1 1 0 0 0,0-1 1 0 0,1 1-1 0 0,0 1 0 0 0,1-1 0 0 0,-5 27 1 0 0,9-38-24 0 0,-1 0 1 0 0,1 0-1 0 0,0 0 1 0 0,-1 0-1 0 0,1 0 1 0 0,0 1-1 0 0,0-1 1 0 0,0 0-1 0 0,1 0 1 0 0,-1 0-1 0 0,0 0 1 0 0,1 0-1 0 0,-1 0 1 0 0,1 0-1 0 0,0-1 1 0 0,0 1 0 0 0,0 0-1 0 0,0 0 1 0 0,0 0-1 0 0,0-1 1 0 0,0 1-1 0 0,0 0 1 0 0,1-1-1 0 0,-1 1 1 0 0,1-1-1 0 0,-1 0 1 0 0,1 1-1 0 0,0-1 1 0 0,-1 0-1 0 0,1 0 1 0 0,0 0-1 0 0,0 0 1 0 0,2 1 0 0 0,-2-2-7 0 0,0 0 1 0 0,0 1 0 0 0,0-1 0 0 0,0 0-1 0 0,1 0 1 0 0,-1 0 0 0 0,0 0 0 0 0,0-1-1 0 0,0 1 1 0 0,0-1 0 0 0,0 1 0 0 0,0-1 0 0 0,0 0-1 0 0,3-1 1 0 0,24-15-20 0 0,-16 4 18 0 0,-1 0-1 0 0,-1-1 1 0 0,0 0-1 0 0,-1-1 1 0 0,0 0-1 0 0,-1 0 1 0 0,7-18-1 0 0,-6 13-27 0 0,0 0 0 0 0,2 1 1 0 0,22-30-1 0 0,-33 49 23 0 0,-1-1 0 0 0,1 0 0 0 0,0 0 0 0 0,-1 0 0 0 0,1 1 0 0 0,0-1 0 0 0,-1 0 0 0 0,1 1 0 0 0,0-1 1 0 0,0 0-1 0 0,0 1 0 0 0,-1-1 0 0 0,1 1 0 0 0,0-1 0 0 0,0 1 0 0 0,0 0 0 0 0,0-1 0 0 0,0 1 0 0 0,0 0 0 0 0,0 0 0 0 0,0 0 0 0 0,0-1 0 0 0,0 1 0 0 0,0 0 0 0 0,0 0 1 0 0,0 1-1 0 0,0-1 0 0 0,0 0 0 0 0,0 0 0 0 0,0 0 0 0 0,0 1 0 0 0,0-1 0 0 0,0 0 0 0 0,-1 1 0 0 0,1-1 0 0 0,0 1 0 0 0,0-1 0 0 0,0 1 0 0 0,0-1 0 0 0,-1 1 0 0 0,1 0 1 0 0,0-1-1 0 0,0 1 0 0 0,-1 0 0 0 0,1 0 0 0 0,-1-1 0 0 0,1 1 0 0 0,0 0 0 0 0,-1 0 0 0 0,0 0 0 0 0,1 0 0 0 0,0 1 0 0 0,3 8 6 0 0,0-1 0 0 0,0 1 1 0 0,4 19-1 0 0,-6-25-6 0 0,16 90-205 0 0,-15-72-180 0 0,-3-21 368 0 0,0 0 0 0 0,0 0 0 0 0,0-1 0 0 0,0 1 0 0 0,1 0 0 0 0,-1 0 0 0 0,0 0 0 0 0,0-1 0 0 0,0 1 0 0 0,1 0 1 0 0,-1 0-1 0 0,0 0 0 0 0,1-1 0 0 0,-1 1 0 0 0,1 0 0 0 0,-1-1 0 0 0,1 1 0 0 0,-1 0 0 0 0,1-1 0 0 0,-1 1 0 0 0,1-1 0 0 0,0 1 0 0 0,-1-1 0 0 0,1 1 0 0 0,1 0 0 0 0,-1-1 13 0 0,0 0 0 0 0,0 0 0 0 0,-1-1 0 0 0,1 1-1 0 0,0 0 1 0 0,0-1 0 0 0,0 1 0 0 0,0 0 0 0 0,0-1-1 0 0,-1 1 1 0 0,1-1 0 0 0,0 1 0 0 0,-1-1 0 0 0,1 0-1 0 0,0 1 1 0 0,-1-1 0 0 0,1 0 0 0 0,0 0 0 0 0,25-39 8 0 0,-26 39-4 0 0,19-35 122 0 0,2 0 0 0 0,29-37 0 0 0,-44 64-47 0 0,1 1 0 0 0,0 0 0 0 0,0 0 1 0 0,1 0-1 0 0,0 1 0 0 0,1 0 1 0 0,0 1-1 0 0,0 0 0 0 0,0 0 1 0 0,0 1-1 0 0,1 0 0 0 0,0 1 1 0 0,17-5-1 0 0,-22 8-59 0 0,0 0-1 0 0,0 0 1 0 0,0 0-1 0 0,0 1 1 0 0,0 0 0 0 0,0 0-1 0 0,0 1 1 0 0,0-1 0 0 0,0 1-1 0 0,-1 0 1 0 0,1 1 0 0 0,0-1-1 0 0,0 1 1 0 0,-1 0-1 0 0,6 3 1 0 0,-4-2 28 0 0,-1 1 0 0 0,1 0 0 0 0,-1 0-1 0 0,0 1 1 0 0,-1-1 0 0 0,1 1 0 0 0,-1 0 0 0 0,0 0-1 0 0,0 1 1 0 0,5 8 0 0 0,-4-4 52 0 0,-1 0-1 0 0,1 1 1 0 0,-2-1-1 0 0,1 1 0 0 0,-2 0 1 0 0,1 0-1 0 0,-1 0 1 0 0,-1 0-1 0 0,0 0 1 0 0,-1 0-1 0 0,0 1 1 0 0,0-1-1 0 0,-4 16 1 0 0,2-17 68 0 0,2-8-98 0 0,0 1 1 0 0,0-1-1 0 0,0 0 1 0 0,-1 1 0 0 0,1-1-1 0 0,-1 0 1 0 0,0 0-1 0 0,0 1 1 0 0,0-1 0 0 0,0 0-1 0 0,0 0 1 0 0,0 0 0 0 0,0 0-1 0 0,-1 0 1 0 0,1 0-1 0 0,-1 0 1 0 0,1 0 0 0 0,-4 2-1 0 0,5-4-58 0 0,-1 0 0 0 0,1 0 0 0 0,-1 0 0 0 0,1 0 0 0 0,0 0 0 0 0,-1 0 0 0 0,1 0 0 0 0,0 0 0 0 0,-1-1 0 0 0,1 1 0 0 0,-1 0 0 0 0,1 0 0 0 0,0 0 0 0 0,-1 0 0 0 0,1-1 0 0 0,0 1 0 0 0,-1 0 0 0 0,1 0 0 0 0,0 0-1 0 0,-1-1 1 0 0,1 1 0 0 0,0 0 0 0 0,0-1 0 0 0,-1 1 0 0 0,1 0 0 0 0,0-1 0 0 0,0 1 0 0 0,0 0 0 0 0,-1-1 0 0 0,1 1 0 0 0,0 0 0 0 0,0-1 0 0 0,0 1 0 0 0,0 0 0 0 0,0-1 0 0 0,0 1 0 0 0,0-1 0 0 0,0 1 0 0 0,0 0 0 0 0,0-1 0 0 0,0 1 0 0 0,0-1 0 0 0,-2-19 47 0 0,4 7-46 0 0,0 0 1 0 0,1 1 0 0 0,0 0 0 0 0,1-1-1 0 0,0 1 1 0 0,1 1 0 0 0,1-1 0 0 0,-1 1-1 0 0,2 0 1 0 0,10-14 0 0 0,-9 13-24 0 0,1 1 0 0 0,1 0-1 0 0,0 0 1 0 0,1 1 0 0 0,0 0 0 0 0,0 1 0 0 0,1 1 0 0 0,23-14 0 0 0,-33 21 10 0 0,1 0 0 0 0,-1-1 0 0 0,1 1 0 0 0,-1 0 0 0 0,1 1 0 0 0,0-1 0 0 0,-1 0 1 0 0,1 1-1 0 0,0 0 0 0 0,-1-1 0 0 0,1 1 0 0 0,0 0 0 0 0,0 0 0 0 0,-1 1 1 0 0,1-1-1 0 0,0 0 0 0 0,-1 1 0 0 0,1 0 0 0 0,0 0 0 0 0,-1 0 0 0 0,1 0 1 0 0,-1 0-1 0 0,1 0 0 0 0,-1 1 0 0 0,0-1 0 0 0,1 1 0 0 0,3 3 0 0 0,-2-1 8 0 0,-1 0-1 0 0,1 0 1 0 0,-1 1-1 0 0,0 0 1 0 0,0 0-1 0 0,0 0 1 0 0,-1 0-1 0 0,0 0 0 0 0,0 0 1 0 0,0 0-1 0 0,-1 1 1 0 0,2 10-1 0 0,4 64 73 0 0,-6-53-15 0 0,1-1-1 0 0,6 27 0 0 0,-7-51-47 0 0,-1 0-1 0 0,1 0 1 0 0,0 0 0 0 0,0 0-1 0 0,-1 0 1 0 0,1 0 0 0 0,1 0-1 0 0,-1 0 1 0 0,0 0 0 0 0,0 0-1 0 0,1 0 1 0 0,-1-1 0 0 0,1 1 0 0 0,-1-1-1 0 0,1 1 1 0 0,0-1 0 0 0,-1 1-1 0 0,4 1 1 0 0,-1-2-6 0 0,-1 0 0 0 0,0 0-1 0 0,0 0 1 0 0,1 0 0 0 0,-1 0 0 0 0,1-1 0 0 0,-1 1 0 0 0,1-1-1 0 0,-1 0 1 0 0,7-1 0 0 0,0 0-27 0 0,-1-1-1 0 0,0 0 1 0 0,0-1-1 0 0,0 1 1 0 0,0-2-1 0 0,0 0 1 0 0,14-8 0 0 0,-2-2-29 0 0,-1-1 0 0 0,-1 0 1 0 0,-1-2-1 0 0,0 0 1 0 0,17-23-1 0 0,69-104 321 0 0,-103 141-225 0 0,19-25 293 0 0,-20 27-335 0 0,0 1 1 0 0,0 0-1 0 0,0 0 1 0 0,1 0-1 0 0,-1 0 0 0 0,0 0 1 0 0,0 0-1 0 0,0-1 1 0 0,0 1-1 0 0,0 0 0 0 0,0 0 1 0 0,0 0-1 0 0,0 0 1 0 0,0 0-1 0 0,0 0 0 0 0,0 0 1 0 0,0 0-1 0 0,0-1 0 0 0,0 1 1 0 0,1 0-1 0 0,-1 0 1 0 0,0 0-1 0 0,0 0 0 0 0,0 0 1 0 0,0 0-1 0 0,0 0 1 0 0,0 0-1 0 0,0 0 0 0 0,1 0 1 0 0,-1 0-1 0 0,0 0 1 0 0,0 0-1 0 0,0 0 0 0 0,0 0 1 0 0,0 0-1 0 0,0 0 0 0 0,1 0 1 0 0,-1 0-1 0 0,0 0 1 0 0,0 0-1 0 0,0 0 0 0 0,0 0 1 0 0,0 0-1 0 0,0 0 1 0 0,1 0-1 0 0,-1 0 0 0 0,0 0 1 0 0,0 0-1 0 0,0 0 1 0 0,0 0-1 0 0,0 0 0 0 0,0 0 1 0 0,0 1-1 0 0,1-1 0 0 0,-5 18 10 0 0,-7 12 22 0 0,5-13-23 0 0,0 1 0 0 0,-3 20 1 0 0,8-34 2 0 0,0 1 0 0 0,1-1 0 0 0,0 0 0 0 0,0 1 0 0 0,0-1 0 0 0,0 1 1 0 0,0-1-1 0 0,1 1 0 0 0,0-1 0 0 0,0 0 0 0 0,0 1 0 0 0,1-1 0 0 0,-1 0 0 0 0,3 4 0 0 0,-2-5-2 0 0,1 0 0 0 0,-1 0 0 0 0,1-1 0 0 0,0 1 0 0 0,0-1 0 0 0,0 1 0 0 0,0-1 0 0 0,0 0 0 0 0,0-1 0 0 0,0 1 0 0 0,1 0 0 0 0,-1-1 0 0 0,1 0 0 0 0,-1 0 0 0 0,1 0 0 0 0,0 0 0 0 0,-1 0 0 0 0,1-1 0 0 0,0 1 0 0 0,0-1 0 0 0,3-1 0 0 0,7 1 13 0 0,0 0 0 0 0,0-2 0 0 0,-1 0 0 0 0,19-4 0 0 0,-17 1-19 0 0,0 0-1 0 0,-1-1 1 0 0,1 0 0 0 0,-1-1-1 0 0,-1-1 1 0 0,0 0-1 0 0,0-1 1 0 0,0 0-1 0 0,-1-1 1 0 0,-1-1 0 0 0,1 0-1 0 0,15-20 1 0 0,4-11 302 0 0,-3 0 0 0 0,35-69 1 0 0,-62 108-282 0 0,10-11 245 0 0,-11 26-16 0 0,-11 31 123 0 0,-248 938 5853 0 0,254-959-6150 0 0,-48 169 545 0 0,46-171-543 0 0,-1 0 0 0 0,-1-1-1 0 0,0 1 1 0 0,-2-2 0 0 0,0 0 0 0 0,-1 0 0 0 0,-16 17-1 0 0,22-29-17 0 0,0 0 0 0 0,0 0 0 0 0,0-1-1 0 0,-1 0 1 0 0,0 0 0 0 0,0-1-1 0 0,-1 1 1 0 0,1-2 0 0 0,-1 1 0 0 0,1-1-1 0 0,-1 0 1 0 0,-15 3 0 0 0,17-5-42 0 0,1 0 1 0 0,-1-1-1 0 0,0 0 1 0 0,1 0-1 0 0,-1 0 1 0 0,0-1 0 0 0,1 0-1 0 0,-1 0 1 0 0,0 0-1 0 0,1 0 1 0 0,-1-1-1 0 0,1 0 1 0 0,0 0-1 0 0,0-1 1 0 0,0 0-1 0 0,0 0 1 0 0,0 0 0 0 0,0 0-1 0 0,-6-7 1 0 0,3 3-68 0 0,0-1 0 0 0,1 0 0 0 0,0-1 0 0 0,1 0 0 0 0,0 0 0 0 0,0 0 0 0 0,1-1 0 0 0,0 0 0 0 0,0 0 0 0 0,1 0 0 0 0,1-1 0 0 0,0 1 0 0 0,0-1 0 0 0,1 0 0 0 0,0 0 0 0 0,1 0 0 0 0,0 0 0 0 0,1 0 0 0 0,0 0 0 0 0,1 0 0 0 0,0 1 0 0 0,5-19 0 0 0,-1 7-431 0 0,2 0 0 0 0,0 0 1 0 0,2 1-1 0 0,0 0 0 0 0,1 0 0 0 0,1 1 0 0 0,1 0 0 0 0,1 1 1 0 0,29-33-1 0 0,-18 28-974 0 0,0 1 1 0 0,37-27-1 0 0,18-6-6398 0 0,-38 27-191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17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92 224 0 0,'-6'-15'3745'0'0,"1"0"0"0"0,-6-27 1 0 0,11 41-3569 0 0,0 0-1 0 0,0-1 1 0 0,0 1 0 0 0,-1 0 0 0 0,1-1-1 0 0,-1 1 1 0 0,1 0 0 0 0,-1 0 0 0 0,1-1 0 0 0,-1 1-1 0 0,0 0 1 0 0,0 0 0 0 0,-1-2 0 0 0,2 3-138 0 0,-1 0 0 0 0,1 0 1 0 0,0 0-1 0 0,-1 0 0 0 0,1 0 0 0 0,0 0 1 0 0,-1-1-1 0 0,1 1 0 0 0,-1 0 1 0 0,1 0-1 0 0,0 1 0 0 0,-1-1 1 0 0,1 0-1 0 0,0 0 0 0 0,-1 0 0 0 0,1 0 1 0 0,0 0-1 0 0,-1 0 0 0 0,1 0 1 0 0,0 0-1 0 0,-1 1 0 0 0,1-1 0 0 0,0 0 1 0 0,0 0-1 0 0,-1 0 0 0 0,1 1 1 0 0,0-1-1 0 0,0 0 0 0 0,-1 1 0 0 0,1-1 1 0 0,0 0-1 0 0,0 0 0 0 0,0 1 1 0 0,-1-1-1 0 0,1 0 0 0 0,0 1 0 0 0,0-1 1 0 0,0 0-1 0 0,0 1 0 0 0,0-1 1 0 0,0 0-1 0 0,0 1 0 0 0,0-1 0 0 0,0 1 1 0 0,-10 25 1032 0 0,2 1 0 0 0,-4 28-1 0 0,0-2-282 0 0,-45 146 710 0 0,-8 30-703 0 0,49-160-827 0 0,-10 94 0 0 0,25-149-328 0 0,0-1 1 0 0,1 1-1 0 0,3 24 0 0 0,-2-33-72 0 0,0-1-1 0 0,-1 1 1 0 0,2-1-1 0 0,-1 1 1 0 0,0-1 0 0 0,1 0-1 0 0,0 0 1 0 0,0 0-1 0 0,0 0 1 0 0,1 0-1 0 0,-1 0 1 0 0,1 0-1 0 0,0-1 1 0 0,5 5-1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18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186 343 1404 0 0,'-99'-75'8810'0'0,"15"13"-3065"0"0,84 62-5732 0 0,0-1-1 0 0,0 1 1 0 0,-1 0-1 0 0,1 0 1 0 0,0-1-1 0 0,0 1 0 0 0,-1 0 1 0 0,1 0-1 0 0,0-1 1 0 0,0 1-1 0 0,0 0 0 0 0,0-1 1 0 0,0 1-1 0 0,-1 0 1 0 0,1 0-1 0 0,0-1 0 0 0,0 1 1 0 0,0 0-1 0 0,0-1 1 0 0,0 1-1 0 0,0 0 0 0 0,0-1 1 0 0,0 1-1 0 0,0 0 1 0 0,0-1-1 0 0,0 1 1 0 0,0 0-1 0 0,0-1 0 0 0,1 1 1 0 0,-1 0-1 0 0,0-1 1 0 0,0 1-1 0 0,0 0 0 0 0,0-1 1 0 0,1 1-1 0 0,-1 0 1 0 0,0 0-1 0 0,0-1 0 0 0,0 1 1 0 0,1 0-1 0 0,-1 0 1 0 0,0 0-1 0 0,1-1 1 0 0,10-6 105 0 0,-11 7-115 0 0,24-9 79 0 0,-1 1 1 0 0,2 1-1 0 0,37-5 0 0 0,-31 6-47 0 0,87-17-17 0 0,193-12 1 0 0,-305 34-35 0 0,-1 1 1 0 0,1 0 0 0 0,-1 0 0 0 0,1 1-1 0 0,-1 0 1 0 0,0 0 0 0 0,1 0 0 0 0,-1 0-1 0 0,0 1 1 0 0,0 0 0 0 0,0 0 0 0 0,9 6-1 0 0,-10-6 47 0 0,-1 1-1 0 0,0 0 0 0 0,0 0 0 0 0,0 0 0 0 0,-1 0 1 0 0,1 1-1 0 0,-1-1 0 0 0,0 1 0 0 0,0-1 0 0 0,0 1 1 0 0,0 0-1 0 0,-1 0 0 0 0,1 0 0 0 0,-1 0 0 0 0,0 0 1 0 0,0 0-1 0 0,0 5 0 0 0,1 17 347 0 0,-1-1 0 0 0,-1 1 0 0 0,-7 48 0 0 0,4-43-213 0 0,1-1 1 0 0,1 37-1 0 0,1-65-153 0 0,0 0 0 0 0,0 0 0 0 0,0 0 0 0 0,1-1 0 0 0,-1 1 0 0 0,0 0 0 0 0,1 0 0 0 0,-1 0 0 0 0,1-1 0 0 0,-1 1 0 0 0,1 0 0 0 0,0-1 0 0 0,0 1 0 0 0,0-1 0 0 0,0 1 0 0 0,0-1 1 0 0,0 1-1 0 0,0-1 0 0 0,0 0 0 0 0,1 1 0 0 0,-1-1 0 0 0,1 0 0 0 0,-1 0 0 0 0,1 0 0 0 0,-1 0 0 0 0,1 0 0 0 0,-1 0 0 0 0,1-1 0 0 0,0 1 0 0 0,-1 0 0 0 0,1-1 0 0 0,3 1 0 0 0,0-1 1 0 0,0 0-1 0 0,0 0 1 0 0,-1-1 0 0 0,1 1-1 0 0,0-1 1 0 0,-1 0 0 0 0,1-1-1 0 0,0 1 1 0 0,-1-1 0 0 0,0 0-1 0 0,7-4 1 0 0,9-7-10 0 0,-1-2 1 0 0,0 0 0 0 0,-1 0-1 0 0,-1-2 1 0 0,21-27-1 0 0,-16 21 3 0 0,87-96-177 0 0,-108 118 164 0 0,-1 0 0 0 0,1 1 0 0 0,-1-1 0 0 0,1 1 0 0 0,0-1 0 0 0,-1 1 0 0 0,1-1 0 0 0,0 1 0 0 0,0-1 0 0 0,-1 1 0 0 0,1-1 0 0 0,0 1 0 0 0,0 0 0 0 0,0 0 0 0 0,0-1 0 0 0,-1 1 0 0 0,1 0 0 0 0,0 0 0 0 0,0 0 0 0 0,0 0 0 0 0,0 0 0 0 0,0 0 0 0 0,-1 0 0 0 0,3 0 0 0 0,-2 1 3 0 0,1 0 1 0 0,-1-1-1 0 0,0 1 0 0 0,0 0 0 0 0,1 0 0 0 0,-1 0 0 0 0,0 0 1 0 0,0 0-1 0 0,0 0 0 0 0,0 0 0 0 0,0 1 0 0 0,0-1 0 0 0,0 2 1 0 0,4 5-2 0 0,-2 1 1 0 0,1-1 0 0 0,4 16 0 0 0,-7-21-7 0 0,12 46-2 0 0,20 55 14 0 0,-29-93 38 0 0,1 0 0 0 0,0-1-1 0 0,0 0 1 0 0,1 0-1 0 0,1-1 1 0 0,0 0 0 0 0,9 11-1 0 0,-15-19-28 0 0,1 0 0 0 0,-1 0 0 0 0,0 1 0 0 0,0-1 1 0 0,1 0-1 0 0,-1 0 0 0 0,1 0 0 0 0,-1-1 0 0 0,1 1 0 0 0,-1 0 0 0 0,1 0 0 0 0,0-1 0 0 0,-1 1 0 0 0,1-1 0 0 0,-1 0 1 0 0,1 1-1 0 0,0-1 0 0 0,0 0 0 0 0,-1 0 0 0 0,1 0 0 0 0,3 0 0 0 0,-2-1-3 0 0,-1 0-1 0 0,1 0 1 0 0,-1 0 0 0 0,0-1-1 0 0,1 1 1 0 0,-1 0 0 0 0,0-1-1 0 0,0 1 1 0 0,0-1 0 0 0,0 0-1 0 0,0 0 1 0 0,3-3 0 0 0,3-6 0 0 0,-1 0 1 0 0,0 0-1 0 0,0-1 0 0 0,6-15 1 0 0,-12 25-2 0 0,25-59-23 0 0,37-72 48 0 0,-49 108-46 0 0,1 0-1 0 0,1 1 1 0 0,21-25 0 0 0,-34 46 4 0 0,1-1 1 0 0,-1 1-1 0 0,1 0 1 0 0,0 0 0 0 0,0 0-1 0 0,0 1 1 0 0,0-1-1 0 0,0 1 1 0 0,0 0 0 0 0,1 0-1 0 0,-1 0 1 0 0,1 1 0 0 0,0 0-1 0 0,-1 0 1 0 0,10-1-1 0 0,-12 2 10 0 0,1 0-1 0 0,-1 0 0 0 0,1 1 0 0 0,0-1 0 0 0,-1 1 0 0 0,1-1 0 0 0,-1 1 0 0 0,1 0 0 0 0,-1 0 0 0 0,1 1 0 0 0,-1-1 0 0 0,0 0 0 0 0,0 1 0 0 0,1-1 0 0 0,1 3 0 0 0,29 30-57 0 0,-28-28 52 0 0,83 114 4 0 0,-42-53 0 0 0,-41-59 7 0 0,0 0 0 0 0,-1 1-1 0 0,0-1 1 0 0,-1 1 0 0 0,0-1-1 0 0,0 1 1 0 0,2 18 0 0 0,3 6 10 0 0,-7-31-11 0 0,0 0 0 0 0,0 0 1 0 0,1 1-1 0 0,-1-1 0 0 0,0-1 1 0 0,1 1-1 0 0,-1 0 0 0 0,1 0 1 0 0,0 0-1 0 0,-1-1 0 0 0,1 1 1 0 0,0-1-1 0 0,0 1 0 0 0,0-1 1 0 0,0 0-1 0 0,0 0 0 0 0,0 0 1 0 0,1 0-1 0 0,-1 0 0 0 0,0 0 1 0 0,1-1-1 0 0,-1 1 0 0 0,0-1 1 0 0,1 0-1 0 0,-1 1 0 0 0,0-1 1 0 0,4 0-1 0 0,1 0 5 0 0,-1 0 0 0 0,1-1 0 0 0,0 0 0 0 0,-1 0 0 0 0,1 0 0 0 0,-1-1 0 0 0,0 1 0 0 0,1-2 0 0 0,6-2-1 0 0,-1-2 3 0 0,0-1-1 0 0,0 0 1 0 0,-1-1-1 0 0,-1 0 0 0 0,1 0 1 0 0,-1-2-1 0 0,-1 1 0 0 0,0-1 1 0 0,0 0-1 0 0,-1-1 0 0 0,-1 1 1 0 0,0-2-1 0 0,-1 1 1 0 0,0-1-1 0 0,7-21 0 0 0,-11 26-8 0 0,1 0-1 0 0,-1-1 1 0 0,-1 1-1 0 0,0 0 1 0 0,0-1 0 0 0,0 1-1 0 0,-1-1 1 0 0,0 1-1 0 0,-1-1 1 0 0,0 1-1 0 0,-1-1 1 0 0,1 1-1 0 0,-1 0 1 0 0,-1 0-1 0 0,0 0 1 0 0,0 0-1 0 0,0 0 1 0 0,-1 1 0 0 0,0-1-1 0 0,-1 1 1 0 0,0 0-1 0 0,0 0 1 0 0,0 1-1 0 0,-1-1 1 0 0,0 1-1 0 0,-12-10 1 0 0,7 8-1 0 0,0 1 1 0 0,-1 0-1 0 0,0 0 1 0 0,0 1 0 0 0,0 1-1 0 0,-21-7 1 0 0,26 10-164 0 0,1 0 0 0 0,-1 1 0 0 0,1 0 0 0 0,-1 0 0 0 0,0 1 0 0 0,1-1 0 0 0,-1 1 0 0 0,0 1 0 0 0,1-1 0 0 0,-1 1 0 0 0,1 1 0 0 0,-1-1 0 0 0,1 1 0 0 0,-1 0 0 0 0,-7 4 0 0 0,-8 11-1456 0 0,14-4-583 0 0,6 1-3871 0 0,5 1 1046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0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371 286 1360 0 0,'7'-8'2841'0'0,"-1"0"-1"0"0,0 0 0 0 0,7-12 1268 0 0,-15 16-3430 0 0,2 4-662 0 0,0 0-1 0 0,0 0 1 0 0,0 0 0 0 0,0-1-1 0 0,0 1 1 0 0,0 0-1 0 0,0 0 1 0 0,0 0-1 0 0,0 0 1 0 0,0-1-1 0 0,0 1 1 0 0,0 0-1 0 0,0 0 1 0 0,0 0-1 0 0,0 0 1 0 0,0-1-1 0 0,-1 1 1 0 0,1 0-1 0 0,0 0 1 0 0,0 0-1 0 0,0 0 1 0 0,0 0-1 0 0,0 0 1 0 0,-1-1-1 0 0,1 1 1 0 0,0 0-1 0 0,0 0 1 0 0,0 0-1 0 0,0 0 1 0 0,-1 0-1 0 0,1 0 1 0 0,0 0-1 0 0,0 0 1 0 0,0 0-1 0 0,-1 0 1 0 0,1 0 0 0 0,0 0-1 0 0,0 0 1 0 0,-1 0-1 0 0,-11 6 391 0 0,-1 1-1 0 0,1 1 1 0 0,0 0-1 0 0,0 0 1 0 0,-10 11 0 0 0,-53 54 514 0 0,62-59-753 0 0,9-11-133 0 0,-42 45 376 0 0,-42 56 0 0 0,77-90-362 0 0,0 2 1 0 0,1-1-1 0 0,1 1 1 0 0,0 1-1 0 0,1 0 1 0 0,1 0 0 0 0,1 1-1 0 0,-8 33 1 0 0,13-47-38 0 0,1 1-1 0 0,0-1 1 0 0,-1 1 0 0 0,1 0-1 0 0,1-1 1 0 0,-1 1 0 0 0,1 0-1 0 0,0-1 1 0 0,0 1 0 0 0,0-1 0 0 0,0 0-1 0 0,1 1 1 0 0,0-1 0 0 0,0 0-1 0 0,4 7 1 0 0,-2-6-52 0 0,0 0-1 0 0,1 0 1 0 0,-1 0-1 0 0,1 0 1 0 0,0-1-1 0 0,1 1 1 0 0,-1-1-1 0 0,1-1 1 0 0,10 6-1 0 0,0-2-224 0 0,0 0 0 0 0,0-2 0 0 0,1 0 0 0 0,0-1 0 0 0,0 0 0 0 0,0-2 0 0 0,26 2 0 0 0,-26-4-63 0 0,0-1 0 0 0,-1 0 0 0 0,1-1 0 0 0,-1 0 0 0 0,0-2 0 0 0,0 0 0 0 0,0-1 0 0 0,0 0 0 0 0,-1-1 0 0 0,0-1 0 0 0,0 0 0 0 0,24-17-1 0 0,-23 12 299 0 0,0-1-1 0 0,-1-1 0 0 0,0 0 0 0 0,-2 0 0 0 0,1-2 0 0 0,-2 0 0 0 0,0 0 0 0 0,-1-1 1 0 0,-1 0-1 0 0,10-22 0 0 0,22-78 2943 0 0,-29 75-1146 0 0,-12 42-1742 0 0,-1 0 0 0 0,0-1 0 0 0,0 1 0 0 0,0-1 0 0 0,1 1 0 0 0,-1-1 1 0 0,0 1-1 0 0,0-1 0 0 0,0 1 0 0 0,0-1 0 0 0,0 1 0 0 0,0-1 0 0 0,0 1 0 0 0,0 0 0 0 0,0-1 1 0 0,0 1-1 0 0,0-1 0 0 0,0 1 0 0 0,0-1 0 0 0,0 1 0 0 0,0-1 0 0 0,-1 1 0 0 0,1-1 1 0 0,-8 3 175 0 0,-8 13-77 0 0,5 0-34 0 0,1 0 0 0 0,0 2-1 0 0,1-1 1 0 0,1 1-1 0 0,1 0 1 0 0,0 1-1 0 0,1 0 1 0 0,1 0 0 0 0,1 0-1 0 0,-3 27 1 0 0,6-39-69 0 0,0-1-1 0 0,1 1 1 0 0,0 0 0 0 0,0-1 0 0 0,1 1-1 0 0,-1 0 1 0 0,1-1 0 0 0,0 1 0 0 0,1-1 0 0 0,-1 0-1 0 0,1 1 1 0 0,0-1 0 0 0,1 0 0 0 0,-1 0-1 0 0,1 0 1 0 0,0 0 0 0 0,0-1 0 0 0,0 1-1 0 0,1-1 1 0 0,0 1 0 0 0,0-1 0 0 0,0-1 0 0 0,0 1-1 0 0,0 0 1 0 0,1-1 0 0 0,0 0 0 0 0,0 0-1 0 0,0-1 1 0 0,0 1 0 0 0,0-1 0 0 0,7 2 0 0 0,-5-1-8 0 0,1-1 0 0 0,-1 0 1 0 0,1 0-1 0 0,-1-1 0 0 0,1 1 1 0 0,0-2-1 0 0,0 1 0 0 0,-1-1 1 0 0,1-1-1 0 0,0 1 0 0 0,0-1 1 0 0,-1-1-1 0 0,1 1 0 0 0,0-1 1 0 0,-1-1-1 0 0,0 1 0 0 0,0-1 1 0 0,1 0-1 0 0,-2-1 0 0 0,1 0 1 0 0,0 0-1 0 0,6-6 0 0 0,-3 2-10 0 0,-1 0 1 0 0,0-1-1 0 0,0 0 0 0 0,-1-1 0 0 0,0 0 0 0 0,-1 0 0 0 0,0-1 0 0 0,-1 0 0 0 0,0 0 0 0 0,0 0 0 0 0,-1-1 0 0 0,6-22 0 0 0,-8 20 0 0 0,0 0 0 0 0,-1-1 0 0 0,0 1-1 0 0,-1-1 1 0 0,-1 0 0 0 0,0 0 0 0 0,-1 1 0 0 0,0-1 0 0 0,-1 1-1 0 0,-7-22 1 0 0,8 30-6 0 0,-1-1-1 0 0,-1 1 0 0 0,1 0 1 0 0,-1 0-1 0 0,0 1 1 0 0,0-1-1 0 0,-1 1 0 0 0,0-1 1 0 0,0 1-1 0 0,0 0 1 0 0,0 1-1 0 0,-1-1 0 0 0,0 1 1 0 0,0 0-1 0 0,0 0 1 0 0,0 0-1 0 0,-1 0 0 0 0,0 1 1 0 0,1 0-1 0 0,-1 1 1 0 0,0-1-1 0 0,0 1 0 0 0,-1 0 1 0 0,1 1-1 0 0,-12-3 1 0 0,7 4-7 0 0,1 0 0 0 0,-1 0 0 0 0,1 1 0 0 0,-1 0 1 0 0,1 1-1 0 0,0 0 0 0 0,-1 1 0 0 0,1 0 1 0 0,0 0-1 0 0,1 1 0 0 0,-1 1 0 0 0,1 0 1 0 0,0 0-1 0 0,-10 7 0 0 0,13-8 9 0 0,0 0 0 0 0,0 1 0 0 0,1 0 0 0 0,-1 0 0 0 0,1 0-1 0 0,0 0 1 0 0,1 1 0 0 0,-1 0 0 0 0,1 0 0 0 0,0 0 0 0 0,1 1 0 0 0,0-1 0 0 0,0 1 0 0 0,0 0 0 0 0,1 0-1 0 0,-1 0 1 0 0,2 0 0 0 0,-1 0 0 0 0,1 0 0 0 0,0 0 0 0 0,0 9 0 0 0,2-11 7 0 0,-1 0 0 0 0,1 0-1 0 0,0 0 1 0 0,0-1 0 0 0,0 1 0 0 0,1 0 0 0 0,-1-1 0 0 0,1 1 0 0 0,0-1 0 0 0,1 1 0 0 0,-1-1-1 0 0,1 0 1 0 0,0 0 0 0 0,3 4 0 0 0,0-2-10 0 0,-1-1 1 0 0,1-1-1 0 0,-1 1 0 0 0,1-1 0 0 0,1 0 1 0 0,-1 0-1 0 0,1-1 0 0 0,11 5 0 0 0,1-2-113 0 0,0-1 0 0 0,0-1-1 0 0,1 0 1 0 0,0-1 0 0 0,0-2-1 0 0,21 0 1 0 0,-20-1-61 0 0,0-2-1 0 0,1 0 0 0 0,-1-2 1 0 0,0 0-1 0 0,-1-1 0 0 0,1-1 1 0 0,-1-1-1 0 0,0-1 1 0 0,-1-1-1 0 0,0 0 0 0 0,0-2 1 0 0,-1 0-1 0 0,29-23 1 0 0,-24 15 97 0 0,-1-2 1 0 0,-1-1-1 0 0,-1 0 1 0 0,-1-2-1 0 0,-1 0 1 0 0,-1-1-1 0 0,-1-1 1 0 0,-1 0 0 0 0,12-32-1 0 0,-10 18 704 0 0,-3 0 0 0 0,-1-1 0 0 0,-2-1 1 0 0,8-62-1 0 0,-16 69 157 0 0,-16 41-673 0 0,7 0-64 0 0,0 0 0 0 0,1 0 0 0 0,-1 1 0 0 0,1 0 0 0 0,0 0 0 0 0,1 0 0 0 0,0 1 0 0 0,0-1-1 0 0,-4 13 1 0 0,-2 2 81 0 0,-29 61 310 0 0,4 2 0 0 0,-33 121 1 0 0,63-188-394 0 0,1 0 0 0 0,1 0 1 0 0,0 0-1 0 0,1 0 1 0 0,1 1-1 0 0,3 30 0 0 0,-2-43-29 0 0,1 0 0 0 0,0 0 0 0 0,0 0 0 0 0,0 0 0 0 0,1 0 0 0 0,0-1 0 0 0,0 1 0 0 0,1-1 0 0 0,-1 1 0 0 0,1-1 0 0 0,0 0 0 0 0,1 0-1 0 0,-1 0 1 0 0,1 0 0 0 0,0-1 0 0 0,0 1 0 0 0,1-1 0 0 0,-1 0 0 0 0,1 0 0 0 0,0-1 0 0 0,0 0 0 0 0,0 0 0 0 0,11 5 0 0 0,-4-3-98 0 0,0-1 1 0 0,1-1-1 0 0,-1 0 0 0 0,1-1 1 0 0,-1-1-1 0 0,1 1 0 0 0,0-2 1 0 0,0 0-1 0 0,-1-1 1 0 0,1 0-1 0 0,0 0 0 0 0,-1-2 1 0 0,1 1-1 0 0,-1-2 1 0 0,0 0-1 0 0,0 0 0 0 0,0-1 1 0 0,20-12-1 0 0,-12 5 157 0 0,0-1-1 0 0,-2-1 0 0 0,1-1 1 0 0,-2-1-1 0 0,0 0 1 0 0,-1-1-1 0 0,-1-1 1 0 0,-1 0-1 0 0,18-30 1 0 0,-1-3 1215 0 0,-30 49-1206 0 0,-9 24-51 0 0,-6 6 11 0 0,-28 60 8 0 0,38-78-33 0 0,0 1 0 0 0,1-1 0 0 0,0 1-1 0 0,1 0 1 0 0,0 0 0 0 0,0 15 0 0 0,1-23-20 0 0,1-1 1 0 0,0 0-1 0 0,0 0 0 0 0,0 1 1 0 0,1-1-1 0 0,-1 0 0 0 0,0 0 0 0 0,1 1 1 0 0,0-1-1 0 0,-1 0 0 0 0,1 0 1 0 0,0 0-1 0 0,0 0 0 0 0,0 0 0 0 0,0 0 1 0 0,1 0-1 0 0,-1 0 0 0 0,1-1 1 0 0,-1 1-1 0 0,1 0 0 0 0,-1-1 0 0 0,1 1 1 0 0,0-1-1 0 0,0 0 0 0 0,-1 1 1 0 0,1-1-1 0 0,0 0 0 0 0,0 0 0 0 0,0 0 1 0 0,3 0-1 0 0,-2 0-77 0 0,1-1 1 0 0,-1 1-1 0 0,1-1 0 0 0,-1 0 0 0 0,1 0 1 0 0,-1 0-1 0 0,0-1 0 0 0,1 1 1 0 0,-1-1-1 0 0,0 0 0 0 0,1 0 0 0 0,-1 0 1 0 0,0 0-1 0 0,0-1 0 0 0,0 1 0 0 0,0-1 1 0 0,0 0-1 0 0,5-4 0 0 0,7-6-133 0 0,-1-2 0 0 0,-1 0 0 0 0,0 0 0 0 0,0-1 0 0 0,-2-1 0 0 0,15-24 0 0 0,48-110 593 0 0,-54 106 401 0 0,-3 8 9 0 0,-16 34-443 0 0,-2 5-180 0 0,-19 53 471 0 0,-19 62 312 0 0,36-106-1192 0 0,0 0 0 0 0,1 1 0 0 0,1-1 0 0 0,0 0 1 0 0,0 1-1 0 0,1-1 0 0 0,3 21 0 0 0,-2-28-131 0 0,0-1 0 0 0,1 1 0 0 0,-1-1 0 0 0,1 1 0 0 0,0-1 0 0 0,0 0 0 0 0,0 1 0 0 0,1-1 0 0 0,-1-1 0 0 0,1 1 0 0 0,0 0 0 0 0,5 5 0 0 0,-4-6-640 0 0,0 0 0 0 0,-1 0 0 0 0,1 0 0 0 0,0-1 0 0 0,1 0 0 0 0,-1 1 0 0 0,7 1 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1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73 118 2380 0 0,'9'-34'6976'0'0,"19"-49"860"0"0,-27 83-7775 0 0,0 1 0 0 0,-1-1 1 0 0,1 1-1 0 0,0-1 0 0 0,0 1 0 0 0,-1-1 0 0 0,1 1 0 0 0,0-1 0 0 0,-1 1 1 0 0,1 0-1 0 0,-1 0 0 0 0,1-1 0 0 0,-1 1 0 0 0,1 0 0 0 0,-1 0 0 0 0,0-1 0 0 0,1 1 1 0 0,-1 0-1 0 0,0 0 0 0 0,1 0 0 0 0,-1 0 0 0 0,0-1 0 0 0,0 1 0 0 0,0 0 0 0 0,0 0 1 0 0,0 0-1 0 0,0 1 0 0 0,2 28 960 0 0,-2-28-934 0 0,-1 35 970 0 0,-8 65 1 0 0,7-90-980 0 0,0 0-1 0 0,-1 1 1 0 0,-1-1 0 0 0,0 0 0 0 0,0-1 0 0 0,-1 1-1 0 0,-1-1 1 0 0,0 0 0 0 0,-7 11 0 0 0,11-19-57 0 0,0-1 1 0 0,0 0-1 0 0,0 0 0 0 0,0 0 1 0 0,0 0-1 0 0,0 0 1 0 0,-1 0-1 0 0,1 0 1 0 0,0-1-1 0 0,-1 1 0 0 0,0-1 1 0 0,1 1-1 0 0,-1-1 1 0 0,0 0-1 0 0,-3 1 0 0 0,4-2-9 0 0,-4-2-54 0 0,5 2 38 0 0,1 0-1 0 0,-1 0 1 0 0,0 0-1 0 0,1 0 1 0 0,-1 0 0 0 0,1 0-1 0 0,-1 0 1 0 0,0 0 0 0 0,1-1-1 0 0,-1 1 1 0 0,1 0-1 0 0,-1 0 1 0 0,1-1 0 0 0,-1 1-1 0 0,1 0 1 0 0,-1-1-1 0 0,1 1 1 0 0,-1 0 0 0 0,1-1-1 0 0,-1 0 1 0 0,0-2-35 0 0,0-1 1 0 0,1 1 0 0 0,-1-1-1 0 0,1 1 1 0 0,0-1-1 0 0,0 1 1 0 0,0-1 0 0 0,0 0-1 0 0,1 1 1 0 0,-1-1-1 0 0,1 1 1 0 0,0-1 0 0 0,0 1-1 0 0,0-1 1 0 0,1 1-1 0 0,-1 0 1 0 0,3-5 0 0 0,6-10-145 0 0,18-27 1 0 0,-17 29 118 0 0,2 0 1 0 0,0 0 0 0 0,0 1-1 0 0,18-14 1 0 0,-23 22 26 0 0,0 0 1 0 0,1 1-1 0 0,0 0 1 0 0,0 1-1 0 0,1 0 0 0 0,0 0 1 0 0,0 1-1 0 0,0 0 1 0 0,11-2-1 0 0,-18 5 30 0 0,0 1 0 0 0,0 0 0 0 0,0-1 0 0 0,0 1 1 0 0,0 0-1 0 0,0 1 0 0 0,0-1 0 0 0,0 0 0 0 0,0 1 0 0 0,-1 0 0 0 0,1 0 0 0 0,0 0 0 0 0,0 0 1 0 0,-1 0-1 0 0,1 0 0 0 0,0 1 0 0 0,-1-1 0 0 0,1 1 0 0 0,-1-1 0 0 0,0 1 0 0 0,0 0 0 0 0,1 0 1 0 0,-1 0-1 0 0,-1 1 0 0 0,1-1 0 0 0,0 0 0 0 0,0 1 0 0 0,-1-1 0 0 0,1 1 0 0 0,-1-1 0 0 0,1 4 1 0 0,4 7 4 0 0,-1 1 1 0 0,-1-1 0 0 0,0 1 0 0 0,3 24-1 0 0,-5-29 35 0 0,-1 0 1 0 0,0 0-1 0 0,-1 0 0 0 0,1 0 0 0 0,-2 0 0 0 0,1 0 0 0 0,-2 0 0 0 0,1 0 0 0 0,-1 0 1 0 0,0-1-1 0 0,-1 1 0 0 0,-6 14 0 0 0,-3-10 135 0 0,12-13-166 0 0,0 1 1 0 0,-1-1 0 0 0,1 0-1 0 0,0 0 1 0 0,-1 0 0 0 0,1 0-1 0 0,0 0 1 0 0,0 0 0 0 0,-1 0-1 0 0,1 0 1 0 0,0 0-1 0 0,-1 0 1 0 0,1 0 0 0 0,0 0-1 0 0,0 0 1 0 0,-1 0 0 0 0,1 0-1 0 0,0-1 1 0 0,-1 1 0 0 0,1 0-1 0 0,0 0 1 0 0,0 0 0 0 0,-1 0-1 0 0,1 0 1 0 0,0-1 0 0 0,0 1-1 0 0,0 0 1 0 0,-1 0 0 0 0,1 0-1 0 0,0-1 1 0 0,-1 0-1 0 0,0 0 1 0 0,1-1-1 0 0,-1 1 1 0 0,1 0-1 0 0,0-1 1 0 0,-1 1-1 0 0,1-1 0 0 0,0 1 1 0 0,0 0-1 0 0,-1-1 1 0 0,1 1-1 0 0,0-1 1 0 0,1 1-1 0 0,-1 0 1 0 0,0-1-1 0 0,0 1 1 0 0,1-3-1 0 0,6-14-6 0 0,0 1 0 0 0,1-1 0 0 0,1 1 0 0 0,0 0-1 0 0,1 1 1 0 0,13-15 0 0 0,-3 6-23 0 0,0 2 0 0 0,2 1-1 0 0,25-21 1 0 0,-41 38-2 0 0,0 0 1 0 0,1 0-1 0 0,0 0 0 0 0,0 1 1 0 0,0 0-1 0 0,1 1 0 0 0,-1-1 1 0 0,1 1-1 0 0,0 1 0 0 0,0-1 1 0 0,9 0-1 0 0,-16 3 28 0 0,1 0-1 0 0,0 0 1 0 0,0 0 0 0 0,0 0 0 0 0,0 1-1 0 0,-1-1 1 0 0,1 1 0 0 0,0 0-1 0 0,0-1 1 0 0,-1 1 0 0 0,1 0 0 0 0,0 0-1 0 0,-1 0 1 0 0,1 0 0 0 0,-1 0-1 0 0,1 0 1 0 0,-1 1 0 0 0,0-1 0 0 0,0 0-1 0 0,1 1 1 0 0,-1-1 0 0 0,0 1-1 0 0,0-1 1 0 0,1 3 0 0 0,1 2 14 0 0,-1-1 0 0 0,1 1 0 0 0,-1-1-1 0 0,0 1 1 0 0,2 10 0 0 0,-3-3-52 0 0,0-1-1 0 0,-1 1 0 0 0,-1 0 1 0 0,0 0-1 0 0,0 0 1 0 0,-4 13-1 0 0,-3 40-3058 0 0,7-59 1859 0 0,1-1 0 0 0,1 1 0 0 0,-1-1 0 0 0,1 1-1 0 0,0-1 1 0 0,1 1 0 0 0,4 11 0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1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2120 0 0,'9'-19'3619'0'0,"-7"13"-2459"0"0,1 0 0 0 0,0 0 0 0 0,0 0 0 0 0,0 1 0 0 0,1-1 0 0 0,6-6 0 0 0,-9 11-1043 0 0,0 0 1 0 0,0 0-1 0 0,0 0 0 0 0,1 1 0 0 0,-1-1 1 0 0,0 1-1 0 0,0-1 0 0 0,1 1 0 0 0,-1-1 0 0 0,0 1 1 0 0,1 0-1 0 0,-1 0 0 0 0,0-1 0 0 0,1 1 1 0 0,-1 0-1 0 0,0 0 0 0 0,1 0 0 0 0,-1 1 0 0 0,0-1 1 0 0,1 0-1 0 0,-1 0 0 0 0,0 1 0 0 0,0-1 1 0 0,1 1-1 0 0,-1-1 0 0 0,0 1 0 0 0,0-1 0 0 0,0 1 1 0 0,1 0-1 0 0,-1 0 0 0 0,0 0 0 0 0,0-1 1 0 0,0 1-1 0 0,0 0 0 0 0,1 2 0 0 0,3 2 226 0 0,0 1 0 0 0,0-1-1 0 0,-1 0 1 0 0,0 1 0 0 0,4 8-1 0 0,-2-2-86 0 0,-1 0 0 0 0,0 0 0 0 0,-1 1-1 0 0,0 0 1 0 0,-1 0 0 0 0,0 0 0 0 0,1 19 0 0 0,-4-22-178 0 0,1 0 0 0 0,-2 0 0 0 0,1 0 0 0 0,-1-1 1 0 0,-1 1-1 0 0,1 0 0 0 0,-2-1 0 0 0,1 1 1 0 0,-2-1-1 0 0,-7 17 0 0 0,10-24-54 0 0,-1 0 0 0 0,0 0 1 0 0,0 0-1 0 0,0 0 0 0 0,0 0 0 0 0,0 0 0 0 0,0-1 0 0 0,0 1 0 0 0,-4 1 0 0 0,4-2-12 0 0,0-2-13 0 0,0 1-15 0 0,1 0-1 0 0,0 0 1 0 0,0 0 0 0 0,0 0-1 0 0,0-1 1 0 0,0 1-1 0 0,0 0 1 0 0,-1-1 0 0 0,1 1-1 0 0,0-1 1 0 0,0 0-1 0 0,0 1 1 0 0,1-1 0 0 0,-1 0-1 0 0,0 1 1 0 0,0-1-1 0 0,0 0 1 0 0,0 0 0 0 0,1 0-1 0 0,-1 0 1 0 0,0 0-1 0 0,1 0 1 0 0,-1 0 0 0 0,0-1-1 0 0,0-1-5 0 0,0 0-1 0 0,1 0 0 0 0,-1 0 0 0 0,1 1 1 0 0,0-1-1 0 0,0 0 0 0 0,0 0 1 0 0,0 0-1 0 0,0 0 0 0 0,2-2 0 0 0,0-7-29 0 0,2 0 0 0 0,0 0 0 0 0,0 1 0 0 0,7-12 0 0 0,0 0 11 0 0,2 0 0 0 0,0 1 1 0 0,2 1-1 0 0,0 0 0 0 0,2 1 0 0 0,0 0 0 0 0,1 2 1 0 0,1 0-1 0 0,0 1 0 0 0,2 1 0 0 0,-1 1 0 0 0,2 1 0 0 0,26-13 1 0 0,-44 25 25 0 0,1 0 1 0 0,-1 0-1 0 0,1 0 1 0 0,0 1 0 0 0,0 0-1 0 0,-1 0 1 0 0,1 0-1 0 0,0 1 1 0 0,0-1 0 0 0,0 1-1 0 0,0 1 1 0 0,0-1-1 0 0,-1 0 1 0 0,1 1 0 0 0,0 0-1 0 0,5 2 1 0 0,-7-2 30 0 0,1 1 1 0 0,-1 0-1 0 0,1 0 1 0 0,-1 0-1 0 0,0 0 1 0 0,0 0 0 0 0,0 1-1 0 0,0-1 1 0 0,0 1-1 0 0,0 0 1 0 0,-1 0-1 0 0,1 0 1 0 0,-1 0-1 0 0,0 1 1 0 0,0-1 0 0 0,0 1-1 0 0,0-1 1 0 0,-1 1-1 0 0,1-1 1 0 0,0 5-1 0 0,1 1 65 0 0,-2 0-1 0 0,1 0 0 0 0,-1 1 1 0 0,0-1-1 0 0,-1 0 0 0 0,0 0 0 0 0,0 1 1 0 0,-1-1-1 0 0,-1 0 0 0 0,-4 17 1 0 0,-3 1-468 0 0,-1 0 1 0 0,-16 30 0 0 0,10-21-1840 0 0,9-14-1864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2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109 112 364 0 0,'61'-106'18168'0'0,"-61"105"-18147"0"0,0 1-1 0 0,0 0 1 0 0,0 0-1 0 0,0-1 1 0 0,0 1-1 0 0,0 0 1 0 0,0 0-1 0 0,0-1 1 0 0,-1 1-1 0 0,1 0 1 0 0,0 0-1 0 0,0 0 0 0 0,0-1 1 0 0,0 1-1 0 0,0 0 1 0 0,-1 0-1 0 0,1 0 1 0 0,0 0-1 0 0,0-1 1 0 0,0 1-1 0 0,-1 0 1 0 0,1 0-1 0 0,0 0 1 0 0,0 0-1 0 0,0 0 1 0 0,-1 0-1 0 0,1 0 0 0 0,0-1 1 0 0,0 1-1 0 0,-1 0 1 0 0,1 0-1 0 0,0 0 1 0 0,0 0-1 0 0,-1 0 1 0 0,1 0-1 0 0,0 0 1 0 0,0 0-1 0 0,-1 1 1 0 0,-13 0 346 0 0,-5 8-261 0 0,1 1-1 0 0,1 1 1 0 0,0 0 0 0 0,-18 16 0 0 0,34-26-100 0 0,0 0 1 0 0,-1 0-1 0 0,1 0 1 0 0,0 0 0 0 0,0 1-1 0 0,0-1 1 0 0,0 0-1 0 0,0 1 1 0 0,0-1 0 0 0,0 1-1 0 0,0-1 1 0 0,0 1-1 0 0,1-1 1 0 0,-1 1 0 0 0,1-1-1 0 0,-1 1 1 0 0,1 0-1 0 0,-1 2 1 0 0,1-2 0 0 0,1-1 0 0 0,-1 1 1 0 0,0-1-1 0 0,1 1 0 0 0,-1-1 0 0 0,1 0 0 0 0,0 1 1 0 0,-1-1-1 0 0,1 0 0 0 0,0 0 0 0 0,0 1 0 0 0,-1-1 1 0 0,1 0-1 0 0,0 0 0 0 0,0 0 0 0 0,1 0 0 0 0,0 1 1 0 0,4 2 27 0 0,-1 0 1 0 0,1-1 0 0 0,0 0 0 0 0,1 0 0 0 0,-1 0 0 0 0,0-1 0 0 0,11 3 0 0 0,-3-2 65 0 0,117 33 378 0 0,-116-31-474 0 0,-1 0 1 0 0,0 2-1 0 0,0 0 1 0 0,-1 0-1 0 0,0 1 1 0 0,21 17-1 0 0,-32-24 82 0 0,0 1-1 0 0,0 0 0 0 0,0-1 1 0 0,0 1-1 0 0,-1 0 1 0 0,1 0-1 0 0,-1-1 0 0 0,1 1 1 0 0,-1 1-1 0 0,0-1 0 0 0,0 0 1 0 0,0 0-1 0 0,0 0 1 0 0,0 1-1 0 0,0-1 0 0 0,0 0 1 0 0,-1 1-1 0 0,0-1 0 0 0,1 0 1 0 0,-1 1-1 0 0,0-1 1 0 0,0 1-1 0 0,0-1 0 0 0,0 0 1 0 0,-1 1-1 0 0,1-1 0 0 0,-1 3 1 0 0,-1-2 69 0 0,0 1 1 0 0,0-1 0 0 0,0 0-1 0 0,0 0 1 0 0,0 0 0 0 0,-1-1-1 0 0,1 1 1 0 0,-1 0 0 0 0,0-1-1 0 0,1 0 1 0 0,-1 0 0 0 0,-1 0-1 0 0,1 0 1 0 0,0 0 0 0 0,0 0-1 0 0,-7 2 1 0 0,-21 7 481 0 0,-64 16 0 0 0,79-24-966 0 0,0-1-1 0 0,-1 0 1 0 0,0-1-1 0 0,1-1 1 0 0,-30-2-1 0 0,42 1-145 0 0,0 0 0 0 0,-1 0 0 0 0,1 0-1 0 0,0-1 1 0 0,0 1 0 0 0,0-1-1 0 0,0 0 1 0 0,0 0 0 0 0,0 0 0 0 0,0-1-1 0 0,1 1 1 0 0,-6-5 0 0 0,-1-6-4761 0 0,8 10 3927 0 0,-1 0-1 0 0,1-1 1 0 0,-3-7-1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8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1 688 0 0,'0'0'5485'0'0,"-13"3"-1820"0"0,2 13-2337 0 0,0 0-1 0 0,1 0 1 0 0,0 1-1 0 0,-8 20 1 0 0,-26 77-49 0 0,35-89-994 0 0,-59 181-11 0 0,47-138-3384 0 0,-1 0-4339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9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53 496 0 0,'26'-49'14724'0'0,"-25"49"-14659"0"0,-1 0 1 0 0,0 0 0 0 0,0 0-1 0 0,0 0 1 0 0,0 1-1 0 0,1-1 1 0 0,-1 0-1 0 0,0 0 1 0 0,0 0-1 0 0,0 0 1 0 0,0 0 0 0 0,1 0-1 0 0,-1 0 1 0 0,0 0-1 0 0,0 0 1 0 0,0 0-1 0 0,3-2 1247 0 0,-3 2-1247 0 0,1 0 1 0 0,-1 0-1 0 0,0-1 1 0 0,0 1-1 0 0,0 0 1 0 0,0 0-1 0 0,0 0 1 0 0,0-1 0 0 0,0 1-1 0 0,0 0 1 0 0,0 0-1 0 0,0 0 1 0 0,0 0-1 0 0,0-1 1 0 0,8 16 1872 0 0,-7-4-1452 0 0,0 1 1 0 0,-1-1-1 0 0,0 0 0 0 0,-1 0 0 0 0,-4 19 0 0 0,-17 57 133 0 0,11-46-354 0 0,-2 13-769 0 0,1-1-1734 0 0,-3-4-4251 0 0,14-35 3022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29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82 156 0 0,'-3'-81'16736'0'0,"20"95"-14997"0"0,-2 14-1175 0 0,-1 1 1 0 0,-1 0-1 0 0,-1 1 0 0 0,-2 0 0 0 0,7 34 1 0 0,-10-40-375 0 0,9 39-82 0 0,-2 1-1 0 0,-3 0 1 0 0,-3 0-1 0 0,-2 1 1 0 0,-4 0-1 0 0,-2 0 1 0 0,-3 0-1 0 0,-3-1 1 0 0,-3 1-1 0 0,-30 112 0 0 0,28-141-984 0 0,-2 0-1 0 0,-2-1 0 0 0,-21 36 0 0 0,2-17-3173 0 0,-6-5-3545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0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75 2336 0 0,'-19'-75'14372'0'0,"12"96"-13578"0"0,-1 45 8 0 0,-4-1 0 0 0,-32 105 0 0 0,27-111-654 0 0,0 3-227 0 0,-33 119 170 0 0,20-59-4829 0 0,30-102 1548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0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0 145 2340 0 0,'7'-136'12105'0'0,"-7"136"-12094"0"0,0 0 0 0 0,0-1 1 0 0,1 1-1 0 0,-1-1 0 0 0,0 1 1 0 0,0-1-1 0 0,1 1 0 0 0,-1-1 1 0 0,0 1-1 0 0,1 0 0 0 0,-1-1 1 0 0,0 1-1 0 0,1 0 0 0 0,-1-1 0 0 0,1 1 1 0 0,-1 0-1 0 0,0-1 0 0 0,1 1 1 0 0,-1 0-1 0 0,1 0 0 0 0,-1 0 1 0 0,1-1-1 0 0,-1 1 0 0 0,1 0 1 0 0,-1 0-1 0 0,1 0 0 0 0,-1 0 1 0 0,1 0-1 0 0,-1 0 0 0 0,1 0 1 0 0,-1 0-1 0 0,1 0 0 0 0,-1 0 1 0 0,1 0-1 0 0,-1 0 0 0 0,1 0 1 0 0,-1 1-1 0 0,1-1 0 0 0,-1 0 0 0 0,1 0 1 0 0,-1 0-1 0 0,0 1 0 0 0,1-1 1 0 0,-1 0-1 0 0,1 1 0 0 0,-1-1 1 0 0,0 0-1 0 0,1 1 0 0 0,-1-1 1 0 0,1 1-1 0 0,6 6 53 0 0,-1 0 0 0 0,1 0 0 0 0,-1 1 0 0 0,0 0-1 0 0,-1 0 1 0 0,6 12 0 0 0,24 59 333 0 0,-19-40-280 0 0,36 109 120 0 0,-18-46 221 0 0,-34-101-450 0 0,0-1 0 0 0,0 0 0 0 0,0 1-1 0 0,0-1 1 0 0,0 1 0 0 0,1-1 0 0 0,-1 0 0 0 0,0 1-1 0 0,0-1 1 0 0,0 0 0 0 0,0 1 0 0 0,1-1 0 0 0,-1 0-1 0 0,0 1 1 0 0,0-1 0 0 0,1 0 0 0 0,-1 1 0 0 0,0-1-1 0 0,1 0 1 0 0,-1 0 0 0 0,0 1 0 0 0,1-1 0 0 0,-1 0-1 0 0,0 0 1 0 0,1 0 0 0 0,-1 0 0 0 0,1 0 0 0 0,-1 1 0 0 0,0-1-1 0 0,1 0 1 0 0,-1 0 0 0 0,1 0 0 0 0,-1 0 0 0 0,0 0-1 0 0,1 0 1 0 0,0 0 0 0 0,12-13 78 0 0,8-24-34 0 0,-21 37-51 0 0,31-64 46 0 0,88-169-95 0 0,-107 214 0 0 0,-7 9-12 0 0,1 1 0 0 0,0-1 0 0 0,0 1-1 0 0,1 1 1 0 0,0-1 0 0 0,10-8 0 0 0,-14 16 14 0 0,-1 0 43 0 0,0 1 1 0 0,0-1 0 0 0,0 1 0 0 0,-1 0 0 0 0,1 0 0 0 0,0-1 0 0 0,0 2 0 0 0,0-1-1 0 0,0 0 1 0 0,0 0 0 0 0,-1 0 0 0 0,1 1 0 0 0,0-1 0 0 0,0 1 0 0 0,0 0 0 0 0,-1-1 0 0 0,1 1-1 0 0,0 0 1 0 0,-1 0 0 0 0,1 0 0 0 0,-1 0 0 0 0,1 0 0 0 0,1 2 0 0 0,0 1 25 0 0,-1-1 0 0 0,0 0 0 0 0,0 0 0 0 0,0 1 0 0 0,0 0 0 0 0,-1-1 0 0 0,2 7 0 0 0,0-3 54 0 0,3 12 82 0 0,-1-1 0 0 0,-1 1-1 0 0,-1 0 1 0 0,0 0 0 0 0,-1 0 0 0 0,-2 28 0 0 0,-13 116 281 0 0,13-161-437 0 0,-9 68 78 0 0,-5 44-409 0 0,12-92-1183 0 0,4 31 1 0 0,2-36-584 0 0,-4-16 1830 0 0,1 0-1 0 0,-1 0 1 0 0,0-1 0 0 0,1 1 0 0 0,-1 0-1 0 0,1-1 1 0 0,-1 1 0 0 0,9 5-3436 0 0,-9-6 3436 0 0,1 0 0 0 0,1 1 0 0 0,11-1-3719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1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95 1976 0 0,'8'-24'7779'0'0,"6"-37"0"0"0,-14 59-7281 0 0,4-6 824 0 0,-29 132-246 0 0,16-88-991 0 0,2 0-1 0 0,1 1 1 0 0,-1 43 0 0 0,7-73-77 0 0,0 0 1 0 0,1 0 0 0 0,0 0 0 0 0,0-1 0 0 0,0 1 0 0 0,1 0 0 0 0,0-1-1 0 0,3 7 1 0 0,-4-10-37 0 0,1-1-1 0 0,-1 1 1 0 0,1-1-1 0 0,-1 1 1 0 0,1-1 0 0 0,0 0-1 0 0,0 0 1 0 0,0 0-1 0 0,0 0 1 0 0,0 0-1 0 0,0-1 1 0 0,0 1-1 0 0,1 0 1 0 0,-1-1-1 0 0,1 0 1 0 0,-1 1-1 0 0,1-1 1 0 0,0 0 0 0 0,-1-1-1 0 0,1 1 1 0 0,0 0-1 0 0,0-1 1 0 0,4 1-1 0 0,-1-1-109 0 0,1 0 0 0 0,-1 0 0 0 0,1 0 0 0 0,-1-1 1 0 0,0 0-1 0 0,1-1 0 0 0,-1 1 0 0 0,0-1 0 0 0,0 0 0 0 0,0-1 0 0 0,0 1 0 0 0,6-5 0 0 0,-3 1-27 0 0,0 0-1 0 0,-1 0 1 0 0,0-1-1 0 0,-1 0 1 0 0,1-1-1 0 0,11-15 1 0 0,-2-2 37 0 0,-2-1 0 0 0,-1 0 0 0 0,0-1 1 0 0,12-39-1 0 0,-15 36 1449 0 0,-3-1 0 0 0,11-59 0 0 0,-18 79-1005 0 0,-1 18-5 0 0,-3 19-31 0 0,-12 46-92 0 0,-9 59 163 0 0,23-116-511 0 0,0-1-1 0 0,0 1 1 0 0,2 0-1 0 0,0 0 1 0 0,0 0 0 0 0,6 23-1 0 0,-6-35-59 0 0,0 1 0 0 0,1 0-1 0 0,-1-1 1 0 0,1 1 0 0 0,0-1 0 0 0,-1 0-1 0 0,2 1 1 0 0,-1-1 0 0 0,0 0 0 0 0,1 0-1 0 0,-1 0 1 0 0,1-1 0 0 0,0 1 0 0 0,0-1-1 0 0,0 1 1 0 0,0-1 0 0 0,0 0 0 0 0,0 0-1 0 0,1 0 1 0 0,5 1 0 0 0,-3-1-561 0 0,0 0-1 0 0,0-1 1 0 0,1 0 0 0 0,-1 0 0 0 0,0 0 0 0 0,1-1-1 0 0,-1 0 1 0 0,1 0 0 0 0,-1-1 0 0 0,1 0-1 0 0,8-2 1 0 0,7-3-3676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1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84 190 1200 0 0,'3'-45'6223'0'0,"-3"0"0"0"0,-6-55 988 0 0,3 108-6682 0 0,-19 105 1342 0 0,8-37-1292 0 0,-21 132 182 0 0,31-161-2026 0 0,1-1 0 0 0,6 72 1 0 0,-2-111 693 0 0,0 0 0 0 0,0 1 0 0 0,1-1 0 0 0,0 0 1 0 0,4 11-1 0 0,-4-15-34 0 0,-1 0 0 0 0,1 0 1 0 0,-1 0-1 0 0,1 0 0 0 0,0 0 0 0 0,0-1 1 0 0,0 1-1 0 0,1-1 0 0 0,-1 1 0 0 0,1-1 1 0 0,-1 0-1 0 0,1 0 0 0 0,0 0 0 0 0,3 2 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1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75 173 2832 0 0,'4'-35'8763'0'0,"-1"-71"-1"0"0,-3 74-5029 0 0,0 35-3493 0 0,-25 224 4832 0 0,-18 116-3157 0 0,41-327-2031 0 0,-9 96-223 0 0,11-98-602 0 0,0 0 0 0 0,1 1-1 0 0,3 14 1 0 0,-3-27 402 0 0,-1 0-1 0 0,1 0 0 0 0,0 0 1 0 0,0 1-1 0 0,0-1 1 0 0,0 0-1 0 0,1 0 1 0 0,1 2-1 0 0,11 0-5557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2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115 208 2228 0 0,'-108'-30'14166'0'0,"106"29"-13718"0"0,-1-5 307 0 0,2 3-534 0 0,9-1-146 0 0,14-5 54 0 0,1 2 1 0 0,0 0-1 0 0,33-4 1 0 0,-7 0-159 0 0,267-65-2693 0 0,-280 67 3529 0 0,57-23 0 0 0,-91 31-560 0 0,6 0 24 0 0,8 2 557 0 0,-15-1-797 0 0,-1 1-1 0 0,1-1 0 0 0,-1 0 1 0 0,0 1-1 0 0,1-1 0 0 0,-1 1 1 0 0,1-1-1 0 0,-1 1 0 0 0,0-1 1 0 0,1 1-1 0 0,-1-1 1 0 0,0 1-1 0 0,1 0 0 0 0,-1-1 1 0 0,0 1-1 0 0,0-1 0 0 0,0 1 1 0 0,1 0-1 0 0,-1-1 0 0 0,0 1 1 0 0,0 0-1 0 0,0-1 0 0 0,0 1 1 0 0,0-1-1 0 0,0 1 0 0 0,0 0 1 0 0,-1-1-1 0 0,1 2 0 0 0,-23 131 2863 0 0,15-100-2592 0 0,1 1-1 0 0,2-1 0 0 0,1 1 1 0 0,2 48-1 0 0,2-79-330 0 0,0 0 0 0 0,0-1 0 0 0,0 1 0 0 0,1 0 1 0 0,-1-1-1 0 0,1 1 0 0 0,0 0 0 0 0,0-1 0 0 0,0 1 0 0 0,0-1 1 0 0,0 1-1 0 0,1-1 0 0 0,-1 0 0 0 0,1 1 0 0 0,-1-1 0 0 0,1 0 1 0 0,0 0-1 0 0,0 0 0 0 0,0 0 0 0 0,0 0 0 0 0,0-1 0 0 0,0 1 1 0 0,1-1-1 0 0,1 2 0 0 0,0-1-342 0 0,0-1 1 0 0,1 0-1 0 0,-1-1 0 0 0,0 1 1 0 0,0 0-1 0 0,0-1 1 0 0,1 0-1 0 0,-1 0 0 0 0,0-1 1 0 0,0 1-1 0 0,0-1 0 0 0,1 0 1 0 0,-1 0-1 0 0,0 0 1 0 0,4-2-1 0 0,22-11-6981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2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63 2204 0 0,'-16'-14'4732'0'0,"-27"-15"-1"0"0,37 25-4037 0 0,-1 0 0 0 0,1 0 0 0 0,-14-3 0 0 0,18 6-496 0 0,-8 8-428 0 0,11-2-529 0 0,0 0 0 0 0,0 0-1 0 0,1 0 1 0 0,-1 0 0 0 0,1 0-1 0 0,0 0 1 0 0,0 0 0 0 0,1 0-1 0 0,4 5 1 0 0,-6-8 292 0 0,5 7-3480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2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 1444 0 0,'0'0'4819'0'0,"-5"35"6260"0"0,-16 343-3110 0 0,-28 1-513 0 0,-14-64-7574 0 0,52-280-2872 0 0,10-33 2542 0 0,0 0 0 0 0,0 0 0 0 0,0-1 0 0 0,-1 1 1 0 0,1-1-1 0 0,0 1 0 0 0,0-1 0 0 0,-1 1 0 0 0,1-1 0 0 0,-1 0 1 0 0,0 0-1 0 0,1 0 0 0 0,-1 0 0 0 0,0 0 0 0 0,-2 1 0 0 0,2-2-98 0 0,0 0-1 0 0,0 0 0 0 0,0 0 1 0 0,0-1-1 0 0,0 1 0 0 0,0 0 1 0 0,0-1-1 0 0,1 0 0 0 0,-1 0 1 0 0,0 1-1 0 0,0-1 1 0 0,1 0-1 0 0,-1 0 0 0 0,0 0 1 0 0,1-1-1 0 0,-1 1 0 0 0,1 0 1 0 0,0-1-1 0 0,-1 1 0 0 0,1-1 1 0 0,-2-1-1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2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0 238 1952 0 0,'5'-21'1822'0'0,"0"0"0"0"0,2 1 0 0 0,0 0 0 0 0,16-30 1 0 0,-19 42-1562 0 0,0 1 0 0 0,1 1 0 0 0,0-1 0 0 0,0 1 1 0 0,1 0-1 0 0,-1 0 0 0 0,2 1 0 0 0,-1-1 1 0 0,0 1-1 0 0,1 1 0 0 0,0-1 0 0 0,0 1 0 0 0,0 0 1 0 0,1 1-1 0 0,8-3 0 0 0,2 1-14 0 0,0 1 0 0 0,0 0 0 0 0,1 2-1 0 0,-1 0 1 0 0,1 1 0 0 0,-1 1 0 0 0,1 1 0 0 0,0 0-1 0 0,-1 2 1 0 0,0 0 0 0 0,1 1 0 0 0,-1 1 0 0 0,-1 0-1 0 0,1 1 1 0 0,26 14 0 0 0,-40-18-130 0 0,0 0 0 0 0,-1 0 1 0 0,1 1-1 0 0,0-1 0 0 0,-1 1 0 0 0,1 0 0 0 0,-1 0 0 0 0,0 0 1 0 0,0 0-1 0 0,0 1 0 0 0,0-1 0 0 0,-1 1 0 0 0,0 0 0 0 0,1 0 1 0 0,-1 0-1 0 0,-1 0 0 0 0,1 0 0 0 0,0 0 0 0 0,-1 0 0 0 0,0 1 1 0 0,0-1-1 0 0,0 0 0 0 0,-1 1 0 0 0,1-1 0 0 0,-1 1 0 0 0,-1 5 1 0 0,0-1 4 0 0,-1 0 0 0 0,0 1 0 0 0,0-1 0 0 0,-1 0 0 0 0,0 0 0 0 0,-1-1 1 0 0,0 1-1 0 0,0-1 0 0 0,-1 0 0 0 0,0 0 0 0 0,-9 11 0 0 0,-1-2-51 0 0,-1 0 0 0 0,0-1 1 0 0,-2 0-1 0 0,-35 24 0 0 0,30-25-2919 0 0,-45 20 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3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82 2772 0 0,'2'-16'5653'0'0,"1"-1"-1"0"0,10-31 2778 0 0,-11 57-7572 0 0,-13 229 5965 0 0,-37 113-4983 0 0,37-291-1699 0 0,-7 39-2890 0 0,17-83 509 0 0,0 0 1 0 0,2 18-1 0 0,3-16-1158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3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0 128 3080 0 0,'8'-38'11696'0'0,"-4"19"-5181"0"0,-2 20-5921 0 0,2 7-237 0 0,1 0 1 0 0,-1 0-1 0 0,0 0 1 0 0,-1 1-1 0 0,0-1 0 0 0,0 1 1 0 0,1 10-1 0 0,8 22 150 0 0,-9-32-477 0 0,0-1 0 0 0,0 0 0 0 0,1 0 0 0 0,-1 0 1 0 0,2 0-1 0 0,-1-1 0 0 0,1 0 0 0 0,1 0 0 0 0,-1 0 0 0 0,1-1 0 0 0,0 1 0 0 0,0-1 1 0 0,1-1-1 0 0,0 1 0 0 0,0-1 0 0 0,10 5 0 0 0,-14-9-103 0 0,-1 0-1 0 0,1 0 1 0 0,0 0 0 0 0,0-1-1 0 0,0 1 1 0 0,-1-1 0 0 0,1 0-1 0 0,0 0 1 0 0,0 0 0 0 0,0 0-1 0 0,0-1 1 0 0,4 0-1 0 0,0-1-254 0 0,0 0 0 0 0,0 0 0 0 0,12-6 0 0 0,-12 4 134 0 0,-1 0 0 0 0,1-1-1 0 0,-1 1 1 0 0,0-1 0 0 0,-1-1 0 0 0,1 1 0 0 0,-1-1 0 0 0,6-9-1 0 0,34-56-405 0 0,-36 54 510 0 0,-8 17 84 0 0,26-47 45 0 0,23-54 0 0 0,-50 101-27 0 0,0-1 1 0 0,0 1-1 0 0,0-1 1 0 0,1 1-1 0 0,-1-1 1 0 0,0 1-1 0 0,0-1 1 0 0,0 1 0 0 0,0 0-1 0 0,0-1 1 0 0,1 1-1 0 0,-1-1 1 0 0,0 1-1 0 0,0 0 1 0 0,1-1-1 0 0,-1 1 1 0 0,0 0-1 0 0,1-1 1 0 0,-1 1-1 0 0,0 0 1 0 0,1-1 0 0 0,-1 1-1 0 0,1 0 1 0 0,-1 0-1 0 0,0-1 1 0 0,1 1-1 0 0,-1 0 1 0 0,1 0-1 0 0,-1 0 1 0 0,1 0-1 0 0,-1 0 1 0 0,0 0 0 0 0,1-1-1 0 0,-1 1 1 0 0,1 0-1 0 0,-1 0 1 0 0,1 0-1 0 0,-1 0 1 0 0,1 1-1 0 0,-1-1 1 0 0,1 0-1 0 0,-1 0 1 0 0,1 0 0 0 0,-1 0-1 0 0,0 0 1 0 0,1 1-1 0 0,-1-1 1 0 0,1 0-1 0 0,-1 0 1 0 0,0 1-1 0 0,1-1 1 0 0,-1 0-1 0 0,0 1 1 0 0,1-1 0 0 0,-1 0-1 0 0,0 1 1 0 0,1-1-1 0 0,12 22 814 0 0,-3 19 901 0 0,-2 1 1 0 0,6 83-1 0 0,-10-85-994 0 0,5 210 1641 0 0,-11-216-2232 0 0,-1 1 1 0 0,-1-1 0 0 0,-2-1-1 0 0,-1 1 1 0 0,-16 42-1 0 0,15-56-49 0 0,0 0 1 0 0,-2-1-1 0 0,0 0 0 0 0,-2 0 0 0 0,0-1 1 0 0,0 0-1 0 0,-2-1 0 0 0,-27 26 0 0 0,32-35-190 0 0,1-1-1 0 0,-1-1 0 0 0,0 0 0 0 0,-1 0 0 0 0,0-1 1 0 0,0 0-1 0 0,0-1 0 0 0,-13 5 0 0 0,14-7-317 0 0,0 0 0 0 0,0-1 0 0 0,0 0 0 0 0,0 0 0 0 0,0-1 1 0 0,0 0-1 0 0,0 0 0 0 0,0-1 0 0 0,0-1 0 0 0,0 1 0 0 0,-9-4 0 0 0,15 4 44 0 0,0 0 0 0 0,1 0 0 0 0,-1 0 0 0 0,1 0-1 0 0,-1 0 1 0 0,1-1 0 0 0,-1 1 0 0 0,1-1 0 0 0,0 0 0 0 0,-1 1 0 0 0,1-1 0 0 0,0 0 0 0 0,0 0 0 0 0,1-1 0 0 0,-3-2 0 0 0,3 3-525 0 0,0 0 1 0 0,0-1 0 0 0,0 1-1 0 0,0-1 1 0 0,0 1 0 0 0,0-1 0 0 0,1 1-1 0 0,-1-1 1 0 0,1 0 0 0 0,0-4-1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4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25 166 672 0 0,'0'-14'1752'0'0,"1"1"0"0"0,0 0 0 0 0,1-1 0 0 0,0 1 0 0 0,1 0 0 0 0,0 0 0 0 0,1 0 0 0 0,8-16 0 0 0,-9 15-304 0 0,1 1-494 0 0,-4 12-906 0 0,0 1 1 0 0,0 0 0 0 0,0 0 0 0 0,0 0 0 0 0,0 0 0 0 0,1-1 342 0 0,-1 1-343 0 0,0 0 1 0 0,0 0 0 0 0,1-1 0 0 0,-1 1 0 0 0,0 0 0 0 0,0 0 0 0 0,0 0 0 0 0,0 0-1 0 0,0 0 1 0 0,0 0 0 0 0,1 0 0 0 0,-1 0 0 0 0,0 0 0 0 0,0 0 0 0 0,0 0-1 0 0,0 0 1 0 0,0 0 0 0 0,1 0 0 0 0,-1 0 0 0 0,0 0 0 0 0,0 0 0 0 0,0 0-1 0 0,0 0 1 0 0,0 0 0 0 0,1 0 0 0 0,-1 0 0 0 0,0 0 0 0 0,1 1 342 0 0,-1-1-343 0 0,0 0 1 0 0,0 0 0 0 0,0 1 0 0 0,0-1 0 0 0,0 0 0 0 0,0 0 0 0 0,0 0-1 0 0,0 0 1 0 0,0 0 0 0 0,1 1 0 0 0,-1 2 126 0 0,1 0-1 0 0,-1 0 1 0 0,1 0 0 0 0,-1 0-1 0 0,0 0 1 0 0,0 0-1 0 0,0 0 1 0 0,-1 0 0 0 0,1 0-1 0 0,-1-1 1 0 0,0 5 0 0 0,-1 2 269 0 0,-24 143 2027 0 0,-1-4-1793 0 0,17 40-2250 0 0,17-63-7812 0 0,-5-102 2149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5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108 364 1936 0 0,'-92'-48'14792'0'0,"91"47"-14672"0"0,0 1 0 0 0,0 0 0 0 0,0-1 0 0 0,0 1 0 0 0,0 0 0 0 0,0-1 0 0 0,0 1 0 0 0,1-1 0 0 0,-1 0 0 0 0,0 1 0 0 0,0-1 0 0 0,0 0 0 0 0,1 1 0 0 0,-1-1 0 0 0,0 0 0 0 0,1 0 0 0 0,-2-1 0 0 0,2 1-91 0 0,1 1 0 0 0,-1-1 1 0 0,0 1-1 0 0,0 0 1 0 0,0-1-1 0 0,1 1 1 0 0,-1-1-1 0 0,0 1 1 0 0,1 0-1 0 0,-1-1 1 0 0,0 1-1 0 0,1 0 1 0 0,-1-1-1 0 0,0 1 0 0 0,1 0 1 0 0,-1 0-1 0 0,1 0 1 0 0,-1-1-1 0 0,1 1 1 0 0,-1 0-1 0 0,0 0 1 0 0,1 0-1 0 0,-1 0 1 0 0,1 0-1 0 0,0-1 1 0 0,45-4-11 0 0,-38 4 187 0 0,414-53-532 0 0,-406 51 24 0 0,1 0 0 0 0,-1-2 0 0 0,0 0 0 0 0,0-1 1 0 0,-1 0-1 0 0,24-15 0 0 0,-32 17 197 0 0,0-1 0 0 0,0 0 0 0 0,-1-1 0 0 0,0 0 1 0 0,0 0-1 0 0,0 0 0 0 0,-1-1 0 0 0,0 1 0 0 0,0-1 1 0 0,-1-1-1 0 0,0 1 0 0 0,0-1 0 0 0,0 1 0 0 0,4-17 0 0 0,-6 16 81 0 0,1-2 168 0 0,0 0 1 0 0,0 0-1 0 0,-1 0 0 0 0,0-16 1 0 0,-14 47 786 0 0,-23 102 1227 0 0,-20 137 0 0 0,44-185-1894 0 0,-6 27 4 0 0,8-66-19 0 0,8-34-147 0 0,4-7-151 0 0,0 1 0 0 0,0-1 0 0 0,0 0 0 0 0,3-8-1 0 0,10-20-190 0 0,1 1 0 0 0,23-32 0 0 0,-32 52 200 0 0,1 1-1 0 0,0 0 0 0 0,1 0 1 0 0,0 1-1 0 0,0 0 1 0 0,1 1-1 0 0,1 0 1 0 0,16-10-1 0 0,-26 18 33 0 0,0 0-1 0 0,0 0 1 0 0,0 0 0 0 0,0 0-1 0 0,0 1 1 0 0,0-1 0 0 0,0 0-1 0 0,0 1 1 0 0,1 0 0 0 0,-1-1-1 0 0,0 1 1 0 0,0 0 0 0 0,0 0-1 0 0,0 0 1 0 0,0 1 0 0 0,1-1-1 0 0,-1 0 1 0 0,0 1 0 0 0,0-1-1 0 0,0 1 1 0 0,4 2 0 0 0,-3-1 16 0 0,0 0-1 0 0,0 0 1 0 0,0 1 0 0 0,0 0 0 0 0,0 0 0 0 0,-1-1 0 0 0,1 2 0 0 0,-1-1 0 0 0,0 0-1 0 0,0 0 1 0 0,3 5 0 0 0,1 8 90 0 0,0-1 0 0 0,-1 0 0 0 0,0 1 0 0 0,4 28 0 0 0,-1 36 187 0 0,-7-54-155 0 0,10 51-1 0 0,-9-58-23 0 0,-2-18-96 0 0,0 0-1 0 0,0 0 0 0 0,-1 0 0 0 0,1 0 0 0 0,0 0 0 0 0,0 0 1 0 0,1 0-1 0 0,-1 0 0 0 0,0 0 0 0 0,0 0 0 0 0,0 0 1 0 0,1 0-1 0 0,-1 0 0 0 0,0 0 0 0 0,1 0 0 0 0,-1 0 0 0 0,1 0 1 0 0,-1 0-1 0 0,1-1 0 0 0,0 1 0 0 0,-1 0 0 0 0,1 0 0 0 0,0-1 1 0 0,0 1-1 0 0,-1 0 0 0 0,1-1 0 0 0,0 1 0 0 0,0 0 1 0 0,0-1-1 0 0,0 1 0 0 0,0-1 0 0 0,0 0 0 0 0,1 1 0 0 0,0 0 31 0 0,1-1-36 0 0,0 0 1 0 0,0 0 0 0 0,0 0 0 0 0,0-1-1 0 0,0 1 1 0 0,0-1 0 0 0,0 0 0 0 0,0 0-1 0 0,-1 0 1 0 0,5-1 0 0 0,3-3-55 0 0,-1-1 1 0 0,1 0 0 0 0,-1 0-1 0 0,0 0 1 0 0,-1-1 0 0 0,15-16-1 0 0,-4 2-346 0 0,25-35 0 0 0,-21 22 37 0 0,27-50 0 0 0,-44 72 335 0 0,0 0 1 0 0,-1 0-1 0 0,0-1 1 0 0,-1 0-1 0 0,-1 1 1 0 0,0-1-1 0 0,-1-1 1 0 0,2-17-1 0 0,-4 29 28 0 0,0 1-1 0 0,0 0 0 0 0,0 0 0 0 0,0-1 1 0 0,0 1-1 0 0,0 0 0 0 0,0 0 0 0 0,-1 0 1 0 0,1-1-1 0 0,0 1 0 0 0,-1 0 0 0 0,1 0 1 0 0,-1 0-1 0 0,1 0 0 0 0,-1 0 1 0 0,1 0-1 0 0,-1 0 0 0 0,0 0 0 0 0,0 0 1 0 0,1 0-1 0 0,-2-1 0 0 0,1 1 6 0 0,0 1-1 0 0,0 0 1 0 0,0 0 0 0 0,0-1-1 0 0,0 1 1 0 0,0 0 0 0 0,0 0-1 0 0,-1 0 1 0 0,1 0 0 0 0,0 0-1 0 0,0 0 1 0 0,0 0-1 0 0,0 0 1 0 0,0 1 0 0 0,0-1-1 0 0,0 0 1 0 0,0 1 0 0 0,0-1-1 0 0,-1 1 1 0 0,-4 2 48 0 0,0 1-1 0 0,1 0 1 0 0,-1 0 0 0 0,1 0 0 0 0,-1 1 0 0 0,-3 4-1 0 0,-2 3 10 0 0,0 1-1 0 0,1 0 0 0 0,0 0 1 0 0,1 1-1 0 0,1 1 1 0 0,1-1-1 0 0,0 1 0 0 0,0 0 1 0 0,2 1-1 0 0,0-1 1 0 0,-5 25-1 0 0,10-37-57 0 0,0 0 1 0 0,-1-1-1 0 0,1 1 1 0 0,0 0-1 0 0,1 0 1 0 0,-1-1-1 0 0,0 1 0 0 0,1 0 1 0 0,0 0-1 0 0,-1-1 1 0 0,1 1-1 0 0,0-1 1 0 0,1 1-1 0 0,-1-1 0 0 0,0 1 1 0 0,1-1-1 0 0,-1 0 1 0 0,3 3-1 0 0,-1-2-97 0 0,1 0 0 0 0,-1 0 1 0 0,1 0-1 0 0,0-1 0 0 0,-1 1 0 0 0,1-1 0 0 0,0 0 0 0 0,0 0 1 0 0,1-1-1 0 0,5 2 0 0 0,4 1-673 0 0,1-2 1 0 0,-1 0-1 0 0,1 0 0 0 0,0-2 1 0 0,27-1-1 0 0,-33 0 330 0 0,82-11-7342 0 0,-54 3 1593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6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402 473 164 0 0,'-4'0'2974'0'0,"-8"1"-128"0"0,-29 4 3603 0 0,36-5-5938 0 0,0 1 0 0 0,0 1 0 0 0,0-1 0 0 0,0 1 0 0 0,-8 4 0 0 0,12-6-457 0 0,-1 1 0 0 0,1 0 0 0 0,0-1 0 0 0,0 1 0 0 0,0 0 0 0 0,0 0 1 0 0,0 0-1 0 0,0 0 0 0 0,0 0 0 0 0,0 0 0 0 0,0 0 0 0 0,0 0 0 0 0,1 0 0 0 0,-1 1 1 0 0,0-1-1 0 0,1 0 0 0 0,-1 0 0 0 0,1 1 0 0 0,-1-1 0 0 0,1 0 0 0 0,0 1 0 0 0,0-1 0 0 0,-1 1 1 0 0,1-1-1 0 0,0 0 0 0 0,0 1 0 0 0,0-1 0 0 0,1 1 0 0 0,-1-1 0 0 0,0 0 0 0 0,0 1 1 0 0,1 1-1 0 0,0-1-9 0 0,0 0 1 0 0,0 0 0 0 0,0 0 0 0 0,1 0 0 0 0,-1 0 0 0 0,0 0-1 0 0,1 0 1 0 0,-1-1 0 0 0,1 1 0 0 0,-1 0 0 0 0,1-1-1 0 0,0 0 1 0 0,0 1 0 0 0,0-1 0 0 0,0 0 0 0 0,0 0-1 0 0,0 0 1 0 0,3 1 0 0 0,-3-1 41 0 0,25-2 169 0 0,-25-1-245 0 0,0 1 0 0 0,0 0 0 0 0,0 0 0 0 0,0 0-1 0 0,-1-1 1 0 0,1 1 0 0 0,-1-1 0 0 0,1 0 0 0 0,-1 1 0 0 0,1-1-1 0 0,-1 0 1 0 0,0 0 0 0 0,0 0 0 0 0,0 0 0 0 0,0 0-1 0 0,0 0 1 0 0,1-2 0 0 0,-1-2-4 0 0,1-1 0 0 0,-1 1 0 0 0,0 0 0 0 0,0 0 0 0 0,-1-1 0 0 0,0 1 0 0 0,0-1 0 0 0,0 1 0 0 0,-1 0 0 0 0,0-1 0 0 0,-3-10-1 0 0,1 7-10 0 0,0 1 0 0 0,-1-1 0 0 0,0 1-1 0 0,0 0 1 0 0,-1 0 0 0 0,-9-13-1 0 0,11 17 1 0 0,0 1 0 0 0,-1 0 0 0 0,1 0 0 0 0,-1 0 0 0 0,0 1 0 0 0,0-1 0 0 0,-1 1 0 0 0,1 0 0 0 0,0 0 0 0 0,-1 0 0 0 0,0 1 0 0 0,0-1 0 0 0,0 1 0 0 0,0 1 0 0 0,0-1 0 0 0,0 1 0 0 0,0-1 0 0 0,-1 1 0 0 0,1 1 0 0 0,0-1-1 0 0,-1 1 1 0 0,1 0 0 0 0,0 0 0 0 0,-1 1 0 0 0,1-1 0 0 0,0 1 0 0 0,-1 0 0 0 0,1 1 0 0 0,0-1 0 0 0,0 1 0 0 0,-7 4 0 0 0,0 0 24 0 0,1 1-1 0 0,0 0 1 0 0,1 1 0 0 0,0 0-1 0 0,0 1 1 0 0,0 0 0 0 0,1 0 0 0 0,1 1-1 0 0,0 0 1 0 0,0 0 0 0 0,1 1-1 0 0,-8 15 1 0 0,6-8 14 0 0,1-1-1 0 0,1 2 1 0 0,0-1 0 0 0,1 1 0 0 0,1 0 0 0 0,1 0-1 0 0,-3 30 1 0 0,7-42-18 0 0,0 0-1 0 0,0 0 1 0 0,0 0 0 0 0,1 0 0 0 0,-1 0-1 0 0,2-1 1 0 0,-1 1 0 0 0,1 0-1 0 0,0-1 1 0 0,0 1 0 0 0,1-1-1 0 0,0 0 1 0 0,0 0 0 0 0,1 0-1 0 0,-1 0 1 0 0,6 6 0 0 0,-3-5-2 0 0,1-1 1 0 0,0 0-1 0 0,0 0 1 0 0,0-1-1 0 0,1 0 1 0 0,-1 0 0 0 0,1 0-1 0 0,0-1 1 0 0,1-1-1 0 0,-1 1 1 0 0,16 3-1 0 0,-1-1-205 0 0,0-1 0 0 0,0-2 0 0 0,0 0 0 0 0,0-1 0 0 0,1-1 0 0 0,-1-2-1 0 0,1 0 1 0 0,-1-1 0 0 0,0-2 0 0 0,45-12 0 0 0,-52 11-27 0 0,1-1 0 0 0,-1-1 0 0 0,-1 0-1 0 0,1-1 1 0 0,-1 0 0 0 0,-1-2 0 0 0,0 0 0 0 0,0 0 0 0 0,-1-1 0 0 0,0-1 0 0 0,0 0-1 0 0,-2-1 1 0 0,0 0 0 0 0,0-1 0 0 0,12-21 0 0 0,-7 4 122 0 0,-2 0-1 0 0,0-1 1 0 0,-3-1 0 0 0,0 0 0 0 0,-2 0-1 0 0,4-36 1 0 0,12-207 3624 0 0,-24 248-2656 0 0,1-31 697 0 0,-2 57-1236 0 0,-1 4-227 0 0,0 1-1 0 0,0-1 0 0 0,0 0 1 0 0,0 1-1 0 0,0-1 0 0 0,1 1 0 0 0,-1 4 1 0 0,-26 169 2855 0 0,8-59-2290 0 0,-8 197 0 0 0,27-292-1290 0 0,1 0 1 0 0,1 0 0 0 0,1 0 0 0 0,7 28 0 0 0,-7-41-113 0 0,0 0 1 0 0,1 0 0 0 0,0 0-1 0 0,0-1 1 0 0,7 11-1 0 0,-7-14-216 0 0,0 0 0 0 0,-1 0 1 0 0,2-1-1 0 0,-1 1 0 0 0,1-1 0 0 0,-1 0 0 0 0,1 0 0 0 0,0-1 0 0 0,6 4 0 0 0,3-2-4472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6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130 184 2132 0 0,'0'-12'4824'0'0,"0"10"-4364"0"0,1 0-1 0 0,-1 0 0 0 0,0 1 1 0 0,0-1-1 0 0,0 0 0 0 0,0 0 1 0 0,0 0-1 0 0,-1 1 1 0 0,1-1-1 0 0,0 0 0 0 0,-1 0 1 0 0,1 1-1 0 0,-1-1 0 0 0,0 0 1 0 0,0 1-1 0 0,-2-5 990 0 0,-5 5 241 0 0,7 1-1626 0 0,1 0 0 0 0,-1 0 0 0 0,0-1 1 0 0,1 1-1 0 0,-1 0 0 0 0,1 0 0 0 0,-1 0 0 0 0,0 0 0 0 0,1 0 1 0 0,-1 0-1 0 0,1 0 0 0 0,-1 0 0 0 0,0 1 0 0 0,1-1 0 0 0,-1 0 1 0 0,1 0-1 0 0,-1 0 0 0 0,1 1 0 0 0,-1-1 0 0 0,1 0 0 0 0,-1 1 1 0 0,1-1-1 0 0,-1 0 0 0 0,1 1 0 0 0,-1-1 0 0 0,1 0 0 0 0,-1 1 1 0 0,1-1-1 0 0,0 1 0 0 0,-1-1 0 0 0,1 1 0 0 0,0-1 0 0 0,-1 1 1 0 0,1-1-1 0 0,0 1 0 0 0,-1 0 0 0 0,0 1-12 0 0,0-1-1 0 0,0 1 0 0 0,1 0 1 0 0,-1-1-1 0 0,0 1 1 0 0,0 0-1 0 0,1-1 1 0 0,-1 1-1 0 0,1 0 0 0 0,0 0 1 0 0,-1 0-1 0 0,1-1 1 0 0,0 1-1 0 0,0 0 1 0 0,0 0-1 0 0,0 0 0 0 0,0-1 1 0 0,1 1-1 0 0,-1 0 1 0 0,0 0-1 0 0,2 2 1 0 0,-1-2-34 0 0,0 0 0 0 0,1-1 0 0 0,-1 1 0 0 0,1-1 0 0 0,-1 1 0 0 0,1-1 0 0 0,0 0 0 0 0,0 0 0 0 0,-1 1 0 0 0,1-1 0 0 0,0 0 0 0 0,0-1 0 0 0,0 1 0 0 0,0 0 0 0 0,0-1 0 0 0,0 1 0 0 0,0-1 0 0 0,0 1 0 0 0,0-1 0 0 0,0 0 0 0 0,3 0 0 0 0,0 0-97 0 0,0 0 0 0 0,0 0 0 0 0,0 0 0 0 0,-1-1 0 0 0,1 0 0 0 0,0 0 0 0 0,0 0 0 0 0,-1 0 0 0 0,1-1 0 0 0,0 0 1 0 0,-1 0-1 0 0,1 0 0 0 0,-1 0 0 0 0,0-1 0 0 0,0 0 0 0 0,0 0 0 0 0,0 0 0 0 0,-1 0 0 0 0,1 0 0 0 0,-1-1 0 0 0,0 0 1 0 0,0 0-1 0 0,0 0 0 0 0,0 0 0 0 0,0 0 0 0 0,-1 0 0 0 0,0-1 0 0 0,0 1 0 0 0,0-1 0 0 0,-1 1 0 0 0,0-1 0 0 0,1 0 0 0 0,-2 0 1 0 0,1 0-1 0 0,0 1 0 0 0,-1-1 0 0 0,0 0 0 0 0,-1-9 0 0 0,1 10 74 0 0,0 0 0 0 0,-1 1 0 0 0,1-1 1 0 0,-1 0-1 0 0,1 0 0 0 0,-1 1 0 0 0,-1-1 0 0 0,1 1 0 0 0,0-1 0 0 0,-1 1 0 0 0,0-1 1 0 0,0 1-1 0 0,0 0 0 0 0,0 0 0 0 0,0 0 0 0 0,-1 0 0 0 0,1 0 0 0 0,-1 0 0 0 0,0 1 1 0 0,1-1-1 0 0,-1 1 0 0 0,-5-3 0 0 0,6 4 42 0 0,0 1 0 0 0,0-1 0 0 0,0 0 0 0 0,0 1 0 0 0,0 0 0 0 0,0-1 0 0 0,0 1 0 0 0,0 0 0 0 0,-1 0 0 0 0,1 0 0 0 0,0 0 0 0 0,0 1 0 0 0,0-1 0 0 0,0 1 0 0 0,0-1 0 0 0,-3 2 0 0 0,-30 16 465 0 0,23-9-394 0 0,1 1 0 0 0,0 0 0 0 0,0 1 0 0 0,1 1 0 0 0,1 0 0 0 0,-1 0 0 0 0,2 0 0 0 0,0 1-1 0 0,1 1 1 0 0,0-1 0 0 0,1 1 0 0 0,0 0 0 0 0,1 1 0 0 0,1-1 0 0 0,0 1 0 0 0,-3 24 0 0 0,7-35-89 0 0,0 0 1 0 0,0 0-1 0 0,0 0 1 0 0,0 0 0 0 0,0 0-1 0 0,1 0 1 0 0,0 0 0 0 0,0 0-1 0 0,0 0 1 0 0,0-1-1 0 0,1 1 1 0 0,-1 0 0 0 0,1-1-1 0 0,0 1 1 0 0,0-1-1 0 0,3 4 1 0 0,-1-2-124 0 0,1 0 1 0 0,-1-1-1 0 0,1 0 1 0 0,0 0-1 0 0,0 0 0 0 0,1-1 1 0 0,-1 1-1 0 0,1-1 1 0 0,7 3-1 0 0,2-1-602 0 0,1 0-1 0 0,-1-1 1 0 0,0 0-1 0 0,1-1 1 0 0,0-1-1 0 0,0-1 1 0 0,20 0-1 0 0,-21-2-649 0 0,-1 0 0 0 0,1-1 0 0 0,-1-1 0 0 0,0 0 1 0 0,22-8-1 0 0,-10 0-2873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7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97 1860 0 0,'9'-85'12173'0'0,"-8"83"-11609"0"0,-1-8 2345 0 0,3 33-1959 0 0,0 0 1 0 0,-2 0-1 0 0,-1 0 1 0 0,-5 43-1 0 0,2-36-544 0 0,-20 187 1094 0 0,23-217-1505 0 0,0 1 0 0 0,0 0 1 0 0,0-1-1 0 0,0 1 0 0 0,0 0 0 0 0,-1-1 0 0 0,1 1 0 0 0,0 0 0 0 0,-1-1 0 0 0,1 1 1 0 0,0 0-1 0 0,-1-1 0 0 0,1 1 0 0 0,-1-1 0 0 0,1 1 0 0 0,-1-1 0 0 0,1 1 0 0 0,-1-1 1 0 0,1 1-1 0 0,-1-1 0 0 0,1 0 0 0 0,-1 1 0 0 0,-1 0 0 0 0,2-1-11 0 0,0 0 0 0 0,-1 0 0 0 0,1 0 0 0 0,-1 0 0 0 0,1 0 0 0 0,-1-1 0 0 0,1 1 0 0 0,-1 0 0 0 0,1 0 0 0 0,0 0 0 0 0,-1 0 0 0 0,1 0 0 0 0,-1-1 0 0 0,1 1 0 0 0,0 0 0 0 0,-1 0-1 0 0,1-1 1 0 0,0 1 0 0 0,-1 0 0 0 0,1 0 0 0 0,0-1 0 0 0,-1 1 0 0 0,1 0 0 0 0,0-1 0 0 0,0 1 0 0 0,-1-1 0 0 0,1 1 0 0 0,0 0 0 0 0,0-1 0 0 0,0 1 0 0 0,-1-1 0 0 0,1 1 0 0 0,0-1 0 0 0,0 1 0 0 0,0 0 0 0 0,0-1 0 0 0,0 1 0 0 0,0-1 0 0 0,0 0-1 0 0,-1-9-149 0 0,0 0-1 0 0,1 0 1 0 0,0 0-1 0 0,0 0 1 0 0,2 0-1 0 0,-1-1 1 0 0,1 1-1 0 0,0 1 1 0 0,5-13-1 0 0,0 2-30 0 0,1 1-1 0 0,0 0 1 0 0,19-30 0 0 0,-18 36 132 0 0,0 1 0 0 0,1 0 0 0 0,19-19 0 0 0,-25 27 48 0 0,1 0 1 0 0,0 0 0 0 0,0 0-1 0 0,0 0 1 0 0,0 1-1 0 0,0 0 1 0 0,1 0 0 0 0,0 1-1 0 0,0-1 1 0 0,-1 1-1 0 0,11-2 1 0 0,-11 4 26 0 0,0 0 0 0 0,-1 0 1 0 0,1 0-1 0 0,0 1 0 0 0,0 0 0 0 0,0 0 1 0 0,0 0-1 0 0,-1 1 0 0 0,1-1 0 0 0,0 1 0 0 0,-1 0 1 0 0,0 1-1 0 0,1-1 0 0 0,-1 1 0 0 0,0 0 1 0 0,0 0-1 0 0,0 0 0 0 0,-1 0 0 0 0,1 1 1 0 0,-1 0-1 0 0,0-1 0 0 0,6 9 0 0 0,2 6 66 0 0,1 1 1 0 0,-2 0-1 0 0,14 35 0 0 0,-23-51-67 0 0,9 21 72 0 0,8 29 0 0 0,-16-45-48 0 0,-1-1-1 0 0,1 1 1 0 0,-1 0-1 0 0,-1-1 1 0 0,0 1-1 0 0,0 0 1 0 0,0 0-1 0 0,-2 10 1 0 0,2-17-27 0 0,0 0-1 0 0,-1 0 1 0 0,1 0 0 0 0,0 0-1 0 0,-1 1 1 0 0,1-1 0 0 0,0 0-1 0 0,-1 0 1 0 0,0 0 0 0 0,1 0 0 0 0,-1 0-1 0 0,1 0 1 0 0,-1 0 0 0 0,0 0-1 0 0,0-1 1 0 0,0 1 0 0 0,1 0-1 0 0,-1 0 1 0 0,0 0 0 0 0,0-1-1 0 0,0 1 1 0 0,0-1 0 0 0,0 1 0 0 0,0-1-1 0 0,0 1 1 0 0,-1-1 0 0 0,1 1-1 0 0,0-1 1 0 0,0 0 0 0 0,0 0-1 0 0,0 1 1 0 0,0-1 0 0 0,-1 0-1 0 0,1 0 1 0 0,-1 0 0 0 0,0-1 2 0 0,-1 1 1 0 0,1-1-1 0 0,0 1 1 0 0,0-1-1 0 0,0 0 0 0 0,0 1 1 0 0,0-1-1 0 0,0 0 1 0 0,0-1-1 0 0,0 1 0 0 0,0 0 1 0 0,1 0-1 0 0,-1-1 1 0 0,0 1-1 0 0,1-1 1 0 0,-3-3-1 0 0,0-1-7 0 0,1 0 1 0 0,0 0-1 0 0,1-1 0 0 0,-1 1 1 0 0,1-1-1 0 0,1 1 0 0 0,-1-1 0 0 0,1 0 1 0 0,0 0-1 0 0,1 0 0 0 0,-1 0 1 0 0,1 0-1 0 0,1 0 0 0 0,-1 0 1 0 0,1 0-1 0 0,3-10 0 0 0,0 1-5 0 0,0 1-1 0 0,2-1 1 0 0,-1 1 0 0 0,2 0-1 0 0,0 1 1 0 0,9-14-1 0 0,-7 14 8 0 0,1 1 0 0 0,0 1 0 0 0,1-1-1 0 0,0 2 1 0 0,19-16 0 0 0,-23 22 24 0 0,1-1 0 0 0,0 1 0 0 0,0 0 0 0 0,0 0 0 0 0,0 1 0 0 0,1 0 0 0 0,-1 1 0 0 0,1 0 0 0 0,0 0 0 0 0,14-2 0 0 0,-19 5 47 0 0,-1-1 1 0 0,1 1 0 0 0,0 0-1 0 0,-1 0 1 0 0,1 0 0 0 0,0 1-1 0 0,-1-1 1 0 0,1 1 0 0 0,0 0-1 0 0,-1 0 1 0 0,1 0 0 0 0,-1 1-1 0 0,0-1 1 0 0,1 1 0 0 0,-1-1 0 0 0,0 1-1 0 0,5 4 1 0 0,-5-3 48 0 0,1 1 1 0 0,-1 0-1 0 0,0 0 1 0 0,0 0-1 0 0,-1 0 1 0 0,1 0-1 0 0,-1 0 1 0 0,0 1-1 0 0,0-1 1 0 0,0 1-1 0 0,1 7 1 0 0,1 9 188 0 0,-1-1 0 0 0,-2 0 1 0 0,0 1-1 0 0,-3 37 0 0 0,2-58-312 0 0,-6 39 97 0 0,-1 9-1665 0 0,6-45 1227 0 0,1 0 0 0 0,0 0 0 0 0,0 1-1 0 0,1-1 1 0 0,-1 0 0 0 0,1 0 0 0 0,-1 0-1 0 0,1 0 1 0 0,0 0 0 0 0,0 0 0 0 0,2 5 0 0 0,0-6-259 0 0,-1 1 1 0 0,1-1 0 0 0,0 1 0 0 0,-1-1 0 0 0,1 0 0 0 0,0 0 0 0 0,0 0 0 0 0,0 0-1 0 0,1-1 1 0 0,-1 1 0 0 0,0-1 0 0 0,1 0 0 0 0,-1 0 0 0 0,1 0 0 0 0,-1 0-1 0 0,1-1 1 0 0,-1 1 0 0 0,1-1 0 0 0,0 0 0 0 0,4 0 0 0 0,8-2-5388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7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133 183 1992 0 0,'1'-2'2687'0'0,"10"-41"11048"0"0,-6 35-11585 0 0,15 17-1058 0 0,-13-5-946 0 0,0-1 0 0 0,0 0 0 0 0,0 0 1 0 0,1-1-1 0 0,9 3 0 0 0,-4-4-74 0 0,0 0 0 0 0,25-2 0 0 0,-37 1-113 0 0,1-1 0 0 0,0 1-1 0 0,-1-1 1 0 0,1 1 0 0 0,0-1 0 0 0,-1 0-1 0 0,1 0 1 0 0,-1 1 0 0 0,1-1-1 0 0,-1 0 1 0 0,1-1 0 0 0,-1 1-1 0 0,0 0 1 0 0,1 0 0 0 0,-1 0-1 0 0,0-1 1 0 0,0 1 0 0 0,0-1 0 0 0,0 1-1 0 0,0-1 1 0 0,-1 1 0 0 0,1-1-1 0 0,0 0 1 0 0,-1 1 0 0 0,1-1-1 0 0,-1 0 1 0 0,1 1 0 0 0,-1-1-1 0 0,0 0 1 0 0,0 0 0 0 0,1 1-1 0 0,-2-3 1 0 0,2-3-99 0 0,-1 0-1 0 0,-1 0 0 0 0,0 0 1 0 0,0 0-1 0 0,0 0 0 0 0,-3-9 1 0 0,3 12 129 0 0,0 1 0 0 0,0 0 0 0 0,-1 0 0 0 0,1-1-1 0 0,-1 1 1 0 0,0 0 0 0 0,0 1 0 0 0,0-1 0 0 0,0 0 0 0 0,0 0 0 0 0,-1 1 0 0 0,1 0 0 0 0,-1-1 0 0 0,0 1 0 0 0,1 0 0 0 0,-1 0 0 0 0,0 0 0 0 0,0 1-1 0 0,0-1 1 0 0,-1 1 0 0 0,1-1 0 0 0,0 1 0 0 0,-1 0 0 0 0,-6-1 0 0 0,6 2 57 0 0,-1 0 0 0 0,0 0 0 0 0,0 0 1 0 0,1 1-1 0 0,-1 0 0 0 0,0 0 0 0 0,1 0 0 0 0,-1 0 0 0 0,1 1 0 0 0,-1-1 0 0 0,1 1 1 0 0,0 0-1 0 0,-1 1 0 0 0,1-1 0 0 0,0 1 0 0 0,1 0 0 0 0,-8 6 0 0 0,-5 8 131 0 0,0 0-1 0 0,1 2 0 0 0,1-1 0 0 0,0 2 1 0 0,2 0-1 0 0,0 0 0 0 0,2 1 0 0 0,0 1 1 0 0,1 0-1 0 0,1 0 0 0 0,1 0 0 0 0,2 1 1 0 0,-6 38-1 0 0,10-56-147 0 0,1 0 1 0 0,0 0 0 0 0,0 0 0 0 0,0-1-1 0 0,1 1 1 0 0,0 0 0 0 0,0 0-1 0 0,0-1 1 0 0,0 1 0 0 0,1 0-1 0 0,0-1 1 0 0,0 1 0 0 0,0-1-1 0 0,0 0 1 0 0,1 1 0 0 0,5 6-1 0 0,-3-6-189 0 0,0 0-1 0 0,0 0 0 0 0,1-1 1 0 0,0 1-1 0 0,0-1 0 0 0,0-1 1 0 0,0 1-1 0 0,1-1 0 0 0,-1 0 1 0 0,12 3-1 0 0,-4-2-596 0 0,0-1 0 0 0,0 0 0 0 0,0-1 0 0 0,1-1-1 0 0,-1 0 1 0 0,1-1 0 0 0,-1 0 0 0 0,0-1 0 0 0,1-1 0 0 0,27-7 0 0 0,-31 6-451 0 0,-1-1 1 0 0,0 0-1 0 0,1-1 0 0 0,-2 0 1 0 0,14-9-1 0 0,-2-3-2974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8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0 116 256 0 0,'21'-91'12259'0'0,"-16"66"-8537"0"0,5 62-912 0 0,-8 1-1565 0 0,-1 1-1 0 0,-2 0 1 0 0,-9 54-1 0 0,6-61-832 0 0,-2 6-58 0 0,3-24-179 0 0,1 0-1 0 0,0 20 1 0 0,-1-36-432 0 0,3 2 247 0 0,0 0 0 0 0,0 0 1 0 0,-1 0-1 0 0,1 0 0 0 0,0 0 0 0 0,0 0 0 0 0,0 0 0 0 0,-1 0 0 0 0,1 0 0 0 0,0 0 1 0 0,0 0-1 0 0,0 0 0 0 0,0 0 0 0 0,0-1 0 0 0,-1 1 0 0 0,1 0 0 0 0,0 0 0 0 0,0 0 1 0 0,0 0-1 0 0,0 0 0 0 0,0-1 0 0 0,0 1 0 0 0,-1 0 0 0 0,1 0 0 0 0,0 0 1 0 0,0 0-1 0 0,0 0 0 0 0,0-1 0 0 0,0 1 0 0 0,0 0 0 0 0,0 0 0 0 0,0 0 0 0 0,0-1 1 0 0,0 1-1 0 0,0 0 0 0 0,0 0 0 0 0,0 0 0 0 0,0 0 0 0 0,0-1 0 0 0,0 1 0 0 0,0 0 1 0 0,3-16-294 0 0,0 1 0 0 0,2 0 1 0 0,-1 0-1 0 0,2 0 1 0 0,0 0-1 0 0,1 1 0 0 0,8-15 1 0 0,1 3 15 0 0,1 1-1 0 0,37-41 1 0 0,-37 47 162 0 0,26-22 0 0 0,-37 36 113 0 0,-1 1 0 0 0,1 0 0 0 0,-1 0 0 0 0,1 1 0 0 0,0-1 0 0 0,0 2 0 0 0,1-1 0 0 0,-1 0 0 0 0,1 1 0 0 0,6-1 0 0 0,-9 2 44 0 0,-1 1-1 0 0,1 0 0 0 0,-1 1 0 0 0,1-1 1 0 0,-1 0-1 0 0,1 1 0 0 0,-1 0 0 0 0,1 0 1 0 0,-1 0-1 0 0,0 0 0 0 0,1 1 1 0 0,-1-1-1 0 0,0 1 0 0 0,0 0 0 0 0,0 0 1 0 0,0 0-1 0 0,0 0 0 0 0,-1 0 1 0 0,1 1-1 0 0,-1-1 0 0 0,1 1 0 0 0,-1-1 1 0 0,0 1-1 0 0,0 0 0 0 0,0 0 0 0 0,2 4 1 0 0,3 6 174 0 0,-1 1 0 0 0,0 0 0 0 0,-1 0 1 0 0,6 23-1 0 0,-6-13 22 0 0,-1 0 1 0 0,0 0-1 0 0,-2 0 1 0 0,-2 29-1 0 0,-11 93-2766 0 0,12-137-262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8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1 214 1456 0 0,'58'-213'22352'0'0,"-57"225"-21104"0"0,-2 19-56 0 0,-9 60 906 0 0,-19 256 431 0 0,18-151-3137 0 0,10-176-345 0 0,0-2-331 0 0,1 1-1 0 0,0-1 1 0 0,4 26 0 0 0,-3-38 495 0 0,1 0-1 0 0,-1-1 1 0 0,1 1 0 0 0,0-1-1 0 0,1 0 1 0 0,3 7 0 0 0,-4-9-153 0 0,0 1 0 0 0,1-1 1 0 0,-1 0-1 0 0,1 0 1 0 0,0 0-1 0 0,0 0 0 0 0,0 0 1 0 0,1-1-1 0 0,6 4 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8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463 105 2652 0 0,'1'-2'372'0'0,"15"-44"9707"0"0,-15 44-9630 0 0,0-1 1 0 0,-1 0-1 0 0,0 0 1 0 0,0 0-1 0 0,0 1 1 0 0,0-1-1 0 0,0 0 0 0 0,0 0 1 0 0,-1 0-1 0 0,1 1 1 0 0,-1-1-1 0 0,0 0 1 0 0,-2-4-1 0 0,3 5-369 0 0,-1 1 1 0 0,0 0-1 0 0,0 0 0 0 0,0 1 0 0 0,0-1 1 0 0,0 0-1 0 0,0 0 0 0 0,-1 0 0 0 0,1 1 1 0 0,0-1-1 0 0,0 1 0 0 0,0-1 0 0 0,-1 1 1 0 0,1-1-1 0 0,0 1 0 0 0,-1 0 1 0 0,1-1-1 0 0,0 1 0 0 0,-3 0 0 0 0,-29 0 593 0 0,27 1-630 0 0,0 1 0 0 0,0-1 0 0 0,1 1 1 0 0,-1 0-1 0 0,0 0 0 0 0,1 1 1 0 0,-1 0-1 0 0,1 0 0 0 0,0 0 0 0 0,-9 7 1 0 0,12-9-38 0 0,1 1 1 0 0,-1-1-1 0 0,0 1 0 0 0,1-1 1 0 0,-1 1-1 0 0,1 0 1 0 0,-1 0-1 0 0,1 0 0 0 0,0-1 1 0 0,0 1-1 0 0,0 1 1 0 0,0-1-1 0 0,0 0 0 0 0,0 0 1 0 0,0 0-1 0 0,1 0 1 0 0,-1 1-1 0 0,1-1 1 0 0,0 0-1 0 0,-1 0 0 0 0,1 1 1 0 0,0-1-1 0 0,0 0 1 0 0,1 1-1 0 0,-1-1 0 0 0,0 0 1 0 0,1 0-1 0 0,0 1 1 0 0,-1-1-1 0 0,1 0 0 0 0,0 0 1 0 0,0 0-1 0 0,1 3 1 0 0,3 2 7 0 0,1 0 1 0 0,-1 0-1 0 0,1-1 1 0 0,0 1-1 0 0,1-1 1 0 0,14 10-1 0 0,50 29 30 0 0,-24-17 26 0 0,-38-22-22 0 0,-4-3 82 0 0,-1 0 0 0 0,1 0 0 0 0,-1 0 0 0 0,0 1 0 0 0,0 0 1 0 0,0 0-1 0 0,4 4 0 0 0,-8-7-73 0 0,1 0 1 0 0,-1 0-1 0 0,0 0 0 0 0,1 0 1 0 0,-1 0-1 0 0,0 0 1 0 0,0 0-1 0 0,1 0 0 0 0,-1 0 1 0 0,0 0-1 0 0,0 0 1 0 0,0 0-1 0 0,0 0 0 0 0,0 0 1 0 0,0 0-1 0 0,0 0 1 0 0,-1 0-1 0 0,1 0 0 0 0,0 0 1 0 0,-1 0-1 0 0,1 0 0 0 0,0-1 1 0 0,-1 1-1 0 0,1 0 1 0 0,-1 0-1 0 0,0 0 0 0 0,1 0 1 0 0,-1 0-1 0 0,1-1 1 0 0,-1 1-1 0 0,0 0 0 0 0,0-1 1 0 0,0 1-1 0 0,1 0 1 0 0,-3 0-1 0 0,-1 2 58 0 0,0 0 1 0 0,-1 0-1 0 0,0 0 0 0 0,-9 3 1 0 0,-8 1-135 0 0,0 0 1 0 0,0-2-1 0 0,-1-1 1 0 0,0-1-1 0 0,0 0 1 0 0,0-2 0 0 0,0-1-1 0 0,-40-4 1 0 0,40 0-925 0 0,1 0 1 0 0,-1-1-1 0 0,-31-12 1 0 0,38 10-540 0 0,0 0 0 0 0,0 0 1 0 0,1-2-1 0 0,0 0 0 0 0,-13-11 0 0 0,9 3-3004 0 0,-1-3-2111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39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11 2180 0 0,'-15'-3'2472'0'0,"5"1"-303"0"0,0 0 0 0 0,-1 0-1 0 0,1 1 1 0 0,-19 1 0 0 0,36 4-887 0 0,10 0-936 0 0,-1-1 0 0 0,1-1 0 0 0,23 1 0 0 0,6 0-98 0 0,92 12 112 0 0,108 11-1355 0 0,-84-17-3795 0 0,-105-10-968 0 0,-31-1 935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40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145 226 3044 0 0,'-2'-36'8797'0'0,"1"25"-7048"0"0,0 1 0 0 0,-1-1 0 0 0,-4-11-1 0 0,6 20-1341 0 0,-3 4-372 0 0,1 0 0 0 0,0 0 0 0 0,-1-1 0 0 0,1 1 0 0 0,0 1 0 0 0,0-1 0 0 0,0 0 0 0 0,1 0 0 0 0,-1 1 0 0 0,1-1 0 0 0,-1 1 0 0 0,1-1 0 0 0,-2 5 0 0 0,-2 1 32 0 0,-14 25 64 0 0,-25 54 0 0 0,36-69-124 0 0,1 0 1 0 0,2 1-1 0 0,-1-1 0 0 0,-4 39 1 0 0,10-52 3 0 0,-1-1 0 0 0,1 1 1 0 0,0-1-1 0 0,1 0 0 0 0,-1 1 1 0 0,1-1-1 0 0,0 0 0 0 0,0 1 1 0 0,0-1-1 0 0,0 0 0 0 0,1 0 1 0 0,0 0-1 0 0,0 0 1 0 0,0 0-1 0 0,0 0 0 0 0,5 5 1 0 0,-2-4-3 0 0,-1 0 1 0 0,1-1-1 0 0,0 0 1 0 0,1 0-1 0 0,-1 0 1 0 0,1-1-1 0 0,-1 1 1 0 0,1-1-1 0 0,0-1 1 0 0,9 4 0 0 0,-3-3 8 0 0,1 1 1 0 0,0-2 0 0 0,0 0 0 0 0,0 0 0 0 0,0-1 0 0 0,0-1 0 0 0,0 0 0 0 0,0-1 0 0 0,0 0 0 0 0,25-6 0 0 0,-31 5-11 0 0,-1 0-1 0 0,0-1 1 0 0,0 1-1 0 0,0-1 1 0 0,0-1 0 0 0,0 1-1 0 0,0-1 1 0 0,-1 0-1 0 0,0 0 1 0 0,1-1-1 0 0,-2 1 1 0 0,1-1-1 0 0,0 0 1 0 0,-1 0-1 0 0,0-1 1 0 0,4-8 0 0 0,-3 6-10 0 0,-2-1 0 0 0,1 0 0 0 0,-1 0 0 0 0,0-1 0 0 0,-1 1 0 0 0,0 0 1 0 0,-1-1-1 0 0,0 0 0 0 0,0 1 0 0 0,-1-1 0 0 0,-1-10 0 0 0,0 4-14 0 0,-1 0 0 0 0,-1-1 0 0 0,0 1 0 0 0,-1 1-1 0 0,-1-1 1 0 0,-1 0 0 0 0,0 1 0 0 0,0 0 0 0 0,-10-14 0 0 0,14 25 5 0 0,-1-1 0 0 0,0 1 0 0 0,0 0 0 0 0,-1 0 0 0 0,1 0 1 0 0,-1 0-1 0 0,0 1 0 0 0,0-1 0 0 0,0 1 0 0 0,0 0 0 0 0,-1 0 1 0 0,1 1-1 0 0,-1-1 0 0 0,1 1 0 0 0,-1 0 0 0 0,0 0 0 0 0,0 0 0 0 0,0 1 1 0 0,0 0-1 0 0,0 0 0 0 0,-1 0 0 0 0,1 1 0 0 0,0 0 0 0 0,0-1 0 0 0,-1 2 1 0 0,1-1-1 0 0,0 1 0 0 0,0 0 0 0 0,0 0 0 0 0,0 0 0 0 0,-8 4 1 0 0,8-4 1 0 0,1 1 1 0 0,0 0 0 0 0,0 0 0 0 0,0 0 0 0 0,1 0 0 0 0,-1 1-1 0 0,1 0 1 0 0,-1 0 0 0 0,1 0 0 0 0,0 0 0 0 0,0 0 0 0 0,0 1-1 0 0,0-1 1 0 0,1 1 0 0 0,-1-1 0 0 0,1 1 0 0 0,-2 5 0 0 0,3-6 7 0 0,0-1 0 0 0,0 1 0 0 0,1-1 0 0 0,-1 1 0 0 0,1 0 0 0 0,-1 0 0 0 0,1-1 0 0 0,0 1 0 0 0,0 0 1 0 0,0 0-1 0 0,1-1 0 0 0,-1 1 0 0 0,1 0 0 0 0,-1-1 0 0 0,1 1 0 0 0,0 0 0 0 0,0-1 0 0 0,0 1 0 0 0,1-1 0 0 0,-1 0 1 0 0,0 1-1 0 0,1-1 0 0 0,-1 0 0 0 0,1 0 0 0 0,0 0 0 0 0,0 0 0 0 0,0 0 0 0 0,4 3 0 0 0,4 2-4 0 0,-1-1 0 0 0,2 0-1 0 0,-1-1 1 0 0,0 0 0 0 0,1-1-1 0 0,0 0 1 0 0,0-1 0 0 0,1 0-1 0 0,-1 0 1 0 0,0-1 0 0 0,1-1-1 0 0,14 1 1 0 0,14-2-76 0 0,0-1 1 0 0,46-8-1 0 0,-68 6 47 0 0,-1 0-1 0 0,1-1 0 0 0,-1-1 0 0 0,0 0 0 0 0,0-1 0 0 0,-1-1 0 0 0,31-18 0 0 0,-36 18 31 0 0,1-1-1 0 0,-2-1 0 0 0,1 0 1 0 0,-1 0-1 0 0,0-1 0 0 0,-1-1 1 0 0,0 1-1 0 0,-1-2 0 0 0,0 1 0 0 0,10-21 1 0 0,29-83 963 0 0,-46 113-871 0 0,-49 579 4262 0 0,14-281-3255 0 0,22-149-827 0 0,-13 125 275 0 0,23-257-513 0 0,0 0 0 0 0,-1-1 0 0 0,-1 1 0 0 0,0-1-1 0 0,-1 1 1 0 0,-1-1 0 0 0,0-1 0 0 0,-1 1 0 0 0,0-1 0 0 0,-11 14 0 0 0,14-21-30 0 0,-1 0 1 0 0,-1 0 0 0 0,1-1 0 0 0,-1 0 0 0 0,0 0 0 0 0,0 0 0 0 0,0 0-1 0 0,-1-1 1 0 0,0 0 0 0 0,1-1 0 0 0,-2 1 0 0 0,1-1 0 0 0,0-1 0 0 0,0 1-1 0 0,-1-1 1 0 0,0-1 0 0 0,1 1 0 0 0,-1-1 0 0 0,0-1 0 0 0,1 1 0 0 0,-9-2-1 0 0,11 1-4 0 0,1 0-1 0 0,0 0 0 0 0,0-1 0 0 0,0 0 1 0 0,0 0-1 0 0,0 0 0 0 0,0-1 0 0 0,1 1 0 0 0,-1-1 1 0 0,0 0-1 0 0,1 0 0 0 0,-1 0 0 0 0,1 0 0 0 0,-1-1 1 0 0,1 1-1 0 0,-5-6 0 0 0,4 3-15 0 0,1 1 0 0 0,0-1 0 0 0,0-1 0 0 0,0 1-1 0 0,0 0 1 0 0,1 0 0 0 0,0-1 0 0 0,0 0 0 0 0,0 1 0 0 0,-1-10 0 0 0,1 0-32 0 0,1 0 0 0 0,1-1 0 0 0,0 1-1 0 0,1 0 1 0 0,0 0 0 0 0,1 0 0 0 0,1 0 0 0 0,5-17 0 0 0,3 3-69 0 0,1 1 0 0 0,1 0 0 0 0,1 0 0 0 0,1 2 0 0 0,2 0 0 0 0,1 0 0 0 0,0 2 0 0 0,25-24 0 0 0,3 1-1104 0 0,2 3-1 0 0,94-68 1 0 0,22 8-6095 0 0,-122 79 2337 0 0,-10 4-1812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40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48 764 0 0,'-63'-47'15703'0'0,"62"47"-15631"0"0,-1 0 0 0 0,0 1 0 0 0,1-1 0 0 0,-1 1 0 0 0,0 0 0 0 0,1-1 0 0 0,-1 1 0 0 0,1 0 0 0 0,-1 0 0 0 0,1 0 0 0 0,-1 0 0 0 0,1 0 0 0 0,0 0 0 0 0,-1 0 0 0 0,1 1 0 0 0,0-1 0 0 0,0 0 0 0 0,0 1 0 0 0,-1 2 0 0 0,-18 34 669 0 0,15-29-569 0 0,-16 38 200 0 0,2 1-1 0 0,3 1 0 0 0,-19 85 1 0 0,34-128-332 0 0,0 0 0 0 0,0 0 0 0 0,1 0 0 0 0,0 0 0 0 0,0 0 0 0 0,0 0 0 0 0,1 0 0 0 0,-1 1 0 0 0,2-1 0 0 0,-1 0 0 0 0,3 5 0 0 0,-3-7-16 0 0,0-1 1 0 0,1 0-1 0 0,0 0 0 0 0,-1 0 1 0 0,1-1-1 0 0,0 1 0 0 0,1 0 0 0 0,-1-1 1 0 0,0 0-1 0 0,1 1 0 0 0,-1-1 1 0 0,1 0-1 0 0,0 0 0 0 0,0 0 1 0 0,0 0-1 0 0,0-1 0 0 0,0 1 0 0 0,0-1 1 0 0,0 0-1 0 0,0 0 0 0 0,5 1 1 0 0,0 0-2 0 0,0-1 0 0 0,0 0 0 0 0,1-1 0 0 0,-1 1 0 0 0,0-1 0 0 0,1-1 0 0 0,-1 0 0 0 0,0 0 0 0 0,0 0 0 0 0,0-1 0 0 0,0-1 0 0 0,0 1 0 0 0,0-1 0 0 0,-1 0 1 0 0,15-9-1 0 0,-16 8-17 0 0,0 0 1 0 0,0-1-1 0 0,-1 0 1 0 0,0 0-1 0 0,0 0 1 0 0,0 0-1 0 0,0-1 1 0 0,-1 0 0 0 0,0 0-1 0 0,0 0 1 0 0,-1 0-1 0 0,1-1 1 0 0,-2 1-1 0 0,1-1 1 0 0,-1 0-1 0 0,0 0 1 0 0,0 0-1 0 0,1-13 1 0 0,-1 5-2 0 0,-1 0 1 0 0,-1 1-1 0 0,-1-1 0 0 0,0 0 1 0 0,0 0-1 0 0,-2 0 1 0 0,0 1-1 0 0,-9-27 0 0 0,10 36-9 0 0,0 0 1 0 0,0 0-1 0 0,-1 0 0 0 0,1 0 0 0 0,-1 0 1 0 0,0 0-1 0 0,-1 1 0 0 0,1 0 0 0 0,-1 0 1 0 0,0 0-1 0 0,0 0 0 0 0,0 0 0 0 0,0 1 0 0 0,-1 0 1 0 0,0 0-1 0 0,1 0 0 0 0,-1 0 0 0 0,0 1 1 0 0,0 0-1 0 0,-1 0 0 0 0,1 0 0 0 0,0 0 1 0 0,-1 1-1 0 0,1 0 0 0 0,0 0 0 0 0,-1 1 0 0 0,-5-1 1 0 0,2 2-59 0 0,0 1 0 0 0,0 0 0 0 0,0 0 0 0 0,1 0 0 0 0,-1 1 0 0 0,1 0 0 0 0,0 1 0 0 0,0 0 0 0 0,0 0 0 0 0,0 1 0 0 0,1 0 0 0 0,-1 0 0 0 0,1 1 0 0 0,1 0 0 0 0,-1 0 0 0 0,1 0 0 0 0,0 1 0 0 0,-5 8 0 0 0,7-10-243 0 0,0 0 0 0 0,1 1-1 0 0,0 0 1 0 0,0-1-1 0 0,0 1 1 0 0,1 1 0 0 0,0-1-1 0 0,0 0 1 0 0,0 0-1 0 0,1 1 1 0 0,-1 8 0 0 0,2-10-194 0 0,0-1 0 0 0,1 1 0 0 0,-1-1 0 0 0,1 1 0 0 0,0-1 0 0 0,0 1 0 0 0,0-1 1 0 0,1 1-1 0 0,-1-1 0 0 0,1 0 0 0 0,0 0 0 0 0,0 0 0 0 0,1 0 0 0 0,-1 0 0 0 0,1-1 0 0 0,0 1 1 0 0,5 4-1 0 0,5 3-5032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41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1576 0 0,'2'-21'3729'0'0,"-2"14"-2575"0"0,0 1-1 0 0,1 0 1 0 0,0-1 0 0 0,0 1-1 0 0,1 0 1 0 0,-1 0-1 0 0,4-8 1 0 0,-4 13-801 0 0,11 15 903 0 0,-6 0-716 0 0,-2 1 0 0 0,1-1 1 0 0,-2 1-1 0 0,4 27 0 0 0,0 63 588 0 0,-8-60-701 0 0,-12 83 1 0 0,4-53 150 0 0,3-59-278 0 0,6-16-296 0 0,0 1 0 0 0,0-1 0 0 0,0 0 0 0 0,-1 0 0 0 0,1 0 0 0 0,0 0 0 0 0,0 0 0 0 0,0 0 0 0 0,-1 1 0 0 0,1-1 0 0 0,0 0 0 0 0,0 0 0 0 0,-1 0 0 0 0,1 0 0 0 0,0 0 0 0 0,0 0 0 0 0,-1 0 0 0 0,1 0 0 0 0,0 0-1 0 0,0 0 1 0 0,-1 0 0 0 0,1 0 0 0 0,0 0 0 0 0,0-1 0 0 0,0 1 0 0 0,-1 0 0 0 0,1 0 0 0 0,0 0 0 0 0,0 0 0 0 0,0 0 0 0 0,-1 0 0 0 0,1 0 0 0 0,0-1 0 0 0,0 1 0 0 0,-1 0 0 0 0,0-1-1 0 0,0-1 1 0 0,0 1-1 0 0,0-1 0 0 0,0 1 1 0 0,0 0-1 0 0,0-1 0 0 0,1 0 0 0 0,-1 1 1 0 0,0-1-1 0 0,1 1 0 0 0,-1-1 0 0 0,1 0 1 0 0,-1-2-1 0 0,1-14-39 0 0,0-1 1 0 0,1 0-1 0 0,0 1 0 0 0,2-1 0 0 0,1 1 1 0 0,0 0-1 0 0,1-1 0 0 0,0 2 0 0 0,2-1 1 0 0,16-30-1 0 0,-16 34 17 0 0,1 0 1 0 0,1 1 0 0 0,0 0-1 0 0,1 1 1 0 0,0 0-1 0 0,0 0 1 0 0,2 1 0 0 0,-1 1-1 0 0,1 0 1 0 0,1 0-1 0 0,0 2 1 0 0,0-1 0 0 0,19-8-1 0 0,-27 15 10 0 0,0 0 0 0 0,-1 1-1 0 0,1-1 1 0 0,0 1 0 0 0,0 0-1 0 0,0 0 1 0 0,0 1 0 0 0,0 0 0 0 0,0 0-1 0 0,1 0 1 0 0,-1 0 0 0 0,0 1-1 0 0,0-1 1 0 0,8 4 0 0 0,-9-3 13 0 0,-1 1 0 0 0,1 0 0 0 0,0 0 1 0 0,-1 0-1 0 0,1 0 0 0 0,-1 0 0 0 0,1 1 1 0 0,-1 0-1 0 0,0 0 0 0 0,0 0 0 0 0,-1 0 0 0 0,1 0 1 0 0,0 0-1 0 0,-1 1 0 0 0,0-1 0 0 0,0 1 0 0 0,0 0 1 0 0,2 5-1 0 0,1 4 55 0 0,-1 1 1 0 0,-1 1-1 0 0,0-1 1 0 0,0 0 0 0 0,-1 1-1 0 0,-1 25 1 0 0,-11 87 170 0 0,5-79-212 0 0,4-47-16 0 0,1 0 1 0 0,0 1-1 0 0,0-1 1 0 0,-1 0-1 0 0,1 1 1 0 0,0-1-1 0 0,0 0 0 0 0,1 1 1 0 0,-1-1-1 0 0,0 1 1 0 0,0-1-1 0 0,1 0 1 0 0,-1 0-1 0 0,0 1 1 0 0,1-1-1 0 0,0 0 1 0 0,-1 0-1 0 0,1 1 1 0 0,0-1-1 0 0,-1 0 1 0 0,1 0-1 0 0,0 0 1 0 0,0 0-1 0 0,0 0 1 0 0,0 0-1 0 0,1 1 1 0 0,0-1-2 0 0,0-1 0 0 0,0 1 0 0 0,0-1 1 0 0,1 0-1 0 0,-1 1 0 0 0,0-1 0 0 0,0 0 1 0 0,0 0-1 0 0,0 0 0 0 0,0 0 1 0 0,0-1-1 0 0,0 1 0 0 0,0-1 0 0 0,0 1 1 0 0,2-2-1 0 0,7-2-31 0 0,-1 0 0 0 0,1-1 0 0 0,-1 0 0 0 0,0-1-1 0 0,9-7 1 0 0,5-7-66 0 0,-1-1-1 0 0,-1-1 1 0 0,0 0 0 0 0,-2-2-1 0 0,-1-1 1 0 0,-1 0-1 0 0,-1-1 1 0 0,-1-1-1 0 0,-1 0 1 0 0,18-51 0 0 0,-31 74 90 0 0,-1 1 1 0 0,0-1 0 0 0,0 0 0 0 0,0 1-1 0 0,0-1 1 0 0,0 0 0 0 0,-1 0 0 0 0,0 0 0 0 0,0 0-1 0 0,0 0 1 0 0,0 0 0 0 0,-1 1 0 0 0,1-1 0 0 0,-1 0-1 0 0,0 0 1 0 0,-2-4 0 0 0,3 7 4 0 0,-1 1 0 0 0,0-1 1 0 0,1 1-1 0 0,-1-1 0 0 0,1 1 0 0 0,-1-1 1 0 0,1 1-1 0 0,-1 0 0 0 0,0-1 0 0 0,1 1 1 0 0,-1 0-1 0 0,0 0 0 0 0,1-1 0 0 0,-1 1 0 0 0,0 0 1 0 0,0 0-1 0 0,1 0 0 0 0,-1 0 0 0 0,0 0 1 0 0,0 0-1 0 0,1 0 0 0 0,-1 0 0 0 0,0 0 1 0 0,1 0-1 0 0,-1 1 0 0 0,0-1 0 0 0,1 0 1 0 0,-1 0-1 0 0,0 1 0 0 0,1-1 0 0 0,-2 1 0 0 0,-20 13 41 0 0,10-2 4 0 0,-1 2 0 0 0,2-1 0 0 0,0 2 0 0 0,1-1 0 0 0,0 1 0 0 0,1 1 0 0 0,1 0-1 0 0,0 0 1 0 0,1 1 0 0 0,1 0 0 0 0,1 0 0 0 0,-5 23 0 0 0,10-36-23 0 0,-1 0 0 0 0,1 1 0 0 0,0-1 0 0 0,0 0 0 0 0,0 0 0 0 0,0 1 1 0 0,1-1-1 0 0,0 0 0 0 0,-1 0 0 0 0,2 0 0 0 0,-1 0 0 0 0,0 0 0 0 0,1 0 0 0 0,0 0 0 0 0,3 6 0 0 0,-1-5-22 0 0,0-1-1 0 0,0 1 0 0 0,0-1 0 0 0,0 0 1 0 0,1 0-1 0 0,-1 0 0 0 0,1-1 1 0 0,0 0-1 0 0,11 6 0 0 0,3-2-519 0 0,1 0 0 0 0,0 0 1 0 0,0-2-1 0 0,0-1 0 0 0,26 3 0 0 0,-22-5-1496 0 0,0-1 1 0 0,1-1-1 0 0,-1-1 0 0 0,33-6 0 0 0,-13 1-3882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42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80 1184 0 0,'-2'-16'6141'0'0,"-12"-47"4094"0"0,12 63-10169 0 0,0 0 0 0 0,-1 1 0 0 0,1-1 0 0 0,0 1 0 0 0,-1 0-1 0 0,1 0 1 0 0,0 0 0 0 0,0 0 0 0 0,0 0 0 0 0,0 0 0 0 0,0 0-1 0 0,0 1 1 0 0,0-1 0 0 0,0 1 0 0 0,1 0 0 0 0,-3 1 0 0 0,-25 36 699 0 0,19-25-565 0 0,4-6-96 0 0,-98 143 1029 0 0,95-135-1079 0 0,0 1 0 0 0,1 0 0 0 0,1 0 0 0 0,1 1 0 0 0,0-1 0 0 0,1 2 1 0 0,-4 31-1 0 0,9-46-50 0 0,0 1 0 0 0,0 0 0 0 0,0-1 0 0 0,0 1 0 0 0,1 0 0 0 0,0-1 0 0 0,0 1 0 0 0,0-1 0 0 0,0 1 0 0 0,1-1 0 0 0,-1 0 0 0 0,1 0 0 0 0,1 1 0 0 0,-1-1 0 0 0,4 4 0 0 0,-2-2-95 0 0,1-1 1 0 0,0 0 0 0 0,0 0 0 0 0,1-1-1 0 0,-1 1 1 0 0,1-1 0 0 0,0 0-1 0 0,0-1 1 0 0,9 4 0 0 0,-2-1-256 0 0,0-1 0 0 0,1-1 0 0 0,0 0-1 0 0,0-1 1 0 0,0-1 0 0 0,0 0 0 0 0,0-1 0 0 0,0 0 0 0 0,21-2 0 0 0,-24 0 139 0 0,-1-1 0 0 0,1 0 0 0 0,-1-1 0 0 0,0 0 0 0 0,0-1 0 0 0,0 0 0 0 0,0 0-1 0 0,0-1 1 0 0,-1 0 0 0 0,0-1 0 0 0,0 0 0 0 0,-1 0 0 0 0,0-1 0 0 0,10-10 0 0 0,-7 5 207 0 0,-2 1 0 0 0,0-1 0 0 0,0-1-1 0 0,-1 0 1 0 0,-1 0 0 0 0,0-1 0 0 0,-1 0 0 0 0,0 0-1 0 0,5-22 1 0 0,-4 7 1146 0 0,-1-1 0 0 0,-1 0 1 0 0,1-55-1 0 0,-6 85-1135 0 0,0 0 0 0 0,0-1 0 0 0,0 1 0 0 0,0 0 0 0 0,0-1 0 0 0,0 1 0 0 0,0 0 0 0 0,0 0 0 0 0,0-1 0 0 0,-1 1 0 0 0,1 0 1 0 0,0-1-1 0 0,0 1 0 0 0,0 0 0 0 0,0 0 0 0 0,0-1 0 0 0,-1 1 0 0 0,1 0 0 0 0,0 0 0 0 0,0 0 0 0 0,-1-1 0 0 0,1 1 0 0 0,0 0 0 0 0,0 0 0 0 0,0 0 1 0 0,-1 0-1 0 0,1-1 0 0 0,0 1 0 0 0,-1 0 0 0 0,1 0 0 0 0,0 0 0 0 0,0 0 0 0 0,-1 0 0 0 0,1 0 0 0 0,0 0 0 0 0,-1 0 0 0 0,1 0 0 0 0,0 0 1 0 0,-1 0-1 0 0,1 0 0 0 0,0 0 0 0 0,0 0 0 0 0,-1 0 0 0 0,1 0 0 0 0,0 0 0 0 0,-1 0 0 0 0,1 1 0 0 0,0-1 0 0 0,0 0 0 0 0,-1 0 0 0 0,1 0 0 0 0,0 0 1 0 0,0 1-1 0 0,-1-1 0 0 0,1 0 0 0 0,0 0 0 0 0,0 1 0 0 0,-15 9 293 0 0,9 0-229 0 0,0 0 0 0 0,0 0 0 0 0,1 0 0 0 0,0 0 0 0 0,0 1 0 0 0,2 0 0 0 0,-1 0 0 0 0,1 0 0 0 0,1 0 0 0 0,0 0 0 0 0,0 1 1 0 0,1-1-1 0 0,1 1 0 0 0,0-1 0 0 0,1 0 0 0 0,0 1 0 0 0,0-1 0 0 0,4 14 0 0 0,-3-20-54 0 0,0 0-1 0 0,1 0 1 0 0,-1 0-1 0 0,1 0 1 0 0,0-1 0 0 0,0 1-1 0 0,0-1 1 0 0,1 0 0 0 0,0 0-1 0 0,0 0 1 0 0,0 0 0 0 0,6 4-1 0 0,-3-3 0 0 0,1 0-1 0 0,0-1 0 0 0,1 1 1 0 0,-1-2-1 0 0,1 1 0 0 0,17 3 1 0 0,-12-3-7 0 0,0-2-1 0 0,0 0 1 0 0,0-1 0 0 0,1 0 0 0 0,-1-1 0 0 0,1-1 0 0 0,-1 0 0 0 0,0-1 0 0 0,20-5 0 0 0,-27 5-13 0 0,0-1-1 0 0,1-1 1 0 0,-2 1 0 0 0,1-1 0 0 0,0 0 0 0 0,-1-1 0 0 0,1 0 0 0 0,-1 0 0 0 0,-1 0 0 0 0,1 0 0 0 0,-1-1 0 0 0,0 0 0 0 0,0 0-1 0 0,0-1 1 0 0,-1 1 0 0 0,0-1 0 0 0,-1 0 0 0 0,1 0 0 0 0,-1 0 0 0 0,0-1 0 0 0,-1 1 0 0 0,0-1 0 0 0,2-12 0 0 0,-2 8-7 0 0,-1 1 0 0 0,0 0 0 0 0,0-1 0 0 0,-1 1 0 0 0,0-1 0 0 0,-1 1 0 0 0,-1-1 0 0 0,0 1 0 0 0,0 0 0 0 0,-1 0 0 0 0,0 0 0 0 0,-1 0 0 0 0,-1 1 0 0 0,1-1 0 0 0,-11-16 0 0 0,11 23 4 0 0,1 1 1 0 0,-1-1 0 0 0,0 0-1 0 0,0 1 1 0 0,0 0-1 0 0,0 0 1 0 0,0 0 0 0 0,-1 0-1 0 0,1 1 1 0 0,-1 0 0 0 0,0 0-1 0 0,1 0 1 0 0,-1 1-1 0 0,0-1 1 0 0,0 1 0 0 0,0 0-1 0 0,0 0 1 0 0,-1 1 0 0 0,1 0-1 0 0,0 0 1 0 0,0 0-1 0 0,0 0 1 0 0,0 1 0 0 0,0 0-1 0 0,-6 1 1 0 0,2 0-74 0 0,0 0 0 0 0,1 1 0 0 0,-1 0 0 0 0,1 1-1 0 0,-1-1 1 0 0,1 2 0 0 0,0-1 0 0 0,0 1 0 0 0,1 0 0 0 0,-1 1 0 0 0,1-1-1 0 0,1 2 1 0 0,-11 10 0 0 0,16-15-60 0 0,-1 0 0 0 0,1 0 0 0 0,-1 0 0 0 0,1 0 0 0 0,0 1 1 0 0,0-1-1 0 0,0 0 0 0 0,0 1 0 0 0,0-1 0 0 0,1 0 0 0 0,-1 1 0 0 0,1-1 0 0 0,0 1 0 0 0,-1-1 0 0 0,1 1 0 0 0,0-1 0 0 0,1 1 0 0 0,-1-1 0 0 0,0 1 0 0 0,1-1 0 0 0,-1 1 1 0 0,1-1-1 0 0,0 1 0 0 0,0-1 0 0 0,1 4 0 0 0,0-3-357 0 0,0-1 0 0 0,0 1 0 0 0,0 0 0 0 0,0-1 0 0 0,0 1 0 0 0,1-1 1 0 0,-1 0-1 0 0,1 0 0 0 0,0 0 0 0 0,0 0 0 0 0,-1 0 0 0 0,1 0 0 0 0,0-1 0 0 0,0 1 1 0 0,1-1-1 0 0,-1 0 0 0 0,0 0 0 0 0,6 1 0 0 0,6 0-4359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43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0 199 2572 0 0,'56'-172'15288'0'0,"-53"162"-14345"0"0,1-4-378 0 0,-4 14-545 0 0,1 0 0 0 0,-1-1 1 0 0,0 1-1 0 0,0 0 0 0 0,0 0 1 0 0,0 0-1 0 0,0 0 0 0 0,0 0 1 0 0,0 0-1 0 0,0 0 0 0 0,0 0 1 0 0,1-1-1 0 0,-1 1 0 0 0,0 0 1 0 0,0 0-1 0 0,0 0 0 0 0,0 0 1 0 0,0 0-1 0 0,1 0 0 0 0,-1 0 1 0 0,0 0-1 0 0,0 0 0 0 0,0 0 1 0 0,0 0-1 0 0,0 0 0 0 0,0 0 1 0 0,1 0-1 0 0,-1 0 0 0 0,0 0 1 0 0,0 0-1 0 0,0 0 0 0 0,0 0 0 0 0,0 0 1 0 0,1 0-1 0 0,-1 0 0 0 0,0 0 1 0 0,0 0-1 0 0,0 0 0 0 0,0 1 1 0 0,0-1-1 0 0,0 0 0 0 0,1 0 1 0 0,-1 0-1 0 0,0 0 0 0 0,0 0 1 0 0,0 0-1 0 0,0 0 0 0 0,0 0 1 0 0,0 1-1 0 0,0-1 0 0 0,0 0 1 0 0,0 0-1 0 0,0 0 0 0 0,0 0 1 0 0,0 0-1 0 0,1 1 0 0 0,-1-1 1 0 0,0 0-1 0 0,0 0 0 0 0,0 0 1 0 0,0 0-1 0 0,0 0 0 0 0,0 1 1 0 0,0-1-1 0 0,0 0 0 0 0,0 0 1 0 0,-1 0-1 0 0,1 0 0 0 0,0 1 1 0 0,1 4 248 0 0,0 1 0 0 0,0 0 0 0 0,-1-1 0 0 0,0 1 1 0 0,0 0-1 0 0,-1-1 0 0 0,-1 12 0 0 0,0-8 44 0 0,-23 141 1962 0 0,-8 82-1309 0 0,33-225-955 0 0,-3 96 93 0 0,3-91-336 0 0,1 0-1 0 0,1 0 0 0 0,-1 0 0 0 0,2 0 0 0 0,0 0 0 0 0,6 14 1 0 0,-8-23 116 0 0,0 0 1 0 0,0-1-1 0 0,0 1 0 0 0,1-1 1 0 0,-1 1-1 0 0,1-1 1 0 0,0 1-1 0 0,0-1 1 0 0,0 0-1 0 0,0 0 1 0 0,0 0-1 0 0,0 0 0 0 0,0 0 1 0 0,1-1-1 0 0,-1 1 1 0 0,1-1-1 0 0,-1 1 1 0 0,1-1-1 0 0,2 1 1 0 0,-1-1-32 0 0,0-1 1 0 0,0 1 0 0 0,-1-1 0 0 0,1 0 0 0 0,0 0 0 0 0,0 0 0 0 0,0-1 0 0 0,-1 1-1 0 0,1-1 1 0 0,0 0 0 0 0,-1 0 0 0 0,7-3 0 0 0,2-1-62 0 0,-1-1 0 0 0,0 0 0 0 0,0-1 0 0 0,-1-1 0 0 0,1 1 1 0 0,-2-2-1 0 0,14-13 0 0 0,3-10 487 0 0,-2-1 0 0 0,-2-1-1 0 0,0-2 1 0 0,24-57 0 0 0,-28 58 1228 0 0,-1 5-665 0 0,-16 28-622 0 0,-1 21 128 0 0,-15 51 287 0 0,-6 42-168 0 0,20-96-478 0 0,-1 1 0 0 0,2-1 0 0 0,0 1 0 0 0,6 31 0 0 0,-6-44-31 0 0,1-1 1 0 0,0 1 0 0 0,0-1 0 0 0,0 1 0 0 0,1-1-1 0 0,-1 0 1 0 0,1 1 0 0 0,0-1 0 0 0,0 0 0 0 0,0 0-1 0 0,0 0 1 0 0,0 0 0 0 0,1-1 0 0 0,0 1-1 0 0,-1-1 1 0 0,1 1 0 0 0,0-1 0 0 0,0 0 0 0 0,0 0-1 0 0,0 0 1 0 0,0-1 0 0 0,1 1 0 0 0,-1-1 0 0 0,6 2-1 0 0,-4-2-26 0 0,-1 0 0 0 0,0 0 0 0 0,1-1 0 0 0,-1 0-1 0 0,0 0 1 0 0,1 0 0 0 0,-1 0 0 0 0,0-1-1 0 0,1 0 1 0 0,-1 1 0 0 0,0-2 0 0 0,0 1-1 0 0,1 0 1 0 0,-1-1 0 0 0,0 0 0 0 0,-1 0 0 0 0,1 0-1 0 0,0 0 1 0 0,-1-1 0 0 0,5-3 0 0 0,3-4 2 0 0,-1-1 1 0 0,0-1-1 0 0,-1 1 1 0 0,0-1-1 0 0,-1-1 1 0 0,13-26 0 0 0,31-89 804 0 0,-33 76 569 0 0,1-6 248 0 0,-19 57-1256 0 0,-2 4-206 0 0,-3 22 99 0 0,-2 1-1 0 0,-10 29 1 0 0,7-24-507 0 0,-7 35 0 0 0,14-56-321 0 0,1 1-1 0 0,0-1 1 0 0,1 0 0 0 0,0 0 0 0 0,1 1-1 0 0,0-1 1 0 0,4 17 0 0 0,-4-22 84 0 0,1 0 0 0 0,0-1 0 0 0,0 1 0 0 0,0-1 0 0 0,1 0 0 0 0,-1 0 0 0 0,4 5 0 0 0,16 12-6836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44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0 159 360 0 0,'4'-31'5228'0'0,"-1"13"-1000"0"0,-1 0 1 0 0,-1-29 0 0 0,7 64-2721 0 0,-19 232 1621 0 0,6-200-3247 0 0,5-47-34 0 0,-2 5-1507 0 0,3-15 1362 0 0,0-1 1 0 0,1 2 0 0 0,-1-1-1 0 0,1 0 1 0 0,1 0-1 0 0,6-13 1 0 0,25-46-560 0 0,-22 45 664 0 0,2 1 0 0 0,32-39 1 0 0,-40 53 214 0 0,0 0 0 0 0,1 0 0 0 0,0 1 0 0 0,0 0 0 0 0,1 0 1 0 0,-1 1-1 0 0,1 0 0 0 0,0 0 0 0 0,1 1 0 0 0,-1 0 0 0 0,13-3 1 0 0,-16 6 57 0 0,-1 1 0 0 0,1-1 0 0 0,-1 1 0 0 0,1 0 0 0 0,-1 1 0 0 0,1-1 0 0 0,-1 1 0 0 0,1 0 0 0 0,-1 0 0 0 0,0 1 0 0 0,1-1 1 0 0,-1 1-1 0 0,0 0 0 0 0,0 0 0 0 0,0 0 0 0 0,0 0 0 0 0,-1 1 0 0 0,1 0 0 0 0,-1-1 0 0 0,1 1 0 0 0,-1 1 0 0 0,4 4 0 0 0,8 9 203 0 0,-1 0-1 0 0,-1 1 0 0 0,12 22 0 0 0,-23-36-253 0 0,52 95 553 0 0,-49-88-515 0 0,0 0 0 0 0,-1 0-1 0 0,-1 0 1 0 0,0 0 0 0 0,-1 1 0 0 0,0 0-1 0 0,1 16 1 0 0,-3-25-51 0 0,-1-1-1 0 0,1 1 1 0 0,-1-1-1 0 0,1 1 1 0 0,-1-1-1 0 0,0 1 1 0 0,0-1-1 0 0,0 0 1 0 0,0 1-1 0 0,-1-1 1 0 0,1 0-1 0 0,-3 3 1 0 0,3-3 13 0 0,-2-2-3 0 0,1 1-23 0 0,1-1 0 0 0,-1 0 1 0 0,1 0-1 0 0,-1 0 0 0 0,1 0 0 0 0,-1 0 1 0 0,1 0-1 0 0,-1-1 0 0 0,1 1 0 0 0,-1 0 1 0 0,1-1-1 0 0,-1 1 0 0 0,1-1 0 0 0,-1 0 1 0 0,1 1-1 0 0,0-1 0 0 0,-1 0 0 0 0,1 0 0 0 0,0 0 1 0 0,0 0-1 0 0,-1 0 0 0 0,1 0 0 0 0,0 0 1 0 0,0 0-1 0 0,-1-2 0 0 0,0-1-7 0 0,1 1-1 0 0,0 0 1 0 0,0-1-1 0 0,0 1 1 0 0,0-1-1 0 0,0 1 1 0 0,1-1-1 0 0,-1 1 1 0 0,1-1 0 0 0,0-6-1 0 0,2-6-23 0 0,0 1-1 0 0,1-1 0 0 0,0 1 1 0 0,7-19-1 0 0,-3 15 11 0 0,1 0 0 0 0,1 0 0 0 0,0 1 0 0 0,2 0-1 0 0,0 1 1 0 0,1 0 0 0 0,0 1 0 0 0,17-16 0 0 0,-17 20 18 0 0,0 1 0 0 0,0 1 0 0 0,1 0 1 0 0,0 1-1 0 0,1 0 0 0 0,0 1 0 0 0,1 0 0 0 0,0 2 0 0 0,0-1 1 0 0,24-5-1 0 0,-36 11 22 0 0,0 0 1 0 0,1 0 0 0 0,-1 1-1 0 0,0-1 1 0 0,0 1 0 0 0,0 0-1 0 0,0 0 1 0 0,0 0-1 0 0,0 1 1 0 0,0-1 0 0 0,1 1-1 0 0,-1 0 1 0 0,0-1 0 0 0,0 1-1 0 0,-1 1 1 0 0,1-1 0 0 0,0 0-1 0 0,0 1 1 0 0,0-1 0 0 0,-1 1-1 0 0,1 0 1 0 0,-1 0-1 0 0,1 0 1 0 0,-1 0 0 0 0,0 0-1 0 0,0 1 1 0 0,0-1 0 0 0,0 1-1 0 0,0-1 1 0 0,1 4 0 0 0,0 1 31 0 0,0 0 1 0 0,0-1-1 0 0,-1 1 1 0 0,0 0 0 0 0,0 0-1 0 0,0 0 1 0 0,-1 0-1 0 0,0 1 1 0 0,-1-1 0 0 0,0 0-1 0 0,-1 13 1 0 0,-1 1-271 0 0,-1-6-401 0 0,2-1-1 0 0,0 1 1 0 0,1 23 0 0 0,1-34-11 0 0,-1 1 0 0 0,1-1 0 0 0,0 0 0 0 0,1 1 1 0 0,-1-1-1 0 0,4 7 0 0 0,-3-8-108 0 0,-1 0 1 0 0,1-1 0 0 0,0 1-1 0 0,0-1 1 0 0,0 0-1 0 0,0 1 1 0 0,0-1-1 0 0,1 0 1 0 0,-1 0 0 0 0,6 2-1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44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10 182 2400 0 0,'9'-33'4581'0'0,"19"-62"9009"0"0,-28 95-13539 0 0,1 0-1 0 0,-1 0 1 0 0,1 1-1 0 0,-1-1 0 0 0,0 1 1 0 0,1-1-1 0 0,-1 0 1 0 0,0 1-1 0 0,1-1 1 0 0,-1 1-1 0 0,0-1 0 0 0,0 1 1 0 0,1-1-1 0 0,-1 1 1 0 0,0-1-1 0 0,0 1 1 0 0,0-1-1 0 0,0 1 0 0 0,0-1 1 0 0,0 1-1 0 0,0-1 1 0 0,0 1-1 0 0,0-1 1 0 0,0 1-1 0 0,0 0 0 0 0,0 20 542 0 0,0-16-376 0 0,-3 41 468 0 0,-2 1 0 0 0,-2-1 0 0 0,-16 57-1 0 0,9-45-536 0 0,20-74-1130 0 0,1 0 1 0 0,1 0 0 0 0,17-26-1 0 0,44-62 477 0 0,-47 73 429 0 0,0 2 1 0 0,2 0-1 0 0,1 1 1 0 0,48-41-1 0 0,-72 68 94 0 0,0 0 1 0 0,1 0-1 0 0,-1 0 0 0 0,0 0 0 0 0,1 0 0 0 0,-1 0 0 0 0,1 0 0 0 0,-1 0 1 0 0,1 1-1 0 0,0-1 0 0 0,-1 1 0 0 0,1-1 0 0 0,-1 1 0 0 0,1 0 0 0 0,0-1 1 0 0,0 1-1 0 0,-1 0 0 0 0,1 0 0 0 0,0 0 0 0 0,-1 0 0 0 0,1 1 1 0 0,0-1-1 0 0,-1 0 0 0 0,1 1 0 0 0,0-1 0 0 0,-1 1 0 0 0,1-1 0 0 0,-1 1 1 0 0,1 0-1 0 0,-1 0 0 0 0,1 0 0 0 0,-1 0 0 0 0,0 0 0 0 0,1 0 0 0 0,-1 0 1 0 0,0 0-1 0 0,2 2 0 0 0,0 2 101 0 0,1 1 1 0 0,-1-1-1 0 0,0 1 0 0 0,0 0 1 0 0,0-1-1 0 0,-1 1 0 0 0,0 1 1 0 0,2 10-1 0 0,-1 0 124 0 0,0 1 0 0 0,-2 0-1 0 0,0 0 1 0 0,-3 33 0 0 0,-16 71-692 0 0,10-77-1496 0 0,8-34 484 0 0,0 1-1101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45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91 1968 0 0,'13'-9'2622'0'0,"1"0"0"0"0,-1-1 0 0 0,16-17 0 0 0,-15 8 47 0 0,-14 19-2615 0 0,0 0 1 0 0,1-1 0 0 0,-1 1 0 0 0,0-1-1 0 0,0 1 1 0 0,0-1 0 0 0,1 0-1 0 0,-1 1 1 0 0,0-1 0 0 0,0 1-1 0 0,0-1 1 0 0,0 1 0 0 0,0-1-1 0 0,0 1 1 0 0,0-1 0 0 0,0 1 0 0 0,0-1-1 0 0,-1 1 1 0 0,1-1 0 0 0,0 1-1 0 0,0-1 1 0 0,0 1 0 0 0,-1-1-1 0 0,1 1 1 0 0,0-1 0 0 0,0 1-1 0 0,-1-1 1 0 0,1 1 0 0 0,-1-1 0 0 0,0 0 150 0 0,-3 1-22 0 0,-8 3-52 0 0,1 0 0 0 0,-1 1 0 0 0,1 0 1 0 0,1 1-1 0 0,-1 0 0 0 0,0 0 0 0 0,1 1 1 0 0,0 1-1 0 0,-11 9 0 0 0,-14 13 295 0 0,-32 35 0 0 0,39-36-238 0 0,1 2-1 0 0,1 1 0 0 0,-31 52 1 0 0,46-66-125 0 0,2 1 0 0 0,0 0 0 0 0,0 1 0 0 0,2 0 0 0 0,0 0 0 0 0,2 0 1 0 0,0 1-1 0 0,-4 36 0 0 0,8-48-6 0 0,1 0 0 0 0,-1 0-1 0 0,1-1 1 0 0,1 1 0 0 0,0 0 0 0 0,0 0 0 0 0,0-1-1 0 0,1 1 1 0 0,0-1 0 0 0,1 1 0 0 0,-1-1 0 0 0,1 0-1 0 0,1 0 1 0 0,-1 0 0 0 0,1 0 0 0 0,1-1 0 0 0,-1 0-1 0 0,1 1 1 0 0,0-2 0 0 0,0 1 0 0 0,1 0 0 0 0,0-1-1 0 0,0 0 1 0 0,0-1 0 0 0,1 1 0 0 0,-1-1 0 0 0,1 0-1 0 0,0-1 1 0 0,11 5 0 0 0,-1-3 86 0 0,0 0-1 0 0,1 0 1 0 0,-1-2-1 0 0,1 0 1 0 0,22 1-1 0 0,85-7 2249 0 0,-118 3-2294 0 0,0-1 1 0 0,-1 0-1 0 0,1 0 0 0 0,0-1 1 0 0,-1 0-1 0 0,1 0 1 0 0,-1-1-1 0 0,0 1 1 0 0,1-1-1 0 0,-1-1 0 0 0,5-3 1 0 0,-8 5-133 0 0,-2 1-371 0 0,16-8-4237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46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1580 0 0,'1'-2'2833'0'0,"21"-32"8326"0"0,-10 10-6480 0 0,-12 23-4102 0 0,1 1-526 0 0,-1-1 0 0 0,0 1 0 0 0,0 0 1 0 0,1-1-1 0 0,-1 1 0 0 0,0 0 0 0 0,1 0 0 0 0,-1-1 0 0 0,0 1 1 0 0,1 0-1 0 0,-1 0 0 0 0,0-1 0 0 0,1 1 0 0 0,-1 0 1 0 0,0 0-1 0 0,1 0 0 0 0,-1 0 0 0 0,1 0 0 0 0,-1-1 0 0 0,0 1 1 0 0,1 0-1 0 0,-1 0 0 0 0,1 0 0 0 0,-1 0 0 0 0,0 0 0 0 0,1 0 1 0 0,-1 0-1 0 0,1 0 0 0 0,-1 1 0 0 0,1-1 0 0 0,-1 0 0 0 0,0 0 1 0 0,1 0-1 0 0,-1 0 0 0 0,0 1 0 0 0,1-1 0 0 0,-1 0 1 0 0,0 0-1 0 0,1 0 0 0 0,-1 1 0 0 0,0-1 0 0 0,1 0 0 0 0,-1 1 1 0 0,0-1-1 0 0,0 0 0 0 0,1 1 0 0 0,-1-1 0 0 0,0 0 0 0 0,0 1 1 0 0,0-1-1 0 0,1 1 0 0 0,-1 0 0 0 0,4 28 545 0 0,-2 0 0 0 0,0 0 1 0 0,-2 1-1 0 0,-6 46 0 0 0,1-16-435 0 0,2 36-2236 0 0,3-96 1978 0 0,0 1 1 0 0,0-1 0 0 0,0 1-1 0 0,0 0 1 0 0,0-1-1 0 0,1 1 1 0 0,-1-1-1 0 0,0 1 1 0 0,0-1-1 0 0,0 1 1 0 0,1-1 0 0 0,-1 1-1 0 0,0-1 1 0 0,0 1-1 0 0,1-1 1 0 0,-1 0-1 0 0,0 1 1 0 0,1-1 0 0 0,-1 1-1 0 0,0-1 1 0 0,1 0-1 0 0,-1 1 1 0 0,1-1-1 0 0,-1 0 1 0 0,1 1-1 0 0,-1-1 1 0 0,1 0 0 0 0,-1 0-1 0 0,1 1 1 0 0,-1-1-1 0 0,1 0 1 0 0,-1 0-1 0 0,1 0 1 0 0,-1 0-1 0 0,1 0 1 0 0,-1 0 0 0 0,1 0-1 0 0,0 0 1 0 0,-1 0-1 0 0,1 0 1 0 0,-1 0-1 0 0,1 0 1 0 0,20-6-2224 0 0,-16 3 1159 0 0,1 0 1 0 0,-1 0-1 0 0,0-1 0 0 0,0 0 0 0 0,0 0 0 0 0,0 0 0 0 0,7-9 0 0 0,-10 11 442 0 0,13-13-5011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46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95 147 1484 0 0,'-44'-74'11896'0'0,"-5"7"-7028"0"0,47 65-5134 0 0,22-1-7877 0 0,-1 6 708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47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98 1992 0 0,'-3'-48'9336'0'0,"1"6"-4012"0"0,2 41-4954 0 0,-4-6 698 0 0,-66 370 4070 0 0,40-227-4508 0 0,-14 45-161 0 0,26-108-114 0 0,8-55-66 0 0,4-15-237 0 0,3-12-121 0 0,4-2 23 0 0,0 1 1 0 0,1 0 0 0 0,0-1 0 0 0,0 1-1 0 0,1 0 1 0 0,1 0 0 0 0,0 0-1 0 0,10-18 1 0 0,-3 9-35 0 0,1 0 0 0 0,0 1 0 0 0,22-23 0 0 0,-27 33 57 0 0,0 1 1 0 0,1 0-1 0 0,0 0 0 0 0,1 0 1 0 0,0 1-1 0 0,0 1 0 0 0,0-1 0 0 0,0 1 1 0 0,1 1-1 0 0,0 0 0 0 0,0 0 0 0 0,0 1 1 0 0,0 0-1 0 0,20-2 0 0 0,-22 5 17 0 0,-1-1 0 0 0,0 1-1 0 0,1 1 1 0 0,-1-1 0 0 0,0 1-1 0 0,1 1 1 0 0,-1-1 0 0 0,0 1-1 0 0,0 0 1 0 0,0 1 0 0 0,0 0 0 0 0,-1 0-1 0 0,1 0 1 0 0,-1 1 0 0 0,0 0-1 0 0,0 0 1 0 0,0 1 0 0 0,0-1-1 0 0,-1 1 1 0 0,0 1 0 0 0,0-1-1 0 0,5 7 1 0 0,-2 0 61 0 0,0 0-1 0 0,-1 1 0 0 0,0-1 1 0 0,-1 1-1 0 0,-1 0 0 0 0,0 1 1 0 0,0 0-1 0 0,-2-1 0 0 0,1 1 1 0 0,0 20-1 0 0,-3-25 109 0 0,0 0-1 0 0,-1 1 1 0 0,0-1 0 0 0,-1 0-1 0 0,0 0 1 0 0,0 0-1 0 0,-1 0 1 0 0,0 0 0 0 0,-1 0-1 0 0,0 0 1 0 0,0-1 0 0 0,-1 1-1 0 0,0-1 1 0 0,0 0-1 0 0,-1 0 1 0 0,0 0 0 0 0,-8 8-1 0 0,8-11-54 0 0,0 0 0 0 0,-1-1 1 0 0,0 1-1 0 0,0-1 0 0 0,0 0 0 0 0,-1 0 0 0 0,1-1 0 0 0,-1 0 1 0 0,0 0-1 0 0,1 0 0 0 0,-12 1 0 0 0,1 0-7 0 0,0-1-1 0 0,0-1 1 0 0,-28-1-1 0 0,39-1-424 0 0,-1 0 0 0 0,1-1 1 0 0,0 0-1 0 0,0-1 0 0 0,0 1 0 0 0,0-1 0 0 0,0 0 0 0 0,0 0 0 0 0,0-1 0 0 0,-6-4 0 0 0,11 7 120 0 0,1-1-1 0 0,-1 1 1 0 0,1-1-1 0 0,-1 1 0 0 0,1-1 1 0 0,-1 0-1 0 0,1 1 1 0 0,0-1-1 0 0,-1 0 0 0 0,1 1 1 0 0,0-1-1 0 0,0 0 1 0 0,-1 0-1 0 0,1 1 0 0 0,0-1 1 0 0,0 0-1 0 0,0 0 1 0 0,0 1-1 0 0,0-1 0 0 0,0 0 1 0 0,0 0-1 0 0,0 1 1 0 0,0-1-1 0 0,0 0 0 0 0,0 0 1 0 0,1 1-1 0 0,-1-1 1 0 0,0 0-1 0 0,0 1 0 0 0,1-1 1 0 0,-1 0-1 0 0,1 1 1 0 0,-1-1-1 0 0,0 0 0 0 0,1 1 1 0 0,-1-1-1 0 0,2 0 1 0 0,19-19-7741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47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68 564 0 0,'6'-26'8719'0'0,"2"-15"122"0"0,6 58-7099 0 0,23 103 692 0 0,-30-90-2223 0 0,1 0 0 0 0,2-1 0 0 0,18 38 0 0 0,-23-59-209 0 0,0 0 0 0 0,0 0 0 0 0,1 0 0 0 0,0-1 0 0 0,0 0 0 0 0,1 0 0 0 0,0-1 0 0 0,0 0 0 0 0,0 0 0 0 0,1 0 0 0 0,0-1 0 0 0,11 5 0 0 0,-15-8-89 0 0,0 0 1 0 0,0 0-1 0 0,0 0 0 0 0,0-1 1 0 0,1 0-1 0 0,-1 0 1 0 0,1 0-1 0 0,-1-1 1 0 0,0 1-1 0 0,1-1 0 0 0,-1 0 1 0 0,1 0-1 0 0,-1-1 1 0 0,1 1-1 0 0,-1-1 0 0 0,0 0 1 0 0,1 0-1 0 0,-1-1 1 0 0,0 1-1 0 0,0-1 0 0 0,0 0 1 0 0,0 0-1 0 0,0 0 1 0 0,0 0-1 0 0,0-1 0 0 0,-1 0 1 0 0,6-5-1 0 0,-1-1-21 0 0,-1 0 0 0 0,1 0 0 0 0,-2-1 0 0 0,0 0 0 0 0,0 0-1 0 0,-1-1 1 0 0,0 1 0 0 0,7-24 0 0 0,-1-7 365 0 0,6-49 1 0 0,-7 35 645 0 0,-14 81-273 0 0,-25 118 1277 0 0,-156 566 4417 0 0,168-643-5977 0 0,8-28-154 0 0,-22 77 280 0 0,25-99-303 0 0,0 0 0 0 0,-1-1 0 0 0,-1 0 0 0 0,-15 25 0 0 0,19-36-145 0 0,0 1 0 0 0,0-1 0 0 0,0-1 0 0 0,-1 1 0 0 0,0 0 0 0 0,0-1 0 0 0,0 0 0 0 0,0 0 0 0 0,-1-1 1 0 0,1 1-1 0 0,-1-1 0 0 0,0-1 0 0 0,0 1 0 0 0,0-1 0 0 0,0 0 0 0 0,-1 0 0 0 0,1-1 0 0 0,-1 1 0 0 0,1-1 1 0 0,-1-1-1 0 0,1 1 0 0 0,-1-1 0 0 0,1-1 0 0 0,-1 1 0 0 0,1-1 0 0 0,-1 0 0 0 0,1 0 0 0 0,-1-1 1 0 0,1 0-1 0 0,0 0 0 0 0,0-1 0 0 0,0 1 0 0 0,-8-6 0 0 0,0 0-336 0 0,0-1 0 0 0,0-1-1 0 0,1 0 1 0 0,0 0 0 0 0,1-2 0 0 0,0 1 0 0 0,1-1-1 0 0,0-1 1 0 0,-17-28 0 0 0,23 34 142 0 0,1 0-1 0 0,0-1 1 0 0,1 1 0 0 0,-1-1-1 0 0,1 0 1 0 0,1 0 0 0 0,-1 0-1 0 0,2-1 1 0 0,-1 1-1 0 0,1 0 1 0 0,0-1 0 0 0,1 1-1 0 0,0-1 1 0 0,0 1 0 0 0,1-1-1 0 0,0 1 1 0 0,0 0-1 0 0,1-1 1 0 0,0 1 0 0 0,1 0-1 0 0,3-9 1 0 0,1 4-793 0 0,1 0 1 0 0,0 0-1 0 0,1 0 1 0 0,0 1-1 0 0,1 1 0 0 0,21-21 1 0 0,0 6-4423 0 0,48-30 0 0 0,-41 31-642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48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368 174 2068 0 0,'4'-7'1225'0'0,"-1"-1"-1"0"0,0 1 1 0 0,-1-1-1 0 0,0 0 0 0 0,2-14 1 0 0,-3 12-547 0 0,0 0 1 0 0,-1 0 0 0 0,0 0-1 0 0,-1 0 1 0 0,0 0-1 0 0,-1 1 1 0 0,-4-15-1 0 0,6 22-644 0 0,-1 1-1 0 0,0 0 1 0 0,1 0 0 0 0,-1-1-1 0 0,0 1 1 0 0,0 0-1 0 0,0 0 1 0 0,0 0-1 0 0,0 0 1 0 0,0 0-1 0 0,0 0 1 0 0,0 0-1 0 0,0 1 1 0 0,-1-1-1 0 0,1 0 1 0 0,0 1 0 0 0,0-1-1 0 0,-1 0 1 0 0,1 1-1 0 0,0 0 1 0 0,-1-1-1 0 0,1 1 1 0 0,0 0-1 0 0,-1 0 1 0 0,1 0-1 0 0,-1-1 1 0 0,1 2 0 0 0,0-1-1 0 0,-1 0 1 0 0,1 0-1 0 0,-1 0 1 0 0,-1 1-1 0 0,-6 1 27 0 0,1 0 0 0 0,-1 0 0 0 0,-13 7 0 0 0,3-1 29 0 0,1 2-1 0 0,0 0 0 0 0,1 1 1 0 0,-27 22-1 0 0,12-5 30 0 0,-35 39 0 0 0,58-57-101 0 0,1 1 0 0 0,0-1 0 0 0,0 1 0 0 0,1 0 1 0 0,1 1-1 0 0,0 0 0 0 0,0 0 0 0 0,-5 19 0 0 0,9-27-6 0 0,1-1-1 0 0,1 1 0 0 0,-1-1 0 0 0,0 1 1 0 0,1 0-1 0 0,0-1 0 0 0,-1 1 0 0 0,2 0 1 0 0,-1-1-1 0 0,0 1 0 0 0,1-1 0 0 0,-1 1 1 0 0,1-1-1 0 0,0 1 0 0 0,0-1 0 0 0,1 1 1 0 0,-1-1-1 0 0,1 0 0 0 0,-1 1 1 0 0,1-1-1 0 0,0 0 0 0 0,0 0 0 0 0,1-1 1 0 0,-1 1-1 0 0,1 0 0 0 0,-1-1 0 0 0,1 1 1 0 0,0-1-1 0 0,0 0 0 0 0,0 0 0 0 0,0 0 1 0 0,0 0-1 0 0,0 0 0 0 0,1-1 0 0 0,4 2 1 0 0,-2-1 7 0 0,0 1 0 0 0,1-1 0 0 0,0-1 0 0 0,-1 1 0 0 0,1-1 0 0 0,0 0 0 0 0,-1-1 0 0 0,1 0 0 0 0,0 0 0 0 0,0 0 1 0 0,-1-1-1 0 0,1 0 0 0 0,9-2 0 0 0,-8 0-20 0 0,0 0 0 0 0,-1 0 0 0 0,1-1 1 0 0,-1 0-1 0 0,0 0 0 0 0,0-1 0 0 0,0 0 0 0 0,-1 0 1 0 0,10-11-1 0 0,4-8 114 0 0,-1-1 1 0 0,-1-1-1 0 0,-1-1 1 0 0,23-47-1 0 0,-23 40 307 0 0,16-27 649 0 0,-33 60-957 0 0,1 2-96 0 0,-1-1-1 0 0,1 1 0 0 0,-1-1 1 0 0,1 1-1 0 0,-1-1 0 0 0,1 1 1 0 0,-1 0-1 0 0,0-1 0 0 0,1 1 1 0 0,-1 0-1 0 0,0-1 1 0 0,0 1-1 0 0,0 0 0 0 0,1-1 1 0 0,-1 1-1 0 0,0 0 0 0 0,0 0 1 0 0,0-1-1 0 0,0 1 1 0 0,0 0-1 0 0,0-1 0 0 0,0 3 1 0 0,-1 18 217 0 0,1-21-229 0 0,-4 45 506 0 0,-2 49 8 0 0,6-83-459 0 0,1 0 0 0 0,0 0 0 0 0,0 0 0 0 0,1 0 0 0 0,1 0 0 0 0,4 12 0 0 0,-6-20-137 0 0,0 0 1 0 0,1 0-1 0 0,-1 0 1 0 0,1 0 0 0 0,0 0-1 0 0,0 0 1 0 0,0-1-1 0 0,0 1 1 0 0,1-1 0 0 0,-1 0-1 0 0,1 1 1 0 0,-1-1-1 0 0,1 0 1 0 0,0 0 0 0 0,0-1-1 0 0,0 1 1 0 0,0-1-1 0 0,0 1 1 0 0,0-1 0 0 0,0 0-1 0 0,0 0 1 0 0,0 0-1 0 0,1-1 1 0 0,-1 1 0 0 0,0-1-1 0 0,1 0 1 0 0,-1 0-1 0 0,0 0 1 0 0,1 0 0 0 0,5-1-1 0 0,2-1-1150 0 0,0-1 0 0 0,0 0 0 0 0,0 0 0 0 0,-1-1 0 0 0,0 0 0 0 0,1 0 0 0 0,-1-2 0 0 0,9-5 0 0 0,6-6-4660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51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0 114 512 0 0,'6'-13'4216'0'0,"-2"5"-3371"0"0,-1 0 1 0 0,1 0-1 0 0,1 0 0 0 0,0 0 1 0 0,0 1-1 0 0,0 0 1 0 0,1 0-1 0 0,0 0 0 0 0,0 1 1 0 0,1 0-1 0 0,11-9 1 0 0,-17 15-800 0 0,1-1 0 0 0,-1 0-1 0 0,1 0 1 0 0,-1 1 0 0 0,1-1 0 0 0,-1 1 0 0 0,1-1 0 0 0,0 1 0 0 0,-1 0 0 0 0,1-1 0 0 0,0 1 0 0 0,-1 0 0 0 0,1 0 0 0 0,0 0 0 0 0,0 0 0 0 0,-1 1 0 0 0,1-1 0 0 0,-1 0-1 0 0,1 1 1 0 0,0-1 0 0 0,-1 1 0 0 0,1 0 0 0 0,-1-1 0 0 0,1 1 0 0 0,-1 0 0 0 0,1 0 0 0 0,-1 0 0 0 0,0 0 0 0 0,1 0 0 0 0,-1 0 0 0 0,0 0 0 0 0,2 3 0 0 0,1 1 85 0 0,0 0 1 0 0,0-1-1 0 0,0 2 1 0 0,-1-1-1 0 0,0 0 1 0 0,0 1-1 0 0,3 6 1 0 0,0 8-17 0 0,-1 0-1 0 0,0 0 1 0 0,-2 1 0 0 0,0-1 0 0 0,-1 1-1 0 0,-1 26 1 0 0,-4-4-45 0 0,-1 0 0 0 0,-11 42 0 0 0,1-19 634 0 0,13-65-451 0 0,1-1-248 0 0,-1 0-1 0 0,1-1 1 0 0,-1 1 0 0 0,1 0-1 0 0,-1-1 1 0 0,1 1 0 0 0,0-1-1 0 0,-1 1 1 0 0,1 0-1 0 0,0-1 1 0 0,-1 1 0 0 0,1-1-1 0 0,0 1 1 0 0,-1-1 0 0 0,1 1-1 0 0,0-1 1 0 0,0 1 0 0 0,0-1-1 0 0,-1-1 1 0 0,2-9-1 0 0,1-1 0 0 0,0 1 0 0 0,0 0 0 0 0,1-1 0 0 0,0 1-1 0 0,8-16 1 0 0,34-67-17 0 0,-40 85 13 0 0,3-7-8 0 0,2 0-1 0 0,-1 0 1 0 0,2 1 0 0 0,0 0 0 0 0,1 1-1 0 0,0 0 1 0 0,1 1 0 0 0,24-19 0 0 0,-34 31-4 0 0,-1-1 0 0 0,0 1 1 0 0,1-1-1 0 0,-1 1 0 0 0,1 0 1 0 0,-1 0-1 0 0,1 0 0 0 0,-1 0 1 0 0,1 1-1 0 0,0-1 0 0 0,0 1 1 0 0,-1-1-1 0 0,1 1 0 0 0,0 0 1 0 0,0 0-1 0 0,-1 0 0 0 0,1 1 1 0 0,0-1-1 0 0,-1 0 0 0 0,1 1 1 0 0,0 0-1 0 0,-1 0 0 0 0,5 2 1 0 0,-3-1 2 0 0,0 0 0 0 0,0 0 0 0 0,-1 1 0 0 0,1 0 0 0 0,-1 0 0 0 0,0 0 0 0 0,1 0 0 0 0,-1 0 0 0 0,-1 1 0 0 0,1-1 0 0 0,0 1 0 0 0,-1 0 0 0 0,0 0 0 0 0,2 5 0 0 0,1 6-165 0 0,-1 0 0 0 0,0 1 0 0 0,-1-1 1 0 0,-1 1-1 0 0,0-1 0 0 0,-1 23 0 0 0,-2-25-696 0 0,1 0 0 0 0,1 1-1 0 0,0-1 1 0 0,1 0 0 0 0,1 0 0 0 0,0 0 0 0 0,1 0 0 0 0,0-1-1 0 0,7 16 1 0 0,0-14-3125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51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50 237 504 0 0,'5'-14'2525'0'0,"0"-1"1"0"0,-1 0-1 0 0,2-19 1 0 0,2-2 1149 0 0,-7 33-3367 0 0,-1 3-288 0 0,-1 0 0 0 0,1 0-1 0 0,0 0 1 0 0,0 1-1 0 0,0-1 1 0 0,0 0-1 0 0,0 0 1 0 0,0 0 0 0 0,0 0-1 0 0,0 0 1 0 0,0 0-1 0 0,0 0 1 0 0,0 0 0 0 0,-1 0-1 0 0,1 0 1 0 0,0 0-1 0 0,0 0 1 0 0,0 0-1 0 0,0 0 1 0 0,0 0 0 0 0,0 0-1 0 0,0 0 1 0 0,0 0-1 0 0,0 0 1 0 0,0 0 0 0 0,0 0-1 0 0,-1 0 1 0 0,1 0-1 0 0,0 0 1 0 0,0 0-1 0 0,0 0 1 0 0,0 0 0 0 0,0 0-1 0 0,0 0 1 0 0,0-1-1 0 0,0 1 1 0 0,0 0 0 0 0,0 0-1 0 0,0 0 1 0 0,0 0-1 0 0,0 0 1 0 0,-1 0-1 0 0,1 0 1 0 0,0 0 0 0 0,0 0-1 0 0,0 0 1 0 0,0 0-1 0 0,0 0 1 0 0,0-1 0 0 0,0 1-1 0 0,0 0 1 0 0,0 0-1 0 0,0 0 1 0 0,0 0-1 0 0,0 0 1 0 0,0 0 0 0 0,-8 13 464 0 0,-11 27-299 0 0,15-32-79 0 0,-3 7-40 0 0,-1 1-21 0 0,1 0-1 0 0,-10 32 1 0 0,16-45-31 0 0,0 0-1 0 0,0 0 1 0 0,1 0 0 0 0,-1 0-1 0 0,1 1 1 0 0,0-1 0 0 0,0 0-1 0 0,0 1 1 0 0,0-1 0 0 0,0 0-1 0 0,1 0 1 0 0,-1 1 0 0 0,1-1-1 0 0,0 0 1 0 0,0 0 0 0 0,0 0-1 0 0,1 0 1 0 0,-1 0 0 0 0,1 0-1 0 0,-1 0 1 0 0,5 5 0 0 0,-3-6-3 0 0,0 1 0 0 0,1-1 1 0 0,-1 0-1 0 0,1 0 0 0 0,-1 0 0 0 0,1 0 1 0 0,-1 0-1 0 0,1-1 0 0 0,0 0 1 0 0,0 1-1 0 0,0-1 0 0 0,0-1 1 0 0,0 1-1 0 0,0-1 0 0 0,0 1 1 0 0,0-1-1 0 0,0 0 0 0 0,0-1 1 0 0,0 1-1 0 0,0-1 0 0 0,0 0 1 0 0,5-1-1 0 0,-2 0 6 0 0,1-1 1 0 0,-1 1 0 0 0,0-1 0 0 0,1-1-1 0 0,-2 0 1 0 0,1 0 0 0 0,0 0-1 0 0,-1-1 1 0 0,0 1 0 0 0,9-10-1 0 0,-8 6-9 0 0,0-1 1 0 0,-1 0-1 0 0,0-1 0 0 0,-1 1 0 0 0,0-1 0 0 0,0 0 1 0 0,-1-1-1 0 0,0 1 0 0 0,-1-1 0 0 0,0 0 0 0 0,1-12 1 0 0,-1 3 29 0 0,-1-1 0 0 0,-1 1 0 0 0,-1-1 0 0 0,-1 0 0 0 0,-3-21 1 0 0,4 40-29 0 0,0 0 0 0 0,0 0 1 0 0,0 0-1 0 0,-1 0 0 0 0,1 0 1 0 0,-1 0-1 0 0,0 0 1 0 0,1 1-1 0 0,-1-1 0 0 0,0 0 1 0 0,0 0-1 0 0,0 1 0 0 0,0-1 1 0 0,0 0-1 0 0,-1 1 0 0 0,1 0 1 0 0,0-1-1 0 0,-1 1 1 0 0,1-1-1 0 0,-1 1 0 0 0,1 0 1 0 0,-1 0-1 0 0,-2-1 0 0 0,1 1-13 0 0,0 1 0 0 0,0-1 0 0 0,0 1 0 0 0,0 0 0 0 0,0 0 0 0 0,0 0-1 0 0,0 0 1 0 0,0 0 0 0 0,-1 1 0 0 0,1-1 0 0 0,0 1 0 0 0,0 0 0 0 0,1 0 0 0 0,-1 0-1 0 0,-3 2 1 0 0,-4 2-288 0 0,0 0 0 0 0,0 1-1 0 0,1 0 1 0 0,0 1-1 0 0,1 0 1 0 0,-1 0-1 0 0,1 1 1 0 0,0 0 0 0 0,1 1-1 0 0,0-1 1 0 0,1 1-1 0 0,-1 1 1 0 0,2-1 0 0 0,-9 20-1 0 0,12-26 97 0 0,1 0 1 0 0,0 0-1 0 0,1 0 0 0 0,-1 1 0 0 0,0-1 1 0 0,1 0-1 0 0,0 0 0 0 0,0 1 0 0 0,0-1 0 0 0,0 0 1 0 0,0 1-1 0 0,1-1 0 0 0,-1 0 0 0 0,1 0 0 0 0,1 5 1 0 0,0-5-273 0 0,-1-1 1 0 0,0 1-1 0 0,1-1 1 0 0,0 1-1 0 0,0-1 1 0 0,-1 1-1 0 0,1-1 1 0 0,1 0-1 0 0,-1 0 1 0 0,4 3-1 0 0,6 4-2472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52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68 109 764 0 0,'4'-11'3993'0'0,"0"1"-1756"0"0,0 0 1 0 0,1 0-1 0 0,6-11 1 0 0,-10 20-2136 0 0,-5 33 82 0 0,-7 19-39 0 0,-3 0 1 0 0,-2-1 0 0 0,-25 53-1 0 0,33-88 1093 0 0,5-12-549 0 0,3-12-541 0 0,3-8-116 0 0,1-1 0 0 0,1 1 1 0 0,0 0-1 0 0,2 0 0 0 0,14-28 1 0 0,-3 12 45 0 0,40-54 0 0 0,-51 77-106 0 0,1 1-1 0 0,0 0 1 0 0,0 1-1 0 0,1 0 1 0 0,15-11 0 0 0,-18 15 12 0 0,-1 1 0 0 0,0 0 0 0 0,1 0 0 0 0,0 0 0 0 0,0 1 0 0 0,0 0 0 0 0,0 0 0 0 0,0 0 1 0 0,0 1-1 0 0,0 0 0 0 0,11 0 0 0 0,-14 1 10 0 0,0 0 0 0 0,0 1 0 0 0,0-1 1 0 0,-1 1-1 0 0,1 0 0 0 0,0 0 0 0 0,-1 0 0 0 0,1 0 1 0 0,0 0-1 0 0,-1 1 0 0 0,1-1 0 0 0,-1 1 0 0 0,0 0 0 0 0,1 0 1 0 0,-1 0-1 0 0,0 0 0 0 0,0 0 0 0 0,0 0 0 0 0,-1 0 1 0 0,1 1-1 0 0,0-1 0 0 0,-1 1 0 0 0,0-1 0 0 0,2 4 0 0 0,0 1 2 0 0,0 1-1 0 0,0 0 0 0 0,-1-1 0 0 0,1 1 0 0 0,-2 0 0 0 0,2 15 1 0 0,-3 17-74 0 0,-2-1 0 0 0,-1 0 1 0 0,-10 41-1 0 0,12-72-50 0 0,0-3-290 0 0,1 1 1 0 0,0-1 0 0 0,0 1-1 0 0,0 0 1 0 0,1-1 0 0 0,1 8-1 0 0,-1-12 98 0 0,0 0 0 0 0,0 1 1 0 0,0-1-1 0 0,-1 1 0 0 0,2-1 0 0 0,-1 0 0 0 0,0 0 0 0 0,0 0 0 0 0,0 0 0 0 0,0 0 1 0 0,1 0-1 0 0,-1 0 0 0 0,1 0 0 0 0,-1 0 0 0 0,1 0 0 0 0,-1-1 0 0 0,1 1 0 0 0,2 0 1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54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1 288 832 0 0,'5'-14'4103'0'0,"0"-1"0"0"0,4-27 0 0 0,3-7 1629 0 0,-11 47-5481 0 0,1-5 90 0 0,-2 7-327 0 0,0-1 1 0 0,0 1-1 0 0,0-1 0 0 0,0 1 0 0 0,0-1 1 0 0,0 1-1 0 0,0-1 0 0 0,0 1 0 0 0,0-1 1 0 0,1 1-1 0 0,-1-1 0 0 0,0 1 0 0 0,0-1 1 0 0,0 1-1 0 0,1-1 0 0 0,-1 1 0 0 0,0 0 0 0 0,1-1 1 0 0,-1 1-1 0 0,0-1 0 0 0,1 1 0 0 0,-1 0 1 0 0,0-1-1 0 0,1 1 0 0 0,74 9 181 0 0,-20-1-125 0 0,-26-6-12 0 0,33-2-1 0 0,20-1-43 0 0,-77 1-40 0 0,0 0 0 0 0,0 1 1 0 0,0-1-1 0 0,1 1 1 0 0,5 2-1 0 0,-10-3 25 0 0,-1 0-1 0 0,1 1 0 0 0,-1-1 1 0 0,1 0-1 0 0,-1 1 1 0 0,0-1-1 0 0,1 1 1 0 0,-1-1-1 0 0,0 0 0 0 0,1 1 1 0 0,-1-1-1 0 0,0 1 1 0 0,0-1-1 0 0,1 1 1 0 0,-1-1-1 0 0,0 1 0 0 0,0-1 1 0 0,0 1-1 0 0,0 0 1 0 0,0-1-1 0 0,1 1 1 0 0,-1-1-1 0 0,0 1 0 0 0,0-1 1 0 0,-1 1-1 0 0,1-1 1 0 0,0 1-1 0 0,0 0 1 0 0,0-1-1 0 0,0 1 0 0 0,0-1 1 0 0,0 1-1 0 0,-1-1 1 0 0,1 1-1 0 0,-1 0 1 0 0,-8 18 2 0 0,-6 1 0 0 0,-1 0 1 0 0,0-2-1 0 0,-2 0 1 0 0,0-1 0 0 0,-20 15-1 0 0,29-24-1 0 0,-39 33 7 0 0,-111 88 61 0 0,158-129-53 0 0,0 1 1 0 0,0-1-1 0 0,1 1 1 0 0,-1 0-1 0 0,0-1 1 0 0,0 1-1 0 0,0 0 1 0 0,1-1-1 0 0,-1 1 1 0 0,0 0-1 0 0,1 0 1 0 0,-1 0-1 0 0,1 0 1 0 0,-1 1-1 0 0,1-2-9 0 0,0 1 0 0 0,0-1 0 0 0,0 0-1 0 0,0 0 1 0 0,0 1 0 0 0,0-1 0 0 0,0 0 0 0 0,1 0-1 0 0,-1 1 1 0 0,0-1 0 0 0,0 0 0 0 0,0 0 0 0 0,0 1-1 0 0,1-1 1 0 0,-1 0 0 0 0,0 0 0 0 0,0 0 0 0 0,1 0-1 0 0,-1 1 1 0 0,0-1 0 0 0,0 0 0 0 0,1 0 0 0 0,-1 0-1 0 0,0 0 1 0 0,0 0 0 0 0,1 0 0 0 0,-1 0 0 0 0,0 0-1 0 0,0 0 1 0 0,1 0 0 0 0,-1 1 0 0 0,1-2 0 0 0,35 1 208 0 0,-25-1-207 0 0,0 1-13 0 0,0 0 0 0 0,1 1 0 0 0,-1 0 0 0 0,0 0 0 0 0,0 1 0 0 0,0 1 0 0 0,0 0 0 0 0,0 1 0 0 0,-1 0 0 0 0,1 0 0 0 0,-1 1 0 0 0,0 0 1 0 0,0 1-1 0 0,-1 0 0 0 0,0 1 0 0 0,0 0 0 0 0,14 14 0 0 0,-11-8 40 0 0,-1 0 0 0 0,0 1 0 0 0,-1 0 0 0 0,-1 0 0 0 0,0 1 0 0 0,-1 1 0 0 0,0-1 0 0 0,-1 1 0 0 0,-1 1 0 0 0,4 19 0 0 0,-8-29 177 0 0,0 1-1 0 0,-1 0 0 0 0,0 0 0 0 0,-1 0 0 0 0,0 1 0 0 0,0-1 1 0 0,0 0-1 0 0,-1 0 0 0 0,-1 0 0 0 0,1 0 0 0 0,-1-1 1 0 0,0 1-1 0 0,-1 0 0 0 0,0-1 0 0 0,0 1 0 0 0,-1-1 1 0 0,0 0-1 0 0,0 0 0 0 0,0 0 0 0 0,-1-1 0 0 0,0 0 1 0 0,-1 0-1 0 0,-10 10 0 0 0,7-8 208 0 0,0-1 0 0 0,-1-1 0 0 0,0 0 0 0 0,0 0 1 0 0,0-1-1 0 0,-1 0 0 0 0,0-1 0 0 0,0 0 0 0 0,0-1 0 0 0,0 0 0 0 0,-20 3 0 0 0,28-6-332 0 0,0 0 1 0 0,0 0-1 0 0,0 0 0 0 0,0 0 1 0 0,0 0-1 0 0,0-1 0 0 0,0 1 1 0 0,0-1-1 0 0,0 0 0 0 0,0 0 0 0 0,0 0 1 0 0,0 0-1 0 0,1-1 0 0 0,-1 1 1 0 0,-4-4-1 0 0,6 4-75 0 0,-1-1 0 0 0,1 0 1 0 0,-1 1-1 0 0,1-1 0 0 0,0 0 0 0 0,0 0 1 0 0,0 0-1 0 0,0 0 0 0 0,0 0 0 0 0,0-1 0 0 0,0 1 1 0 0,1 0-1 0 0,-1 0 0 0 0,1 0 0 0 0,0-1 1 0 0,0 1-1 0 0,-1 0 0 0 0,1 0 0 0 0,1-1 0 0 0,-1 1 1 0 0,0 0-1 0 0,0 0 0 0 0,1-1 0 0 0,0 1 1 0 0,-1 0-1 0 0,1 0 0 0 0,1-3 0 0 0,0-1-3 0 0,1-3-8 0 0,1 0 0 0 0,0 1 0 0 0,0-1 0 0 0,1 1 0 0 0,0 0 0 0 0,1 1 0 0 0,-1-1 0 0 0,8-7 0 0 0,58-52 0 0 0,-59 57 0 0 0,134-110-726 0 0,70-64-744 0 0,-162 128 836 0 0,-3-2-1 0 0,52-76 1 0 0,-99 128 466 0 0,0 0 1 0 0,0 0-1 0 0,-1-1 1 0 0,0 1-1 0 0,0-1 1 0 0,0 1-1 0 0,3-15 1 0 0,-6 21 150 0 0,0 0-1 0 0,0-1 1 0 0,0 1 0 0 0,0 0 0 0 0,0-1-1 0 0,0 1 1 0 0,0-1 0 0 0,0 1 0 0 0,-1 0-1 0 0,1-1 1 0 0,0 1 0 0 0,0 0 0 0 0,0-1-1 0 0,0 1 1 0 0,-1 0 0 0 0,1-1 0 0 0,0 1-1 0 0,0 0 1 0 0,-1 0 0 0 0,1-1 0 0 0,0 1-1 0 0,-1 0 1 0 0,1 0 0 0 0,0-1 0 0 0,-1 1-1 0 0,1 0 1 0 0,0 0 0 0 0,-1 0 0 0 0,1 0-1 0 0,0 0 1 0 0,-1-1 0 0 0,1 1 0 0 0,0 0-1 0 0,-1 0 1 0 0,1 0 0 0 0,-1 0 0 0 0,1 0-1 0 0,0 0 1 0 0,-1 0 0 0 0,1 0 0 0 0,-1 1-1 0 0,-14 1-86 0 0,14-2 101 0 0,-4 1-25 0 0,-1 1-1 0 0,0 0 1 0 0,1 0-1 0 0,0 1 0 0 0,-1 0 1 0 0,1 0-1 0 0,0 0 1 0 0,0 0-1 0 0,-7 7 0 0 0,-35 38-115 0 0,31-30 50 0 0,1 1 0 0 0,-24 39 0 0 0,35-51 71 0 0,1-1 1 0 0,-1 1-1 0 0,1 0 1 0 0,0 0-1 0 0,1 0 1 0 0,0 0-1 0 0,0 1 1 0 0,1-1-1 0 0,0 0 1 0 0,0 1-1 0 0,0-1 0 0 0,1 1 1 0 0,1 11-1 0 0,0-17 27 0 0,-1 0-1 0 0,1-1 1 0 0,-1 1-1 0 0,1 0 1 0 0,0 0-1 0 0,-1-1 1 0 0,1 1-1 0 0,0-1 0 0 0,0 1 1 0 0,0-1-1 0 0,0 1 1 0 0,1-1-1 0 0,-1 1 1 0 0,0-1-1 0 0,0 0 1 0 0,1 0-1 0 0,-1 0 1 0 0,3 2-1 0 0,-1-2 3 0 0,0 1 0 0 0,1-1 0 0 0,-1 1 0 0 0,1-1 1 0 0,0 0-1 0 0,-1 0 0 0 0,1-1 0 0 0,6 1 0 0 0,0 0 10 0 0,0-2 0 0 0,0 1 0 0 0,1-1 0 0 0,-1-1 0 0 0,17-5 0 0 0,-2-1-14 0 0,-2-2 1 0 0,1-1-1 0 0,-1-1 0 0 0,-1 0 1 0 0,0-2-1 0 0,-1-1 1 0 0,-1 0-1 0 0,0-2 0 0 0,-1 0 1 0 0,-1-1-1 0 0,0-1 0 0 0,-2-1 1 0 0,0 0-1 0 0,18-32 0 0 0,-26 38-8 0 0,12-30 1 0 0,-18 39-60 0 0,0 0 1 0 0,0 0 0 0 0,-1-1 0 0 0,0 1 0 0 0,0 0 0 0 0,-1-1 0 0 0,1 1 0 0 0,-1-1 0 0 0,-1-5 0 0 0,1 10 40 0 0,-1 1 1 0 0,0-1-1 0 0,1 0 1 0 0,-1 1-1 0 0,1-1 1 0 0,-1 0-1 0 0,0 1 1 0 0,0-1 0 0 0,1 1-1 0 0,-1-1 1 0 0,0 1-1 0 0,0-1 1 0 0,0 1-1 0 0,1 0 1 0 0,-1 0-1 0 0,0-1 1 0 0,0 1 0 0 0,0 0-1 0 0,0 0 1 0 0,0 0-1 0 0,0 0 1 0 0,1 0-1 0 0,-1 0 1 0 0,0 0-1 0 0,0 0 1 0 0,0 0-1 0 0,0 0 1 0 0,0 0 0 0 0,0 1-1 0 0,1-1 1 0 0,-1 0-1 0 0,0 1 1 0 0,0-1-1 0 0,-1 1 1 0 0,1 0-62 0 0,-1 0-1 0 0,1 1 1 0 0,-1-1 0 0 0,1 0 0 0 0,0 1 0 0 0,-1-1-1 0 0,1 1 1 0 0,0-1 0 0 0,0 1 0 0 0,0-1 0 0 0,0 1-1 0 0,0 0 1 0 0,0 0 0 0 0,1 0 0 0 0,-1-1 0 0 0,1 1-1 0 0,-1 0 1 0 0,1 0 0 0 0,0 0 0 0 0,0 0 0 0 0,-1 0-1 0 0,1 0 1 0 0,0 0 0 0 0,1 2 0 0 0,0-2 71 0 0,-1-1 0 0 0,1 0 0 0 0,0 1 1 0 0,0-1-1 0 0,-1 0 0 0 0,1 0 0 0 0,0 0 0 0 0,0 0 1 0 0,0 0-1 0 0,0 0 0 0 0,1 0 0 0 0,-1 0 0 0 0,0 0 1 0 0,0-1-1 0 0,1 1 0 0 0,-1 0 0 0 0,2 0 0 0 0,23 9-57 0 0,-4-6-225 0 0,-1-1 1 0 0,1 0-1 0 0,0-2 1 0 0,-1-1-1 0 0,1 0 1 0 0,0-2-1 0 0,-1-1 1 0 0,43-10-1 0 0,-41 7 4 0 0,0-2 0 0 0,42-20 0 0 0,-55 23 266 0 0,0-1 0 0 0,0 0 0 0 0,0-1 0 0 0,-1 0 0 0 0,0 0 0 0 0,0-1 0 0 0,14-17 0 0 0,-9 9-42 0 0,-13 16-40 0 0,-10 8 43 0 0,-5 8 47 0 0,0 0 1 0 0,1 1 0 0 0,1 1-1 0 0,-13 22 1 0 0,-32 80-50 0 0,54-114 69 0 0,1 1 1 0 0,-1 0-1 0 0,1-1 1 0 0,1 1 0 0 0,-1 0-1 0 0,1 1 1 0 0,0-1-1 0 0,1 0 1 0 0,0 0-1 0 0,0 0 1 0 0,2 13 0 0 0,-1-16-4 0 0,0 0 0 0 0,0 0 0 0 0,1 0 0 0 0,-1-1 0 0 0,1 1 1 0 0,0-1-1 0 0,0 1 0 0 0,0-1 0 0 0,0 1 0 0 0,1-1 1 0 0,-1 0-1 0 0,1 0 0 0 0,0 0 0 0 0,0-1 0 0 0,0 1 0 0 0,0-1 1 0 0,1 1-1 0 0,-1-1 0 0 0,1 0 0 0 0,-1 0 0 0 0,1 0 0 0 0,4 1 1 0 0,1 0-168 0 0,0 0 0 0 0,1-1 1 0 0,-1 0-1 0 0,1 0 1 0 0,-1-1-1 0 0,1 0 0 0 0,-1 0 1 0 0,1-1-1 0 0,0-1 0 0 0,-1 0 1 0 0,1 0-1 0 0,9-3 1 0 0,-6 0-16 0 0,-1 0-1 0 0,0-1 1 0 0,0 0 0 0 0,0-1 0 0 0,-1 0 0 0 0,0-1 0 0 0,20-17 0 0 0,-9 5 54 0 0,0-1-1 0 0,31-41 1 0 0,28-49 1181 0 0,-59 79-386 0 0,23-35 1182 0 0,-44 65-1838 0 0,-4 17-23 0 0,-6 7 109 0 0,1 0 0 0 0,1 0-1 0 0,0 1 1 0 0,2 0 0 0 0,1 0 0 0 0,-1 39 0 0 0,4-60 11 0 0,1 0 0 0 0,0 0 0 0 0,1 0 0 0 0,-1 0 0 0 0,0 0 0 0 0,1 0 0 0 0,0 0 1 0 0,0 0-1 0 0,0-1 0 0 0,0 1 0 0 0,0 0 0 0 0,0 0 0 0 0,1-1 0 0 0,-1 1 0 0 0,1-1 1 0 0,0 1-1 0 0,0-1 0 0 0,-1 0 0 0 0,2 0 0 0 0,3 4 0 0 0,-4-5-23 0 0,0 0 1 0 0,0 0-1 0 0,0-1 0 0 0,0 1 1 0 0,0 0-1 0 0,0-1 0 0 0,0 1 1 0 0,0-1-1 0 0,0 0 0 0 0,0 0 0 0 0,1 0 1 0 0,-1 0-1 0 0,0 0 0 0 0,3 0 1 0 0,29-7 520 0 0,-19 2-489 0 0,0-1 1 0 0,0 0-1 0 0,-1-1 1 0 0,0-1-1 0 0,-1 0 1 0 0,19-15-1 0 0,-13 8 64 0 0,-2-1 0 0 0,0-1 1 0 0,25-31-1 0 0,-36 40-81 0 0,0 0-1 0 0,0-1 1 0 0,-1 1 0 0 0,0-1 0 0 0,-1-1 0 0 0,0 1-1 0 0,5-19 1 0 0,-8 25-99 0 0,-1 0 0 0 0,1 0 0 0 0,-1-1-1 0 0,1 1 1 0 0,-1 0 0 0 0,0 0 0 0 0,0-1-1 0 0,-1 1 1 0 0,1 0 0 0 0,-1 0 0 0 0,1-1 0 0 0,-1 1-1 0 0,0 0 1 0 0,0 0 0 0 0,-1 0 0 0 0,1 0 0 0 0,0 0-1 0 0,-1 0 1 0 0,0 1 0 0 0,0-1 0 0 0,0 0-1 0 0,0 1 1 0 0,0 0 0 0 0,0-1 0 0 0,-1 1 0 0 0,1 0-1 0 0,-1 0 1 0 0,-2-2 0 0 0,-6-1-214 0 0,1-1 1 0 0,-1 2-1 0 0,0 0 1 0 0,0 0 0 0 0,0 0-1 0 0,0 2 1 0 0,-1-1-1 0 0,1 2 1 0 0,-1-1-1 0 0,1 2 1 0 0,-1-1-1 0 0,-13 2 1 0 0,-1 2-1993 0 0,-32 5 0 0 0,-20 11-6589 0 0,59-14 2870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56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15 464 0 0,'-5'9'13967'0'0,"36"-15"-12639"0"0,52-8-10107 0 0,-58 11 4203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7:59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160 521 932 0 0,'-28'26'9382'0'0,"25"-23"-9174"0"0,1 0 0 0 0,0 0 1 0 0,-1 0-1 0 0,1 0 0 0 0,0 0 0 0 0,0 1 0 0 0,1-1 0 0 0,-3 8 0 0 0,1-4-109 0 0,2-5-59 0 0,0 10 92 0 0,6 6 986 0 0,11-18-352 0 0,-12-2-690 0 0,1 0 0 0 0,-1 0 1 0 0,0 0-1 0 0,0 0 0 0 0,0-1 0 0 0,-1 1 1 0 0,1-1-1 0 0,-1 0 0 0 0,1 0 0 0 0,-1 0 1 0 0,0-1-1 0 0,0 1 0 0 0,0-1 0 0 0,4-7 0 0 0,0-2 184 0 0,-1 0 0 0 0,0-1 1 0 0,5-17-1 0 0,-10 28-225 0 0,1 0 1 0 0,-2 1 0 0 0,1-1-1 0 0,0 0 1 0 0,-1 0 0 0 0,1 0-1 0 0,-1 0 1 0 0,0 0 0 0 0,0 0-1 0 0,0 0 1 0 0,0 0 0 0 0,0 0-1 0 0,-1 0 1 0 0,0 0 0 0 0,1 0-1 0 0,-1 0 1 0 0,0 0 0 0 0,0 1-1 0 0,-3-6 1 0 0,3 7-49 0 0,-2 1-5 0 0,0 0 10 0 0,-1 1 1 0 0,0 0 0 0 0,1 0 0 0 0,-1 0-1 0 0,0 1 1 0 0,1-1 0 0 0,0 1 0 0 0,-1 0 0 0 0,1 0-1 0 0,0 0 1 0 0,0 0 0 0 0,0 0 0 0 0,0 1-1 0 0,0 0 1 0 0,1-1 0 0 0,-1 1 0 0 0,-3 5-1 0 0,-7 10-25 0 0,-20 35 0 0 0,24-37 26 0 0,-5 7-6 0 0,1 1-1 0 0,0 0 1 0 0,2 0-1 0 0,1 2 1 0 0,1-1-1 0 0,-10 45 1 0 0,18-67 17 0 0,1 0 0 0 0,-1 0 0 0 0,1 0 1 0 0,0 0-1 0 0,0 1 0 0 0,0-1 1 0 0,0 0-1 0 0,0 0 0 0 0,1 0 1 0 0,0 0-1 0 0,-1 0 0 0 0,1-1 0 0 0,0 1 1 0 0,0 0-1 0 0,1 0 0 0 0,-1 0 1 0 0,1-1-1 0 0,-1 1 0 0 0,3 2 1 0 0,-2-3-1 0 0,1 0 0 0 0,-1-1 0 0 0,1 1 0 0 0,-1 0 0 0 0,1-1 0 0 0,0 0 0 0 0,-1 0 0 0 0,1 0 1 0 0,0 0-1 0 0,0 0 0 0 0,0 0 0 0 0,0-1 0 0 0,0 0 0 0 0,0 1 0 0 0,0-1 0 0 0,0 0 0 0 0,0 0 0 0 0,4-1 1 0 0,4-1-139 0 0,1 0 0 0 0,-1 0 0 0 0,0-2 0 0 0,0 1 0 0 0,0-1 0 0 0,-1-1 1 0 0,19-10-1 0 0,-6 1-471 0 0,-1-1 0 0 0,24-21 1 0 0,-23 15 327 0 0,-1-2 1 0 0,0 0-1 0 0,-2-1 1 0 0,-1-1 0 0 0,-1-1-1 0 0,-1 0 1 0 0,22-50 0 0 0,-6-1 279 0 0,38-134 0 0 0,-35 36 2539 0 0,-29 128-1338 0 0,-54 250-968 0 0,28-123-160 0 0,-22 113 20 0 0,35-152-52 0 0,1-1 1 0 0,2 73-1 0 0,3-105-28 0 0,1 1 0 0 0,0-1 0 0 0,0 1 0 0 0,1-1-1 0 0,0 1 1 0 0,0-1 0 0 0,1 0 0 0 0,0 0 0 0 0,1 0-1 0 0,0-1 1 0 0,9 14 0 0 0,-10-17-4 0 0,1 0-1 0 0,-1 0 1 0 0,1 0-1 0 0,0-1 1 0 0,0 0 0 0 0,0 0-1 0 0,0 0 1 0 0,0 0 0 0 0,1-1-1 0 0,-1 0 1 0 0,1 1 0 0 0,0-2-1 0 0,0 1 1 0 0,0 0-1 0 0,0-1 1 0 0,0 0 0 0 0,0 0-1 0 0,0-1 1 0 0,0 1 0 0 0,0-1-1 0 0,6-1 1 0 0,-3 1-6 0 0,1-1 1 0 0,-1-1-1 0 0,0 1 0 0 0,1-1 1 0 0,-1-1-1 0 0,0 0 0 0 0,0 0 1 0 0,0 0-1 0 0,-1-1 0 0 0,14-9 1 0 0,-11 5-6 0 0,0 0 1 0 0,0 0 0 0 0,-1-1-1 0 0,-1 0 1 0 0,0-1 0 0 0,12-17-1 0 0,-2-3 9 0 0,-2-2-1 0 0,-1 0 1 0 0,-1 0-1 0 0,12-45 1 0 0,-21 61 230 0 0,-1-2 0 0 0,0 1 0 0 0,-2-1 0 0 0,2-24 0 0 0,-4 42-231 0 0,0 0-1 0 0,0-1 1 0 0,0 1 0 0 0,0-1-1 0 0,0 1 1 0 0,0 0-1 0 0,0-1 1 0 0,0 1-1 0 0,0-1 1 0 0,0 1 0 0 0,0-1-1 0 0,0 1 1 0 0,0 0-1 0 0,0-1 1 0 0,-1 1-1 0 0,1-1 1 0 0,0 1-1 0 0,0 0 1 0 0,0-1 0 0 0,-1 1-1 0 0,1 0 1 0 0,0-1-1 0 0,0 1 1 0 0,-1 0-1 0 0,1-1 1 0 0,0 1 0 0 0,-1 0-1 0 0,1-1 1 0 0,0 1-1 0 0,-1 0 1 0 0,0 0-1 0 0,-11 5 65 0 0,-10 19-62 0 0,6-2-10 0 0,1 1-1 0 0,0 1 0 0 0,2 0 1 0 0,1 1-1 0 0,1 1 1 0 0,1 0-1 0 0,1 0 0 0 0,-9 48 1 0 0,17-69 4 0 0,0 0 0 0 0,1 0 0 0 0,0 0 0 0 0,0 1 0 0 0,0-1 0 0 0,0 0 0 0 0,1 0 0 0 0,0 0 0 0 0,0 0 0 0 0,0 0 0 0 0,1 0-1 0 0,0 0 1 0 0,0 0 0 0 0,0 0 0 0 0,4 5 0 0 0,-4-7 0 0 0,1 0-1 0 0,0 1 0 0 0,0-1 0 0 0,0 0 0 0 0,1 0 1 0 0,-1-1-1 0 0,1 1 0 0 0,-1-1 0 0 0,1 0 0 0 0,0 0 0 0 0,0 0 1 0 0,0 0-1 0 0,0 0 0 0 0,0-1 0 0 0,0 0 0 0 0,1 0 1 0 0,-1 0-1 0 0,6 0 0 0 0,2 0-41 0 0,0-1 0 0 0,0 0 0 0 0,0 0 0 0 0,0-1 0 0 0,-1-1 0 0 0,1 0 0 0 0,0-1 0 0 0,-1 0 0 0 0,0 0 0 0 0,0-1 0 0 0,0-1 0 0 0,0 0 0 0 0,0 0 0 0 0,11-9 0 0 0,-7 3-11 0 0,0-1 1 0 0,-1-1-1 0 0,0 0 1 0 0,-1 0-1 0 0,-1-1 0 0 0,0-1 1 0 0,-1 0-1 0 0,12-21 1 0 0,-13 19 21 0 0,52-95-14 0 0,-62 111 28 0 0,0 0 1 0 0,1 0-1 0 0,-1 0 0 0 0,1 0 1 0 0,-1 0-1 0 0,1 0 1 0 0,0 0-1 0 0,-1 0 1 0 0,1 0-1 0 0,0 0 1 0 0,0 0-1 0 0,-1 1 0 0 0,1-1 1 0 0,0 0-1 0 0,0 0 1 0 0,0 1-1 0 0,0-1 1 0 0,0 1-1 0 0,0-1 1 0 0,2 0-1 0 0,-2 1 9 0 0,-1 0 1 0 0,1 1-1 0 0,0-1 0 0 0,0 0 0 0 0,-1 0 0 0 0,1 1 1 0 0,0-1-1 0 0,-1 1 0 0 0,1-1 0 0 0,-1 1 1 0 0,1-1-1 0 0,-1 1 0 0 0,1-1 0 0 0,-1 1 1 0 0,1-1-1 0 0,-1 1 0 0 0,1-1 0 0 0,-1 1 1 0 0,0 0-1 0 0,1-1 0 0 0,-1 1 0 0 0,0 0 0 0 0,1 0 1 0 0,2 9 24 0 0,0-1 0 0 0,0 1 0 0 0,1 12 0 0 0,-4-19-17 0 0,4 18 75 0 0,-2 0-1 0 0,-1 0 0 0 0,-1 31 1 0 0,-1-40 0 0 0,0 0-1 0 0,-1-1 1 0 0,0 1 0 0 0,-1-1 0 0 0,0 1 0 0 0,-1-1 0 0 0,-9 19-1 0 0,11-26-3 0 0,0 0 0 0 0,-1 0 0 0 0,1 0 0 0 0,-1-1 0 0 0,0 1 0 0 0,0-1 0 0 0,-6 6 0 0 0,7-8 52 0 0,2-1-125 0 0,0 0 0 0 0,-1 1 0 0 0,1-1 0 0 0,-1 0 0 0 0,1 0 0 0 0,-1 0 0 0 0,1 0-1 0 0,0 0 1 0 0,-1 0 0 0 0,1 0 0 0 0,-1 0 0 0 0,1 0 0 0 0,0 0 0 0 0,-1 0 0 0 0,1-1-1 0 0,-1 1 1 0 0,1 0 0 0 0,0 0 0 0 0,-1 0 0 0 0,1 0 0 0 0,-1-1 0 0 0,1 1 0 0 0,0 0 0 0 0,-1 0-1 0 0,1-1 1 0 0,0 1 0 0 0,0 0 0 0 0,-1-1 0 0 0,1 1 0 0 0,0 0 0 0 0,0-1 0 0 0,-1 1-1 0 0,-1-17 23 0 0,8-17-14 0 0,-2 22-31 0 0,0 1 0 0 0,1-1 0 0 0,0 1 1 0 0,0 0-1 0 0,1 0 0 0 0,1 0 0 0 0,0 1 0 0 0,0 0 0 0 0,1 1 0 0 0,0-1 1 0 0,1 1-1 0 0,0 1 0 0 0,0 0 0 0 0,15-10 0 0 0,-22 17 10 0 0,1 0 1 0 0,-1 0-1 0 0,0 0 0 0 0,0 0 0 0 0,1 0 0 0 0,-1 0 1 0 0,1 1-1 0 0,-1 0 0 0 0,1-1 0 0 0,-1 1 0 0 0,1 0 1 0 0,-1 0-1 0 0,1 0 0 0 0,3 1 0 0 0,0 0 8 0 0,0 1 0 0 0,0-1-1 0 0,0 1 1 0 0,-1 0 0 0 0,1 1-1 0 0,-1-1 1 0 0,1 1 0 0 0,-1 0 0 0 0,0 1-1 0 0,0-1 1 0 0,0 1 0 0 0,0 0-1 0 0,-1 0 1 0 0,0 1 0 0 0,5 5-1 0 0,-3 0 27 0 0,0 0-1 0 0,0 0 0 0 0,-1 0 0 0 0,0 0 1 0 0,4 19-1 0 0,-8-26-10 0 0,0 1 1 0 0,0-1-1 0 0,0 1 1 0 0,-1-1-1 0 0,0 1 1 0 0,0 0-1 0 0,0-1 0 0 0,0 1 1 0 0,0 0-1 0 0,-1-1 1 0 0,0 1-1 0 0,0-1 0 0 0,0 1 1 0 0,0-1-1 0 0,0 1 1 0 0,-4 5-1 0 0,4-8 29 0 0,-3 2 38 0 0,1-2-28 0 0,2-11-75 0 0,3 3-24 0 0,0-1 0 0 0,0 1 0 0 0,0 0 0 0 0,1-1-1 0 0,0 1 1 0 0,1 0 0 0 0,6-10 0 0 0,4-3-46 0 0,19-23 0 0 0,-25 33 57 0 0,1 0 0 0 0,1 0 0 0 0,-1 1 0 0 0,2 0 0 0 0,-1 0 0 0 0,1 1 0 0 0,1 1 0 0 0,-1 0 0 0 0,1 0 0 0 0,0 2 1 0 0,1-1-1 0 0,0 1 0 0 0,19-4 0 0 0,-30 8 33 0 0,1 1 1 0 0,-1 0 0 0 0,1 0-1 0 0,0 0 1 0 0,-1 0 0 0 0,1 1-1 0 0,0-1 1 0 0,-1 1 0 0 0,1-1-1 0 0,-1 1 1 0 0,1 0 0 0 0,-1 0 0 0 0,1 0-1 0 0,-1 0 1 0 0,1 1 0 0 0,-1-1-1 0 0,0 1 1 0 0,0-1 0 0 0,0 1-1 0 0,0 0 1 0 0,0 0 0 0 0,0 0-1 0 0,0 0 1 0 0,-1 0 0 0 0,1 0-1 0 0,-1 0 1 0 0,0 1 0 0 0,1-1-1 0 0,-1 0 1 0 0,0 1 0 0 0,1 3 0 0 0,1 3 28 0 0,0 0 1 0 0,-1-1 0 0 0,0 1 0 0 0,-1 0-1 0 0,0 0 1 0 0,0 0 0 0 0,-1 14 0 0 0,-2-2 46 0 0,-7 30 0 0 0,-4 19-3 0 0,13-67-64 0 0,0-1 0 0 0,-1 0-1 0 0,1 1 1 0 0,0-1 0 0 0,0 1-1 0 0,1-1 1 0 0,-1 0 0 0 0,0 1-1 0 0,1-1 1 0 0,0 0 0 0 0,-1 1-1 0 0,3 2 1 0 0,-3-4-2 0 0,1 0 0 0 0,0 0 0 0 0,0 0 0 0 0,0 0 0 0 0,0 0 0 0 0,0-1 0 0 0,0 1 0 0 0,0 0 0 0 0,0-1 0 0 0,0 1 0 0 0,0-1 1 0 0,1 1-1 0 0,-1-1 0 0 0,0 0 0 0 0,0 0 0 0 0,0 1 0 0 0,1-1 0 0 0,-1 0 0 0 0,0 0 0 0 0,0 0 0 0 0,1 0 0 0 0,-1 0 0 0 0,0 0 0 0 0,0-1 0 0 0,1 1 0 0 0,-1 0 0 0 0,2-1 0 0 0,17-5-4 0 0,0 0 0 0 0,0-2 0 0 0,0 0 0 0 0,-1-1 0 0 0,-1 0 0 0 0,0-2 0 0 0,0 0 0 0 0,-1-2 0 0 0,31-27 0 0 0,-25 18 6 0 0,-2 0 0 0 0,0-2-1 0 0,-2 0 1 0 0,0-1 0 0 0,-2-1 0 0 0,17-34 0 0 0,-32 56-14 0 0,0 1 1 0 0,0-1 0 0 0,-1 1 0 0 0,1-1 0 0 0,-1 1-1 0 0,0-1 1 0 0,0 0 0 0 0,0 0 0 0 0,-1 0-1 0 0,1 1 1 0 0,-1-7 0 0 0,0 8-27 0 0,-12 8-66 0 0,-6 13 93 0 0,2 2 0 0 0,0 0 0 0 0,1 0 0 0 0,1 2 0 0 0,1 0 0 0 0,1 0-1 0 0,-14 42 1 0 0,23-59 18 0 0,1 0 0 0 0,1 0 0 0 0,-1 0 0 0 0,1 0 0 0 0,0 0 0 0 0,1 1 0 0 0,-1-1 0 0 0,2 9-1 0 0,-1-12-3 0 0,1-1 0 0 0,-1 1-1 0 0,1-1 1 0 0,-1 0-1 0 0,1 1 1 0 0,0-1-1 0 0,0 0 1 0 0,0 1-1 0 0,1-1 1 0 0,-1 0 0 0 0,0 0-1 0 0,1 0 1 0 0,0 0-1 0 0,-1 0 1 0 0,1 0-1 0 0,0-1 1 0 0,0 1-1 0 0,0 0 1 0 0,0-1-1 0 0,0 0 1 0 0,0 1 0 0 0,0-1-1 0 0,4 1 1 0 0,2 1 2 0 0,1 0 0 0 0,-1-1 0 0 0,1 0 0 0 0,0 0 1 0 0,0-1-1 0 0,0-1 0 0 0,0 1 0 0 0,0-1 0 0 0,0-1 1 0 0,-1 0-1 0 0,1 0 0 0 0,0 0 0 0 0,0-1 0 0 0,0-1 0 0 0,-1 1 1 0 0,0-1-1 0 0,12-6 0 0 0,-2 0-20 0 0,-1-1 0 0 0,0-1 0 0 0,0 0-1 0 0,-1-1 1 0 0,0-1 0 0 0,22-24 0 0 0,-11 7-9 0 0,-8 9-81 0 0,1 0 0 0 0,28-21 0 0 0,-48 41 96 0 0,1 1-1 0 0,0-1 0 0 0,0 0 1 0 0,0 1-1 0 0,0-1 1 0 0,0 1-1 0 0,-1-1 0 0 0,1 1 1 0 0,0 0-1 0 0,0-1 0 0 0,0 1 1 0 0,0 0-1 0 0,0 0 0 0 0,0 0 1 0 0,0 0-1 0 0,0 0 1 0 0,0 0-1 0 0,0 0 0 0 0,0 0 1 0 0,0 0-1 0 0,0 0 0 0 0,0 0 1 0 0,0 1-1 0 0,0-1 0 0 0,0 0 1 0 0,2 2-1 0 0,-1-1 2 0 0,0 1 1 0 0,0-1-1 0 0,-1 1 0 0 0,1 0 0 0 0,0 0 0 0 0,-1 0 0 0 0,1 0 0 0 0,-1 0 1 0 0,1 0-1 0 0,1 4 0 0 0,1 3 17 0 0,-1 0-1 0 0,1 0 1 0 0,-2 0-1 0 0,4 16 1 0 0,-5-17 15 0 0,-1-1-1 0 0,0 1 1 0 0,0 0 0 0 0,-1 0 0 0 0,0-1-1 0 0,0 1 1 0 0,-1-1 0 0 0,0 1-1 0 0,0-1 1 0 0,0 0 0 0 0,-1 1 0 0 0,0-1-1 0 0,-1-1 1 0 0,0 1 0 0 0,-6 9-1 0 0,8-13 0 0 0,0 0-1 0 0,0 0 0 0 0,0-1 1 0 0,0 1-1 0 0,-1-1 0 0 0,-4 4 1 0 0,-3 3 67 0 0,9-8-64 0 0,0-1-28 0 0,1 0 0 0 0,-1 0 0 0 0,1 0 0 0 0,-1 0 0 0 0,1 0 0 0 0,-1 0 0 0 0,1-1 0 0 0,0 1 0 0 0,-1 0 0 0 0,1 0 0 0 0,-1 0 1 0 0,1-1-1 0 0,-1 1 0 0 0,1 0 0 0 0,0-1 0 0 0,-1 1 0 0 0,1 0 0 0 0,0-1 0 0 0,-1 1 0 0 0,1-1 0 0 0,0 1 0 0 0,0 0 0 0 0,-1-1 0 0 0,1 1 0 0 0,0-1 0 0 0,0 1 0 0 0,0-1 0 0 0,0 1 0 0 0,-1-1 0 0 0,1 1 0 0 0,0-1 0 0 0,0 1 0 0 0,0-1 0 0 0,0 1 0 0 0,0-1 0 0 0,0 1 0 0 0,0-1 0 0 0,0 1 1 0 0,1-1-1 0 0,-1 1 0 0 0,0 0 0 0 0,0-1 0 0 0,0 0 0 0 0,5-22-21 0 0,0 12 14 0 0,-1 0 1 0 0,2 0-1 0 0,-1 0 1 0 0,1 0-1 0 0,1 1 1 0 0,13-16-1 0 0,1 2-19 0 0,33-29 0 0 0,-43 43-17 0 0,0 1 0 0 0,0 0 1 0 0,1 0-1 0 0,0 1 0 0 0,0 1 1 0 0,1 0-1 0 0,0 1 0 0 0,0 0 1 0 0,24-7-1 0 0,-35 13 38 0 0,-1 0 0 0 0,1-1-1 0 0,-1 1 1 0 0,1 0 0 0 0,-1 0 0 0 0,1 0 0 0 0,0 0 0 0 0,-1 0-1 0 0,1 1 1 0 0,-1-1 0 0 0,1 0 0 0 0,-1 1 0 0 0,1-1-1 0 0,-1 1 1 0 0,1 0 0 0 0,-1-1 0 0 0,1 1 0 0 0,-1 0 0 0 0,0 0-1 0 0,3 2 1 0 0,-3-2 9 0 0,1 1 0 0 0,0 0-1 0 0,-1 1 1 0 0,0-1 0 0 0,0 0 0 0 0,1 0-1 0 0,-1 1 1 0 0,0-1 0 0 0,-1 0 0 0 0,1 1-1 0 0,1 3 1 0 0,-1 5 35 0 0,0 0 0 0 0,-1 0-1 0 0,0-1 1 0 0,-2 18 0 0 0,-16 68 114 0 0,4-31-69 0 0,15-46-44 0 0,0-18-42 0 0,-1 1 0 0 0,0 0 1 0 0,1 0-1 0 0,-1-1 0 0 0,1 1 1 0 0,-1 0-1 0 0,1-1 0 0 0,0 1 0 0 0,0 0 1 0 0,-1-1-1 0 0,1 1 0 0 0,0-1 1 0 0,1 1-1 0 0,-1-1 0 0 0,0 0 1 0 0,0 0-1 0 0,1 1 0 0 0,-1-1 0 0 0,0 0 1 0 0,1 0-1 0 0,-1 0 0 0 0,1 0 1 0 0,0-1-1 0 0,-1 1 0 0 0,3 0 1 0 0,0 1-70 0 0,1-1 0 0 0,0 0 0 0 0,0 0 0 0 0,0-1 0 0 0,10 0 0 0 0,-13 0 19 0 0,8 0-237 0 0,1-1 0 0 0,0 0-1 0 0,-1 0 1 0 0,1-2-1 0 0,-1 1 1 0 0,0-1-1 0 0,0-1 1 0 0,17-7 0 0 0,-12 3-151 0 0,-1-1 1 0 0,0 0 0 0 0,-1-1-1 0 0,24-22 1 0 0,-5-3-220 0 0,-1-2 1 0 0,48-74-1 0 0,-53 67 917 0 0,-3 0-1 0 0,26-68 0 0 0,-31 70 559 0 0,32-92 4237 0 0,-49 131-4512 0 0,-1 6-266 0 0,-4 15 356 0 0,-1 1 0 0 0,0-1 0 0 0,-15 32 0 0 0,4-10 63 0 0,-97 334 1829 0 0,112-368-2516 0 0,1-1 1 0 0,-1 0-1 0 0,1 1 1 0 0,0-1-1 0 0,0 1 0 0 0,1-1 1 0 0,0 0-1 0 0,2 10 1 0 0,-3-14-46 0 0,1 0 1 0 0,-1 0 0 0 0,1 0 0 0 0,-1-1 0 0 0,1 1 0 0 0,-1 0 0 0 0,1 0-1 0 0,0 0 1 0 0,0 0 0 0 0,-1-1 0 0 0,1 1 0 0 0,0 0 0 0 0,0 0 0 0 0,0-1-1 0 0,0 1 1 0 0,0-1 0 0 0,0 1 0 0 0,0-1 0 0 0,0 1 0 0 0,0-1 0 0 0,0 0-1 0 0,1 1 1 0 0,21 1-1288 0 0,-17-3 769 0 0,1 0 1 0 0,-1-1-1 0 0,0 1 0 0 0,0-1 1 0 0,0-1-1 0 0,0 1 0 0 0,0-1 0 0 0,-1 0 1 0 0,8-6-1 0 0,-1 0-1774 0 0,-1 0 0 0 0,0 0 0 0 0,10-13 0 0 0,-3 2-3513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00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89 548 0 0,'-187'13'19834'0'0,"184"-13"-18649"0"0,9 0-1104 0 0,0 0 0 0 0,0-1 0 0 0,0 0 0 0 0,9-3-1 0 0,13-1 24 0 0,244-36-3633 0 0,-93 3-6028 0 0,-127 26 2972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01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297 291 1720 0 0,'-3'-1'2254'0'0,"-20"-10"2952"0"0,-34-14 2282 0 0,55 25-7427 0 0,0 0 1 0 0,1 0 0 0 0,-1 0-1 0 0,0 0 1 0 0,0 0 0 0 0,1 1 0 0 0,-1-1-1 0 0,0 0 1 0 0,1 1 0 0 0,-1-1 0 0 0,0 1-1 0 0,1 0 1 0 0,-1-1 0 0 0,1 1-1 0 0,-3 2 1 0 0,-22 16 409 0 0,7 0-235 0 0,0 1-1 0 0,2 0 0 0 0,-25 36 0 0 0,33-41-189 0 0,0 0 1 0 0,1 1-1 0 0,0 0 0 0 0,1 0 0 0 0,1 0 0 0 0,-6 27 0 0 0,11-40-36 0 0,0 0 1 0 0,1 0 0 0 0,-1-1-1 0 0,1 1 1 0 0,0 0-1 0 0,0 0 1 0 0,0 0-1 0 0,1 0 1 0 0,-1 0 0 0 0,1-1-1 0 0,-1 1 1 0 0,1 0-1 0 0,0 0 1 0 0,0-1 0 0 0,0 1-1 0 0,0 0 1 0 0,1-1-1 0 0,-1 1 1 0 0,3 2-1 0 0,-2-2 3 0 0,1-1-1 0 0,0 1 0 0 0,0-1 1 0 0,0 0-1 0 0,0 0 0 0 0,0 0 1 0 0,1 0-1 0 0,-1-1 0 0 0,0 1 1 0 0,1-1-1 0 0,-1 0 0 0 0,1 0 1 0 0,4 1-1 0 0,2-1 11 0 0,0 0 0 0 0,0 0 0 0 0,0-1 0 0 0,0 0 0 0 0,0-1 0 0 0,-1 0 0 0 0,1 0 0 0 0,0-1 0 0 0,0-1 0 0 0,13-5 0 0 0,-15 5-20 0 0,0-1-1 0 0,-1 0 1 0 0,1-1-1 0 0,-1 0 1 0 0,0 0-1 0 0,0-1 1 0 0,-1 1-1 0 0,0-2 1 0 0,0 1-1 0 0,0 0 0 0 0,-1-1 1 0 0,1 0-1 0 0,-2-1 1 0 0,1 1-1 0 0,-1-1 1 0 0,0 0-1 0 0,-1 0 1 0 0,0 0-1 0 0,0 0 1 0 0,-1 0-1 0 0,0-1 1 0 0,0 0-1 0 0,-1 1 1 0 0,0-1-1 0 0,-1 0 1 0 0,1 1-1 0 0,-2-1 1 0 0,1 0-1 0 0,-1 1 1 0 0,-1-1-1 0 0,0 1 1 0 0,0-1-1 0 0,0 1 1 0 0,-1 0-1 0 0,-8-16 1 0 0,9 20-13 0 0,0 0 0 0 0,0 1 1 0 0,0-1-1 0 0,-1 1 1 0 0,1-1-1 0 0,-1 1 1 0 0,0 0-1 0 0,0 0 1 0 0,0 0-1 0 0,-1 0 1 0 0,1 1-1 0 0,-1-1 1 0 0,1 1-1 0 0,-1 0 1 0 0,0 0-1 0 0,0 0 1 0 0,0 1-1 0 0,0-1 1 0 0,0 1-1 0 0,-8-1 1 0 0,6 1-6 0 0,1 1 1 0 0,-1 0 0 0 0,0 1-1 0 0,0 0 1 0 0,0 0-1 0 0,0 0 1 0 0,1 0-1 0 0,-1 1 1 0 0,1 0 0 0 0,-1 0-1 0 0,1 0 1 0 0,0 1-1 0 0,-1 0 1 0 0,-7 6-1 0 0,7-4 3 0 0,0 0-1 0 0,0 0 1 0 0,1 0-1 0 0,0 0 1 0 0,0 1-1 0 0,0 0 1 0 0,1 0-1 0 0,-1 0 1 0 0,-4 11-1 0 0,8-15 14 0 0,0 0 0 0 0,0 0 0 0 0,0 1 0 0 0,0-1 0 0 0,1 0 0 0 0,-1 1 0 0 0,1-1 0 0 0,-1 1 0 0 0,1-1 0 0 0,0 1 0 0 0,0-1 0 0 0,0 1 0 0 0,0-1 0 0 0,0 1 1 0 0,1-1-1 0 0,-1 0 0 0 0,1 1 0 0 0,-1-1 0 0 0,1 1 0 0 0,0-1 0 0 0,0 0 0 0 0,0 0 0 0 0,0 1 0 0 0,1-1 0 0 0,-1 0 0 0 0,1 0 0 0 0,-1 0 0 0 0,1 0 0 0 0,-1-1 0 0 0,1 1 0 0 0,0 0 0 0 0,2 1 0 0 0,5 2 13 0 0,0 0-1 0 0,0 0 1 0 0,0-1 0 0 0,0-1-1 0 0,1 1 1 0 0,0-1 0 0 0,0-1-1 0 0,-1 0 1 0 0,1 0 0 0 0,1-1-1 0 0,18 0 1 0 0,1-2-4 0 0,1-1 0 0 0,49-10 1 0 0,-52 6-4 0 0,-1-1-1 0 0,0 0 1 0 0,-1-2 0 0 0,0-2-1 0 0,0 0 1 0 0,-1-1 0 0 0,0-2 0 0 0,30-22-1 0 0,-42 26-5 0 0,1-1 0 0 0,-2-1 0 0 0,0 0 0 0 0,0 0 0 0 0,-1-2 0 0 0,0 1 0 0 0,-2-1 0 0 0,1-1 0 0 0,-2 0 0 0 0,0 0 0 0 0,-1 0 0 0 0,0-1 0 0 0,-1 0 0 0 0,6-30-1 0 0,5-55 254 0 0,-16 98-279 0 0,-4-3-53 0 0,2 4 67 0 0,-4 8 7 0 0,-2 7 34 0 0,-1 0-1 0 0,1 0 1 0 0,1 0 0 0 0,1 1-1 0 0,0 0 1 0 0,-5 20 0 0 0,1-2 297 0 0,-284 1083 6193 0 0,258-897-5717 0 0,34-204-707 0 0,0-10-47 0 0,1 1 0 0 0,0-1 0 0 0,1 0 0 0 0,-1 0 0 0 0,1 0 0 0 0,-1 0 0 0 0,1 0 0 0 0,0 0 0 0 0,1 0 0 0 0,-1 0 0 0 0,4 7 0 0 0,-4-10-28 0 0,0 1-1 0 0,0 0 1 0 0,0-1-1 0 0,0 0 1 0 0,0 1-1 0 0,0-1 1 0 0,1 0-1 0 0,-1 0 1 0 0,0 1-1 0 0,1-1 1 0 0,-1 0-1 0 0,0 0 1 0 0,1 0-1 0 0,0-1 1 0 0,-1 1-1 0 0,1 0 0 0 0,-1-1 1 0 0,1 1-1 0 0,0-1 1 0 0,-1 1-1 0 0,1-1 1 0 0,0 0-1 0 0,0 1 1 0 0,-1-1-1 0 0,1 0 1 0 0,0 0-1 0 0,0 0 1 0 0,0-1-1 0 0,-1 1 1 0 0,1 0-1 0 0,0-1 1 0 0,1 0-1 0 0,5-2-8 0 0,-1 0 0 0 0,-1 0 0 0 0,1-1 0 0 0,0 0 0 0 0,-1 0 0 0 0,0 0 0 0 0,0-1 0 0 0,0 0 1 0 0,0-1-1 0 0,5-5 0 0 0,-3 1-44 0 0,-1 0 0 0 0,0 0 0 0 0,0-1 0 0 0,-1 0 0 0 0,-1 0 0 0 0,6-13 0 0 0,-7 12-4 0 0,0 1 0 0 0,-1-1-1 0 0,0 0 1 0 0,0 0 0 0 0,-2-1 0 0 0,1 1-1 0 0,-2 0 1 0 0,1 0 0 0 0,-2-1 0 0 0,1 1-1 0 0,-2 0 1 0 0,0-1 0 0 0,0 1 0 0 0,-6-14-1 0 0,2 12 19 0 0,-1 0 0 0 0,-1 1 0 0 0,0 0 0 0 0,-1 0 0 0 0,0 1 0 0 0,-1 0 0 0 0,-1 1 0 0 0,0 0 0 0 0,0 0 0 0 0,-1 1 0 0 0,-13-8 0 0 0,-21-13-21 0 0,-86-41 0 0 0,93 52 7 0 0,15 9-16 0 0,19 9-140 0 0,-1 0-1 0 0,1 0 1 0 0,0-1-1 0 0,0 1 1 0 0,0-1-1 0 0,0-1 0 0 0,0 1 1 0 0,1 0-1 0 0,-1-1 1 0 0,1 0-1 0 0,0 0 1 0 0,-6-8-1 0 0,10 11 65 0 0,0-1-1 0 0,-1 1 1 0 0,1-1 0 0 0,0 0-1 0 0,0 1 1 0 0,0-1-1 0 0,1 1 1 0 0,-1-1-1 0 0,0 0 1 0 0,0 1-1 0 0,1-1 1 0 0,-1 1-1 0 0,1-1 1 0 0,0 1 0 0 0,-1-1-1 0 0,1 1 1 0 0,0-1-1 0 0,0 1 1 0 0,0 0-1 0 0,0 0 1 0 0,0-1-1 0 0,0 1 1 0 0,0 0-1 0 0,0 0 1 0 0,0 0 0 0 0,3-2-1 0 0,36-26-2508 0 0,-40 29 2628 0 0,104-54-6045 0 0,-47 26 463 0 0,-14 7-146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02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295 146 408 0 0,'-41'-66'21717'0'0,"37"56"-17650"0"0,-5-6-42 0 0,8 16-4004 0 0,1 0 1 0 0,0 0-1 0 0,-1-1 0 0 0,1 1 1 0 0,0 0-1 0 0,0 0 1 0 0,0-1-1 0 0,-1 1 1 0 0,1 0-1 0 0,0-1 0 0 0,0 1 1 0 0,0 0-1 0 0,0 0 1 0 0,-1-1-1 0 0,1 1 0 0 0,0 0 1 0 0,0-1-1 0 0,0 1 1 0 0,0 0-1 0 0,0-1 1 0 0,0 1-1 0 0,0 0 0 0 0,0-1 1 0 0,11-4-22 0 0,1 2 1 0 0,-1 0-1 0 0,1 0 1 0 0,0 1-1 0 0,0 0 1 0 0,16 1-1 0 0,-18 0-7 0 0,248-22-588 0 0,-256 22 580 0 0,12 0-132 0 0,-13 1 126 0 0,1-1-1 0 0,-1 1 0 0 0,0 0 1 0 0,1 0-1 0 0,-1 0 0 0 0,0 0 1 0 0,1 0-1 0 0,-1 0 0 0 0,1 0 0 0 0,-1 0 1 0 0,0 0-1 0 0,1 1 0 0 0,-1-1 1 0 0,0 1-1 0 0,1-1 0 0 0,-1 1 1 0 0,0-1-1 0 0,1 1 0 0 0,-1 0 0 0 0,1 0 1 0 0,-1 2 7 0 0,0-1 1 0 0,-1 1-1 0 0,1-1 1 0 0,-1 1-1 0 0,0-1 1 0 0,0 1-1 0 0,0 0 1 0 0,0-1-1 0 0,0 1 1 0 0,0-1-1 0 0,0 1 1 0 0,-1-1-1 0 0,-1 5 1 0 0,1-3 0 0 0,-53 229 108 0 0,10-48 545 0 0,-29 96 319 0 0,70-271-855 0 0,0-1-1 0 0,0 0 1 0 0,-1 0 0 0 0,0-1 0 0 0,-1 1 0 0 0,0-1-1 0 0,0 0 1 0 0,-7 8 0 0 0,8-12-49 0 0,0 0 0 0 0,-1-1 0 0 0,1 1 0 0 0,-1-1 0 0 0,1 0 0 0 0,-1 0 0 0 0,0 0 1 0 0,0-1-1 0 0,-1 0 0 0 0,1 0 0 0 0,0 0 0 0 0,-1 0 0 0 0,1-1 0 0 0,-12 1 0 0 0,-8 0-55 0 0,0-2 0 0 0,-1-1 0 0 0,1-1 0 0 0,0-1 0 0 0,0-2 0 0 0,1 0 0 0 0,-1-1 0 0 0,1-2 0 0 0,-26-11 0 0 0,33 12 0 0 0,13 5 0 0 0,-10-8 0 0 0,11 8-158 0 0,1 1 1 0 0,-1 0-1 0 0,1-1 0 0 0,0 0 0 0 0,0 0 1 0 0,-1 1-1 0 0,1-1 0 0 0,1-1 0 0 0,-1 1 1 0 0,-2-3-1 0 0,0-1-603 0 0,3 5 454 0 0,0 0 0 0 0,1 0-1 0 0,-1 0 1 0 0,0-1 0 0 0,1 1-1 0 0,-1 0 1 0 0,0 0 0 0 0,1-1-1 0 0,0 1 1 0 0,-1-1-1 0 0,1 1 1 0 0,0 0 0 0 0,0-1-1 0 0,0 1 1 0 0,0-1 0 0 0,0 1-1 0 0,0-1 1 0 0,0 1 0 0 0,0 0-1 0 0,0-1 1 0 0,1 1 0 0 0,-1 0-1 0 0,1-1 1 0 0,-1 1-1 0 0,1 0 1 0 0,-1-1 0 0 0,1 1-1 0 0,0 0 1 0 0,0 0 0 0 0,-1-1-1 0 0,3-1 1 0 0,2-2-1698 0 0,1-1-1 0 0,-1 1 1 0 0,1 0-1 0 0,8-6 1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02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41 153 712 0 0,'-36'-14'15743'0'0,"32"10"-14890"0"0,7-1 1387 0 0,15-2-2069 0 0,190-44 1849 0 0,-4 2-147 0 0,-143 35-1287 0 0,-59 14-544 0 0,12-7-789 0 0,-8 6 888 0 0,9 5-5594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02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0 816 0 0,'-10'17'27038'0'0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06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50 848 0 0,'13'-31'8187'0'0,"-11"25"-7957"0"0,2-7 1184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07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17 732 0 0,'0'0'4462'0'0,"-24"-17"5377"0"0,23 18-9802 0 0,-1 1 0 0 0,1-1 0 0 0,0 0 0 0 0,-1 0 0 0 0,1 0-1 0 0,0 1 1 0 0,0-1 0 0 0,0 1 0 0 0,0-1 0 0 0,0 1 0 0 0,0-1-1 0 0,1 1 1 0 0,-1 0 0 0 0,1-1 0 0 0,-1 1 0 0 0,0 3-1 0 0,-7 36 543 0 0,5-24-286 0 0,-7 38 247 0 0,-3 59 1 0 0,7-43-410 0 0,1-35-82 0 0,1-9 53 0 0,0 43 0 0 0,4-47-1784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07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2100 0 0,'10'-35'14860'0'0,"2"69"-11968"0"0,-10 4-2256 0 0,-1-1 1 0 0,-1 0-1 0 0,-8 50 0 0 0,2-26-410 0 0,-5 26-2410 0 0,11-75-90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08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1564 0 0,'9'-32'13673'0'0,"-10"58"-6713"0"0,3 39-4227 0 0,0 5-2186 0 0,-5 86 212 0 0,1-79-3340 0 0,0-2-5839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08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7 109 2108 0 0,'-6'-53'7247'0'0,"5"49"-6785"0"0,1 0-1 0 0,0 0 1 0 0,1-1 0 0 0,-1 1 0 0 0,1 0-1 0 0,0 0 1 0 0,0 0 0 0 0,0 0 0 0 0,0 0-1 0 0,3-3 1 0 0,-4 6-407 0 0,1 0 0 0 0,0 1-1 0 0,0-1 1 0 0,0 0 0 0 0,0 1 0 0 0,0-1-1 0 0,0 1 1 0 0,0-1 0 0 0,0 1 0 0 0,0-1 0 0 0,0 1-1 0 0,0 0 1 0 0,0 0 0 0 0,0-1 0 0 0,0 1-1 0 0,0 0 1 0 0,0 0 0 0 0,0 0 0 0 0,0 0-1 0 0,0 0 1 0 0,1 1 0 0 0,-1-1 0 0 0,0 0 0 0 0,0 0-1 0 0,0 1 1 0 0,0-1 0 0 0,1 1 0 0 0,30 13 758 0 0,-11-2-443 0 0,0 1 0 0 0,0 2 1 0 0,-2 0-1 0 0,0 1 0 0 0,34 36 1 0 0,-32-27-135 0 0,0 1 1 0 0,-2 0 0 0 0,-1 2 0 0 0,16 32 0 0 0,-20-29-143 0 0,-2 0 0 0 0,0 1 0 0 0,-3 0 0 0 0,0 1 1 0 0,-2 0-1 0 0,-2 1 0 0 0,-1 0 0 0 0,-1-1 0 0 0,-2 1 0 0 0,-2 0 0 0 0,-7 55 0 0 0,0-38-424 0 0,-2 0 0 0 0,-25 74 0 0 0,12-63-1880 0 0,-45 89-1 0 0,54-124 268 0 0,-2-1 0 0 0,0-1 0 0 0,-21 24 0 0 0,4-12-3786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11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15 715 1360 0 0,'-8'-9'6687'0'0,"7"10"-6605"0"0,0 1-1 0 0,0-1 1 0 0,1 1 0 0 0,-1-1 0 0 0,1 1 0 0 0,-1-1 0 0 0,1 1 0 0 0,-1 0-1 0 0,1-1 1 0 0,0 1 0 0 0,0-1 0 0 0,0 1 0 0 0,0 0 0 0 0,0-1-1 0 0,1 3 1 0 0,5 35 496 0 0,-3-19-420 0 0,4 3-94 0 0,-5-19 56 0 0,-1-1 1 0 0,1 1-1 0 0,-1 0 0 0 0,0 0 0 0 0,-1-1 0 0 0,1 6 0 0 0,1-10-94 0 0,0 1 1 0 0,-1 0-1 0 0,1-1 1 0 0,-1 1-1 0 0,1-1 1 0 0,-1 0-1 0 0,1 1 1 0 0,-1-1-1 0 0,1 0 1 0 0,-1 0-1 0 0,2-1 1 0 0,-1 1-8 0 0,10-10 22 0 0,0 0 0 0 0,-1-1-1 0 0,0 0 1 0 0,18-27-1 0 0,29-62 47 0 0,-36 62-14 0 0,94-177-59 0 0,73-124-137 0 0,-187 336 122 0 0,1 0 0 0 0,-1-1 0 0 0,1 1 0 0 0,0 0 0 0 0,0 1-1 0 0,0-1 1 0 0,1 0 0 0 0,0 1 0 0 0,-1 0 0 0 0,1 0 0 0 0,0 0 0 0 0,0 0-1 0 0,1 1 1 0 0,6-4 0 0 0,-9 6 0 0 0,-1 0 1 0 0,0 0-1 0 0,0 0 1 0 0,0 0-1 0 0,0 0 1 0 0,1 1-1 0 0,-1-1 1 0 0,0 0-1 0 0,0 1 0 0 0,0-1 1 0 0,0 1-1 0 0,0-1 1 0 0,0 1-1 0 0,0-1 1 0 0,0 1-1 0 0,0 0 1 0 0,0-1-1 0 0,0 1 0 0 0,0 0 1 0 0,0 0-1 0 0,0 0 1 0 0,-1 0-1 0 0,1 0 1 0 0,0 0-1 0 0,-1 0 0 0 0,1 0 1 0 0,0 1-1 0 0,13 30-18 0 0,-14-32 19 0 0,5 19 18 0 0,0 1 0 0 0,-2-1 0 0 0,0 0 0 0 0,0 40 0 0 0,-9 81 71 0 0,4-125-91 0 0,-27 290-51 0 0,23-267 208 0 0,1-5 233 0 0,0 41-1 0 0,-3-93-297 0 0,4-1-59 0 0,-1-1 0 0 0,0 1 0 0 0,-1 0 1 0 0,-1 0-1 0 0,-1 1 0 0 0,-1 0 0 0 0,-1 0 0 0 0,0 1 1 0 0,-2 0-1 0 0,-13-16 0 0 0,16 23-30 0 0,0 0-1 0 0,-1 1 1 0 0,0 1 0 0 0,0 0-1 0 0,-1 0 1 0 0,0 1 0 0 0,-1 0-1 0 0,0 1 1 0 0,0 1-1 0 0,-1-1 1 0 0,1 2 0 0 0,-1 0-1 0 0,-1 1 1 0 0,1 0 0 0 0,-1 1-1 0 0,-14-2 1 0 0,21 4-14 0 0,-1 1 1 0 0,0 0-1 0 0,1 0 0 0 0,-1 1 1 0 0,0 0-1 0 0,1 0 0 0 0,0 1 1 0 0,-9 2-1 0 0,12-2-5 0 0,0 0 1 0 0,-1 0-1 0 0,1 0 1 0 0,0 0-1 0 0,0 0 0 0 0,0 1 1 0 0,0 0-1 0 0,1 0 0 0 0,-1 0 1 0 0,1 0-1 0 0,0 1 0 0 0,-1-1 1 0 0,-3 8-1 0 0,6-10 16 0 0,0 0-1 0 0,1 0 1 0 0,-1 0-1 0 0,1 1 1 0 0,-1-1 0 0 0,1 0-1 0 0,0 0 1 0 0,-1 1-1 0 0,1-1 1 0 0,0 0 0 0 0,0 1-1 0 0,0-1 1 0 0,0 1-1 0 0,0-1 1 0 0,0 0-1 0 0,0 1 1 0 0,1-1 0 0 0,-1 0-1 0 0,0 0 1 0 0,1 1-1 0 0,-1-1 1 0 0,1 0-1 0 0,-1 0 1 0 0,1 1 0 0 0,0-1-1 0 0,-1 0 1 0 0,1 0-1 0 0,0 0 1 0 0,0 0 0 0 0,0 0-1 0 0,0 0 1 0 0,0 0-1 0 0,0 0 1 0 0,1 1-1 0 0,2 0 4 0 0,-1 0 0 0 0,1 1 0 0 0,0-1 0 0 0,0 0 0 0 0,0-1 0 0 0,-1 1 0 0 0,2-1-1 0 0,-1 1 1 0 0,5 0 0 0 0,20 1 14 0 0,-1-2 0 0 0,0 0 0 0 0,43-6 0 0 0,84-18 158 0 0,-150 22-162 0 0,12-2-287 0 0,32-4-746 0 0,-12 11-4662 0 0,-20 1 2229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11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272 564 1668 0 0,'1'-2'1864'0'0,"2"-5"-930"0"0,0 0 0 0 0,-1 0-1 0 0,1 0 1 0 0,-1-1 0 0 0,-1 1 0 0 0,1-1 0 0 0,-2 0 0 0 0,1-11 0 0 0,0 16-849 0 0,-1 0 1 0 0,-1 0-1 0 0,1 0 0 0 0,0 0 0 0 0,-1 0 1 0 0,1 0-1 0 0,-1 0 0 0 0,0 0 0 0 0,0 1 1 0 0,0-1-1 0 0,-1 0 0 0 0,1 0 0 0 0,0 1 0 0 0,-1-1 1 0 0,0 1-1 0 0,0 0 0 0 0,1-1 0 0 0,-1 1 1 0 0,-1 0-1 0 0,1 0 0 0 0,0 0 0 0 0,0 0 1 0 0,-1 1-1 0 0,1-1 0 0 0,-5-2 0 0 0,3 3-79 0 0,-1-1-1 0 0,1 1 1 0 0,0 0-1 0 0,0 0 1 0 0,-1 0-1 0 0,1 1 1 0 0,0 0-1 0 0,-1-1 1 0 0,1 2-1 0 0,0-1 1 0 0,-1 0-1 0 0,1 1 1 0 0,-7 2-1 0 0,4-1 7 0 0,0 1 0 0 0,0-1 0 0 0,0 2 0 0 0,1-1 0 0 0,0 1 1 0 0,0 0-1 0 0,-10 8 0 0 0,5-2 2 0 0,0 1 1 0 0,1 0 0 0 0,1 1-1 0 0,-1 0 1 0 0,2 0 0 0 0,0 1-1 0 0,-11 21 1 0 0,13-20-14 0 0,0 0 1 0 0,1 0-1 0 0,1 0 0 0 0,0 0 0 0 0,0 1 1 0 0,2-1-1 0 0,0 1 0 0 0,0 24 0 0 0,1-37 4 0 0,1 0-1 0 0,0 0 0 0 0,0 0 0 0 0,1 0 1 0 0,-1-1-1 0 0,0 1 0 0 0,1 0 0 0 0,-1 0 1 0 0,1 0-1 0 0,-1-1 0 0 0,1 1 0 0 0,0 0 1 0 0,0-1-1 0 0,0 1 0 0 0,0-1 0 0 0,0 1 1 0 0,0-1-1 0 0,0 1 0 0 0,0-1 0 0 0,1 0 1 0 0,-1 1-1 0 0,3 1 0 0 0,-1-1-4 0 0,-1-1 6 0 0,-1 0 0 0 0,1-1 0 0 0,0 1 0 0 0,0 0 0 0 0,0 0 0 0 0,0-1 0 0 0,0 0-1 0 0,0 1 1 0 0,0-1 0 0 0,0 0 0 0 0,0 0 0 0 0,0 0 0 0 0,0 0 0 0 0,0 0 0 0 0,3-1-1 0 0,28-8 37 0 0,-15 1-30 0 0,0-1 0 0 0,-1 0 0 0 0,0-2-1 0 0,-1 0 1 0 0,0 0 0 0 0,0-2 0 0 0,-2 0 0 0 0,1-1-1 0 0,-2 0 1 0 0,0-1 0 0 0,0-1 0 0 0,10-18-1 0 0,6-12-1 0 0,-3-2-1 0 0,-1 0 1 0 0,21-62-1 0 0,-20 41-51 0 0,-3 0 1 0 0,14-79-1 0 0,-33 134 37 0 0,0-8-81 0 0,-4 22 83 0 0,0 0 0 0 0,0 1 0 0 0,0-1 0 0 0,0 0 0 0 0,0 0 0 0 0,0 0 0 0 0,0 0 1 0 0,0 0-1 0 0,-1 1 0 0 0,1-1 0 0 0,0 0 0 0 0,0 0 0 0 0,0 0 0 0 0,0 0 0 0 0,0 0 0 0 0,-1 0 0 0 0,1 0 1 0 0,0 0-1 0 0,0 0 0 0 0,0 1 0 0 0,0-1 0 0 0,-1 0 0 0 0,1 0 0 0 0,0 0 0 0 0,0 0 0 0 0,0 0 0 0 0,0 0 1 0 0,-1 0-1 0 0,1 0 0 0 0,0 0 0 0 0,0 0 0 0 0,0 0 0 0 0,0 0 0 0 0,-1 0 0 0 0,1-1 0 0 0,0 1 1 0 0,0 0-1 0 0,0 0 0 0 0,0 0 0 0 0,-1 0 0 0 0,1 0 0 0 0,0 0 0 0 0,0 0 0 0 0,0 0 0 0 0,0 0 0 0 0,0-1 1 0 0,0 1-1 0 0,-1 0 0 0 0,1 0 0 0 0,0 0 0 0 0,0 0 0 0 0,0 0 0 0 0,0-1 0 0 0,0 1 0 0 0,0 0 0 0 0,0 0 1 0 0,0 0-1 0 0,0 0 0 0 0,0-1 0 0 0,0 1 0 0 0,0 0 0 0 0,0 0 0 0 0,0 0 0 0 0,0-1 0 0 0,-2 4-3 0 0,0-1 1 0 0,0 1-1 0 0,1-1 0 0 0,-1 1 0 0 0,1-1 0 0 0,0 1 0 0 0,0 0 0 0 0,0 0 0 0 0,0 0 1 0 0,0 3-1 0 0,-4 8-6 0 0,-25 59 32 0 0,2 2 0 0 0,-30 131 0 0 0,51-176-7 0 0,3 0 0 0 0,-3 43 0 0 0,7-60-204 0 0,0 1 0 0 0,1-1-1 0 0,0 1 1 0 0,1-1 0 0 0,1 0-1 0 0,0 1 1 0 0,9 22 0 0 0,-9-29-234 0 0,1 0 1 0 0,0-1 0 0 0,0 1-1 0 0,0-1 1 0 0,1 0 0 0 0,0 0-1 0 0,0-1 1 0 0,1 1 0 0 0,0-1-1 0 0,-1-1 1 0 0,2 1-1 0 0,-1-1 1 0 0,0 0 0 0 0,1 0-1 0 0,0-1 1 0 0,0 1 0 0 0,10 2-1 0 0,5 0-2500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12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254 609 964 0 0,'7'-18'2422'0'0,"0"-1"0"0"0,5-29 0 0 0,-10 41-2029 0 0,-1 1 0 0 0,-1-1 0 0 0,1 0-1 0 0,-1 0 1 0 0,0 1 0 0 0,-1-1 0 0 0,0 0 0 0 0,0 0 0 0 0,0 1-1 0 0,-4-12 1 0 0,4 16-358 0 0,1 1-1 0 0,-1-1 0 0 0,0 1 1 0 0,0 0-1 0 0,0-1 1 0 0,0 1-1 0 0,0 0 1 0 0,0-1-1 0 0,0 1 1 0 0,-1 0-1 0 0,1 0 1 0 0,0 0-1 0 0,-1 0 0 0 0,1 0 1 0 0,0 1-1 0 0,-1-1 1 0 0,1 0-1 0 0,-1 1 1 0 0,0-1-1 0 0,1 1 1 0 0,-1-1-1 0 0,1 1 0 0 0,-1 0 1 0 0,0-1-1 0 0,1 1 1 0 0,-1 0-1 0 0,0 0 1 0 0,1 0-1 0 0,-1 1 1 0 0,0-1-1 0 0,1 0 0 0 0,-1 0 1 0 0,1 1-1 0 0,-1-1 1 0 0,0 1-1 0 0,1 0 1 0 0,-2 0-1 0 0,-6 3 14 0 0,0 0-1 0 0,0 0 1 0 0,1 1-1 0 0,-15 11 1 0 0,6-2-32 0 0,1 1 1 0 0,0 1-1 0 0,1 0 1 0 0,1 1-1 0 0,0 0 1 0 0,1 2-1 0 0,-16 29 1 0 0,25-39-11 0 0,-1 1 0 0 0,1-1 0 0 0,0 1 0 0 0,1 0 0 0 0,0 0 0 0 0,-2 14 1 0 0,5-21-2 0 0,0-1 1 0 0,-1 0 0 0 0,1 1 0 0 0,0-1 0 0 0,0 1 0 0 0,0-1 0 0 0,1 0 0 0 0,-1 1 0 0 0,0-1 0 0 0,1 0-1 0 0,0 0 1 0 0,-1 1 0 0 0,1-1 0 0 0,0 0 0 0 0,0 0 0 0 0,0 0 0 0 0,1 0 0 0 0,-1 0 0 0 0,0 0 0 0 0,1 0 0 0 0,0 0-1 0 0,-1-1 1 0 0,1 1 0 0 0,0 0 0 0 0,0-1 0 0 0,-1 0 0 0 0,1 1 0 0 0,0-1 0 0 0,0 0 0 0 0,1 0 0 0 0,-1 0-1 0 0,4 1 1 0 0,0 0 5 0 0,1-1-1 0 0,-1-1 1 0 0,1 1-1 0 0,-1-1 0 0 0,1 0 1 0 0,-1 0-1 0 0,0-1 1 0 0,1 0-1 0 0,-1 0 1 0 0,0-1-1 0 0,1 1 1 0 0,-1-1-1 0 0,0-1 0 0 0,0 1 1 0 0,0-1-1 0 0,-1 0 1 0 0,1 0-1 0 0,9-8 1 0 0,-4 3-2 0 0,0-1 1 0 0,-1 0 0 0 0,0 0 0 0 0,-1-1 0 0 0,0-1 0 0 0,0 0 0 0 0,13-22 0 0 0,-5-1 2 0 0,-2 0 1 0 0,-1-1-1 0 0,-1-1 1 0 0,-2 0 0 0 0,7-42-1 0 0,-8 18-66 0 0,-3-1 0 0 0,0-86 0 0 0,-9 46-30 0 0,2 101 82 0 0,0-1 0 0 0,0 1 0 0 0,0 0 0 0 0,0 0-1 0 0,0-1 1 0 0,0 1 0 0 0,0 0 0 0 0,0 0 0 0 0,0-1 0 0 0,0 1 0 0 0,0 0 0 0 0,0-1-1 0 0,0 1 1 0 0,0 0 0 0 0,0 0 0 0 0,0-1 0 0 0,0 1 0 0 0,0 0 0 0 0,0 0 0 0 0,0-1-1 0 0,-1 1 1 0 0,1 0 0 0 0,0 0 0 0 0,0-1 0 0 0,0 1 0 0 0,0 0 0 0 0,-1 0 0 0 0,1 0-1 0 0,0-1 1 0 0,0 1 0 0 0,0 0 0 0 0,-1 0 0 0 0,1 0 0 0 0,0 0 0 0 0,0-1 0 0 0,-1 1 0 0 0,1 0-1 0 0,0 0 1 0 0,0 0 0 0 0,-1 0 0 0 0,1 0 0 0 0,0 0 0 0 0,0 0 0 0 0,-1 0 0 0 0,1 0-1 0 0,0 0 1 0 0,-1 0 0 0 0,1 0 0 0 0,0 0 0 0 0,0 0 0 0 0,-1 0 0 0 0,1 0 0 0 0,0 0-1 0 0,0 0 1 0 0,-1 1 0 0 0,0-1-1 0 0,0 1 0 0 0,0-1-1 0 0,0 1 1 0 0,0 0 0 0 0,0 0 0 0 0,1-1-1 0 0,-1 1 1 0 0,0 0 0 0 0,0 0-1 0 0,1 0 1 0 0,-1 0 0 0 0,0 0 0 0 0,0 2-1 0 0,-19 48 59 0 0,2 0-1 0 0,-17 87 1 0 0,28-98-60 0 0,1 1 1 0 0,3 0-1 0 0,1-1 1 0 0,4 50-1 0 0,0-65-167 0 0,1-1 0 0 0,2 0 0 0 0,0 0 0 0 0,10 25 1 0 0,-11-37-548 0 0,1-1 1 0 0,0 1-1 0 0,1-1 1 0 0,0-1-1 0 0,1 1 1 0 0,0-1-1 0 0,0 0 1 0 0,2 0-1 0 0,17 16 1 0 0,-5-10-3384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13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0 792 1848 0 0,'21'-16'8336'0'0,"-21"16"-8247"0"0,1-1 1 0 0,-1 1-1 0 0,1-1 1 0 0,0 1-1 0 0,-1 0 1 0 0,1-1 0 0 0,0 1-1 0 0,-1 0 1 0 0,1 0-1 0 0,0 0 1 0 0,-1-1-1 0 0,1 1 1 0 0,0 0-1 0 0,-1 0 1 0 0,1 0 0 0 0,0 0-1 0 0,-1 0 1 0 0,1 0-1 0 0,0 0 1 0 0,-1 1-1 0 0,1-1 1 0 0,0 0 0 0 0,-1 0-1 0 0,1 0 1 0 0,0 1-1 0 0,-1-1 1 0 0,1 0-1 0 0,-1 1 1 0 0,1-1 0 0 0,0 0-1 0 0,-1 1 1 0 0,1-1-1 0 0,-1 1 1 0 0,1-1-1 0 0,-1 1 1 0 0,1-1-1 0 0,-1 1 1 0 0,0 0 0 0 0,1-1-1 0 0,-1 1 1 0 0,1 0-1 0 0,-1 1-25 0 0,10 20 310 0 0,-9-21-361 0 0,0 0 0 0 0,0 0 0 0 0,0 0-1 0 0,0 0 1 0 0,1 0 0 0 0,-1 0 0 0 0,0 0-1 0 0,0-1 1 0 0,1 1 0 0 0,-1 0 0 0 0,1-1 0 0 0,-1 1-1 0 0,0-1 1 0 0,1 0 0 0 0,-1 1 0 0 0,1-1-1 0 0,-1 0 1 0 0,1 0 0 0 0,-1 0 0 0 0,3 0 0 0 0,0 0 1 0 0,0-1 1 0 0,0 0 0 0 0,0 0 0 0 0,-1 0 0 0 0,1-1 0 0 0,0 1 0 0 0,6-4 0 0 0,-1-1 3 0 0,0 0-1 0 0,0 0 1 0 0,-1-1 0 0 0,0 0 0 0 0,10-10-1 0 0,1-8 13 0 0,-1 0 1 0 0,-1-1-1 0 0,-1 0 0 0 0,-1-2 0 0 0,-2 0 0 0 0,0 0 0 0 0,8-32 0 0 0,-1-9-62 0 0,22-137 0 0 0,-32 135-123 0 0,1-91-1 0 0,-11 160 138 0 0,-2 4 10 0 0,0 0-1 0 0,0 0 0 0 0,1 0 0 0 0,-1 1 1 0 0,1-1-1 0 0,0 1 0 0 0,0-1 1 0 0,-1 1-1 0 0,2 0 0 0 0,-1-1 0 0 0,-1 5 1 0 0,-27 89 89 0 0,-31 115-14 0 0,51-171-75 0 0,1 1 0 0 0,3 0-1 0 0,-1 52 1 0 0,6-81 20 0 0,1-1 0 0 0,0 0 1 0 0,0 1-1 0 0,1-1 0 0 0,1 0 0 0 0,0 0 0 0 0,0 0 0 0 0,8 17 1 0 0,-8-24-12 0 0,-1 0 0 0 0,0 0 0 0 0,1 0 0 0 0,0 0 0 0 0,-1-1 0 0 0,1 1 0 0 0,1-1 0 0 0,-1 1 0 0 0,1-1 0 0 0,-1 0 0 0 0,1 0 0 0 0,0-1 0 0 0,0 1 0 0 0,0-1 0 0 0,0 0 1 0 0,1 0-1 0 0,-1 0 0 0 0,0-1 0 0 0,1 1 0 0 0,-1-1 0 0 0,1 0 0 0 0,0-1 0 0 0,-1 1 0 0 0,8-1 0 0 0,-5 0-8 0 0,1-1 1 0 0,-1 0-1 0 0,0 0 0 0 0,0-1 1 0 0,0 0-1 0 0,0 0 1 0 0,0 0-1 0 0,0-1 0 0 0,0-1 1 0 0,-1 1-1 0 0,0-1 0 0 0,0 0 1 0 0,0 0-1 0 0,0 0 0 0 0,0-1 1 0 0,-1 0-1 0 0,0 0 0 0 0,7-9 1 0 0,3-7 93 0 0,-1 1 0 0 0,0-1 1 0 0,-2-1-1 0 0,12-29 0 0 0,-12 17 804 0 0,-11 32-798 0 0,1-5 453 0 0,-10 18-402 0 0,1 1-1 0 0,0 0 1 0 0,0 0-1 0 0,1 1 1 0 0,1-1 0 0 0,-4 15-1 0 0,2-1-96 0 0,0 0 1 0 0,-3 33-1 0 0,9-51-27 0 0,0-1 1 0 0,1 0-1 0 0,0 1 1 0 0,0-1-1 0 0,0 1 1 0 0,1-1-1 0 0,0 1 1 0 0,0-1-1 0 0,1 0 1 0 0,5 14-1 0 0,-6-19-12 0 0,1-1 0 0 0,-1 0 0 0 0,0 0 0 0 0,0 0-1 0 0,1 1 1 0 0,-1-1 0 0 0,1 0 0 0 0,-1-1-1 0 0,1 1 1 0 0,-1 0 0 0 0,1 0 0 0 0,-1-1 0 0 0,1 1-1 0 0,0-1 1 0 0,-1 1 0 0 0,1-1 0 0 0,0 0 0 0 0,-1 1-1 0 0,1-1 1 0 0,0 0 0 0 0,0 0 0 0 0,-1 0 0 0 0,1-1-1 0 0,0 1 1 0 0,0 0 0 0 0,-1-1 0 0 0,1 1 0 0 0,2-1-1 0 0,5-2 23 0 0,0 0-1 0 0,1-1 1 0 0,10-5-1 0 0,-7 2-3 0 0,0-1 0 0 0,-1 0-1 0 0,-1-1 1 0 0,1 0 0 0 0,-1-1-1 0 0,-1 0 1 0 0,16-19 0 0 0,-20 21-15 0 0,1-1 0 0 0,-2 1 0 0 0,1-1 1 0 0,-1 0-1 0 0,-1 0 0 0 0,1-1 1 0 0,-1 0-1 0 0,-1 1 0 0 0,0-1 0 0 0,-1 0 1 0 0,3-16-1 0 0,-5 21-15 0 0,0 0 0 0 0,0 1 0 0 0,0-1 0 0 0,-1 1 0 0 0,0-1 0 0 0,0 1 0 0 0,0-1-1 0 0,0 1 1 0 0,-1 0 0 0 0,0-1 0 0 0,1 1 0 0 0,-2 0 0 0 0,1 0 0 0 0,-4-5 0 0 0,1 3 21 0 0,0 0 0 0 0,-1 0 0 0 0,0 1 1 0 0,0-1-1 0 0,0 1 0 0 0,0 1 0 0 0,-12-7 0 0 0,-5 0-339 0 0,-1 0 0 0 0,0 2-1 0 0,-1 1 1 0 0,-25-6 0 0 0,27 10-1967 0 0,0 1 1 0 0,-36-2-1 0 0,42 5-888 0 0,1-2-1610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13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83 2036 0 0,'-81'-16'9322'0'0,"79"15"-8926"0"0,-6-5 562 0 0,27-1-821 0 0,1 0 1 0 0,1 2 0 0 0,38-7-1 0 0,69 0-1129 0 0,-100 10 492 0 0,122-9-5261 0 0,-87 7 2156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15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148 707 436 0 0,'-89'9'10963'0'0,"86"-8"-10603"0"0,1 0-29 0 0,-1 0-207 0 0,0 0 0 0 0,-1 0 1 0 0,1 1-1 0 0,0-1 0 0 0,1 1 0 0 0,-1 0 1 0 0,0 0-1 0 0,0 0 0 0 0,1 0 0 0 0,0 0 1 0 0,-1 1-1 0 0,1-1 0 0 0,0 1 0 0 0,0-1 1 0 0,0 1-1 0 0,0 0 0 0 0,1 0 0 0 0,-1 0 1 0 0,1 0-1 0 0,-1 0 0 0 0,1 0 1 0 0,0 0-1 0 0,0 5 0 0 0,0-6-48 0 0,1-2-72 0 0,0 0 1 0 0,0 0-1 0 0,0 0 0 0 0,0 1 1 0 0,0-1-1 0 0,0 0 0 0 0,0 0 1 0 0,0 0-1 0 0,0 0 0 0 0,0 1 1 0 0,0-1-1 0 0,0 0 0 0 0,0 0 1 0 0,0 0-1 0 0,0 1 1 0 0,0-1-1 0 0,0 0 0 0 0,0 0 1 0 0,0 0-1 0 0,0 0 0 0 0,1 1 1 0 0,-1-1-1 0 0,0 0 0 0 0,0 0 1 0 0,0 0-1 0 0,0 0 0 0 0,0 1 1 0 0,0-1-1 0 0,1 0 0 0 0,-1 0 1 0 0,0 0-1 0 0,0 0 0 0 0,0 0 1 0 0,0 0-1 0 0,0 0 0 0 0,1 0 1 0 0,-1 1-1 0 0,0-1 0 0 0,0 0 1 0 0,0 0-1 0 0,0 0 0 0 0,1 0 1 0 0,10 7 140 0 0,-9-6-135 0 0,0-1 5 0 0,0 1 0 0 0,1-1 0 0 0,-1 0 0 0 0,0-1 0 0 0,1 1 0 0 0,-1 0 0 0 0,0-1 0 0 0,1 1 0 0 0,-1-1 0 0 0,0 0 1 0 0,0 0-1 0 0,4-1 0 0 0,24-14 73 0 0,-14 6-60 0 0,0-1-1 0 0,-1-1 1 0 0,0-1-1 0 0,-1 0 1 0 0,-1-1-1 0 0,0 0 1 0 0,14-21-1 0 0,-7 6 5 0 0,-1-1-1 0 0,-2-1 1 0 0,15-36-1 0 0,-16 24-44 0 0,-2 0-1 0 0,-2-1 1 0 0,-2 0-1 0 0,-2 0 1 0 0,-1-1-1 0 0,-3 0 1 0 0,-2-1-1 0 0,-4-62 1 0 0,-3 81-130 0 0,5 27 141 0 0,0 0 0 0 0,0-1 0 0 0,0 1 0 0 0,0 0 0 0 0,-1 0-1 0 0,1 0 1 0 0,0-1 0 0 0,0 1 0 0 0,0 0 0 0 0,0 0 0 0 0,0 0 0 0 0,-1 0 0 0 0,1 0 0 0 0,0-1 0 0 0,0 1 0 0 0,0 0 0 0 0,-1 0 0 0 0,1 0 0 0 0,0 0 0 0 0,0 0 0 0 0,0 0-1 0 0,-1 0 1 0 0,1 0 0 0 0,0 0 0 0 0,0 0 0 0 0,0 0 0 0 0,-1 0 0 0 0,1 0 0 0 0,0 0 0 0 0,0 0 0 0 0,0 0 0 0 0,-1 0 0 0 0,1 0 0 0 0,0 0 0 0 0,0 0 0 0 0,-11 12-7 0 0,-1 11 6 0 0,1 0-1 0 0,1 1 1 0 0,0 1 0 0 0,-6 29 0 0 0,0 1 16 0 0,0-7-61 0 0,-15 84-1 0 0,28-113 51 0 0,0 0-1 0 0,2 0 0 0 0,0 0 1 0 0,1 0-1 0 0,1 0 0 0 0,1 0 1 0 0,7 31-1 0 0,-8-45 7 0 0,1 1 0 0 0,1 0 0 0 0,-1-1 0 0 0,1 1 0 0 0,0-1 0 0 0,0 0 0 0 0,0 0 0 0 0,1 0 0 0 0,0 0 0 0 0,0 0 0 0 0,0-1 0 0 0,1 0 0 0 0,-1 0 0 0 0,1 0-1 0 0,0-1 1 0 0,0 1 0 0 0,0-1 0 0 0,1 0 0 0 0,-1-1 0 0 0,1 1 0 0 0,0-1 0 0 0,-1 0 0 0 0,1-1 0 0 0,0 1 0 0 0,0-1 0 0 0,0 0 0 0 0,0-1 0 0 0,9 1 0 0 0,-4-1-10 0 0,0 0 1 0 0,0-1-1 0 0,0 0 0 0 0,0-1 1 0 0,0 0-1 0 0,0-1 0 0 0,-1 0 1 0 0,1 0-1 0 0,-1-1 0 0 0,0-1 0 0 0,0 0 1 0 0,0 0-1 0 0,-1-1 0 0 0,1 0 1 0 0,8-8-1 0 0,-2-2-64 0 0,0-1 0 0 0,-1-1 1 0 0,0 0-1 0 0,-2-1 0 0 0,0 0 0 0 0,-1-1 0 0 0,-1-1 0 0 0,-1 0 1 0 0,-1 0-1 0 0,10-38 0 0 0,-9 22 11 0 0,-3-1 1 0 0,-1 0-1 0 0,-1 0 1 0 0,-2 0-1 0 0,-4-65 1 0 0,0 92 47 0 0,1 6-10 0 0,0 1 0 0 0,0 0 0 0 0,-1 0 0 0 0,1-1 0 0 0,-1 1 0 0 0,-3-8 0 0 0,4 12 17 0 0,0 0 0 0 0,0 0 0 0 0,0-1 0 0 0,-1 1 0 0 0,1 0 0 0 0,0 0 0 0 0,0 0 0 0 0,-1 0 0 0 0,1-1 0 0 0,0 1 0 0 0,0 0 0 0 0,-1 0 0 0 0,1 0 0 0 0,0 0 0 0 0,0 0 0 0 0,-1 0 0 0 0,1 0 0 0 0,0-1 0 0 0,-1 1 0 0 0,1 0 0 0 0,0 0 0 0 0,0 0 0 0 0,-1 0 0 0 0,1 0 0 0 0,0 0-1 0 0,-1 1 1 0 0,1-1 0 0 0,0 0 0 0 0,0 0 0 0 0,-1 0 0 0 0,1 0 0 0 0,0 0 0 0 0,0 0 0 0 0,-1 0 0 0 0,1 1 0 0 0,0-1 0 0 0,0 0 0 0 0,-1 0 0 0 0,1 0 0 0 0,0 0 0 0 0,0 1 0 0 0,0-1 0 0 0,-1 0 0 0 0,1 0 0 0 0,0 1 0 0 0,0-1 0 0 0,0 0 0 0 0,0 0 0 0 0,-1 1 0 0 0,-8 12 10 0 0,8-13-11 0 0,-12 29 142 0 0,2 1-1 0 0,0 0 1 0 0,-9 48 0 0 0,11-40-57 0 0,-11 47 18 0 0,4 0 0 0 0,-6 95 0 0 0,15-112 1776 0 0,8-69-1866 0 0,0 1 0 0 0,1 0 0 0 0,-1-1 0 0 0,1 1 0 0 0,-1-1 0 0 0,0 1 0 0 0,0-1 0 0 0,1 0 0 0 0,-1 1 0 0 0,0-1 0 0 0,0 0 0 0 0,0 0 0 0 0,1 0 0 0 0,-1 0 0 0 0,0 0 0 0 0,0 0 1 0 0,-1 0-1 0 0,2-2 0 0 0,19-27 81 0 0,-15 19-67 0 0,25-34 25 0 0,41-46 0 0 0,-55 71-56 0 0,2 2 0 0 0,0 0 0 0 0,1 1 0 0 0,33-22 0 0 0,-46 35-12 0 0,-1 0 1 0 0,1 0-1 0 0,0 1 0 0 0,0 0 1 0 0,0 1-1 0 0,0-1 0 0 0,1 1 1 0 0,-1 1-1 0 0,1-1 0 0 0,10 1 1 0 0,-15 1 12 0 0,-1 0 1 0 0,0 0-1 0 0,1 1 1 0 0,-1-1 0 0 0,0 1-1 0 0,1-1 1 0 0,-1 1-1 0 0,0 0 1 0 0,0 0-1 0 0,0 0 1 0 0,0 0 0 0 0,0 1-1 0 0,0-1 1 0 0,0 0-1 0 0,0 1 1 0 0,0-1-1 0 0,-1 1 1 0 0,1 0 0 0 0,0 0-1 0 0,-1 0 1 0 0,0 0-1 0 0,1 0 1 0 0,-1 0-1 0 0,0 0 1 0 0,1 2 0 0 0,2 5-5 0 0,-1 0 1 0 0,0 0 0 0 0,-1 0 0 0 0,2 14-1 0 0,-3-22 8 0 0,1 19-10 0 0,0 0 0 0 0,-2 24-1 0 0,0-24 7 0 0,0-1 0 0 0,4 26 0 0 0,-3-43 10 0 0,-1 0 1 0 0,0 0-1 0 0,1 0 1 0 0,-1 1-1 0 0,1-1 1 0 0,-1 0-1 0 0,1 0 1 0 0,0 0-1 0 0,0-1 1 0 0,0 1-1 0 0,0 0 1 0 0,0 0-1 0 0,1 0 1 0 0,-1-1-1 0 0,0 1 1 0 0,1-1-1 0 0,-1 1 1 0 0,1-1-1 0 0,0 1 1 0 0,0-1-1 0 0,-1 0 1 0 0,1 0-1 0 0,0 0 1 0 0,0 0-1 0 0,0 0 1 0 0,0 0-1 0 0,0-1 1 0 0,0 1-1 0 0,0-1 1 0 0,0 1-1 0 0,0-1 1 0 0,0 0-1 0 0,4 0 1 0 0,2 0 5 0 0,0-1 0 0 0,0-1-1 0 0,0 1 1 0 0,-1-1 0 0 0,1-1 0 0 0,0 1 0 0 0,12-8-1 0 0,-7 3 5 0 0,-1 0 0 0 0,1-2 0 0 0,-1 1 0 0 0,-1-2 0 0 0,0 1-1 0 0,0-2 1 0 0,-1 1 0 0 0,0-2 0 0 0,14-19 0 0 0,-9 7-2 0 0,0-1 1 0 0,-2 0-1 0 0,0 0 1 0 0,9-31-1 0 0,-19 49-19 0 0,-1 0 0 0 0,0 0-1 0 0,0 0 1 0 0,0 0 0 0 0,-1 0 0 0 0,0 0 0 0 0,0-14 0 0 0,-1 20 2 0 0,0 1 1 0 0,0 0 0 0 0,-1-1 0 0 0,1 1-1 0 0,0 0 1 0 0,0-1 0 0 0,0 1-1 0 0,0 0 1 0 0,-1-1 0 0 0,1 1 0 0 0,0 0-1 0 0,0-1 1 0 0,-1 1 0 0 0,1 0-1 0 0,0 0 1 0 0,0-1 0 0 0,-1 1 0 0 0,1 0-1 0 0,0 0 1 0 0,-1 0 0 0 0,1-1-1 0 0,0 1 1 0 0,-1 0 0 0 0,1 0 0 0 0,0 0-1 0 0,-1 0 1 0 0,1 0 0 0 0,-1 0 0 0 0,1 0-1 0 0,0 0 1 0 0,-1 0 0 0 0,1 0-1 0 0,-1 0 1 0 0,1 0 0 0 0,0 0 0 0 0,-1 0-1 0 0,-12 3-20 0 0,13-3 24 0 0,-4 1-6 0 0,0 1 0 0 0,0 0 1 0 0,1 0-1 0 0,-1 0 0 0 0,1 0 0 0 0,0 0 1 0 0,0 1-1 0 0,-1-1 0 0 0,2 1 0 0 0,-5 4 0 0 0,-24 35-23 0 0,22-29 12 0 0,4-6 15 0 0,1-1 0 0 0,0 1 1 0 0,1 1-1 0 0,-1-1 0 0 0,1 0 0 0 0,1 1 0 0 0,-1 0 0 0 0,1-1 0 0 0,1 1 0 0 0,-1 0 0 0 0,1 0 0 0 0,1 14 0 0 0,0-18 8 0 0,0 0 0 0 0,0 0 1 0 0,1 0-1 0 0,0 0 0 0 0,0 0 0 0 0,0 0 0 0 0,0-1 0 0 0,1 1 0 0 0,0 0 0 0 0,-1-1 0 0 0,1 1 0 0 0,0-1 0 0 0,1 1 0 0 0,-1-1 1 0 0,1 0-1 0 0,-1 0 0 0 0,1 0 0 0 0,0 0 0 0 0,0-1 0 0 0,0 1 0 0 0,1-1 0 0 0,-1 0 0 0 0,0 0 0 0 0,1 0 0 0 0,0 0 1 0 0,6 2-1 0 0,-1-1-36 0 0,0 0 0 0 0,1-1 1 0 0,-1-1-1 0 0,0 1 0 0 0,1-1 1 0 0,-1-1-1 0 0,1 0 0 0 0,-1 0 1 0 0,13-2-1 0 0,-12 0-448 0 0,0 0-1 0 0,-1-1 1 0 0,0 0 0 0 0,1 0-1 0 0,-1-1 1 0 0,11-6-1 0 0,-15 6-676 0 0,1 1-1 0 0,-1-1 1 0 0,0 0-1 0 0,0-1 1 0 0,9-9-1 0 0,-3-1-3989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15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60 2404 0 0,'-152'17'8875'0'0,"145"-18"-7860"0"0,19-4-668 0 0,24-7-127 0 0,62-6-1697 0 0,181-11 0 0 0,-182 22-2202 0 0,-32 2-145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19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171 678 1904 0 0,'0'-3'1544'0'0,"1"-18"1974"0"0,0-8-537 0 0,-1 22-1637 0 0,-1 12 36 0 0,0 7-1147 0 0,1 1 1 0 0,1-1-1 0 0,0 0 0 0 0,4 16 1 0 0,-3-18-150 0 0,-2-9-72 0 0,0 0 0 0 0,0 0 0 0 0,0 0-1 0 0,1 0 1 0 0,-1 0 0 0 0,0 0 0 0 0,1-1 0 0 0,-1 1 0 0 0,1 0 0 0 0,-1 0 0 0 0,1 0 0 0 0,-1-1-1 0 0,1 1 1 0 0,0 0 0 0 0,-1-1 0 0 0,1 1 0 0 0,0 0 0 0 0,0-1 0 0 0,-1 1 0 0 0,1-1-1 0 0,0 1 1 0 0,0-1 0 0 0,0 1 0 0 0,0-1 0 0 0,-1 0 0 0 0,1 1 0 0 0,0-1 0 0 0,0 0-1 0 0,0 0 1 0 0,2 0 0 0 0,-1 0 3 0 0,1 0 0 0 0,-1 0 0 0 0,0 0 0 0 0,0-1 0 0 0,1 1 0 0 0,-1-1 0 0 0,0 1 0 0 0,0-1 1 0 0,0 0-1 0 0,1 0 0 0 0,-1 0 0 0 0,0 0 0 0 0,2-2 0 0 0,1-1-7 0 0,-1 0-1 0 0,0 0 1 0 0,0 0 0 0 0,0 0 0 0 0,-1-1 0 0 0,1 1 0 0 0,-1-1 0 0 0,0 0 0 0 0,-1 0-1 0 0,1 0 1 0 0,-1-1 0 0 0,0 1 0 0 0,0-1 0 0 0,0 1 0 0 0,-1-1 0 0 0,0 1 0 0 0,0-7-1 0 0,0 5-8 0 0,-1 0 0 0 0,1-1 0 0 0,-2 1 0 0 0,1-1 0 0 0,-1 1-1 0 0,0 0 1 0 0,-1-1 0 0 0,1 1 0 0 0,-2 0 0 0 0,1 0 0 0 0,-1 0-1 0 0,0 1 1 0 0,-4-9 0 0 0,5 13-5 0 0,1 0 1 0 0,-1-1-1 0 0,0 1 0 0 0,0 0 0 0 0,1 0 1 0 0,-1 1-1 0 0,0-1 0 0 0,0 0 1 0 0,-1 1-1 0 0,1-1 0 0 0,0 1 0 0 0,-1 0 1 0 0,1-1-1 0 0,0 1 0 0 0,-1 0 1 0 0,0 1-1 0 0,1-1 0 0 0,-1 0 0 0 0,1 1 1 0 0,-5-1-1 0 0,-2 3-2 0 0,0 1 0 0 0,1 1 0 0 0,-1-1 0 0 0,1 1 0 0 0,0 0 1 0 0,0 1-1 0 0,0 0 0 0 0,1 1 0 0 0,0-1 0 0 0,0 1 0 0 0,0 0 0 0 0,0 1 0 0 0,1 0 0 0 0,0 0 0 0 0,-7 12 0 0 0,0 1-31 0 0,0 2 0 0 0,1-1 0 0 0,1 2 0 0 0,-15 40 0 0 0,24-56 39 0 0,0 1 0 0 0,0 0 0 0 0,1-1 0 0 0,-1 1 0 0 0,2 0 0 0 0,-1 0 0 0 0,1 0 0 0 0,0 0 0 0 0,3 15 0 0 0,-2-20 4 0 0,0 0 0 0 0,-1 0 0 0 0,2 0 0 0 0,-1 0 0 0 0,0 0-1 0 0,0 0 1 0 0,1 0 0 0 0,0 0 0 0 0,-1 0 0 0 0,1-1 0 0 0,0 1 0 0 0,0-1 0 0 0,1 1 0 0 0,-1-1 0 0 0,0 0 0 0 0,1 0 0 0 0,-1 0 0 0 0,1 0 0 0 0,0-1-1 0 0,0 1 1 0 0,0 0 0 0 0,0-1 0 0 0,0 0 0 0 0,0 0 0 0 0,0 0 0 0 0,5 1 0 0 0,4-1 7 0 0,0 0 0 0 0,1 0 0 0 0,-1-2 0 0 0,1 1 1 0 0,-1-2-1 0 0,0 1 0 0 0,0-2 0 0 0,17-4 0 0 0,-9 0-3 0 0,-1 0 1 0 0,0-1-1 0 0,0 0 0 0 0,22-15 0 0 0,-21 10-66 0 0,-2-1 0 0 0,1-1 0 0 0,-2-1 0 0 0,0 0 0 0 0,-1-1 0 0 0,0-1 0 0 0,22-33-1 0 0,-20 21-120 0 0,-1-1-1 0 0,-1 0 0 0 0,-2-1 1 0 0,15-52-1 0 0,-17 47 107 0 0,-2-1-1 0 0,-2 0 1 0 0,-1-1 0 0 0,-2 0 0 0 0,-1 1-1 0 0,-3-59 1 0 0,-1 96 72 0 0,0 0-1 0 0,0 1 1 0 0,0-1-1 0 0,0 0 1 0 0,0 0-1 0 0,0 0 1 0 0,-1 0 0 0 0,1 0-1 0 0,0 0 1 0 0,0 0-1 0 0,-1 1 1 0 0,1-1-1 0 0,-1 0 1 0 0,1 0-1 0 0,-1 0 1 0 0,1 1-1 0 0,-1-1 1 0 0,1 0 0 0 0,-1 1-1 0 0,0-2 1 0 0,0 2 0 0 0,0 0 1 0 0,1 0-1 0 0,-1 0 1 0 0,1 0 0 0 0,-1 0-1 0 0,0 0 1 0 0,1 0-1 0 0,-1 0 1 0 0,1 0 0 0 0,-1 0-1 0 0,1 0 1 0 0,-1 0-1 0 0,1 0 1 0 0,-1 1 0 0 0,0-1-1 0 0,1 0 1 0 0,-1 0-1 0 0,1 1 1 0 0,-1-1-1 0 0,1 0 1 0 0,0 1 0 0 0,-2 0-1 0 0,-1 2 16 0 0,-1 1-1 0 0,1-1 0 0 0,0 1 0 0 0,0 0 1 0 0,1 0-1 0 0,-4 6 0 0 0,-14 34 483 0 0,-26 82 0 0 0,-2 51 179 0 0,43-156-656 0 0,-6 24 33 0 0,-6 55-1 0 0,15-86-39 0 0,1 1-1 0 0,1-1 1 0 0,0 1 0 0 0,1-1 0 0 0,0 1-1 0 0,1-1 1 0 0,1 0 0 0 0,4 15 0 0 0,-5-25-4 0 0,-1 0 0 0 0,1-1 1 0 0,0 1-1 0 0,0 0 0 0 0,0-1 0 0 0,0 1 1 0 0,1-1-1 0 0,0 0 0 0 0,-1 0 1 0 0,1 0-1 0 0,0 0 0 0 0,1 0 1 0 0,-1 0-1 0 0,0-1 0 0 0,7 4 0 0 0,-4-3 0 0 0,0-1-1 0 0,0 0 1 0 0,0 0-1 0 0,0-1 0 0 0,0 1 1 0 0,0-1-1 0 0,0-1 0 0 0,1 1 1 0 0,10-1-1 0 0,-4-1 1 0 0,0-1 1 0 0,0 0-1 0 0,-1-1 0 0 0,1 0 0 0 0,0-1 0 0 0,-1 0 1 0 0,0-1-1 0 0,0-1 0 0 0,17-10 0 0 0,-14 6-6 0 0,-1-2 0 0 0,0 0 0 0 0,-1 0 0 0 0,0-1 0 0 0,-1-1-1 0 0,0 0 1 0 0,-1-1 0 0 0,-1 0 0 0 0,0 0 0 0 0,-1-1 0 0 0,-1-1 0 0 0,-1 1-1 0 0,0-1 1 0 0,-1-1 0 0 0,0 1 0 0 0,-2-1 0 0 0,0 0 0 0 0,-1 0-1 0 0,-1 0 1 0 0,-1 0 0 0 0,-1-29 0 0 0,0 45-9 0 0,0 0-1 0 0,0 1 1 0 0,0-1 0 0 0,0 0-1 0 0,0 1 1 0 0,-1-1 0 0 0,1 0-1 0 0,-1 1 1 0 0,1-1 0 0 0,-1 0-1 0 0,0 1 1 0 0,1-1 0 0 0,-1 1-1 0 0,0-1 1 0 0,0 1 0 0 0,0 0-1 0 0,0-1 1 0 0,0 1 0 0 0,-2-1-1 0 0,2 1 6 0 0,0 1 1 0 0,0 0-1 0 0,1-1 0 0 0,-1 1 0 0 0,0 0 0 0 0,0 0 0 0 0,0 0 0 0 0,0 0 0 0 0,0 0 0 0 0,0 0 0 0 0,0 0 0 0 0,0 0 1 0 0,0 1-1 0 0,0-1 0 0 0,0 0 0 0 0,0 0 0 0 0,0 1 0 0 0,0-1 0 0 0,0 1 0 0 0,0-1 0 0 0,0 1 0 0 0,-1 0 0 0 0,-4 4 5 0 0,0 0 0 0 0,0 0 0 0 0,1 1-1 0 0,0-1 1 0 0,0 1 0 0 0,-7 11 0 0 0,1 1-18 0 0,1 1 0 0 0,0 0 0 0 0,2 0 0 0 0,0 1 0 0 0,-10 41 1 0 0,16-51 6 0 0,0 0 0 0 0,1-1 1 0 0,1 1-1 0 0,0 0 0 0 0,0 0 1 0 0,2 16-1 0 0,0-20 11 0 0,-1-1 0 0 0,0 1 0 0 0,1-1 0 0 0,0 1 0 0 0,1-1 0 0 0,-1 0 1 0 0,1 1-1 0 0,0-1 0 0 0,0-1 0 0 0,1 1 0 0 0,-1 0 0 0 0,5 4 0 0 0,-4-6-1 0 0,-1 1 0 0 0,1-1 0 0 0,0 0 0 0 0,0 0 1 0 0,0 0-1 0 0,0-1 0 0 0,0 0 0 0 0,0 1 0 0 0,1-2 0 0 0,-1 1 0 0 0,1 0 0 0 0,0-1 1 0 0,-1 0-1 0 0,1 0 0 0 0,0 0 0 0 0,0-1 0 0 0,0 1 0 0 0,0-1 0 0 0,0 0 0 0 0,-1-1 0 0 0,1 1 1 0 0,0-1-1 0 0,0 0 0 0 0,-1 0 0 0 0,1 0 0 0 0,7-4 0 0 0,1-1 7 0 0,-1-1-1 0 0,0 0 1 0 0,0 0 0 0 0,0-2-1 0 0,-1 1 1 0 0,0-1 0 0 0,17-20-1 0 0,33-47 8 0 0,-50 60-35 0 0,1 0 0 0 0,0 1-1 0 0,1 1 1 0 0,0-1-1 0 0,1 2 1 0 0,30-22-1 0 0,-42 34 17 0 0,0 0 0 0 0,-1 1 0 0 0,1-1 0 0 0,0 1 0 0 0,0-1 0 0 0,0 1 0 0 0,-1 0-1 0 0,1 0 1 0 0,0 0 0 0 0,0 0 0 0 0,0 0 0 0 0,-1 0 0 0 0,1 0 0 0 0,0 1 0 0 0,0-1 0 0 0,-1 1-1 0 0,4 0 1 0 0,-1 1 1 0 0,0 0-1 0 0,0 0 0 0 0,0 0 0 0 0,-1 0 0 0 0,1 0 0 0 0,4 5 1 0 0,-2-2-5 0 0,-1 1-1 0 0,0 0 1 0 0,0 1 0 0 0,0-1 0 0 0,-1 1 0 0 0,0 0 0 0 0,0 0 0 0 0,-1 0-1 0 0,0 1 1 0 0,0-1 0 0 0,-1 1 0 0 0,0 0 0 0 0,0-1 0 0 0,1 16-1 0 0,-2-15 25 0 0,-1-1-1 0 0,0 1 1 0 0,0-1-1 0 0,-1 1 0 0 0,0-1 1 0 0,0 1-1 0 0,-1-1 0 0 0,1 0 1 0 0,-2 0-1 0 0,1 0 0 0 0,-1 0 1 0 0,0 0-1 0 0,0 0 0 0 0,-1-1 1 0 0,-7 11-1 0 0,10-16-9 0 0,0 0 0 0 0,0 0 0 0 0,0 0 0 0 0,0 0 0 0 0,0 0-1 0 0,0 0 1 0 0,0 0 0 0 0,-1 0 0 0 0,1 0 0 0 0,0 0 0 0 0,-1-1 0 0 0,1 1 0 0 0,0-1 0 0 0,-1 1 0 0 0,-2 0 0 0 0,3-1-4 0 0,0 0 0 0 0,0 0 1 0 0,0 0-1 0 0,1 0 0 0 0,-1 0 1 0 0,0-1-1 0 0,0 1 0 0 0,0 0 1 0 0,0 0-1 0 0,0-1 0 0 0,1 1 1 0 0,-1-1-1 0 0,0 1 0 0 0,0-1 1 0 0,1 1-1 0 0,-1-1 0 0 0,0 1 1 0 0,1-1-1 0 0,-2-1 1 0 0,0 0 3 0 0,0-1 1 0 0,1 0 0 0 0,-1 0-1 0 0,1 0 1 0 0,-1 1-1 0 0,1-1 1 0 0,0 0 0 0 0,0-1-1 0 0,1 1 1 0 0,-1 0 0 0 0,1 0-1 0 0,-1-6 1 0 0,2-1 0 0 0,0 1 0 0 0,0-1 0 0 0,1 1 0 0 0,0-1 0 0 0,1 1 0 0 0,0 0 0 0 0,0 0 0 0 0,1 0 0 0 0,1 1 0 0 0,-1-1-1 0 0,1 1 1 0 0,0 0 0 0 0,10-10 0 0 0,-7 8-17 0 0,0 1 0 0 0,1 0 0 0 0,0 1 0 0 0,1 0-1 0 0,0 0 1 0 0,0 1 0 0 0,1 0 0 0 0,0 1 0 0 0,20-9-1 0 0,-27 13 6 0 0,0 1 0 0 0,0-1 0 0 0,0 1 0 0 0,1 0-1 0 0,-1 1 1 0 0,0-1 0 0 0,0 1 0 0 0,1 0 0 0 0,-1 0-1 0 0,0 0 1 0 0,1 0 0 0 0,-1 1 0 0 0,0 0-1 0 0,0 0 1 0 0,0 0 0 0 0,0 0 0 0 0,0 1 0 0 0,0-1-1 0 0,0 1 1 0 0,0 0 0 0 0,0 0 0 0 0,-1 1 0 0 0,7 4-1 0 0,-6-3 0 0 0,0 1-1 0 0,0-1 0 0 0,0 1 0 0 0,-1 0 0 0 0,0 0 0 0 0,0 0 1 0 0,0 0-1 0 0,-1 0 0 0 0,1 1 0 0 0,-1-1 0 0 0,-1 1 0 0 0,1-1 1 0 0,-1 1-1 0 0,0 0 0 0 0,0 0 0 0 0,0 0 0 0 0,-1 6 0 0 0,0-3 16 0 0,-1 1-1 0 0,0-1 0 0 0,-1 0 1 0 0,0 0-1 0 0,0 0 1 0 0,-1 0-1 0 0,0 0 0 0 0,0-1 1 0 0,-1 1-1 0 0,-6 10 0 0 0,9-18 28 0 0,-4-3-6 0 0,5 2-31 0 0,0 0-1 0 0,-1 0 1 0 0,1 0 0 0 0,0 0 0 0 0,0 0 0 0 0,-1 0 0 0 0,1 0-1 0 0,0 0 1 0 0,0 0 0 0 0,-1 0 0 0 0,1 0 0 0 0,0 0 0 0 0,0 0-1 0 0,-1 0 1 0 0,1 0 0 0 0,0-1 0 0 0,0 1 0 0 0,0 0-1 0 0,-1 0 1 0 0,1 0 0 0 0,0 0 0 0 0,0-1 0 0 0,0 1 0 0 0,0 0-1 0 0,-1 0 1 0 0,1 0 0 0 0,0-1 0 0 0,0 1 0 0 0,0 0 0 0 0,0 0-1 0 0,0 0 1 0 0,0-1 0 0 0,-1 1 0 0 0,1 0 0 0 0,0 0 0 0 0,0-1-1 0 0,3-12 7 0 0,-1 1 0 0 0,2 0 0 0 0,0 0 0 0 0,0 0 0 0 0,1 0-1 0 0,1 1 1 0 0,0-1 0 0 0,0 1 0 0 0,1 1 0 0 0,1-1 0 0 0,0 1 0 0 0,16-16-1 0 0,-9 11-21 0 0,1 1-1 0 0,0 1 1 0 0,1 1-1 0 0,1 0 1 0 0,0 1-1 0 0,0 0 1 0 0,22-7-1 0 0,-35 16 8 0 0,0 0 0 0 0,0 0 0 0 0,0 1 0 0 0,0-1 0 0 0,0 1 0 0 0,1 1 0 0 0,-1-1 1 0 0,0 1-1 0 0,0 0 0 0 0,7 1 0 0 0,-10-1 7 0 0,0 0 1 0 0,0 0 0 0 0,1 1-1 0 0,-1-1 1 0 0,0 1 0 0 0,0 0-1 0 0,0-1 1 0 0,0 1 0 0 0,-1 0-1 0 0,1 0 1 0 0,0 0 0 0 0,0 1-1 0 0,-1-1 1 0 0,1 0 0 0 0,0 1-1 0 0,-1-1 1 0 0,1 1 0 0 0,-1-1-1 0 0,0 1 1 0 0,1 0-1 0 0,-1-1 1 0 0,0 1 0 0 0,0 0-1 0 0,0 0 1 0 0,1 3 0 0 0,-2-1-2 0 0,1 1 1 0 0,0-1 0 0 0,-1 1-1 0 0,0-1 1 0 0,0 1 0 0 0,-1 0-1 0 0,1-1 1 0 0,-2 6 0 0 0,0 0-5 0 0,-1 8-21 0 0,-1 0-1 0 0,-1-1 1 0 0,-12 30 0 0 0,8-24 4 0 0,-7 28 0 0 0,13-41 20 0 0,1 0 0 0 0,1 0 1 0 0,-2 17-1 0 0,4-24 6 0 0,-1 0 1 0 0,0 0-1 0 0,1 1 1 0 0,-1-1-1 0 0,1 0 0 0 0,0 0 1 0 0,0 0-1 0 0,0 0 0 0 0,1 0 1 0 0,-1 0-1 0 0,1 0 1 0 0,-1-1-1 0 0,1 1 0 0 0,3 3 1 0 0,-4-5-4 0 0,0 0 1 0 0,-1 0 0 0 0,1-1 0 0 0,0 1 0 0 0,0 0-1 0 0,0-1 1 0 0,0 1 0 0 0,0 0 0 0 0,-1-1 0 0 0,1 1-1 0 0,0-1 1 0 0,0 0 0 0 0,1 1 0 0 0,-1-1 0 0 0,0 0-1 0 0,0 0 1 0 0,0 0 0 0 0,0 1 0 0 0,0-1-1 0 0,0 0 1 0 0,1-1 0 0 0,10 2 9 0 0,-1 0-1 0 0,0-1 1 0 0,0-1 0 0 0,0 0 0 0 0,1 0-1 0 0,-1-1 1 0 0,0-1 0 0 0,-1 0-1 0 0,18-7 1 0 0,-12 2 4 0 0,0-1 1 0 0,-1 0-1 0 0,29-24 0 0 0,-29 20-3 0 0,0-1 1 0 0,0 0-1 0 0,-2-1 0 0 0,1 0 1 0 0,-2-1-1 0 0,0 0 0 0 0,-1-1 1 0 0,-1-1-1 0 0,-1 0 0 0 0,0 0 1 0 0,-1 0-1 0 0,-1-1 0 0 0,6-26 1 0 0,-13 43-15 0 0,3-22-40 0 0,-3 23 40 0 0,-1 0 1 0 0,1 0 0 0 0,0 0-1 0 0,0 0 1 0 0,-1 0-1 0 0,1 0 1 0 0,-1 1 0 0 0,1-1-1 0 0,-1 0 1 0 0,1 0-1 0 0,-1 1 1 0 0,0-1-1 0 0,1 0 1 0 0,-1 1 0 0 0,0-1-1 0 0,1 0 1 0 0,-1 1-1 0 0,0-1 1 0 0,0 1 0 0 0,0-1-1 0 0,1 1 1 0 0,-3-1-1 0 0,2 1 1 0 0,0-1 0 0 0,-1 1 0 0 0,1 0-1 0 0,0 0 1 0 0,0 0 0 0 0,-1 0-1 0 0,1 0 1 0 0,0 0 0 0 0,0 0-1 0 0,0 1 1 0 0,-1-1 0 0 0,1 0 0 0 0,0 1-1 0 0,0-1 1 0 0,0 1 0 0 0,0-1-1 0 0,0 1 1 0 0,-2 1 0 0 0,-19 14-15 0 0,20-14 11 0 0,-10 10-12 0 0,0 0 0 0 0,1 1 0 0 0,1 0 0 0 0,0 1 0 0 0,1 0 0 0 0,0 0 0 0 0,1 1 0 0 0,1 0 0 0 0,1 0 0 0 0,-9 29 0 0 0,14-41 19 0 0,0 0 0 0 0,0 0 0 0 0,0 1 0 0 0,0-1 1 0 0,0 1-1 0 0,1-1 0 0 0,0 0 0 0 0,0 1 0 0 0,0-1 0 0 0,0 1 0 0 0,0-1 0 0 0,1 1 0 0 0,0-1 0 0 0,-1 0 0 0 0,1 1 0 0 0,0-1 0 0 0,1 0 0 0 0,-1 0 0 0 0,1 0 0 0 0,-1 0 0 0 0,1 0 0 0 0,0 0 0 0 0,0 0 0 0 0,0 0 0 0 0,0-1 0 0 0,1 1 0 0 0,-1-1 0 0 0,1 1 0 0 0,4 2 0 0 0,0-1 7 0 0,0 0 1 0 0,1 0-1 0 0,-1-1 0 0 0,1 0 0 0 0,0-1 0 0 0,0 0 0 0 0,0 0 0 0 0,0 0 1 0 0,0-1-1 0 0,0 0 0 0 0,11-1 0 0 0,-6 0 5 0 0,0-1 0 0 0,0 0 0 0 0,0-1 1 0 0,-1 0-1 0 0,1-1 0 0 0,0-1 0 0 0,-1 0 0 0 0,18-8 0 0 0,-15 4 9 0 0,0-1 0 0 0,0-1 1 0 0,-1 0-1 0 0,0-1 0 0 0,22-22 0 0 0,-14 11-8 0 0,12-13-28 0 0,51-40-1 0 0,-81 73 6 0 0,-1-1-1 0 0,1 1 1 0 0,0-1 0 0 0,0 1-1 0 0,0 0 1 0 0,7-2 0 0 0,17-1-27 0 0,-16 9 17 0 0,-8-2 14 0 0,-1 0 2 0 0,0 0 0 0 0,0 0 0 0 0,0 0 1 0 0,-1 0-1 0 0,1 0 0 0 0,-1 1 0 0 0,1-1 1 0 0,-1 1-1 0 0,0-1 0 0 0,0 1 0 0 0,0 0 0 0 0,0 0 1 0 0,-1 0-1 0 0,1 0 0 0 0,-1 0 0 0 0,0 1 1 0 0,0-1-1 0 0,0 0 0 0 0,1 7 0 0 0,-1-2 2 0 0,0 0-1 0 0,0 0 0 0 0,-1 0 1 0 0,0 0-1 0 0,0 0 0 0 0,-1-1 1 0 0,-2 14-1 0 0,2-18 11 0 0,0 0 0 0 0,0 0 0 0 0,-1 0 0 0 0,1 0 0 0 0,-1 0 0 0 0,1 0 0 0 0,-1 0 0 0 0,0 0 0 0 0,0 0 0 0 0,0-1 0 0 0,0 1 0 0 0,-1-1 0 0 0,1 0 0 0 0,-1 0 0 0 0,-2 3 0 0 0,3-4 22 0 0,1-1-26 0 0,0 0 0 0 0,0 0 0 0 0,0 0 1 0 0,1-1-1 0 0,-1 1 0 0 0,0 0 0 0 0,0 0 1 0 0,0-1-1 0 0,0 1 0 0 0,0 0 0 0 0,0-1 1 0 0,1 1-1 0 0,-1-1 0 0 0,0 1 0 0 0,0-1 1 0 0,0 1-1 0 0,1-1 0 0 0,-1 1 0 0 0,0-1 1 0 0,1 0-1 0 0,-1 0 0 0 0,1 1 0 0 0,-1-1 1 0 0,0-1-1 0 0,0-1 0 0 0,0 1 1 0 0,0-1 0 0 0,0 1-1 0 0,1-1 1 0 0,-1 0-1 0 0,1 1 1 0 0,0-1-1 0 0,0-5 1 0 0,0 0-1 0 0,1 0 0 0 0,0-1 1 0 0,1 1-1 0 0,4-16 0 0 0,0 11-11 0 0,0-1 0 0 0,1 1 0 0 0,1-1 1 0 0,0 2-1 0 0,0-1 0 0 0,2 1 0 0 0,-1 1 0 0 0,19-17 0 0 0,-20 20-7 0 0,0 1 0 0 0,1 0-1 0 0,0 1 1 0 0,1 0 0 0 0,0 0 0 0 0,-1 1-1 0 0,2 0 1 0 0,-1 1 0 0 0,0 0 0 0 0,1 1-1 0 0,0 0 1 0 0,11-2 0 0 0,-19 5 11 0 0,0-1 1 0 0,0 1 0 0 0,0 0-1 0 0,-1 0 1 0 0,1 0 0 0 0,0 0 0 0 0,0 0-1 0 0,0 1 1 0 0,0-1 0 0 0,-1 1-1 0 0,1-1 1 0 0,0 1 0 0 0,-1 0-1 0 0,1 1 1 0 0,0-1 0 0 0,-1 0-1 0 0,1 1 1 0 0,-1-1 0 0 0,0 1-1 0 0,1 0 1 0 0,-1-1 0 0 0,0 1-1 0 0,0 0 1 0 0,0 1 0 0 0,0-1 0 0 0,-1 0-1 0 0,1 0 1 0 0,-1 1 0 0 0,1-1-1 0 0,-1 1 1 0 0,0 0 0 0 0,2 4-1 0 0,-1 1-1 0 0,0 0 0 0 0,-1 0 0 0 0,0 0 0 0 0,0 1 0 0 0,-1-1 0 0 0,0 0-1 0 0,0 0 1 0 0,-1 1 0 0 0,-3 13 0 0 0,-15 42-38 0 0,12-46 33 0 0,2 1 0 0 0,0 1 1 0 0,-3 20-1 0 0,8-39 11 0 0,-1 0-1 0 0,1 1 1 0 0,0-1-1 0 0,0 0 0 0 0,0 1 1 0 0,-1-1-1 0 0,1 0 1 0 0,1 1-1 0 0,-1-1 1 0 0,0 0-1 0 0,0 1 1 0 0,0-1-1 0 0,1 0 1 0 0,-1 1-1 0 0,1-1 1 0 0,-1 0-1 0 0,1 1 1 0 0,-1-1-1 0 0,1 0 1 0 0,0 0-1 0 0,0 0 1 0 0,-1 0-1 0 0,1 0 1 0 0,0 0-1 0 0,0 0 1 0 0,0 0-1 0 0,0 0 1 0 0,0 0-1 0 0,1 0 1 0 0,-1-1-1 0 0,0 1 1 0 0,0 0-1 0 0,0-1 1 0 0,1 1-1 0 0,-1-1 1 0 0,0 1-1 0 0,1-1 1 0 0,-1 0-1 0 0,0 1 1 0 0,1-1-1 0 0,-1 0 0 0 0,2 0 1 0 0,3 0 4 0 0,-1-1-1 0 0,1 1 1 0 0,-1-1 0 0 0,1 0 0 0 0,-1-1-1 0 0,0 1 1 0 0,10-5 0 0 0,3-4-14 0 0,-1-1 1 0 0,0 0-1 0 0,-1-1 0 0 0,0 0 1 0 0,-1-2-1 0 0,0 0 1 0 0,-1 0-1 0 0,16-23 1 0 0,11-17-257 0 0,35-67 1 0 0,-37 50 233 0 0,-3-1-1 0 0,-4-2 0 0 0,35-117 1 0 0,-62 176 72 0 0,2-10-21 0 0,-18 42 14 0 0,-151 375 2762 0 0,155-372-2718 0 0,-31 96 207 0 0,33-96-221 0 0,0 0 0 0 0,2 0 0 0 0,-2 40 1 0 0,5-57-57 0 0,0 0 0 0 0,0 1 1 0 0,0-1-1 0 0,1 0 0 0 0,-1 0 0 0 0,1 0 1 0 0,0 0-1 0 0,0 0 0 0 0,0 0 1 0 0,0 0-1 0 0,1 0 0 0 0,-1 0 0 0 0,1-1 1 0 0,-1 1-1 0 0,1 0 0 0 0,0-1 1 0 0,0 1-1 0 0,0-1 0 0 0,1 0 0 0 0,-1 0 1 0 0,1 0-1 0 0,-1 0 0 0 0,1 0 1 0 0,-1 0-1 0 0,1-1 0 0 0,0 1 0 0 0,0-1 1 0 0,0 0-1 0 0,0 0 0 0 0,0 0 1 0 0,4 1-1 0 0,0-1 1 0 0,-1 0 1 0 0,1 0-1 0 0,0-1 1 0 0,-1 0-1 0 0,1 0 0 0 0,0-1 1 0 0,-1 0-1 0 0,1 0 1 0 0,-1 0-1 0 0,1-1 1 0 0,-1 0-1 0 0,0 0 1 0 0,0-1-1 0 0,9-4 0 0 0,1-3-11 0 0,1-1 0 0 0,-2-1-1 0 0,0-1 1 0 0,0 0 0 0 0,20-24-1 0 0,-10 6-69 0 0,37-60 0 0 0,-58 84 58 0 0,0 0 0 0 0,0-1 0 0 0,-1 1 0 0 0,3-10 0 0 0,-5 14-1 0 0,0 0 0 0 0,-1 0 0 0 0,1 0 0 0 0,-1 0 0 0 0,1 0 0 0 0,-1-1 0 0 0,0 1 1 0 0,0 0-1 0 0,-1 0 0 0 0,1 0 0 0 0,-1 0 0 0 0,-1-5 0 0 0,2 7 8 0 0,0 0 0 0 0,-1 0 0 0 0,1 0-1 0 0,-1 1 1 0 0,1-1 0 0 0,-1 0 0 0 0,1 0-1 0 0,-1 1 1 0 0,1-1 0 0 0,-1 0-1 0 0,0 1 1 0 0,0-1 0 0 0,1 1 0 0 0,-1-1-1 0 0,0 1 1 0 0,0-1 0 0 0,1 1 0 0 0,-1-1-1 0 0,0 1 1 0 0,0 0 0 0 0,0-1 0 0 0,0 1-1 0 0,0 0 1 0 0,0 0 0 0 0,1 0 0 0 0,-1 0-1 0 0,0 0 1 0 0,0 0 0 0 0,0 0 0 0 0,0 0-1 0 0,0 0 1 0 0,-1 1 0 0 0,-19 6-49 0 0,18-4 50 0 0,-1 0 1 0 0,1-1-1 0 0,0 1 0 0 0,0 1 0 0 0,0-1 1 0 0,1 0-1 0 0,-1 1 0 0 0,1-1 1 0 0,0 1-1 0 0,-1 0 0 0 0,2-1 0 0 0,-1 1 1 0 0,0 0-1 0 0,1 0 0 0 0,0 1 0 0 0,0-1 1 0 0,0 0-1 0 0,0 0 0 0 0,1 0 1 0 0,0 1-1 0 0,0-1 0 0 0,0 0 0 0 0,0 1 1 0 0,1-1-1 0 0,-1 0 0 0 0,1 0 1 0 0,2 5-1 0 0,0 1 88 0 0,0 0-1 0 0,1 0 1 0 0,0 0 0 0 0,1-1 0 0 0,0 0-1 0 0,1 0 1 0 0,0 0 0 0 0,0-1 0 0 0,13 14-1 0 0,44 46 765 0 0,-62-67-835 0 0,0-1 0 0 0,-1 1 0 0 0,1 0 1 0 0,-1-1-1 0 0,1 1 0 0 0,-1-1 0 0 0,1 1 0 0 0,-1 0 1 0 0,1 0-1 0 0,-1-1 0 0 0,0 1 0 0 0,1 0 0 0 0,-1 0 1 0 0,0-1-1 0 0,0 1 0 0 0,1 0 0 0 0,-1 0 0 0 0,0-1 1 0 0,0 1-1 0 0,0 0 0 0 0,0 0 0 0 0,0 0 0 0 0,0 0 1 0 0,0-1-1 0 0,0 1 0 0 0,-1 0 0 0 0,1 0 0 0 0,0-1 1 0 0,0 1-1 0 0,-1 0 0 0 0,1 0 0 0 0,0-1 0 0 0,-1 1 1 0 0,1 0-1 0 0,-1-1 0 0 0,1 1 0 0 0,-1 0 0 0 0,1-1 1 0 0,-1 1-1 0 0,0-1 0 0 0,1 1 0 0 0,-1-1 0 0 0,1 1 1 0 0,-1-1-1 0 0,-1 1 0 0 0,-3 3 47 0 0,-1-1-1 0 0,0 0 1 0 0,0 0-1 0 0,-8 2 1 0 0,8-3-17 0 0,-11 5 65 0 0,1-2 0 0 0,-1 0 0 0 0,-33 4 1 0 0,41-8-350 0 0,0 0-1 0 0,-1 0 1 0 0,1-2 0 0 0,-1 1 0 0 0,1-1 0 0 0,-1 0 0 0 0,1-1 0 0 0,-17-5 0 0 0,22 5-284 0 0,0 1-1 0 0,1-1 1 0 0,-1 0 0 0 0,1-1-1 0 0,0 1 1 0 0,-1 0 0 0 0,1-1-1 0 0,0 0 1 0 0,-2-3 0 0 0,-13-18-5836 0 0,10 12 1496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19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87 117 1248 0 0,'-75'-14'9288'0'0,"74"14"-9226"0"0,1 0 1 0 0,-1 0-1 0 0,1 0 1 0 0,-1 0-1 0 0,1 0 1 0 0,-1-1-1 0 0,1 1 1 0 0,-1 0-1 0 0,1 0 1 0 0,-1 0-1 0 0,1 0 1 0 0,0-1-1 0 0,-1 1 1 0 0,1 0-1 0 0,-1-1 1 0 0,1 1-1 0 0,0 0 1 0 0,-1-1-1 0 0,1 1 1 0 0,-1 0-1 0 0,1-1 1 0 0,0 1-1 0 0,0-1 1 0 0,-1 1-1 0 0,1 0 1 0 0,0-1-1 0 0,0 1 1 0 0,-1-1-1 0 0,1 0 1 0 0,0 0-26 0 0,1 1 0 0 0,-1-1 0 0 0,0 0 0 0 0,1 1 0 0 0,-1-1 0 0 0,1 0 0 0 0,-1 1 0 0 0,1-1 0 0 0,-1 1 0 0 0,1-1 0 0 0,-1 0 0 0 0,1 1 0 0 0,-1 0 0 0 0,1-1 0 0 0,0 1 0 0 0,0-1 0 0 0,28-13 306 0 0,26 0-465 0 0,-1 2 0 0 0,2 3 0 0 0,64-3-1 0 0,-53 5-722 0 0,79-4-4661 0 0,-97 6 1367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1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139 311 1956 0 0,'16'-21'2547'0'0,"-10"14"-1673"0"0,0 0 1 0 0,0 0-1 0 0,-1-1 1 0 0,0 1-1 0 0,0-1 0 0 0,-1 0 1 0 0,7-18-1 0 0,-8 15-71 0 0,-1 2 194 0 0,-14 13-666 0 0,6 1-296 0 0,0-1 0 0 0,0 2 1 0 0,1-1-1 0 0,-1 1 1 0 0,1-1-1 0 0,0 1 1 0 0,1 1-1 0 0,-5 6 1 0 0,2-2-6 0 0,-73 111 173 0 0,70-104-193 0 0,1 0 1 0 0,1 1-1 0 0,0 0 0 0 0,1 1 1 0 0,-4 21-1 0 0,10-36-3 0 0,0-1-1 0 0,0 1 1 0 0,1 0-1 0 0,-1 0 1 0 0,1 0-1 0 0,1 0 0 0 0,-1-1 1 0 0,1 1-1 0 0,0 0 1 0 0,1 6-1 0 0,-1-9 1 0 0,0 0-1 0 0,0 0 1 0 0,0 0 0 0 0,0 0-1 0 0,1 0 1 0 0,-1 0 0 0 0,0 0-1 0 0,1-1 1 0 0,0 1-1 0 0,-1 0 1 0 0,1-1 0 0 0,0 1-1 0 0,0-1 1 0 0,-1 0 0 0 0,1 0-1 0 0,0 0 1 0 0,0 0 0 0 0,1 0-1 0 0,-1 0 1 0 0,0 0-1 0 0,0-1 1 0 0,0 1 0 0 0,4 0-1 0 0,2 0 1 0 0,1 0 1 0 0,-1-1-1 0 0,1 0 0 0 0,-1 0 0 0 0,0-1 0 0 0,1 0 0 0 0,-1-1 1 0 0,0 0-1 0 0,0 0 0 0 0,1 0 0 0 0,-2-1 0 0 0,1-1 1 0 0,0 1-1 0 0,-1-1 0 0 0,1 0 0 0 0,-1-1 0 0 0,12-10 0 0 0,-10 8 2 0 0,-1-1-1 0 0,-1 0 0 0 0,0 0 0 0 0,0 0 0 0 0,0-1 1 0 0,-1 0-1 0 0,-1-1 0 0 0,1 1 0 0 0,-2-1 0 0 0,1 0 1 0 0,-1 0-1 0 0,-1 0 0 0 0,4-16 0 0 0,-4 6-24 0 0,0 0 0 0 0,-2 0 0 0 0,0 0 0 0 0,-3-23-1 0 0,1 31 7 0 0,0 1 0 0 0,-1-1 0 0 0,0 0 0 0 0,-1 1 0 0 0,-1 0 0 0 0,0 0 0 0 0,0 0-1 0 0,-8-15 1 0 0,10 24 10 0 0,1 1-1 0 0,0-1 0 0 0,0 0 0 0 0,-1 1 0 0 0,1-1 0 0 0,-1 1 1 0 0,1 0-1 0 0,-1-1 0 0 0,0 1 0 0 0,1 0 0 0 0,-1 0 0 0 0,0 0 1 0 0,0 0-1 0 0,0 1 0 0 0,0-1 0 0 0,1 0 0 0 0,-1 1 1 0 0,0-1-1 0 0,0 1 0 0 0,-1 0 0 0 0,1-1 0 0 0,0 1 0 0 0,0 0 1 0 0,0 0-1 0 0,0 1 0 0 0,0-1 0 0 0,0 0 0 0 0,0 1 1 0 0,0-1-1 0 0,0 1 0 0 0,0-1 0 0 0,0 1 0 0 0,-3 2 0 0 0,-3 1 1 0 0,0 0 0 0 0,0 1 0 0 0,1 0 0 0 0,0 0 0 0 0,0 1 0 0 0,-9 8 0 0 0,2 1 7 0 0,0 0 1 0 0,2 0-1 0 0,0 2 1 0 0,-20 34 0 0 0,28-44-6 0 0,1 1 0 0 0,-1 0 1 0 0,1 0-1 0 0,0-1 1 0 0,1 2-1 0 0,0-1 1 0 0,0 0-1 0 0,1 0 1 0 0,0 1-1 0 0,0-1 1 0 0,1 0-1 0 0,0 1 0 0 0,1-1 1 0 0,2 14-1 0 0,-2-20 1 0 0,0 1-1 0 0,0-1 0 0 0,0 0 0 0 0,0 1 1 0 0,1-1-1 0 0,-1 0 0 0 0,1 0 0 0 0,0 0 1 0 0,-1 0-1 0 0,1 0 0 0 0,0 0 0 0 0,0-1 1 0 0,0 1-1 0 0,0 0 0 0 0,1-1 1 0 0,-1 0-1 0 0,0 1 0 0 0,1-1 0 0 0,-1 0 1 0 0,1 0-1 0 0,-1-1 0 0 0,1 1 0 0 0,-1 0 1 0 0,1-1-1 0 0,4 1 0 0 0,8 0 5 0 0,-1 0-1 0 0,0-1 1 0 0,22-3 0 0 0,-28 2-7 0 0,18-1-3 0 0,-1-2 0 0 0,1-1 0 0 0,-1-1-1 0 0,0-1 1 0 0,-1-1 0 0 0,0-1-1 0 0,0-1 1 0 0,-1-2 0 0 0,0 0 0 0 0,-1-1-1 0 0,0-1 1 0 0,-1-1 0 0 0,-1-1 0 0 0,0-1-1 0 0,-2-1 1 0 0,0-1 0 0 0,-1 0 0 0 0,0-1-1 0 0,16-28 1 0 0,-7 1-26 0 0,30-78 1 0 0,-34 73-70 0 0,-22 50 87 0 0,-10 20-43 0 0,-111 322 1876 0 0,22 9-755 0 0,24-85-728 0 0,-35 158 168 0 0,106-402-488 0 0,-1-4 8 0 0,2 0 0 0 0,0 0 0 0 0,0 0 0 0 0,2 0 0 0 0,0 1 1 0 0,1 19-1 0 0,1-33-17 0 0,-1-1-1 0 0,1 1 1 0 0,0-1 0 0 0,0 1 0 0 0,0-1 0 0 0,0 0 0 0 0,0 1-1 0 0,1-1 1 0 0,-1 0 0 0 0,0 0 0 0 0,1 0 0 0 0,0 0 0 0 0,0 0-1 0 0,-1 0 1 0 0,1-1 0 0 0,0 1 0 0 0,0 0 0 0 0,1-1 0 0 0,-1 0-1 0 0,0 1 1 0 0,0-1 0 0 0,1 0 0 0 0,-1 0 0 0 0,1 0 0 0 0,-1-1-1 0 0,1 1 1 0 0,-1-1 0 0 0,1 1 0 0 0,-1-1 0 0 0,1 0 0 0 0,4 0-1 0 0,4 0 14 0 0,-1 0 0 0 0,0-1 0 0 0,1 0 0 0 0,-1-1 0 0 0,0 0 0 0 0,17-7-1 0 0,-16 5-12 0 0,-1 0 0 0 0,0-1 0 0 0,-1 0-1 0 0,1-1 1 0 0,-1 0 0 0 0,0-1 0 0 0,-1 0-1 0 0,1 0 1 0 0,-1-1 0 0 0,-1 0 0 0 0,1 0-1 0 0,-2-1 1 0 0,1 0 0 0 0,-1 0 0 0 0,0 0-1 0 0,-1-1 1 0 0,0 0 0 0 0,6-18 0 0 0,-8 18-12 0 0,0 1 0 0 0,-1-1 1 0 0,0 0-1 0 0,-1 0 0 0 0,0-1 1 0 0,-1 1-1 0 0,0 0 1 0 0,0 0-1 0 0,-1 0 0 0 0,0 0 1 0 0,-1 0-1 0 0,0 0 1 0 0,-1 0-1 0 0,0 0 0 0 0,0 0 1 0 0,-1 1-1 0 0,-1 0 1 0 0,1 0-1 0 0,-1 0 0 0 0,-9-12 1 0 0,3 8 65 0 0,-1 0 0 0 0,0 0 0 0 0,-1 1 0 0 0,0 1 0 0 0,-1 0-1 0 0,0 1 1 0 0,-26-14 0 0 0,-8 0 70 0 0,-59-20-1 0 0,0 0-377 0 0,105 44 171 0 0,0-1 1 0 0,0 0-1 0 0,0 0 1 0 0,0-1-1 0 0,0 1 1 0 0,1 0 0 0 0,-1 0-1 0 0,1-1 1 0 0,-2-1-1 0 0,2 2 0 0 0,1 1-1 0 0,-1-1 0 0 0,1 1 1 0 0,0-1-1 0 0,0 1 1 0 0,-1-1-1 0 0,1 0 1 0 0,0 1-1 0 0,0-1 1 0 0,0 1-1 0 0,-1-1 0 0 0,1 0 1 0 0,0 1-1 0 0,0-1 1 0 0,0 1-1 0 0,0-1 1 0 0,0 0-1 0 0,0 1 0 0 0,0-1 1 0 0,1-1-1 0 0,0 0-131 0 0,0 0-1 0 0,1 0 1 0 0,-1 0-1 0 0,1 0 1 0 0,0 0-1 0 0,-1 0 1 0 0,1 1-1 0 0,0-1 1 0 0,0 0-1 0 0,0 1 1 0 0,0 0-1 0 0,0-1 1 0 0,4 0-1 0 0,66-31-5210 0 0,-48 23 2884 0 0,11-5-1465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2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601 160 1848 0 0,'-122'-45'10036'0'0,"120"44"-9853"0"0,0 1-119 0 0,-1 1-1 0 0,1-1 1 0 0,-1 1-1 0 0,1 0 1 0 0,0-1-1 0 0,0 1 1 0 0,-1 0-1 0 0,1 0 1 0 0,0 0-1 0 0,0 1 1 0 0,0-1-1 0 0,0 1 1 0 0,0-1-1 0 0,0 1 1 0 0,-1 1-1 0 0,-28 33 569 0 0,19-20-319 0 0,-70 90 651 0 0,70-88-894 0 0,0 0 0 0 0,2 1 0 0 0,0 0 1 0 0,-9 26-1 0 0,18-43-55 0 0,0 1-1 0 0,0-1 1 0 0,0 1 0 0 0,0-1 0 0 0,1 1 0 0 0,-1 0 0 0 0,0-1 0 0 0,1 1 0 0 0,0 0-1 0 0,0-1 1 0 0,0 1 0 0 0,0 0 0 0 0,0 0 0 0 0,0-1 0 0 0,1 1 0 0 0,0 0 0 0 0,-1-1-1 0 0,1 1 1 0 0,0-1 0 0 0,0 1 0 0 0,0-1 0 0 0,2 4 0 0 0,-2-5-8 0 0,0-1 0 0 0,0 1 0 0 0,0-1 0 0 0,-1 1 0 0 0,1-1 0 0 0,0 1 0 0 0,0-1 0 0 0,0 1 0 0 0,0-1 0 0 0,0 0 0 0 0,0 0 0 0 0,0 1 0 0 0,0-1 0 0 0,0 0 0 0 0,0 0 0 0 0,0 0 0 0 0,0 0 0 0 0,0 0 0 0 0,0 0 0 0 0,0 0 0 0 0,0-1 0 0 0,0 1 0 0 0,1-1 0 0 0,24-9 86 0 0,-23 9-85 0 0,6-4 1 0 0,-1 0-1 0 0,1-1 1 0 0,-1 1 0 0 0,0-2 0 0 0,0 1-1 0 0,-1-1 1 0 0,0-1 0 0 0,0 1-1 0 0,-1-1 1 0 0,0 0 0 0 0,0-1-1 0 0,-1 1 1 0 0,0-1 0 0 0,0 0-1 0 0,-1 0 1 0 0,5-19 0 0 0,-4 12 4 0 0,-1 1 0 0 0,-1-1 0 0 0,0 0 0 0 0,-1 0 0 0 0,-1 0 0 0 0,-1 0 0 0 0,0 0 0 0 0,-1-1 0 0 0,-5-29 0 0 0,4 38-19 0 0,0 0-1 0 0,-1 0 1 0 0,1 0 0 0 0,-2 0-1 0 0,1 0 1 0 0,-1 0 0 0 0,0 1-1 0 0,-1 0 1 0 0,1 0 0 0 0,-10-10-1 0 0,11 14 4 0 0,0 0-1 0 0,0 1 1 0 0,0-1 0 0 0,-1 1-1 0 0,1-1 1 0 0,-1 1-1 0 0,0 0 1 0 0,1 1 0 0 0,-1-1-1 0 0,0 1 1 0 0,0-1-1 0 0,0 1 1 0 0,0 0 0 0 0,0 1-1 0 0,0-1 1 0 0,-1 1-1 0 0,1 0 1 0 0,0 0 0 0 0,0 0-1 0 0,0 0 1 0 0,0 1 0 0 0,-8 1-1 0 0,-4 3 3 0 0,0 0 1 0 0,1 1-1 0 0,0 1 0 0 0,0 1 0 0 0,0 0 0 0 0,1 0 1 0 0,1 2-1 0 0,-26 21 0 0 0,21-14-5 0 0,0 1 1 0 0,1 1 0 0 0,1 0-1 0 0,1 1 1 0 0,-16 27-1 0 0,28-42 5 0 0,0 0 0 0 0,1 0 0 0 0,0 1 0 0 0,-1-1 0 0 0,2 0 0 0 0,-1 1 0 0 0,1-1 0 0 0,-1 1 0 0 0,1 7 0 0 0,1-11 3 0 0,0-1 0 0 0,0 1 1 0 0,0 0-1 0 0,1 0 0 0 0,-1-1 0 0 0,0 1 0 0 0,1 0 0 0 0,-1-1 0 0 0,1 1 0 0 0,0 0 0 0 0,0-1 0 0 0,0 1 0 0 0,-1-1 1 0 0,2 1-1 0 0,-1-1 0 0 0,0 0 0 0 0,0 1 0 0 0,0-1 0 0 0,0 0 0 0 0,1 0 0 0 0,-1 0 0 0 0,1 0 0 0 0,-1 0 1 0 0,1 0-1 0 0,-1 0 0 0 0,1 0 0 0 0,-1-1 0 0 0,1 1 0 0 0,0-1 0 0 0,-1 1 0 0 0,1-1 0 0 0,0 1 0 0 0,3-1 0 0 0,6 1 4 0 0,0 0 0 0 0,0 0 0 0 0,0-1-1 0 0,1-1 1 0 0,-1 0 0 0 0,0 0-1 0 0,0-1 1 0 0,0-1 0 0 0,0 0 0 0 0,11-4-1 0 0,15-8 29 0 0,50-29-1 0 0,-68 34-31 0 0,99-63 0 0 0,0 1 0 0 0,-117 72-1 0 0,6-5-12 0 0,1 1 0 0 0,-1 0 1 0 0,1 1-1 0 0,0-1 0 0 0,0 2 1 0 0,0-1-1 0 0,0 1 0 0 0,1 0 1 0 0,14-1-1 0 0,-20 3 10 0 0,0 1 1 0 0,-1-1 0 0 0,1 1-1 0 0,0 0 1 0 0,0 0-1 0 0,0-1 1 0 0,-1 2 0 0 0,1-1-1 0 0,0 0 1 0 0,-1 1 0 0 0,1-1-1 0 0,-1 1 1 0 0,0 0-1 0 0,1-1 1 0 0,-1 1 0 0 0,0 0-1 0 0,0 1 1 0 0,0-1-1 0 0,0 0 1 0 0,-1 1 0 0 0,1-1-1 0 0,-1 1 1 0 0,2 2-1 0 0,2 5 0 0 0,0 1 0 0 0,-1-1 0 0 0,-1 1 0 0 0,4 14 0 0 0,-5-14 120 0 0,0 0 0 0 0,-1 0-1 0 0,-1 0 1 0 0,1 0 0 0 0,-2 0-1 0 0,0 0 1 0 0,0 0 0 0 0,-1 0 0 0 0,0 0-1 0 0,-4 11 1 0 0,-1 0 225 0 0,-2-1 0 0 0,0 0-1 0 0,-21 34 1 0 0,29-53-53 0 0,-2-6-204 0 0,3 4-85 0 0,0 0 0 0 0,-1 0 0 0 0,1 0 0 0 0,0 0 0 0 0,-1 0 0 0 0,1-1 0 0 0,0 1 0 0 0,0 0 0 0 0,-1 0-1 0 0,1 0 1 0 0,0 0 0 0 0,0-1 0 0 0,0 1 0 0 0,-1 0 0 0 0,1 0 0 0 0,0 0 0 0 0,0-1 0 0 0,0 1 0 0 0,0 0 0 0 0,-1 0 0 0 0,1-1-1 0 0,0 1 1 0 0,0 0 0 0 0,0-1 0 0 0,0 1 0 0 0,0 0 0 0 0,0 0 0 0 0,0-1 0 0 0,0 1 0 0 0,0 0 0 0 0,0-1 0 0 0,0 1-1 0 0,0 0 1 0 0,2-13 15 0 0,1 1-1 0 0,0 0 0 0 0,1 1 0 0 0,1-1 1 0 0,0 1-1 0 0,0-1 0 0 0,9-11 0 0 0,0 0-17 0 0,1 1 0 0 0,25-27 0 0 0,-26 32-21 0 0,2 2 1 0 0,18-15-1 0 0,-26 24 4 0 0,0 0 0 0 0,0 1 1 0 0,0 0-1 0 0,1 0 0 0 0,0 1 0 0 0,16-5 1 0 0,-23 8 13 0 0,0 0 0 0 0,0 0 1 0 0,0 1-1 0 0,1-1 0 0 0,-1 1 1 0 0,0 0-1 0 0,0 0 1 0 0,1 0-1 0 0,-1 0 0 0 0,0 0 1 0 0,0 0-1 0 0,1 1 0 0 0,-1-1 1 0 0,0 1-1 0 0,0-1 0 0 0,0 1 1 0 0,1 0-1 0 0,-1 0 0 0 0,0 0 1 0 0,2 2-1 0 0,-2-1 2 0 0,0 0 0 0 0,0 0 1 0 0,0 0-1 0 0,0 0 0 0 0,-1 1 0 0 0,1-1 0 0 0,-1 1 1 0 0,1-1-1 0 0,-1 1 0 0 0,0-1 0 0 0,0 1 0 0 0,0 0 0 0 0,-1 0 1 0 0,1 2-1 0 0,1 8 0 0 0,-1 0 0 0 0,-1 1-1 0 0,0-1 1 0 0,0 0 0 0 0,-5 20 0 0 0,-9 34 0 0 0,-2 11-5 0 0,16-77 8 0 0,0 0 0 0 0,0 0 0 0 0,0-1 0 0 0,0 1 0 0 0,0 0 0 0 0,0 0 0 0 0,0 0 0 0 0,0 0 0 0 0,0 0 0 0 0,0-1 0 0 0,0 1 1 0 0,0 0-1 0 0,1 0 0 0 0,-1 0 0 0 0,0 0 0 0 0,1-1 0 0 0,-1 1 0 0 0,0 0 0 0 0,1 0 0 0 0,-1-1 0 0 0,1 1 0 0 0,0 0 0 0 0,-1-1 0 0 0,1 1 0 0 0,-1 0 1 0 0,1-1-1 0 0,0 1 0 0 0,-1-1 0 0 0,2 1 0 0 0,0 0 4 0 0,0-1 0 0 0,0 1-1 0 0,0-1 1 0 0,0 0 0 0 0,1 0 0 0 0,-1 0 0 0 0,0 0 0 0 0,0 0 0 0 0,0 0 0 0 0,0 0 0 0 0,4-2 0 0 0,5-1 15 0 0,0-1 1 0 0,0 0-1 0 0,12-7 0 0 0,3-4-12 0 0,-1-1 0 0 0,0-1-1 0 0,-1-1 1 0 0,-1-1-1 0 0,39-42 1 0 0,-33 27 3 0 0,-1-1 0 0 0,-2-1 0 0 0,28-52 0 0 0,-51 83-19 0 0,0 1 0 0 0,0-1 1 0 0,-1 0-1 0 0,0 0 0 0 0,0 0 1 0 0,0-1-1 0 0,-1 1 0 0 0,1 0 1 0 0,-1-1-1 0 0,0 1 0 0 0,-1-8 1 0 0,0 12 5 0 0,0 1 0 0 0,0-1 0 0 0,0 1 1 0 0,-1-1-1 0 0,1 1 0 0 0,0 0 0 0 0,-1-1 1 0 0,1 1-1 0 0,0 0 0 0 0,-1-1 0 0 0,1 1 0 0 0,0 0 1 0 0,-1-1-1 0 0,1 1 0 0 0,-1 0 0 0 0,1 0 1 0 0,0-1-1 0 0,-1 1 0 0 0,1 0 0 0 0,-1 0 0 0 0,1 0 1 0 0,-1 0-1 0 0,1 0 0 0 0,-1 0 0 0 0,1 0 1 0 0,-1 0-1 0 0,1 0 0 0 0,-1 0 0 0 0,1 0 0 0 0,-1 0 1 0 0,1 0-1 0 0,0 0 0 0 0,-1 0 0 0 0,1 0 1 0 0,-1 0-1 0 0,1 1 0 0 0,-1-1 0 0 0,1 0 0 0 0,-1 1 1 0 0,-19 7-43 0 0,10-1 36 0 0,-1 0-1 0 0,1 0 1 0 0,1 1-1 0 0,0 1 0 0 0,0-1 1 0 0,0 2-1 0 0,-13 18 1 0 0,12-13-2 0 0,0 0 0 0 0,1 1 0 0 0,0 0 0 0 0,-11 31 0 0 0,18-41 9 0 0,1 0 0 0 0,-1 0-1 0 0,1 0 1 0 0,0 0 0 0 0,0 0-1 0 0,0 0 1 0 0,1 0 0 0 0,0 0 0 0 0,2 11-1 0 0,-2-14 5 0 0,1 0-1 0 0,0 0 1 0 0,0 0-1 0 0,0 0 1 0 0,1 0-1 0 0,-1-1 1 0 0,1 1-1 0 0,-1 0 1 0 0,1-1-1 0 0,0 1 1 0 0,0-1-1 0 0,0 1 1 0 0,1-1-1 0 0,-1 0 1 0 0,0 0-1 0 0,1 0 0 0 0,-1 0 1 0 0,1-1-1 0 0,0 1 1 0 0,4 1-1 0 0,6 3-232 0 0,1-1-1 0 0,-1-1 0 0 0,1-1 0 0 0,0 0 1 0 0,0 0-1 0 0,0-2 0 0 0,1 0 0 0 0,-1 0 1 0 0,0-1-1 0 0,18-3 0 0 0,14-3-4403 0 0,81-22 1 0 0,-78 15-190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4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357 423 2188 0 0,'-1'-6'795'0'0,"-1"1"-1"0"0,0 0 1 0 0,0 0-1 0 0,0 1 1 0 0,-1-1-1 0 0,1 0 1 0 0,-1 1 0 0 0,-1-1-1 0 0,1 1 1 0 0,0 0-1 0 0,-1 0 1 0 0,0 0-1 0 0,-5-3 1 0 0,8 6-526 0 0,-3 2-28 0 0,-4 1-83 0 0,-1 1 1 0 0,1 1-1 0 0,0-1 0 0 0,1 1 1 0 0,-1 1-1 0 0,1 0 0 0 0,0 0 1 0 0,0 0-1 0 0,-7 7 0 0 0,-60 65 619 0 0,50-50-662 0 0,-47 58 125 0 0,62-72-222 0 0,1 0 0 0 0,0 1 0 0 0,1 0 0 0 0,0 0 0 0 0,-5 16 0 0 0,11-27-17 0 0,0-1 0 0 0,0 1 0 0 0,1 0 0 0 0,-1 0 0 0 0,1 0 0 0 0,-1 0 0 0 0,1 0-1 0 0,0 0 1 0 0,0 0 0 0 0,0 0 0 0 0,1 0 0 0 0,-1 0 0 0 0,1 0 0 0 0,-1 0 0 0 0,1 0 0 0 0,0 0 0 0 0,0 0 0 0 0,1 0 0 0 0,1 3 0 0 0,-1-3-6 0 0,1 0 1 0 0,0 0-1 0 0,-1-1 1 0 0,1 1-1 0 0,0-1 1 0 0,0 1-1 0 0,1-1 1 0 0,-1 0-1 0 0,0 0 1 0 0,1-1-1 0 0,-1 1 1 0 0,1-1-1 0 0,5 2 1 0 0,4 0-69 0 0,1 0-1 0 0,0-1 1 0 0,0-1 0 0 0,0 0 0 0 0,0-1-1 0 0,0 0 1 0 0,18-3 0 0 0,-15-1-37 0 0,0 1-1 0 0,0-2 1 0 0,0-1 0 0 0,-1 0 0 0 0,1-1 0 0 0,-1 0 0 0 0,-1-1 0 0 0,0-1-1 0 0,0-1 1 0 0,-1 0 0 0 0,0-1 0 0 0,0 0 0 0 0,19-23 0 0 0,-2-2 65 0 0,-3-1 1 0 0,0-1 0 0 0,41-79 0 0 0,-67 113 53 0 0,6-14 118 0 0,-11 16-69 0 0,-7 5-49 0 0,5 1 14 0 0,1-1 0 0 0,0 1 0 0 0,0 0 0 0 0,0 0 0 0 0,1 0 0 0 0,-1 0 0 0 0,1 1 0 0 0,0-1 0 0 0,-3 6 0 0 0,-1 2 35 0 0,-11 15 51 0 0,-19 38 1 0 0,32-56-97 0 0,1 1 0 0 0,0 0 0 0 0,0 0 1 0 0,1 0-1 0 0,1 0 0 0 0,0 0 0 0 0,0 1 0 0 0,0 10 1 0 0,2-18-5 0 0,0-1 1 0 0,0 1-1 0 0,0-1 1 0 0,0 1-1 0 0,0-1 1 0 0,1 0-1 0 0,-1 1 1 0 0,1-1-1 0 0,0 0 0 0 0,0 1 1 0 0,0-1-1 0 0,0 0 1 0 0,0 0-1 0 0,0 0 1 0 0,0 0-1 0 0,1 0 1 0 0,-1 0-1 0 0,1 0 1 0 0,0 0-1 0 0,-1 0 1 0 0,4 2-1 0 0,-2-3 0 0 0,0 1 1 0 0,0-1-1 0 0,0 0 0 0 0,1 0 0 0 0,-1 0 0 0 0,0 0 0 0 0,1 0 1 0 0,-1-1-1 0 0,1 1 0 0 0,-1-1 0 0 0,1 0 0 0 0,-1 0 1 0 0,6-1-1 0 0,1 0 3 0 0,-1-1 1 0 0,1 0-1 0 0,0-1 1 0 0,-1 0-1 0 0,0-1 1 0 0,0 0-1 0 0,0 0 1 0 0,0-1-1 0 0,15-10 1 0 0,-13 5-5 0 0,0 0 0 0 0,-1-1 0 0 0,0 0-1 0 0,-1-1 1 0 0,-1 0 0 0 0,0 0 0 0 0,0-1 0 0 0,-1 0 0 0 0,8-19 0 0 0,-11 20-9 0 0,0 0 1 0 0,0 0-1 0 0,-1 0 1 0 0,-1 0-1 0 0,0 0 1 0 0,0-1 0 0 0,-2 1-1 0 0,1-1 1 0 0,-2 1-1 0 0,1-1 1 0 0,-5-17-1 0 0,5 26-1 0 0,-1 1 0 0 0,0 0 0 0 0,0-1 0 0 0,0 1 0 0 0,0 0 0 0 0,-1 0 0 0 0,1 0-1 0 0,-1 0 1 0 0,0 0 0 0 0,0 0 0 0 0,0 0 0 0 0,0 1 0 0 0,0-1 0 0 0,-1 1 0 0 0,1-1 0 0 0,-1 1 0 0 0,0 0 0 0 0,-5-3 0 0 0,4 3-1 0 0,0 1 1 0 0,0 0 0 0 0,0 0 0 0 0,0 0-1 0 0,0 0 1 0 0,0 0 0 0 0,0 1 0 0 0,-1 0-1 0 0,1 0 1 0 0,0 0 0 0 0,0 1 0 0 0,0-1-1 0 0,0 1 1 0 0,0 0 0 0 0,-6 2 0 0 0,-3 1 0 0 0,1 1 0 0 0,0 1 0 0 0,0 0 0 0 0,0 1 0 0 0,1 0-1 0 0,0 1 1 0 0,0 0 0 0 0,1 0 0 0 0,-14 15 0 0 0,18-17 3 0 0,0 1-1 0 0,0 0 0 0 0,1 0 1 0 0,-1 0-1 0 0,2 1 0 0 0,-1 0 1 0 0,1 0-1 0 0,0 0 0 0 0,1 0 1 0 0,0 0-1 0 0,0 1 0 0 0,1 0 0 0 0,0-1 1 0 0,0 1-1 0 0,0 10 0 0 0,2-16 2 0 0,0 0-1 0 0,0 0 1 0 0,1 0-1 0 0,-1 1 1 0 0,1-1 0 0 0,-1 0-1 0 0,1 0 1 0 0,0 0-1 0 0,1 0 1 0 0,-1 0-1 0 0,0-1 1 0 0,1 1-1 0 0,-1 0 1 0 0,1 0-1 0 0,0-1 1 0 0,0 1-1 0 0,4 3 1 0 0,-3-3 0 0 0,1-1 0 0 0,0 1 0 0 0,0 0 1 0 0,0-1-1 0 0,1 0 0 0 0,-1 0 1 0 0,1 0-1 0 0,-1-1 0 0 0,1 1 0 0 0,7 0 1 0 0,2 0-3 0 0,1 0 0 0 0,-1-2 0 0 0,1 0 0 0 0,-1 0 0 0 0,1-2 0 0 0,23-4 0 0 0,-13 0-19 0 0,-1-1 0 0 0,-1-1 1 0 0,0-1-1 0 0,0-1 0 0 0,0-1 0 0 0,-2-1 0 0 0,1-1 1 0 0,28-24-1 0 0,-23 15-4 0 0,-1-2 1 0 0,-1-2-1 0 0,-1 0 1 0 0,-2-1 0 0 0,28-43-1 0 0,0-14 25 0 0,49-115 1 0 0,-91 178-41 0 0,-7 20 18 0 0,-2 6 22 0 0,0 0-1 0 0,-1 0 1 0 0,0-1 0 0 0,0 1 0 0 0,0 0 0 0 0,-5 7 0 0 0,0 3 67 0 0,-48 101 887 0 0,-37 85-152 0 0,74-155-728 0 0,2 0 0 0 0,-14 72 1 0 0,28-110-66 0 0,1 0-1 0 0,0 0 1 0 0,0 0 0 0 0,1 0 0 0 0,0 1 0 0 0,1-1 0 0 0,0 0 0 0 0,0 0 0 0 0,1 0 0 0 0,2 8 0 0 0,-3-13-4 0 0,0 0 0 0 0,1 0-1 0 0,-1 0 1 0 0,1 0 0 0 0,0 0 0 0 0,0 0 0 0 0,0 0-1 0 0,0-1 1 0 0,0 1 0 0 0,1-1 0 0 0,-1 1 0 0 0,1-1-1 0 0,-1 0 1 0 0,1 0 0 0 0,0 0 0 0 0,0-1 0 0 0,0 1-1 0 0,0-1 1 0 0,0 1 0 0 0,0-1 0 0 0,0 0 0 0 0,1 0-1 0 0,-1 0 1 0 0,0-1 0 0 0,1 1 0 0 0,5-1 0 0 0,2 0-12 0 0,0 0 1 0 0,1-2 0 0 0,-1 1 0 0 0,0-1-1 0 0,0-1 1 0 0,0 0 0 0 0,0-1 0 0 0,0 0-1 0 0,-1 0 1 0 0,1-1 0 0 0,-1 0 0 0 0,-1-1-1 0 0,14-10 1 0 0,1-2-16 0 0,-1-2 0 0 0,0-1 0 0 0,33-41 0 0 0,-33 35-7 0 0,-2-1 1 0 0,0-1-1 0 0,-3 0 0 0 0,31-65 1 0 0,-105 196-77 0 0,48-84 97 0 0,-11 34-1 0 0,17-46 18 0 0,1 0-1 0 0,0 0 0 0 0,0 0 0 0 0,0 0 0 0 0,0 0 0 0 0,1 0 0 0 0,0 0 0 0 0,0 0 0 0 0,1 0 0 0 0,1 8 0 0 0,-1-11-5 0 0,0-1-1 0 0,1 0 0 0 0,-1 0 1 0 0,1 1-1 0 0,-1-1 0 0 0,1 0 1 0 0,-1 0-1 0 0,1 0 1 0 0,0-1-1 0 0,0 1 0 0 0,0 0 1 0 0,0-1-1 0 0,0 1 0 0 0,1-1 1 0 0,-1 0-1 0 0,0 0 0 0 0,1 0 1 0 0,-1 0-1 0 0,1 0 1 0 0,-1 0-1 0 0,1 0 0 0 0,-1-1 1 0 0,1 0-1 0 0,-1 1 0 0 0,1-1 1 0 0,-1 0-1 0 0,5 0 0 0 0,4-1 14 0 0,0 1-1 0 0,0-1 1 0 0,0-1 0 0 0,0 0-1 0 0,12-4 1 0 0,-8 1-26 0 0,0 0 0 0 0,-1-2 0 0 0,0 1 1 0 0,0-2-1 0 0,0 0 0 0 0,-1-1 0 0 0,0 0 0 0 0,-1-1 1 0 0,0 0-1 0 0,0-1 0 0 0,13-17 0 0 0,-5 2-11 0 0,-1-1-1 0 0,-1-1 1 0 0,-2 0-1 0 0,19-43 0 0 0,-28 53-61 0 0,-14 28 18 0 0,-15 32 79 0 0,8-15 2 0 0,1 2 0 0 0,2-1 1 0 0,1 1-1 0 0,1 1 1 0 0,-9 51-1 0 0,17-77-145 0 0,1 0-1 0 0,0 0 1 0 0,0 0 0 0 0,0 0-1 0 0,1 0 1 0 0,-1 0-1 0 0,1 0 1 0 0,0 0-1 0 0,0 0 1 0 0,1 0 0 0 0,-1 0-1 0 0,1 0 1 0 0,-1-1-1 0 0,1 1 1 0 0,1-1 0 0 0,-1 1-1 0 0,3 2 1 0 0,-3-3-291 0 0,1-1 1 0 0,-1 1-1 0 0,1-1 0 0 0,-1 0 1 0 0,1 0-1 0 0,0 0 1 0 0,0-1-1 0 0,0 1 1 0 0,0-1-1 0 0,0 0 0 0 0,0 1 1 0 0,0-1-1 0 0,0 0 1 0 0,1-1-1 0 0,-1 1 1 0 0,0-1-1 0 0,1 1 1 0 0,-1-1-1 0 0,0 0 0 0 0,7-1 1 0 0,3-1-3497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4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1 120 744 0 0,'59'-94'9925'0'0,"-58"93"-9868"0"0,0 0 0 0 0,-1 0-1 0 0,1 0 1 0 0,0 1 0 0 0,0-1 0 0 0,0 0-1 0 0,-1 1 1 0 0,1-1 0 0 0,0 1 0 0 0,0-1-1 0 0,0 1 1 0 0,0-1 0 0 0,0 1 0 0 0,0-1-1 0 0,0 1 1 0 0,0 0 0 0 0,0 0 0 0 0,0-1-1 0 0,1 1 1 0 0,-1 0 0 0 0,0 0 0 0 0,0 0 0 0 0,0 0-1 0 0,0 0 1 0 0,0 1 0 0 0,0-1 0 0 0,0 0-1 0 0,0 0 1 0 0,0 1 0 0 0,0-1 0 0 0,0 1-1 0 0,0-1 1 0 0,0 1 0 0 0,0-1 0 0 0,1 1-1 0 0,1 1 128 0 0,0 0-1 0 0,0 0 0 0 0,-1 1 1 0 0,1-1-1 0 0,-1 0 0 0 0,1 1 0 0 0,-1-1 1 0 0,4 6-1 0 0,-3-1-28 0 0,1 0-1 0 0,-2 1 1 0 0,1-1 0 0 0,-1 1-1 0 0,0-1 1 0 0,-1 1 0 0 0,0 0 0 0 0,0-1-1 0 0,0 1 1 0 0,-1 0 0 0 0,0 0-1 0 0,-1-1 1 0 0,-1 9 0 0 0,-1-2-81 0 0,0 1 1 0 0,0-1 0 0 0,-1-1-1 0 0,-1 1 1 0 0,-1 0 0 0 0,-8 15-1 0 0,12-25-35 0 0,0 0-1 0 0,-1 0 1 0 0,1 0 0 0 0,-1 0-1 0 0,0 0 1 0 0,0 0-1 0 0,-1-1 1 0 0,1 1 0 0 0,-7 4-1 0 0,8-7 24 0 0,-2-4-31 0 0,4 3-29 0 0,0 0-1 0 0,0 0 0 0 0,-1 0 0 0 0,1 0 0 0 0,0 0 0 0 0,-1 0 1 0 0,1 0-1 0 0,0 0 0 0 0,-1-1 0 0 0,1 1 0 0 0,0 0 0 0 0,0 0 1 0 0,-1 0-1 0 0,1-1 0 0 0,0 1 0 0 0,0 0 0 0 0,0 0 1 0 0,-1 0-1 0 0,1-1 0 0 0,0 1 0 0 0,0 0 0 0 0,0 0 0 0 0,0-1 1 0 0,-1 1-1 0 0,1 0 0 0 0,0-1 0 0 0,0 1 0 0 0,1-7 3 0 0,0 0-1 0 0,0 0 0 0 0,1 1 1 0 0,0-1-1 0 0,0 1 0 0 0,0-1 0 0 0,1 1 1 0 0,0 0-1 0 0,0 0 0 0 0,1 0 1 0 0,0 1-1 0 0,8-11 0 0 0,2 0-26 0 0,0 1-1 0 0,1 1 1 0 0,17-14 0 0 0,-20 19 1 0 0,1-1 1 0 0,-1 2 0 0 0,2-1 0 0 0,-1 2-1 0 0,1 0 1 0 0,0 1 0 0 0,21-7-1 0 0,-30 12 17 0 0,1-1-1 0 0,-1 1 0 0 0,1 1 0 0 0,-1-1 0 0 0,1 1 0 0 0,0 0 0 0 0,-1 0 0 0 0,1 1 0 0 0,0-1 0 0 0,-1 1 0 0 0,1 0 0 0 0,-1 1 0 0 0,1-1 0 0 0,-1 1 0 0 0,0 0 0 0 0,1 1 0 0 0,-1-1 1 0 0,-1 1-1 0 0,1 0 0 0 0,0 0 0 0 0,-1 1 0 0 0,1 0 0 0 0,4 4 0 0 0,-4-3 5 0 0,-1 0 0 0 0,0 0 0 0 0,0 0 0 0 0,0 0 0 0 0,0 1 0 0 0,-1-1 0 0 0,0 1 0 0 0,0 0 0 0 0,0 0 1 0 0,-1 0-1 0 0,3 12 0 0 0,-4-14 7 0 0,-1 1 0 0 0,0 0-1 0 0,0 0 1 0 0,0 0 0 0 0,0 0 0 0 0,-1 0 0 0 0,1-1 0 0 0,-1 1 0 0 0,0 0 0 0 0,-1 0 0 0 0,1-1 0 0 0,-1 1 0 0 0,0-1 0 0 0,0 1-1 0 0,-1-1 1 0 0,-5 8 0 0 0,7-11-5 0 0,-2 4 33 0 0,0 0 0 0 0,-1-1 0 0 0,0 1 0 0 0,0-1 0 0 0,-8 6 1 0 0,11-9-20 0 0,-4-10 20 0 0,7 3-30 0 0,0-1 1 0 0,0 0-1 0 0,0 0 0 0 0,1 1 0 0 0,0 0 1 0 0,1-1-1 0 0,0 1 0 0 0,5-7 0 0 0,40-48-6 0 0,-41 52-8 0 0,13-14-9 0 0,0 1-1 0 0,34-27 1 0 0,-42 39 10 0 0,0 0 0 0 0,1 2 0 0 0,0-1-1 0 0,0 2 1 0 0,1 0 0 0 0,20-7 0 0 0,-33 13 10 0 0,0 0-1 0 0,0 0 1 0 0,0 0 0 0 0,0 1-1 0 0,0-1 1 0 0,1 1 0 0 0,-1-1-1 0 0,0 1 1 0 0,0 0 0 0 0,0 0-1 0 0,0 0 1 0 0,1 0 0 0 0,-1 0-1 0 0,0 0 1 0 0,0 1 0 0 0,0-1-1 0 0,0 1 1 0 0,0-1 0 0 0,0 1-1 0 0,0 0 1 0 0,0 0-1 0 0,3 2 1 0 0,-1-1 6 0 0,-3-1 9 0 0,1 0 0 0 0,-1 1 0 0 0,1-1-1 0 0,-1 1 1 0 0,0-1 0 0 0,0 1 0 0 0,1-1 0 0 0,-1 1 0 0 0,0 0 0 0 0,0-1 0 0 0,-1 1 0 0 0,1 0-1 0 0,0 0 1 0 0,-1 0 0 0 0,1 0 0 0 0,-1-1 0 0 0,1 1 0 0 0,-1 0 0 0 0,0 0 0 0 0,0 0 0 0 0,0 0-1 0 0,0 3 1 0 0,-1 3 61 0 0,0 1-1 0 0,0 0 1 0 0,-3 11 0 0 0,-13 37 41 0 0,-6 24-624 0 0,21-69-640 0 0,1 0 0 0 0,-2 19 0 0 0,4-29 493 0 0,-1 0 1 0 0,0 0 0 0 0,1 0 0 0 0,-1 1 0 0 0,1-1 0 0 0,0 0-1 0 0,-1 0 1 0 0,1 0 0 0 0,0 0 0 0 0,0 0 0 0 0,3 3 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5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91 848 0 0,'14'-17'4245'0'0,"-12"13"-3516"0"0,1 0 1 0 0,0 0-1 0 0,0 1 0 0 0,0-1 1 0 0,0 1-1 0 0,0 0 1 0 0,1 0-1 0 0,4-3 1 0 0,-6 5-168 0 0,9 8 1228 0 0,-10-3-1558 0 0,0 0 0 0 0,0 1 0 0 0,-1-1-1 0 0,1 0 1 0 0,-1 1 0 0 0,0-1 0 0 0,0 0 0 0 0,0 1 0 0 0,-1-1 0 0 0,1 0 0 0 0,-1 1-1 0 0,0-1 1 0 0,-1 0 0 0 0,1 0 0 0 0,-4 7 0 0 0,-5 10 302 0 0,-21 33-1 0 0,22-40-394 0 0,-4 8 60 0 0,-2-1 0 0 0,-1 0 0 0 0,-20 20 0 0 0,25-34-3 0 0,5-11-144 0 0,5 3-50 0 0,1 0 0 0 0,0 0-1 0 0,0 0 1 0 0,-1 0 0 0 0,1-1 0 0 0,0 1-1 0 0,0 0 1 0 0,0 0 0 0 0,0 0 0 0 0,1 0 0 0 0,-1 0-1 0 0,0-1 1 0 0,0 1 0 0 0,1 0 0 0 0,0-2-1 0 0,8-14 2 0 0,2 0-1 0 0,0 0 1 0 0,1 1-1 0 0,22-24 1 0 0,-3 10-33 0 0,37-30-1 0 0,-47 44 7 0 0,0 1 0 0 0,1 0 0 0 0,35-17 0 0 0,-50 28 9 0 0,0 1-1 0 0,1 0 1 0 0,-1 0 0 0 0,1 1-1 0 0,0 0 1 0 0,0 0 0 0 0,-1 0-1 0 0,1 1 1 0 0,0 1 0 0 0,0-1 0 0 0,0 1-1 0 0,1 1 1 0 0,-1-1 0 0 0,0 1-1 0 0,13 4 1 0 0,-18-4 17 0 0,1 1 0 0 0,0 0 0 0 0,0 0 0 0 0,-1 0 0 0 0,1 0 0 0 0,-1 1 1 0 0,0-1-1 0 0,0 1 0 0 0,0 0 0 0 0,0 0 0 0 0,0 0 0 0 0,-1 0 0 0 0,1 1 0 0 0,-1-1 0 0 0,0 0 0 0 0,0 1 0 0 0,0 0 0 0 0,0 0 0 0 0,-1-1 0 0 0,1 1 0 0 0,-1 0 0 0 0,0 0 0 0 0,0 0 0 0 0,-1 0 1 0 0,1 1-1 0 0,-1-1 0 0 0,0 0 0 0 0,0 0 0 0 0,0 0 0 0 0,-1 0 0 0 0,1 0 0 0 0,-1 0 0 0 0,0 0 0 0 0,-2 6 0 0 0,-22 47 138 0 0,16-39-983 0 0,1-1 1 0 0,-6 22-1 0 0,13-35 47 0 0,-3 15-1648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5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333 147 2164 0 0,'128'-125'14480'0'0,"-107"106"-12776"0"0,-19 17-1104 0 0,-6 3-457 0 0,-10 4 14 0 0,0 0 1 0 0,1 1-1 0 0,-1 1 0 0 0,1 0 0 0 0,-14 11 1 0 0,-63 51 698 0 0,72-54-711 0 0,-130 119 810 0 0,129-114-850 0 0,1 0-1 0 0,1 2 0 0 0,1 0 0 0 0,1 1 0 0 0,-16 32 0 0 0,29-51-81 0 0,0 1 0 0 0,0-1 0 0 0,0 1 0 0 0,1 0 0 0 0,0-1 0 0 0,0 1 0 0 0,0 0 0 0 0,1 0-1 0 0,-1 0 1 0 0,1-1 0 0 0,0 1 0 0 0,2 9 0 0 0,-2-11-101 0 0,1 1-1 0 0,1-1 1 0 0,-1 0-1 0 0,0 0 1 0 0,1 0-1 0 0,-1 0 1 0 0,1-1-1 0 0,0 1 1 0 0,0 0-1 0 0,0-1 1 0 0,0 1-1 0 0,1-1 1 0 0,-1 0-1 0 0,1 0 1 0 0,-1 1 0 0 0,1-2-1 0 0,0 1 1 0 0,0 0-1 0 0,4 1 1 0 0,9 5-1153 0 0,0-2 0 0 0,1 0 0 0 0,33 7 1 0 0,20-2-6859 0 0,-43-9 2160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6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40 612 0 0,'37'-39'21336'0'0,"-37"40"-21247"0"0,1 0 0 0 0,-1 0 0 0 0,0 0-1 0 0,0-1 1 0 0,0 1 0 0 0,0 0 0 0 0,0 0 0 0 0,0 0 0 0 0,0 0 0 0 0,0 0-1 0 0,0 0 1 0 0,0 0 0 0 0,0 0 0 0 0,-1 0 0 0 0,1-1 0 0 0,0 1 0 0 0,-1 0-1 0 0,1 0 1 0 0,-1 0 0 0 0,0 1 0 0 0,-12 21 907 0 0,10-18-746 0 0,-96 144 1992 0 0,38-63-2900 0 0,26-37-6196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6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80 119 276 0 0,'-12'-14'2716'0'0,"0"2"-708"0"0,2 2-375 0 0,2-2-365 0 0,3 4-176 0 0,-4-4-308 0 0,2 5-120 0 0,2-1-184 0 0,2 1-64 0 0,-2-1 112 0 0,2-4-580 0 0,8 3-652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6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28 2028 0 0,'22'-6'2176'0'0,"-4"1"-900"0"0,1 0 0 0 0,-1 1 1 0 0,1 1-1 0 0,0 0 0 0 0,0 2 1 0 0,33 1-1 0 0,-50 0-1201 0 0,0 0-1 0 0,0 1 1 0 0,0-1-1 0 0,0 1 1 0 0,0-1 0 0 0,0 1-1 0 0,0 0 1 0 0,0-1 0 0 0,-1 1-1 0 0,1 0 1 0 0,0 0 0 0 0,-1 0-1 0 0,1 1 1 0 0,0-1 0 0 0,-1 0-1 0 0,1 1 1 0 0,-1-1 0 0 0,0 1-1 0 0,0-1 1 0 0,1 1 0 0 0,-1-1-1 0 0,0 1 1 0 0,0 0 0 0 0,0 0-1 0 0,-1 0 1 0 0,1-1-1 0 0,0 1 1 0 0,-1 0 0 0 0,1 0-1 0 0,-1 0 1 0 0,0 0 0 0 0,1 0-1 0 0,-1 0 1 0 0,0 0 0 0 0,0 0-1 0 0,-1 0 1 0 0,1 0 0 0 0,0 0-1 0 0,-1 4 1 0 0,-2 4 52 0 0,0 1 0 0 0,0 0 0 0 0,-1-1 0 0 0,0 0 0 0 0,-10 18 0 0 0,-6 4-309 0 0,0-1 0 0 0,-3-1 0 0 0,-37 40 0 0 0,-39 24-5108 0 0,72-73 1739 0 0,3-4-1362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7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89 1764 0 0,'-1'-10'1078'0'0,"-1"-10"3094"0"0,-10-38 1678 0 0,11 59-5704 0 0,0 1-1 0 0,-1 0 1 0 0,1 0 0 0 0,0 0 0 0 0,0 0-1 0 0,1 0 1 0 0,-1 0 0 0 0,0 0-1 0 0,1 0 1 0 0,-1 0 0 0 0,1 0 0 0 0,-1 4-1 0 0,0-1 185 0 0,-113 355 4524 0 0,-92 170-3288 0 0,172-443-1389 0 0,-18 41-4240 0 0,48-120 2545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7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253 157 1232 0 0,'120'-156'11809'0'0,"-140"175"-10946"0"0,-61 46-65 0 0,-105 65 1 0 0,159-112-743 0 0,16-10 23 0 0,0-1-1 0 0,-16 8 1 0 0,25-14 3 0 0,-5-8-47 0 0,9 5-34 0 0,0 0 1 0 0,0-1-1 0 0,0 1 0 0 0,0 0 0 0 0,0 0 1 0 0,1 0-1 0 0,-1 0 0 0 0,1 1 0 0 0,-1-1 1 0 0,1 1-1 0 0,0-1 0 0 0,0 1 0 0 0,-1 0 1 0 0,1 0-1 0 0,0 0 0 0 0,0 1 0 0 0,0-1 1 0 0,0 1-1 0 0,0-1 0 0 0,0 1 0 0 0,0 0 1 0 0,4 1-1 0 0,1 1 8 0 0,1 0 1 0 0,-1 1-1 0 0,0 0 1 0 0,0 0-1 0 0,-1 1 1 0 0,1 0-1 0 0,-1 0 1 0 0,1 1-1 0 0,-1 0 1 0 0,-1 0-1 0 0,1 1 1 0 0,9 11-1 0 0,10 11 76 0 0,33 50-1 0 0,-42-55-70 0 0,19 27 55 0 0,-12-14 43 0 0,2-1 0 0 0,2-1-1 0 0,37 35 1 0 0,-64-68-82 0 0,1 0 0 0 0,-1 0-1 0 0,1 0 1 0 0,-1 0 0 0 0,1 0 0 0 0,0 0 0 0 0,-1 0 0 0 0,1-1 0 0 0,0 1 0 0 0,0-1 0 0 0,-1 1-1 0 0,1-1 1 0 0,0 0 0 0 0,0 1 0 0 0,0-1 0 0 0,0 0 0 0 0,-1 0 0 0 0,3-1 0 0 0,0 1-73 0 0,0-1 0 0 0,0 0 0 0 0,-1 0 0 0 0,1-1 0 0 0,0 1 0 0 0,-1-1 0 0 0,1 0 1 0 0,3-3-1 0 0,6-4-776 0 0,0-1 0 0 0,-1-1 0 0 0,13-16 1 0 0,-19 21 183 0 0,23-25-4731 0 0,-14 11 103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8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149 260 1236 0 0,'31'-81'4876'0'0,"43"-97"4746"0"0,-76 200-9022 0 0,-1-1 0 0 0,-1 1 0 0 0,-1-1 0 0 0,-1 0-1 0 0,-9 22 1 0 0,5-15-268 0 0,-59 167 931 0 0,29-89-794 0 0,-48 208-1 0 0,86-305-477 0 0,-6 51-85 0 0,7-56 31 0 0,1 0 1 0 0,0 1-1 0 0,0-1 1 0 0,1 0-1 0 0,-1 0 0 0 0,1 1 1 0 0,0-1-1 0 0,0 0 0 0 0,0 0 1 0 0,1 0-1 0 0,2 6 1 0 0,-3-9-89 0 0,0 1 0 0 0,0-1 0 0 0,1 1 0 0 0,-1-1 0 0 0,0 0 0 0 0,1 1 0 0 0,-1-1 0 0 0,0 0 0 0 0,1 0 0 0 0,0 0 0 0 0,-1 0 0 0 0,1 0 0 0 0,0 0 0 0 0,-1-1 0 0 0,1 1 0 0 0,0-1 0 0 0,0 1 0 0 0,-1-1 0 0 0,1 1 0 0 0,0-1 0 0 0,0 0 0 0 0,0 0 0 0 0,0 0 0 0 0,-1 0 0 0 0,1 0 0 0 0,0-1 1 0 0,0 1-1 0 0,0 0 0 0 0,0-1 0 0 0,-1 1 0 0 0,1-1 0 0 0,0 0 0 0 0,-1 0 0 0 0,1 1 0 0 0,2-3 0 0 0,3-1-692 0 0,0 0 1 0 0,-1 0-1 0 0,1-1 1 0 0,-1 0 0 0 0,0-1-1 0 0,0 1 1 0 0,4-8-1 0 0,2-2-1984 0 0,-2-1-778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8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175 215 832 0 0,'-136'-24'8610'0'0,"132"24"-8463"0"0,0 0 1 0 0,0 0-1 0 0,0 1 1 0 0,0-1-1 0 0,0 1 1 0 0,-4 1 0 0 0,4-1-38 0 0,2-1 292 0 0,2 1-385 0 0,0-1 0 0 0,0 1 1 0 0,0-1-1 0 0,1 1 0 0 0,-1-1 0 0 0,0 0 0 0 0,0 1 0 0 0,1-1 1 0 0,-1 1-1 0 0,0-1 0 0 0,1 1 0 0 0,-1-1 0 0 0,0 0 1 0 0,1 1-1 0 0,-1-1 0 0 0,0 0 0 0 0,1 0 0 0 0,-1 1 0 0 0,1-1 1 0 0,-1 0-1 0 0,1 0 0 0 0,-1 1 0 0 0,1-1 0 0 0,-1 0 1 0 0,1 0-1 0 0,-1 0 0 0 0,1 0 0 0 0,0 0 0 0 0,16 3 97 0 0,-14-3-99 0 0,55 3 126 0 0,-1-3 0 0 0,103-12 0 0 0,-145 11-130 0 0,23-3-22 0 0,-1-1-1 0 0,45-13 0 0 0,-69 14-3 0 0,0 0 0 0 0,0-1 0 0 0,-1 0 0 0 0,1-1 0 0 0,-1-1 0 0 0,-1 0 0 0 0,1 0 1 0 0,-1-1-1 0 0,16-16 0 0 0,-20 15 190 0 0,0 0 0 0 0,0-1 1 0 0,-1 1-1 0 0,0-2 1 0 0,-1 1-1 0 0,7-19 0 0 0,-11 27-69 0 0,1-3 233 0 0,-4 13-183 0 0,-11 25 239 0 0,0 1-1 0 0,3 1 1 0 0,0 0 0 0 0,2 0 0 0 0,2 1 0 0 0,2 0-1 0 0,-1 59 1 0 0,5-87-345 0 0,1 1 0 0 0,0 0 1 0 0,0-1-1 0 0,1 1 0 0 0,0-1 0 0 0,1 0 0 0 0,6 14 0 0 0,-8-19-108 0 0,1 0 1 0 0,-1-1-1 0 0,1 1 1 0 0,0-1-1 0 0,0 1 1 0 0,0-1-1 0 0,0 0 0 0 0,1 1 1 0 0,-1-1-1 0 0,0 0 1 0 0,1-1-1 0 0,0 1 1 0 0,-1 0-1 0 0,1-1 1 0 0,0 1-1 0 0,0-1 0 0 0,0 0 1 0 0,0 0-1 0 0,0 0 1 0 0,0 0-1 0 0,0-1 1 0 0,0 1-1 0 0,0-1 0 0 0,0 0 1 0 0,0 0-1 0 0,4 0 1 0 0,37-9-2289 0 0,-13-5-3067 0 0,-14 2-121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8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31 2176 0 0,'-8'-12'1692'0'0,"-2"6"-504"0"0,3-1 537 0 0,-10 2-633 0 0,0 10-636 0 0,8 0-212 0 0,1 2 60 0 0,1 5-212 0 0,2-1-48 0 0,2 3-248 0 0,-1 1-196 0 0,4 1-356 0 0,0 0-644 0 0,0 1-561 0 0,2-1 73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29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1416 0 0,'33'14'6151'0'0,"-8"6"-3647"0"0,-19-12-2145 0 0,0-1 0 0 0,-1 1 0 0 0,0 0 0 0 0,0 0 0 0 0,4 11-1 0 0,-2-4 88 0 0,-1 0 0 0 0,-1 0 0 0 0,0 0 0 0 0,-1 1-1 0 0,-1 0 1 0 0,0 0 0 0 0,-1 0 0 0 0,-1 0 0 0 0,-1 0-1 0 0,0 1 1 0 0,-1-1 0 0 0,-5 28 0 0 0,-8-4 1322 0 0,13-39-1618 0 0,1 0-136 0 0,0-1 1 0 0,0 0-1 0 0,-1 0 1 0 0,1 1-1 0 0,0-1 0 0 0,-1 0 1 0 0,1 0-1 0 0,0 1 1 0 0,-1-1-1 0 0,1 0 1 0 0,0 0-1 0 0,-1 0 0 0 0,1 0 1 0 0,-1 1-1 0 0,1-1 1 0 0,0 0-1 0 0,-1 0 1 0 0,1 0-1 0 0,-1 0 0 0 0,1 0 1 0 0,0 0-1 0 0,-1 0 1 0 0,1 0-1 0 0,-1 0 1 0 0,0-3-14 0 0,0 0 0 0 0,0-1 0 0 0,0 1 0 0 0,0 0 0 0 0,1 0 1 0 0,-1 0-1 0 0,1-1 0 0 0,0 1 0 0 0,0 0 0 0 0,0 0 1 0 0,0-1-1 0 0,1 1 0 0 0,-1 0 0 0 0,1 0 0 0 0,0 0 1 0 0,0 0-1 0 0,0 0 0 0 0,1 0 0 0 0,1-5 0 0 0,3-3-41 0 0,-1 0 0 0 0,2 1 0 0 0,-1-1 0 0 0,10-9 0 0 0,-7 8 13 0 0,2 1 1 0 0,0 0 0 0 0,0 1-1 0 0,1 0 1 0 0,0 1-1 0 0,0 0 1 0 0,1 1 0 0 0,0 0-1 0 0,1 1 1 0 0,0 1-1 0 0,0 0 1 0 0,0 1 0 0 0,1 0-1 0 0,20-3 1 0 0,-30 7 15 0 0,0 1 0 0 0,0 0 0 0 0,-1 0 1 0 0,1 1-1 0 0,0-1 0 0 0,0 1 0 0 0,-1 0 1 0 0,1 0-1 0 0,-1 1 0 0 0,1-1 0 0 0,-1 1 0 0 0,1 0 1 0 0,-1 0-1 0 0,0 0 0 0 0,0 1 0 0 0,0 0 0 0 0,0-1 1 0 0,-1 2-1 0 0,1-1 0 0 0,6 7 0 0 0,1 4 5 0 0,-1 0 0 0 0,0 1 0 0 0,-2 1 0 0 0,10 20 0 0 0,5 8 63 0 0,-21-41-36 0 0,0-1 0 0 0,-1 1 1 0 0,1 0-1 0 0,-1 0 0 0 0,0 0 0 0 0,0 0 1 0 0,0 0-1 0 0,0 0 0 0 0,-1 0 1 0 0,1 3-1 0 0,-3 1 22 0 0,-2-11 1 0 0,-2-10-11 0 0,5 7-30 0 0,0 0 0 0 0,0 0 0 0 0,1 0-1 0 0,0 0 1 0 0,1 0 0 0 0,-1 0 0 0 0,1 0-1 0 0,0 0 1 0 0,1 0 0 0 0,0 0 0 0 0,3-8-1 0 0,5-9-15 0 0,21-37-1 0 0,-26 51 5 0 0,2 0-1 0 0,-1 1 1 0 0,1-1 0 0 0,1 1 0 0 0,-1 1 0 0 0,2 0-1 0 0,-1 0 1 0 0,1 0 0 0 0,0 1 0 0 0,1 0 0 0 0,-1 1-1 0 0,1 0 1 0 0,1 1 0 0 0,20-9 0 0 0,-29 14 5 0 0,1-1 0 0 0,-1 0 1 0 0,0 1-1 0 0,0 0 0 0 0,0 0 1 0 0,1-1-1 0 0,-1 1 0 0 0,0 1 1 0 0,0-1-1 0 0,1 0 0 0 0,-1 0 1 0 0,0 1-1 0 0,0-1 0 0 0,0 1 1 0 0,0 0-1 0 0,0 0 0 0 0,0 0 1 0 0,0 0-1 0 0,0 0 0 0 0,2 1 1 0 0,-2 0 4 0 0,1 1 0 0 0,-1-1 1 0 0,0 1-1 0 0,0-1 0 0 0,-1 1 1 0 0,1-1-1 0 0,-1 1 0 0 0,1 0 1 0 0,-1 0-1 0 0,0 0 0 0 0,0 0 1 0 0,1 4-1 0 0,1 8 8 0 0,-1-1-1 0 0,-1 1 1 0 0,-1-1-1 0 0,-1 24 1 0 0,1-38-10 0 0,-1 13-589 0 0,1 0-1 0 0,1-1 0 0 0,2 18 0 0 0,7 3-2841 0 0,-8-30 2565 0 0,-1 0-1 0 0,1-1 1 0 0,0 1-1 0 0,0 0 1 0 0,0-1-1 0 0,1 1 1 0 0,4 4-1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30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33 265 2272 0 0,'2'-2'1950'0'0,"19"-23"3265"0"0,-16 22-4836 0 0,-1-1 0 0 0,1 1 0 0 0,0 0 0 0 0,-1 0-1 0 0,1 0 1 0 0,1 1 0 0 0,5-3 0 0 0,38-11 765 0 0,-29 10-770 0 0,0 0 0 0 0,0-2 0 0 0,-1 0 0 0 0,32-19 0 0 0,-48 25-361 0 0,0-1 0 0 0,1 0 0 0 0,-1 0 0 0 0,-1 0 0 0 0,1-1 0 0 0,0 1 0 0 0,-1-1 0 0 0,1 0 0 0 0,-1 1 0 0 0,0-1 0 0 0,0 0 0 0 0,-1 0 0 0 0,1 0 0 0 0,-1 0 0 0 0,0-1 0 0 0,0 1 0 0 0,0 0 0 0 0,-1-1 0 0 0,1 1 0 0 0,-1 0 0 0 0,0-1 0 0 0,0 1 0 0 0,-1 0 0 0 0,1-1 0 0 0,-1 1 0 0 0,0 0 0 0 0,0 0 0 0 0,-1-1-1 0 0,-3-6 1 0 0,5 9-18 0 0,-1 1 0 0 0,1 0 0 0 0,-1 0-1 0 0,0 0 1 0 0,0 0 0 0 0,1 0 0 0 0,-1 1-1 0 0,0-1 1 0 0,0 0 0 0 0,0 0 0 0 0,0 0-1 0 0,0 1 1 0 0,0-1 0 0 0,0 1 0 0 0,0-1-1 0 0,0 1 1 0 0,0-1 0 0 0,0 1 0 0 0,0-1-1 0 0,-1 1 1 0 0,1 0 0 0 0,0 0 0 0 0,0-1-1 0 0,0 1 1 0 0,0 0 0 0 0,-1 0 0 0 0,1 0-1 0 0,0 0 1 0 0,0 1 0 0 0,0-1 0 0 0,-1 0-1 0 0,1 0 1 0 0,0 1 0 0 0,0-1 0 0 0,0 1-1 0 0,0-1 1 0 0,0 1 0 0 0,-2 0 0 0 0,-5 3-5 0 0,1 1 0 0 0,-1-1 0 0 0,-12 11 0 0 0,18-13 12 0 0,-22 18 15 0 0,1 1-1 0 0,1 0 1 0 0,1 2-1 0 0,-25 35 0 0 0,33-41 1 0 0,1 2 0 0 0,2 0-1 0 0,-1 0 1 0 0,2 1 0 0 0,1 0-1 0 0,0 0 1 0 0,-4 24 0 0 0,11-42-10 0 0,0 0 1 0 0,1 0-1 0 0,-1 0 1 0 0,1-1 0 0 0,0 1-1 0 0,-1 0 1 0 0,1 0-1 0 0,0 0 1 0 0,0 0-1 0 0,0 0 1 0 0,1-1-1 0 0,-1 1 1 0 0,0 0 0 0 0,1 0-1 0 0,-1 0 1 0 0,1 0-1 0 0,0-1 1 0 0,-1 1-1 0 0,1 0 1 0 0,0-1 0 0 0,0 1-1 0 0,0-1 1 0 0,0 1-1 0 0,0-1 1 0 0,1 1-1 0 0,-1-1 1 0 0,0 0-1 0 0,1 1 1 0 0,-1-1 0 0 0,1 0-1 0 0,-1 0 1 0 0,1 0-1 0 0,-1 0 1 0 0,1 0-1 0 0,0-1 1 0 0,-1 1-1 0 0,1 0 1 0 0,0-1 0 0 0,0 1-1 0 0,0-1 1 0 0,0 0-1 0 0,-1 1 1 0 0,1-1-1 0 0,0 0 1 0 0,2 0-1 0 0,7 0 14 0 0,0-1 0 0 0,0 0 0 0 0,0 0 0 0 0,-1-1 0 0 0,1 0-1 0 0,14-6 1 0 0,-1 0 0 0 0,-1-2 0 0 0,-1-1 0 0 0,39-25 1 0 0,59-51-40 0 0,-31 20-21 0 0,-57 45 13 0 0,-9 4-8 0 0,1 1 1 0 0,0 2 0 0 0,1 0-1 0 0,1 2 1 0 0,45-17-1 0 0,-69 29 31 0 0,0 0-1 0 0,0 1 1 0 0,1-1-1 0 0,-1 1 1 0 0,0 0-1 0 0,0 0 1 0 0,0 0-1 0 0,0 0 1 0 0,1 0-1 0 0,-1 0 1 0 0,0 0-1 0 0,0 1 1 0 0,0-1-1 0 0,0 1 0 0 0,0-1 1 0 0,1 1-1 0 0,-1 0 1 0 0,0 0-1 0 0,-1 0 1 0 0,1 0-1 0 0,0 0 1 0 0,0 1-1 0 0,0-1 1 0 0,-1 0-1 0 0,1 1 1 0 0,-1-1-1 0 0,1 1 0 0 0,-1 0 1 0 0,1 0-1 0 0,-1-1 1 0 0,0 1-1 0 0,0 0 1 0 0,0 0-1 0 0,0 0 1 0 0,0 0-1 0 0,0 0 1 0 0,0 4-1 0 0,1 3 48 0 0,0-1 0 0 0,0 1 0 0 0,-1 0-1 0 0,0-1 1 0 0,-1 1 0 0 0,0 0 0 0 0,-2 16 0 0 0,0-15 74 0 0,0 0 0 0 0,0-1 0 0 0,-1 1 0 0 0,-1-1 1 0 0,1 0-1 0 0,-2 0 0 0 0,1 0 0 0 0,-1 0 0 0 0,-1-1 1 0 0,1 0-1 0 0,-1 0 0 0 0,-1 0 0 0 0,1-1 0 0 0,-9 8 1 0 0,3-6-23 0 0,0 1 1 0 0,-1-1-1 0 0,0-1 1 0 0,-1-1-1 0 0,1 0 1 0 0,-1 0 0 0 0,-1-1-1 0 0,-21 5 1 0 0,26-8-194 0 0,-17 5 190 0 0,-37 5 1 0 0,57-12-674 0 0,0 0 1 0 0,0-1 0 0 0,0 1 0 0 0,0-2-1 0 0,0 1 1 0 0,-1-1 0 0 0,1 0 0 0 0,0 0-1 0 0,0-1 1 0 0,-10-4 0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31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71 827 1440 0 0,'-54'13'5801'0'0,"52"-12"-5233"0"0,-12 1 3623 0 0,14-4-4150 0 0,0 1 1 0 0,1 0 0 0 0,-1-1-1 0 0,1 1 1 0 0,-1 0 0 0 0,1-1-1 0 0,0 1 1 0 0,-1 0 0 0 0,1 0-1 0 0,0 0 1 0 0,0 0 0 0 0,0 0-1 0 0,0-1 1 0 0,0 2 0 0 0,0-1-1 0 0,0 0 1 0 0,1-1 0 0 0,30-25 74 0 0,-20 18-65 0 0,11-13-33 0 0,0-1 0 0 0,-2-1 1 0 0,-1 0-1 0 0,-1-1 0 0 0,24-44 1 0 0,-20 28-26 0 0,-3-1 0 0 0,-1-1 0 0 0,14-51 0 0 0,-19 43-7 0 0,-3 0 0 0 0,-1-1-1 0 0,-3 0 1 0 0,0-93 0 0 0,-7 144 11 0 0,1 0-1 0 0,-1-1 1 0 0,0 1 0 0 0,-1 0-1 0 0,1-1 1 0 0,0 1 0 0 0,0 0 0 0 0,0-1-1 0 0,-1 1 1 0 0,1 0 0 0 0,-1 0-1 0 0,1-1 1 0 0,-1 1 0 0 0,1 0-1 0 0,-1 0 1 0 0,0 0 0 0 0,0 0 0 0 0,1 0-1 0 0,-3-2 1 0 0,2 3 1 0 0,0 0 1 0 0,0-1-1 0 0,1 1 0 0 0,-1 0 0 0 0,0 0 1 0 0,0 0-1 0 0,0 0 0 0 0,0 0 0 0 0,1 0 1 0 0,-1 1-1 0 0,0-1 0 0 0,0 0 0 0 0,0 0 1 0 0,0 0-1 0 0,1 1 0 0 0,-1-1 1 0 0,0 1-1 0 0,0-1 0 0 0,1 0 0 0 0,-1 1 1 0 0,0-1-1 0 0,1 1 0 0 0,-1 0 0 0 0,0-1 1 0 0,1 1-1 0 0,-1-1 0 0 0,1 1 0 0 0,-1 0 1 0 0,1-1-1 0 0,-1 1 0 0 0,0 1 1 0 0,-18 25 40 0 0,0 0 1 0 0,2 2 0 0 0,-19 41-1 0 0,-31 96 355 0 0,17-9-61 0 0,46-138-272 0 0,0-1-1 0 0,1 1 0 0 0,1 0 1 0 0,1 0-1 0 0,1 0 1 0 0,3 31-1 0 0,-2-44-46 0 0,1 0 0 0 0,-1 0 0 0 0,1 1 0 0 0,1-1 0 0 0,-1 0 0 0 0,1 0 0 0 0,0-1 0 0 0,0 1 0 0 0,1-1 0 0 0,-1 1 0 0 0,1-1 0 0 0,1 0 0 0 0,-1-1 0 0 0,1 1 0 0 0,-1-1 0 0 0,1 0 0 0 0,0 0 0 0 0,1 0 0 0 0,-1-1 0 0 0,1 1 0 0 0,0-1 0 0 0,-1-1 0 0 0,1 1 0 0 0,8 1 0 0 0,-4-1-10 0 0,0 0 0 0 0,1-1 0 0 0,-1 0 0 0 0,1-1-1 0 0,-1 0 1 0 0,1-1 0 0 0,-1 0 0 0 0,1-1 0 0 0,-1 0 0 0 0,1 0-1 0 0,-1-1 1 0 0,1 0 0 0 0,-1-1 0 0 0,10-5 0 0 0,-4 1-13 0 0,-1 0 0 0 0,-1-2 1 0 0,1 0-1 0 0,-1-1 0 0 0,-1 0 1 0 0,23-23-1 0 0,-18 14-48 0 0,-2 0 0 0 0,0-1 1 0 0,25-44-1 0 0,-15 14-38 0 0,-3-1 1 0 0,-1-2 0 0 0,20-77-1 0 0,-9-34-249 0 0,-31 153 317 0 0,-2 11 25 0 0,1-1 1 0 0,-1 1-1 0 0,0 0 1 0 0,0-1-1 0 0,0 1 1 0 0,0 0-1 0 0,0-1 1 0 0,0 1-1 0 0,0-1 1 0 0,0 1-1 0 0,1-1 1 0 0,-1 1-1 0 0,-1 0 1 0 0,1-1-1 0 0,0 1 1 0 0,0-1-1 0 0,0 1 1 0 0,0 0-1 0 0,0-1 1 0 0,0 1-1 0 0,0-1 1 0 0,0 1-1 0 0,-1 0 1 0 0,1-1-1 0 0,0 1 1 0 0,0 0-1 0 0,-1-1 1 0 0,-7 8 37 0 0,-8 18 57 0 0,-9 36 76 0 0,3 2 0 0 0,-20 86 0 0 0,40-140-174 0 0,-11 51 220 0 0,-8 110 0 0 0,20-169-170 0 0,1 1 0 0 0,0-1 0 0 0,0 1 0 0 0,0 0 0 0 0,0-1 0 0 0,0 1 0 0 0,0-1 0 0 0,0 1 0 0 0,1 0 0 0 0,-1-1 0 0 0,0 1 0 0 0,1-1 0 0 0,-1 1 0 0 0,1-1 0 0 0,0 1 0 0 0,0-1-1 0 0,-1 1 1 0 0,1-1 0 0 0,0 0 0 0 0,0 1 0 0 0,2 1 0 0 0,-1-2-18 0 0,0 0 0 0 0,-1-1 0 0 0,1 1 0 0 0,-1 0 0 0 0,1-1 0 0 0,0 1 0 0 0,0-1 0 0 0,-1 0 0 0 0,1 0 0 0 0,0 0 0 0 0,0 0 0 0 0,-1 0 0 0 0,1 0 1 0 0,0 0-1 0 0,0 0 0 0 0,2-1 0 0 0,6-2 32 0 0,0 0 0 0 0,0-1 0 0 0,0-1 0 0 0,0 1 0 0 0,10-8 0 0 0,106-77 79 0 0,-10 7-113 0 0,-98 70-49 0 0,-8 5-11 0 0,1 0-1 0 0,-1 1 0 0 0,1 0 0 0 0,18-7 0 0 0,-26 13 31 0 0,-1-1 0 0 0,0 1-1 0 0,0-1 1 0 0,0 1 0 0 0,0 0-1 0 0,0 0 1 0 0,1 0 0 0 0,-1 0 0 0 0,0 0-1 0 0,0 1 1 0 0,0-1 0 0 0,1 0-1 0 0,-1 1 1 0 0,0 0 0 0 0,0-1-1 0 0,0 1 1 0 0,0 0 0 0 0,0 0 0 0 0,0 0-1 0 0,-1 0 1 0 0,1 1 0 0 0,0-1-1 0 0,0 1 1 0 0,-1-1 0 0 0,1 1-1 0 0,-1-1 1 0 0,1 1 0 0 0,-1 0 0 0 0,0-1-1 0 0,0 1 1 0 0,0 0 0 0 0,1 0-1 0 0,-2 0 1 0 0,1 0 0 0 0,0 0 0 0 0,1 4-1 0 0,1 7 20 0 0,1 0-1 0 0,-2 1 1 0 0,0-1-1 0 0,1 21 1 0 0,-3-30 1 0 0,-2 59-49 0 0,1-53 38 0 0,0 1-1 0 0,1-1 1 0 0,0 1-1 0 0,0 0 1 0 0,1-1-1 0 0,1 0 1 0 0,-1 1-1 0 0,7 18 1 0 0,-7-28 8 0 0,0 0 0 0 0,0 0 0 0 0,0 0 0 0 0,0 0 0 0 0,0 0 0 0 0,0 0 0 0 0,0 0 0 0 0,0 0 0 0 0,1 0 0 0 0,-1 0 0 0 0,0-1 0 0 0,1 1 0 0 0,-1 0 0 0 0,0-1 0 0 0,1 1 0 0 0,-1-1 0 0 0,1 0 0 0 0,-1 0 0 0 0,1 1 0 0 0,-1-1 0 0 0,1 0 0 0 0,-1 0 0 0 0,1 0 0 0 0,-1 0 0 0 0,0-1 0 0 0,1 1 0 0 0,2-1 0 0 0,3 0 38 0 0,0-1-1 0 0,0 1 1 0 0,14-7 0 0 0,16-10-7 0 0,0-3-1 0 0,-1-1 1 0 0,-1-2 0 0 0,-2-1 0 0 0,0-1 0 0 0,-1-2 0 0 0,-2-2 0 0 0,35-43 0 0 0,-8-12-180 0 0,-56 83 92 0 0,-4 0-43 0 0,3 2 87 0 0,0 0 0 0 0,0 0 0 0 0,0 0 0 0 0,-1-1 0 0 0,1 1 0 0 0,0 0 0 0 0,0 0 0 0 0,0 0 0 0 0,0 0 1 0 0,-1 0-1 0 0,1-1 0 0 0,0 1 0 0 0,0 0 0 0 0,0 0 0 0 0,-1 0 0 0 0,1 0 0 0 0,0 0 0 0 0,0 0 0 0 0,-1 0 0 0 0,1 0 0 0 0,0 0 0 0 0,0 0 1 0 0,0 0-1 0 0,-1 0 0 0 0,1 0 0 0 0,0 0 0 0 0,0 0 0 0 0,-1 0 0 0 0,1 0 0 0 0,0 0 0 0 0,0 0 0 0 0,-1 0 0 0 0,1 0 0 0 0,0 0 0 0 0,0 0 1 0 0,0 1-1 0 0,-1-1 0 0 0,1 0 0 0 0,0 0 0 0 0,-19 14-49 0 0,0 1 1 0 0,1 0-1 0 0,1 1 0 0 0,0 1 1 0 0,1 1-1 0 0,1 0 0 0 0,1 1 1 0 0,-14 23-1 0 0,24-35 47 0 0,0 0 1 0 0,0 0-1 0 0,1 1 1 0 0,0-1-1 0 0,0 1 0 0 0,0 0 1 0 0,1 0-1 0 0,1 0 0 0 0,-2 14 1 0 0,3-19 0 0 0,0 1 0 0 0,0 0 0 0 0,0-1 0 0 0,1 1 0 0 0,0-1 0 0 0,-1 1 0 0 0,1-1 1 0 0,1 1-1 0 0,-1-1 0 0 0,0 1 0 0 0,1-1 0 0 0,0 0 0 0 0,0 0 0 0 0,0 0 1 0 0,0 0-1 0 0,0 0 0 0 0,0-1 0 0 0,1 1 0 0 0,0 0 0 0 0,-1-1 0 0 0,1 0 1 0 0,0 0-1 0 0,5 4 0 0 0,5 1-25 0 0,0-1 0 0 0,0 0 0 0 0,1-1 0 0 0,0 0 0 0 0,-1-1 0 0 0,2-1 0 0 0,27 4 0 0 0,-30-6-629 0 0,0-1 0 0 0,1 0 0 0 0,23-3 0 0 0,-28 1-330 0 0,1 0 1 0 0,-1 0-1 0 0,1-1 1 0 0,-1 0-1 0 0,0 0 0 0 0,8-5 1 0 0,1-3-3121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31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287 110 156 0 0,'-86'2'4541'0'0,"23"0"-24"0"0,-64-7-1 0 0,127 5-4482 0 0,-1 0 0 0 0,1 0 0 0 0,0 0 0 0 0,-1 1 0 0 0,1-1 0 0 0,0 0 0 0 0,-1 0 0 0 0,1 0 0 0 0,0 0 0 0 0,-1 0 0 0 0,1 0 0 0 0,-1-1 0 0 0,1 1 0 0 0,0 0 0 0 0,-1 0 0 0 0,1 0 0 0 0,0 0 1 0 0,-1 0-1 0 0,1 0 0 0 0,0-1 0 0 0,-1 1 0 0 0,1 0 0 0 0,0 0 0 0 0,0 0 0 0 0,-1-1 0 0 0,1 1 0 0 0,0 0 0 0 0,0-1 0 0 0,-1 1 0 0 0,1 0 0 0 0,0 0 0 0 0,0-1 0 0 0,0 1 0 0 0,-1-1 0 0 0,12-6 338 0 0,23-3-212 0 0,200-26-868 0 0,7-1-7017 0 0,-183 23 3109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33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75 788 0 0,'3'-15'3376'0'0,"-2"12"-2973"0"0,0-1 0 0 0,-1 0 0 0 0,0 0 0 0 0,0 0 0 0 0,0 0 0 0 0,0 0 0 0 0,0 0 0 0 0,-1 0 0 0 0,0 1 0 0 0,0-1 0 0 0,-3-7 0 0 0,4 10-389 0 0,0 1-1 0 0,0 0 0 0 0,-1-1 1 0 0,1 1-1 0 0,0-1 0 0 0,0 1 1 0 0,-1 0-1 0 0,1-1 1 0 0,0 1-1 0 0,-1 0 0 0 0,1-1 1 0 0,-1 1-1 0 0,1 0 0 0 0,0 0 1 0 0,-1-1-1 0 0,1 1 0 0 0,-1 0 1 0 0,1 0-1 0 0,-1 0 1 0 0,1 0-1 0 0,-1 0 0 0 0,1-1 1 0 0,-1 1-1 0 0,1 0 0 0 0,0 0 1 0 0,-1 0-1 0 0,1 0 1 0 0,-1 0-1 0 0,1 1 0 0 0,-1-1 1 0 0,1 0-1 0 0,-1 0 0 0 0,1 0 1 0 0,-1 0-1 0 0,-16 7 94 0 0,16-6-97 0 0,-18 11 33 0 0,1 0 0 0 0,0 2 0 0 0,1 0-1 0 0,1 1 1 0 0,0 0 0 0 0,-20 27 0 0 0,22-26-24 0 0,-18 20 103 0 0,-31 46 0 0 0,54-69-130 0 0,1 0 0 0 0,0 1 0 0 0,1 0 0 0 0,0 0 0 0 0,1 1 0 0 0,1-1 0 0 0,-6 27 0 0 0,11-38-59 0 0,-1 0-1 0 0,1 0 0 0 0,0 0 1 0 0,-1 0-1 0 0,2 0 0 0 0,-1 0 1 0 0,0 0-1 0 0,0 0 0 0 0,1 0 1 0 0,0 0-1 0 0,-1 0 0 0 0,1 0 1 0 0,1 0-1 0 0,-1-1 0 0 0,0 1 1 0 0,0 0-1 0 0,1-1 0 0 0,3 5 1 0 0,-2-4-76 0 0,0 0 0 0 0,0 0 0 0 0,1 0-1 0 0,-1-1 1 0 0,1 1 0 0 0,0-1 0 0 0,0 0 0 0 0,0 0 0 0 0,0 0 0 0 0,0-1 0 0 0,7 2 0 0 0,4 1-295 0 0,0-2 0 0 0,1 0 0 0 0,-1-1 0 0 0,1 0 0 0 0,-1-2 0 0 0,19-1 0 0 0,30-10-1255 0 0,-33 4 922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34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0 256 1324 0 0,'16'-15'575'0'0,"0"0"1"0"0,-1-1-1 0 0,19-28 0 0 0,-27 33-123 0 0,0-1 0 0 0,-1 1-1 0 0,0-1 1 0 0,-1 0-1 0 0,-1 0 1 0 0,0-1-1 0 0,3-15 1 0 0,-4 17 2 0 0,-2 8-327 0 0,0 1 0 0 0,-1-1 0 0 0,1 0-1 0 0,-1 0 1 0 0,1-1 0 0 0,-1 1 0 0 0,0 0-1 0 0,0 0 1 0 0,0 0 0 0 0,-1 0 0 0 0,1 0-1 0 0,-2-3 1 0 0,2 4-3 0 0,-11 8 162 0 0,6-2-215 0 0,0 0 0 0 0,1 1 0 0 0,0-1 1 0 0,0 1-1 0 0,0 0 0 0 0,1 0 1 0 0,0 1-1 0 0,0-1 0 0 0,0 1 1 0 0,-4 11-1 0 0,-2 3 73 0 0,3-6-85 0 0,0 0 0 0 0,1 0 1 0 0,0 0-1 0 0,1 1 0 0 0,1 0 1 0 0,-3 20-1 0 0,6-28-44 0 0,-1-1 1 0 0,1 0 0 0 0,0 1-1 0 0,0-1 1 0 0,1 0-1 0 0,-1 0 1 0 0,1 1 0 0 0,1-1-1 0 0,-1 0 1 0 0,1 0-1 0 0,0 0 1 0 0,1 0 0 0 0,0-1-1 0 0,-1 1 1 0 0,2-1 0 0 0,-1 1-1 0 0,8 8 1 0 0,-6-10-9 0 0,-1-1 0 0 0,1 1-1 0 0,0-1 1 0 0,0 0 0 0 0,0-1 0 0 0,1 0 0 0 0,-1 1 0 0 0,0-1 0 0 0,1-1 0 0 0,0 1 0 0 0,-1-1 0 0 0,1 0 0 0 0,0-1-1 0 0,0 1 1 0 0,-1-1 0 0 0,8-1 0 0 0,8 0 17 0 0,0-1 1 0 0,0-1-1 0 0,21-6 0 0 0,-33 7-13 0 0,0-1 0 0 0,1 0-1 0 0,-1 0 1 0 0,0-1 0 0 0,-1 0 0 0 0,1-1-1 0 0,-1 0 1 0 0,0 0 0 0 0,0-1-1 0 0,0 0 1 0 0,-1 0 0 0 0,0-1-1 0 0,10-12 1 0 0,-13 14-16 0 0,0-1-1 0 0,0 0 1 0 0,-1 0-1 0 0,0-1 1 0 0,0 1 0 0 0,-1-1-1 0 0,1 1 1 0 0,-2-1-1 0 0,1 0 1 0 0,-1 0 0 0 0,0 0-1 0 0,0 0 1 0 0,0 0-1 0 0,-1 0 1 0 0,0 0-1 0 0,-1 0 1 0 0,0 0 0 0 0,0 0-1 0 0,-3-10 1 0 0,3 12-5 0 0,-1 0-1 0 0,0-1 1 0 0,0 1 0 0 0,0 0 0 0 0,0 0 0 0 0,-1 0-1 0 0,0 0 1 0 0,0 0 0 0 0,0 1 0 0 0,-1 0 0 0 0,-7-8 0 0 0,8 10 5 0 0,1 0 1 0 0,-1 0 0 0 0,0 0-1 0 0,0 1 1 0 0,0-1 0 0 0,0 1 0 0 0,-1-1-1 0 0,1 1 1 0 0,0 0 0 0 0,0 1 0 0 0,-1-1-1 0 0,1 1 1 0 0,-1-1 0 0 0,1 1-1 0 0,0 0 1 0 0,-1 0 0 0 0,1 0 0 0 0,-1 1-1 0 0,1-1 1 0 0,-7 3 0 0 0,-1 0 13 0 0,0 1 1 0 0,0 1-1 0 0,0-1 1 0 0,1 2-1 0 0,0 0 1 0 0,0 0-1 0 0,0 1 1 0 0,-14 12-1 0 0,18-13-24 0 0,0-1-1 0 0,0 1 0 0 0,1 0 0 0 0,0 1 0 0 0,0-1 0 0 0,1 1 0 0 0,0 0 0 0 0,0 0 0 0 0,0 0 1 0 0,1 0-1 0 0,0 1 0 0 0,0 0 0 0 0,-2 12 0 0 0,5-18-81 0 0,0 1 0 0 0,-1 0-1 0 0,1 0 1 0 0,1-1 0 0 0,-1 1 0 0 0,0 0 0 0 0,0 0-1 0 0,1-1 1 0 0,0 1 0 0 0,0 0 0 0 0,-1-1 0 0 0,1 1-1 0 0,1 0 1 0 0,-1-1 0 0 0,0 0 0 0 0,1 1 0 0 0,-1-1-1 0 0,1 0 1 0 0,0 1 0 0 0,-1-1 0 0 0,1 0 0 0 0,0 0-1 0 0,1-1 1 0 0,-1 1 0 0 0,0 0 0 0 0,0-1 0 0 0,1 1-1 0 0,-1-1 1 0 0,1 0 0 0 0,-1 0 0 0 0,1 0 0 0 0,-1 0-1 0 0,1 0 1 0 0,3 0 0 0 0,3 1-389 0 0,1 0 0 0 0,-1-1 0 0 0,0 0-1 0 0,1 0 1 0 0,-1-1 0 0 0,0 0 0 0 0,1-1 0 0 0,-1 0 0 0 0,11-3 0 0 0,1-2-128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35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1 107 584 0 0,'47'-71'6868'0'0,"-46"71"-6812"0"0,0-1 0 0 0,0 0 0 0 0,0 1-1 0 0,0-1 1 0 0,0 1 0 0 0,0 0 0 0 0,0-1 0 0 0,0 1 0 0 0,0 0 0 0 0,0-1-1 0 0,0 1 1 0 0,0 0 0 0 0,0 0 0 0 0,0 0 0 0 0,0 0 0 0 0,0 0-1 0 0,0 0 1 0 0,0 0 0 0 0,0 0 0 0 0,0 1 0 0 0,0-1 0 0 0,0 0 0 0 0,0 1-1 0 0,2 0 1 0 0,21 11 788 0 0,-11-2-619 0 0,0 1 1 0 0,-1 0 0 0 0,-1 1-1 0 0,0 0 1 0 0,-1 1 0 0 0,0 0-1 0 0,0 1 1 0 0,-2-1 0 0 0,0 2-1 0 0,0-1 1 0 0,-2 1 0 0 0,1 0-1 0 0,-2 1 1 0 0,0 0 0 0 0,-1-1-1 0 0,4 33 1 0 0,-8-41-128 0 0,0 1-1 0 0,0-1 1 0 0,0 1 0 0 0,-1 0-1 0 0,0-1 1 0 0,-1 0-1 0 0,1 1 1 0 0,-2-1 0 0 0,1 0-1 0 0,-1 0 1 0 0,0 0 0 0 0,0 0-1 0 0,-1 0 1 0 0,0-1 0 0 0,-6 9-1 0 0,3-6 49 0 0,-1-1-1 0 0,0 0 1 0 0,0 0-1 0 0,0-1 1 0 0,-1 0-1 0 0,0-1 0 0 0,0 0 1 0 0,-1 0-1 0 0,-15 7 1 0 0,23-12-114 0 0,0 0 0 0 0,0 0 0 0 0,0-1 0 0 0,0 1 0 0 0,0 0 1 0 0,0-1-1 0 0,0 1 0 0 0,0-1 0 0 0,0 0 0 0 0,0 0 0 0 0,0 1 0 0 0,0-1 0 0 0,0 0 1 0 0,0-1-1 0 0,0 1 0 0 0,0 0 0 0 0,0-1 0 0 0,0 1 0 0 0,0-1 0 0 0,0 0 0 0 0,0 1 0 0 0,1-1 1 0 0,-1 0-1 0 0,0 0 0 0 0,0 0 0 0 0,1 0 0 0 0,-1-1 0 0 0,-2-1 0 0 0,3 1-22 0 0,-1 0-1 0 0,1-1 0 0 0,0 1 1 0 0,0 0-1 0 0,0-1 1 0 0,0 1-1 0 0,0-1 0 0 0,0 1 1 0 0,0-1-1 0 0,1 1 1 0 0,0-1-1 0 0,-1 0 0 0 0,1 1 1 0 0,0-1-1 0 0,0 0 1 0 0,1 1-1 0 0,-1-1 0 0 0,0 0 1 0 0,1 1-1 0 0,0-4 1 0 0,3-5-101 0 0,1 0 1 0 0,-1 1 0 0 0,2-1 0 0 0,-1 1 0 0 0,1 0-1 0 0,1 1 1 0 0,0-1 0 0 0,9-8 0 0 0,69-66-1891 0 0,-72 73 1621 0 0,143-111-3770 0 0,-12 11 1868 0 0,-142 109 2329 0 0,-1 0 0 0 0,1 1-1 0 0,0-1 1 0 0,0 1 0 0 0,0-1 0 0 0,0 1 0 0 0,0 0 0 0 0,0 0 0 0 0,0 0 0 0 0,1 0 0 0 0,-1 0 0 0 0,0 0 0 0 0,0 1-1 0 0,4-1 1 0 0,-4 1-15 0 0,0 0 0 0 0,-1 1-1 0 0,1 0 1 0 0,-1-1 0 0 0,1 1-1 0 0,-1 0 1 0 0,0 0-1 0 0,1-1 1 0 0,-1 1 0 0 0,0 0-1 0 0,0 1 1 0 0,1-1 0 0 0,-1 0-1 0 0,0 0 1 0 0,0 0 0 0 0,0 1-1 0 0,-1-1 1 0 0,1 0-1 0 0,0 1 1 0 0,0-1 0 0 0,-1 1-1 0 0,1-1 1 0 0,0 3 0 0 0,7 12 450 0 0,62 147 2282 0 0,-60-135-2557 0 0,-1 2 1 0 0,-1-1-1 0 0,7 53 1 0 0,-14-71-177 0 0,0-1-1 0 0,-1 1 1 0 0,-1-1-1 0 0,0 0 1 0 0,-2 11-1 0 0,2-16 65 0 0,0 0 0 0 0,-1 1-1 0 0,0-1 1 0 0,0 0-1 0 0,0 0 1 0 0,0 0-1 0 0,-1-1 1 0 0,1 1-1 0 0,-1 0 1 0 0,-7 7-1 0 0,8-11 151 0 0,-5-4-170 0 0,7 3-91 0 0,-1 0-1 0 0,1 0 1 0 0,-1 0-1 0 0,1 0 0 0 0,-1 0 1 0 0,1 0-1 0 0,0-1 0 0 0,-1 1 1 0 0,1 0-1 0 0,-1 0 1 0 0,1-1-1 0 0,-1 1 0 0 0,1 0 1 0 0,0-1-1 0 0,-1 1 1 0 0,1 0-1 0 0,0-1 0 0 0,-1 1 1 0 0,1 0-1 0 0,0-1 0 0 0,-1 1 1 0 0,1-1-1 0 0,0 1 1 0 0,0-1-1 0 0,-1 1 0 0 0,1-1 1 0 0,0 1-1 0 0,0-1 1 0 0,0 1-1 0 0,0-1 0 0 0,0 1 1 0 0,0-1-1 0 0,0 1 0 0 0,0-1 1 0 0,0 1-1 0 0,0-1 1 0 0,0 1-1 0 0,0-1 0 0 0,0 1 1 0 0,0-1-1 0 0,1-7-4 0 0,0 0 1 0 0,1 0-1 0 0,0 0 0 0 0,0 0 0 0 0,1 0 0 0 0,-1 0 1 0 0,2 1-1 0 0,-1-1 0 0 0,1 1 0 0 0,0 0 0 0 0,1 0 1 0 0,-1 1-1 0 0,1-1 0 0 0,1 1 0 0 0,-1 0 0 0 0,1 0 1 0 0,0 1-1 0 0,1 0 0 0 0,8-6 0 0 0,-9 8-5 0 0,0 0 1 0 0,-1 1-1 0 0,1 0 0 0 0,0 0 0 0 0,0 0 0 0 0,0 1 0 0 0,0 0 1 0 0,0 0-1 0 0,0 1 0 0 0,12 0 0 0 0,-2 0 1 0 0,74-7 38 0 0,-31 4 9 0 0,81-16 1 0 0,-131 17-35 0 0,-1 0 0 0 0,1-1 0 0 0,0 0 0 0 0,-1 0 0 0 0,0-1 0 0 0,1 0 0 0 0,-1 0 0 0 0,14-11 0 0 0,-18 11-11 0 0,1 0 0 0 0,-1 0 0 0 0,0-1 0 0 0,0 0 1 0 0,0 0-1 0 0,-1 0 0 0 0,0 0 0 0 0,0 0 1 0 0,0-1-1 0 0,0 1 0 0 0,-1-1 0 0 0,0 0 0 0 0,0 1 1 0 0,1-9-1 0 0,-2 10-9 0 0,0-1-1 0 0,0 0 1 0 0,-1 1 0 0 0,1-1 0 0 0,-1 0-1 0 0,0 1 1 0 0,0-1 0 0 0,-1 0-1 0 0,1 1 1 0 0,-1-1 0 0 0,0 0 0 0 0,0 1-1 0 0,-1-1 1 0 0,-2-6 0 0 0,3 11 8 0 0,1-1 0 0 0,-1 0 0 0 0,0 1 0 0 0,1-1 0 0 0,-1 1 1 0 0,0-1-1 0 0,0 1 0 0 0,1-1 0 0 0,-1 1 0 0 0,0-1 0 0 0,0 1 0 0 0,0 0 0 0 0,1-1 1 0 0,-1 1-1 0 0,0 0 0 0 0,0 0 0 0 0,0 0 0 0 0,0-1 0 0 0,0 1 0 0 0,0 0 0 0 0,0 0 1 0 0,1 0-1 0 0,-1 1 0 0 0,0-1 0 0 0,0 0 0 0 0,0 0 0 0 0,0 0 0 0 0,0 1 0 0 0,0-1 1 0 0,1 0-1 0 0,-2 1 0 0 0,-25 13-46 0 0,14-5 51 0 0,1 1 0 0 0,0 1 0 0 0,0 0-1 0 0,1 1 1 0 0,1 0 0 0 0,0 0 0 0 0,-9 16-1 0 0,-51 100-4 0 0,57-102-27 0 0,-9 27 1 0 0,19-46 35 0 0,1 0 0 0 0,0 0-1 0 0,1 0 1 0 0,-1 0 0 0 0,1 0 0 0 0,0 1 0 0 0,1-1 0 0 0,0 0 0 0 0,1 12 0 0 0,0-17 1 0 0,-1-1 1 0 0,1 1-1 0 0,-1-1 0 0 0,1 1 1 0 0,-1-1-1 0 0,1 1 1 0 0,0-1-1 0 0,0 0 0 0 0,0 1 1 0 0,0-1-1 0 0,0 0 0 0 0,0 0 1 0 0,0 0-1 0 0,0 0 1 0 0,0 0-1 0 0,0 0 0 0 0,1 0 1 0 0,-1 0-1 0 0,0 0 0 0 0,1-1 1 0 0,-1 1-1 0 0,1 0 1 0 0,-1-1-1 0 0,1 1 0 0 0,-1-1 1 0 0,3 1-1 0 0,0-1 3 0 0,0 1 1 0 0,0-1-1 0 0,1 0 0 0 0,-1 0 1 0 0,0 0-1 0 0,0-1 0 0 0,1 1 1 0 0,6-3-1 0 0,8-3 20 0 0,-1-1 0 0 0,0-1 0 0 0,0-1 0 0 0,-1 0 0 0 0,23-18 0 0 0,76-67 13 0 0,-32 25-64 0 0,-27 20-7 0 0,-40 34 1 0 0,1 0-1 0 0,0 0 0 0 0,1 2 1 0 0,1 0-1 0 0,21-10 1 0 0,-37 21 20 0 0,-1 1 1 0 0,1 0 0 0 0,-1 0-1 0 0,1 0 1 0 0,-1 0-1 0 0,1 1 1 0 0,-1-1-1 0 0,1 1 1 0 0,0 0 0 0 0,-1 0-1 0 0,1 0 1 0 0,0 1-1 0 0,-1-1 1 0 0,1 1-1 0 0,-1 0 1 0 0,1 0-1 0 0,-1 0 1 0 0,1 0 0 0 0,3 3-1 0 0,-1-1 4 0 0,0 1 1 0 0,-1 0-1 0 0,1 1 0 0 0,-1-1 0 0 0,0 1 1 0 0,0 0-1 0 0,-1 0 0 0 0,0 1 1 0 0,6 8-1 0 0,-1 1 47 0 0,-1-1 1 0 0,-1 1-1 0 0,0 1 0 0 0,-1-1 1 0 0,0 1-1 0 0,3 20 1 0 0,-7-26 101 0 0,0 0 0 0 0,-1 0 1 0 0,0-1-1 0 0,0 1 1 0 0,-1 0-1 0 0,-1 0 0 0 0,0 0 1 0 0,0 0-1 0 0,-1 0 0 0 0,0-1 1 0 0,-6 19-1 0 0,4-21-79 0 0,0 0 0 0 0,0 1-1 0 0,-1-2 1 0 0,0 1 0 0 0,0 0 0 0 0,-1-1-1 0 0,0 0 1 0 0,0-1 0 0 0,0 1 0 0 0,-1-1-1 0 0,1 0 1 0 0,-11 5 0 0 0,8-5-22 0 0,0 0 0 0 0,0-1 0 0 0,0-1 0 0 0,0 1 0 0 0,-1-1 0 0 0,1-1 0 0 0,-1 0 0 0 0,0 0 0 0 0,-16 0 0 0 0,18-2-68 0 0,1-1 0 0 0,-1 0 0 0 0,0 0 0 0 0,1 0 0 0 0,-1-1 0 0 0,1 0 0 0 0,-1-1 0 0 0,1 0 0 0 0,0 0 0 0 0,0 0 0 0 0,-11-8 0 0 0,1-2-3763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37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98 1340 0 0,'1'-14'2976'0'0,"2"-48"3250"0"0,-3 60-5740 0 0,0-17 2491 0 0,-11 215 649 0 0,-30 102-2426 0 0,25-191-906 0 0,-17 75 141 0 0,-71 232-1 0 0,94-386-1181 0 0,-1-31-3995 0 0,10 2 4410 0 0,0 1 0 0 0,0-1 0 0 0,-1 0-1 0 0,1 0 1 0 0,0 0 0 0 0,0 0 0 0 0,1 0 0 0 0,-1-1 0 0 0,0 1 0 0 0,0 0 0 0 0,0 0 0 0 0,1-1-1 0 0,-1 1 1 0 0,1 0 0 0 0,-1-1 0 0 0,1 1 0 0 0,-1 0 0 0 0,1-1 0 0 0,0-2 0 0 0,-5-12-5127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37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0 115 1632 0 0,'3'-8'865'0'0,"0"0"1"0"0,1 0-1 0 0,0 1 0 0 0,0 0 1 0 0,1 0-1 0 0,9-12 0 0 0,-10 14-544 0 0,1 1 0 0 0,0-1 0 0 0,0 1-1 0 0,0 0 1 0 0,1 1 0 0 0,-1-1 0 0 0,1 1-1 0 0,0 0 1 0 0,0 1 0 0 0,0-1 0 0 0,0 1-1 0 0,0 1 1 0 0,0-1 0 0 0,13-1-1 0 0,2 2-18 0 0,1 0 0 0 0,-1 1 0 0 0,1 2-1 0 0,-1 0 1 0 0,0 1 0 0 0,0 1-1 0 0,0 1 1 0 0,0 1 0 0 0,-1 1 0 0 0,0 0-1 0 0,0 2 1 0 0,-1 0 0 0 0,0 1 0 0 0,29 21-1 0 0,-45-29-257 0 0,0 1-1 0 0,1 0 1 0 0,-1-1 0 0 0,0 1-1 0 0,-1 0 1 0 0,1 0-1 0 0,0 1 1 0 0,-1-1-1 0 0,0 0 1 0 0,0 1 0 0 0,0 0-1 0 0,0-1 1 0 0,0 1-1 0 0,-1 0 1 0 0,1 0-1 0 0,-1 0 1 0 0,1 5 0 0 0,-2-4 27 0 0,0 1 1 0 0,-1-1 0 0 0,1 0-1 0 0,-1 0 1 0 0,0 1 0 0 0,0-1 0 0 0,0 0-1 0 0,-1 0 1 0 0,0 0 0 0 0,0 0-1 0 0,0-1 1 0 0,-1 1 0 0 0,-3 5-1 0 0,-2 1 9 0 0,0-1 0 0 0,-1 0 0 0 0,0 0 0 0 0,0-1 0 0 0,-1 0-1 0 0,0-1 1 0 0,-21 13 0 0 0,8-7-1548 0 0,0-1 0 0 0,-45 17 0 0 0,67-30 1231 0 0,0 1 1 0 0,1-1 0 0 0,-1 0 0 0 0,0 0 0 0 0,0 1-1 0 0,0-1 1 0 0,0 0 0 0 0,0 0 0 0 0,0 0 0 0 0,0 0-1 0 0,0 0 1 0 0,0 0 0 0 0,0 0 0 0 0,0 0-1 0 0,0-1 1 0 0,1 1 0 0 0,-1 0 0 0 0,0-1 0 0 0,-1 0-1 0 0,1 1 54 0 0,-3-6-2385 0 0,4 6 2385 0 0,0-1-1 0 0,0 1 1 0 0,0-1-1 0 0,-1 1 1 0 0,1-1-1 0 0,0 1 1 0 0,0-1 0 0 0,0 1-1 0 0,1-1 1 0 0,-1 0-1 0 0,0 1 1 0 0,0-1-1 0 0,3-8-2600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38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0 186 356 0 0,'39'-58'9942'0'0,"-39"56"-9559"0"0,1 2-355 0 0,-1 0 0 0 0,0-1 0 0 0,0 1 0 0 0,0 0 0 0 0,0 0 0 0 0,0-1 0 0 0,1 1 0 0 0,-1 0 0 0 0,0 0 0 0 0,0-1-1 0 0,1 1 1 0 0,-1 0 0 0 0,0 0 0 0 0,0-1 0 0 0,1 1 0 0 0,-1 0 0 0 0,0 0 0 0 0,0 0 0 0 0,1 0 0 0 0,-1 0 0 0 0,0 0 0 0 0,1-1 0 0 0,-1 1 0 0 0,0 0 0 0 0,1 0 0 0 0,-1 0 0 0 0,0 0 0 0 0,1 0 0 0 0,-1 0 0 0 0,0 0 0 0 0,1 0 0 0 0,-1 0-1 0 0,0 0 1 0 0,0 0 0 0 0,1 1 0 0 0,-1-1 0 0 0,0 0 0 0 0,1 0 0 0 0,-1 0 0 0 0,0 0 0 0 0,1 0 0 0 0,-1 1 0 0 0,0-1 0 0 0,0 0 0 0 0,1 0 0 0 0,-1 0 0 0 0,0 1 0 0 0,0-1 0 0 0,0 0 0 0 0,1 0 0 0 0,-1 1 0 0 0,0-1 0 0 0,0 0 0 0 0,0 1 0 0 0,1-1-1 0 0,14 65 1261 0 0,-12-47-1149 0 0,1-1 1 0 0,0 0-1 0 0,12 27 0 0 0,-14-40-109 0 0,0 1-1 0 0,1 0 1 0 0,0 0-1 0 0,0-1 1 0 0,0 0 0 0 0,1 1-1 0 0,-1-1 1 0 0,1-1-1 0 0,0 1 1 0 0,0 0-1 0 0,1-1 1 0 0,-1 0-1 0 0,1 0 1 0 0,-1 0-1 0 0,1-1 1 0 0,6 3-1 0 0,0-1 10 0 0,1-1 0 0 0,-1 0 0 0 0,1 0-1 0 0,0-2 1 0 0,0 1 0 0 0,0-2 0 0 0,0 1 0 0 0,0-2-1 0 0,0 1 1 0 0,0-2 0 0 0,-1 0 0 0 0,1 0 0 0 0,0-1-1 0 0,-1 0 1 0 0,16-7 0 0 0,-19 7-33 0 0,0-1 0 0 0,-1 0-1 0 0,1 0 1 0 0,-1-1 0 0 0,0 0 0 0 0,0 0 0 0 0,0 0-1 0 0,-1-1 1 0 0,0 0 0 0 0,0-1 0 0 0,0 1 0 0 0,-1-1 0 0 0,0 0-1 0 0,0 0 1 0 0,-1-1 0 0 0,0 1 0 0 0,0-1 0 0 0,-1 0 0 0 0,0 0-1 0 0,0-1 1 0 0,2-13 0 0 0,-4 15-15 0 0,0-1 1 0 0,0 1-1 0 0,-1 0 0 0 0,0-1 1 0 0,-1 1-1 0 0,0 0 0 0 0,0-1 1 0 0,-1 1-1 0 0,1 0 0 0 0,-1 0 1 0 0,-1 0-1 0 0,0 0 0 0 0,-5-10 1 0 0,6 13 0 0 0,-1 1 0 0 0,0-1 1 0 0,0 0-1 0 0,0 1 1 0 0,0-1-1 0 0,0 1 0 0 0,-1 0 1 0 0,1 0-1 0 0,-1 1 1 0 0,0-1-1 0 0,0 1 1 0 0,0 0-1 0 0,0 0 0 0 0,-1 0 1 0 0,1 0-1 0 0,0 1 1 0 0,-1-1-1 0 0,1 1 0 0 0,-1 0 1 0 0,0 1-1 0 0,1-1 1 0 0,-8 1-1 0 0,1 0 4 0 0,0 1 1 0 0,-1 0-1 0 0,1 1 0 0 0,0 1 0 0 0,0-1 1 0 0,1 1-1 0 0,-1 1 0 0 0,1 0 0 0 0,-1 1 1 0 0,1 0-1 0 0,1 0 0 0 0,-1 1 0 0 0,1 0 1 0 0,0 1-1 0 0,0 0 0 0 0,1 1 0 0 0,-14 15 1 0 0,21-22 4 0 0,0 0 1 0 0,0 0-1 0 0,0 0 1 0 0,0 0-1 0 0,0 0 1 0 0,0 1-1 0 0,1-1 1 0 0,-1 0-1 0 0,0 1 1 0 0,1-1-1 0 0,-1 0 1 0 0,1 1-1 0 0,0-1 0 0 0,-1 1 1 0 0,1-1-1 0 0,0 1 1 0 0,0-1-1 0 0,0 1 1 0 0,0-1-1 0 0,0 1 1 0 0,0-1-1 0 0,1 1 1 0 0,-1-1-1 0 0,0 0 1 0 0,1 1-1 0 0,-1-1 1 0 0,1 1-1 0 0,-1-1 1 0 0,1 0-1 0 0,0 1 1 0 0,0 0-1 0 0,1 0 4 0 0,1 0 0 0 0,-1 0 0 0 0,0 0 0 0 0,1-1 0 0 0,-1 1-1 0 0,1-1 1 0 0,0 1 0 0 0,-1-1 0 0 0,1 0 0 0 0,0 0 0 0 0,0 0 0 0 0,0 0 0 0 0,0-1 0 0 0,5 1-1 0 0,4 0 3 0 0,-1-1-1 0 0,1 0 1 0 0,0-1 0 0 0,-1 0-1 0 0,1-1 1 0 0,0 0-1 0 0,16-6 1 0 0,78-34-9 0 0,-46 16 19 0 0,-36 16-14 0 0,-1 0-18 0 0,1 1-1 0 0,0 1 1 0 0,1 1-1 0 0,0 1 1 0 0,26-3-1 0 0,-45 8 12 0 0,1 1-1 0 0,-1 0 1 0 0,0 0-1 0 0,0 0 1 0 0,1 1 0 0 0,-1 0-1 0 0,0 1 1 0 0,0-1-1 0 0,0 1 1 0 0,0 0 0 0 0,0 0-1 0 0,0 1 1 0 0,0 0-1 0 0,-1 0 1 0 0,0 0 0 0 0,1 1-1 0 0,-1 0 1 0 0,0 0-1 0 0,-1 0 1 0 0,1 0 0 0 0,-1 1-1 0 0,0 0 1 0 0,0 0 0 0 0,0 0-1 0 0,5 10 1 0 0,-6-9 15 0 0,0-1 1 0 0,-1 1 0 0 0,1 0 0 0 0,-1 0 0 0 0,0 0-1 0 0,-1 0 1 0 0,1 0 0 0 0,-1 1 0 0 0,0-1 0 0 0,-1 7-1 0 0,0 0 12 0 0,-1-1 0 0 0,-1 1 0 0 0,0-1-1 0 0,-1 0 1 0 0,-7 19 0 0 0,7-22 25 0 0,0-1 123 0 0,5-13-156 0 0,5-14-70 0 0,11-11 33 0 0,0 2 0 0 0,2 0 0 0 0,1 1-1 0 0,2 1 1 0 0,0 1 0 0 0,1 2 0 0 0,2 0 0 0 0,49-34 0 0 0,-71 55 22 0 0,-1-1-1 0 0,1 1 1 0 0,0 0 0 0 0,0 1 0 0 0,0-1 0 0 0,0 1-1 0 0,0-1 1 0 0,1 1 0 0 0,-1 1 0 0 0,0-1 0 0 0,1 1 0 0 0,-1-1-1 0 0,0 1 1 0 0,6 1 0 0 0,-9-1 11 0 0,0 0-1 0 0,1 1 1 0 0,-1-1 0 0 0,0 0-1 0 0,0 1 1 0 0,1 0 0 0 0,-1-1-1 0 0,0 1 1 0 0,0 0-1 0 0,0-1 1 0 0,0 1 0 0 0,0 0-1 0 0,0 0 1 0 0,0 0 0 0 0,0 0-1 0 0,0 0 1 0 0,0 0 0 0 0,0 0-1 0 0,-1 0 1 0 0,1 1 0 0 0,0-1-1 0 0,-1 0 1 0 0,1 0-1 0 0,-1 1 1 0 0,1-1 0 0 0,-1 0-1 0 0,1 3 1 0 0,0 0 30 0 0,-1 1 1 0 0,1-1-1 0 0,-1 0 0 0 0,0 1 0 0 0,0 6 0 0 0,-3 3 37 0 0,0 0-1 0 0,-1 1 0 0 0,0-2 0 0 0,-1 1 0 0 0,-7 13 1 0 0,6-13-415 0 0,0 0 1 0 0,1 0-1 0 0,0 0 1 0 0,-3 19-1 0 0,8-31 17 0 0,-1 1 1 0 0,1 0-1 0 0,0 0 1 0 0,0 0-1 0 0,0 0 1 0 0,0-1-1 0 0,1 1 1 0 0,-1 0-1 0 0,1 0 1 0 0,-1-1-1 0 0,1 1 1 0 0,0 0-1 0 0,0-1 1 0 0,1 1-1 0 0,-1 0 1 0 0,0-1-1 0 0,1 0 1 0 0,-1 1-1 0 0,1-1 1 0 0,0 0-1 0 0,0 0 1 0 0,0 0-1 0 0,0 0 1 0 0,0 0-1 0 0,0 0 1 0 0,0-1-1 0 0,6 4 1 0 0,8 2-2863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39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241 644 608 0 0,'13'-23'3563'0'0,"-2"-1"-1"0"0,12-31 1 0 0,-15 34-1860 0 0,-7 20-1595 0 0,-1-1-1 0 0,1 0 1 0 0,-1 1 0 0 0,0-1-1 0 0,0 0 1 0 0,0 1-1 0 0,0-1 1 0 0,0 0-1 0 0,0 0 1 0 0,0 1 0 0 0,-1-3-1 0 0,1 4-87 0 0,0-1-1 0 0,0 1 0 0 0,0-1 1 0 0,0 1-1 0 0,-1-1 1 0 0,1 1-1 0 0,0-1 0 0 0,0 1 1 0 0,0 0-1 0 0,-1-1 0 0 0,1 1 1 0 0,0-1-1 0 0,-1 1 1 0 0,1 0-1 0 0,0-1 0 0 0,-1 1 1 0 0,1 0-1 0 0,0-1 1 0 0,-1 1-1 0 0,1 0 0 0 0,-1 0 1 0 0,1-1-1 0 0,0 1 1 0 0,-1 0-1 0 0,1 0 0 0 0,-1 0 1 0 0,1-1-1 0 0,-1 1 1 0 0,1 0-1 0 0,-1 0 0 0 0,1 0 1 0 0,-1 0-1 0 0,1 0 0 0 0,-1 0 1 0 0,1 0-1 0 0,-1 0 1 0 0,1 0-1 0 0,-1 0 0 0 0,1 1 1 0 0,-1-1-1 0 0,1 0 1 0 0,-1 0-1 0 0,1 0 0 0 0,-10 5 123 0 0,1 0 1 0 0,0 0-1 0 0,0 1 0 0 0,1 0 0 0 0,0 1 0 0 0,-12 10 0 0 0,-44 54 346 0 0,49-55-402 0 0,-10 14 67 0 0,-27 40 1 0 0,44-58-120 0 0,1 1-1 0 0,0 0 1 0 0,0 0-1 0 0,2 0 1 0 0,0 1-1 0 0,-6 21 1 0 0,11-34-28 0 0,-1 0 0 0 0,1 0 0 0 0,0 0 0 0 0,0 1 0 0 0,0-1 0 0 0,-1 0 0 0 0,1 0 0 0 0,0 1 0 0 0,1-1 0 0 0,-1 0 0 0 0,0 1 0 0 0,0-1 0 0 0,0 0 0 0 0,1 0 0 0 0,-1 0 1 0 0,1 1-1 0 0,-1-1 0 0 0,1 0 0 0 0,-1 0 0 0 0,1 0 0 0 0,0 0 0 0 0,-1 0 0 0 0,1 0 0 0 0,0 0 0 0 0,0 0 0 0 0,0 0 0 0 0,0 0 0 0 0,0 0 0 0 0,0-1 0 0 0,0 1 0 0 0,0 0 0 0 0,0-1 1 0 0,0 1-1 0 0,0 0 0 0 0,0-1 0 0 0,1 0 0 0 0,-1 1 0 0 0,0-1 0 0 0,0 0 0 0 0,0 1 0 0 0,1-1 0 0 0,-1 0 0 0 0,0 0 0 0 0,1 0 0 0 0,1-1 0 0 0,3 1 7 0 0,1 0-1 0 0,0-1 1 0 0,-1 0-1 0 0,1 0 1 0 0,-1-1-1 0 0,1 0 1 0 0,7-3-1 0 0,1-3-154 0 0,-1 0-1 0 0,1-1 1 0 0,-1-1-1 0 0,-1 0 0 0 0,0-1 1 0 0,0 0-1 0 0,-1-1 1 0 0,-1 0-1 0 0,15-20 1 0 0,1-5-504 0 0,-2-2 0 0 0,24-50 0 0 0,-20 27 225 0 0,-2 0 0 0 0,20-74 0 0 0,21-136 1068 0 0,-65 263-506 0 0,-2 6-91 0 0,0 1-1 0 0,0-1 1 0 0,-1 0-1 0 0,1 1 0 0 0,-1-1 1 0 0,1 0-1 0 0,-1 0 1 0 0,0 0-1 0 0,0 1 1 0 0,0-1-1 0 0,-1-4 0 0 0,1 7-37 0 0,-1 0-1 0 0,1 0 0 0 0,0 0 0 0 0,-1 0 1 0 0,1 0-1 0 0,-1 0 0 0 0,1 0 1 0 0,0 0-1 0 0,-1 0 0 0 0,1 0 0 0 0,-1 0 1 0 0,1 0-1 0 0,0 0 0 0 0,-1 0 0 0 0,1 0 1 0 0,-1 0-1 0 0,1 1 0 0 0,0-1 1 0 0,-1 0-1 0 0,1 0 0 0 0,0 0 0 0 0,-1 1 1 0 0,1-1-1 0 0,0 0 0 0 0,0 1 0 0 0,-1-1 1 0 0,1 0-1 0 0,0 0 0 0 0,-1 1 1 0 0,-9 9 204 0 0,-2 9 47 0 0,1 1 0 0 0,1 0 0 0 0,0 0 0 0 0,-6 23 0 0 0,-23 91 1048 0 0,26-87-989 0 0,-7 28-60 0 0,3 1 0 0 0,-7 83 0 0 0,23-150-239 0 0,1-1-1 0 0,0 0 1 0 0,0 0-1 0 0,1 1 0 0 0,0-1 1 0 0,0 0-1 0 0,1 0 1 0 0,0 0-1 0 0,3 8 0 0 0,-4-12-27 0 0,1-1 0 0 0,-1 0 0 0 0,1 0 0 0 0,0 0-1 0 0,0 0 1 0 0,0 0 0 0 0,1-1 0 0 0,-1 1 0 0 0,0-1-1 0 0,1 1 1 0 0,0-1 0 0 0,-1 0 0 0 0,1 0 0 0 0,0 0-1 0 0,0 0 1 0 0,1-1 0 0 0,-1 1 0 0 0,0-1 0 0 0,0 0 0 0 0,1 0-1 0 0,-1 0 1 0 0,0 0 0 0 0,6 0 0 0 0,0 0-103 0 0,-1-1 0 0 0,1 0 0 0 0,0 0 0 0 0,-1-1 0 0 0,1 0 1 0 0,-1 0-1 0 0,1-1 0 0 0,-1 0 0 0 0,16-7 0 0 0,-11 3-8 0 0,0-1 0 0 0,-1 0 0 0 0,-1 0 0 0 0,1-1 0 0 0,15-15 0 0 0,1-5 30 0 0,-1-1-1 0 0,-1-1 0 0 0,28-45 1 0 0,-16 19 1501 0 0,-37 54-455 0 0,-2 11-543 0 0,0 1 1 0 0,-1-1 0 0 0,0 0 0 0 0,-1 1-1 0 0,-4 9 1 0 0,-4 17 381 0 0,6-14-342 0 0,1 0-1 0 0,1 0 0 0 0,1 1 1 0 0,1 30-1 0 0,1-51-448 0 0,0-1 0 0 0,0 1 0 0 0,0 0 0 0 0,0-1 0 0 0,0 1 0 0 0,1-1 0 0 0,-1 1 0 0 0,1-1 0 0 0,-1 1 0 0 0,1-1 0 0 0,-1 1 0 0 0,1-1 0 0 0,0 0 0 0 0,0 1 0 0 0,0-1 0 0 0,-1 0 0 0 0,1 1 0 0 0,1-1 0 0 0,-1 0 0 0 0,0 0 0 0 0,0 0 0 0 0,0 0 0 0 0,1 0 0 0 0,-1 0 0 0 0,0 0 0 0 0,1-1 0 0 0,-1 1 0 0 0,1 0 0 0 0,2 0 0 0 0,0 0-239 0 0,1 0 0 0 0,0 0 0 0 0,0-1 1 0 0,0 1-1 0 0,0-1 0 0 0,9-1 0 0 0,-9 0-202 0 0,-1 0 0 0 0,1 0 0 0 0,0 0 0 0 0,-1-1 0 0 0,1 0 0 0 0,0 0 0 0 0,-1 0 0 0 0,0 0 0 0 0,0-1 0 0 0,1 0 0 0 0,-1 0 0 0 0,5-5 0 0 0,1-1-2690 0 0,0-1-1 0 0,15-23 1 0 0,-10 12-2715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39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97 1000 0 0,'-2'-11'2166'0'0,"-1"0"-1"0"0,0 0 1 0 0,0 1-1 0 0,-9-19 1 0 0,1 5 567 0 0,10 26-3640 0 0,1 0 521 0 0,-1 0-1 0 0,0 1 0 0 0,1-1 0 0 0,0 0 0 0 0,-1 0 0 0 0,1 1 0 0 0,0-1 0 0 0,0 0 1 0 0,0 1-1 0 0,1-1 0 0 0,-1 0 0 0 0,1 1 0 0 0,-1-1 0 0 0,1 0 0 0 0,0 0 1 0 0,-1 0-1 0 0,1 1 0 0 0,2 1 0 0 0,3 8-3513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41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4 122 1068 0 0,'-1'-6'799'0'0,"0"0"0"0"0,0 1 0 0 0,1-1 0 0 0,0 0 0 0 0,0 0-1 0 0,0 1 1 0 0,0-1 0 0 0,1 0 0 0 0,0 0 0 0 0,3-8 0 0 0,-3 11-708 0 0,0 0 1 0 0,1 0-1 0 0,-1 0 1 0 0,1 1-1 0 0,0-1 1 0 0,0 1 0 0 0,0-1-1 0 0,0 1 1 0 0,0 0-1 0 0,1-1 1 0 0,-1 1-1 0 0,1 0 1 0 0,-1 1-1 0 0,1-1 1 0 0,0 0-1 0 0,0 1 1 0 0,0-1-1 0 0,0 1 1 0 0,0 0-1 0 0,6-1 1 0 0,-2 0-33 0 0,0 1 0 0 0,0 0 0 0 0,0 1 0 0 0,0 0 0 0 0,0 0 0 0 0,1 0 0 0 0,-1 1 1 0 0,0 0-1 0 0,0 1 0 0 0,0-1 0 0 0,0 1 0 0 0,-1 1 0 0 0,1-1 0 0 0,0 1 0 0 0,-1 0 0 0 0,0 1 0 0 0,0 0 0 0 0,0 0 1 0 0,0 0-1 0 0,0 0 0 0 0,-1 1 0 0 0,8 8 0 0 0,-8-8-29 0 0,1 1 0 0 0,-1 1 0 0 0,0-1 0 0 0,-1 1 0 0 0,0 0-1 0 0,0 0 1 0 0,0 0 0 0 0,-1 0 0 0 0,0 1 0 0 0,0-1 0 0 0,0 1 0 0 0,-1 0 0 0 0,-1 0 0 0 0,1 0 0 0 0,-1 0 0 0 0,-1 0 0 0 0,0 0-1 0 0,0 0 1 0 0,-2 14 0 0 0,0-10 96 0 0,-1 0-1 0 0,-1-1 0 0 0,0 1 0 0 0,-1-1 1 0 0,0 1-1 0 0,-1-1 0 0 0,0-1 1 0 0,-1 1-1 0 0,0-1 0 0 0,0 0 1 0 0,-1-1-1 0 0,-1 0 0 0 0,1 0 1 0 0,-1-1-1 0 0,-19 13 0 0 0,27-20-84 0 0,0 0 0 0 0,0 0 0 0 0,-1 0 0 0 0,1 0 0 0 0,0 0 0 0 0,-1-1 1 0 0,1 1-1 0 0,0-1 0 0 0,-1 1 0 0 0,1-1 0 0 0,-1 1 0 0 0,1-1 0 0 0,-1 0 0 0 0,1 0 0 0 0,-1 0 0 0 0,1 0 0 0 0,-1 0 0 0 0,1 0 0 0 0,-1 0 0 0 0,1 0 0 0 0,-1 0 1 0 0,1-1-1 0 0,-1 1 0 0 0,1-1 0 0 0,-1 1 0 0 0,1-1 0 0 0,0 0 0 0 0,-1 1 0 0 0,1-1 0 0 0,0 0 0 0 0,-2-1 0 0 0,2 0-29 0 0,-1 0-1 0 0,1 0 1 0 0,0 0-1 0 0,0 0 1 0 0,0 0 0 0 0,1-1-1 0 0,-1 1 1 0 0,0 0-1 0 0,1 0 1 0 0,-1-1-1 0 0,1 1 1 0 0,0 0 0 0 0,0 0-1 0 0,0-1 1 0 0,0 1-1 0 0,0 0 1 0 0,0-1-1 0 0,1 1 1 0 0,0-3 0 0 0,3-9-10 0 0,1 0 1 0 0,0 1-1 0 0,1 0 1 0 0,1 0-1 0 0,0 0 1 0 0,0 1-1 0 0,1 0 1 0 0,12-13-1 0 0,1 0-6 0 0,2 1 0 0 0,36-30 0 0 0,-37 36 12 0 0,28-17 0 0 0,-42 30-8 0 0,-1 1 0 0 0,1-1 0 0 0,0 2 0 0 0,1-1 0 0 0,-1 1 0 0 0,0 0 0 0 0,15-2 0 0 0,-19 4 1 0 0,0 1 0 0 0,-1 0-1 0 0,1-1 1 0 0,-1 1 0 0 0,1 0-1 0 0,0 1 1 0 0,-1-1 0 0 0,1 1-1 0 0,-1-1 1 0 0,1 1 0 0 0,-1 0-1 0 0,1 0 1 0 0,-1 1 0 0 0,1-1-1 0 0,-1 1 1 0 0,0 0 0 0 0,0 0 0 0 0,0 0-1 0 0,0 0 1 0 0,0 0 0 0 0,0 1-1 0 0,-1-1 1 0 0,1 1 0 0 0,-1-1-1 0 0,0 1 1 0 0,0 0 0 0 0,0 0-1 0 0,0 0 1 0 0,0 1 0 0 0,0-1-1 0 0,-1 0 1 0 0,0 1 0 0 0,1-1-1 0 0,-1 1 1 0 0,-1-1 0 0 0,1 1-1 0 0,0-1 1 0 0,-1 1 0 0 0,0-1 0 0 0,0 1-1 0 0,0 0 1 0 0,0-1 0 0 0,-2 8-1 0 0,-2 13 65 0 0,-1 0 0 0 0,-15 40 0 0 0,13-44-424 0 0,0 0 0 0 0,2 1 1 0 0,-6 41-1 0 0,11-59 179 0 0,0 0 1 0 0,0 0-1 0 0,0 0 0 0 0,0 0 1 0 0,0 0-1 0 0,1 0 0 0 0,-1 0 1 0 0,1 0-1 0 0,0 0 0 0 0,0 0 1 0 0,0 0-1 0 0,0-1 0 0 0,1 1 1 0 0,-1 0-1 0 0,1-1 0 0 0,-1 1 0 0 0,1-1 1 0 0,0 1-1 0 0,4 3 0 0 0,-2-3-81 0 0,0-1 1 0 0,0 1-1 0 0,0-1 0 0 0,0 0 0 0 0,0 0 0 0 0,1 0 0 0 0,-1 0 0 0 0,1-1 0 0 0,0 0 0 0 0,-1 0 0 0 0,8 1 0 0 0,6-1-349 0 0,0 0 1 0 0,0-2-1 0 0,1 0 1 0 0,-1-1-1 0 0,25-6 1 0 0,-17 1 662 0 0,-1-1 1 0 0,1-1-1 0 0,-2-1 0 0 0,0-1 0 0 0,0-1 1 0 0,-1-1-1 0 0,0-2 0 0 0,30-24 1 0 0,-21 12 1234 0 0,-1-2 0 0 0,-2-1-1 0 0,-1-1 1 0 0,40-58 0 0 0,-65 85-1030 0 0,0-1-1 0 0,0 0 0 0 0,0 0 1 0 0,0 0-1 0 0,-1-1 0 0 0,0 1 1 0 0,0 0-1 0 0,2-12 0 0 0,-4 16-244 0 0,0 1-1 0 0,0-1 1 0 0,0 1-1 0 0,-1-1 0 0 0,1 1 1 0 0,0 0-1 0 0,0-1 1 0 0,0 1-1 0 0,-1-1 1 0 0,1 1-1 0 0,0 0 0 0 0,0-1 1 0 0,-1 1-1 0 0,1-1 1 0 0,0 1-1 0 0,-1 0 0 0 0,1 0 1 0 0,-1-1-1 0 0,1 1 1 0 0,0 0-1 0 0,-1 0 1 0 0,1-1-1 0 0,-1 1 0 0 0,1 0 1 0 0,-1 0-1 0 0,1 0 1 0 0,0 0-1 0 0,-1-1 1 0 0,1 1-1 0 0,-1 0 0 0 0,1 0 1 0 0,-1 0-1 0 0,1 0 1 0 0,-1 0-1 0 0,1 0 0 0 0,-1 0 1 0 0,1 1-1 0 0,-1-1 1 0 0,1 0-1 0 0,-1 0 1 0 0,0 1-1 0 0,-20 3 157 0 0,4 4-87 0 0,1 1 1 0 0,0 1-1 0 0,0 0 0 0 0,-18 17 0 0 0,-53 53 66 0 0,74-66-113 0 0,0 0-1 0 0,1 1 0 0 0,1 0 0 0 0,0 1 1 0 0,-10 22-1 0 0,20-37-29 0 0,1 0 1 0 0,0 0-1 0 0,0 0 1 0 0,0 0-1 0 0,-1 0 1 0 0,1-1-1 0 0,0 1 1 0 0,0 0-1 0 0,0 0 1 0 0,0 0-1 0 0,1 0 1 0 0,-1 0-1 0 0,0 0 1 0 0,0-1-1 0 0,0 1 1 0 0,1 0-1 0 0,-1 0 1 0 0,0 0-1 0 0,1 0 1 0 0,-1-1-1 0 0,1 1 1 0 0,-1 0-1 0 0,1 0 1 0 0,-1-1-1 0 0,1 1 1 0 0,0 0-1 0 0,-1-1 1 0 0,1 1-1 0 0,1 0 1 0 0,-1 0-3 0 0,0 0 1 0 0,1 0 0 0 0,-1 0-1 0 0,1 0 1 0 0,-1 0 0 0 0,1 0-1 0 0,-1-1 1 0 0,1 1 0 0 0,0-1-1 0 0,-1 1 1 0 0,1-1 0 0 0,0 1-1 0 0,0-1 1 0 0,3 0 0 0 0,6-1 3 0 0,0-1 0 0 0,0-1 0 0 0,0 0 0 0 0,-1 0 0 0 0,1-1 0 0 0,-1-1 0 0 0,0 0 0 0 0,0 0 0 0 0,15-10 0 0 0,6-9-7 0 0,41-38 0 0 0,-34 28-47 0 0,-37 33 39 0 0,0 0-1 0 0,0 0 1 0 0,0 0-1 0 0,0 0 1 0 0,1 1 0 0 0,-1-1-1 0 0,0 0 1 0 0,1 1-1 0 0,-1-1 1 0 0,0 0-1 0 0,1 1 1 0 0,1-1 0 0 0,-3 1 4 0 0,1 0 1 0 0,-1 0-1 0 0,1 0 0 0 0,-1 0 1 0 0,1 1-1 0 0,-1-1 1 0 0,1 0-1 0 0,-1 0 1 0 0,1 0-1 0 0,-1 0 1 0 0,1 0-1 0 0,-1 1 0 0 0,1-1 1 0 0,-1 0-1 0 0,0 1 1 0 0,1-1-1 0 0,-1 0 1 0 0,1 1-1 0 0,-1-1 1 0 0,0 0-1 0 0,1 1 1 0 0,-1-1-1 0 0,1 1 0 0 0,0 2 7 0 0,0 0 0 0 0,1 0 0 0 0,-1 0 0 0 0,-1 1 0 0 0,1-1-1 0 0,0 0 1 0 0,-1 0 0 0 0,1 7 0 0 0,0 15 561 0 0,-2-1 0 0 0,0 0 0 0 0,-10 49 0 0 0,-27 70 957 0 0,-5-13-743 0 0,-6-2 0 0 0,-106 197-1 0 0,129-277-566 0 0,-44 59-1 0 0,54-86 245 0 0,-1 0-1 0 0,-1-1 0 0 0,-1-1 1 0 0,-38 30-1 0 0,46-42-165 0 0,0 0-1 0 0,0-1 0 0 0,-1 0 0 0 0,0-1 0 0 0,0-1 0 0 0,0 1 1 0 0,0-2-1 0 0,-1 0 0 0 0,1-1 0 0 0,-1 0 0 0 0,0 0 1 0 0,-15-1-1 0 0,21-2-143 0 0,0 1 1 0 0,0-1-1 0 0,1 0 1 0 0,-1 0-1 0 0,0-1 1 0 0,1 0-1 0 0,-1 0 1 0 0,1-1-1 0 0,0 1 1 0 0,-11-8-1 0 0,13 7-106 0 0,0 0-1 0 0,0 0 0 0 0,0-1 0 0 0,0 0 1 0 0,1 0-1 0 0,0 0 0 0 0,-1 0 0 0 0,1 0 0 0 0,1-1 1 0 0,-1 1-1 0 0,1-1 0 0 0,0 0 0 0 0,0 1 0 0 0,0-1 1 0 0,-1-8-1 0 0,1 3-18 0 0,1 0 1 0 0,0 0-1 0 0,1 0 1 0 0,0-1-1 0 0,1 1 1 0 0,0 0-1 0 0,1 0 1 0 0,0 0-1 0 0,0 0 1 0 0,1 1-1 0 0,0-1 1 0 0,1 1-1 0 0,0-1 0 0 0,7-10 1 0 0,2-4-57 0 0,2 2-1 0 0,0 0 1 0 0,1 1 0 0 0,24-25-1 0 0,-1 9-131 0 0,1 1 0 0 0,1 2 0 0 0,3 2 0 0 0,0 2 0 0 0,69-35 0 0 0,254-96-5319 0 0,-267 120 2574 0 0,-46 20 172 0 0,-15 6-1818 0 0,-6 1-3356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44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291 565 1724 0 0,'0'0'1554'0'0,"-3"0"-332"0"0,1 0-1011 0 0,0 0 1 0 0,0 0-1 0 0,1 0 0 0 0,-1 0 0 0 0,0 0 0 0 0,0 0 0 0 0,1 1 0 0 0,-1-1 0 0 0,0 0 0 0 0,0 1 0 0 0,1 0 0 0 0,-1-1 0 0 0,1 1 0 0 0,-1 0 0 0 0,0 0 0 0 0,1 0 0 0 0,-1 0 0 0 0,1 0 0 0 0,0 0 0 0 0,-1 0 1 0 0,1 0-1 0 0,0 1 0 0 0,-2 1 0 0 0,1 1 7 0 0,-1 0 1 0 0,1 1 0 0 0,0-1 0 0 0,0 1-1 0 0,1-1 1 0 0,-1 1 0 0 0,0 6 0 0 0,1-9-161 0 0,1-1 0 0 0,0 1 0 0 0,0-1 1 0 0,0 1-1 0 0,0 0 0 0 0,0-1 0 0 0,0 1 1 0 0,0-1-1 0 0,1 1 0 0 0,-1 0 0 0 0,1-1 0 0 0,-1 1 1 0 0,1-1-1 0 0,-1 1 0 0 0,1-1 0 0 0,0 1 1 0 0,0-1-1 0 0,0 0 0 0 0,0 1 0 0 0,0-1 0 0 0,0 0 1 0 0,1 2-1 0 0,1-1 60 0 0,0 1-1 0 0,0-1 1 0 0,0 0 0 0 0,1 0 0 0 0,-1 0-1 0 0,7 3 1 0 0,-4-3-54 0 0,0-1-1 0 0,-1 0 0 0 0,1 0 0 0 0,0 0 1 0 0,0 0-1 0 0,-1-1 0 0 0,1 0 1 0 0,0-1-1 0 0,0 1 0 0 0,0-1 0 0 0,-1 0 1 0 0,1 0-1 0 0,8-4 0 0 0,-12 5-58 0 0,0-1 1 0 0,0 0-1 0 0,0 0 0 0 0,-1 0 0 0 0,1 0 0 0 0,0 0 0 0 0,0-1 1 0 0,-1 1-1 0 0,1 0 0 0 0,-1-1 0 0 0,1 0 0 0 0,-1 1 0 0 0,0-1 1 0 0,0 0-1 0 0,1 1 0 0 0,-1-1 0 0 0,0 0 0 0 0,-1 0 0 0 0,1 0 1 0 0,0 0-1 0 0,0 0 0 0 0,-1 0 0 0 0,1 0 0 0 0,-1 0 0 0 0,0 0 1 0 0,0 0-1 0 0,0 0 0 0 0,0 0 0 0 0,0-1 0 0 0,0 1 0 0 0,0 0 1 0 0,-1 0-1 0 0,1 0 0 0 0,-2-3 0 0 0,0-4-3 0 0,-1 0-1 0 0,0 0 1 0 0,0 1-1 0 0,-1-1 1 0 0,0 1-1 0 0,-7-10 1 0 0,8 12-11 0 0,-1 1 0 0 0,0-1-1 0 0,0 1 1 0 0,-1 0 0 0 0,0 0 0 0 0,1 1 0 0 0,-1 0 0 0 0,-1 0 0 0 0,-5-4 0 0 0,8 6 4 0 0,1 1 1 0 0,-1 0-1 0 0,0 0 0 0 0,0 0 1 0 0,0 1-1 0 0,1-1 0 0 0,-1 1 1 0 0,0-1-1 0 0,0 1 0 0 0,0 0 1 0 0,0 0-1 0 0,0 0 0 0 0,0 1 1 0 0,0-1-1 0 0,1 1 0 0 0,-1-1 1 0 0,0 1-1 0 0,0 0 0 0 0,1 0 1 0 0,-1 0-1 0 0,0 1 0 0 0,1-1 1 0 0,-4 3-1 0 0,-9 6-3 0 0,1 1 0 0 0,0 1 0 0 0,1 0-1 0 0,0 1 1 0 0,1 0 0 0 0,-15 21 0 0 0,-2 7 69 0 0,-24 47 0 0 0,49-81-41 0 0,-7 12-12 0 0,-13 31 0 0 0,23-46-6 0 0,-1 0-1 0 0,0 0 1 0 0,1 0-1 0 0,0 1 1 0 0,0-1-1 0 0,1 0 1 0 0,-1 1-1 0 0,1-1 1 0 0,0 0-1 0 0,0 1 1 0 0,0-1-1 0 0,0 1 1 0 0,1-1-1 0 0,1 6 1 0 0,-1-8 6 0 0,0-1 0 0 0,0 1 0 0 0,0 0-1 0 0,1-1 1 0 0,-1 1 0 0 0,0 0 0 0 0,1-1 0 0 0,-1 0 0 0 0,1 1-1 0 0,0-1 1 0 0,-1 0 0 0 0,1 0 0 0 0,0 0 0 0 0,0 0 0 0 0,0 0-1 0 0,0 0 1 0 0,0-1 0 0 0,0 1 0 0 0,0-1 0 0 0,0 1 0 0 0,0-1 0 0 0,0 0-1 0 0,0 1 1 0 0,4-1 0 0 0,6-1 12 0 0,1 1 1 0 0,-1-1-1 0 0,13-3 1 0 0,-10 1-10 0 0,14-2-17 0 0,1-1 1 0 0,-1-2 0 0 0,0-1-1 0 0,-1-2 1 0 0,0 0-1 0 0,-1-2 1 0 0,0-1 0 0 0,37-26-1 0 0,-34 19-7 0 0,-1-2-1 0 0,-2-1 1 0 0,0-1 0 0 0,-2-2-1 0 0,0 0 1 0 0,33-51 0 0 0,-35 42 21 0 0,-1-1 0 0 0,-2-1 0 0 0,-2-1 0 0 0,-1-1 0 0 0,-3 0 0 0 0,-1-1 0 0 0,-1-1 0 0 0,8-69 0 0 0,-14-14-54 0 0,-6 123-6 0 0,-2 4 40 0 0,1 1 0 0 0,-1 0 0 0 0,1 0 0 0 0,0-1 0 0 0,-1 1 0 0 0,1 0 0 0 0,-1 4 0 0 0,2-7 11 0 0,-174 531 934 0 0,138-413-718 0 0,33-104-186 0 0,1 0 0 0 0,0 0-1 0 0,0 0 1 0 0,2 0 0 0 0,0 0 0 0 0,3 23-1 0 0,-3-33-18 0 0,1 0-1 0 0,0 0 1 0 0,0-1 0 0 0,0 1-1 0 0,1 0 1 0 0,-1-1-1 0 0,1 1 1 0 0,0-1-1 0 0,0 1 1 0 0,0-1-1 0 0,1 0 1 0 0,-1 0-1 0 0,1 0 1 0 0,-1 0-1 0 0,1 0 1 0 0,5 3-1 0 0,-3-3 4 0 0,0 0-1 0 0,1 0 1 0 0,0 0-1 0 0,-1-1 1 0 0,1 0-1 0 0,0 0 1 0 0,0 0-1 0 0,0-1 1 0 0,10 1-1 0 0,2-1 4 0 0,-1-1 0 0 0,1 0 0 0 0,-1-1-1 0 0,1-2 1 0 0,-1 0 0 0 0,25-7 0 0 0,-24 4-16 0 0,0 0 1 0 0,-1-2 0 0 0,0 0-1 0 0,0-1 1 0 0,-1-1 0 0 0,0 0-1 0 0,0-1 1 0 0,-1-1 0 0 0,-1 0-1 0 0,26-29 1 0 0,-29 28-7 0 0,-1 0 0 0 0,0 0-1 0 0,-1-1 1 0 0,-1-1 0 0 0,0 1-1 0 0,-1-1 1 0 0,0-1 0 0 0,-1 1-1 0 0,-1-1 1 0 0,0 0 0 0 0,-2-1-1 0 0,4-28 1 0 0,-7 42-10 0 0,1 0 0 0 0,-1 0-1 0 0,0-1 1 0 0,-1 1 0 0 0,1 0-1 0 0,0 0 1 0 0,-1 0 0 0 0,0 0-1 0 0,0 0 1 0 0,-1-3 0 0 0,2 5 11 0 0,-1 1 0 0 0,1-1 0 0 0,0 1-1 0 0,-1-1 1 0 0,1 1 0 0 0,0 0 0 0 0,-1-1 0 0 0,1 1 0 0 0,-1-1 0 0 0,1 1 0 0 0,-1 0 0 0 0,1-1 0 0 0,-1 1 0 0 0,1 0-1 0 0,-1 0 1 0 0,1 0 0 0 0,-1-1 0 0 0,1 1 0 0 0,-1 0 0 0 0,1 0 0 0 0,-1 0 0 0 0,0 0 0 0 0,-1 0 1 0 0,1 0 1 0 0,-1 0 0 0 0,1 1-1 0 0,-1-1 1 0 0,1 1-1 0 0,0-1 1 0 0,-1 1 0 0 0,1-1-1 0 0,0 1 1 0 0,-1 0-1 0 0,1 0 1 0 0,-2 1-1 0 0,-9 8-1 0 0,0 1-1 0 0,1 0 1 0 0,0 1-1 0 0,1 0 1 0 0,1 1-1 0 0,-13 19 0 0 0,7-6 29 0 0,2 1 0 0 0,-17 43 0 0 0,27-63-14 0 0,1 0 0 0 0,0 1 0 0 0,0 0 0 0 0,0-1 0 0 0,1 1 0 0 0,0 0 0 0 0,1-1 0 0 0,0 14 0 0 0,1-17-1 0 0,-1-1-1 0 0,1 1 1 0 0,0-1-1 0 0,0 0 1 0 0,0 1-1 0 0,1-1 1 0 0,-1 0-1 0 0,1 0 1 0 0,0 0 0 0 0,0 0-1 0 0,0 0 1 0 0,0 0-1 0 0,0 0 1 0 0,0 0-1 0 0,1-1 1 0 0,0 0-1 0 0,-1 1 1 0 0,1-1-1 0 0,0 0 1 0 0,0 0 0 0 0,3 1-1 0 0,3 1 3 0 0,0 0 0 0 0,0-1-1 0 0,0 0 1 0 0,0-1 0 0 0,1 0 0 0 0,-1-1 0 0 0,1 0-1 0 0,-1 0 1 0 0,1-1 0 0 0,-1 0 0 0 0,1 0-1 0 0,-1-1 1 0 0,1-1 0 0 0,-1 0 0 0 0,0 0 0 0 0,1 0-1 0 0,-1-1 1 0 0,10-5 0 0 0,8-5-17 0 0,0 0 1 0 0,0-2-1 0 0,-2-1 1 0 0,35-28-1 0 0,-1-3-25 0 0,47-36-28 0 0,-90 71 25 0 0,1 2-1 0 0,0 0 1 0 0,1 1 0 0 0,28-10 0 0 0,-44 18 31 0 0,0 0 1 0 0,0 0 0 0 0,0 1 0 0 0,1-1-1 0 0,-1 1 1 0 0,0-1 0 0 0,1 1-1 0 0,-1 0 1 0 0,0 0 0 0 0,1 0-1 0 0,-1 0 1 0 0,0 0 0 0 0,1 1 0 0 0,-1-1-1 0 0,0 1 1 0 0,1-1 0 0 0,-1 1-1 0 0,0 0 1 0 0,0 0 0 0 0,0 0-1 0 0,0 0 1 0 0,0 0 0 0 0,0 1 0 0 0,0-1-1 0 0,0 1 1 0 0,0-1 0 0 0,-1 1-1 0 0,1-1 1 0 0,0 1 0 0 0,-1 0-1 0 0,0 0 1 0 0,3 3 0 0 0,-2 0 4 0 0,0 0 1 0 0,0 0-1 0 0,0 0 1 0 0,-1 0-1 0 0,1 1 1 0 0,-1-1-1 0 0,-1 0 1 0 0,1 1-1 0 0,-1-1 1 0 0,0 0-1 0 0,0 1 1 0 0,-1 9-1 0 0,-3 0 30 0 0,-1 0 0 0 0,0 0 0 0 0,-1 0 0 0 0,0-1 0 0 0,-1 0-1 0 0,-1 0 1 0 0,0-1 0 0 0,-1 0 0 0 0,-1 0 0 0 0,0-1 0 0 0,0 0-1 0 0,-21 17 1 0 0,29-27-20 0 0,0-1 1 0 0,0 1-1 0 0,0-1 0 0 0,0 1 0 0 0,0-1 1 0 0,0 0-1 0 0,0 0 0 0 0,0 0 0 0 0,-1 0 1 0 0,-2 0-1 0 0,4 0-8 0 0,0-1 1 0 0,0 0-1 0 0,0 0 1 0 0,0 0-1 0 0,0 0 1 0 0,0 0-1 0 0,0 0 1 0 0,0 0-1 0 0,1 0 1 0 0,-1-1-1 0 0,0 1 1 0 0,0 0-1 0 0,0-1 1 0 0,0 1-1 0 0,0 0 0 0 0,0-1 1 0 0,1 1-1 0 0,-1-1 1 0 0,-1 0-1 0 0,1-1-3 0 0,0 1 1 0 0,0-1-1 0 0,0 1 0 0 0,0-1 0 0 0,0 0 0 0 0,0 0 0 0 0,1 0 0 0 0,-1 1 0 0 0,1-1 1 0 0,-1 0-1 0 0,1 0 0 0 0,0 0 0 0 0,-1 0 0 0 0,1 0 0 0 0,0 0 0 0 0,0 0 0 0 0,1 0 0 0 0,-1 1 1 0 0,0-1-1 0 0,0 0 0 0 0,1 0 0 0 0,0 0 0 0 0,1-3 0 0 0,2-7-5 0 0,1 1-1 0 0,1 0 0 0 0,0 0 1 0 0,1 0-1 0 0,0 1 1 0 0,1 0-1 0 0,-1 0 1 0 0,2 1-1 0 0,0 0 1 0 0,0 0-1 0 0,12-8 0 0 0,3-1-26 0 0,2 1 0 0 0,0 1 0 0 0,40-17 0 0 0,-53 27 16 0 0,0 1 0 0 0,0 1 0 0 0,0 0-1 0 0,1 1 1 0 0,14-2 0 0 0,-22 4 11 0 0,1 0-1 0 0,-1 1 1 0 0,0 0-1 0 0,0 0 1 0 0,0 1 0 0 0,0-1-1 0 0,0 1 1 0 0,0 0 0 0 0,0 1-1 0 0,0 0 1 0 0,0 0 0 0 0,0 0-1 0 0,9 5 1 0 0,-13-5 7 0 0,1 0-1 0 0,-1 0 1 0 0,0 0 0 0 0,0 0-1 0 0,0 0 1 0 0,0 0 0 0 0,0 0 0 0 0,0 1-1 0 0,-1-1 1 0 0,1 1 0 0 0,-1-1 0 0 0,1 1-1 0 0,-1 0 1 0 0,0 0 0 0 0,0-1-1 0 0,1 7 1 0 0,-1-4 2 0 0,-1 1 0 0 0,0-1 0 0 0,0 1-1 0 0,0-1 1 0 0,0 1 0 0 0,-1-1 0 0 0,0 1-1 0 0,-3 8 1 0 0,-1 0 21 0 0,0 0 0 0 0,-2 0 0 0 0,1 0-1 0 0,-2-1 1 0 0,-15 22 0 0 0,6-18-23 0 0,14-17-50 0 0,8-12 23 0 0,9-9 3 0 0,0 2 0 0 0,1 0 0 0 0,1 0 0 0 0,1 1 0 0 0,26-21 0 0 0,-11 14-9 0 0,1 1 0 0 0,51-29 0 0 0,-74 47 23 0 0,-5 3 0 0 0,0 0 0 0 0,0 1 0 0 0,-1 0 0 0 0,1 0-1 0 0,1 0 1 0 0,-1 0 0 0 0,6 0 0 0 0,-7 0-3 0 0,-3 2 11 0 0,0-1 0 0 0,0 1 1 0 0,0-1-1 0 0,1 1 0 0 0,-1 0 0 0 0,0 0 0 0 0,0-1 0 0 0,0 1 0 0 0,0 0 0 0 0,1 0 0 0 0,-1 0 0 0 0,0 0 0 0 0,1 1 0 0 0,0-2 0 0 0,-1 1-1 0 0,0 0 0 0 0,0 0 1 0 0,1 0-1 0 0,-1 1 1 0 0,0-1-1 0 0,0 0 1 0 0,0 0-1 0 0,1 1 0 0 0,-1-1 1 0 0,0 0-1 0 0,0 1 1 0 0,0-1-1 0 0,0 1 0 0 0,0 0 1 0 0,0-1-1 0 0,0 1 1 0 0,0 0-1 0 0,0 0 1 0 0,0-1-1 0 0,0 1 0 0 0,0 0 1 0 0,-1 0-1 0 0,1 0 1 0 0,0 0-1 0 0,-1 0 1 0 0,1 0-1 0 0,0 0 0 0 0,-1 1 1 0 0,1-1-1 0 0,-1 0 1 0 0,0 0-1 0 0,1 0 1 0 0,-1 0-1 0 0,0 1 0 0 0,0-1 1 0 0,0 0-1 0 0,0 0 1 0 0,0 1-1 0 0,0-1 1 0 0,0 0-1 0 0,0 0 0 0 0,-1 2 1 0 0,-2 14 5 0 0,0-1 0 0 0,-2 1-1 0 0,0-1 1 0 0,-1 0 0 0 0,-14 28 0 0 0,10-22 30 0 0,0 1 0 0 0,-7 28 0 0 0,16-49-29 0 0,1 0 0 0 0,-1 1-1 0 0,1-1 1 0 0,0 0-1 0 0,-1 1 1 0 0,1-1-1 0 0,0 1 1 0 0,0-1-1 0 0,1 0 1 0 0,-1 1-1 0 0,0-1 1 0 0,1 0 0 0 0,0 1-1 0 0,-1-1 1 0 0,1 0-1 0 0,0 0 1 0 0,0 0-1 0 0,0 1 1 0 0,0-1-1 0 0,1 0 1 0 0,-1-1-1 0 0,1 1 1 0 0,-1 0 0 0 0,1 0-1 0 0,-1 0 1 0 0,4 1-1 0 0,-1 0-2 0 0,1-1 0 0 0,0 0 0 0 0,-1 0 1 0 0,1 0-1 0 0,0-1 0 0 0,0 0 0 0 0,0 0 0 0 0,0 0 0 0 0,0-1 0 0 0,0 1 0 0 0,0-1 0 0 0,0 0 0 0 0,0-1 0 0 0,0 1 0 0 0,0-1 0 0 0,8-2 0 0 0,-5 1-10 0 0,-1-1 0 0 0,1 0 0 0 0,-1 0-1 0 0,1 0 1 0 0,-1-1 0 0 0,0 0-1 0 0,-1 0 1 0 0,1-1 0 0 0,-1 0-1 0 0,1 0 1 0 0,9-12 0 0 0,1-2-9 0 0,-1-1 0 0 0,18-29 1 0 0,-14 15-31 0 0,23-52 1 0 0,-17 30 12 0 0,-25 55 25 0 0,0 0-1 0 0,0-1 1 0 0,-1 1 0 0 0,1 0 0 0 0,-1-1 0 0 0,1 1 0 0 0,-1-1 0 0 0,1 1-1 0 0,-1 0 1 0 0,0-1 0 0 0,0 1 0 0 0,0-1 0 0 0,0-2 0 0 0,0 4 6 0 0,0-1 0 0 0,0 1 0 0 0,-1 0 1 0 0,1 0-1 0 0,0-1 0 0 0,0 1 1 0 0,-1 0-1 0 0,1 0 0 0 0,0 0 0 0 0,-1-1 1 0 0,1 1-1 0 0,0 0 0 0 0,-1 0 1 0 0,1 0-1 0 0,0 0 0 0 0,-1 0 0 0 0,1 0 1 0 0,0 0-1 0 0,-1 0 0 0 0,1 0 1 0 0,0 0-1 0 0,-1 0 0 0 0,1 0 0 0 0,0 0 1 0 0,-1 0-1 0 0,1 0 0 0 0,0 0 1 0 0,-1 0-1 0 0,1 0 0 0 0,0 1 0 0 0,-1-1 1 0 0,1 0-1 0 0,0 0 0 0 0,-1 0 1 0 0,-4 3-3 0 0,0 0 0 0 0,0 0 0 0 0,0 0 0 0 0,1 0 0 0 0,-7 6 0 0 0,-20 20 31 0 0,-36 45 0 0 0,58-63-7 0 0,1 0 0 0 0,0 1 0 0 0,0 0-1 0 0,1 0 1 0 0,1 1 0 0 0,0 0 0 0 0,1 0 0 0 0,-4 14-1 0 0,9-24-9 0 0,-1 0-1 0 0,0 0 0 0 0,1 0 1 0 0,-1-1-1 0 0,1 1 0 0 0,0 0 0 0 0,0 0 1 0 0,0 0-1 0 0,1 0 0 0 0,-1 0 1 0 0,0-1-1 0 0,1 1 0 0 0,0 0 1 0 0,0 0-1 0 0,0-1 0 0 0,0 1 0 0 0,0 0 1 0 0,0-1-1 0 0,1 1 0 0 0,0-1 1 0 0,-1 0-1 0 0,1 1 0 0 0,0-1 0 0 0,0 0 1 0 0,0 0-1 0 0,0 0 0 0 0,0 0 1 0 0,0-1-1 0 0,1 1 0 0 0,-1 0 0 0 0,1-1 1 0 0,-1 0-1 0 0,1 0 0 0 0,0 0 1 0 0,-1 0-1 0 0,1 0 0 0 0,4 1 0 0 0,4 0 5 0 0,1 0-1 0 0,-1 0 1 0 0,1-1-1 0 0,-1 0 1 0 0,1-1-1 0 0,-1-1 1 0 0,1 0-1 0 0,12-2 1 0 0,26-10-30 0 0,89-33 0 0 0,5-2-18 0 0,-110 39 12 0 0,61-7 0 0 0,-79 14 13 0 0,0 2-1 0 0,0 0 1 0 0,1 0 0 0 0,-1 2-1 0 0,0 0 1 0 0,16 4-1 0 0,-26-4 10 0 0,0-1 0 0 0,-1 1-1 0 0,1 1 1 0 0,0-1 0 0 0,-1 1-1 0 0,0 0 1 0 0,0 0 0 0 0,0 0 0 0 0,0 1-1 0 0,6 5 1 0 0,-9-7 7 0 0,-1 0 1 0 0,1 0-1 0 0,0 0 0 0 0,-1 1 1 0 0,1-1-1 0 0,-1 0 0 0 0,1 1 1 0 0,-1-1-1 0 0,0 1 0 0 0,0 0 1 0 0,-1-1-1 0 0,1 1 0 0 0,0 0 1 0 0,-1 0-1 0 0,0-1 0 0 0,1 1 1 0 0,-1 0-1 0 0,0 0 0 0 0,-1-1 1 0 0,1 1-1 0 0,0 0 0 0 0,-1 0 1 0 0,-1 5-1 0 0,-2 0 15 0 0,0 0-1 0 0,0 0 1 0 0,-1 0 0 0 0,0-1 0 0 0,-1 0-1 0 0,0 0 1 0 0,0 0 0 0 0,0-1 0 0 0,-1 1-1 0 0,0-1 1 0 0,0-1 0 0 0,0 0 0 0 0,-10 6 0 0 0,15-10 12 0 0,-1-1-16 0 0,-11-2 121 0 0,13 1-137 0 0,1 1-1 0 0,0-1 1 0 0,-1 0-1 0 0,1 1 0 0 0,0-1 1 0 0,0 1-1 0 0,0-1 0 0 0,-1 0 1 0 0,1 1-1 0 0,0-1 1 0 0,0 0-1 0 0,0 1 0 0 0,0-1 1 0 0,0 0-1 0 0,0 1 1 0 0,0-1-1 0 0,0 0 0 0 0,0 1 1 0 0,0-1-1 0 0,1 1 0 0 0,-1-1 1 0 0,0 0-1 0 0,0 1 1 0 0,1-1-1 0 0,-1 1 0 0 0,0-1 1 0 0,1 0-1 0 0,-1 1 1 0 0,1-1-1 0 0,14-24-11 0 0,0 0 0 0 0,2 2 0 0 0,0 0 0 0 0,2 1 0 0 0,0 0 0 0 0,1 2 0 0 0,2 1 0 0 0,0 0 0 0 0,0 2 0 0 0,2 0 0 0 0,0 2 1 0 0,52-25-1 0 0,-69 36 3 0 0,1 0 1 0 0,21 0-24 0 0,-27 4 28 0 0,0-1 1 0 0,0 1-1 0 0,0 0 1 0 0,-1 0-1 0 0,1 0 1 0 0,0 0-1 0 0,0 0 0 0 0,-1 1 1 0 0,1-1-1 0 0,0 0 1 0 0,0 1-1 0 0,-1-1 1 0 0,1 1-1 0 0,0 0 1 0 0,-1-1-1 0 0,1 1 0 0 0,-1 0 1 0 0,1 0-1 0 0,-1 0 1 0 0,1 0-1 0 0,-1 0 1 0 0,2 3-1 0 0,-1-2 5 0 0,-2 0 0 0 0,1 0 1 0 0,0 0-1 0 0,0 0 0 0 0,-1 0 0 0 0,1 0 0 0 0,-1 0 1 0 0,1 1-1 0 0,-1-1 0 0 0,0 0 0 0 0,0 0 0 0 0,0 1 0 0 0,0-1 1 0 0,0 0-1 0 0,-1 3 0 0 0,-3 9 28 0 0,0-1 1 0 0,0 1-1 0 0,-1-1 0 0 0,-10 17 0 0 0,0-2 13 0 0,10-20-34 0 0,0 0-1 0 0,0 0 1 0 0,1 0 0 0 0,0 1 0 0 0,1-1-1 0 0,0 1 1 0 0,1 0 0 0 0,-1 0 0 0 0,0 10 0 0 0,3-17-7 0 0,0 0 1 0 0,0 1 0 0 0,1-1-1 0 0,-1 0 1 0 0,1 0-1 0 0,-1 0 1 0 0,1 0 0 0 0,0 0-1 0 0,0 0 1 0 0,0-1 0 0 0,0 1-1 0 0,0 0 1 0 0,0 0 0 0 0,0-1-1 0 0,0 1 1 0 0,3 2 0 0 0,-1-1-3 0 0,1 0 1 0 0,0 0 0 0 0,-1-1 0 0 0,1 1 0 0 0,0-1 0 0 0,0 0 0 0 0,6 2-1 0 0,3 0-53 0 0,1 0-1 0 0,0 0 1 0 0,26 2-1 0 0,-23-5-76 0 0,0-1 0 0 0,0 0 0 0 0,0-1 0 0 0,0-1 0 0 0,0 0 1 0 0,0-2-1 0 0,0 0 0 0 0,-1 0 0 0 0,0-2 0 0 0,0 0 0 0 0,0-1 0 0 0,-1 0 0 0 0,0-1 0 0 0,0-1 0 0 0,23-18 0 0 0,-14 7 50 0 0,-1-1 1 0 0,-1-1-1 0 0,-1-1 1 0 0,-1-1-1 0 0,-1 0 0 0 0,-1-2 1 0 0,26-49-1 0 0,69-192 511 0 0,-81 182 888 0 0,-22 63-1047 0 0,-10 22-267 0 0,0 0 1 0 0,0 0-1 0 0,0 0 1 0 0,0 0-1 0 0,0 0 1 0 0,0 0-1 0 0,0 0 1 0 0,0 0 0 0 0,0 0-1 0 0,0 0 1 0 0,0 0-1 0 0,0 0 1 0 0,0 0-1 0 0,0 0 1 0 0,0 0-1 0 0,0 0 1 0 0,1 0-1 0 0,-1 0 1 0 0,0 0-1 0 0,0 0 1 0 0,0 0 0 0 0,0 0-1 0 0,0 0 1 0 0,0 0-1 0 0,0 0 1 0 0,0 0-1 0 0,0 0 1 0 0,0 0-1 0 0,0 0 1 0 0,0 0-1 0 0,0 0 1 0 0,0 0-1 0 0,0 0 1 0 0,0 0-1 0 0,0 0 1 0 0,0 0 0 0 0,0 0-1 0 0,0 0 1 0 0,0 0-1 0 0,0 0 1 0 0,-3 14 366 0 0,-7 18 561 0 0,-2-1 0 0 0,-27 52 0 0 0,-42 56 492 0 0,28-52-906 0 0,18-29-277 0 0,12-22-113 0 0,2 1 1 0 0,2 1-1 0 0,-17 44 0 0 0,35-78-118 0 0,-1 0 0 0 0,1 0 0 0 0,0 0 0 0 0,1 0 0 0 0,-1 0 1 0 0,1 0-1 0 0,0 0 0 0 0,0 0 0 0 0,0 0 0 0 0,0 0 0 0 0,1 0 0 0 0,-1 1 0 0 0,1-1 0 0 0,0-1 0 0 0,0 1 0 0 0,1 0 0 0 0,2 5 1 0 0,-2-5-27 0 0,1 1 1 0 0,0-1-1 0 0,1 0 1 0 0,-1-1-1 0 0,1 1 1 0 0,-1 0-1 0 0,1-1 1 0 0,0 0-1 0 0,1 0 1 0 0,-1 0-1 0 0,0 0 1 0 0,7 2 0 0 0,0-1-451 0 0,0 1 0 0 0,0-2 0 0 0,0 0 0 0 0,1 0 0 0 0,-1-1 0 0 0,1 0 0 0 0,0-1 0 0 0,0 0 0 0 0,-1-1 0 0 0,1-1 0 0 0,16-2 0 0 0,-18 1-924 0 0,0-1 0 0 0,0 0 0 0 0,0-1 0 0 0,0 0 0 0 0,-1-1 0 0 0,15-9 0 0 0,-2 1-3525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45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164 124 416 0 0,'-160'-10'10518'0'0,"157"9"-9911"0"0,5 0-221 0 0,17-2-77 0 0,27-1-161 0 0,165 3 27 0 0,55-2-1496 0 0,-203 0 788 0 0,0-4 0 0 0,70-16-1 0 0,-109 17 617 0 0,-1-1 0 0 0,0-1 0 0 0,-1-1 1 0 0,34-18-1 0 0,-54 26 219 0 0,-3-1-113 0 0,2 2-180 0 0,-1-1 0 0 0,0 1 0 0 0,0 0 0 0 0,0 0 0 0 0,0-1 0 0 0,0 1 0 0 0,0 0 0 0 0,0-1 0 0 0,0 1 0 0 0,0 0 0 0 0,-1 0 0 0 0,1-1 0 0 0,0 1 0 0 0,0 0-1 0 0,0 0 1 0 0,0-1 0 0 0,0 1 0 0 0,0 0 0 0 0,0 0 0 0 0,-1-1 0 0 0,1 1 0 0 0,0 0 0 0 0,0 0 0 0 0,0 0 0 0 0,-1-1 0 0 0,1 1 0 0 0,0 0 0 0 0,0 0 0 0 0,-1 0 0 0 0,-12 4 216 0 0,0 1-1 0 0,1 1 1 0 0,0 0-1 0 0,0 1 1 0 0,0 0 0 0 0,0 0-1 0 0,1 2 1 0 0,-13 12-1 0 0,18-16-145 0 0,-1 1 0 0 0,1 0 0 0 0,1 1 0 0 0,-1 0-1 0 0,1 0 1 0 0,1 0 0 0 0,-1 0 0 0 0,1 1 0 0 0,0-1 0 0 0,1 1 0 0 0,0 0-1 0 0,0 0 1 0 0,0 1 0 0 0,-1 13 0 0 0,4-16 85 0 0,0 1 0 0 0,1-1-1 0 0,-1 1 1 0 0,1-1 0 0 0,1 0 0 0 0,-1 0 0 0 0,1 1 0 0 0,1-1 0 0 0,-1 0-1 0 0,5 8 1 0 0,4 5 575 0 0,21 29-1 0 0,-23-36-569 0 0,-8-11-97 0 0,1 1-1 0 0,-1 0 1 0 0,0-1-1 0 0,0 1 1 0 0,0 0-1 0 0,0 0 1 0 0,0 0-1 0 0,-1 0 1 0 0,1 0-1 0 0,-1 0 1 0 0,1 0-1 0 0,-1 0 1 0 0,1 0-1 0 0,-1 0 1 0 0,0 0-1 0 0,0 1 1 0 0,0-1-1 0 0,-1 0 0 0 0,1 0 1 0 0,-1 3-1 0 0,0-2 0 0 0,-1 0 0 0 0,1-1 0 0 0,0 1 0 0 0,-1-1 0 0 0,0 1 0 0 0,0-1 0 0 0,0 0 0 0 0,0 0 0 0 0,0 0 0 0 0,0 0 0 0 0,0 0 0 0 0,-6 3 0 0 0,-3 1 33 0 0,0 0-1 0 0,0-1 0 0 0,-1 0 1 0 0,0-1-1 0 0,-18 4 1 0 0,-2-1-245 0 0,0-2 1 0 0,0-1-1 0 0,-1-1 1 0 0,1-2 0 0 0,-1-2-1 0 0,0 0 1 0 0,1-3-1 0 0,-38-8 1 0 0,67 12-131 0 0,0-1-1 0 0,0 0 1 0 0,1 1-1 0 0,-1-2 1 0 0,0 1 0 0 0,1 0-1 0 0,-1 0 1 0 0,0-1-1 0 0,1 1 1 0 0,0-1-1 0 0,-1 0 1 0 0,1 0 0 0 0,0 0-1 0 0,0 0 1 0 0,-3-4-1 0 0,4 4-63 0 0,0 0-1 0 0,1 1 0 0 0,-1-1 1 0 0,0 0-1 0 0,1 1 1 0 0,-1-1-1 0 0,1 0 0 0 0,0 0 1 0 0,0 0-1 0 0,0 0 0 0 0,0 1 1 0 0,0-1-1 0 0,0 0 1 0 0,0 0-1 0 0,1 0 0 0 0,-1 1 1 0 0,0-1-1 0 0,1 0 0 0 0,0 0 1 0 0,-1 1-1 0 0,1-1 0 0 0,0 1 1 0 0,0-1-1 0 0,0 0 1 0 0,2-2-1 0 0,5-6-3438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46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169 569 2068 0 0,'8'-13'1958'0'0,"-1"-1"0"0"0,6-19 0 0 0,11-20 1726 0 0,-23 52-3624 0 0,-1 0 1 0 0,1 0-1 0 0,-1 0 1 0 0,1 1-1 0 0,-1-1 1 0 0,1 0-1 0 0,-1 0 1 0 0,0 0-1 0 0,1 0 0 0 0,-1 0 1 0 0,0 0-1 0 0,0 0 1 0 0,0 0-1 0 0,0 0 1 0 0,0 0-1 0 0,0 0 1 0 0,0 0-1 0 0,0 0 1 0 0,0 0-1 0 0,0 0 1 0 0,-1-1-1 0 0,1 1-40 0 0,-1 1-1 0 0,1 0 1 0 0,-1 0 0 0 0,0 0-1 0 0,1-1 1 0 0,-1 1-1 0 0,1 0 1 0 0,-1 0 0 0 0,0 0-1 0 0,1 0 1 0 0,-1 0-1 0 0,0 0 1 0 0,1 0 0 0 0,-1 0-1 0 0,1 0 1 0 0,-1 1-1 0 0,0-1 1 0 0,1 0 0 0 0,-1 0-1 0 0,1 0 1 0 0,-1 1 0 0 0,0-1-1 0 0,1 0 1 0 0,-1 1-1 0 0,1-1 1 0 0,-1 1 0 0 0,1-1-1 0 0,-1 0 1 0 0,1 1-1 0 0,0-1 1 0 0,-1 1 0 0 0,0 0-1 0 0,-27 25 179 0 0,1 0-1 0 0,1 2 0 0 0,2 1 1 0 0,1 0-1 0 0,-21 37 0 0 0,38-58-164 0 0,2 0 0 0 0,-1 1 0 0 0,1-1-1 0 0,1 1 1 0 0,-1 0 0 0 0,-2 14-1 0 0,6-21-24 0 0,-1 0-1 0 0,1 0 0 0 0,-1 0 0 0 0,1-1 1 0 0,0 1-1 0 0,0 0 0 0 0,0 0 0 0 0,0 0 0 0 0,0 0 1 0 0,1 0-1 0 0,-1 0 0 0 0,0 0 0 0 0,1-1 1 0 0,0 1-1 0 0,-1 0 0 0 0,1 0 0 0 0,0-1 0 0 0,0 1 1 0 0,0 0-1 0 0,0-1 0 0 0,0 1 0 0 0,0-1 1 0 0,0 1-1 0 0,1-1 0 0 0,-1 1 0 0 0,0-1 0 0 0,1 0 1 0 0,-1 0-1 0 0,1 0 0 0 0,0 0 0 0 0,-1 0 1 0 0,1 0-1 0 0,0 0 0 0 0,-1 0 0 0 0,1-1 1 0 0,0 1-1 0 0,0-1 0 0 0,0 1 0 0 0,3-1 0 0 0,11 2 10 0 0,1 0 0 0 0,0-2 0 0 0,-1 0 0 0 0,1-1 0 0 0,-1 0 0 0 0,1-2-1 0 0,-1 0 1 0 0,23-7 0 0 0,-25 6-11 0 0,-1-1-1 0 0,0 0 1 0 0,0-1 0 0 0,0-1-1 0 0,-1 0 1 0 0,0 0 0 0 0,0-1-1 0 0,-1-1 1 0 0,0 0 0 0 0,11-13-1 0 0,-15 13-5 0 0,0 0-1 0 0,-1 0 0 0 0,-1 0 0 0 0,1-1 0 0 0,-2 0 0 0 0,1 0 0 0 0,-1 0 1 0 0,-1-1-1 0 0,0 1 0 0 0,0-1 0 0 0,-1 0 0 0 0,-1 0 0 0 0,0 0 0 0 0,0 0 1 0 0,-1 0-1 0 0,0 0 0 0 0,-1 0 0 0 0,0 0 0 0 0,-1 0 0 0 0,-3-11 0 0 0,4 20-2 0 0,1 0 0 0 0,-1 0-1 0 0,0 0 1 0 0,1 0-1 0 0,-1 0 1 0 0,0 0-1 0 0,0 1 1 0 0,0-1-1 0 0,0 0 1 0 0,0 1-1 0 0,-1-1 1 0 0,1 0 0 0 0,-1 1-1 0 0,1 0 1 0 0,-1-1-1 0 0,1 1 1 0 0,-1 0-1 0 0,1 0 1 0 0,-1 0-1 0 0,0 0 1 0 0,0 0 0 0 0,-2-1-1 0 0,-20 0-46 0 0,16 6 48 0 0,4-2-3 0 0,-1 1-2 0 0,-1 0-1 0 0,1 0 1 0 0,-1 0 0 0 0,1 1-1 0 0,0-1 1 0 0,0 1-1 0 0,0 1 1 0 0,1-1-1 0 0,-6 7 1 0 0,8-8 6 0 0,-1 1 1 0 0,0-1 0 0 0,1 1-1 0 0,0 0 1 0 0,0 0 0 0 0,0 0-1 0 0,0 0 1 0 0,0 0 0 0 0,1 0-1 0 0,0 1 1 0 0,0-1 0 0 0,0 0-1 0 0,0 6 1 0 0,1-9 1 0 0,1 1 1 0 0,-1 0-1 0 0,0-1 0 0 0,1 1 0 0 0,-1 0 1 0 0,1-1-1 0 0,0 1 0 0 0,-1-1 0 0 0,1 1 1 0 0,0-1-1 0 0,0 1 0 0 0,0-1 0 0 0,0 0 1 0 0,0 1-1 0 0,1-1 0 0 0,-1 0 0 0 0,0 0 1 0 0,0 0-1 0 0,1 0 0 0 0,-1 0 0 0 0,1 0 1 0 0,-1 0-1 0 0,1 0 0 0 0,-1-1 0 0 0,1 1 1 0 0,-1-1-1 0 0,1 1 0 0 0,0-1 0 0 0,2 1 1 0 0,5 1 1 0 0,1 0 1 0 0,0-1 0 0 0,14 1 0 0 0,-22-2-6 0 0,43-1 8 0 0,0-1 0 0 0,0-2-1 0 0,0-3 1 0 0,-1-1-1 0 0,0-2 1 0 0,0-2-1 0 0,-2-2 1 0 0,76-35-1 0 0,-95 36 2 0 0,0 0-1 0 0,-1-2 1 0 0,-1 0-1 0 0,-1-1 1 0 0,0-2-1 0 0,-1 0 1 0 0,27-33-1 0 0,-9 3 36 0 0,-2-2 0 0 0,31-62 0 0 0,-25 40-60 0 0,-35 65-39 0 0,-4 12-9 0 0,-3 15 17 0 0,-55 287 2105 0 0,-101 306 0 0 0,94-409-1850 0 0,-8-3-1 0 0,-113 220 1 0 0,169-391-169 0 0,-26 57 1165 0 0,40-86-1086 0 0,4-2-87 0 0,0 0 0 0 0,-1 0-1 0 0,1-1 1 0 0,0 1 0 0 0,-1-1-1 0 0,0 0 1 0 0,1 1 0 0 0,-1-1-1 0 0,0 0 1 0 0,0 0 0 0 0,0-1-1 0 0,3-3 1 0 0,1 0 6 0 0,11-12 29 0 0,19-16 9 0 0,-2-3 0 0 0,39-53 0 0 0,-65 79-72 0 0,-1 0 0 0 0,0-1 0 0 0,0 0 0 0 0,-1 0 0 0 0,-1 0 0 0 0,0-1 0 0 0,-1 0 0 0 0,0 0 0 0 0,-1 0 1 0 0,-1-1-1 0 0,0 1 0 0 0,0-1 0 0 0,-1-21 0 0 0,-3 25-15 0 0,0 0 1 0 0,0 1-1 0 0,-1-1 0 0 0,0 0 1 0 0,-1 1-1 0 0,0-1 1 0 0,0 1-1 0 0,-1 0 1 0 0,0 1-1 0 0,-1-1 0 0 0,0 1 1 0 0,0 0-1 0 0,-1 0 1 0 0,0 1-1 0 0,-9-8 1 0 0,-14-10-36 0 0,-1 0 1 0 0,-50-29 0 0 0,75 50 44 0 0,-55-30-51 0 0,43 24-118 0 0,-1 0-1 0 0,1-1 0 0 0,1-1 1 0 0,0 0-1 0 0,-30-29 1 0 0,46 39 90 0 0,0 1 0 0 0,0-1 0 0 0,-1 0 1 0 0,1 0-1 0 0,0 0 0 0 0,1 1 0 0 0,-1-1 1 0 0,0 0-1 0 0,0 0 0 0 0,1 0 0 0 0,-1 0 1 0 0,1 0-1 0 0,0-1 0 0 0,-1 1 1 0 0,1 0-1 0 0,0 0 0 0 0,0 0 0 0 0,1 0 1 0 0,-1 0-1 0 0,0 0 0 0 0,1 0 0 0 0,-1 0 1 0 0,1 0-1 0 0,-1 0 0 0 0,1 0 0 0 0,0 0 1 0 0,0 0-1 0 0,0 0 0 0 0,0 0 1 0 0,0 1-1 0 0,1-1 0 0 0,-1 0 0 0 0,2-1 1 0 0,4-5-344 0 0,1 1 1 0 0,0-1 0 0 0,0 1 0 0 0,19-11 0 0 0,5-2-721 0 0,1 2-1 0 0,52-21 1 0 0,76-19-3100 0 0,-121 44 2602 0 0,41-13-2387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47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301 156 1384 0 0,'44'-54'5764'0'0,"-33"40"-4689"0"0,0-1 1 0 0,-1 0-1 0 0,11-26 0 0 0,-20 41-1051 0 0,-1-1 0 0 0,0 1 0 0 0,1-1 0 0 0,-1 0 0 0 0,0 1 0 0 0,0-1 0 0 0,1 0 0 0 0,-1 1 0 0 0,0-1 0 0 0,0 0 0 0 0,0 1-1 0 0,0-1 1 0 0,0 0 0 0 0,0 1 0 0 0,0-1 0 0 0,0 0 0 0 0,0 1 0 0 0,0-1 0 0 0,0 0 0 0 0,-1 0 0 0 0,1 1-7 0 0,-1-1-1 0 0,1 1 1 0 0,0 0-1 0 0,-1 0 1 0 0,1-1-1 0 0,0 1 1 0 0,-1 0 0 0 0,1 0-1 0 0,0 0 1 0 0,-1-1-1 0 0,1 1 1 0 0,-1 0-1 0 0,1 0 1 0 0,-1 0 0 0 0,1 0-1 0 0,0 0 1 0 0,-1 0-1 0 0,1 0 1 0 0,-1 0-1 0 0,1 0 1 0 0,0 0 0 0 0,-2 0-1 0 0,-21 10 251 0 0,-4 8-37 0 0,1 2 0 0 0,1 1 0 0 0,1 0 0 0 0,-25 31 1 0 0,22-25-94 0 0,-4 5 52 0 0,0 2 0 0 0,2 0 0 0 0,-44 70 1 0 0,69-98-178 0 0,1 1 0 0 0,0 0 0 0 0,0 0-1 0 0,0 0 1 0 0,1 1 0 0 0,0-1 0 0 0,-2 11 0 0 0,4-16-7 0 0,0 0 0 0 0,0 0 0 0 0,0 1-1 0 0,0-1 1 0 0,0 0 0 0 0,0 0 0 0 0,1 1-1 0 0,-1-1 1 0 0,1 0 0 0 0,-1 0 0 0 0,1 0-1 0 0,0 1 1 0 0,0-1 0 0 0,0 0 0 0 0,0 0-1 0 0,0 0 1 0 0,0 0 0 0 0,1-1 0 0 0,-1 1-1 0 0,1 0 1 0 0,-1-1 0 0 0,1 1 0 0 0,0 0-1 0 0,-1-1 1 0 0,1 0 0 0 0,0 1 0 0 0,0-1-1 0 0,3 1 1 0 0,4 2 7 0 0,1-1-1 0 0,0-1 1 0 0,-1 1 0 0 0,1-2 0 0 0,0 1-1 0 0,0-1 1 0 0,0-1 0 0 0,0 0-1 0 0,0 0 1 0 0,1-1 0 0 0,-1 0-1 0 0,-1-1 1 0 0,18-5 0 0 0,-1 0 18 0 0,-2-2-1 0 0,1-1 1 0 0,-1-1 0 0 0,24-15 0 0 0,-15 6-41 0 0,-1-2 0 0 0,-1-2 0 0 0,33-32 0 0 0,75-89-40 0 0,-137 143 50 0 0,32-32-102 0 0,-33 44 80 0 0,-2 3 11 0 0,-3-1 34 0 0,0 1 1 0 0,0-1-1 0 0,2 0 1 0 0,-1 1-1 0 0,1 0 1 0 0,0 22-1 0 0,3-30-68 0 0,-1 0 0 0 0,1 1 1 0 0,0-1-1 0 0,0 0 0 0 0,0 0 0 0 0,1 0 0 0 0,-1 0 1 0 0,1-1-1 0 0,0 1 0 0 0,1 0 0 0 0,-1-1 0 0 0,1 0 1 0 0,0 1-1 0 0,0-1 0 0 0,1 0 0 0 0,-1 0 0 0 0,1-1 1 0 0,-1 1-1 0 0,7 3 0 0 0,4 2-790 0 0,1 0 1 0 0,-1-2 0 0 0,2 0-1 0 0,-1 0 1 0 0,1-2-1 0 0,0 0 1 0 0,0 0-1 0 0,0-2 1 0 0,27 3-1 0 0,-9-1-2603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48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415 677 328 0 0,'1'-2'1445'0'0,"12"-21"1737"0"0,-2 6-1554 0 0,-1 0-1 0 0,11-29 1 0 0,-19 42-1509 0 0,0 0 0 0 0,-1 0 1 0 0,0-1-1 0 0,1 1 0 0 0,-2-1 0 0 0,1 1 0 0 0,-1-1 0 0 0,1 1 0 0 0,-1-1 0 0 0,0 1 0 0 0,-1-1 1 0 0,1 1-1 0 0,-1-1 0 0 0,0 1 0 0 0,0 0 0 0 0,-3-9 0 0 0,3 11-103 0 0,-1 1 0 0 0,1-1 0 0 0,0 0 0 0 0,0 1 0 0 0,-1-1 0 0 0,1 1 0 0 0,-1-1 0 0 0,0 1 0 0 0,1 0 0 0 0,-1 0 0 0 0,0 0 0 0 0,0 0 0 0 0,0 0 0 0 0,1 0 0 0 0,-1 0 0 0 0,0 0 0 0 0,0 1 0 0 0,0-1 0 0 0,-1 1 0 0 0,1 0 0 0 0,0-1 0 0 0,0 1 0 0 0,0 0 0 0 0,0 0 0 0 0,0 0 0 0 0,0 1-1 0 0,0-1 1 0 0,0 0 0 0 0,0 1 0 0 0,-3 0 0 0 0,-6 2 27 0 0,0 1 0 0 0,0 0-1 0 0,0 0 1 0 0,-11 7-1 0 0,-15 11 135 0 0,0 1 0 0 0,2 2 1 0 0,1 1-1 0 0,1 1 0 0 0,1 2 0 0 0,-54 65 0 0 0,76-82-149 0 0,1 0 0 0 0,-10 17-1 0 0,17-25-17 0 0,0-1 0 0 0,0 1 0 0 0,0 0 0 0 0,1-1-1 0 0,0 1 1 0 0,-1 0 0 0 0,1 0 0 0 0,0 0 0 0 0,1 0-1 0 0,-1 0 1 0 0,1 0 0 0 0,0 0 0 0 0,0 0-1 0 0,0 4 1 0 0,1-6-3 0 0,-1 0 0 0 0,1 0-1 0 0,0-1 1 0 0,0 1-1 0 0,0 0 1 0 0,0 0 0 0 0,0-1-1 0 0,0 1 1 0 0,0-1 0 0 0,0 1-1 0 0,0-1 1 0 0,1 1-1 0 0,-1-1 1 0 0,1 0 0 0 0,-1 0-1 0 0,1 0 1 0 0,1 2-1 0 0,1-1 5 0 0,0 0 0 0 0,1-1-1 0 0,-1 1 1 0 0,0-1-1 0 0,1 1 1 0 0,8 0-1 0 0,0-1 4 0 0,-1 0-1 0 0,1-1 0 0 0,-1-1 0 0 0,20-2 0 0 0,-9-2-28 0 0,0 0 0 0 0,0-1 0 0 0,0-1 0 0 0,-1-1 0 0 0,0-1 0 0 0,0-1 0 0 0,-1-1 0 0 0,0-1 0 0 0,-1-1 0 0 0,-1 0 0 0 0,0-2-1 0 0,-1 0 1 0 0,0-1 0 0 0,-2-1 0 0 0,21-25 0 0 0,-5 0-181 0 0,-3-2-1 0 0,-1-1 1 0 0,27-59-1 0 0,50-151-78 0 0,-86 201 339 0 0,18-85-1 0 0,-37 138-71 0 0,0 0 10 0 0,0 1 0 0 0,0 0 0 0 0,0 0 0 0 0,1 0 0 0 0,-1 0 0 0 0,0 0 1 0 0,0 0-1 0 0,0 0 0 0 0,0-1 0 0 0,0 1 0 0 0,0 0 0 0 0,0 0 0 0 0,0 0 0 0 0,0 0 0 0 0,0 0 0 0 0,0 0 0 0 0,0-1 0 0 0,0 1 0 0 0,0 0 0 0 0,0 0 0 0 0,0 0 0 0 0,0 0 0 0 0,0 0 0 0 0,0 0 0 0 0,0 0 0 0 0,0-1 0 0 0,-1 1 0 0 0,1 0 1 0 0,0 0-1 0 0,0 0 0 0 0,0 0 0 0 0,0 0 0 0 0,0 0 0 0 0,0 0 0 0 0,0 0 0 0 0,0-1 0 0 0,0 1 0 0 0,0 0 0 0 0,-1 0 0 0 0,1 0 0 0 0,0 0 0 0 0,0 0 0 0 0,0 0 0 0 0,0 0 0 0 0,0 0 0 0 0,0 0 0 0 0,0 0 0 0 0,-1 0 0 0 0,1 0 0 0 0,0 0 1 0 0,0 0-1 0 0,0 0 0 0 0,0 0 0 0 0,0 0 0 0 0,0 0 0 0 0,-1 0 0 0 0,1 0 0 0 0,0 0 0 0 0,0 0 0 0 0,0 0 0 0 0,0 0 0 0 0,0 0 0 0 0,0 0 0 0 0,0 0 0 0 0,-1 0 0 0 0,1 1 0 0 0,0-1 0 0 0,0 0 0 0 0,-10 12 141 0 0,-8 20 191 0 0,-34 73 298 0 0,4 3 1 0 0,-40 136 0 0 0,83-226-591 0 0,1 0 1 0 0,0 1 0 0 0,1-1-1 0 0,1 1 1 0 0,1-1 0 0 0,1 1 0 0 0,0 0-1 0 0,4 22 1 0 0,-3-35-32 0 0,0 0-1 0 0,1 1 1 0 0,-1-1 0 0 0,2 0 0 0 0,-1 0-1 0 0,0 0 1 0 0,1 0 0 0 0,0 0 0 0 0,1-1 0 0 0,-1 1-1 0 0,1-1 1 0 0,0 0 0 0 0,0 0 0 0 0,1-1-1 0 0,-1 1 1 0 0,1-1 0 0 0,0 0 0 0 0,1 0-1 0 0,-1 0 1 0 0,0-1 0 0 0,1 0 0 0 0,0 0-1 0 0,0 0 1 0 0,0-1 0 0 0,0 0 0 0 0,12 3-1 0 0,-8-3-113 0 0,1 0-1 0 0,-1-1 1 0 0,0 0-1 0 0,1-1 1 0 0,-1 0-1 0 0,1-1 1 0 0,-1 0-1 0 0,0-1 1 0 0,0 0-1 0 0,17-5 1 0 0,-14 2-71 0 0,0-1 0 0 0,0 0 0 0 0,0-1 0 0 0,-1-1 0 0 0,0 0 0 0 0,21-17 0 0 0,-4-4-39 0 0,-1-1 1 0 0,-2-1 0 0 0,-1-2-1 0 0,29-48 1 0 0,-33 45 375 0 0,-20 31 273 0 0,-14 23 165 0 0,10-14-493 0 0,-16 24 531 0 0,-24 50 0 0 0,39-71-597 0 0,0 1 0 0 0,1-1 0 0 0,1 1 1 0 0,-1 0-1 0 0,1 0 0 0 0,0 0 0 0 0,1 1 0 0 0,0-1 0 0 0,0 0 0 0 0,1 0 1 0 0,0 1-1 0 0,2 11 0 0 0,-1-17-26 0 0,0 1 0 0 0,0-1 1 0 0,0 0-1 0 0,1 1 0 0 0,-1-1 1 0 0,1 0-1 0 0,0 0 0 0 0,0 0 0 0 0,0 0 1 0 0,0 0-1 0 0,0-1 0 0 0,1 1 1 0 0,-1-1-1 0 0,6 5 0 0 0,-3-4-46 0 0,0 0 0 0 0,0 0 0 0 0,1 0 0 0 0,-1 0 0 0 0,1-1 0 0 0,0 0-1 0 0,0 0 1 0 0,6 1 0 0 0,-2-2-539 0 0,0 0-1 0 0,-1 0 0 0 0,1 0 1 0 0,-1-1-1 0 0,1-1 0 0 0,0 1 1 0 0,-1-2-1 0 0,1 1 1 0 0,-1-1-1 0 0,17-6 0 0 0,-9-1-2559 0 0,0-2-1068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48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124 114 1952 0 0,'-122'-112'8672'0'0,"121"110"-8288"0"0,23 16-2067 0 0,8 6-2863 0 0,-18-15 2171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49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486 59 1820 0 0,'29'-52'10220'0'0,"-29"50"-9756"0"0,6-1 223 0 0,-6 3-659 0 0,0 0 0 0 0,1 0 1 0 0,-1 0-1 0 0,0 0 0 0 0,0-1 0 0 0,1 1 1 0 0,-1 0-1 0 0,0 0 0 0 0,0 0 0 0 0,0 0 1 0 0,1 0-1 0 0,-1 0 0 0 0,0 0 1 0 0,0 0-1 0 0,1 0 0 0 0,-1 0 0 0 0,0 0 1 0 0,0 0-1 0 0,1 0 0 0 0,-1 0 0 0 0,0 0 1 0 0,0 0-1 0 0,1 0 0 0 0,-1 0 0 0 0,0 0 1 0 0,0 0-1 0 0,1 0 0 0 0,-1 0 0 0 0,0 0 1 0 0,0 0-1 0 0,1 0 0 0 0,-1 1 1 0 0,0-1-1 0 0,0 0 0 0 0,0 0 0 0 0,1 0 1 0 0,-1 0-1 0 0,0 1 0 0 0,0-1 0 0 0,0 0 1 0 0,0 0-1 0 0,1 0 0 0 0,-1 1 0 0 0,0-1 1 0 0,0 0-1 0 0,0 0 0 0 0,0 1 0 0 0,0-1 1 0 0,0 0-1 0 0,3 4 218 0 0,-1 1-1 0 0,0-1 1 0 0,1 0-1 0 0,-2 1 1 0 0,1-1 0 0 0,-1 1-1 0 0,1-1 1 0 0,-1 1-1 0 0,0 0 1 0 0,0 6 0 0 0,0 49 1283 0 0,-1-57-1412 0 0,-4 49 696 0 0,-2-1-1 0 0,-2 1 1 0 0,-2-2-1 0 0,-34 98 0 0 0,-97 189 594 0 0,52-139-816 0 0,66-141-436 0 0,-110 279 192 0 0,108-261-240 0 0,4 2-1 0 0,-19 121 1 0 0,34-127 153 0 0,6-66-222 0 0,0 1 0 0 0,0-1 0 0 0,1 1-1 0 0,0-1 1 0 0,0 0 0 0 0,0 1-1 0 0,1-1 1 0 0,0 0 0 0 0,0 0 0 0 0,4 9-1 0 0,-4-12-24 0 0,-1 0 0 0 0,1 0 0 0 0,0-1 0 0 0,0 1 0 0 0,-1-1-1 0 0,1 1 1 0 0,0-1 0 0 0,0 0 0 0 0,0 1 0 0 0,0-1 0 0 0,1 0-1 0 0,-1 0 1 0 0,0-1 0 0 0,0 1 0 0 0,1 0 0 0 0,-1-1 0 0 0,0 1-1 0 0,1-1 1 0 0,-1 0 0 0 0,1 0 0 0 0,-1 0 0 0 0,0 0-1 0 0,1 0 1 0 0,-1-1 0 0 0,4 0 0 0 0,3-1 5 0 0,0 0-1 0 0,-1-1 1 0 0,1 0 0 0 0,0 0 0 0 0,10-7-1 0 0,1-2-53 0 0,-1 0-1 0 0,0-1 0 0 0,-1-1 1 0 0,-1-1-1 0 0,0 0 0 0 0,-1-1 1 0 0,-1-1-1 0 0,0-1 0 0 0,-2 0 0 0 0,0 0 1 0 0,-1-2-1 0 0,0 1 0 0 0,10-28 1 0 0,-15 30-71 0 0,0 0 1 0 0,-1-1 0 0 0,-1 0 0 0 0,-1 0 0 0 0,-1-1 0 0 0,0 1 0 0 0,-1-1 0 0 0,-1 0 0 0 0,-1 1-1 0 0,-1-1 1 0 0,0 0 0 0 0,-2 1 0 0 0,0-1 0 0 0,-1 1 0 0 0,0 0 0 0 0,-11-25 0 0 0,5 20 14 0 0,-2 1 1 0 0,0 0 0 0 0,-1 1 0 0 0,-1 0 0 0 0,-2 1-1 0 0,-20-22 1 0 0,-9-2-198 0 0,-64-48-1 0 0,101 85 201 0 0,2 3-81 0 0,1 0 1 0 0,0 0-1 0 0,0-1 0 0 0,0 0 0 0 0,1 1 1 0 0,-5-7-1 0 0,9 10 149 0 0,0 1 0 0 0,0-1-1 0 0,0 1 1 0 0,0-1 0 0 0,0 1 0 0 0,0-1-1 0 0,0 1 1 0 0,0-1 0 0 0,0 1 0 0 0,0-1-1 0 0,0 1 1 0 0,0-1 0 0 0,0 1 0 0 0,0-1-1 0 0,0 1 1 0 0,0-1 0 0 0,1 1 0 0 0,-1-1-1 0 0,0 1 1 0 0,0-1 0 0 0,1 1 0 0 0,-1 0-1 0 0,0-1 1 0 0,0 1 0 0 0,1-1 0 0 0,-1 1-1 0 0,1 0 1 0 0,0-1 0 0 0,11-8-435 0 0,37-10-944 0 0,0 2 1 0 0,1 3-1 0 0,60-11 1 0 0,21-5-1164 0 0,-84 17 1659 0 0,0-2 0 0 0,-1-2 0 0 0,0-2 0 0 0,50-29 0 0 0,-77 37 797 0 0,0-1 0 0 0,-1-1 0 0 0,-1-1 0 0 0,0 0 0 0 0,-1-1 0 0 0,-1-1 0 0 0,0-1 0 0 0,-1 0 0 0 0,0 0 0 0 0,-2-2 0 0 0,18-33 0 0 0,-13 10 814 0 0,-2 0-1 0 0,-1-2 1 0 0,-3 1 0 0 0,11-79 0 0 0,-11 61 457 0 0,-11 59-1003 0 0,1 3-129 0 0,-1-1 0 0 0,1 0 1 0 0,-1 1-1 0 0,0-1 0 0 0,1 1 0 0 0,-1-1 0 0 0,1 1 1 0 0,-1-1-1 0 0,0 1 0 0 0,1-1 0 0 0,-1 1 0 0 0,0-1 1 0 0,0 1-1 0 0,1-1 0 0 0,-1 1 0 0 0,0-1 0 0 0,0 1 1 0 0,0-1-1 0 0,0 1 0 0 0,0 0 0 0 0,0-1 0 0 0,0 1 1 0 0,0-1-1 0 0,0 1 0 0 0,0 0 0 0 0,0 0 0 0 0,-1 18 455 0 0,-15 132 1536 0 0,-7-1-1 0 0,-42 150 1 0 0,-170 370-630 0 0,197-570-1331 0 0,-42 135 319 0 0,79-233-274 0 0,0 0-1 0 0,0 0 1 0 0,0 1-1 0 0,0-1 0 0 0,1 0 1 0 0,-1 1-1 0 0,1-1 1 0 0,0 0-1 0 0,0 1 0 0 0,0-1 1 0 0,0 1-1 0 0,0-1 1 0 0,0 0-1 0 0,0 1 1 0 0,1-1-1 0 0,1 5 0 0 0,-1-6-79 0 0,0-1-1 0 0,-1 1 0 0 0,1-1 1 0 0,0 0-1 0 0,0 1 0 0 0,0-1 1 0 0,0 0-1 0 0,0 0 0 0 0,-1 1 1 0 0,1-1-1 0 0,0 0 0 0 0,0 0 1 0 0,0 0-1 0 0,0 0 0 0 0,0 0 1 0 0,0 0-1 0 0,0 0 0 0 0,0-1 0 0 0,0 1 1 0 0,0 0-1 0 0,-1 0 0 0 0,1-1 1 0 0,0 1-1 0 0,0-1 0 0 0,1 0 1 0 0,24-11 158 0 0,-25 11-180 0 0,16-10 53 0 0,0 0 0 0 0,0-2 0 0 0,-2 0 1 0 0,1 0-1 0 0,17-22 0 0 0,63-84 130 0 0,-77 94-201 0 0,-1-1 0 0 0,-1-1 0 0 0,-2-1 0 0 0,0 0 1 0 0,-2-1-1 0 0,14-44 0 0 0,-24 60-12 0 0,0-1 1 0 0,0 1-1 0 0,-2-1 1 0 0,0 0-1 0 0,0 0 1 0 0,-1 0-1 0 0,-3-18 1 0 0,2 21 0 0 0,-2 1 0 0 0,1 0-1 0 0,-1-1 1 0 0,-1 1 0 0 0,0 1 0 0 0,0-1 0 0 0,-1 0 0 0 0,-1 1-1 0 0,1 0 1 0 0,-12-13 0 0 0,2 4-6 0 0,-2 1 0 0 0,0 1 0 0 0,0 1 0 0 0,-2 1 0 0 0,-35-23 0 0 0,-108-45-144 0 0,75 41-107 0 0,85 40 220 0 0,0 0-1 0 0,1 1 1 0 0,-1-1-1 0 0,0-1 0 0 0,0 1 1 0 0,0 0-1 0 0,1 0 1 0 0,-1-1-1 0 0,1 1 0 0 0,-1-1 1 0 0,1 1-1 0 0,-1-1 1 0 0,1 0-1 0 0,-1-1 0 0 0,2 2 26 0 0,-1 1-1 0 0,1-1 0 0 0,0 1 0 0 0,0-1 0 0 0,0 1 0 0 0,0-1 0 0 0,0 1 0 0 0,0-1 0 0 0,0 1 0 0 0,0-1 1 0 0,1 1-1 0 0,-1-1 0 0 0,0 1 0 0 0,0-1 0 0 0,0 1 0 0 0,0-1 0 0 0,1 1 0 0 0,-1-1 0 0 0,0 1 0 0 0,0 0 1 0 0,1-1-1 0 0,0 0 0 0 0,17-11-717 0 0,31-5-2112 0 0,2 2 0 0 0,90-16 1 0 0,-50 13-2155 0 0,-39 5 636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50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195 142 1316 0 0,'-29'-3'5637'0'0,"27"2"-4706"0"0,0 1-714 0 0,1-1 0 0 0,-1 1 0 0 0,1 0-1 0 0,0 0 1 0 0,-1-1 0 0 0,1 1 0 0 0,-1 0 0 0 0,1 0 0 0 0,-1 0 0 0 0,1 1-1 0 0,0-1 1 0 0,-3 1 0 0 0,4-1-170 0 0,-1 0 0 0 0,1 0 0 0 0,0 1 0 0 0,0-1 0 0 0,0 0 0 0 0,-1 0 0 0 0,1 0 0 0 0,0 1 0 0 0,0-1-1 0 0,0 0 1 0 0,0 0 0 0 0,-1 1 0 0 0,1-1 0 0 0,0 0 0 0 0,0 0 0 0 0,0 1 0 0 0,0-1 0 0 0,0 0 0 0 0,0 1 0 0 0,0-1 0 0 0,0 0 0 0 0,0 0 0 0 0,0 1 0 0 0,0-1 0 0 0,0 0 0 0 0,0 1 0 0 0,0-1-1 0 0,0 0 1 0 0,0 0 0 0 0,0 1 0 0 0,0-1 0 0 0,0 0 0 0 0,1 0 0 0 0,-1 1 0 0 0,0-1 0 0 0,0 1 0 0 0,2 1 82 0 0,0 1 1 0 0,0-1-1 0 0,0 0 0 0 0,0 1 1 0 0,0-1-1 0 0,1 0 0 0 0,-1 0 1 0 0,1-1-1 0 0,-1 1 0 0 0,1 0 1 0 0,4 1-1 0 0,5 2 0 0 0,0-1 0 0 0,1-1-1 0 0,-1 0 1 0 0,1-1 0 0 0,-1 0 0 0 0,1-1 0 0 0,0 0 0 0 0,0-1-1 0 0,-1-1 1 0 0,1 0 0 0 0,0 0 0 0 0,-1-1 0 0 0,1-1 0 0 0,-1 0-1 0 0,0-1 1 0 0,0 0 0 0 0,22-12 0 0 0,-31 14-128 0 0,0 0 0 0 0,0 0 1 0 0,0-1-1 0 0,0 1 0 0 0,-1-1 1 0 0,1 0-1 0 0,-1 1 0 0 0,1-1 0 0 0,-1-1 1 0 0,0 1-1 0 0,0 0 0 0 0,-1 0 1 0 0,1-1-1 0 0,-1 1 0 0 0,1-1 0 0 0,-1 1 1 0 0,0-1-1 0 0,-1 0 0 0 0,1 1 1 0 0,0-1-1 0 0,-1 0 0 0 0,0 0 0 0 0,0 0 1 0 0,0 1-1 0 0,0-1 0 0 0,-1 0 1 0 0,0 0-1 0 0,1 1 0 0 0,-1-1 0 0 0,-1 1 1 0 0,1-1-1 0 0,0 1 0 0 0,-1-1 1 0 0,0 1-1 0 0,0 0 0 0 0,0-1 0 0 0,0 1 1 0 0,0 0-1 0 0,-1 0 0 0 0,1 1 1 0 0,-1-1-1 0 0,0 0 0 0 0,1 1 0 0 0,-1 0 1 0 0,-1 0-1 0 0,1 0 0 0 0,0 0 1 0 0,0 0-1 0 0,-1 0 0 0 0,1 1 0 0 0,-1 0 1 0 0,1 0-1 0 0,-1 0 0 0 0,0 0 1 0 0,0 0-1 0 0,-6 0 0 0 0,-2 2-11 0 0,-1 1 1 0 0,0 0-1 0 0,1 0 0 0 0,-1 1 0 0 0,1 1 1 0 0,0 0-1 0 0,0 1 0 0 0,0 0 1 0 0,1 1-1 0 0,0 0 0 0 0,-13 10 0 0 0,-3 3 10 0 0,2 1 0 0 0,0 1 0 0 0,-27 31 0 0 0,41-41 10 0 0,1 1 0 0 0,0 1 0 0 0,1 0 0 0 0,0 0-1 0 0,1 0 1 0 0,1 1 0 0 0,-10 24 0 0 0,15-33-3 0 0,0 0 1 0 0,1 0-1 0 0,0 0 1 0 0,0 1 0 0 0,0-1-1 0 0,0 1 1 0 0,1-1-1 0 0,0 0 1 0 0,0 1-1 0 0,1-1 1 0 0,-1 1 0 0 0,1-1-1 0 0,0 0 1 0 0,1 1-1 0 0,-1-1 1 0 0,1 0 0 0 0,0 0-1 0 0,0 0 1 0 0,1 0-1 0 0,0-1 1 0 0,-1 1 0 0 0,2-1-1 0 0,-1 1 1 0 0,0-1-1 0 0,7 6 1 0 0,3 2-81 0 0,2-1 0 0 0,-1-1-1 0 0,1 0 1 0 0,1-1 0 0 0,0 0 0 0 0,0-1 0 0 0,0-1 0 0 0,1-1-1 0 0,0 0 1 0 0,29 5 0 0 0,-27-8-417 0 0,-1 0-1 0 0,1-1 0 0 0,-1-1 1 0 0,1 0-1 0 0,0-2 1 0 0,0 0-1 0 0,-1-1 1 0 0,1-1-1 0 0,-1-1 1 0 0,21-6-1 0 0,-25 4 113 0 0,-1 0-1 0 0,0-1 1 0 0,0 0 0 0 0,-1-1-1 0 0,0 0 1 0 0,0-1-1 0 0,-1 0 1 0 0,0-1-1 0 0,-1-1 1 0 0,0 1 0 0 0,0-2-1 0 0,11-16 1 0 0,5-15 586 0 0,-2 0 1 0 0,25-61 0 0 0,-25 52 1741 0 0,-18 38-1279 0 0,-5 11-544 0 0,-1 1 0 0 0,1-1 0 0 0,1 0 0 0 0,-1 1-1 0 0,0-1 1 0 0,1 1 0 0 0,-1 0 0 0 0,1-1 0 0 0,0 1 0 0 0,-1 0 0 0 0,1 0-1 0 0,0 0 1 0 0,0 0 0 0 0,4-2 0 0 0,-4 3 197 0 0,0 1-226 0 0,1 1 0 0 0,-1-1 0 0 0,0 1 0 0 0,1 0 0 0 0,-1 0 1 0 0,0 0-1 0 0,0 0 0 0 0,0 0 0 0 0,0 0 0 0 0,0 1 0 0 0,0-1 0 0 0,0 1 0 0 0,0 0 0 0 0,-1-1 0 0 0,1 1 1 0 0,0 0-1 0 0,-1 0 0 0 0,0 0 0 0 0,1 0 0 0 0,-1 0 0 0 0,0 0 0 0 0,0 0 0 0 0,1 3 0 0 0,2 4 236 0 0,0 1-1 0 0,-1-1 0 0 0,0 1 0 0 0,2 12 0 0 0,-2-5-94 0 0,0 0-1 0 0,-2 0 0 0 0,0 0 1 0 0,0 1-1 0 0,-2-1 1 0 0,0 0-1 0 0,-1 1 0 0 0,-1-1 1 0 0,0 0-1 0 0,-1 0 0 0 0,-9 20 1 0 0,8-24 202 0 0,0-1 0 0 0,-2 0 0 0 0,1 0 0 0 0,-16 21 0 0 0,20-32-286 0 0,2 0-140 0 0,0-1 0 0 0,-1 0 0 0 0,1 1 0 0 0,-1-1 0 0 0,1 0 0 0 0,0 0 1 0 0,-1 1-1 0 0,1-1 0 0 0,-1 0 0 0 0,1 0 0 0 0,0 0 0 0 0,-1 1 0 0 0,1-1 0 0 0,-1 0 0 0 0,1 0 0 0 0,-1 0 1 0 0,1 0-1 0 0,-1 0 0 0 0,1 0 0 0 0,-1 0 0 0 0,1 0 0 0 0,-1 0 0 0 0,1-4 1 0 0,1 0 1 0 0,0 0-1 0 0,0 0 0 0 0,0 1 0 0 0,0-1 0 0 0,1 0 0 0 0,-1 1 1 0 0,1-1-1 0 0,0 1 0 0 0,0 0 0 0 0,0-1 0 0 0,3-2 0 0 0,36-40-14 0 0,-28 33 10 0 0,3-3-15 0 0,0 1 1 0 0,1 1 0 0 0,1 1 0 0 0,0 0 0 0 0,1 2-1 0 0,0 0 1 0 0,1 1 0 0 0,0 1 0 0 0,1 0 0 0 0,22-5 0 0 0,4 2-20 0 0,0 2 0 0 0,1 3 1 0 0,74-4-1 0 0,-113 11 0 0 0,13-1 38 0 0,1 0-1 0 0,-1-2 1 0 0,37-9 0 0 0,-55 11-51 0 0,1 0-1 0 0,-1-1 1 0 0,0 1 0 0 0,1-1-1 0 0,-1 0 1 0 0,0 0-1 0 0,0 0 1 0 0,0-1 0 0 0,-1 1-1 0 0,1-1 1 0 0,-1 0-1 0 0,1 0 1 0 0,-1 0 0 0 0,0-1-1 0 0,0 1 1 0 0,0-1 0 0 0,-1 1-1 0 0,1-1 1 0 0,-1 0-1 0 0,0 0 1 0 0,0 0 0 0 0,0-1-1 0 0,0 1 1 0 0,1-8-1 0 0,-2 6-18 0 0,-1-1 0 0 0,0 1 0 0 0,0-1 0 0 0,0 0 0 0 0,-2-10 0 0 0,1 14 40 0 0,1 0 0 0 0,-1 0-1 0 0,0 0 1 0 0,1 1 0 0 0,-1-1 0 0 0,-1 0 0 0 0,1 0 0 0 0,0 1 0 0 0,-1-1 0 0 0,1 1 0 0 0,-1-1 0 0 0,0 1 0 0 0,0 0 0 0 0,-2-3-1 0 0,1 4 5 0 0,1-1-1 0 0,-1 1 1 0 0,1 0-1 0 0,-1 0 0 0 0,0 0 1 0 0,0 0-1 0 0,1 0 1 0 0,-1 0-1 0 0,0 1 0 0 0,0 0 1 0 0,0-1-1 0 0,0 1 1 0 0,1 0-1 0 0,-1 0 0 0 0,0 1 1 0 0,0-1-1 0 0,0 1 1 0 0,0-1-1 0 0,1 1 0 0 0,-1 0 1 0 0,0 0-1 0 0,-4 2 1 0 0,-3 2-4 0 0,0 1 0 0 0,0 0 0 0 0,1 0 0 0 0,-13 11 1 0 0,-7 7-5 0 0,1 2 0 0 0,-36 41 1 0 0,56-57 21 0 0,0 0 1 0 0,0 1 0 0 0,1 0 0 0 0,1 0 0 0 0,-1 0 0 0 0,2 1-1 0 0,0 0 1 0 0,0 0 0 0 0,1 0 0 0 0,-4 26 0 0 0,7-34-74 0 0,1 0 1 0 0,0 0 0 0 0,0 0-1 0 0,1 0 1 0 0,-1 1-1 0 0,1-1 1 0 0,0 0 0 0 0,0 0-1 0 0,1 0 1 0 0,-1 0-1 0 0,1-1 1 0 0,-1 1 0 0 0,1 0-1 0 0,0-1 1 0 0,1 1-1 0 0,-1-1 1 0 0,1 0 0 0 0,-1 1-1 0 0,1-1 1 0 0,0 0-1 0 0,0-1 1 0 0,0 1 0 0 0,1 0-1 0 0,-1-1 1 0 0,1 0 0 0 0,4 3-1 0 0,2-1-934 0 0,-1 1 0 0 0,1-1-1 0 0,0-1 1 0 0,1 0 0 0 0,-1 0 0 0 0,0-1-1 0 0,1 0 1 0 0,-1-1 0 0 0,14 0 0 0 0,-1-1-3620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51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79 1484 0 0,'24'-34'8550'0'0,"-20"35"-7651"0"0,5 3 102 0 0,-7 2-732 0 0,0 0-1 0 0,0 0 1 0 0,-1 1-1 0 0,0-1 0 0 0,0 0 1 0 0,0 1-1 0 0,-1-1 0 0 0,0 1 1 0 0,0-1-1 0 0,-1 1 1 0 0,0-1-1 0 0,0 1 0 0 0,0-1 1 0 0,-1 0-1 0 0,0 0 0 0 0,0 0 1 0 0,-4 8-1 0 0,-2 4-35 0 0,-1 0 0 0 0,-1-1 0 0 0,-1 0 0 0 0,-19 24 0 0 0,26-36-132 0 0,0-1 0 0 0,0 1 1 0 0,-1-1-1 0 0,0 1 0 0 0,0-2 1 0 0,0 1-1 0 0,0 0 0 0 0,-9 3 1 0 0,12-6-16 0 0,1-1-68 0 0,0 0 0 0 0,-1 0-1 0 0,1 0 1 0 0,-1 0 0 0 0,1 0 0 0 0,-1 0 0 0 0,1-1 0 0 0,0 1 0 0 0,-1-1 0 0 0,1 1 0 0 0,0-1 0 0 0,-1 0 0 0 0,-1 0 0 0 0,3 0-15 0 0,-1 0 0 0 0,1 1 0 0 0,-1-1 0 0 0,1 0 0 0 0,-1 0 1 0 0,1 1-1 0 0,0-1 0 0 0,-1 0 0 0 0,1 0 0 0 0,0 1 0 0 0,0-1 1 0 0,-1 0-1 0 0,1 0 0 0 0,0 0 0 0 0,0 0 0 0 0,0 0 0 0 0,0 1 1 0 0,0-1-1 0 0,0 0 0 0 0,0 0 0 0 0,0 0 0 0 0,1 0 0 0 0,-1 1 0 0 0,0-1 1 0 0,0 0-1 0 0,1 0 0 0 0,0-1 0 0 0,7-18 3 0 0,0 1 0 0 0,2 0 0 0 0,1 0 0 0 0,0 1 0 0 0,1 0 0 0 0,1 1 0 0 0,30-30 0 0 0,-30 34-25 0 0,1 0 0 0 0,0 1 0 0 0,1 1 0 0 0,1 1 0 0 0,0 0 0 0 0,0 1 0 0 0,1 0-1 0 0,0 2 1 0 0,27-9 0 0 0,-39 14 10 0 0,1 0-1 0 0,0 1 0 0 0,-1 0 0 0 0,1 0 0 0 0,0 1 0 0 0,-1 0 0 0 0,1 0 0 0 0,0 0 0 0 0,-1 0 0 0 0,1 1 1 0 0,0 0-1 0 0,-1 0 0 0 0,1 1 0 0 0,-1-1 0 0 0,1 1 0 0 0,6 4 0 0 0,-8-3 8 0 0,0-1 1 0 0,-1 1-1 0 0,0 0 0 0 0,1 0 0 0 0,-1 0 0 0 0,0 1 0 0 0,-1-1 0 0 0,1 1 0 0 0,-1-1 1 0 0,1 1-1 0 0,-1 0 0 0 0,0 0 0 0 0,-1 0 0 0 0,1 0 0 0 0,-1 1 0 0 0,1-1 0 0 0,-1 0 1 0 0,0 1-1 0 0,-1-1 0 0 0,1 0 0 0 0,-1 6 0 0 0,-1 4 18 0 0,0-1 0 0 0,0 1-1 0 0,-2-1 1 0 0,1 0 0 0 0,-2 1 0 0 0,-7 19 0 0 0,-3 11-126 0 0,10-31-133 0 0,2-8-181 0 0,1-1 0 0 0,0 0 0 0 0,-1 0-1 0 0,1 1 1 0 0,1-1 0 0 0,-1 0 0 0 0,1 1-1 0 0,0-1 1 0 0,0 1 0 0 0,0-1 0 0 0,0 1-1 0 0,1-1 1 0 0,0 0 0 0 0,1 6 0 0 0,-1-9 211 0 0,-1-1 1 0 0,9 7-3827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51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190 114 716 0 0,'13'-23'2670'0'0,"3"-4"2100"0"0,27-37 1651 0 0,-40 71-5029 0 0,-3-7-1287 0 0,1 1 0 0 0,-1 0 0 0 0,1 0-1 0 0,-1 0 1 0 0,1-1 0 0 0,-1 1-1 0 0,0 0 1 0 0,0 0 0 0 0,0 0-1 0 0,1 0 1 0 0,-1 0 0 0 0,0 0-1 0 0,0-1 1 0 0,0 1 0 0 0,0 0-1 0 0,0 0 1 0 0,-1 1 0 0 0,-3 21 667 0 0,-2-1 0 0 0,-1 0 1 0 0,0-1-1 0 0,-2 1 0 0 0,-13 23 1 0 0,6-10 93 0 0,-63 115 1291 0 0,49-99-1737 0 0,2 2 1 0 0,-21 60-1 0 0,47-106-397 0 0,0 0 0 0 0,0 0 0 0 0,0 1 0 0 0,1-1-1 0 0,0 1 1 0 0,1-1 0 0 0,0 1 0 0 0,1 11 0 0 0,-1-16-195 0 0,1 0 0 0 0,-1 0 0 0 0,1 1 0 0 0,0-1-1 0 0,0 0 1 0 0,0 0 0 0 0,0 0 0 0 0,1 0 0 0 0,-1 0 0 0 0,1 0-1 0 0,0-1 1 0 0,0 1 0 0 0,0 0 0 0 0,0-1 0 0 0,0 1 0 0 0,0-1-1 0 0,1 0 1 0 0,-1 0 0 0 0,1 0 0 0 0,5 3 0 0 0,-3-3-456 0 0,-1-1 0 0 0,0 0 0 0 0,1-1 1 0 0,-1 1-1 0 0,1-1 0 0 0,-1 0 0 0 0,0 0 1 0 0,1 0-1 0 0,-1-1 0 0 0,1 1 0 0 0,-1-1 1 0 0,0 0-1 0 0,9-3 0 0 0,16-12-5781 0 0,-12 5 648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51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96 172 2260 0 0,'-21'-9'2430'0'0,"0"1"1516"0"0,-27-15 0 0 0,48 23-3912 0 0,0 0 0 0 0,-1 0 0 0 0,1 0 0 0 0,0-1 0 0 0,-1 1-1 0 0,1 0 1 0 0,0 0 0 0 0,0 0 0 0 0,-1 0 0 0 0,1-1 0 0 0,0 1 0 0 0,0 0 0 0 0,0 0 0 0 0,-1-1 0 0 0,1 1 0 0 0,0 0 0 0 0,0 0 0 0 0,0-1 0 0 0,0 1 0 0 0,-1 0 0 0 0,1-1 0 0 0,0 1 0 0 0,0 0-1 0 0,0-1 1 0 0,0 1 0 0 0,0 0 0 0 0,0 0 0 0 0,0-1 0 0 0,0 1 0 0 0,0 0 0 0 0,0-1 0 0 0,0 1 0 0 0,0 0 0 0 0,0-1 0 0 0,0 1 0 0 0,0 0 0 0 0,0-1 0 0 0,1 1 0 0 0,-1 0 0 0 0,0 0 0 0 0,0-1-1 0 0,0 1 1 0 0,0 0 0 0 0,1-1 0 0 0,-1 1 0 0 0,0 0 0 0 0,0 0 0 0 0,0 0 0 0 0,1-1 0 0 0,-1 1 0 0 0,0 0 0 0 0,0 0 0 0 0,1 0 0 0 0,-1 0 0 0 0,1-1 0 0 0,17-8 439 0 0,-17 9-468 0 0,29-9 212 0 0,1 1 0 0 0,0 1 0 0 0,54-4 1 0 0,-33 5-142 0 0,137-25-1510 0 0,-62 6-5068 0 0,-75 14 936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53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336 493 1176 0 0,'12'-15'1944'0'0,"-2"0"0"0"0,0-1 0 0 0,-1 0 0 0 0,11-25 0 0 0,-20 40-1915 0 0,0 1-1 0 0,1-1 0 0 0,-1 1 1 0 0,0-1-1 0 0,0 0 1 0 0,0 1-1 0 0,1-1 0 0 0,-1 0 1 0 0,0 1-1 0 0,0-1 1 0 0,0 0-1 0 0,0 1 0 0 0,0-1 1 0 0,0 1-1 0 0,0-1 0 0 0,0 0 1 0 0,0 1-1 0 0,0-1 1 0 0,-1 0-1 0 0,1 1 0 0 0,0-1 1 0 0,0 0-1 0 0,-1 1 0 0 0,1-1 1 0 0,0 1-1 0 0,-1-1 1 0 0,1 1-1 0 0,0-1 0 0 0,-1 1 1 0 0,1-1-1 0 0,-1 1 1 0 0,1-1-1 0 0,-1 1 0 0 0,1 0 1 0 0,-1-1-1 0 0,1 1 0 0 0,-1 0 1 0 0,0-1-1 0 0,1 1 1 0 0,-1 0-1 0 0,1 0 0 0 0,-1-1 1 0 0,0 1-1 0 0,1 0 0 0 0,-2 0 1 0 0,-1-1 25 0 0,1 1 0 0 0,-1 0 0 0 0,0 0 0 0 0,1 0 0 0 0,-1 0 0 0 0,0 0 0 0 0,-4 2 0 0 0,-3 2 100 0 0,0 0 0 0 0,-1 1 1 0 0,2 0-1 0 0,-1 1 0 0 0,1 0 1 0 0,-13 9-1 0 0,-47 50 354 0 0,47-44-365 0 0,-84 92 275 0 0,95-100-381 0 0,1 1 0 0 0,0 0-1 0 0,1 1 1 0 0,1 0 0 0 0,0 0-1 0 0,-11 32 1 0 0,18-42-44 0 0,0-1 1 0 0,0 0-1 0 0,0 1 1 0 0,0-1-1 0 0,1 1 0 0 0,0-1 1 0 0,0 1-1 0 0,0 0 1 0 0,0-1-1 0 0,1 1 0 0 0,-1-1 1 0 0,1 1-1 0 0,1-1 1 0 0,-1 0-1 0 0,0 1 1 0 0,1-1-1 0 0,0 0 0 0 0,0 0 1 0 0,0 0-1 0 0,1 0 1 0 0,2 3-1 0 0,1-1-124 0 0,-1 0 0 0 0,1-1 0 0 0,0 0 0 0 0,1 0 1 0 0,-1 0-1 0 0,1-1 0 0 0,0 0 0 0 0,0 0 0 0 0,0-1 0 0 0,1 0 0 0 0,8 3 1 0 0,6 0-267 0 0,0-2 1 0 0,0 1 0 0 0,1-2 0 0 0,-1-1 0 0 0,1-1-1 0 0,0-1 1 0 0,-1-1 0 0 0,1-1 0 0 0,-1-1 0 0 0,1-1-1 0 0,-1-1 1 0 0,0 0 0 0 0,-1-2 0 0 0,1-1 0 0 0,-1 0-1 0 0,31-19 1 0 0,-29 14 505 0 0,-1 0 0 0 0,-1-2 1 0 0,0-1-1 0 0,-1 0 0 0 0,-1-1 0 0 0,0-1 0 0 0,-2-1 1 0 0,0-1-1 0 0,-1 0 0 0 0,-1-1 0 0 0,-1-1 0 0 0,0 0 0 0 0,-2-1 1 0 0,12-31-1 0 0,-21 47 77 0 0,-1 0 0 0 0,0 0 1 0 0,0 0-1 0 0,0-1 1 0 0,-1 1-1 0 0,0 0 0 0 0,0-1 1 0 0,-1 1-1 0 0,-1-14 0 0 0,1 21-172 0 0,0-1 0 0 0,0 1-1 0 0,-1-1 1 0 0,1 1-1 0 0,0-1 1 0 0,0 1 0 0 0,0-1-1 0 0,-1 1 1 0 0,1-1-1 0 0,0 1 1 0 0,-1-1 0 0 0,1 1-1 0 0,0-1 1 0 0,-1 1 0 0 0,1 0-1 0 0,-1-1 1 0 0,1 1-1 0 0,-1 0 1 0 0,1-1 0 0 0,0 1-1 0 0,-1 0 1 0 0,1 0 0 0 0,-1-1-1 0 0,1 1 1 0 0,-1 0-1 0 0,0 0 1 0 0,1 0 0 0 0,-1 0-1 0 0,1 0 1 0 0,-1 0 0 0 0,1 0-1 0 0,-1 0 1 0 0,1 0-1 0 0,-1 0 1 0 0,0 0 0 0 0,-17 6 347 0 0,6 3-255 0 0,0 0 0 0 0,0 0 0 0 0,1 1 0 0 0,1 0-1 0 0,0 1 1 0 0,0 1 0 0 0,1-1 0 0 0,1 1 0 0 0,0 1-1 0 0,0-1 1 0 0,1 2 0 0 0,1-1 0 0 0,0 1 0 0 0,1-1-1 0 0,-5 20 1 0 0,10-29-86 0 0,-1-1-1 0 0,1 0 0 0 0,-1 1 1 0 0,1-1-1 0 0,0 0 1 0 0,1 1-1 0 0,-1-1 0 0 0,0 0 1 0 0,1 0-1 0 0,0 1 1 0 0,0-1-1 0 0,0 0 0 0 0,0 0 1 0 0,0 0-1 0 0,1 0 1 0 0,-1 0-1 0 0,1 0 1 0 0,3 4-1 0 0,-1-3-2 0 0,0 0 0 0 0,0-1 0 0 0,0 1 0 0 0,0-1 1 0 0,1 0-1 0 0,-1 0 0 0 0,1-1 0 0 0,-1 0 0 0 0,1 1 0 0 0,10 1 0 0 0,0 0 10 0 0,1 0-1 0 0,0-2 1 0 0,0 0-1 0 0,0 0 0 0 0,0-2 1 0 0,30-2-1 0 0,-32 0-14 0 0,1 0 0 0 0,-1-1-1 0 0,0-1 1 0 0,0 0 0 0 0,0-1 0 0 0,0 0-1 0 0,-1-1 1 0 0,0-1 0 0 0,0 0-1 0 0,-1-1 1 0 0,15-12 0 0 0,-19 14-11 0 0,-1 0 0 0 0,-1-1-1 0 0,0 0 1 0 0,1 0 0 0 0,-2-1 0 0 0,1 1 0 0 0,-1-1 0 0 0,-1-1-1 0 0,1 1 1 0 0,-1-1 0 0 0,-1 1 0 0 0,0-1 0 0 0,0 0 0 0 0,-1 0 0 0 0,0 0-1 0 0,0-1 1 0 0,-1 1 0 0 0,0-15 0 0 0,-1 19-6 0 0,0 0 0 0 0,0-1 0 0 0,-1 1 0 0 0,0 0 0 0 0,0 0 0 0 0,0 0 0 0 0,-1 0 0 0 0,0 0 0 0 0,0 0 0 0 0,0 0 0 0 0,0 0 0 0 0,-1 1 0 0 0,-5-7 0 0 0,6 8 1 0 0,-1 0 1 0 0,1 0 0 0 0,-1 1-1 0 0,0-1 1 0 0,0 1 0 0 0,0 0-1 0 0,-1 0 1 0 0,1 0 0 0 0,0 0-1 0 0,-1 0 1 0 0,1 1-1 0 0,-1 0 1 0 0,0 0 0 0 0,1 0-1 0 0,-1 0 1 0 0,0 0 0 0 0,0 1-1 0 0,-7-1 1 0 0,1 2-1 0 0,0 0 0 0 0,0 0-1 0 0,1 1 1 0 0,-1 1 0 0 0,0-1 0 0 0,1 2 0 0 0,0-1-1 0 0,-16 9 1 0 0,13-5 18 0 0,0 0 0 0 0,1 0 0 0 0,0 1 0 0 0,1 1-1 0 0,-20 19 1 0 0,27-24-10 0 0,-1 0-1 0 0,1 1 0 0 0,-1 0 0 0 0,1 0 1 0 0,0 0-1 0 0,1 0 0 0 0,0 0 0 0 0,-1 0 1 0 0,0 6-1 0 0,2-9-3 0 0,1 1 1 0 0,-1-1-1 0 0,1 0 0 0 0,0 0 1 0 0,0 0-1 0 0,0 0 0 0 0,0 0 0 0 0,1 0 1 0 0,-1 0-1 0 0,0 0 0 0 0,1 0 1 0 0,-1 0-1 0 0,1 0 0 0 0,0 0 0 0 0,0 0 1 0 0,0 0-1 0 0,0 0 0 0 0,0-1 1 0 0,0 1-1 0 0,0 0 0 0 0,0-1 1 0 0,1 1-1 0 0,-1-1 0 0 0,1 1 0 0 0,-1-1 1 0 0,1 1-1 0 0,0-1 0 0 0,2 1 1 0 0,6 4-117 0 0,1-1 0 0 0,0 0-1 0 0,0-1 1 0 0,0 0 0 0 0,1-1 0 0 0,-1 0 0 0 0,1-1 0 0 0,0 0 0 0 0,21 0 0 0 0,12-1-723 0 0,53-7 0 0 0,-69 2 633 0 0,1-1 0 0 0,-1-1 0 0 0,0-1-1 0 0,0-1 1 0 0,-1-2 0 0 0,0-1 0 0 0,-1-1-1 0 0,0-2 1 0 0,-1 0 0 0 0,24-19 0 0 0,-18 9 172 0 0,-1-1 1 0 0,-1-2-1 0 0,-1-1 1 0 0,-2-1-1 0 0,-1-2 1 0 0,43-64-1 0 0,-46 56 504 0 0,-1 0 0 0 0,-1-1 0 0 0,-3-2 0 0 0,15-46 0 0 0,-33 87-452 0 0,0 0 0 0 0,1 0 0 0 0,-1 0 1 0 0,0 1-1 0 0,1-1 0 0 0,-1 0 0 0 0,0 0 0 0 0,0 0 1 0 0,0 0-1 0 0,1 0 0 0 0,-1 0 0 0 0,0 0 0 0 0,0 1 0 0 0,0-1 1 0 0,-1 0-1 0 0,1 0 0 0 0,0 0 0 0 0,0 0 0 0 0,0 0 0 0 0,-1-1 1 0 0,0 2-1 0 0,0 0 1 0 0,1 0 0 0 0,-1 0-1 0 0,1 0 1 0 0,-1 0 0 0 0,0 0-1 0 0,1 0 1 0 0,-1 0 0 0 0,1 0-1 0 0,-1 1 1 0 0,0-1 0 0 0,1 0-1 0 0,-1 0 1 0 0,1 1 0 0 0,-1-1-1 0 0,1 0 1 0 0,-1 1 0 0 0,1-1-1 0 0,-1 0 1 0 0,1 1 0 0 0,-1 0-1 0 0,-30 31 503 0 0,-29 52 213 0 0,4 2 1 0 0,-56 115-1 0 0,100-175-661 0 0,1 0 0 0 0,-11 35 1 0 0,19-49-48 0 0,0 0 0 0 0,0 0 0 0 0,2 1 0 0 0,-1-1 0 0 0,1 0 0 0 0,1 1 0 0 0,2 21 0 0 0,-1-29-14 0 0,0-1 1 0 0,0 1-1 0 0,0 0 1 0 0,1 0-1 0 0,-1-1 1 0 0,1 1 0 0 0,0-1-1 0 0,1 1 1 0 0,-1-1-1 0 0,1 0 1 0 0,-1 0-1 0 0,1 0 1 0 0,1 0-1 0 0,-1 0 1 0 0,0-1 0 0 0,7 5-1 0 0,-5-4-5 0 0,0-1 0 0 0,1 0 1 0 0,0-1-1 0 0,-1 1 0 0 0,1-1 0 0 0,0 0 0 0 0,0 0 0 0 0,0-1 0 0 0,0 0 1 0 0,1 0-1 0 0,9 0 0 0 0,0-1-15 0 0,-1-1 0 0 0,1-1 0 0 0,0 0 0 0 0,0-2 0 0 0,-1 1 0 0 0,0-2-1 0 0,1 0 1 0 0,-2 0 0 0 0,20-11 0 0 0,-6-1 2 0 0,0-2-1 0 0,0 0 1 0 0,-2-2-1 0 0,-1-1 0 0 0,0-1 1 0 0,-2-1-1 0 0,-1-1 1 0 0,-1-1-1 0 0,27-42 0 0 0,-43 60-1 0 0,4-5-93 0 0,-10 11 61 0 0,-6 7 40 0 0,-3 6-2 0 0,-1 0 0 0 0,1 2 0 0 0,1-1 0 0 0,0 1 0 0 0,1 0 0 0 0,-11 24 0 0 0,13-26-1 0 0,-1 2 27 0 0,1 0 0 0 0,-8 23 1 0 0,13-32-15 0 0,0 0 1 0 0,0 1-1 0 0,0-1 1 0 0,0 0-1 0 0,1 0 0 0 0,0 1 1 0 0,0-1-1 0 0,0 0 1 0 0,0 1-1 0 0,1-1 1 0 0,-1 0-1 0 0,1 1 1 0 0,2 4-1 0 0,-2-6-4 0 0,1 0 0 0 0,0-1 0 0 0,0 1-1 0 0,0 0 1 0 0,0-1 0 0 0,1 1 0 0 0,-1-1 0 0 0,0 0 0 0 0,1 0-1 0 0,0 0 1 0 0,-1 0 0 0 0,1 0 0 0 0,0-1 0 0 0,0 1 0 0 0,0-1-1 0 0,0 0 1 0 0,1 0 0 0 0,-1 0 0 0 0,0 0 0 0 0,0 0 0 0 0,1-1 0 0 0,3 1-1 0 0,3 0-7 0 0,-1 0-1 0 0,0-1 0 0 0,1 0 0 0 0,-1-1 0 0 0,1 0 1 0 0,15-4-1 0 0,-12 0 6 0 0,-1 1 0 0 0,1-2 0 0 0,-2 0 0 0 0,1 0 1 0 0,-1-1-1 0 0,1 0 0 0 0,-2-1 0 0 0,1-1 0 0 0,-1 1 0 0 0,-1-1 1 0 0,16-20-1 0 0,0-3 5 0 0,-2-1 0 0 0,30-57 0 0 0,-43 71-126 0 0,-9 17 96 0 0,-3 4-31 0 0,-11 11 68 0 0,1 1-1 0 0,0 1 1 0 0,1 0 0 0 0,1 0 0 0 0,-9 18-1 0 0,5-10-11 0 0,10-16-10 0 0,-1 1-1 0 0,1 1 1 0 0,1-1 0 0 0,0 1 0 0 0,0-1 0 0 0,0 1 0 0 0,1 0 0 0 0,0 0-1 0 0,0 9 1 0 0,2-13-218 0 0,0-1-1 0 0,0 0 0 0 0,1 1 1 0 0,-1-1-1 0 0,1 0 0 0 0,0 0 0 0 0,0 0 1 0 0,0 0-1 0 0,3 5 0 0 0,-3-6-269 0 0,1 0 0 0 0,0 0-1 0 0,0 0 1 0 0,0-1-1 0 0,0 1 1 0 0,0 0-1 0 0,0-1 1 0 0,1 0 0 0 0,-1 0-1 0 0,1 1 1 0 0,0-1-1 0 0,5 2 1 0 0,6 2-3051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54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164 144 1264 0 0,'47'-83'11162'0'0,"-47"88"-10838"0"0,-1 0 1 0 0,0 1-1 0 0,0-1 0 0 0,0 0 0 0 0,-1 0 0 0 0,0 0 0 0 0,0 0 0 0 0,0 0 0 0 0,-4 6 0 0 0,-31 44 894 0 0,20-32-735 0 0,-109 140 951 0 0,117-156-1323 0 0,5-11-22 0 0,5-13-61 0 0,7 2-66 0 0,1 0 1 0 0,1 1 0 0 0,0 0-1 0 0,1 0 1 0 0,17-17-1 0 0,-19 21 18 0 0,8-9-39 0 0,1 0 0 0 0,1 1 0 0 0,1 1 0 0 0,0 1 1 0 0,31-20-1 0 0,-48 35 48 0 0,0-1-1 0 0,-1 1 1 0 0,1-1 0 0 0,0 1 0 0 0,0 0 0 0 0,0 0 0 0 0,0 0-1 0 0,0 0 1 0 0,0 1 0 0 0,0-1 0 0 0,0 1 0 0 0,0 0 0 0 0,0 0 0 0 0,0 0-1 0 0,0 0 1 0 0,0 0 0 0 0,0 1 0 0 0,0-1 0 0 0,1 1 0 0 0,-2 0 0 0 0,1 0-1 0 0,0 0 1 0 0,0 0 0 0 0,0 1 0 0 0,4 2 0 0 0,-5-1 8 0 0,1-1 0 0 0,0 1 0 0 0,0 1 1 0 0,-1-1-1 0 0,0 0 0 0 0,0 0 0 0 0,0 1 0 0 0,0 0 0 0 0,0-1 1 0 0,-1 1-1 0 0,0 0 0 0 0,1 0 0 0 0,-1 0 0 0 0,-1-1 1 0 0,1 1-1 0 0,0 0 0 0 0,-1 0 0 0 0,0 7 0 0 0,-1 3 46 0 0,0 0-1 0 0,-1 1 1 0 0,-1-1-1 0 0,0-1 0 0 0,-1 1 1 0 0,0 0-1 0 0,-1-1 1 0 0,0 0-1 0 0,-14 23 0 0 0,19-36-37 0 0,0 1 0 0 0,0-1 0 0 0,-1 1 0 0 0,1-1 0 0 0,0 1 0 0 0,-1-1 0 0 0,1 1 0 0 0,0-1 0 0 0,0 0-1 0 0,-1 1 1 0 0,1-1 0 0 0,-1 1 0 0 0,1-1 0 0 0,0 0 0 0 0,-1 0 0 0 0,1 1 0 0 0,-1-1 0 0 0,1 0 0 0 0,-1 0 0 0 0,1 1-1 0 0,-1-1 1 0 0,1 0 0 0 0,-1 0 0 0 0,1 0 0 0 0,-1 0 0 0 0,1 0 0 0 0,-1 0 0 0 0,1 0 0 0 0,-1 0 0 0 0,1 0 0 0 0,-1 0-1 0 0,1 0 1 0 0,-1 0 0 0 0,1 0 0 0 0,-1 0 0 0 0,1-1 0 0 0,-1 1 0 0 0,1 0 0 0 0,-1 0 0 0 0,0-1 0 0 0,0 1-25 0 0,1-2 22 0 0,0 1 0 0 0,0-1-1 0 0,0 1 1 0 0,0-1 0 0 0,0 1-1 0 0,1 0 1 0 0,-1-1 0 0 0,0 1-1 0 0,1 0 1 0 0,-1-1 0 0 0,1 1-1 0 0,-1 0 1 0 0,1-1 0 0 0,2-1 0 0 0,-3 2-2 0 0,14-23 35 0 0,1 0 0 0 0,2 1 0 0 0,0 1 0 0 0,2 1 0 0 0,0 0 0 0 0,22-18 0 0 0,-11 14-40 0 0,0 2 1 0 0,2 0-1 0 0,64-32 1 0 0,-88 51-10 0 0,0 0 0 0 0,0 1 0 0 0,1 0-1 0 0,-1 1 1 0 0,1 0 0 0 0,0 0 0 0 0,0 1 0 0 0,-1 0-1 0 0,17 0 1 0 0,-22 1 13 0 0,0 1-1 0 0,0-1 1 0 0,-1 1 0 0 0,1-1-1 0 0,0 1 1 0 0,-1 0-1 0 0,1 0 1 0 0,-1 0 0 0 0,1 0-1 0 0,-1 1 1 0 0,0-1-1 0 0,1 1 1 0 0,-1-1 0 0 0,0 1-1 0 0,2 2 1 0 0,-2-2 17 0 0,0 1 1 0 0,-1-1-1 0 0,1 1 0 0 0,-1 0 1 0 0,0-1-1 0 0,1 1 0 0 0,-1 0 1 0 0,-1 0-1 0 0,1 0 0 0 0,0 0 1 0 0,-1 0-1 0 0,1 0 1 0 0,-1 0-1 0 0,0 0 0 0 0,0 0 1 0 0,-1 5-1 0 0,0 3 23 0 0,-1 0 0 0 0,0 0 1 0 0,0 0-1 0 0,-2 0 0 0 0,1 0 0 0 0,-1-1 0 0 0,-1 1 1 0 0,0-1-1 0 0,-9 15 0 0 0,-8 6-65 0 0,-38 42 0 0 0,19-24-881 0 0,35-42 156 0 0,1-1-1 0 0,1 1 1 0 0,-1 0 0 0 0,-5 13-1 0 0,9-18-104 0 0,0 1 0 0 0,0 0-1 0 0,1-1 1 0 0,-1 1 0 0 0,1 0-1 0 0,-1 0 1 0 0,1 0 0 0 0,0-1-1 0 0,0 7 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54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80 452 0 0,'67'-74'10384'0'0,"-66"73"-10315"0"0,-1 1-1 0 0,0 0 0 0 0,0-1 1 0 0,1 1-1 0 0,-1 0 0 0 0,0-1 1 0 0,1 1-1 0 0,-1 0 0 0 0,1-1 1 0 0,-1 1-1 0 0,0 0 0 0 0,1 0 1 0 0,-1-1-1 0 0,1 1 0 0 0,-1 0 1 0 0,1 0-1 0 0,-1 0 0 0 0,0 0 1 0 0,1-1-1 0 0,-1 1 0 0 0,1 0 1 0 0,-1 0-1 0 0,1 0 0 0 0,-1 0 1 0 0,1 0-1 0 0,-1 0 0 0 0,1 0 1 0 0,-1 1-1 0 0,1-1 0 0 0,-1 0 1 0 0,1 0-1 0 0,-1 0 0 0 0,0 0 1 0 0,1 1-1 0 0,-1-1 0 0 0,1 0 1 0 0,-1 0-1 0 0,0 1 0 0 0,1-1 1 0 0,-1 0-1 0 0,1 0 0 0 0,-1 1 1 0 0,0-1-1 0 0,0 1 0 0 0,1-1 1 0 0,-1 0-1 0 0,0 1 0 0 0,0-1 1 0 0,1 1-1 0 0,-1-1 0 0 0,0 0 1 0 0,0 1-1 0 0,0 0 0 0 0,1 1 151 0 0,0 1 0 0 0,0-1-1 0 0,0 1 1 0 0,-1-1 0 0 0,1 1-1 0 0,-1-1 1 0 0,0 1 0 0 0,1 3-1 0 0,-6 19 539 0 0,0 1 1 0 0,-1-1-1 0 0,-1 0 0 0 0,-14 30 1 0 0,0 2-375 0 0,-22 58 430 0 0,42-113-757 0 0,-2 2 53 0 0,2-4-107 0 0,1 0 0 0 0,0-1 0 0 0,0 1 0 0 0,0-1 1 0 0,0 1-1 0 0,0-1 0 0 0,0 1 0 0 0,0-1 0 0 0,0 1 0 0 0,0-1 0 0 0,0 1 0 0 0,0 0 0 0 0,0-1 0 0 0,0 1 0 0 0,1-1 0 0 0,-1 1 0 0 0,0-1 0 0 0,0 1 0 0 0,0 0 0 0 0,1-1 1 0 0,-1 1-1 0 0,0 0 0 0 0,0-1 0 0 0,1 1 0 0 0,-1-1 0 0 0,0 1 0 0 0,1 0 0 0 0,12-19-14 0 0,1 1 0 0 0,1 0 0 0 0,1 1 0 0 0,27-23 0 0 0,-25 24-24 0 0,132-112 90 0 0,-129 113-79 0 0,0 1 0 0 0,1 0 1 0 0,1 2-1 0 0,0 1 0 0 0,40-14 0 0 0,-59 24 13 0 0,0 0 0 0 0,-1 0 1 0 0,1 0-1 0 0,0 0 0 0 0,0 1 0 0 0,0 0 0 0 0,0 0 0 0 0,0 0 0 0 0,-1 0 0 0 0,1 0 0 0 0,0 1 0 0 0,0 0 0 0 0,0 0 0 0 0,-1 0 1 0 0,1 0-1 0 0,0 0 0 0 0,-1 1 0 0 0,1 0 0 0 0,2 2 0 0 0,-3-2 4 0 0,0 0 0 0 0,0 1 1 0 0,-1 0-1 0 0,1-1 0 0 0,-1 1 0 0 0,0 0 0 0 0,0 0 1 0 0,0 0-1 0 0,0 0 0 0 0,-1 1 0 0 0,1-1 0 0 0,-1 0 1 0 0,0 1-1 0 0,0-1 0 0 0,0 1 0 0 0,0-1 0 0 0,-1 1 1 0 0,1 0-1 0 0,-1-1 0 0 0,0 6 0 0 0,-2 12-121 0 0,0 1 0 0 0,-1-1-1 0 0,-2 0 1 0 0,0 0 0 0 0,-1 0-1 0 0,-15 33 1 0 0,17-43-583 0 0,0-1 1 0 0,1 1-1 0 0,0 1 1 0 0,-2 21-1 0 0,5-30 234 0 0,0 1-1 0 0,0-1 1 0 0,0 1-1 0 0,0-1 1 0 0,0 1 0 0 0,1-1-1 0 0,-1 1 1 0 0,1-1-1 0 0,0 0 1 0 0,0 1 0 0 0,1-1-1 0 0,-1 0 1 0 0,0 0-1 0 0,1 0 1 0 0,0 0-1 0 0,0 0 1 0 0,0 0 0 0 0,0 0-1 0 0,0 0 1 0 0,4 2-1 0 0,4 2-3714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55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892 60 992 0 0,'40'-25'4984'0'0,"-29"17"-3299"0"0,0 1 0 0 0,0 0-1 0 0,14-5 1 0 0,-23 11-779 0 0,5 3 555 0 0,-7-2-1391 0 0,1-1-1 0 0,0 1 1 0 0,-1 0 0 0 0,1 0-1 0 0,-1 0 1 0 0,1 0-1 0 0,-1 0 1 0 0,1 0 0 0 0,0 1-1 0 0,-1-1 1 0 0,1 0-1 0 0,-1 0 1 0 0,1 0-1 0 0,-1 1 1 0 0,1-1 0 0 0,0 0-1 0 0,-1 0 1 0 0,1 1-1 0 0,-1-1 1 0 0,0 0 0 0 0,1 1-1 0 0,0 0 1 0 0,0 3 389 0 0,1 1 1 0 0,-1 0-1 0 0,-1-1 0 0 0,1 1 1 0 0,-1 0-1 0 0,1 0 0 0 0,-1 0 1 0 0,0 0-1 0 0,-1-1 0 0 0,0 1 1 0 0,1 0-1 0 0,-3 5 0 0 0,-3 12 977 0 0,-12 28 0 0 0,10-30-761 0 0,-13 36-369 0 0,-80 198 3330 0 0,78-205-2761 0 0,-2 0-1 0 0,-62 88 1 0 0,76-122-875 0 0,-1 0 0 0 0,-1-1 0 0 0,0-1 0 0 0,-1 0 0 0 0,0-1 0 0 0,-1 0 0 0 0,-21 12 0 0 0,24-17 0 0 0,0-1 0 0 0,-1-1 0 0 0,1 0 0 0 0,-1 0 0 0 0,0-2 0 0 0,0 1 0 0 0,-1-2 0 0 0,1 0 0 0 0,0 0 0 0 0,-27-1 0 0 0,13-3-45 0 0,-1-1 1 0 0,1 0-1 0 0,0-3 1 0 0,0 0-1 0 0,-42-16 0 0 0,52 16-50 0 0,0-2 0 0 0,1 0 0 0 0,0-1 0 0 0,0 0 0 0 0,1-1 0 0 0,0-1 0 0 0,1-1 0 0 0,0 0 0 0 0,-17-19 0 0 0,25 23-691 0 0,1 1 1 0 0,-1-1-1 0 0,1-1 0 0 0,1 1 1 0 0,-1-1-1 0 0,1 1 0 0 0,1-1 1 0 0,0 0-1 0 0,0-1 0 0 0,1 1 1 0 0,-2-12-1 0 0,3 10-1111 0 0,0 0 0 0 0,1 0 0 0 0,1 0 0 0 0,-1 0 0 0 0,5-19 0 0 0,3-2-6438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55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1 216 80 0 0,'24'-30'3781'0'0,"87"-113"8129"0"0,-83 107-10735 0 0,-27 35-1526 0 0,1-5-725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8:55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3232 0 0,'7'-2'1920'0'0,"0"0"-1"0"0,0 0 0 0 0,0 0 0 0 0,0 0 0 0 0,-1-1 1 0 0,9-5-1 0 0,-10 4-847 0 0,0 1 1 0 0,-1-1-1 0 0,1-1 1 0 0,7-8-1 0 0,-10 10-989 0 0,1-1 0 0 0,-1 0-1 0 0,1 0 1 0 0,-1-1-1 0 0,0 1 1 0 0,2-9 0 0 0,1-1-2713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10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43 712 0 0,'-9'-10'4310'0'0,"-16"-22"1456"0"0,25 32-5752 0 0,0 0 1 0 0,-1 0-1 0 0,1 0 1 0 0,0-1-1 0 0,-1 1 1 0 0,1 0-1 0 0,0 0 1 0 0,-1 0-1 0 0,1 0 1 0 0,0 0-1 0 0,-1 0 1 0 0,1 0-1 0 0,0 0 1 0 0,-1 0-1 0 0,1 0 1 0 0,0 0-1 0 0,-1 0 1 0 0,1 1-1 0 0,0-1 1 0 0,0 0-1 0 0,-1 0 1 0 0,1 0 0 0 0,0 0-1 0 0,-1 0 1 0 0,1 1-1 0 0,0-1 1 0 0,0 0-1 0 0,-1 0 1 0 0,1 0-1 0 0,0 1 1 0 0,0-1-1 0 0,-1 0 1 0 0,1 1-1 0 0,0-1 1 0 0,0 0-1 0 0,0 0 1 0 0,0 1-1 0 0,-1-1 1 0 0,1 0-1 0 0,0 1 1 0 0,0-1-1 0 0,0 0 1 0 0,0 1-1 0 0,0-1 1 0 0,0 0-1 0 0,0 1 1 0 0,0-1-1 0 0,0 1 1 0 0,-6 19 570 0 0,6-19-546 0 0,-57 331 3326 0 0,43-244-3138 0 0,9-53-1175 0 0,-2 41 0 0 0,6-65-313 0 0,-2 4-467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1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25 452 0 0,'0'-3'1439'0'0,"1"2"-1240"0"0,-1 0 0 0 0,0 0 0 0 0,0 0 0 0 0,0 0-1 0 0,1 0 1 0 0,-1 0 0 0 0,1 0 0 0 0,-1 0 0 0 0,1 0 0 0 0,-1 0 0 0 0,1 0 0 0 0,-1 0 0 0 0,1 1 0 0 0,0-1 0 0 0,-1 0 0 0 0,1 0 0 0 0,0 1 0 0 0,0-1 0 0 0,0 0-1 0 0,0 1 1 0 0,0-1 0 0 0,0 1 0 0 0,1-2 0 0 0,0 2-58 0 0,-1 0 1 0 0,1 0-1 0 0,0 0 0 0 0,0 0 0 0 0,0 0 0 0 0,0 0 0 0 0,-1 1 1 0 0,1-1-1 0 0,0 1 0 0 0,0-1 0 0 0,-1 1 0 0 0,1-1 1 0 0,0 1-1 0 0,-1 0 0 0 0,3 1 0 0 0,10 7 146 0 0,0 0-1 0 0,-1 1 1 0 0,0 1-1 0 0,0 0 1 0 0,-2 1-1 0 0,1 0 0 0 0,-1 0 1 0 0,-1 1-1 0 0,0 1 1 0 0,8 14-1 0 0,-1 3-74 0 0,-2-1 0 0 0,0 2 0 0 0,17 60 0 0 0,-23-59-125 0 0,-3 1 1 0 0,0 0 0 0 0,-2 0 0 0 0,-2 1 0 0 0,-1-1 0 0 0,-2 1 0 0 0,-1-1 0 0 0,-1 0 0 0 0,-3 0 0 0 0,-15 57 0 0 0,6-40-567 0 0,-3 0 1 0 0,-26 54 0 0 0,14-46-2787 0 0,-47 70 0 0 0,54-95-256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12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25 304 0 0,'0'0'12075'0'0,"-10"-6"-10581"0"0,-17 0-1065 0 0,1 1 1 0 0,-1 1-1 0 0,0 2 1 0 0,0 0 0 0 0,-47 5-1 0 0,67-3-438 0 0,1 1 1 0 0,0 0-1 0 0,0 1 0 0 0,0 0 0 0 0,-11 4 1 0 0,16-5-22 0 0,0-1 25 0 0,0 1 0 0 0,0-1 0 0 0,1 0 0 0 0,-1 0-1 0 0,1 1 1 0 0,-1-1 0 0 0,0 0 0 0 0,1 1 0 0 0,-1-1 0 0 0,1 1-1 0 0,-1-1 1 0 0,1 1 0 0 0,-1-1 0 0 0,1 1 0 0 0,-1-1 0 0 0,1 1-1 0 0,0 0 1 0 0,-1-1 0 0 0,1 1 0 0 0,0-1 0 0 0,-1 1 0 0 0,1 0 0 0 0,-12 34-211 0 0,7-8 360 0 0,1 1 0 0 0,1 0 0 0 0,1 32-1 0 0,1-17 751 0 0,-13 1007 4024 0 0,41-138-4712 0 0,-5 30-190 0 0,-30-447 126 0 0,7-469-117 0 0,-1 22 103 0 0,-10 62 0 0 0,11-103-107 0 0,0 1 1 0 0,0-1-1 0 0,0 0 0 0 0,1 0 0 0 0,1 1 0 0 0,1 10 1 0 0,-2-15-9 0 0,1-2-8 0 0,-1 0-1 0 0,0 0 1 0 0,1 0-1 0 0,0-1 1 0 0,-1 1-1 0 0,1 0 1 0 0,-1 0-1 0 0,1-1 1 0 0,0 1-1 0 0,0 0 1 0 0,-1-1-1 0 0,1 1 1 0 0,0-1-1 0 0,0 1 1 0 0,0-1-1 0 0,0 1 1 0 0,0-1-1 0 0,0 0 1 0 0,1 1-1 0 0,-1 0-3 0 0,7 1 12 0 0,-1 0 1 0 0,1 0-1 0 0,-1 0 1 0 0,1-1-1 0 0,0 0 0 0 0,12 0 1 0 0,49-4-211 0 0,-50 2 48 0 0,255-27-4738 0 0,-93-5-4220 0 0,-113 18 2438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13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83 1416 0 0,'7'-52'8673'0'0,"-7"50"-8173"0"0,-4-15 1517 0 0,-13 41-1631 0 0,1 2-1 0 0,1 0 0 0 0,-21 53 0 0 0,-20 92 457 0 0,50-148-804 0 0,-5 44 0 0 0,10-59-7 0 0,0 0 0 0 0,1 0-1 0 0,0 0 1 0 0,0 1 0 0 0,1-1-1 0 0,0 0 1 0 0,1 0 0 0 0,0 0-1 0 0,3 8 1 0 0,-4-13 13 0 0,0-1-1 0 0,1 0 1 0 0,-1 0 0 0 0,1 1-1 0 0,-1-1 1 0 0,1 0 0 0 0,0 0-1 0 0,0 0 1 0 0,0-1-1 0 0,0 1 1 0 0,0 0 0 0 0,0-1-1 0 0,0 1 1 0 0,0-1 0 0 0,1 0-1 0 0,-1 0 1 0 0,1 0 0 0 0,-1 0-1 0 0,1 0 1 0 0,-1-1-1 0 0,1 1 1 0 0,-1-1 0 0 0,1 1-1 0 0,0-1 1 0 0,-1 0 0 0 0,5 0-1 0 0,-1 0 75 0 0,1-1 0 0 0,0 0-1 0 0,-1 0 1 0 0,1-1-1 0 0,-1 1 1 0 0,1-1-1 0 0,-1-1 1 0 0,0 1 0 0 0,10-6-1 0 0,-1-2-44 0 0,-1 0-1 0 0,0-2 1 0 0,-1 1 0 0 0,0-2-1 0 0,-1 1 1 0 0,-1-2-1 0 0,0 1 1 0 0,0-2 0 0 0,12-23-1 0 0,-8 11-69 0 0,-1-1-1 0 0,-2-1 1 0 0,-1 0-1 0 0,12-47 1 0 0,-20 65-52 0 0,-1-1 0 0 0,0 0 0 0 0,-1 0 0 0 0,0 0 0 0 0,-1 1 0 0 0,0-1 0 0 0,-4-20 0 0 0,4 28 36 0 0,-1 0 1 0 0,0 0-1 0 0,0 0 0 0 0,-1 0 1 0 0,1 1-1 0 0,-1-1 0 0 0,1 0 0 0 0,-1 1 1 0 0,0 0-1 0 0,0-1 0 0 0,-1 1 1 0 0,1 0-1 0 0,-1 0 0 0 0,0 0 0 0 0,1 0 1 0 0,-1 1-1 0 0,-1-1 0 0 0,1 1 0 0 0,0 0 1 0 0,0 0-1 0 0,-1 0 0 0 0,1 0 1 0 0,-1 0-1 0 0,0 1 0 0 0,0 0 0 0 0,-4-2 1 0 0,2 2-215 0 0,-1 1 0 0 0,1-1 1 0 0,-1 1-1 0 0,1 0 0 0 0,0 0 1 0 0,-1 1-1 0 0,1 0 0 0 0,0 0 0 0 0,-1 1 1 0 0,1-1-1 0 0,0 1 0 0 0,0 1 1 0 0,-11 5-1 0 0,6 3-1695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14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63 145 1148 0 0,'-2'-1'1704'0'0,"-3"-1"-873"0"0,1 0 0 0 0,-1 0 1 0 0,1-1-1 0 0,0 0 0 0 0,0 1 1 0 0,0-2-1 0 0,0 1 0 0 0,-4-5 1 0 0,6 6-644 0 0,0 0 0 0 0,0 0 0 0 0,1 0 0 0 0,-1-1 0 0 0,1 1 0 0 0,0 0 0 0 0,0-1 0 0 0,0 1 0 0 0,0 0 0 0 0,0-1 0 0 0,0 1 0 0 0,0-1 0 0 0,1 0 0 0 0,-1 1 0 0 0,1-1 0 0 0,0 1 0 0 0,0-1 0 0 0,0 0 0 0 0,0 1 0 0 0,0-1 0 0 0,1 0 0 0 0,-1 1 0 0 0,1-1 0 0 0,1-4 0 0 0,0 4-157 0 0,0 0-1 0 0,0 0 0 0 0,0 0 0 0 0,1 0 1 0 0,-1 0-1 0 0,1 0 0 0 0,-1 1 0 0 0,1-1 1 0 0,0 1-1 0 0,0 0 0 0 0,0 0 0 0 0,1 0 1 0 0,-1 0-1 0 0,0 0 0 0 0,1 1 0 0 0,5-3 1 0 0,-3 3-22 0 0,0-1-1 0 0,1 1 1 0 0,-1 0 0 0 0,0 1 0 0 0,0-1 0 0 0,1 1-1 0 0,-1 0 1 0 0,0 1 0 0 0,0-1 0 0 0,1 2 0 0 0,-1-1 0 0 0,0 0-1 0 0,0 1 1 0 0,0 0 0 0 0,0 1 0 0 0,-1-1 0 0 0,1 1 0 0 0,-1 0-1 0 0,1 0 1 0 0,5 5 0 0 0,-6-4 9 0 0,-1 0 0 0 0,0-1 0 0 0,0 1 0 0 0,0 0 0 0 0,0 1 0 0 0,-1-1 0 0 0,0 1 0 0 0,0 0 0 0 0,0-1 0 0 0,0 1 0 0 0,-1 1 0 0 0,1-1 0 0 0,-1 0 0 0 0,-1 1 0 0 0,1-1 0 0 0,-1 0 0 0 0,0 1 0 0 0,0 0 0 0 0,-1-1 0 0 0,1 1 0 0 0,-1 0-1 0 0,-2 9 1 0 0,0-1 7 0 0,-2 1 0 0 0,0-1 0 0 0,-1 0 0 0 0,-1 0 0 0 0,0 0 0 0 0,0-1-1 0 0,-1 0 1 0 0,-1 0 0 0 0,-11 14 0 0 0,-6 3 76 0 0,0-2-1 0 0,-40 36 1 0 0,14-15 1970 0 0,50-49-2034 0 0,1 0 0 0 0,0 0 1 0 0,-1 1-1 0 0,1-1 0 0 0,0 0 0 0 0,-1 0 0 0 0,1 1 1 0 0,0-1-1 0 0,-1 0 0 0 0,1 0 0 0 0,0 1 0 0 0,0-1 0 0 0,-1 0 1 0 0,1 1-1 0 0,0-1 0 0 0,0 0 0 0 0,-1 1 0 0 0,1-1 1 0 0,0 1-1 0 0,0-1 0 0 0,0 0 0 0 0,0 1 0 0 0,0-1 0 0 0,0 1 1 0 0,0-1-1 0 0,0 0 0 0 0,0 1 0 0 0,0-1 0 0 0,0 1 1 0 0,0-1-1 0 0,0 1 0 0 0,12 2 335 0 0,18-5-235 0 0,294-60 247 0 0,-181 32-388 0 0,-119 26-527 0 0,26-7-1778 0 0,-19 2-8133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15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73 144 1916 0 0,'-8'-12'4583'0'0,"4"7"-3625"0"0,1 1 0 0 0,-1-2-1 0 0,1 1 1 0 0,0 0 0 0 0,1-1-1 0 0,-1 1 1 0 0,1-1 0 0 0,0 0-1 0 0,1 1 1 0 0,-3-11 0 0 0,5 14-924 0 0,-1 0 1 0 0,1 1 0 0 0,-1-1 0 0 0,1 1 0 0 0,0-1 0 0 0,-1 0 0 0 0,1 1-1 0 0,0 0 1 0 0,0-1 0 0 0,0 1 0 0 0,0 0 0 0 0,1-1 0 0 0,-1 1 0 0 0,0 0-1 0 0,0 0 1 0 0,1 0 0 0 0,-1 0 0 0 0,1 0 0 0 0,-1 0 0 0 0,3-1 0 0 0,31-13 131 0 0,-19 10-145 0 0,-1 1 1 0 0,1 0 0 0 0,0 2-1 0 0,-1 0 1 0 0,1 0 0 0 0,28 2 0 0 0,-36 0-23 0 0,1 1 0 0 0,-1 0 0 0 0,1 0 0 0 0,-1 1 0 0 0,0 0 0 0 0,0 0 0 0 0,0 1 0 0 0,0 0 0 0 0,0 0 0 0 0,-1 1 0 0 0,1 0 0 0 0,-1 1 1 0 0,0-1-1 0 0,9 9 0 0 0,-14-11 13 0 0,0 1 0 0 0,0-1 0 0 0,0 1 0 0 0,0 0 0 0 0,0 0 1 0 0,-1 0-1 0 0,1 0 0 0 0,-1 0 0 0 0,0 0 0 0 0,0 1 0 0 0,0-1 0 0 0,0 0 1 0 0,-1 0-1 0 0,1 1 0 0 0,-1-1 0 0 0,0 1 0 0 0,0-1 0 0 0,0 0 1 0 0,0 1-1 0 0,0-1 0 0 0,-1 0 0 0 0,0 1 0 0 0,0-1 0 0 0,0 0 1 0 0,0 1-1 0 0,0-1 0 0 0,0 0 0 0 0,-1 0 0 0 0,-2 4 0 0 0,-6 8 68 0 0,0 0 0 0 0,0-1 0 0 0,-2 1 0 0 0,-14 13 0 0 0,21-22-62 0 0,-18 18 540 0 0,-1-1-1 0 0,-31 23 0 0 0,54-46-274 0 0,-1 4 581 0 0,17-12-538 0 0,-8 6-309 0 0,1 0 0 0 0,0 0 0 0 0,0 1 0 0 0,1 0 0 0 0,-1 0 0 0 0,0 1 0 0 0,0 0 0 0 0,0 1 0 0 0,13 2 0 0 0,-4 0 70 0 0,0 1 0 0 0,0 1 0 0 0,0 1 0 0 0,0 1 0 0 0,23 12-1 0 0,-31-14-14 0 0,0 0 0 0 0,0 1 0 0 0,0 1-1 0 0,-1-1 1 0 0,0 1 0 0 0,-1 0 0 0 0,1 1-1 0 0,-1 0 1 0 0,-1 0 0 0 0,10 15-1 0 0,-15-21-11 0 0,0 0-1 0 0,0 0 1 0 0,0 0-1 0 0,0 1 0 0 0,-1-1 1 0 0,1 1-1 0 0,0-1 0 0 0,-1 0 1 0 0,0 1-1 0 0,0-1 0 0 0,1 1 1 0 0,-1-1-1 0 0,-1 1 0 0 0,1-1 1 0 0,0 1-1 0 0,-1-1 0 0 0,0 4 1 0 0,-1-2 16 0 0,1-1 0 0 0,-1 1 0 0 0,0 0 0 0 0,0 0 0 0 0,-1-1 0 0 0,1 1 0 0 0,-1-1 0 0 0,1 0 0 0 0,-6 4 0 0 0,0 1 12 0 0,-1-1 0 0 0,-1 0 0 0 0,0-1-1 0 0,1 0 1 0 0,-2-1 0 0 0,-15 7-1 0 0,1-4-74 0 0,0 0-1 0 0,-1-2 0 0 0,0-1 1 0 0,0-1-1 0 0,-39 1 0 0 0,-33-6-4111 0 0,0-5-8120 0 0,75 5 4947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18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18 151 720 0 0,'0'0'1587'0'0,"-11"-25"6586"0"0,10 24-8078 0 0,0 1-69 0 0,1-1-1 0 0,-1 1 0 0 0,1 0 0 0 0,0-1 0 0 0,-1 1 0 0 0,1-1 1 0 0,0 1-1 0 0,-1-1 0 0 0,1 1 0 0 0,0-1 0 0 0,-1 1 0 0 0,1-1 1 0 0,0 1-1 0 0,0-1 0 0 0,0 1 0 0 0,0-1 0 0 0,-1 1 0 0 0,1-1 1 0 0,0 0-1 0 0,0 1 0 0 0,0-1 0 0 0,0 1 0 0 0,0-1 0 0 0,0 1 1 0 0,1-1-1 0 0,-1 0 0 0 0,0 1 0 0 0,0-1 0 0 0,0 0 0 0 0,1 0-2 0 0,-1-1 1 0 0,0 0-1 0 0,1 1 0 0 0,-1-1 0 0 0,1 1 0 0 0,0 0 0 0 0,-1-1 0 0 0,1 1 0 0 0,0-1 0 0 0,0 1 0 0 0,0 0 0 0 0,0 0 1 0 0,0-1-1 0 0,0 1 0 0 0,0 0 0 0 0,0 0 0 0 0,1 0 0 0 0,1-1 0 0 0,27-16 179 0 0,-26 16-129 0 0,17-9 27 0 0,1 2 1 0 0,0 0-1 0 0,0 1 1 0 0,1 2 0 0 0,0 0-1 0 0,39-4 1 0 0,-49 8-63 0 0,1 1 1 0 0,-1 1 0 0 0,1 0 0 0 0,-1 1 0 0 0,0 0-1 0 0,1 1 1 0 0,-1 1 0 0 0,0 0 0 0 0,0 1-1 0 0,0 0 1 0 0,-1 1 0 0 0,0 0 0 0 0,16 9 0 0 0,-25-12-16 0 0,-1 0 1 0 0,1 0 0 0 0,0 0-1 0 0,0 0 1 0 0,-1 1-1 0 0,1-1 1 0 0,-1 1 0 0 0,0-1-1 0 0,0 1 1 0 0,0 0 0 0 0,0 0-1 0 0,0 0 1 0 0,-1 0 0 0 0,1 0-1 0 0,-1 0 1 0 0,0 0 0 0 0,0 1-1 0 0,0-1 1 0 0,1 6 0 0 0,-2-4-7 0 0,-1 0 0 0 0,1-1 1 0 0,-1 1-1 0 0,1 0 1 0 0,-1-1-1 0 0,0 1 0 0 0,-1-1 1 0 0,1 1-1 0 0,-1-1 1 0 0,0 0-1 0 0,0 1 0 0 0,-1-1 1 0 0,-4 7-1 0 0,-8 7 23 0 0,-1-1 0 0 0,0 0 0 0 0,-1-2-1 0 0,-1 0 1 0 0,0-1 0 0 0,-1 0 0 0 0,-29 15-1 0 0,29-20 152 0 0,14-8 22 0 0,11-6-89 0 0,-1 4-41 0 0,1 0-1 0 0,-1 0 0 0 0,0 1 1 0 0,1-1-1 0 0,-1 1 0 0 0,1 1 1 0 0,-1-1-1 0 0,9 2 0 0 0,-14-2-79 0 0,12 2 92 0 0,0 1 0 0 0,-1 0 0 0 0,0 1 0 0 0,0 0 0 0 0,0 1 0 0 0,0 0 1 0 0,0 0-1 0 0,11 10 0 0 0,-4-3 41 0 0,-1 1 1 0 0,-1 2-1 0 0,23 23 1 0 0,-36-35-84 0 0,-1 0 0 0 0,1 0 1 0 0,-1 0-1 0 0,1 0 0 0 0,-1 1 0 0 0,0-1 0 0 0,0 1 1 0 0,-1-1-1 0 0,1 1 0 0 0,-1 0 0 0 0,0 0 1 0 0,0 0-1 0 0,0 0 0 0 0,0 0 0 0 0,0 7 0 0 0,-2-8-15 0 0,1 1 0 0 0,-1-1 0 0 0,1 0-1 0 0,-1 0 1 0 0,0 0 0 0 0,0 0 0 0 0,0 0-1 0 0,-1 0 1 0 0,1 0 0 0 0,-1 0-1 0 0,0-1 1 0 0,1 1 0 0 0,-1-1 0 0 0,0 1-1 0 0,-1-1 1 0 0,1 1 0 0 0,0-1 0 0 0,-1 0-1 0 0,-4 3 1 0 0,-5 2 7 0 0,0 0 0 0 0,0-1 0 0 0,-1 0 0 0 0,0-1 1 0 0,-1-1-1 0 0,1 0 0 0 0,-1 0 0 0 0,1-2 0 0 0,-1 1 0 0 0,-26-1 0 0 0,-6-1-22 0 0,1-3 0 0 0,-46-7 0 0 0,-57-15-134 0 0,127 15-1884 0 0,20 9 1902 0 0,1 0 0 0 0,0 0 0 0 0,0 0 0 0 0,-1 0 0 0 0,1 0 0 0 0,0 0 0 0 0,0-1 0 0 0,-2-1-1022 0 0,2 2 1022 0 0,0-1 0 0 0,0 1 0 0 0,0 0 0 0 0,-1 0 0 0 0,1-1 0 0 0,0 1 0 0 0,0 0 0 0 0,0-1 0 0 0,0 1 0 0 0,0 0 0 0 0,0 0 0 0 0,0-1 0 0 0,1 1 0 0 0,-1 0 0 0 0,0 0 0 0 0,0-1 0 0 0,0 1 0 0 0,0 0 0 0 0,0 0 0 0 0,0-1 0 0 0,0 1 0 0 0,1 0 0 0 0,-1 0 0 0 0,2-2-1023 0 0,-1 2 1023 0 0,-1-1 0 0 0,0 1 0 0 0,0 0 0 0 0,1 0 0 0 0,-1 0 0 0 0,0 0 1 0 0,0 0-1 0 0,1 0 0 0 0,-1 0 0 0 0,0 0 0 0 0,0 0 0 0 0,1 0 0 0 0,-1 0 0 0 0,13-3-3287 0 0,-1 1-1392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19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52 103 1536 0 0,'3'-9'1809'0'0,"-1"0"0"0"0,0-1-1 0 0,0 1 1 0 0,-1 0 0 0 0,0-1 0 0 0,-2-15-1 0 0,1 16-714 0 0,0 7-548 0 0,-2-8 1218 0 0,-1 13-1721 0 0,-1 1-1 0 0,1-1 1 0 0,0 1-1 0 0,0 0 1 0 0,0 0 0 0 0,1 0-1 0 0,-1 1 1 0 0,1-1 0 0 0,0 0-1 0 0,-2 9 1 0 0,-15 53 113 0 0,16-57-132 0 0,2-2-9 0 0,-1 0-1 0 0,1 1 0 0 0,0-1 1 0 0,1 0-1 0 0,0 1 1 0 0,0-1-1 0 0,0 0 0 0 0,1 0 1 0 0,0 1-1 0 0,1-1 1 0 0,2 9-1 0 0,-3-13-6 0 0,1 1 1 0 0,0 0-1 0 0,0 0 0 0 0,0-1 1 0 0,0 1-1 0 0,0-1 0 0 0,1 1 1 0 0,-1-1-1 0 0,1 0 0 0 0,0 0 0 0 0,0 0 1 0 0,0-1-1 0 0,1 1 0 0 0,-1-1 1 0 0,1 1-1 0 0,-1-1 0 0 0,1 0 1 0 0,0-1-1 0 0,-1 1 0 0 0,9 2 1 0 0,-4-2-8 0 0,-1-1 0 0 0,1 0 0 0 0,0 0 0 0 0,-1-1 0 0 0,1 0 0 0 0,0 0 0 0 0,-1-1 0 0 0,1 1 0 0 0,0-2 0 0 0,-1 1 0 0 0,1-1 0 0 0,-1-1 0 0 0,0 1 0 0 0,0-1 0 0 0,0 0 0 0 0,0-1 0 0 0,0 1 0 0 0,-1-2 0 0 0,1 1 0 0 0,6-6 0 0 0,9-10 170 0 0,0-1-1 0 0,-2-1 1 0 0,33-44-1 0 0,-26 31 642 0 0,-26 33-674 0 0,0 3-112 0 0,0-1 1 0 0,0 1 0 0 0,0-1 0 0 0,-1 0 0 0 0,1 1-1 0 0,0-1 1 0 0,0 1 0 0 0,0 0 0 0 0,-1-1 0 0 0,1 1-1 0 0,0 0 1 0 0,-1-1 0 0 0,1 1 0 0 0,-1 0 0 0 0,1 0 0 0 0,-1-1-1 0 0,1 1 1 0 0,-1 0 0 0 0,1 0 0 0 0,-1 0 0 0 0,0 0-1 0 0,1 0 1 0 0,-1 0 0 0 0,0 0 0 0 0,0 0 0 0 0,0 0-1 0 0,0-1 1 0 0,0 1 0 0 0,0 0 0 0 0,0 0 0 0 0,0 2 0 0 0,-3 40 538 0 0,1-33-423 0 0,-9 96 363 0 0,-37 159-1 0 0,32-191-2285 0 0,12-51-1443 0 0,4-11 316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19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591 99 1920 0 0,'13'-24'5744'0'0,"-10"19"-4850"0"0,0 1-1 0 0,-1 0 1 0 0,1-1 0 0 0,-1 0 0 0 0,0 1 0 0 0,0-1-1 0 0,-1 0 1 0 0,0 0 0 0 0,0 0 0 0 0,1-7 0 0 0,-2 10-198 0 0,-2-2-334 0 0,2 3-348 0 0,0 1 0 0 0,0-1 0 0 0,0 1 0 0 0,0-1 0 0 0,0 1 0 0 0,-1 0 0 0 0,1-1 1 0 0,0 1-1 0 0,0-1 0 0 0,-1 1 0 0 0,1 0 0 0 0,0-1 0 0 0,-1 1 0 0 0,1 0 0 0 0,0-1 1 0 0,-1 1-1 0 0,1 0 0 0 0,0 0 0 0 0,-1-1 0 0 0,1 1 0 0 0,-1 0 0 0 0,1 0 0 0 0,0 0 1 0 0,-1-1-1 0 0,1 1 0 0 0,-1 0 0 0 0,1 0 0 0 0,-1 0 0 0 0,1 0 0 0 0,0 0 0 0 0,-1 0 1 0 0,1 0-1 0 0,-1 0 0 0 0,1 0 0 0 0,-1 0 0 0 0,1 0 0 0 0,-1 0 0 0 0,1 0 0 0 0,0 1 1 0 0,-1-1-1 0 0,1 0 0 0 0,-1 0 0 0 0,0 1 0 0 0,-7 1 20 0 0,0 1 0 0 0,1 0 0 0 0,-1 1 0 0 0,0 0-1 0 0,1 0 1 0 0,0 1 0 0 0,0 0 0 0 0,-10 8 0 0 0,-53 55 81 0 0,54-51-84 0 0,-106 120 163 0 0,102-110-153 0 0,0 1 1 0 0,2 1-1 0 0,-20 42 1 0 0,34-64-20 0 0,2 0-1 0 0,-1 0 1 0 0,1 1 0 0 0,0-1-1 0 0,0 1 1 0 0,1-1 0 0 0,0 1 0 0 0,0 0-1 0 0,1 0 1 0 0,0 0 0 0 0,1-1-1 0 0,2 16 1 0 0,-2-17-6 0 0,1-1 0 0 0,0 1 1 0 0,0 0-1 0 0,0-1 0 0 0,1 1 0 0 0,0-1 0 0 0,0 0 0 0 0,0 0 1 0 0,1 0-1 0 0,-1-1 0 0 0,1 1 0 0 0,1-1 0 0 0,-1 0 1 0 0,0 0-1 0 0,1 0 0 0 0,0 0 0 0 0,5 2 0 0 0,-2-2 7 0 0,-1 0-1 0 0,0-1 1 0 0,1 0-1 0 0,0 0 1 0 0,0-1-1 0 0,0 0 1 0 0,0 0-1 0 0,0-1 1 0 0,0 0-1 0 0,0-1 1 0 0,0 1-1 0 0,0-2 1 0 0,12-1-1 0 0,-16 2 8 0 0,0-1 0 0 0,0 0 1 0 0,0 0-1 0 0,0 0 0 0 0,0-1 0 0 0,-1 1 0 0 0,1-1 0 0 0,0 0 0 0 0,-1 0 0 0 0,1 0 0 0 0,-1-1 1 0 0,0 1-1 0 0,0-1 0 0 0,0 0 0 0 0,0 1 0 0 0,0-1 0 0 0,0-1 0 0 0,-1 1 0 0 0,0 0 0 0 0,1-1 0 0 0,-1 1 1 0 0,-1-1-1 0 0,1 0 0 0 0,0 0 0 0 0,-1 1 0 0 0,0-1 0 0 0,0 0 0 0 0,1-7 0 0 0,-1 9-20 0 0,-1-1 0 0 0,0 1 0 0 0,0-1 0 0 0,0 1 0 0 0,0-1 0 0 0,0 0 0 0 0,0 1 0 0 0,-1-1 0 0 0,1 1-1 0 0,-1-1 1 0 0,0 1 0 0 0,1-1 0 0 0,-1 1 0 0 0,0 0 0 0 0,-1-1 0 0 0,1 1 0 0 0,0 0 0 0 0,-3-3 0 0 0,2 2-3 0 0,-1 0 0 0 0,0 1 0 0 0,0-1 0 0 0,-1 1-1 0 0,1 0 1 0 0,0 0 0 0 0,-1 0 0 0 0,1 0 0 0 0,-1 1 0 0 0,-7-3 0 0 0,-3 1-13 0 0,-1 0-1 0 0,0 1 0 0 0,0 0 0 0 0,-1 1 1 0 0,-16 1-1 0 0,8 2-522 0 0,0 0 0 0 0,0 2-1 0 0,0 1 1 0 0,0 0 0 0 0,-35 15 0 0 0,-55 30-9513 0 0,88-36 3691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24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464 107 1416 0 0,'1'-3'1368'0'0,"5"-16"1517"0"0,0-1 0 0 0,3-25 0 0 0,-9 43-2496 0 0,-3-9 784 0 0,2 10-1136 0 0,-1 0 1 0 0,0 0 0 0 0,0 0 0 0 0,1 1 0 0 0,-1-1 0 0 0,0 1 0 0 0,0-1 0 0 0,0 1 0 0 0,0 0 0 0 0,0-1 0 0 0,0 1-1 0 0,0 0 1 0 0,0 0 0 0 0,1 0 0 0 0,-1 1 0 0 0,0-1 0 0 0,0 0 0 0 0,0 1 0 0 0,0-1 0 0 0,0 1 0 0 0,1 0 0 0 0,-1 0-1 0 0,0 0 1 0 0,0 0 0 0 0,-2 2 0 0 0,-10 4 85 0 0,1 2 1 0 0,-12 9-1 0 0,23-16-94 0 0,-48 38 269 0 0,2 2-1 0 0,1 2 0 0 0,3 2 1 0 0,2 1-1 0 0,-47 69 0 0 0,81-104-268 0 0,1 0-1 0 0,0 1 1 0 0,1-1-1 0 0,0 2 0 0 0,1-1 1 0 0,0 0-1 0 0,1 1 0 0 0,-5 28 1 0 0,9-37-24 0 0,-1 0-1 0 0,1 0 1 0 0,0 1 0 0 0,0-1-1 0 0,0 0 1 0 0,1 0 0 0 0,0 0-1 0 0,0 0 1 0 0,0 1 0 0 0,1-1-1 0 0,0 0 1 0 0,0-1 0 0 0,0 1 0 0 0,0 0-1 0 0,1-1 1 0 0,0 1 0 0 0,0-1-1 0 0,0 0 1 0 0,0 0 0 0 0,1 0-1 0 0,-1 0 1 0 0,1 0 0 0 0,0-1-1 0 0,0 0 1 0 0,1 0 0 0 0,-1 0-1 0 0,6 2 1 0 0,-1-1 4 0 0,0 0 0 0 0,0-1-1 0 0,0 0 1 0 0,1 0 0 0 0,-1-1-1 0 0,1-1 1 0 0,0 0 0 0 0,-1 0-1 0 0,1-1 1 0 0,0 0 0 0 0,15-2 0 0 0,-18 1 54 0 0,0 0 0 0 0,0 0 0 0 0,0-1 0 0 0,0 0 0 0 0,0 0 0 0 0,0 0 0 0 0,-1-1 0 0 0,1 0 0 0 0,-1-1 0 0 0,0 0 0 0 0,0 0 0 0 0,0 0 0 0 0,0 0 0 0 0,-1-1 1 0 0,10-10-1 0 0,-14 14-51 0 0,0 0 1 0 0,0 0-1 0 0,-1 0 1 0 0,1 0-1 0 0,0 0 1 0 0,-1 0-1 0 0,1-1 1 0 0,-1 1-1 0 0,1 0 1 0 0,-1 0-1 0 0,1 0 1 0 0,-1-1-1 0 0,0 1 1 0 0,0 0-1 0 0,1 0 1 0 0,-1-1-1 0 0,0 1 1 0 0,0 0-1 0 0,0 0 1 0 0,0-1-1 0 0,-1 1 1 0 0,1 0-1 0 0,0 0 1 0 0,-1 0-1 0 0,1-1 1 0 0,0 1-1 0 0,-1 0 1 0 0,1 0 0 0 0,-1 0-1 0 0,0 0 1 0 0,1 0-1 0 0,-1 0 1 0 0,0 0-1 0 0,0 0 1 0 0,0 0-1 0 0,1 0 1 0 0,-1 0-1 0 0,0 0 1 0 0,0 1-1 0 0,0-1 1 0 0,-1 0-1 0 0,0 0 1 0 0,-4-2-2 0 0,0 0 1 0 0,0 0-1 0 0,0 1 0 0 0,0 0 1 0 0,0 0-1 0 0,-10-2 1 0 0,3 3-155 0 0,0 0 0 0 0,0 1 0 0 0,0 0 0 0 0,0 1 0 0 0,0 0 0 0 0,-25 7 0 0 0,38-8-17 0 0,-1 0-1 0 0,0 0 1 0 0,0 0 0 0 0,0 0 0 0 0,1 0-1 0 0,-1 1 1 0 0,0-1 0 0 0,0 0 0 0 0,1 1-1 0 0,-1-1 1 0 0,0 1 0 0 0,0-1-1 0 0,1 1 1 0 0,-1-1 0 0 0,0 1 0 0 0,1-1-1 0 0,-1 1 1 0 0,1-1 0 0 0,-1 1 0 0 0,1 0-1 0 0,-1-1 1 0 0,1 1 0 0 0,-1 0 0 0 0,1 0-1 0 0,0-1 1 0 0,-1 1 0 0 0,1 0 0 0 0,0 0-1 0 0,0-1 1 0 0,0 1 0 0 0,-1 1-1 0 0,14 3-5082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24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1524 0 0,'2'-2'1728'0'0,"1"-3"-437"0"0,8-10 3292 0 0,0-1 0 0 0,11-24 1042 0 0,-9 27-2846 0 0,-9 68-2438 0 0,-2 0-1 0 0,-2 1 0 0 0,-3-1 0 0 0,-13 79 0 0 0,15-131-365 0 0,-16 137-1535 0 0,18-70-2589 0 0,1-53 1129 0 0,0-1 0 0 0,7 21 0 0 0,-3-16-3596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22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24 1384 0 0,'-2'0'1762'0'0,"-30"2"3174"0"0,29-2-4061 0 0,-19 4 2644 0 0,17-2-1481 0 0,16-1-1434 0 0,60-5 63 0 0,72-12 0 0 0,-48 4-1066 0 0,-56 11-2415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23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0 1392 0 0,'-3'1'1780'0'0,"-5"3"-1033"0"0,-1 1 0 0 0,1 0 0 0 0,0 0 0 0 0,1 0 0 0 0,-1 1 0 0 0,1 1 0 0 0,0-1 0 0 0,1 1 1 0 0,-1 0-1 0 0,1 0 0 0 0,1 1 0 0 0,-7 11 0 0 0,7-12-549 0 0,1 1 0 0 0,0 0 1 0 0,0 0-1 0 0,1 0 0 0 0,0 1 0 0 0,1-1 0 0 0,-1 1 1 0 0,2 0-1 0 0,-1-1 0 0 0,1 1 0 0 0,1 0 0 0 0,-1 0 1 0 0,3 16-1 0 0,-2-22-172 0 0,1-1 0 0 0,0 1 0 0 0,-1 0 0 0 0,1 0 0 0 0,0 0 0 0 0,1 0 0 0 0,-1-1 0 0 0,0 1 0 0 0,1-1 0 0 0,-1 1 0 0 0,1-1 0 0 0,0 1 0 0 0,0-1 0 0 0,0 0 0 0 0,0 0 0 0 0,0 0 0 0 0,1 0 0 0 0,-1 0 0 0 0,0 0 0 0 0,1-1 0 0 0,0 1 0 0 0,-1-1 0 0 0,1 0 0 0 0,0 0 0 0 0,0 0 0 0 0,-1 0 0 0 0,1 0 0 0 0,0-1 0 0 0,3 1 0 0 0,9 1-7 0 0,0-2 1 0 0,-1 0-1 0 0,1 0 0 0 0,25-5 0 0 0,-12 1 4 0 0,-11 3 26 0 0,0 0 0 0 0,0 1 0 0 0,0 0 0 0 0,-1 2 0 0 0,1 0 0 0 0,0 1 0 0 0,-1 0 0 0 0,1 1 0 0 0,26 12 1 0 0,-34-12 58 0 0,0 0 1 0 0,-1 1-1 0 0,1 0 1 0 0,-1 1-1 0 0,0 0 1 0 0,0 0 0 0 0,-1 1-1 0 0,0 0 1 0 0,0 0-1 0 0,-1 1 1 0 0,0 0 0 0 0,0 0-1 0 0,0 0 1 0 0,-1 0-1 0 0,-1 1 1 0 0,1 0-1 0 0,5 18 1 0 0,-7-10 154 0 0,-2 0 5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27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767 3 200 0 0,'15'-3'9189'0'0,"-13"4"-8771"0"0,14 12 2302 0 0,10 27-3870 0 0,-21-31 2107 0 0,6 10-699 0 0,-1 1-1 0 0,0 0 1 0 0,-2 1-1 0 0,0 0 0 0 0,-2 1 1 0 0,5 25-1 0 0,-10-43-158 0 0,-1 0 0 0 0,1 0 0 0 0,-1 0 1 0 0,0 0-1 0 0,-1 0 0 0 0,1 0 0 0 0,-1 0 0 0 0,1-1 0 0 0,-1 1 0 0 0,0 0 0 0 0,-1 0 1 0 0,1-1-1 0 0,-1 1 0 0 0,-3 5 0 0 0,2-4 10 0 0,-1 1 0 0 0,0-1-1 0 0,-1 0 1 0 0,1 0 0 0 0,-1-1 0 0 0,0 0 0 0 0,-11 8 0 0 0,-1-2 53 0 0,-1 0 1 0 0,0-2 0 0 0,0 0 0 0 0,-34 9 0 0 0,-3-2 20 0 0,-2-2 0 0 0,-114 12 0 0 0,136-23-398 0 0,1-2 0 0 0,0-1 0 0 0,0-1 0 0 0,0-2 0 0 0,0-1 0 0 0,-47-15-1 0 0,67 16-366 0 0,0-1-1 0 0,0-1 0 0 0,0-1 1 0 0,-16-10-1 0 0,23 13-481 0 0,1-1 0 0 0,0 0-1 0 0,0 0 1 0 0,0-1 0 0 0,-9-11 0 0 0,3-1-3585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29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99 1460 0 0,'-6'-8'4031'0'0,"0"-6"-1719"0"0,6 12-2028 0 0,15-5 464 0 0,75-13 315 0 0,100-9 0 0 0,-73 13-83 0 0,-114 15-923 0 0,1 1 0 0 0,-1-1 0 0 0,1 1-1 0 0,0 0 1 0 0,-1-1 0 0 0,1 2 0 0 0,0-1 0 0 0,-1 0 0 0 0,1 1-1 0 0,0 0 1 0 0,-1 0 0 0 0,1 0 0 0 0,-1 0 0 0 0,1 0 0 0 0,-1 1-1 0 0,0-1 1 0 0,1 1 0 0 0,-1 0 0 0 0,0 0 0 0 0,3 3 0 0 0,-2 0 57 0 0,-1-1 0 0 0,0 1 1 0 0,0-1-1 0 0,0 1 0 0 0,0 0 1 0 0,-1 0-1 0 0,0 0 1 0 0,0 0-1 0 0,-1 1 0 0 0,1-1 1 0 0,-1 0-1 0 0,1 7 0 0 0,10 87 887 0 0,-1 176-1 0 0,-9-138-803 0 0,45 942 2696 0 0,-15-342-2282 0 0,2 32 856 0 0,-23-625-1272 0 0,6 300 338 0 0,-18-438-498 0 0,1-1 1 0 0,-1 1-1 0 0,0 0 0 0 0,0 0 1 0 0,0 0-1 0 0,-1-1 0 0 0,0 1 0 0 0,0-1 1 0 0,0 1-1 0 0,-1-1 0 0 0,0 0 1 0 0,0 0-1 0 0,0 0 0 0 0,-1 0 1 0 0,0-1-1 0 0,1 1 0 0 0,-2-1 0 0 0,1 0 1 0 0,0 0-1 0 0,-1 0 0 0 0,0-1 1 0 0,0 0-1 0 0,0 0 0 0 0,0 0 1 0 0,0 0-1 0 0,-1-1 0 0 0,1 0 0 0 0,-1 0 1 0 0,1 0-1 0 0,-1-1 0 0 0,0 0 1 0 0,0 0-1 0 0,-7 0 0 0 0,-44 2 7 0 0,0-3 0 0 0,-85-11 0 0 0,29 1-36 0 0,-38 4-140 0 0,-19-1-1733 0 0,58-4-2546 0 0,69 2-3055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30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137 397 660 0 0,'-28'0'3277'0'0,"26"0"-2411"0"0,-2 0-98 0 0,-47-1 2363 0 0,48 1-2735 0 0,-31 1 1510 0 0,20 1 566 0 0,737-70-102 0 0,-333 35-2361 0 0,1035-132-995 0 0,-1367 157 937 0 0,0-3 0 0 0,95-31 0 0 0,-147 40 73 0 0,0-1 0 0 0,-1 1 1 0 0,1-1-1 0 0,-1 0 0 0 0,0 0 0 0 0,0-1 0 0 0,0 1 1 0 0,0-1-1 0 0,0 0 0 0 0,-1-1 0 0 0,0 1 0 0 0,0-1 1 0 0,7-10-1 0 0,-10 14-28 0 0,-1 0 0 0 0,1 1 0 0 0,-1-1 1 0 0,1 0-1 0 0,-1 0 0 0 0,1 0 0 0 0,0 1 0 0 0,-1-1 1 0 0,1 0-1 0 0,0 1 0 0 0,0-1 0 0 0,0 0 1 0 0,-1 1-1 0 0,2-1 0 0 0,-1 1 4 0 0,-1 0 0 0 0,0 0 0 0 0,1 0-1 0 0,-1 0 1 0 0,0 0 0 0 0,1 0 0 0 0,-1 0 0 0 0,0 0 0 0 0,1 0 0 0 0,-1 0-1 0 0,0 0 1 0 0,1 0 0 0 0,-1 0 0 0 0,0 1 0 0 0,0-1 0 0 0,1 0 0 0 0,-1 0-1 0 0,0 0 1 0 0,1 0 0 0 0,-1 1 0 0 0,0-1 0 0 0,0 0 0 0 0,0 0 0 0 0,1 1-1 0 0,-1-1 1 0 0,0 0 0 0 0,0 1 0 0 0,1-1 0 0 0,9 31 49 0 0,-6-17-47 0 0,4 11 22 0 0,0 0 1 0 0,-1 1-1 0 0,-2-1 0 0 0,4 41 1 0 0,-8-55-9 0 0,-1 0 1 0 0,0 0 0 0 0,-1 1-1 0 0,0-1 1 0 0,-1 0 0 0 0,0 0-1 0 0,-1 0 1 0 0,0 0-1 0 0,0 0 1 0 0,-1-1 0 0 0,-1 0-1 0 0,0 1 1 0 0,-7 10-1 0 0,-5 2-85 0 0,-2-1-1 0 0,0 0 0 0 0,-1-1 1 0 0,-1-1-1 0 0,-1-1 0 0 0,-1-1 1 0 0,-39 24-1 0 0,23-20-1492 0 0,-1-1 0 0 0,0-2 0 0 0,-2-2 0 0 0,-53 15 0 0 0,31-16-3072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30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23 1516 0 0,'-3'-23'9558'0'0,"3"24"-9480"0"0,-5 2 186 0 0,0 0-1 0 0,1 0 1 0 0,0 1 0 0 0,-8 7 0 0 0,2-1-127 0 0,-35 35 309 0 0,-44 57 1 0 0,78-88-416 0 0,0 1 0 0 0,1 1 0 0 0,1-1 1 0 0,1 1-1 0 0,0 1 0 0 0,1 0 0 0 0,0 0 0 0 0,-6 31 0 0 0,12-42-23 0 0,0 1 1 0 0,0-1-1 0 0,1 1 0 0 0,0-1 0 0 0,0 1 0 0 0,1-1 0 0 0,-1 1 1 0 0,1-1-1 0 0,1 1 0 0 0,-1-1 0 0 0,1 0 0 0 0,0 0 1 0 0,1 0-1 0 0,3 7 0 0 0,-2-6-36 0 0,1 0 0 0 0,0 0 0 0 0,0-1 1 0 0,1 1-1 0 0,0-1 0 0 0,0 0 0 0 0,1-1 0 0 0,0 1 1 0 0,11 6-1 0 0,3-1-217 0 0,1 0 0 0 0,0-2 0 0 0,0 0 0 0 0,1-2 0 0 0,0-1 1 0 0,42 7-1 0 0,-7-6-1278 0 0,1-2 0 0 0,-1-3 1 0 0,78-7-1 0 0,-45-4-1894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31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82 1612 0 0,'6'-8'1459'0'0,"0"0"0"0"0,0 0 0 0 0,-1 0 0 0 0,0-1 0 0 0,5-13 0 0 0,-9 21-1056 0 0,-3-2-241 0 0,2 2-132 0 0,0 1 0 0 0,0-1 0 0 0,-1 0 0 0 0,1 0 0 0 0,0 0 0 0 0,-1 1 0 0 0,1-1 0 0 0,-1 0-1 0 0,1 1 1 0 0,-1-1 0 0 0,1 0 0 0 0,-1 1 0 0 0,0-1 0 0 0,1 0 0 0 0,-1 1 0 0 0,0-1 0 0 0,1 1 0 0 0,-1 0 0 0 0,0-1 0 0 0,0 1 0 0 0,1-1 0 0 0,-1 1-1 0 0,0 0 1 0 0,0 0 0 0 0,0-1 0 0 0,1 1 0 0 0,-1 0 0 0 0,0 0 0 0 0,0 0 0 0 0,0 0 0 0 0,0 0 0 0 0,0 0 0 0 0,1 0 0 0 0,-1 0 0 0 0,0 1 0 0 0,-1-1-1 0 0,-7 2-5 0 0,1-1-1 0 0,-1 1 1 0 0,1 1-1 0 0,0 0 1 0 0,0 0-1 0 0,0 0 1 0 0,-7 6-1 0 0,-52 34 75 0 0,53-34-67 0 0,-26 20 83 0 0,1 1 1 0 0,-60 60-1 0 0,85-75-78 0 0,0 0 0 0 0,1 2 0 0 0,1-1 0 0 0,0 1 0 0 0,1 1 0 0 0,1 0 0 0 0,1 1 0 0 0,1 0 0 0 0,-8 23 1 0 0,14-36-35 0 0,1 0 0 0 0,0 0 0 0 0,0 0 0 0 0,0 0 1 0 0,1 0-1 0 0,0 0 0 0 0,0 0 0 0 0,1 0 0 0 0,-1 0 1 0 0,1 0-1 0 0,1 0 0 0 0,-1-1 0 0 0,1 1 0 0 0,0 0 0 0 0,5 9 1 0 0,-3-8 35 0 0,1 1 0 0 0,0-1 0 0 0,1 0 0 0 0,0-1 0 0 0,0 0 0 0 0,0 1 0 0 0,0-2 0 0 0,1 1 0 0 0,14 8 0 0 0,-2-4-267 0 0,-1 0 0 0 0,2-2-1 0 0,-1 0 1 0 0,1-1 0 0 0,0-1-1 0 0,1-1 1 0 0,-1-1 0 0 0,29 2-1 0 0,-33-5-1774 0 0,1-1 0 0 0,29-3 0 0 0,-27 0-990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31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37 1588 0 0,'0'0'2034'0'0,"1"-24"6992"0"0,2 23-8900 0 0,0-1 0 0 0,-1 0 0 0 0,1 1-1 0 0,0 0 1 0 0,0 0 0 0 0,0 0 0 0 0,0 0-1 0 0,0 0 1 0 0,0 0 0 0 0,0 1 0 0 0,1 0-1 0 0,-1-1 1 0 0,0 1 0 0 0,0 0-1 0 0,0 1 1 0 0,0-1 0 0 0,0 0 0 0 0,1 1-1 0 0,-1 0 1 0 0,0 0 0 0 0,0 0 0 0 0,3 1-1 0 0,3 1 22 0 0,0 1 0 0 0,0 0 0 0 0,0 1 0 0 0,0-1 0 0 0,0 1 0 0 0,9 8 0 0 0,-16-11-105 0 0,1 1 0 0 0,0-1 0 0 0,-1 1 0 0 0,1-1 0 0 0,-1 1 0 0 0,0 0 0 0 0,0 0 0 0 0,0-1 0 0 0,0 2 0 0 0,-1-1 0 0 0,1 0 0 0 0,-1 0 0 0 0,0 0 0 0 0,0 1 0 0 0,0-1 0 0 0,0 1 0 0 0,0-1 0 0 0,-1 4 0 0 0,0-2-6 0 0,0 0 1 0 0,-1 0-1 0 0,0-1 1 0 0,0 1-1 0 0,0 0 1 0 0,0 0-1 0 0,-1-1 1 0 0,0 1-1 0 0,0-1 1 0 0,0 0-1 0 0,-5 7 1 0 0,-4 4 20 0 0,-1 0 1 0 0,0-1 0 0 0,-1-1-1 0 0,-1 0 1 0 0,-22 17-1 0 0,-113 76-81 0 0,148-105 38 0 0,1 0-4 0 0,0-1-1 0 0,0 1 1 0 0,1-1-1 0 0,-1 1 1 0 0,0-1-1 0 0,0 1 1 0 0,1-1-1 0 0,-1 0 0 0 0,0 1 1 0 0,1-1-1 0 0,-1 1 1 0 0,0-1-1 0 0,1 0 1 0 0,-1 1-1 0 0,1-1 1 0 0,-1 0-1 0 0,0 1 1 0 0,1-1-1 0 0,-1 0 0 0 0,1 0 1 0 0,0 1-1 0 0,28 0 66 0 0,0-2 0 0 0,0-1 0 0 0,0-1 0 0 0,32-7 0 0 0,30-4-20 0 0,-65 10 38 0 0,-1 0 0 0 0,27-10 0 0 0,-50 14-312 0 0,2-1-318 0 0,-1 1-1 0 0,0-1 0 0 0,0 0 0 0 0,0 0 1 0 0,0 0-1 0 0,0-1 0 0 0,0 1 0 0 0,0-1 0 0 0,0 0 1 0 0,3-2-1 0 0,-5 3 319 0 0,21-13-5220 0 0,-9 6 578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32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103 237 1088 0 0,'-36'-27'6999'0'0,"25"18"-4264"0"0,0 1 0 0 0,-22-13 1 0 0,32 21-2692 0 0,0-1 0 0 0,1 1 0 0 0,-1 0 0 0 0,1 0 0 0 0,-1-1-1 0 0,0 1 1 0 0,1 0 0 0 0,-1-1 0 0 0,1 1 0 0 0,-1-1 0 0 0,1 1 0 0 0,-1-1 0 0 0,1 1 0 0 0,-1-1 0 0 0,1 1 0 0 0,0-1 0 0 0,-1 1 0 0 0,1-1 0 0 0,0 1 0 0 0,-1-1 0 0 0,1-1 0 0 0,0 2-27 0 0,0-1 0 0 0,0 1 1 0 0,0-1-1 0 0,1 1 0 0 0,-1 0 0 0 0,0-1 1 0 0,0 1-1 0 0,1-1 0 0 0,-1 1 1 0 0,0 0-1 0 0,1-1 0 0 0,-1 1 1 0 0,0 0-1 0 0,1-1 0 0 0,-1 1 1 0 0,0 0-1 0 0,1 0 0 0 0,-1-1 0 0 0,1 1 1 0 0,-1 0-1 0 0,1 0 0 0 0,27-8 101 0 0,-28 8-107 0 0,183-19 247 0 0,-119 15-896 0 0,82-16 0 0 0,-144 19 599 0 0,0 1-1 0 0,1-1 1 0 0,-1 0-1 0 0,0 0 1 0 0,1 0 0 0 0,-1 0-1 0 0,0 0 1 0 0,0 0 0 0 0,0-1-1 0 0,0 1 1 0 0,0-1 0 0 0,0 1-1 0 0,-1-1 1 0 0,1 0 0 0 0,0 0-1 0 0,-1 0 1 0 0,0 0-1 0 0,1 0 1 0 0,-1 0 0 0 0,0 0-1 0 0,0 0 1 0 0,0 0 0 0 0,0-1-1 0 0,0 1 1 0 0,-1 0 0 0 0,1-1-1 0 0,-1 1 1 0 0,1 0 0 0 0,-1-1-1 0 0,0 1 1 0 0,0-1 0 0 0,0 1-1 0 0,0-1 1 0 0,0 1-1 0 0,-1 0 1 0 0,1-1 0 0 0,-1 1-1 0 0,-1-4 1 0 0,1 4 26 0 0,1-21-335 0 0,2 23 347 0 0,-1 0 0 0 0,0-1-1 0 0,1 1 1 0 0,-1 0-1 0 0,1 0 1 0 0,-1 0-1 0 0,1 0 1 0 0,-1 0 0 0 0,1 0-1 0 0,-1 0 1 0 0,0 1-1 0 0,1-1 1 0 0,-1 0-1 0 0,1 1 1 0 0,-1-1 0 0 0,0 1-1 0 0,1 0 1 0 0,-1-1-1 0 0,0 1 1 0 0,0 0 0 0 0,2 1-1 0 0,31 25 169 0 0,-28-22-135 0 0,-3-3-27 0 0,12 11 180 0 0,22 23 0 0 0,-34-32-141 0 0,0 0-1 0 0,0-1 1 0 0,0 1 0 0 0,0 1 0 0 0,0-1 0 0 0,-1 0 0 0 0,0 1-1 0 0,0-1 1 0 0,0 1 0 0 0,-1 0 0 0 0,1 0 0 0 0,0 5-1 0 0,-2-6-27 0 0,-1-1 0 0 0,1 1 0 0 0,0-1 0 0 0,-1 1-1 0 0,0-1 1 0 0,0 1 0 0 0,0-1 0 0 0,-1 0-1 0 0,1 1 1 0 0,-1-1 0 0 0,1 0 0 0 0,-1 0-1 0 0,0 0 1 0 0,0 0 0 0 0,-3 3 0 0 0,-4 4 12 0 0,-1 0 0 0 0,-15 12-1 0 0,5-6-618 0 0,0-1 0 0 0,-1-2 0 0 0,-1 0 0 0 0,-46 20 0 0 0,40-23-2669 0 0,-55 14 0 0 0,48-15-1164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32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71 1660 0 0,'0'-3'1516'0'0,"18"-54"6612"0"0,-18 56-7589 0 0,0-1 52 0 0,0 1-570 0 0,0 1 1 0 0,1 0 0 0 0,-1 0-1 0 0,0 0 1 0 0,0 0 0 0 0,0-1-1 0 0,0 1 1 0 0,0 0 0 0 0,0 0-1 0 0,0-1 1 0 0,0 1 0 0 0,0 0-1 0 0,0 0 1 0 0,0 0 0 0 0,0-1-1 0 0,0 1 1 0 0,0 0 0 0 0,0 0-1 0 0,0 0 1 0 0,0-1 0 0 0,0 1-1 0 0,0 0 1 0 0,0 0 0 0 0,-1 0-1 0 0,1-1 1 0 0,0 1 0 0 0,0 0-1 0 0,0 0 1 0 0,0 0 0 0 0,0 0-1 0 0,0-1 1 0 0,-1 1 0 0 0,1 0-1 0 0,0 0 1 0 0,0 0 0 0 0,0 0-1 0 0,0 0 1 0 0,-1 0 0 0 0,1 0-1 0 0,0-1 1 0 0,0 1 0 0 0,0 0-1 0 0,-1 0 1 0 0,1 0 0 0 0,-7 2 33 0 0,-1 1 0 0 0,1-1 0 0 0,0 1 0 0 0,1 0 1 0 0,-1 1-1 0 0,0 0 0 0 0,1 0 0 0 0,0 0 1 0 0,-10 10-1 0 0,-53 54 132 0 0,63-62-162 0 0,-11 13 17 0 0,0 1 0 0 0,1 1 0 0 0,1 1-1 0 0,-13 24 1 0 0,23-38-35 0 0,1-1-1 0 0,1 1 1 0 0,0 0-1 0 0,0 0 1 0 0,0 0-1 0 0,1 0 1 0 0,0 0-1 0 0,1 1 0 0 0,0-1 1 0 0,0 1-1 0 0,0-1 1 0 0,1 1-1 0 0,1-1 1 0 0,0 1-1 0 0,0-1 1 0 0,3 14-1 0 0,0-14-1 0 0,0-1 1 0 0,0 1-1 0 0,0-1 1 0 0,1 0-1 0 0,0-1 1 0 0,0 1-1 0 0,0-1 0 0 0,1 0 1 0 0,0 0-1 0 0,1 0 1 0 0,-1-1-1 0 0,1 0 1 0 0,8 5-1 0 0,6 2-155 0 0,0-1 0 0 0,1-1 0 0 0,31 11 0 0 0,-2-5-1154 0 0,63 12 0 0 0,-2-12-3335 0 0,-53-12 322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33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94 340 0 0,'-2'-1'1597'0'0,"-77"-56"7407"0"0,41 28-4764 0 0,37 28-3990 0 0,-6-2 35 0 0,6 3-273 0 0,1-1 0 0 0,-1 1 0 0 0,1 0 0 0 0,-1 0 0 0 0,1-1 0 0 0,-1 1 0 0 0,0 0 0 0 0,1 0 0 0 0,-1 0 0 0 0,1 0 0 0 0,-1 0 0 0 0,1-1 0 0 0,-1 1 0 0 0,0 0 0 0 0,1 0 0 0 0,-1 1 0 0 0,1-1 0 0 0,-1 0 0 0 0,0 0 0 0 0,1 0 0 0 0,-1 0 0 0 0,1 0 0 0 0,-1 1 0 0 0,1-1 0 0 0,-1 0 0 0 0,1 0 0 0 0,-1 1 0 0 0,1-1 0 0 0,-1 0 0 0 0,1 1 0 0 0,-1-1 0 0 0,1 1 0 0 0,-1-1 0 0 0,0 1 0 0 0,-11 10 47 0 0,0 0 0 0 0,1 1 0 0 0,0 0 0 0 0,-15 24 1 0 0,-35 61 35 0 0,54-85-80 0 0,-6 10 32 0 0,1 0 0 0 0,1 1 0 0 0,1 0 0 0 0,-13 46 1 0 0,21-61-46 0 0,1 1 0 0 0,-1-1 1 0 0,2 1-1 0 0,-1-1 0 0 0,1 1 0 0 0,1-1 1 0 0,2 17-1 0 0,-2-19-33 0 0,1-1 0 0 0,0 1 0 0 0,0-1 0 0 0,0 0 0 0 0,1 1 0 0 0,-1-1 0 0 0,1 0 0 0 0,0-1-1 0 0,1 1 1 0 0,-1 0 0 0 0,1-1 0 0 0,8 8 0 0 0,-5-6-426 0 0,1-1-1 0 0,-1 0 1 0 0,1 0-1 0 0,0 0 1 0 0,0-1-1 0 0,0-1 1 0 0,14 6-1 0 0,-11-6-1024 0 0,0-1 0 0 0,-1 0 0 0 0,16 1-1 0 0,-1-1-2916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33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78 932 0 0,'-3'-1'3541'0'0,"-23"-17"4088"0"0,23 8-5383 0 0,3 10-2178 0 0,0-1 0 0 0,0 1 0 0 0,-1-1 0 0 0,1 1 0 0 0,0-1 1 0 0,0 1-1 0 0,0-1 0 0 0,0 1 0 0 0,0 0 0 0 0,0-1 0 0 0,0 1 0 0 0,0-1 0 0 0,0 1 1 0 0,0-1-1 0 0,0 1 0 0 0,0-1 0 0 0,0 1 0 0 0,0-1 0 0 0,0 1 0 0 0,1-1 0 0 0,-1 1 1 0 0,0-1-1 0 0,0 1 0 0 0,0-1 0 0 0,1 1 0 0 0,-1 0 0 0 0,0-1 0 0 0,1 1 0 0 0,-1-1 1 0 0,0 1-1 0 0,1 0 0 0 0,-1-1 0 0 0,0 1 0 0 0,1 0 0 0 0,3-4-2 0 0,-1 1 0 0 0,1 0-1 0 0,0 1 1 0 0,0-1 0 0 0,0 1-1 0 0,0 0 1 0 0,0-1 0 0 0,0 2-1 0 0,1-1 1 0 0,-1 1 0 0 0,1-1 0 0 0,-1 1-1 0 0,8-1 1 0 0,-3 1-46 0 0,-1 0 0 0 0,1 1 0 0 0,0 0 0 0 0,0 0 0 0 0,-1 0 0 0 0,17 4 0 0 0,-20-3 12 0 0,-1 1 0 0 0,1-1 0 0 0,-1 1 0 0 0,1 0 0 0 0,-1 0 0 0 0,0 0 0 0 0,0 1 0 0 0,0-1 0 0 0,0 1 0 0 0,0 0 0 0 0,-1 0 1 0 0,1 1-1 0 0,-1-1 0 0 0,0 1 0 0 0,5 6 0 0 0,-6-7 0 0 0,-1 0 0 0 0,1 1 1 0 0,-1-1-1 0 0,1 1 0 0 0,-1-1 0 0 0,0 1 1 0 0,0-1-1 0 0,-1 1 0 0 0,1 0 1 0 0,-1-1-1 0 0,0 1 0 0 0,0 0 1 0 0,0 0-1 0 0,0-1 0 0 0,-1 1 1 0 0,1 0-1 0 0,-1-1 0 0 0,0 1 0 0 0,0 0 1 0 0,-2 4-1 0 0,-3 3-20 0 0,1 0 0 0 0,-2-1 0 0 0,1 0 0 0 0,-1 0-1 0 0,-1 0 1 0 0,0 0 0 0 0,0-1 0 0 0,-14 11 0 0 0,-9 5-69 0 0,-40 25 0 0 0,59-42 94 0 0,12-8-34 0 0,-23 15 121 0 0,14-11-102 0 0,11-8-85 0 0,1 2 68 0 0,0 1-1 0 0,1-1 1 0 0,-1 0 0 0 0,0 1-1 0 0,1-1 1 0 0,-1 1-1 0 0,0 0 1 0 0,1 0 0 0 0,-1 1-1 0 0,1-1 1 0 0,0 1-1 0 0,5-1 1 0 0,5 1 26 0 0,0 0 0 0 0,0 1 0 0 0,0 0 0 0 0,0 1 0 0 0,0 1 0 0 0,-1 0 0 0 0,1 1 0 0 0,-1 0 0 0 0,1 1 0 0 0,-1 1 0 0 0,-1 0 0 0 0,1 0 0 0 0,-1 2 0 0 0,0-1 0 0 0,-1 2 0 0 0,0-1 0 0 0,19 20-1 0 0,-29-27-5 0 0,0 0-1 0 0,0 0 1 0 0,0 0-1 0 0,-1 0 1 0 0,1 0-1 0 0,0 0 1 0 0,-1 0-1 0 0,1 0 0 0 0,-1 0 1 0 0,1 0-1 0 0,-1 0 1 0 0,1 0-1 0 0,-1 0 1 0 0,0 1-1 0 0,0-1 1 0 0,1 0-1 0 0,-1 0 0 0 0,0 0 1 0 0,0 1-1 0 0,0-1 1 0 0,0 0-1 0 0,-1 0 1 0 0,1 0-1 0 0,0 1 0 0 0,0-1 1 0 0,-1 0-1 0 0,1 0 1 0 0,-1 0-1 0 0,1 0 1 0 0,-1 0-1 0 0,1 0 1 0 0,-1 0-1 0 0,0 0 0 0 0,1 0 1 0 0,-1 0-1 0 0,0 0 1 0 0,0 0-1 0 0,-1 1 1 0 0,-3 2 19 0 0,1 0 1 0 0,-1 0 0 0 0,0-1 0 0 0,0 0 0 0 0,0 0-1 0 0,-8 3 1 0 0,-9 3 1 0 0,-1-2-1 0 0,0-1 0 0 0,-1 0 0 0 0,1-2 1 0 0,-1-1-1 0 0,-42 1 0 0 0,42-4-1446 0 0,1-1 0 0 0,0-2-1 0 0,-44-9 1 0 0,33 0-5290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35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605 111 912 0 0,'0'0'3088'0'0,"-15"-25"2931"0"0,-28-1-2490 0 0,28 17-3044 0 0,-1 2 0 0 0,0 0-1 0 0,-1 1 1 0 0,-28-7-1 0 0,26 8-226 0 0,-2 0 0 0 0,1 2-1 0 0,0 1 1 0 0,-39 0-1 0 0,51 2-252 0 0,1 1 1 0 0,-1 0-1 0 0,1 1 0 0 0,0 0 1 0 0,-1 0-1 0 0,1 0 0 0 0,0 1 0 0 0,0 0 1 0 0,1 0-1 0 0,-1 1 0 0 0,1 0 1 0 0,-1 0-1 0 0,1 1 0 0 0,0 0 0 0 0,1 0 1 0 0,-10 10-1 0 0,6-3 38 0 0,0 0 1 0 0,1 1-1 0 0,1-1 1 0 0,0 1-1 0 0,1 1 0 0 0,0-1 1 0 0,1 1-1 0 0,1 0 1 0 0,-4 20-1 0 0,-1 17 504 0 0,-3 69 1 0 0,7-50-431 0 0,-4 215 276 0 0,8-110-246 0 0,-30 355 144 0 0,4-81 1244 0 0,25 27-738 0 0,24-1-577 0 0,-18-389-179 0 0,9 298 91 0 0,-12-324-95 0 0,-20 262 142 0 0,17-300-163 0 0,-21 205 206 0 0,17-184-119 0 0,6-41-102 0 0,0 35 217 0 0,0-33-210 0 0,4 12 21 0 0,-2 0 0 0 0,0 0 0 0 0,-1 1 0 0 0,-1-1 1 0 0,-1 1-1 0 0,-3 25 0 0 0,4-40 480 0 0,0 4 643 0 0,-1-5-977 0 0,1 1 0 0 0,0-1-1 0 0,0 1 1 0 0,0-1 0 0 0,0 0-1 0 0,0 1 1 0 0,0-1 0 0 0,0 1-1 0 0,0-1 1 0 0,1 0 0 0 0,-1 1 0 0 0,0-1-1 0 0,1 0 1 0 0,-1 1 0 0 0,1-1-1 0 0,1 2 1 0 0,7-3-144 0 0,0 1-1 0 0,0-2 1 0 0,0 1 0 0 0,0-1-1 0 0,0-1 1 0 0,0 1 0 0 0,11-5-1 0 0,14-2 18 0 0,665-84-5894 0 0,-231 48-7087 0 0,-356 35 5653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38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29 392 0 0,'0'0'2717'0'0,"0"-3"-1827"0"0,0 1 0 0 0,0-1 0 0 0,0 0-1 0 0,-1 1 1 0 0,1-1 0 0 0,-1 0 0 0 0,0 1 0 0 0,-1-6 0 0 0,-9 21-855 0 0,2 1 0 0 0,0 0-1 0 0,1 0 1 0 0,0 0 0 0 0,-6 19 0 0 0,2-7 4 0 0,-4 5 4 0 0,-39 91 190 0 0,50-107-202 0 0,0 1 0 0 0,0-1 0 0 0,2 1 0 0 0,0 0 0 0 0,0 0 0 0 0,1 17 0 0 0,2-28 7 0 0,0-1 0 0 0,0 0 0 0 0,0 0 0 0 0,1 0 0 0 0,0 0 0 0 0,0 0 0 0 0,0 0 1 0 0,0 0-1 0 0,0-1 0 0 0,1 1 0 0 0,0 0 0 0 0,0 0 0 0 0,0-1 0 0 0,0 1 0 0 0,0-1 0 0 0,1 0 0 0 0,-1 0 0 0 0,1 0 0 0 0,5 4 0 0 0,-4-4 1 0 0,1 0 1 0 0,0 0-1 0 0,0-1 0 0 0,0 1 0 0 0,0-1 0 0 0,0-1 0 0 0,1 1 1 0 0,-1-1-1 0 0,0 0 0 0 0,1 0 0 0 0,-1 0 0 0 0,1-1 1 0 0,-1 0-1 0 0,8-1 0 0 0,-3 0 70 0 0,1 0 1 0 0,0-1-1 0 0,-1-1 0 0 0,1 0 1 0 0,-1 0-1 0 0,0-1 1 0 0,0 0-1 0 0,0-1 0 0 0,-1 0 1 0 0,0-1-1 0 0,0 0 1 0 0,0 0-1 0 0,0-1 0 0 0,13-14 1 0 0,-11 9-31 0 0,0 1 1 0 0,-2-2 0 0 0,1 1-1 0 0,-2-2 1 0 0,0 1 0 0 0,0-1-1 0 0,-1 0 1 0 0,-1 0 0 0 0,7-26-1 0 0,-10 31-54 0 0,-1-1 1 0 0,-1 1-1 0 0,0-1 0 0 0,0 1 0 0 0,-1-1 0 0 0,0 1 0 0 0,-1-1 0 0 0,0 1 0 0 0,-1-1 0 0 0,1 1 0 0 0,-2-1 0 0 0,0 1 0 0 0,-6-16 0 0 0,6 20-62 0 0,0-1-1 0 0,0 1 1 0 0,0-1-1 0 0,-1 1 0 0 0,1 0 1 0 0,-1 0-1 0 0,-1 1 1 0 0,1-1-1 0 0,-1 1 1 0 0,1 0-1 0 0,-1 0 1 0 0,-1 0-1 0 0,1 1 0 0 0,0 0 1 0 0,-1 0-1 0 0,1 0 1 0 0,-1 1-1 0 0,0 0 1 0 0,0 0-1 0 0,0 0 1 0 0,-12-1-1 0 0,13 2-228 0 0,0 1-1 0 0,0 0 1 0 0,0 0-1 0 0,0 1 1 0 0,0-1-1 0 0,0 1 1 0 0,0 0-1 0 0,0 1 1 0 0,0-1-1 0 0,1 1 1 0 0,-1 0-1 0 0,0 0 1 0 0,1 0-1 0 0,0 1 1 0 0,-8 4-1 0 0,-15 21-4245 0 0,14-13 522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39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1676 0 0,'10'-33'6205'0'0,"-10"27"-5655"0"0,2 1 1 0 0,-1 0 0 0 0,1 0-1 0 0,-1 0 1 0 0,5-7 0 0 0,-4 10-479 0 0,-1 0 1 0 0,0 0-1 0 0,1 0 1 0 0,0 1-1 0 0,-1-1 1 0 0,1 1-1 0 0,0-1 0 0 0,0 1 1 0 0,0-1-1 0 0,0 1 1 0 0,0 0-1 0 0,0 0 1 0 0,0 0-1 0 0,1 0 1 0 0,-1 1-1 0 0,4-2 0 0 0,15-2 100 0 0,1 1-1 0 0,-1 1 0 0 0,1 1 0 0 0,0 1 0 0 0,0 1 0 0 0,-1 1 0 0 0,1 1 0 0 0,0 1 0 0 0,-1 0 0 0 0,0 2 0 0 0,0 0 0 0 0,-1 2 1 0 0,0 0-1 0 0,34 19 0 0 0,-51-25-115 0 0,1 1 1 0 0,-1-1 0 0 0,0 0 0 0 0,1 1-1 0 0,-1 0 1 0 0,0 0 0 0 0,-1 0 0 0 0,1 0-1 0 0,-1 0 1 0 0,1 0 0 0 0,3 7-1 0 0,-5-8-19 0 0,-1 1 0 0 0,1-1 0 0 0,-1 0 0 0 0,0 0 0 0 0,1 0 0 0 0,-1 1 0 0 0,0-1 0 0 0,0 0 0 0 0,0 0 0 0 0,0 1 0 0 0,-1-1 0 0 0,1 0 0 0 0,-1 0 0 0 0,1 0 0 0 0,-1 0 0 0 0,0 0 0 0 0,0 0 0 0 0,0 1 0 0 0,0-2 0 0 0,0 1 0 0 0,0 0 0 0 0,-3 3 0 0 0,-8 9 50 0 0,0-2 1 0 0,-1 1 0 0 0,0-2 0 0 0,-1 0 0 0 0,0 0 0 0 0,-1-1 0 0 0,0-1 0 0 0,-19 8 0 0 0,-37 25 127 0 0,62-36-213 0 0,2 0-3 0 0,59 0 10 0 0,-37-4-6 0 0,0 0 0 0 0,0 1 0 0 0,0 0 0 0 0,27 11 0 0 0,-35-11 28 0 0,1 0-1 0 0,-1 1 1 0 0,1 0-1 0 0,-1 0 1 0 0,-1 1-1 0 0,1-1 1 0 0,-1 1-1 0 0,1 1 1 0 0,-1-1-1 0 0,-1 1 1 0 0,7 9-1 0 0,-11-13 6 0 0,0 0-1 0 0,0 0 1 0 0,0 1 0 0 0,-1-1 0 0 0,1 1-1 0 0,-1-1 1 0 0,1 0 0 0 0,-1 1-1 0 0,0-1 1 0 0,0 1 0 0 0,0-1 0 0 0,-1 0-1 0 0,1 1 1 0 0,-1-1 0 0 0,1 1-1 0 0,-1-1 1 0 0,0 0 0 0 0,1 0 0 0 0,-1 1-1 0 0,0-1 1 0 0,-1 0 0 0 0,1 0 0 0 0,0 0-1 0 0,-1 0 1 0 0,1 0 0 0 0,-4 3-1 0 0,-2 3 76 0 0,0 0-1 0 0,-1 0 0 0 0,0 0 0 0 0,-13 9 0 0 0,10-9-57 0 0,0-1-1 0 0,-1-1 1 0 0,0 0-1 0 0,0 0 1 0 0,0-1-1 0 0,0-1 1 0 0,-1 0-1 0 0,-15 3 1 0 0,19-6-48 0 0,0 0 0 0 0,0 0 0 0 0,0-1-1 0 0,0 0 1 0 0,-1 0 0 0 0,1-1 0 0 0,1 0 0 0 0,-1-1 0 0 0,0 0 0 0 0,0 0 0 0 0,0-1 0 0 0,-12-6-1 0 0,11 2-102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39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105 133 1396 0 0,'-15'-4'3721'0'0,"0"-2"-1"0"0,-24-11 1 0 0,12 4-99 0 0,25 12-2987 0 0,0 0-304 0 0,-3-4 175 0 0,26-4-305 0 0,-1 1 0 0 0,1 1 0 0 0,0 1 0 0 0,37-7 0 0 0,-19 5-112 0 0,71-14-326 0 0,-47 11-4445 0 0,-60 10 3818 0 0,7 4-874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40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4 1680 0 0,'-3'0'1723'0'0,"-23"-3"3494"0"0,23 3-4189 0 0,-11 0 1258 0 0,11 0-1746 0 0,0 1-381 0 0,1 0 0 0 0,-1 0 1 0 0,0 0-1 0 0,1 0 0 0 0,-1 1 0 0 0,1-1 1 0 0,-1 1-1 0 0,1 0 0 0 0,0 0 0 0 0,-1-1 1 0 0,1 2-1 0 0,0-1 0 0 0,0 0 0 0 0,1 0 1 0 0,-1 1-1 0 0,0-1 0 0 0,1 1 1 0 0,-1-1-1 0 0,-1 6 0 0 0,-5 11 641 0 0,-12 33-1 0 0,15-35-558 0 0,-4 6-69 0 0,2 1 0 0 0,1-1 0 0 0,0 1 0 0 0,2 0 1 0 0,-2 34-1 0 0,11-33 365 0 0,-5-24-492 0 0,1 0 1 0 0,-1 0-1 0 0,0 0 0 0 0,1 0 1 0 0,-1 0-1 0 0,0 0 0 0 0,1 0 0 0 0,-1 0 1 0 0,1 0-1 0 0,0 0 0 0 0,-1-1 1 0 0,1 1-1 0 0,0 0 0 0 0,-1 0 1 0 0,1-1-1 0 0,0 1 0 0 0,0-1 1 0 0,0 1-1 0 0,-1-1 0 0 0,1 1 1 0 0,2 0-1 0 0,6-1 78 0 0,0 0 0 0 0,1-1 1 0 0,-1 0-1 0 0,0-1 0 0 0,0 0 1 0 0,0 0-1 0 0,-1-1 0 0 0,11-5 1 0 0,-6 4-70 0 0,0-1-1 0 0,0 1 1 0 0,19-2 0 0 0,-28 6-35 0 0,1-1 0 0 0,0 1 0 0 0,-1 0 1 0 0,1 1-1 0 0,-1-1 0 0 0,1 1 0 0 0,-1 0 0 0 0,1 0 0 0 0,-1 0 0 0 0,1 0 0 0 0,-1 1 0 0 0,0 0 0 0 0,0 0 0 0 0,5 3 0 0 0,-1 1 111 0 0,0 0 0 0 0,0 0-1 0 0,0 1 1 0 0,-1 0 0 0 0,0 0 0 0 0,0 1-1 0 0,-1 0 1 0 0,0 0 0 0 0,-1 0-1 0 0,0 1 1 0 0,0 0 0 0 0,0 0 0 0 0,-1 0-1 0 0,-1 1 1 0 0,0-1 0 0 0,0 1-1 0 0,3 19 1 0 0,-5-20 63 0 0,0 0 0 0 0,-1 0 0 0 0,0 0 0 0 0,-1-1-1 0 0,0 1 1 0 0,0 0 0 0 0,-1 0 0 0 0,0-1 0 0 0,0 1 0 0 0,-1-1 0 0 0,0 0 0 0 0,-1 1 0 0 0,1-2-1 0 0,-2 1 1 0 0,1 0 0 0 0,-1-1 0 0 0,0 0 0 0 0,-1 0 0 0 0,1 0 0 0 0,-12 9 0 0 0,7-8-58 0 0,0 0 0 0 0,-1-1 0 0 0,0 0 0 0 0,0-1 0 0 0,-1 0 0 0 0,0-1 0 0 0,0 0 0 0 0,0-1 0 0 0,0 0 0 0 0,-1-1 0 0 0,-16 2 0 0 0,9-3-76 0 0,-1-1 1 0 0,0 0 0 0 0,0-2 0 0 0,0 0 0 0 0,1-1 0 0 0,-26-6-1 0 0,40 6-162 0 0,-1 1 0 0 0,1-1 0 0 0,0-1 0 0 0,-1 1 0 0 0,1-1 0 0 0,-9-6 0 0 0,12 7-539 0 0,1 0 0 0 0,-1 0 1 0 0,1 0-1 0 0,-1-1 0 0 0,1 1 1 0 0,-4-5-1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43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94 408 0 0,'0'-2'1872'0'0,"5"-11"75"0"0,0 1 1 0 0,1 0 0 0 0,0-1 0 0 0,10-13 0 0 0,-14 24-1873 0 0,-1 1 0 0 0,1-1-1 0 0,0 1 1 0 0,0 0 0 0 0,0-1 0 0 0,0 1-1 0 0,1 0 1 0 0,-1 0 0 0 0,0 1 0 0 0,0-1-1 0 0,1 0 1 0 0,-1 1 0 0 0,0-1 0 0 0,1 1-1 0 0,-1 0 1 0 0,0 0 0 0 0,3 0 0 0 0,37 3 321 0 0,-39-3-373 0 0,7 1 31 0 0,0 1 1 0 0,-1 0-1 0 0,1 1 1 0 0,0 0 0 0 0,-1 0-1 0 0,0 1 1 0 0,1 0-1 0 0,-2 1 1 0 0,13 7-1 0 0,-18-10-33 0 0,0 1-1 0 0,0-1 0 0 0,0 1 1 0 0,-1-1-1 0 0,1 1 1 0 0,-1 0-1 0 0,0 0 1 0 0,0 0-1 0 0,0 0 1 0 0,0 0-1 0 0,0 0 0 0 0,-1 1 1 0 0,1-1-1 0 0,-1 1 1 0 0,0-1-1 0 0,0 1 1 0 0,-1-1-1 0 0,1 1 0 0 0,-1-1 1 0 0,1 1-1 0 0,-1 0 1 0 0,0-1-1 0 0,0 1 1 0 0,-1 0-1 0 0,1-1 0 0 0,-1 1 1 0 0,-2 6-1 0 0,-3 5 14 0 0,-1 0 0 0 0,0-1 0 0 0,-1-1 0 0 0,-1 1-1 0 0,0-1 1 0 0,-1 0 0 0 0,-16 15 0 0 0,-11 17 27 0 0,8-9-180 0 0,28-35 76 0 0,13 4-65 0 0,3-5 114 0 0,0 0 0 0 0,0 0 1 0 0,0 2-1 0 0,-1 0 0 0 0,1 1 0 0 0,-1 0 1 0 0,1 1-1 0 0,-1 1 0 0 0,0 0 1 0 0,-1 1-1 0 0,1 0 0 0 0,-1 1 0 0 0,17 12 1 0 0,-14-7 63 0 0,-1 1 1 0 0,0 1-1 0 0,19 22 0 0 0,-29-30 35 0 0,1 1 0 0 0,-1 0 0 0 0,0 0-1 0 0,-1 1 1 0 0,0-1 0 0 0,0 1-1 0 0,-1 0 1 0 0,0 0 0 0 0,0 0-1 0 0,3 14 1 0 0,-6-16 25 0 0,0-1-1 0 0,0 0 1 0 0,0 0-1 0 0,-1 0 1 0 0,1 1-1 0 0,-1-1 1 0 0,0 0-1 0 0,-1 0 1 0 0,1 0-1 0 0,-1 0 1 0 0,0-1-1 0 0,-1 1 1 0 0,1 0-1 0 0,-1-1 1 0 0,0 1-1 0 0,0-1 1 0 0,0 0-1 0 0,0 0 1 0 0,-1 0-1 0 0,1-1 1 0 0,-1 1-1 0 0,0-1 1 0 0,0 0-1 0 0,-1 0 1 0 0,-8 5-1 0 0,3-2-24 0 0,-1-1-1 0 0,0 0 0 0 0,-1-1 1 0 0,1 0-1 0 0,-1-1 1 0 0,0 0-1 0 0,0 0 1 0 0,0-1-1 0 0,-19 0 1 0 0,19-2-32 0 0,10 0-53 0 0,-32-7 40 0 0,19 4-87 0 0,-12-2-1695 0 0,10 6-3184 0 0,16-1 4607 0 0,1 1 1 0 0,-1 0-1 0 0,0-1 1 0 0,1 1-1 0 0,-1 0 1 0 0,0-1-1 0 0,1 1 1 0 0,-1 0-1 0 0,1 0 1 0 0,-1 0-1 0 0,1-1 0 0 0,-1 1 1 0 0,1 0-1 0 0,-1 0 1 0 0,1 0-1 0 0,0 0 1 0 0,0 1-1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43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31 1396 0 0,'0'-3'1144'0'0,"1"0"0"0"0,-1 0 0 0 0,1 0 1 0 0,-1 0-1 0 0,0-1 0 0 0,0 1 0 0 0,-1-6 0 0 0,-47 50 734 0 0,2 3-1 0 0,-71 87 1 0 0,92-103-1499 0 0,-39 62 0 0 0,59-82-347 0 0,0 1 1 0 0,0 0-1 0 0,1 0 0 0 0,0 0 0 0 0,0 1 0 0 0,1 0 1 0 0,1 0-1 0 0,-1-1 0 0 0,2 1 0 0 0,-1 1 0 0 0,1-1 1 0 0,1 14-1 0 0,1-18-14 0 0,1-1 0 0 0,0 1 0 0 0,0 0 0 0 0,0 0 0 0 0,1-1 1 0 0,-1 0-1 0 0,1 1 0 0 0,1-1 0 0 0,-1 0 0 0 0,1 0 0 0 0,0-1 0 0 0,0 1 0 0 0,0-1 0 0 0,0 0 0 0 0,1 0 1 0 0,0 0-1 0 0,0 0 0 0 0,0-1 0 0 0,0 0 0 0 0,0 0 0 0 0,1-1 0 0 0,8 4 0 0 0,-9-4 54 0 0,-1 0 0 0 0,1-1-1 0 0,0 1 1 0 0,0-1 0 0 0,0 0-1 0 0,0 0 1 0 0,0 0 0 0 0,0-1 0 0 0,0 0-1 0 0,0 0 1 0 0,0 0 0 0 0,0-1-1 0 0,0 1 1 0 0,0-1 0 0 0,0 0 0 0 0,0-1-1 0 0,0 1 1 0 0,-1-1 0 0 0,1 0-1 0 0,0 0 1 0 0,-1-1 0 0 0,0 1 0 0 0,1-1-1 0 0,-1 0 1 0 0,0 0 0 0 0,0 0-1 0 0,4-6 1 0 0,-6 7-53 0 0,-1 0 0 0 0,1 0 0 0 0,-1 0 0 0 0,0 0 0 0 0,0 0 0 0 0,0 0 0 0 0,0 0 0 0 0,0-1 0 0 0,-1 1 0 0 0,1-1 0 0 0,0 1 0 0 0,-1 0 1 0 0,0-1-1 0 0,0 1 0 0 0,0-1 0 0 0,0 1 0 0 0,0 0 0 0 0,0-1 0 0 0,0 1 0 0 0,-1-1 0 0 0,1 1 0 0 0,-1 0 0 0 0,0-1 0 0 0,0 1 0 0 0,0 0 0 0 0,0 0 0 0 0,0-1 0 0 0,0 1 0 0 0,-1 0 0 0 0,1 0 0 0 0,-1 0 0 0 0,1 1 0 0 0,-1-1 0 0 0,0 0 0 0 0,1 0 0 0 0,-1 1 0 0 0,0-1 0 0 0,0 1 0 0 0,0 0 0 0 0,0 0 0 0 0,-1 0 0 0 0,1 0 0 0 0,0 0 0 0 0,0 0 0 0 0,-1 0 0 0 0,1 1 0 0 0,-5-2 1 0 0,0 1-79 0 0,0 1 0 0 0,0-1 0 0 0,-1 1 1 0 0,1 0-1 0 0,0 0 0 0 0,-1 1 0 0 0,1 0 1 0 0,0 1-1 0 0,0 0 0 0 0,0 0 0 0 0,0 0 1 0 0,0 1-1 0 0,0-1 0 0 0,1 2 0 0 0,-1-1 1 0 0,1 1-1 0 0,0 0 0 0 0,0 0 0 0 0,0 1 1 0 0,-6 7-1 0 0,3-3-733 0 0,1 0 1 0 0,0 0-1 0 0,0 1 0 0 0,-10 19 1 0 0,11-16-1264 0 0,1 0 1 0 0,0 0 0 0 0,-6 24-1 0 0,8-15-2828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44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65 76 0 0,'-23'-9'16588'0'0,"24"-1"-15289"0"0,1 3-232 0 0,13-32 9047 0 0,-14 65-9591 0 0,-3 14-178 0 0,-6 39 1 0 0,0-15-426 0 0,-3 66-4637 0 0,9-87-182 0 0,0 0-3579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46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86 712 0 0,'6'-20'8191'0'0,"-4"18"-7500"0"0,-1-1 1 0 0,0 0 0 0 0,0 0-1 0 0,-1 0 1 0 0,1 0 0 0 0,0 0-1 0 0,-1-5 1 0 0,1 7-631 0 0,-1 0-1 0 0,1 0 1 0 0,0 0-1 0 0,-1 0 1 0 0,1 0-1 0 0,0 0 1 0 0,0 0-1 0 0,-1 0 1 0 0,1 0-1 0 0,0 0 1 0 0,0 0-1 0 0,0 1 1 0 0,0-1-1 0 0,0 0 1 0 0,0 1-1 0 0,0-1 1 0 0,1 1-1 0 0,-1-1 1 0 0,2 0 0 0 0,21-8 112 0 0,-23 9-162 0 0,10-3 16 0 0,0 0 0 0 0,0 1 1 0 0,0 0-1 0 0,0 1 0 0 0,0 1 1 0 0,1 0-1 0 0,-1 0 0 0 0,0 1 1 0 0,0 0-1 0 0,1 1 0 0 0,-1 0 0 0 0,16 6 1 0 0,-23-6-8 0 0,0-1 0 0 0,1 1 0 0 0,-1 0 0 0 0,0 0 0 0 0,0 1 0 0 0,0-1 0 0 0,0 1 0 0 0,-1 0 0 0 0,1 0 0 0 0,-1 0 0 0 0,0 0 0 0 0,1 1 0 0 0,-1-1 0 0 0,-1 1 0 0 0,1 0 0 0 0,-1 0 0 0 0,1 0 0 0 0,-1 0 0 0 0,0 0 0 0 0,0 0 0 0 0,-1 1 0 0 0,0-1 0 0 0,1 1 0 0 0,-1-1 0 0 0,-1 1 0 0 0,1-1 0 0 0,-1 1 0 0 0,1 0 0 0 0,-1-1 0 0 0,-1 1 0 0 0,1 0 0 0 0,-2 6 0 0 0,-1 3 14 0 0,-1 0 0 0 0,-1 0 0 0 0,0-1 0 0 0,-1 1 0 0 0,0-1 0 0 0,-1 0 0 0 0,-1-1 0 0 0,0 0 0 0 0,0 0 0 0 0,-13 12 0 0 0,-14 15 217 0 0,-58 47 0 0 0,40-41-81 0 0,-33 29-342 0 0,85-74 181 0 0,1 1-1 0 0,0-1 0 0 0,-1 0 1 0 0,1 0-1 0 0,0 1 0 0 0,-1-1 1 0 0,1 0-1 0 0,0 1 0 0 0,-1-1 1 0 0,1 1-1 0 0,0-1 1 0 0,0 0-1 0 0,-1 1 0 0 0,1-1 1 0 0,0 1-1 0 0,0-1 0 0 0,0 1 1 0 0,0-1-1 0 0,0 1 0 0 0,-1-1 1 0 0,1 1-1 0 0,0-1 0 0 0,0 0 1 0 0,0 1-1 0 0,0-1 1 0 0,0 1-1 0 0,1-1 0 0 0,-1 1 1 0 0,0 0-1 0 0,12 5 290 0 0,20-5-40 0 0,-30-1-283 0 0,181-23 288 0 0,-64 5-645 0 0,-95 16-142 0 0,56-5-5019 0 0,-67 10 3185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46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57 660 0 0,'6'-14'5893'0'0,"23"-29"6382"0"0,-31 56-12082 0 0,-1 0-1 0 0,-1-1 1 0 0,0 1 0 0 0,-9 17-1 0 0,-8 22 13 0 0,17-37-173 0 0,0-1 0 0 0,0 1-1 0 0,1 0 1 0 0,-1 23-1 0 0,4-35-28 0 0,0 1 0 0 0,0-1 0 0 0,0 1 0 0 0,1-1-1 0 0,0 1 1 0 0,-1-1 0 0 0,1 0 0 0 0,0 1-1 0 0,0-1 1 0 0,1 0 0 0 0,-1 0 0 0 0,1 0-1 0 0,-1 0 1 0 0,1 0 0 0 0,0 0 0 0 0,0 0 0 0 0,1 0-1 0 0,-1-1 1 0 0,0 1 0 0 0,1-1 0 0 0,-1 0-1 0 0,1 0 1 0 0,0 0 0 0 0,0 0 0 0 0,4 2 0 0 0,-4-3 3 0 0,1 0 0 0 0,-1-1 1 0 0,1 1-1 0 0,0-1 1 0 0,-1 0-1 0 0,1 0 0 0 0,0 0 1 0 0,-1 0-1 0 0,1-1 1 0 0,0 1-1 0 0,-1-1 0 0 0,1 0 1 0 0,-1 0-1 0 0,1 0 1 0 0,-1-1-1 0 0,0 1 0 0 0,5-3 1 0 0,8-7 237 0 0,0-1 0 0 0,-1-1 1 0 0,-1 0-1 0 0,26-29 0 0 0,-37 39-107 0 0,49-57 2347 0 0,-51 59-2402 0 0,8 8 542 0 0,-7 4-433 0 0,-2 0 0 0 0,1 1-1 0 0,-2-1 1 0 0,1 0 0 0 0,-1 0-1 0 0,-1 0 1 0 0,0-1 0 0 0,-5 14-1 0 0,1 5-38 0 0,-57 244 370 0 0,21-102-3166 0 0,8 1-5854 0 0,27-137 3092 0 0,-1-3-2922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47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38 1600 0 0,'7'-3'2937'0'0,"0"0"0"0"0,0-1-1 0 0,12-8 1 0 0,-3 2 1329 0 0,-5 5-1285 0 0,-11 7-2949 0 0,0 0-1 0 0,0 0 1 0 0,0 0 0 0 0,0 0 0 0 0,-1 0-1 0 0,1 0 1 0 0,0 0 0 0 0,-1 0-1 0 0,1 0 1 0 0,-1 0 0 0 0,0 0 0 0 0,0 0-1 0 0,-1 2 1 0 0,-17 30 170 0 0,8-17-126 0 0,-7 16 62 0 0,-22 56 1 0 0,36-78-119 0 0,1 1 0 0 0,-1 0 0 0 0,2-1 0 0 0,0 1 0 0 0,0 0 0 0 0,1 0 1 0 0,0 0-1 0 0,1 0 0 0 0,2 14 0 0 0,-1-21-11 0 0,0-1 1 0 0,0 0-1 0 0,0 1 0 0 0,0-1 0 0 0,1 0 1 0 0,0 1-1 0 0,0-1 0 0 0,0 0 0 0 0,1 0 1 0 0,-1-1-1 0 0,1 1 0 0 0,0 0 0 0 0,0-1 1 0 0,0 0-1 0 0,0 0 0 0 0,1 0 0 0 0,-1 0 1 0 0,1 0-1 0 0,0-1 0 0 0,0 1 0 0 0,0-1 1 0 0,0 0-1 0 0,0 0 0 0 0,0-1 0 0 0,0 1 1 0 0,1-1-1 0 0,-1 0 0 0 0,1 0 0 0 0,-1 0 1 0 0,7 0-1 0 0,-3-1 37 0 0,0 1 1 0 0,-1-1-1 0 0,1-1 0 0 0,0 1 1 0 0,-1-1-1 0 0,1-1 0 0 0,-1 1 1 0 0,1-1-1 0 0,-1-1 0 0 0,0 1 1 0 0,0-1-1 0 0,0 0 0 0 0,0-1 0 0 0,-1 0 1 0 0,1 0-1 0 0,-1 0 0 0 0,6-6 1 0 0,-11 10-38 0 0,-1-1 1 0 0,1 1 0 0 0,-1 0-1 0 0,1-1 1 0 0,-1 1-1 0 0,1-1 1 0 0,-1 1 0 0 0,1-1-1 0 0,-1 0 1 0 0,1 1 0 0 0,-1-1-1 0 0,0 1 1 0 0,1-1-1 0 0,-1 0 1 0 0,0 1 0 0 0,0-1-1 0 0,1 0 1 0 0,-1 1 0 0 0,0-1-1 0 0,0 0 1 0 0,0 1-1 0 0,0-1 1 0 0,0 0 0 0 0,0 1-1 0 0,0-1 1 0 0,0 0-1 0 0,0 1 1 0 0,0-1 0 0 0,0 0-1 0 0,-1 1 1 0 0,1-2 0 0 0,-1 1-3 0 0,0 0 1 0 0,-1 0-1 0 0,1 0 1 0 0,0 0-1 0 0,0 0 1 0 0,-1 0-1 0 0,1 1 1 0 0,0-1-1 0 0,-1 0 1 0 0,1 1-1 0 0,0-1 1 0 0,-1 1-1 0 0,-1-1 1 0 0,-41-4 27 0 0,22 7-346 0 0,1 0 1 0 0,-36 8-1 0 0,-4 9-7027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48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531 68 932 0 0,'21'-36'21576'0'0,"-16"33"-21309"0"0,21 5 1204 0 0,-24-2-1319 0 0,2 0-2 0 0,181-17 374 0 0,-113 8-568 0 0,5 4-142 0 0,-74 5 190 0 0,0 1 1 0 0,0-1-1 0 0,0 0 1 0 0,0 1-1 0 0,0 0 1 0 0,0 0 0 0 0,0 0-1 0 0,-1 0 1 0 0,1 0-1 0 0,0 0 1 0 0,0 1-1 0 0,-1-1 1 0 0,1 1-1 0 0,-1 0 1 0 0,0 0 0 0 0,1 0-1 0 0,-1 0 1 0 0,0 0-1 0 0,0 0 1 0 0,0 1-1 0 0,0-1 1 0 0,-1 1 0 0 0,1-1-1 0 0,-1 1 1 0 0,1 0-1 0 0,0 4 1 0 0,3 6 120 0 0,-1 0 1 0 0,-1 0-1 0 0,0 0 1 0 0,2 20-1 0 0,-4-26-108 0 0,5 75 598 0 0,-3-1 0 0 0,-12 126 0 0 0,1-56-428 0 0,-49 741 801 0 0,-43-6-694 0 0,62-452-331 0 0,18-173 144 0 0,18-232 120 0 0,1-13 269 0 0,0-1 0 0 0,-2 1 0 0 0,-4 19 0 0 0,5-30-430 0 0,0 1 0 0 0,0-1 1 0 0,-1 0-1 0 0,1 0 1 0 0,-1 0-1 0 0,0 0 0 0 0,-1 0 1 0 0,1 0-1 0 0,-1-1 0 0 0,0 0 1 0 0,0 0-1 0 0,-8 6 0 0 0,-12 7-84 0 0,-1-1-1 0 0,-1-1 0 0 0,0-1 1 0 0,-1-2-1 0 0,-38 13 0 0 0,-146 32-4332 0 0,163-46 2502 0 0,-29 9-1913 0 0,-59 12-7142 0 0,77-22 2220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51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39 111 1212 0 0,'-1'-3'1540'0'0,"-32"-105"11041"0"0,29 133-11834 0 0,15 136 443 0 0,4 74-3256 0 0,-10-191-883 0 0,0-16-2417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51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89 936 0 0,'7'-19'5514'0'0,"-1"-1"1"0"0,5-29 788 0 0,-6 75-5998 0 0,-1 0-1 0 0,-2 1 1 0 0,-1 43-1 0 0,-1-34-3416 0 0,5 38 1 0 0,-3-53-2579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51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62 168 0 0,'-3'-61'16702'0'0,"5"62"-16406"0"0,4 7-194 0 0,-1-1 0 0 0,0 1-1 0 0,0 0 1 0 0,0 0 0 0 0,-1 1-1 0 0,0-1 1 0 0,4 12-1 0 0,18 68 165 0 0,-26-86-257 0 0,13 54 35 0 0,-3 1 1 0 0,-3 0-1 0 0,-2 0 0 0 0,-2 0 0 0 0,-7 81 0 0 0,-7-34-1540 0 0,-4 0 1 0 0,-30 106-1 0 0,-5-49-4511 0 0,24-85 386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58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 1432 0 0,'9'-16'12889'0'0,"-6"24"-12608"0"0,-2-1 1 0 0,1 0-1 0 0,-1 1 1 0 0,0-1-1 0 0,-1 1 1 0 0,0-1-1 0 0,0 1 1 0 0,-2 10 0 0 0,1 12 100 0 0,2 267 2588 0 0,-1 2-3636 0 0,1-274-825 0 0,0-19 805 0 0,0 0 0 0 0,-1-1 1 0 0,0 1-1 0 0,0 0 0 0 0,-1 0 0 0 0,0 0 1 0 0,0-1-1 0 0,0 1 0 0 0,-4 9 0 0 0,-5-4-3970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59:59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31 272 0 0,'-2'-2'2143'0'0,"-28"-27"8645"0"0,63 52-9157 0 0,-10-8-1275 0 0,30 25-314 0 0,1-2 0 0 0,2-2 0 0 0,1-3 1 0 0,98 41-1 0 0,-136-67-473 0 0,1-1 0 0 0,0-1 1 0 0,25 3-1 0 0,-40-8 374 0 0,0 0 0 0 0,0 0 0 0 0,0-1-1 0 0,0 1 1 0 0,-1-1 0 0 0,1 0 0 0 0,0 0 0 0 0,0-1 0 0 0,-1 1 0 0 0,1-1 0 0 0,0 0-1 0 0,-1-1 1 0 0,0 1 0 0 0,0-1 0 0 0,1 1 0 0 0,-2-1 0 0 0,1 0 0 0 0,0-1 0 0 0,-1 1-1 0 0,1-1 1 0 0,-1 0 0 0 0,5-7 0 0 0,4-7 117 0 0,0-1 0 0 0,-2-1 0 0 0,15-35 0 0 0,-18 37 203 0 0,0 3 150 0 0,-1 2 337 0 0,-1-1 1 0 0,6-17 0 0 0,-11 29-592 0 0,-17 24-13 0 0,-7 9-911 0 0,-21 35 1 0 0,4 2-4938 0 0,36-58 4333 0 0,-9 12-3464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05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146 138 1324 0 0,'-5'-6'1209'0'0,"0"0"1"0"0,1-1-1 0 0,0 1 0 0 0,0-1 1 0 0,0 0-1 0 0,1 0 0 0 0,0 0 1 0 0,0-1-1 0 0,1 1 0 0 0,0-1 1 0 0,-1-10-1 0 0,3 17-900 0 0,0-2-194 0 0,0 1 0 0 0,1-1 0 0 0,0 0 0 0 0,-1 1 0 0 0,1-1 0 0 0,3-4 0 0 0,-3 6-95 0 0,3-2-10 0 0,0 1-1 0 0,-1 0 0 0 0,1 0 0 0 0,0 0 0 0 0,0 1 0 0 0,0 0 0 0 0,0-1 0 0 0,1 1 0 0 0,-1 0 0 0 0,0 1 0 0 0,8-1 1 0 0,-7 2-12 0 0,0 0-1 0 0,0 0 1 0 0,1 0 0 0 0,-1 1 0 0 0,0 0 0 0 0,-1 0 0 0 0,1 0 0 0 0,0 0 0 0 0,-1 1 0 0 0,1 0 0 0 0,-1 0 0 0 0,0 0 0 0 0,0 1 0 0 0,0-1 0 0 0,0 1 0 0 0,-1 0 0 0 0,1 0 0 0 0,-1 0 0 0 0,0 0 0 0 0,0 1-1 0 0,-1-1 1 0 0,1 1 0 0 0,-1 0 0 0 0,0 0 0 0 0,0 0 0 0 0,-1 0 0 0 0,0 0 0 0 0,1 0 0 0 0,-2 0 0 0 0,1 0 0 0 0,-1 1 0 0 0,1-1 0 0 0,-1 0 0 0 0,-1 0 0 0 0,1 1 0 0 0,-1-1 0 0 0,-2 10 0 0 0,-2-2 27 0 0,0 0 1 0 0,0 0-1 0 0,-1-1 1 0 0,-1 1 0 0 0,0-2-1 0 0,0 1 1 0 0,-1-1-1 0 0,-1 0 1 0 0,0 0 0 0 0,-1-1-1 0 0,-19 16 1 0 0,-7 12 628 0 0,35-37-500 0 0,25 10-261 0 0,-13-6 95 0 0,1 1 1 0 0,-1 0 0 0 0,0 0 0 0 0,-1 1 0 0 0,0 1 0 0 0,0 0-1 0 0,-1 0 1 0 0,1 1 0 0 0,-2 0 0 0 0,1 0 0 0 0,-2 1 0 0 0,1 0-1 0 0,-1 1 1 0 0,-1 0 0 0 0,10 20 0 0 0,-14-26 29 0 0,0-1 1 0 0,0 1-1 0 0,-1 0 1 0 0,0-1-1 0 0,0 1 1 0 0,0 0-1 0 0,-1-1 1 0 0,1 1-1 0 0,-1 0 1 0 0,0 0-1 0 0,-1 5 1 0 0,0-8 20 0 0,0 1-1 0 0,0 0 1 0 0,0-1 0 0 0,0 1 0 0 0,0-1 0 0 0,0 0 0 0 0,-1 1 0 0 0,1-1 0 0 0,-1 0-1 0 0,0 0 1 0 0,0 0 0 0 0,0 0 0 0 0,0 0 0 0 0,0 0 0 0 0,0 0 0 0 0,0-1-1 0 0,0 1 1 0 0,-1-1 0 0 0,1 0 0 0 0,-1 0 0 0 0,-4 2 0 0 0,-2 0 40 0 0,1-1-1 0 0,-1 0 1 0 0,0-1 0 0 0,0 0 0 0 0,1 0 0 0 0,-1-1 0 0 0,0 0 0 0 0,0 0 0 0 0,0-1 0 0 0,0 0-1 0 0,0-1 1 0 0,-16-5 0 0 0,1-1-503 0 0,0-1 1 0 0,1-1-1 0 0,-30-18 0 0 0,52 27-113 0 0,0 0-1 0 0,-1 0 0 0 0,1 0 0 0 0,-1-2-537 0 0,1 2 537 0 0,0 0 0 0 0,0-1 0 0 0,0 1 1 0 0,0-1-1 0 0,0 1 0 0 0,0-1 0 0 0,1 1 0 0 0,-1-1 1 0 0,1 1-1 0 0,-1-1 0 0 0,1 0 0 0 0,0 1 0 0 0,-1-4 1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06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370 109 1608 0 0,'6'-8'1880'0'0,"1"0"0"0"0,-1-1 0 0 0,-1 0 0 0 0,1 0 0 0 0,-2 0 0 0 0,1-1 0 0 0,4-16 0 0 0,-8 24-1534 0 0,-2 0-261 0 0,1 0-1 0 0,-1 0 1 0 0,0 0-1 0 0,0 0 1 0 0,0 0-1 0 0,0 1 1 0 0,-1-1-1 0 0,-1-2 1 0 0,-1 4-76 0 0,-1 0 1 0 0,1 0-1 0 0,0 1 0 0 0,-1-1 1 0 0,1 1-1 0 0,-1 0 0 0 0,1 0 1 0 0,0 1-1 0 0,-1-1 1 0 0,-5 4-1 0 0,-43 25-11 0 0,42-24 12 0 0,-24 17 8 0 0,0 0 0 0 0,-58 54 1 0 0,79-64-7 0 0,0 1 1 0 0,1 1 0 0 0,0 0 0 0 0,2 1 0 0 0,0 0 0 0 0,0 1 0 0 0,2 0-1 0 0,-11 25 1 0 0,18-36 53 0 0,0 0-1 0 0,0 0 0 0 0,1-1 1 0 0,-1 1-1 0 0,2 1 0 0 0,-1-1 1 0 0,0 0-1 0 0,1 0 1 0 0,1 0-1 0 0,-1 0 0 0 0,1 0 1 0 0,0 0-1 0 0,0 0 0 0 0,0 0 1 0 0,1 0-1 0 0,0 0 0 0 0,0-1 1 0 0,1 1-1 0 0,-1-1 1 0 0,1 1-1 0 0,0-1 0 0 0,1 0 1 0 0,-1 0-1 0 0,1 0 0 0 0,0-1 1 0 0,1 1-1 0 0,-1-1 0 0 0,1 0 1 0 0,-1 0-1 0 0,1-1 0 0 0,0 1 1 0 0,1-1-1 0 0,10 5 1 0 0,6 1 96 0 0,0-1 1 0 0,1 0-1 0 0,0-2 1 0 0,0-1-1 0 0,1 0 1 0 0,-1-2-1 0 0,1-1 1 0 0,0-1-1 0 0,0-1 1 0 0,-1-1-1 0 0,26-4 1 0 0,-47 5-123 0 0,1 0-54 0 0,7-1-40 0 0,-7 0-111 0 0,5-1-326 0 0,3-1-3678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07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61 2036 0 0,'0'0'1771'0'0,"-25"-20"8731"0"0,24 20-10238 0 0,0-1 1 0 0,0 0 0 0 0,0 1 0 0 0,0-1 0 0 0,1 0 0 0 0,-1 1-1 0 0,0-1 1 0 0,0 0 0 0 0,1 0 0 0 0,-1 0 0 0 0,0 0 0 0 0,1 0-1 0 0,-1 0 1 0 0,1 0 0 0 0,-1 0 0 0 0,1 0 0 0 0,0 0 0 0 0,-1 0-1 0 0,1 0 1 0 0,0 0 0 0 0,0 0 0 0 0,0 0 0 0 0,0 0 0 0 0,0 0-1 0 0,0 0 1 0 0,0 0 0 0 0,0 0 0 0 0,1-3 662 0 0,23-7-742 0 0,-14 11-212 0 0,-1 0 0 0 0,1 0 0 0 0,-1 0 0 0 0,1 2 0 0 0,-1-1 0 0 0,0 1 0 0 0,0 0 0 0 0,1 1 0 0 0,-1 0 0 0 0,-1 1 0 0 0,15 7 0 0 0,-17-8 12 0 0,0 0 0 0 0,-1 1-1 0 0,1 0 1 0 0,-1 0 0 0 0,1 1 0 0 0,-2-1-1 0 0,1 1 1 0 0,0 0 0 0 0,-1 0 0 0 0,0 1 0 0 0,0-1-1 0 0,0 1 1 0 0,-1 0 0 0 0,0 0 0 0 0,0 0-1 0 0,-1 0 1 0 0,4 11 0 0 0,-6-13 13 0 0,1 1-1 0 0,-1-1 0 0 0,0 1 1 0 0,0-1-1 0 0,0 1 1 0 0,0-1-1 0 0,-1 1 1 0 0,0-1-1 0 0,0 1 1 0 0,0-1-1 0 0,0 1 1 0 0,-1-1-1 0 0,0 0 1 0 0,0 0-1 0 0,0 0 1 0 0,0 0-1 0 0,-1 0 1 0 0,1 0-1 0 0,-1-1 1 0 0,0 1-1 0 0,-4 3 0 0 0,-8 6 108 0 0,0 0-1 0 0,-1 0 0 0 0,-27 16 1 0 0,3-3 258 0 0,36-24-307 0 0,-17 13 46 0 0,21-15-100 0 0,0 0 1 0 0,-1 0-1 0 0,1 0 0 0 0,0 0 0 0 0,-1 0 0 0 0,1 0 0 0 0,0 0 0 0 0,0 1 1 0 0,0-1-1 0 0,-1 0 0 0 0,1 0 0 0 0,0 0 0 0 0,0 0 0 0 0,0 1 1 0 0,-1-1-1 0 0,1 0 0 0 0,0 0 0 0 0,0 1 0 0 0,0-1 0 0 0,0 0 0 0 0,0 0 1 0 0,0 1-1 0 0,-1-1 0 0 0,1 0 0 0 0,0 0 0 0 0,0 1 0 0 0,0-1 1 0 0,0 0-1 0 0,0 1 0 0 0,0-1 0 0 0,0 0 0 0 0,0 0 0 0 0,0 1 1 0 0,0-1-1 0 0,0 0 0 0 0,0 0 0 0 0,0 1 0 0 0,1-1 0 0 0,-1 0 0 0 0,0 1 1 0 0,0-1-1 0 0,0 0 0 0 0,0 0 0 0 0,0 0 0 0 0,1 1 0 0 0,-1-1 1 0 0,0 0-1 0 0,0 0 0 0 0,0 1 0 0 0,1-1 0 0 0,-1 0 0 0 0,0 0 0 0 0,0 0 1 0 0,0 0-1 0 0,1 0 0 0 0,-1 1 0 0 0,0-1 0 0 0,0 0 0 0 0,1 0 1 0 0,-1 0-1 0 0,0 0 0 0 0,1 0 0 0 0,-1 0 0 0 0,0 0 0 0 0,0 0 1 0 0,1 0-1 0 0,-1 0 0 0 0,0 0 0 0 0,1 0 0 0 0,33 4-1017 0 0,0-2-1 0 0,67-4 0 0 0,-19-1-2042 0 0,69 3-5831 0 0,-98-2 3015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09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486 18 912 0 0,'29'-10'16588'0'0,"-27"8"-16116"0"0,-15-2 1742 0 0,-40 3-3780 0 0,44 2 2358 0 0,-34-3-812 0 0,0 3 0 0 0,-68 10 0 0 0,100-9-17 0 0,-1 0-1 0 0,0 1 0 0 0,1 1 0 0 0,-1 0 0 0 0,1 1 1 0 0,0 0-1 0 0,-17 11 0 0 0,22-12 26 0 0,1 0 0 0 0,0 1 0 0 0,-1 0 0 0 0,2 0 0 0 0,-1 0 0 0 0,1 1 0 0 0,-1 0 1 0 0,1-1-1 0 0,1 1 0 0 0,-1 1 0 0 0,1-1 0 0 0,0 0 0 0 0,1 1 0 0 0,-4 10 0 0 0,-2 19 228 0 0,2 1 0 0 0,1 0 0 0 0,2 0 0 0 0,1 47 0 0 0,19 152 1452 0 0,-11-175-1887 0 0,35 495 2010 0 0,-52 3-538 0 0,-21-242-1199 0 0,-20 306-294 0 0,58 105 655 0 0,-5-690-255 0 0,-3 395 1685 0 0,-7-349-1589 0 0,-3 67-44 0 0,12-147-210 0 0,0 0-1 0 0,0 0 0 0 0,0 1 1 0 0,1-1-1 0 0,0 0 0 0 0,-1 0 0 0 0,1 0 1 0 0,1 0-1 0 0,-1 0 0 0 0,1 0 0 0 0,-1 0 1 0 0,1-1-1 0 0,0 1 0 0 0,0 0 1 0 0,1-1-1 0 0,-1 0 0 0 0,1 1 0 0 0,0-1 1 0 0,0 0-1 0 0,0 0 0 0 0,0-1 0 0 0,0 1 1 0 0,4 2-1 0 0,1-1-203 0 0,0-1 0 0 0,-1 0 0 0 0,1 0 0 0 0,1-1-1 0 0,-1 0 1 0 0,0 0 0 0 0,1-1 0 0 0,-1 0 0 0 0,0 0 0 0 0,10-2 0 0 0,33 0-1815 0 0,-1-3 0 0 0,0-2 0 0 0,71-17 0 0 0,-9-9-4309 0 0,-23 1-1830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14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36 1204 0 0,'4'-9'5363'0'0,"-4"6"-4876"0"0,0 2-277 0 0,1 0 1 0 0,-1 0-1 0 0,0 0 0 0 0,0 0 1 0 0,0 0-1 0 0,1 0 0 0 0,-1 0 0 0 0,-1-1 1 0 0,1 1-1 0 0,0 0 0 0 0,0 0 0 0 0,0 0 1 0 0,0 0-1 0 0,-1 0 0 0 0,1 0 1 0 0,-1 0-1 0 0,1 0 0 0 0,-1 0 0 0 0,-1-3 617 0 0,-13 8-673 0 0,3 9 73 0 0,1 1 0 0 0,0 0 0 0 0,1 1 0 0 0,1 0 0 0 0,-9 18 0 0 0,-33 86 768 0 0,49-116-974 0 0,-20 52 148 0 0,2 1 0 0 0,-19 91 0 0 0,35-127-80 0 0,2 0-1 0 0,0 0 1 0 0,2 0-1 0 0,2 35 1 0 0,0-43 44 0 0,0 0 1 0 0,1 0 0 0 0,0 0 0 0 0,1-1-1 0 0,0 1 1 0 0,0-1 0 0 0,2 0 0 0 0,11 19 0 0 0,-14-25-6 0 0,0 0 0 0 0,0-1 0 0 0,1 0 0 0 0,0 1 1 0 0,0-1-1 0 0,0-1 0 0 0,0 1 0 0 0,1-1 0 0 0,-1 1 0 0 0,1-1 1 0 0,0 0-1 0 0,0-1 0 0 0,0 1 0 0 0,0-1 0 0 0,1 0 1 0 0,-1-1-1 0 0,1 1 0 0 0,-1-1 0 0 0,1 0 0 0 0,-1 0 1 0 0,1-1-1 0 0,0 1 0 0 0,9-2 0 0 0,-4 0 14 0 0,-1-1 0 0 0,0-1-1 0 0,1 0 1 0 0,-1 0-1 0 0,-1-1 1 0 0,1 0 0 0 0,0-1-1 0 0,-1 0 1 0 0,0 0 0 0 0,0-1-1 0 0,16-13 1 0 0,-9 3-77 0 0,-1 1 0 0 0,0-2-1 0 0,-1 0 1 0 0,-1 0 0 0 0,0-2 0 0 0,-1 1 0 0 0,-1-2-1 0 0,15-36 1 0 0,-19 37-58 0 0,0 0 0 0 0,-2 0 0 0 0,0 0 0 0 0,-1-1 0 0 0,-1 1 0 0 0,-1-1 0 0 0,0 0 0 0 0,-2 0 0 0 0,0 0 0 0 0,-3-21 0 0 0,-1 24-24 0 0,1 0 0 0 0,-2 1 0 0 0,0-1 0 0 0,-1 1 0 0 0,-1 0 0 0 0,0 0 0 0 0,-1 1 0 0 0,-1 0 0 0 0,-1 0 0 0 0,0 1 0 0 0,0 0 0 0 0,-2 1 0 0 0,1 0-1 0 0,-2 1 1 0 0,0 0 0 0 0,0 1 0 0 0,-29-18 0 0 0,34 25-21 0 0,0 1-1 0 0,0 0 0 0 0,-12-3 1 0 0,2 1-242 0 0,17 5 239 0 0,0-1-1 0 0,-1 1 1 0 0,1 0 0 0 0,-1 0 0 0 0,1 0 0 0 0,-1 0 0 0 0,1 0 0 0 0,0 0 0 0 0,-1 0 0 0 0,1 0 0 0 0,-1 0 0 0 0,1 0 0 0 0,0 1 0 0 0,-3 0 0 0 0,-2 1-99 0 0,2-2-94 0 0,0 1 1 0 0,0 0 0 0 0,0 1-1 0 0,0-1 1 0 0,1 0-1 0 0,-1 1 1 0 0,0 0 0 0 0,1 0-1 0 0,-1 0 1 0 0,1 0 0 0 0,-1 1-1 0 0,1 0 1 0 0,0-1 0 0 0,0 1-1 0 0,0 0 1 0 0,-2 4 0 0 0,0 0-922 0 0,1-1 0 0 0,0 1 0 0 0,1 0 1 0 0,-1 1-1 0 0,1-1 0 0 0,1 1 0 0 0,-3 8 0 0 0,2 1-3736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15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3 154 2044 0 0,'-1'-3'2168'0'0,"0"-52"6799"0"0,1 52-8826 0 0,1 0-1 0 0,-1-1 1 0 0,1 1 0 0 0,0-1-1 0 0,0 1 1 0 0,0 0-1 0 0,1 0 1 0 0,-1 0-1 0 0,1 0 1 0 0,-1 0 0 0 0,1 0-1 0 0,0 0 1 0 0,0 0-1 0 0,1 0 1 0 0,-1 1-1 0 0,1-1 1 0 0,-1 1 0 0 0,1 0-1 0 0,0 0 1 0 0,3-2-1 0 0,1-1-57 0 0,0 1-1 0 0,0 0 0 0 0,1 0 0 0 0,-1 1 1 0 0,1 0-1 0 0,0 1 0 0 0,8-3 1 0 0,-6 4-62 0 0,-1 0 0 0 0,0 0 0 0 0,0 1 1 0 0,1 0-1 0 0,-1 0 0 0 0,0 1 0 0 0,0 1 0 0 0,1-1 1 0 0,-1 1-1 0 0,0 1 0 0 0,-1 0 0 0 0,1 0 1 0 0,0 1-1 0 0,12 7 0 0 0,-17-8-17 0 0,1 0 0 0 0,-1 0 0 0 0,1 0 0 0 0,-1 1 0 0 0,0-1 0 0 0,0 1-1 0 0,-1 0 1 0 0,1 0 0 0 0,-1 1 0 0 0,0-1 0 0 0,0 1 0 0 0,0-1 0 0 0,-1 1 0 0 0,1 0 0 0 0,-1 0 0 0 0,0 0 0 0 0,-1 1-1 0 0,1-1 1 0 0,-1 0 0 0 0,0 1 0 0 0,-1-1 0 0 0,1 0 0 0 0,-1 1 0 0 0,0-1 0 0 0,0 1 0 0 0,-2 5 0 0 0,-1 7 26 0 0,-2 0-1 0 0,0-1 1 0 0,0 0 0 0 0,-2 0 0 0 0,0 0 0 0 0,-2-1 0 0 0,1 0 0 0 0,-13 16 0 0 0,-4 9 1291 0 0,24-39-1068 0 0,0-1 66 0 0,1-1-297 0 0,-1 1-1 0 0,1-1 0 0 0,-1 0 0 0 0,1 1 0 0 0,0-1 1 0 0,-1 0-1 0 0,1 1 0 0 0,0-1 0 0 0,-1 1 0 0 0,1-1 1 0 0,0 1-1 0 0,-1-1 0 0 0,1 1 0 0 0,0-1 1 0 0,0 1-1 0 0,0-1 0 0 0,0 1 0 0 0,-1-1 0 0 0,1 2 1 0 0,1-1-18 0 0,-1 0 0 0 0,1 0 0 0 0,-1 0 1 0 0,1 0-1 0 0,0 0 0 0 0,0 0 1 0 0,-1 0-1 0 0,1 0 0 0 0,0-1 0 0 0,0 1 1 0 0,0 0-1 0 0,0 0 0 0 0,0-1 0 0 0,0 1 1 0 0,0-1-1 0 0,0 1 0 0 0,0 0 0 0 0,0-1 1 0 0,1 0-1 0 0,-1 1 0 0 0,1-1 0 0 0,9 5-11 0 0,0 0 0 0 0,-1 0 0 0 0,0 1 0 0 0,0 0 0 0 0,-1 1 0 0 0,0 0 0 0 0,0 1 0 0 0,0 0 0 0 0,-1 0 0 0 0,-1 0 0 0 0,1 1 0 0 0,-1 1 0 0 0,-1-1-1 0 0,1 1 1 0 0,-2 0 0 0 0,1 0 0 0 0,6 19 0 0 0,-12-25 108 0 0,1 0 0 0 0,-1 0 1 0 0,1 0-1 0 0,-1 0 0 0 0,0 0 0 0 0,0-1 0 0 0,-1 1 0 0 0,1 0 0 0 0,-1 0 1 0 0,0 0-1 0 0,0 0 0 0 0,0-1 0 0 0,-1 1 0 0 0,1-1 0 0 0,-1 1 1 0 0,0-1-1 0 0,0 1 0 0 0,0-1 0 0 0,0 0 0 0 0,-1 0 0 0 0,1 0 0 0 0,-1 0 1 0 0,0 0-1 0 0,0-1 0 0 0,0 1 0 0 0,-5 2 0 0 0,0 1 92 0 0,-1 0 0 0 0,0-1 0 0 0,-1 0 0 0 0,1 0 0 0 0,-1-1 0 0 0,0 0 0 0 0,0-1 1 0 0,-17 3-1 0 0,7-4-321 0 0,-1-1 0 0 0,0-1 0 0 0,0-1 0 0 0,0 0-1 0 0,1-2 1 0 0,-41-10 0 0 0,45 9-4244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15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36 660 0 0,'-23'6'5129'0'0,"0"-1"0"0"0,-42 5 1 0 0,44-8-2676 0 0,22-3-2424 0 0,1 0 0 0 0,-1 0 0 0 0,1 0 0 0 0,0 0 0 0 0,0 0 0 0 0,-1 0 0 0 0,1 1 0 0 0,0-1 0 0 0,0 1 0 0 0,0-1 0 0 0,2 0 0 0 0,-3 1-18 0 0,146-29 41 0 0,-82 18-4897 0 0,-27 5-1380 0 0,-21 3 769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16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1 200 0 0,'-61'2'9019'0'0,"49"0"-7776"0"0,0 0 1 0 0,-18 5-1 0 0,21-4-1013 0 0,0 0 0 0 0,0 1 0 0 0,1 0 0 0 0,0 1 0 0 0,0 0 0 0 0,0 0 0 0 0,0 0-1 0 0,1 1 1 0 0,0 0 0 0 0,-8 10 0 0 0,5-7-133 0 0,1 2 0 0 0,1-1 1 0 0,0 1-1 0 0,0 0 0 0 0,1 1 0 0 0,1 0 1 0 0,0 0-1 0 0,0 0 0 0 0,2 1 0 0 0,-1 0 0 0 0,2 0 1 0 0,-1 0-1 0 0,2 0 0 0 0,-2 21 0 0 0,4-32-32 0 0,0 1 1 0 0,0-1-1 0 0,1 0 0 0 0,-1 0 0 0 0,1 1 1 0 0,-1-1-1 0 0,1 0 0 0 0,0 0 0 0 0,0 0 1 0 0,0 0-1 0 0,0 0 0 0 0,0 0 0 0 0,0 0 1 0 0,1 0-1 0 0,-1 0 0 0 0,1-1 0 0 0,-1 1 1 0 0,1 0-1 0 0,0-1 0 0 0,0 1 0 0 0,0-1 0 0 0,-1 0 1 0 0,1 0-1 0 0,0 0 0 0 0,1 0 0 0 0,-1 0 1 0 0,4 1-1 0 0,6 2 32 0 0,0-1 0 0 0,0 0-1 0 0,0-1 1 0 0,14 0 0 0 0,-2 1-14 0 0,-2 0-105 0 0,1 2 1 0 0,-2 0-1 0 0,1 1 1 0 0,-1 1-1 0 0,0 1 1 0 0,26 15-1 0 0,-39-19 63 0 0,0 1 0 0 0,-1 0 0 0 0,1 0 0 0 0,-1 1 0 0 0,0 0 0 0 0,-1 1 0 0 0,0-1 0 0 0,0 1 0 0 0,0 0 0 0 0,-1 1 0 0 0,0-1 0 0 0,0 1 0 0 0,-1 0 0 0 0,0 0 0 0 0,0 1 0 0 0,-1-1 0 0 0,0 1 0 0 0,3 12 0 0 0,-5-16 184 0 0,-1 0-1 0 0,1 0 1 0 0,-1 1-1 0 0,1-1 1 0 0,-1 0-1 0 0,-1 0 0 0 0,1 0 1 0 0,-1 0-1 0 0,0 0 1 0 0,0 0-1 0 0,0 0 0 0 0,-1 0 1 0 0,0 0-1 0 0,0 0 1 0 0,-5 8-1 0 0,3-7-5 0 0,0-1 1 0 0,0-1-1 0 0,-1 1 1 0 0,0 0-1 0 0,1-1 0 0 0,-1 0 1 0 0,-1 0-1 0 0,1 0 1 0 0,-1-1-1 0 0,1 0 0 0 0,-9 3 1 0 0,-1 0-21 0 0,-1-1 0 0 0,0-1 0 0 0,0 0 1 0 0,0-1-1 0 0,0-1 0 0 0,-1 0 0 0 0,1-1 0 0 0,-1-1 1 0 0,-17-2-1 0 0,0-2 51 0 0,-50-11-1 0 0,76 13-464 0 0,-1-1 1 0 0,0 0-1 0 0,1 0 1 0 0,-1 0-1 0 0,1-1 0 0 0,0-1 1 0 0,0 1-1 0 0,1-1 1 0 0,-1-1-1 0 0,-12-10 0 0 0,19 14-64 0 0,-1 0 0 0 0,1 0 0 0 0,-1 0 0 0 0,1 0 0 0 0,0 0 0 0 0,-1 0 0 0 0,1 0-1 0 0,0-1 1 0 0,0 1 0 0 0,1 0 0 0 0,-1 0 0 0 0,0-1 0 0 0,1 1 0 0 0,0-1 0 0 0,-1 1-1 0 0,1-1 1 0 0,0 1 0 0 0,0 0 0 0 0,0-1 0 0 0,1 1 0 0 0,-1-1 0 0 0,0 1 0 0 0,1-1-1 0 0,0 1 1 0 0,1-4 0 0 0,3-3-1725 0 0,0 0 0 0 0,0 0 0 0 0,0 1-1 0 0,14-15 1 0 0,3-2-4626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19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313 239 636 0 0,'13'-12'1522'0'0,"-1"-1"-1"0"0,0-1 1 0 0,-1 1 0 0 0,-1-2 0 0 0,0 0-1 0 0,-1 0 1 0 0,0-1 0 0 0,10-27-1 0 0,-18 41-1416 0 0,0 0-1 0 0,-1-1 1 0 0,1 1 0 0 0,-1-1-1 0 0,1 1 1 0 0,-1-1-1 0 0,0 1 1 0 0,1-1-1 0 0,-1 1 1 0 0,-1-1 0 0 0,1 1-1 0 0,0-1 1 0 0,0 1-1 0 0,-1 0 1 0 0,0-1-1 0 0,1 1 1 0 0,-1-1 0 0 0,0 1-1 0 0,0 0 1 0 0,0 0-1 0 0,-1 0 1 0 0,1-1-1 0 0,0 1 1 0 0,-1 0 0 0 0,0 0-1 0 0,1 1 1 0 0,-3-3-1 0 0,1 2-100 0 0,-1 0 0 0 0,0 0 0 0 0,1 0-1 0 0,-1 0 1 0 0,0 1 0 0 0,0 0-1 0 0,0 0 1 0 0,0 0 0 0 0,0 0 0 0 0,0 1-1 0 0,0-1 1 0 0,0 1 0 0 0,0 0-1 0 0,0 0 1 0 0,-5 1 0 0 0,-3 1-16 0 0,0 0 0 0 0,1 1 0 0 0,-1 1 0 0 0,1 0 0 0 0,0 0 0 0 0,0 1 0 0 0,-17 10 0 0 0,10-3-3 0 0,-1 1 1 0 0,2 1-1 0 0,-18 17 0 0 0,13-10 6 0 0,1 1 0 0 0,-31 42 0 0 0,46-56 18 0 0,1 0-1 0 0,0 0 0 0 0,1 0 0 0 0,0 1 0 0 0,0-1 0 0 0,1 1 0 0 0,0 0 0 0 0,0 0 0 0 0,1 0 0 0 0,0 1 1 0 0,1-1-1 0 0,0 0 0 0 0,0 11 0 0 0,1-17 0 0 0,0 1 0 0 0,1-1 0 0 0,-1 0 0 0 0,1 1 0 0 0,0-1 0 0 0,0 0 1 0 0,0 0-1 0 0,0 1 0 0 0,0-1 0 0 0,1 0 0 0 0,-1 0 0 0 0,1-1 0 0 0,0 1 0 0 0,0 0 0 0 0,0 0 0 0 0,0-1 1 0 0,1 1-1 0 0,-1-1 0 0 0,1 0 0 0 0,-1 0 0 0 0,1 0 0 0 0,0 0 0 0 0,0 0 0 0 0,-1 0 0 0 0,1-1 0 0 0,1 0 0 0 0,-1 1 1 0 0,0-1-1 0 0,0 0 0 0 0,0-1 0 0 0,1 1 0 0 0,-1 0 0 0 0,0-1 0 0 0,4 0 0 0 0,3 1 12 0 0,1-1 0 0 0,-1-1 0 0 0,0 0 0 0 0,0 0 0 0 0,0-1 0 0 0,0-1-1 0 0,0 1 1 0 0,-1-2 0 0 0,1 1 0 0 0,11-7 0 0 0,-11 5 16 0 0,-2-1 0 0 0,1 0 1 0 0,-1 0-1 0 0,0-1 0 0 0,0 0 0 0 0,10-12 1 0 0,35-53 994 0 0,-8 10 874 0 0,-43 58-1778 0 0,11-14-48 0 0,-7 15-194 0 0,-4 12-125 0 0,-7 104 440 0 0,2-62-822 0 0,4 86-1 0 0,4-103-1011 0 0,1 1 0 0 0,18 59 0 0 0,14 10-5546 0 0,-23-69 1917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20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30 1216 0 0,'0'0'2528'0'0,"1"-29"8647"0"0,-3 34-11067 0 0,1 0 0 0 0,0 0 0 0 0,0 0 0 0 0,0 0 0 0 0,1 0 0 0 0,0 1 0 0 0,0-1-1 0 0,1 8 1 0 0,-1 15 89 0 0,-6 138 1537 0 0,-13 174-797 0 0,14-300-890 0 0,0-7-1444 0 0,3-2-3572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21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84 8 0 0,'27'-71'16063'0'0,"-26"69"-15571"0"0,-2 0-302 0 0,1 2-164 0 0,-1-1 0 0 0,1 1 0 0 0,0-1 0 0 0,0 1 0 0 0,0 0 0 0 0,0-1 0 0 0,-1 1-1 0 0,1-1 1 0 0,0 1 0 0 0,0 0 0 0 0,-1-1 0 0 0,1 1 0 0 0,0-1 0 0 0,-1 1 0 0 0,1 0 0 0 0,0 0 0 0 0,-1-1 0 0 0,1 1 0 0 0,0 0 0 0 0,-1-1 0 0 0,1 1 0 0 0,-1 0 0 0 0,1 0 0 0 0,0 0 0 0 0,-1 0 0 0 0,1-1 0 0 0,-1 1 0 0 0,1 0 0 0 0,-1 0 0 0 0,1 0-1 0 0,-1 0 1 0 0,1 0 0 0 0,-1 0 0 0 0,1 0 0 0 0,-1 0 0 0 0,1 0 0 0 0,0 0 0 0 0,-1 1 0 0 0,1-1 0 0 0,-1 0 0 0 0,1 0 0 0 0,-1 1 0 0 0,-7 1-11 0 0,0 2 0 0 0,0-1 0 0 0,1 1 1 0 0,-1 0-1 0 0,1 0 0 0 0,0 1 0 0 0,0 0 0 0 0,-12 11 0 0 0,3-2-18 0 0,9-8 0 0 0,0-1 0 0 0,0 1 0 0 0,1 0 0 0 0,-1 1 0 0 0,2-1 0 0 0,-1 1 0 0 0,1 0 0 0 0,0 1 0 0 0,0-1 1 0 0,-5 15-1 0 0,9-20 7 0 0,0 0 0 0 0,1-1 0 0 0,0 1 0 0 0,-1 0 0 0 0,1 0 0 0 0,0 0 0 0 0,0 0 0 0 0,0 0 0 0 0,0-1 0 0 0,0 1 0 0 0,0 0 0 0 0,1 0 0 0 0,-1 0 0 0 0,1 0 0 0 0,-1-1 0 0 0,1 1 0 0 0,0 0 0 0 0,-1 0 0 0 0,1-1 0 0 0,0 1 0 0 0,0-1 0 0 0,2 3 0 0 0,0 0 17 0 0,1 0-1 0 0,0-1 1 0 0,1 1 0 0 0,-1-1 0 0 0,7 5-1 0 0,0-1 9 0 0,37 26 99 0 0,-26-18-125 0 0,1 1 0 0 0,26 25 0 0 0,-44-36 16 0 0,1 1 0 0 0,-1-1 0 0 0,0 2 0 0 0,-1-1 0 0 0,0 0 0 0 0,0 1 0 0 0,0 0 0 0 0,0 0 0 0 0,-1 0 0 0 0,0 0 0 0 0,-1 0-1 0 0,3 15 1 0 0,-4-18 61 0 0,-1 0 0 0 0,0 0 0 0 0,-1 0 0 0 0,1 0 0 0 0,-1 0-1 0 0,0 0 1 0 0,0-1 0 0 0,0 1 0 0 0,0 0 0 0 0,-1 0-1 0 0,1-1 1 0 0,-1 1 0 0 0,0-1 0 0 0,0 0 0 0 0,0 1 0 0 0,-1-1-1 0 0,1 0 1 0 0,-4 3 0 0 0,-2 2 34 0 0,0 0 0 0 0,-1 0-1 0 0,0-1 1 0 0,-19 12 0 0 0,19-14 29 0 0,0-1 0 0 0,0 0 1 0 0,0 0-1 0 0,0 0 0 0 0,-1-2 0 0 0,1 1 0 0 0,-1-1 1 0 0,0 0-1 0 0,0-1 0 0 0,-15 0 0 0 0,24-1-133 0 0,0 0-1 0 0,0 0 1 0 0,0 0-1 0 0,0 0 1 0 0,0 0-1 0 0,0-1 1 0 0,0 1-1 0 0,1 0 1 0 0,-1-1-1 0 0,0 1 1 0 0,0-1-1 0 0,0 1 1 0 0,0-1-1 0 0,1 1 1 0 0,-1-1-1 0 0,0 1 1 0 0,0-1-1 0 0,1 0 1 0 0,-1 1-1 0 0,0-1 1 0 0,1 0-1 0 0,-1 0 1 0 0,1 0-1 0 0,-1 1 1 0 0,1-1-1 0 0,0 0 1 0 0,-1 0-1 0 0,1 0 1 0 0,0 0-1 0 0,-1 0 1 0 0,1 0-1 0 0,0 0 0 0 0,0 0 1 0 0,0 0-1 0 0,0 0 1 0 0,0 1-1 0 0,0-1 1 0 0,0 0-1 0 0,0 0 1 0 0,0 0-1 0 0,1 0 1 0 0,-1 0-1 0 0,0 0 1 0 0,1-1-1 0 0,1-4 5 0 0,0 0 1 0 0,0 1-1 0 0,1-1 0 0 0,5-10 0 0 0,16-19 34 0 0,53-59 0 0 0,-47 60 1 0 0,32-47-1 0 0,-54 68-44 0 0,0 0 0 0 0,-1 0 0 0 0,0 0 0 0 0,-1-1 0 0 0,-1 0 0 0 0,0 0 0 0 0,5-26 0 0 0,-10 36-11 0 0,1 0 0 0 0,-1 0 0 0 0,1 0 0 0 0,-1 0 0 0 0,-1 0 0 0 0,1 0 0 0 0,0 0 1 0 0,-1 1-1 0 0,0-1 0 0 0,0 0 0 0 0,0 0 0 0 0,0 0 0 0 0,-1 1 0 0 0,1-1 0 0 0,-1 0 0 0 0,0 1 1 0 0,0-1-1 0 0,0 1 0 0 0,-1 0 0 0 0,1 0 0 0 0,-1 0 0 0 0,0 0 0 0 0,0 0 0 0 0,0 1 0 0 0,0-1 1 0 0,0 1-1 0 0,0 0 0 0 0,-1 0 0 0 0,1 0 0 0 0,-1 0 0 0 0,0 1 0 0 0,1-1 0 0 0,-8-1 0 0 0,1 1-123 0 0,0 0-1 0 0,0 0 0 0 0,0 1 0 0 0,-1 0 1 0 0,1 1-1 0 0,0 0 0 0 0,-1 0 0 0 0,1 1 1 0 0,0 1-1 0 0,-1 0 0 0 0,1 0 0 0 0,0 1 1 0 0,1 0-1 0 0,-1 1 0 0 0,-17 9 0 0 0,16-7-580 0 0,0 0 0 0 0,1 1-1 0 0,-1 1 1 0 0,2 0 0 0 0,-14 13 0 0 0,16-14-498 0 0,0 1 0 0 0,1 0 1 0 0,0 1-1 0 0,0-1 0 0 0,1 1 0 0 0,-8 17 1 0 0,4 1-4315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22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82 1084 0 0,'5'-27'17832'0'0,"-3"18"-14698"0"0,-2 8-3055 0 0,2-2-75 0 0,1 1 0 0 0,-1 0 0 0 0,1-1 0 0 0,0 1 0 0 0,0 0 0 0 0,-1 1 0 0 0,1-1 0 0 0,0 0 0 0 0,1 1 0 0 0,5-2 0 0 0,10-3-30 0 0,1 1 0 0 0,0 1 0 0 0,25-2 0 0 0,-35 5 0 0 0,1 1 0 0 0,0 1-1 0 0,-1 0 1 0 0,1 0-1 0 0,-1 1 1 0 0,1 0-1 0 0,-1 1 1 0 0,14 5-1 0 0,-17-6 8 0 0,0 1 0 0 0,-1 1-1 0 0,0-1 1 0 0,1 1 0 0 0,-1 0 0 0 0,0 1-1 0 0,-1-1 1 0 0,1 1 0 0 0,5 7-1 0 0,-9-9 23 0 0,0-1 0 0 0,0 1-1 0 0,0 0 1 0 0,0 0-1 0 0,0 0 1 0 0,-1 0 0 0 0,0 0-1 0 0,1 0 1 0 0,-1 1-1 0 0,0-1 1 0 0,-1 0-1 0 0,1 1 1 0 0,-1-1 0 0 0,1 0-1 0 0,-1 1 1 0 0,0-1-1 0 0,0 1 1 0 0,0-1 0 0 0,-1 1-1 0 0,1-1 1 0 0,-3 5-1 0 0,0 1 24 0 0,-1 0 0 0 0,0-1-1 0 0,-1 0 1 0 0,0 0 0 0 0,0 0-1 0 0,-1-1 1 0 0,-10 11 0 0 0,-11 16 218 0 0,19-25-55 0 0,-1 2 20 0 0,9-10-210 0 0,0-1 0 0 0,0 0-1 0 0,0 1 1 0 0,0-1 0 0 0,0 1 0 0 0,0-1 0 0 0,0 0-1 0 0,0 1 1 0 0,1-1 0 0 0,-1 0 0 0 0,0 1-1 0 0,0-1 1 0 0,0 0 0 0 0,0 1 0 0 0,0-1 0 0 0,1 0-1 0 0,-1 0 1 0 0,0 1 0 0 0,0-1 0 0 0,1 0-1 0 0,-1 1 1 0 0,0-1 0 0 0,0 0 0 0 0,1 0 0 0 0,-1 0-1 0 0,0 1 1 0 0,1-1 0 0 0,-1 0 0 0 0,0 0 0 0 0,1 0-1 0 0,-1 0 1 0 0,0 0 0 0 0,1 1 0 0 0,-1-1-1 0 0,0 0 1 0 0,1 0 0 0 0,2 0-4 0 0,18 11-77 0 0,-3 0 53 0 0,-2 0 1 0 0,1 1-1 0 0,20 20 1 0 0,-32-27 38 0 0,1 1 0 0 0,-1 0 1 0 0,1 0-1 0 0,-2 0 0 0 0,1 1 0 0 0,-1 0 1 0 0,0 0-1 0 0,0 0 0 0 0,-1 0 1 0 0,0 0-1 0 0,3 12 0 0 0,-6-16 62 0 0,1-1-1 0 0,-1 1 1 0 0,0-1 0 0 0,-1 1-1 0 0,1-1 1 0 0,0 1 0 0 0,-1 0-1 0 0,1-1 1 0 0,-1 1-1 0 0,0-1 1 0 0,0 0 0 0 0,0 1-1 0 0,0-1 1 0 0,0 0 0 0 0,-1 1-1 0 0,1-1 1 0 0,-1 0-1 0 0,1 0 1 0 0,-1 0 0 0 0,0 0-1 0 0,1-1 1 0 0,-1 1 0 0 0,0 0-1 0 0,0-1 1 0 0,-4 3 0 0 0,-3 1 70 0 0,0 0 0 0 0,0 0 0 0 0,0-1 0 0 0,-20 6 1 0 0,9-4-36 0 0,-1-2 1 0 0,0 0-1 0 0,0-2 1 0 0,0 0-1 0 0,0-1 1 0 0,-24-3-1 0 0,12-1-431 0 0,-1-1 1 0 0,1-2-1 0 0,-35-12 0 0 0,57 15-559 0 0,0-1 0 0 0,0 0-1 0 0,-17-10 1 0 0,1-7-3130 0 0,25 19 2897 0 0,-1-1 0 0 0,1 0 0 0 0,0 0 0 0 0,0 0-1 0 0,0 0 1 0 0,-3-6 0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27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1144 0 0,'20'-9'12679'0'0,"-16"15"-13419"0"0,2 14 1245 0 0,-1 1 1 0 0,-1-1 0 0 0,-1 1-1 0 0,0 0 1 0 0,-2 31 0 0 0,0-30-420 0 0,-5 316-142 0 0,4-325-1094 0 0,-2 11-1303 0 0,-1-7-3772 0 0,0-6 2310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28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2296 0 0,'17'-36'14426'0'0,"-12"101"-12182"0"0,-8-19-2318 0 0,-5 121 1402 0 0,13-84-3201 0 0,-2-62-1201 0 0,10 37 0 0 0,-4-34-2344 0 0,-4-13 1041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28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58 616 0 0,'2'-16'6347'0'0,"-4"-17"2673"0"0,1 24-6171 0 0,-2 21-2515 0 0,0 1 0 0 0,0-1-1 0 0,2 1 1 0 0,-1-1-1 0 0,1 18 1 0 0,-2 15-117 0 0,-3 4-253 0 0,-13 138 227 0 0,17-63-5904 0 0,1-84-849 0 0,0-24 35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28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93 2568 0 0,'-30'-83'10472'0'0,"29"81"-9915"0"0,7-5 1068 0 0,5 13-869 0 0,-9-5-717 0 0,11 10 189 0 0,0 1-1 0 0,0 0 1 0 0,-1 0-1 0 0,-1 1 1 0 0,13 19-1 0 0,42 76 36 0 0,-35-50-300 0 0,-4 1 0 0 0,-2 1-1 0 0,-2 1 1 0 0,27 121 0 0 0,-36-105 451 0 0,-4 0 0 0 0,-2 0 0 0 0,-6 135-1 0 0,-8-115-830 0 0,-5-1-1 0 0,-37 155 0 0 0,18-143-4038 0 0,-86 205 0 0 0,85-244-2089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00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349 105 244 0 0,'6'-6'1344'0'0,"0"0"0"0"0,0 0 0 0 0,-1-1 0 0 0,0 1 0 0 0,0-1-1 0 0,-1-1 1 0 0,0 1 0 0 0,5-13 0 0 0,-8 19-883 0 0,0-11 670 0 0,-1 11-1116 0 0,0 0 0 0 0,0 0 0 0 0,0 0 0 0 0,0 1 0 0 0,0-1 0 0 0,-1 0 1 0 0,1 0-1 0 0,0 1 0 0 0,-1-1 0 0 0,1 0 0 0 0,0 0 0 0 0,-1 1 0 0 0,1-1 0 0 0,-1 0 1 0 0,1 1-1 0 0,-1-1 0 0 0,1 1 0 0 0,-1-1 0 0 0,0 1 0 0 0,1-1 0 0 0,-1 1 1 0 0,0-1-1 0 0,1 1 0 0 0,-1-1 0 0 0,0 1 0 0 0,1 0 0 0 0,-1 0 0 0 0,0-1 1 0 0,0 1-1 0 0,1 0 0 0 0,-1 0 0 0 0,-1 0 0 0 0,-1 0-10 0 0,0 0 0 0 0,0 0 0 0 0,0 1 0 0 0,1 0 0 0 0,-1-1 0 0 0,0 1 0 0 0,0 0 0 0 0,1 0-1 0 0,-5 3 1 0 0,-7 4-31 0 0,1 1 0 0 0,-19 15 0 0 0,-9 14 32 0 0,1 0 0 0 0,3 3 0 0 0,1 1-1 0 0,-52 78 1 0 0,80-107 25 0 0,1-1 0 0 0,0 1 0 0 0,1 0 1 0 0,0 1-1 0 0,-6 20 0 0 0,11-31-24 0 0,0 1-1 0 0,0 0 1 0 0,0 0-1 0 0,1 0 1 0 0,-1 0-1 0 0,1 0 1 0 0,0 0 0 0 0,0 0-1 0 0,1 0 1 0 0,-1 0-1 0 0,1 0 1 0 0,0 0-1 0 0,0 0 1 0 0,0 0 0 0 0,0 0-1 0 0,1-1 1 0 0,-1 1-1 0 0,1-1 1 0 0,0 1-1 0 0,0-1 1 0 0,0 1 0 0 0,1-1-1 0 0,-1 0 1 0 0,5 4-1 0 0,3 1-452 0 0,1 0 0 0 0,0 0 0 0 0,1-1-1 0 0,0-1 1 0 0,0 0 0 0 0,25 8 0 0 0,-16-7-2432 0 0,36 5 0 0 0,-32-7-620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00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79 320 0 0,'-13'-12'3702'0'0,"1"0"1"0"0,0-1-1 0 0,-11-16 0 0 0,22 27-3456 0 0,3 1-217 0 0,0 0-1 0 0,0-1 1 0 0,0 1 0 0 0,1 0 0 0 0,-1 0 0 0 0,0 0-1 0 0,1 1 1 0 0,-1-1 0 0 0,1 1 0 0 0,-1-1 0 0 0,1 1-1 0 0,-1 0 1 0 0,1-1 0 0 0,-1 2 0 0 0,1-1 0 0 0,-1 0-1 0 0,1 0 1 0 0,-1 1 0 0 0,0-1 0 0 0,1 1 0 0 0,-1 0-1 0 0,1-1 1 0 0,-1 1 0 0 0,0 1 0 0 0,0-1 0 0 0,0 0-1 0 0,3 2 1 0 0,0 0-26 0 0,0 0 0 0 0,-1-1 0 0 0,0 2 0 0 0,1-1 0 0 0,-1 0 0 0 0,0 1 1 0 0,-1 0-1 0 0,1 0 0 0 0,-1 0 0 0 0,0 0 0 0 0,0 1 0 0 0,4 5 0 0 0,-6-5 17 0 0,0 0 0 0 0,0 0-1 0 0,0 1 1 0 0,-1-1 0 0 0,0 0 0 0 0,0 0 0 0 0,0 0 0 0 0,0 0-1 0 0,-1 0 1 0 0,0 1 0 0 0,0-1 0 0 0,0 0 0 0 0,-1-1 0 0 0,0 1-1 0 0,0 0 1 0 0,0 0 0 0 0,0-1 0 0 0,-1 1 0 0 0,-4 5 0 0 0,-3 5 125 0 0,-1-1 0 0 0,0-1 0 0 0,-1 1 0 0 0,-17 13 1 0 0,-67 50 671 0 0,39-34-480 0 0,55-42-292 0 0,3 0-40 0 0,-1 0 1 0 0,1 0-1 0 0,-1-1 1 0 0,1 1-1 0 0,-1 0 0 0 0,1 0 1 0 0,-1-1-1 0 0,1 1 0 0 0,0 0 1 0 0,0-1-1 0 0,-1 1 0 0 0,1 0 1 0 0,0-1-1 0 0,0 1 1 0 0,-1-1-1 0 0,1 0 0 0 0,0 1 1 0 0,0-1-1 0 0,0 0 0 0 0,0 1 1 0 0,0-1-1 0 0,0 0 1 0 0,-1 0-1 0 0,1 0 0 0 0,0 0 1 0 0,0 0-1 0 0,0 0 0 0 0,2 0 1 0 0,-2 0 0 0 0,44 3 49 0 0,0-2 0 0 0,64-7-1 0 0,87-24 170 0 0,-116 10-629 0 0,-76 19-356 0 0,-1 0 1 0 0,1 0-1 0 0,-1-1 1 0 0,1 1 0 0 0,-1-1-1 0 0,0 0 1 0 0,0 0-1 0 0,0-1 1 0 0,0 1 0 0 0,0 0-1 0 0,-1-1 1 0 0,4-4-1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04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12 155 404 0 0,'0'0'9564'0'0,"-10"-5"-6155"0"0,10 5-3377 0 0,0 0 0 0 0,0 0 0 0 0,0 0 0 0 0,0 0 0 0 0,-1 0 0 0 0,1 0 0 0 0,0 1 0 0 0,0-1 1 0 0,0 0-1 0 0,0 0 0 0 0,0 0 0 0 0,0 0 0 0 0,0 0 0 0 0,0 0 0 0 0,0 1 0 0 0,0-1 1 0 0,-1 0-1 0 0,1 0 0 0 0,0 0 0 0 0,0 0 0 0 0,0 1 0 0 0,0-1 0 0 0,0 0 0 0 0,0 0 0 0 0,0 0 1 0 0,0 0-1 0 0,0 0 0 0 0,0 1 0 0 0,0-1 0 0 0,1 0 0 0 0,-1 0 0 0 0,0 0 0 0 0,0 0 0 0 0,0 0 1 0 0,0 1-1 0 0,0-1 0 0 0,0 0 0 0 0,0 0 0 0 0,0 0 0 0 0,0 0 0 0 0,0 0 0 0 0,0 0 1 0 0,1 0-1 0 0,-1 1 0 0 0,0-1 0 0 0,0 0 0 0 0,0 0 0 0 0,0 0 0 0 0,0 0 0 0 0,0 0 0 0 0,1 0 1 0 0,-1 0-1 0 0,14 3 371 0 0,24-1-683 0 0,-33-2 412 0 0,468-15-34 0 0,-334 9-36 0 0,-8-1 198 0 0,-129 7-223 0 0,1 0-27 0 0,8-1 18 0 0,-8 1 6 0 0,13-4-38 0 0,-16 4 4 0 0,0 0-2 0 0,0 0-1 0 0,1 0 1 0 0,-1 0 0 0 0,0 0 0 0 0,0 0 0 0 0,1 0 0 0 0,-1 0-1 0 0,0 0 1 0 0,0 0 0 0 0,1 0 0 0 0,-1 0 0 0 0,0 0 0 0 0,0-1-1 0 0,1 1 1 0 0,-1 0 0 0 0,0 0 0 0 0,0 0 0 0 0,1 0 0 0 0,-1 0-1 0 0,0 0 1 0 0,0-1 0 0 0,0 1 0 0 0,0 0 0 0 0,1 0 0 0 0,-1 0 0 0 0,0-1-1 0 0,0 1 1 0 0,0 0 0 0 0,0 0 0 0 0,0 0 0 0 0,1-1 0 0 0,-1 1-1 0 0,0 0 1 0 0,0 0 0 0 0,0-1 0 0 0,0 1 0 0 0,0 0 0 0 0,0 0-1 0 0,0-1 1 0 0,0 1 0 0 0,0 0 0 0 0,0 0 0 0 0,0-1 0 0 0,0 1 0 0 0,0 0-1 0 0,0 0 1 0 0,0-1 0 0 0,0 1 0 0 0,0 0 0 0 0,0 0 0 0 0,-1-1-1 0 0,1 1 1 0 0,0 0 0 0 0,0 0 0 0 0,0 0 0 0 0,0-1 0 0 0,-1 1-1 0 0,0-2 3 0 0,-2 2-21 0 0,-1 0 17 0 0,0-1 0 0 0,1 0 0 0 0,-1 0 0 0 0,0 0 1 0 0,1 0-1 0 0,-1 0 0 0 0,1-1 0 0 0,-5-2 1 0 0,4 2-8 0 0,3 1 31 0 0,-2 1-13 0 0,1-1-1 0 0,-1 0 1 0 0,1 0 0 0 0,0 1 0 0 0,-1-2-1 0 0,1 1 1 0 0,0 0 0 0 0,0 0 0 0 0,0-1-1 0 0,0 1 1 0 0,0-1 0 0 0,-3-2 0 0 0,4 3-23 0 0,-15-37 10 0 0,-7 0 263 0 0,22 37-92 0 0,-2-5 190 0 0,6 9-361 0 0,0-1-1 0 0,0 0 1 0 0,0 1-1 0 0,0 0 1 0 0,-1 0-1 0 0,1 0 1 0 0,-1 0-1 0 0,1 0 1 0 0,-1 0-1 0 0,0 0 1 0 0,0 1-1 0 0,-1-1 1 0 0,1 1-1 0 0,-1 0 1 0 0,0-1-1 0 0,2 7 1 0 0,1 8-34 0 0,0 0 0 0 0,2 22 0 0 0,-6-31-187 0 0,0 0 0 0 0,0 0 0 0 0,-1 0-1 0 0,0 0 1 0 0,0-1 0 0 0,-1 1 0 0 0,-1 0 0 0 0,1-1-1 0 0,-1 1 1 0 0,-1-1 0 0 0,1 0 0 0 0,-2 0-1 0 0,-9 14 1 0 0,6-10-587 0 0,-1-1-1 0 0,0 0 0 0 0,-1 0 1 0 0,0-1-1 0 0,-1-1 1 0 0,0 1-1 0 0,0-2 0 0 0,-14 8 1 0 0,-1-2-2570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04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32 1476 0 0,'2'-1'1229'0'0,"46"-30"7513"0"0,-49 36-8721 0 0,0-1-1 0 0,-1 1 1 0 0,1-1-1 0 0,-1 0 1 0 0,0 0-1 0 0,-1 0 1 0 0,1 0-1 0 0,-1 0 1 0 0,-6 7-1 0 0,-2 5-21 0 0,4-6 23 0 0,1 2 0 0 0,0-1 0 0 0,0 0-1 0 0,1 1 1 0 0,1 0 0 0 0,-5 23 0 0 0,8-32-27 0 0,0 1 1 0 0,1 0 0 0 0,0 0-1 0 0,0 0 1 0 0,0 0-1 0 0,0 0 1 0 0,1 0-1 0 0,-1 0 1 0 0,1-1 0 0 0,0 1-1 0 0,0 0 1 0 0,1 0-1 0 0,-1-1 1 0 0,1 1 0 0 0,0-1-1 0 0,0 1 1 0 0,0-1-1 0 0,0 0 1 0 0,0 0-1 0 0,1 0 1 0 0,-1 0 0 0 0,1 0-1 0 0,0 0 1 0 0,0-1-1 0 0,0 1 1 0 0,5 2-1 0 0,6 3-198 0 0,0-1 1 0 0,1 0-1 0 0,0 0 0 0 0,1-2 0 0 0,23 6 0 0 0,81 12-1938 0 0,-58-15-426 0 0,2-3-788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23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74 832 0 0,'0'0'10638'0'0,"-14"-3"-4989"0"0,14 2-5525 0 0,-1 0 0 0 0,1 0 0 0 0,-1 0 1 0 0,1-1-1 0 0,-1 1 0 0 0,1 0 0 0 0,0 0 0 0 0,0-1 1 0 0,0 1-1 0 0,0 0 0 0 0,0 0 0 0 0,0-1 0 0 0,0 1 1 0 0,0 0-1 0 0,0-1 0 0 0,1 1 0 0 0,-1 0 0 0 0,0 0 1 0 0,1 0-1 0 0,-1-1 0 0 0,1 1 0 0 0,0 0 0 0 0,-1 0 1 0 0,1 0-1 0 0,0 0 0 0 0,-1 0 0 0 0,1 0 0 0 0,0 0 1 0 0,0 0-1 0 0,0 0 0 0 0,0 1 0 0 0,0-1 0 0 0,0 0 1 0 0,0 0-1 0 0,0 1 0 0 0,0-1 0 0 0,2 0 0 0 0,5-3-111 0 0,0-1 0 0 0,1 2 0 0 0,-1-1-1 0 0,11-2 1 0 0,-9 4-18 0 0,0 0-1 0 0,0 1 1 0 0,0 0-1 0 0,0 0 1 0 0,1 1-1 0 0,-1 0 1 0 0,0 1-1 0 0,0 0 1 0 0,0 1-1 0 0,0 0 1 0 0,0 1-1 0 0,0-1 1 0 0,0 2-1 0 0,9 4 1 0 0,-13-6 6 0 0,-1 1 0 0 0,0 0 0 0 0,0 0 0 0 0,0 0 0 0 0,0 0 0 0 0,0 1 0 0 0,-1-1 0 0 0,0 1 0 0 0,1 1-1 0 0,-1-1 1 0 0,-1 0 0 0 0,1 1 0 0 0,-1 0 0 0 0,0 0 0 0 0,0 0 0 0 0,0 0 0 0 0,-1 1 0 0 0,1-1 0 0 0,-1 0 0 0 0,-1 1 0 0 0,1 0 0 0 0,-1-1 0 0 0,0 1 0 0 0,0 0 0 0 0,0 11 0 0 0,-2-7 12 0 0,-1 0 0 0 0,0 0-1 0 0,0 0 1 0 0,-1 0 0 0 0,-1 0-1 0 0,1-1 1 0 0,-2 1 0 0 0,1-1-1 0 0,-1 0 1 0 0,0 0 0 0 0,-1-1 0 0 0,-9 11-1 0 0,-10 10 49 0 0,-56 49 0 0 0,55-55-31 0 0,-94 81 84 0 0,120-104-112 0 0,0 1 1 0 0,0-1-1 0 0,-1 0 1 0 0,1 0-1 0 0,0 1 1 0 0,0-1-1 0 0,-1 0 1 0 0,1 0-1 0 0,0 1 1 0 0,0-1-1 0 0,0 0 1 0 0,-1 1-1 0 0,1-1 0 0 0,0 0 1 0 0,0 1-1 0 0,0-1 1 0 0,0 0-1 0 0,0 1 1 0 0,0-1-1 0 0,0 1 1 0 0,0-1-1 0 0,0 0 1 0 0,0 1-1 0 0,0-1 1 0 0,0 0-1 0 0,0 1 0 0 0,0-1 1 0 0,0 0-1 0 0,0 1 1 0 0,1 0-1 0 0,9 6 34 0 0,21 1-1 0 0,-28-8-25 0 0,199 20-528 0 0,-69-10-1638 0 0,-9 3-635 0 0,24 2-5675 0 0,-101-10 2368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24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69 348 0 0,'3'-69'17633'0'0,"-6"84"-17505"0"0,0 0 0 0 0,1 0 0 0 0,1 0-1 0 0,0 0 1 0 0,1 0 0 0 0,1 1 0 0 0,0-1 0 0 0,1 0 0 0 0,5 20 0 0 0,-5-31-96 0 0,-1 1 0 0 0,1-1 0 0 0,0 0 1 0 0,1 0-1 0 0,-1 0 0 0 0,1 0 0 0 0,0 0 0 0 0,0 0 1 0 0,0 0-1 0 0,1-1 0 0 0,-1 0 0 0 0,1 0 1 0 0,-1 0-1 0 0,1 0 0 0 0,0 0 0 0 0,0-1 0 0 0,1 0 1 0 0,-1 1-1 0 0,0-2 0 0 0,10 4 0 0 0,-9-4 41 0 0,1 0 0 0 0,-1 0-1 0 0,1-1 1 0 0,-1 0 0 0 0,1 0-1 0 0,-1 0 1 0 0,1-1 0 0 0,-1 1-1 0 0,1-1 1 0 0,-1-1 0 0 0,1 1-1 0 0,-1-1 1 0 0,0 0 0 0 0,0 0 0 0 0,0 0-1 0 0,0-1 1 0 0,8-6 0 0 0,4-4 418 0 0,-1-2 1 0 0,-1 0 0 0 0,0 0 0 0 0,-1-1 0 0 0,17-26 0 0 0,-19 25 348 0 0,13-15-31 0 0,-24 31-829 0 0,-1 1-144 0 0,1 1 169 0 0,-1-1 0 0 0,1 0 0 0 0,-1 1 0 0 0,0-1 0 0 0,1 0 0 0 0,-1 1 0 0 0,0-1 0 0 0,1 1 0 0 0,-1-1 0 0 0,0 0 0 0 0,1 1 0 0 0,-1-1 0 0 0,0 1 0 0 0,0-1 1 0 0,1 1-1 0 0,-1-1 0 0 0,0 1 0 0 0,0-1 0 0 0,0 1 0 0 0,0-1 0 0 0,0 1 0 0 0,0-1 0 0 0,0 1 0 0 0,0-1 0 0 0,0 1 0 0 0,0-1 0 0 0,0 1 0 0 0,0 0 0 0 0,-2 18 123 0 0,-5 37 137 0 0,-4 29-1337 0 0,3 0 0 0 0,3 105 0 0 0,13-73-3265 0 0,-1-41-3158 0 0,-2-31-1253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24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191 119 2104 0 0,'24'-43'8991'0'0,"-15"30"-5693"0"0,-2 0 0 0 0,12-27 0 0 0,-19 38-2906 0 0,5-6 912 0 0,-47 51-252 0 0,1 2-1 0 0,-35 50 0 0 0,63-77-1018 0 0,1 1 0 0 0,1 0-1 0 0,0 1 1 0 0,2-1 0 0 0,0 2 0 0 0,2 0-1 0 0,0 0 1 0 0,1 0 0 0 0,-3 24-1 0 0,8-38-17 0 0,0 0 0 0 0,1 1 0 0 0,0-1-1 0 0,1 0 1 0 0,0 0 0 0 0,0 1 0 0 0,0-1 0 0 0,1 0-1 0 0,0 0 1 0 0,0 0 0 0 0,1 0 0 0 0,0-1-1 0 0,0 1 1 0 0,7 10 0 0 0,-4-9 5 0 0,0 0-1 0 0,1-1 1 0 0,0 0-1 0 0,0 0 1 0 0,0 0 0 0 0,1-1-1 0 0,0 0 1 0 0,0-1-1 0 0,1 0 1 0 0,10 5 0 0 0,-9-5 2 0 0,0 0 0 0 0,1-1 0 0 0,-1-1 0 0 0,1 0 0 0 0,0 0 0 0 0,0-1 1 0 0,0-1-1 0 0,0 0 0 0 0,0 0 0 0 0,0-1 0 0 0,0 0 0 0 0,0-1 0 0 0,0-1 1 0 0,0 1-1 0 0,0-2 0 0 0,0 1 0 0 0,0-2 0 0 0,-1 1 0 0 0,1-1 0 0 0,10-7 0 0 0,-18 9-20 0 0,0 0-1 0 0,0 0 0 0 0,0 0 1 0 0,-1 0-1 0 0,1-1 0 0 0,-1 1 1 0 0,0-1-1 0 0,0 1 0 0 0,1-1 1 0 0,-2 0-1 0 0,1 0 0 0 0,2-5 1 0 0,-3 7-34 0 0,-1 0 0 0 0,0-1-1 0 0,0 1 1 0 0,1 0 0 0 0,-1-1 0 0 0,0 1 0 0 0,0 0 0 0 0,0 0 0 0 0,0-1 0 0 0,-1 1 0 0 0,1 0-1 0 0,0-1 1 0 0,0 1 0 0 0,-1 0 0 0 0,1 0 0 0 0,-1 0 0 0 0,1-1 0 0 0,-1 1 0 0 0,1 0 0 0 0,-1 0-1 0 0,0 0 1 0 0,0 0 0 0 0,1 0 0 0 0,-1 0 0 0 0,0 0 0 0 0,0 0 0 0 0,0 0 0 0 0,0 0 0 0 0,0 1-1 0 0,0-1 1 0 0,0 0 0 0 0,-1 1 0 0 0,1-1 0 0 0,0 1 0 0 0,-2-1 0 0 0,-6-3-517 0 0,1 1 1 0 0,-1 0 0 0 0,0 1 0 0 0,0 0-1 0 0,0 0 1 0 0,0 1 0 0 0,0 0-1 0 0,-14 1 1 0 0,-5 2-4671 0 0,-39 7-1 0 0,61-8 4124 0 0,-20 3-5960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30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896 1 1704 0 0,'0'0'11601'0'0,"-3"0"-11294"0"0,-4 0 302 0 0,7 3-144 0 0,13 9 144 0 0,29 12 77 0 0,-35-22-579 0 0,19 9 303 0 0,42 23-1 0 0,-60-28-397 0 0,0-1 1 0 0,0 1 0 0 0,-1 0 0 0 0,0 1-1 0 0,0 0 1 0 0,0 0 0 0 0,-1 0-1 0 0,10 16 1 0 0,-5-3 19 0 0,0 1 0 0 0,-2 1 1 0 0,0 0-1 0 0,-2 0 0 0 0,10 45 0 0 0,8 121 395 0 0,-23-168-353 0 0,11 359 1646 0 0,-30-1-1443 0 0,8-199 694 0 0,-20 183-27 0 0,5-83-744 0 0,-8 117-136 0 0,10-153-38 0 0,-21 367 26 0 0,11-308 2 0 0,27-273-35 0 0,-1-1 1 0 0,-1 0-1 0 0,-2 0 0 0 0,-1 0 0 0 0,-1-1 0 0 0,-1-1 0 0 0,-2 0 0 0 0,-23 35 0 0 0,-159 227 881 0 0,129-202 2457 0 0,19-25 218 0 0,46-59-3486 0 0,-1 0 0 0 0,1 1 1 0 0,0-2-1 0 0,0 1 0 0 0,-1 0 0 0 0,1 0 1 0 0,-1-1-1 0 0,0 1 0 0 0,1-1 1 0 0,-1 0-1 0 0,0 0 0 0 0,0 0 0 0 0,0 0 1 0 0,0-1-1 0 0,-3 1 0 0 0,-49 3-202 0 0,33-4 143 0 0,-230 18-7445 0 0,148-9 1376 0 0,19 0-3468 0 0,58-8 3500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32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2552 0 0,'4'-8'8510'0'0,"4"-13"-359"0"0,-3 32-8334 0 0,11 65 646 0 0,10 106-1 0 0,-9 82-312 0 0,-22 123-1429 0 0,5-377 279 0 0,0-3 121 0 0,-1 1 1 0 0,0-1 0 0 0,-3 13-1 0 0,4-18 55 0 0,-1 0-1 0 0,0 1 0 0 0,0-1 0 0 0,0 0 0 0 0,-1 0 0 0 0,1 0 0 0 0,0 1 1 0 0,-1-1-1 0 0,-2 2 0 0 0,-4 4-2835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33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14 168 0 0,'-16'-4'7331'0'0,"10"2"-4851"0"0,-19-4 4369 0 0,23 5-6627 0 0,0 1 1 0 0,0 0 0 0 0,0 0 0 0 0,0 0-1 0 0,0 0 1 0 0,0 0 0 0 0,0 0 0 0 0,0 0-1 0 0,0 1 1 0 0,-2 0 0 0 0,2 0-199 0 0,3 4 4 0 0,0 0-1 0 0,0 0 0 0 0,0 0 0 0 0,3 8 0 0 0,16 40 50 0 0,1-2-1 0 0,3 0 0 0 0,2-1 0 0 0,60 85 0 0 0,-81-129-193 0 0,0 1-1 0 0,1-1 1 0 0,0 0-1 0 0,0-1 1 0 0,0 1 0 0 0,7 4-1 0 0,-12-10 44 0 0,1 1 1 0 0,-1-1-1 0 0,1 1 0 0 0,-1-1 1 0 0,0 0-1 0 0,1 1 0 0 0,-1-1 1 0 0,1 0-1 0 0,-1 0 0 0 0,1 0 1 0 0,-1 0-1 0 0,1-1 0 0 0,-1 1 1 0 0,0 0-1 0 0,1-1 0 0 0,-1 1 1 0 0,1 0-1 0 0,1-2 0 0 0,23-13-1142 0 0,-7 0 662 0 0,-1-1 0 0 0,0 0 0 0 0,-1-2 0 0 0,26-33 1 0 0,48-87 694 0 0,-17-3 5522 0 0,-73 139-5602 0 0,2 0-32 0 0,-1 0-56 0 0,-7 13 57 0 0,-13 26-89 0 0,-48 99-111 0 0,32-41-4367 0 0,32-87 3009 0 0,0 1 0 0 0,1 0 0 0 0,0-1 0 0 0,0 11 0 0 0,2-6-3171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33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393 125 2220 0 0,'2'-6'1414'0'0,"0"0"0"0"0,-1 0 0 0 0,0 0-1 0 0,0-1 1 0 0,-1 1 0 0 0,0 0 0 0 0,-1-11 0 0 0,1 13-1038 0 0,-1-1 0 0 0,1 1 0 0 0,-2 0 1 0 0,1-1-1 0 0,0 1 0 0 0,-1 0 0 0 0,0 0 1 0 0,0-1-1 0 0,0 1 0 0 0,0 1 0 0 0,-4-6 1 0 0,5 8-358 0 0,0 0 0 0 0,0 0 0 0 0,0 1 0 0 0,0-1 0 0 0,0 0-1 0 0,0 1 1 0 0,0-1 0 0 0,0 0 0 0 0,0 1 0 0 0,-1-1 0 0 0,1 1 0 0 0,0 0 0 0 0,0 0 0 0 0,0-1 0 0 0,0 1 0 0 0,-1 0 0 0 0,1 0 0 0 0,0 0 0 0 0,0 0 0 0 0,-1 0 0 0 0,1 0 0 0 0,0 0 0 0 0,0 1 0 0 0,0-1 0 0 0,-1 0 0 0 0,1 1 0 0 0,0-1 0 0 0,0 1 0 0 0,-2 0 0 0 0,-31 21-2 0 0,31-19 14 0 0,-33 26 36 0 0,2 2-1 0 0,2 1 1 0 0,1 1 0 0 0,1 2-1 0 0,2 1 1 0 0,-40 66 0 0 0,61-89-48 0 0,0 0-1 0 0,1 0 1 0 0,0 0 0 0 0,1 1 0 0 0,1 0-1 0 0,-5 25 1 0 0,8-33-12 0 0,1 0 0 0 0,-1 0 0 0 0,1-1 0 0 0,0 1 0 0 0,1 0 0 0 0,0 0-1 0 0,-1 0 1 0 0,2 0 0 0 0,-1-1 0 0 0,1 1 0 0 0,0 0 0 0 0,0-1 0 0 0,1 1 0 0 0,-1-1 0 0 0,1 0 0 0 0,0 0-1 0 0,1 0 1 0 0,-1 0 0 0 0,5 4 0 0 0,-1-2-313 0 0,1-1 0 0 0,-1 1 1 0 0,1-1-1 0 0,0-1 0 0 0,0 0 0 0 0,1 0 0 0 0,0-1 1 0 0,0 0-1 0 0,0 0 0 0 0,0-1 0 0 0,0 0 0 0 0,11 2 0 0 0,-8-3-1369 0 0,1 0-1 0 0,0-1 1 0 0,1-1-1 0 0,25-1 0 0 0,-14-2-2965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34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44 976 0 0,'7'-33'13106'0'0,"-7"32"-13061"0"0,0 1 0 0 0,0-1 1 0 0,0 1-1 0 0,0 0 0 0 0,0-1 0 0 0,0 1 1 0 0,0 0-1 0 0,0-1 0 0 0,0 1 0 0 0,0 0 0 0 0,0-1 1 0 0,0 1-1 0 0,0 0 0 0 0,1-1 0 0 0,-1 1 1 0 0,0 0-1 0 0,0-1 0 0 0,0 1 0 0 0,1 0 1 0 0,-1-1-1 0 0,0 1 0 0 0,0 0 0 0 0,1 0 0 0 0,-1-1 1 0 0,0 1-1 0 0,0 0 0 0 0,1 0 0 0 0,-1 0 1 0 0,0-1-1 0 0,1 1 0 0 0,-1 0 0 0 0,0 0 0 0 0,1 0 1 0 0,-1 0-1 0 0,0 0 0 0 0,1 0 0 0 0,-1 0 1 0 0,0 0-1 0 0,1 0 0 0 0,18 6 757 0 0,15 18-317 0 0,-30-20-396 0 0,0 0-1 0 0,-1 0 0 0 0,1 0 0 0 0,-1 0 1 0 0,0 1-1 0 0,-1 0 0 0 0,1-1 1 0 0,-1 1-1 0 0,0 0 0 0 0,0 0 0 0 0,0 0 1 0 0,-1 1-1 0 0,0-1 0 0 0,0 0 1 0 0,0 0-1 0 0,-1 1 0 0 0,1-1 1 0 0,-1 1-1 0 0,-1-1 0 0 0,1 0 0 0 0,-1 1 1 0 0,0-1-1 0 0,0 0 0 0 0,0 0 1 0 0,-1 1-1 0 0,0-1 0 0 0,0 0 0 0 0,-3 4 1 0 0,-7 14 417 0 0,-1-1 0 0 0,-1 0 0 0 0,-1-1 0 0 0,-29 30 1 0 0,22-25-270 0 0,-17 19 56 0 0,38-44-262 0 0,1 0-23 0 0,1-1-1 0 0,-1 1 0 0 0,0 0 0 0 0,1-1 0 0 0,0 1 0 0 0,-1-1 0 0 0,1 1 0 0 0,-1-1 0 0 0,1 1 0 0 0,0-1 0 0 0,-1 0 0 0 0,1 1 0 0 0,0-1 1 0 0,-1 0-1 0 0,1 1 0 0 0,0-1 0 0 0,-1 0 0 0 0,1 0 0 0 0,0 1 0 0 0,0-1 0 0 0,-1 0 0 0 0,1 0 0 0 0,0 0 0 0 0,1 0 0 0 0,20 1 42 0 0,-22-1-47 0 0,39-2-298 0 0,-1-2 1 0 0,54-12 0 0 0,-53 9-324 0 0,158-33-4143 0 0,-67 7-3191 0 0,-75 17 1518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34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194 254 1040 0 0,'-86'-4'9184'0'0,"-17"0"-1374"0"0,102 3-7785 0 0,1 1 0 0 0,0 0-1 0 0,-1 0 1 0 0,1 0 0 0 0,0-1-1 0 0,0 1 1 0 0,-1 0 0 0 0,1-1-1 0 0,0 1 1 0 0,0 0 0 0 0,-1-1-1 0 0,1 1 1 0 0,0 0 0 0 0,0-1-1 0 0,0 1 1 0 0,0 0 0 0 0,0-1-1 0 0,-1 1 1 0 0,1-1 0 0 0,0 1-1 0 0,0 0 1 0 0,0-1 0 0 0,0 1-1 0 0,0 0 1 0 0,0-2 0 0 0,57-13 203 0 0,1 2 1 0 0,60-5-1 0 0,-29 4-1053 0 0,-69 12 437 0 0,-14 1-7 0 0,0 0-1 0 0,0 0 1 0 0,0 0 0 0 0,0 0-1 0 0,0-1 1 0 0,0 0 0 0 0,7-4-1 0 0,-12 5 315 0 0,0 0-1 0 0,0-1 1 0 0,0 1-1 0 0,0 0 1 0 0,0-1-1 0 0,0 1 1 0 0,0-1 0 0 0,-1 1-1 0 0,1-1 1 0 0,-1 1-1 0 0,1-1 1 0 0,-1 0-1 0 0,1 1 1 0 0,-1-1-1 0 0,0 1 1 0 0,0-1-1 0 0,0 0 1 0 0,0 1-1 0 0,0-1 1 0 0,0 0-1 0 0,0 1 1 0 0,-1-1-1 0 0,1-1 1 0 0,-1 2 82 0 0,-1-14 699 0 0,-2 1 0 0 0,-6-19-1 0 0,-4-14 1979 0 0,14 46-2584 0 0,0-1-9 0 0,0 2-82 0 0,0 0 0 0 0,0 0-1 0 0,-1-1 1 0 0,1 1 0 0 0,0 0 0 0 0,0 0 0 0 0,0-1-1 0 0,0 1 1 0 0,0 0 0 0 0,0 0 0 0 0,0-1 0 0 0,0 1 0 0 0,0 0-1 0 0,0 0 1 0 0,0-1 0 0 0,0 1 0 0 0,0 0 0 0 0,1 0 0 0 0,-1-1-1 0 0,0 1 1 0 0,0 0 0 0 0,0 0 0 0 0,0 0 0 0 0,0-1-1 0 0,0 1 1 0 0,1 0 0 0 0,-1 0 0 0 0,0 0 0 0 0,0-1 0 0 0,0 1-1 0 0,0 0 1 0 0,1 0 0 0 0,-1 0 0 0 0,0-1 0 0 0,5 3 6 0 0,-1 0 1 0 0,1 0-1 0 0,-1 0 1 0 0,0 0 0 0 0,0 1-1 0 0,0-1 1 0 0,0 1-1 0 0,0 0 1 0 0,0 0 0 0 0,-1 1-1 0 0,0-1 1 0 0,1 1-1 0 0,-1-1 1 0 0,-1 1 0 0 0,1 0-1 0 0,0 0 1 0 0,-1 1-1 0 0,2 4 1 0 0,0-2 10 0 0,-2 0-1 0 0,1 0 1 0 0,-1-1 0 0 0,0 1-1 0 0,0 1 1 0 0,-1-1-1 0 0,0 0 1 0 0,0 0 0 0 0,-1 0-1 0 0,0 1 1 0 0,-2 13 0 0 0,-1-8-176 0 0,0 1 0 0 0,-1-1 0 0 0,-1 0 1 0 0,-1 0-1 0 0,0-1 0 0 0,0 0 0 0 0,-10 13 1 0 0,9-14-1635 0 0,-1-1 0 0 0,0 0 0 0 0,0-1-1 0 0,-16 13 1 0 0,10-11-4113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35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35 1264 0 0,'8'-19'15884'0'0,"-8"19"-15832"0"0,0-1 1 0 0,0 1 0 0 0,0-1 0 0 0,0 1 0 0 0,0-1 0 0 0,0 1-1 0 0,0-1 1 0 0,0 0 0 0 0,0 1 0 0 0,0-1 0 0 0,0 1 0 0 0,0-1-1 0 0,0 1 1 0 0,0-1 0 0 0,-1 1 0 0 0,1-1 0 0 0,0 1 0 0 0,-1-1-1 0 0,1 1 1 0 0,0 0 0 0 0,0-1 0 0 0,-1 1 0 0 0,1-1 0 0 0,-1 1 0 0 0,1 0-1 0 0,0-1 1 0 0,-1 1 0 0 0,1 0 0 0 0,-1-1 0 0 0,1 1 0 0 0,-1 0-1 0 0,1 0 1 0 0,-1-1 0 0 0,1 1 0 0 0,-1 0 0 0 0,1 0 0 0 0,-1 0-1 0 0,1 0 1 0 0,-1 0 0 0 0,1 0 0 0 0,-1 0 0 0 0,1 0 0 0 0,-1 0-1 0 0,0 0 1 0 0,1 0 0 0 0,-1 0 0 0 0,1 0 0 0 0,-1 0 0 0 0,1 1-1 0 0,-1-1 1 0 0,1 0 0 0 0,-1 0 0 0 0,1 0 0 0 0,-1 1 0 0 0,-31 18-66 0 0,25-14 255 0 0,-20 13-175 0 0,0 2 0 0 0,2 1 1 0 0,0 2-1 0 0,1 0 1 0 0,2 1-1 0 0,0 1 1 0 0,2 1-1 0 0,-20 32 1 0 0,36-50-61 0 0,-1 0 0 0 0,2 1 0 0 0,-1-1 0 0 0,1 1 1 0 0,0 0-1 0 0,0 0 0 0 0,1 0 0 0 0,1 0 0 0 0,-1 0 0 0 0,2 0 0 0 0,-1 0 0 0 0,1 10 1 0 0,1-12 3 0 0,0-1 0 0 0,0 1 1 0 0,0-1-1 0 0,1 0 1 0 0,0 1-1 0 0,0-1 1 0 0,1 0-1 0 0,0 0 1 0 0,0 0-1 0 0,0-1 0 0 0,0 1 1 0 0,1-1-1 0 0,0 0 1 0 0,0 0-1 0 0,1 0 1 0 0,-1 0-1 0 0,11 7 1 0 0,-3-4-388 0 0,0-1 1 0 0,1 1-1 0 0,-1-2 1 0 0,2 0 0 0 0,-1-1-1 0 0,1 0 1 0 0,0-1-1 0 0,0 0 1 0 0,16 1-1 0 0,-15-3-1177 0 0,0 0-1 0 0,0-2 0 0 0,0 0 1 0 0,-1 0-1 0 0,19-4 0 0 0,-9-2-4154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35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60 1680 0 0,'-2'-32'13787'0'0,"2"28"-13502"0"0,0 2-86 0 0,0 1-1 0 0,-1-1 1 0 0,1 1 0 0 0,0 0-1 0 0,1-1 1 0 0,-1 1 0 0 0,0-1-1 0 0,0 1 1 0 0,1 0 0 0 0,-1-1-1 0 0,1 1 1 0 0,-1 0-1 0 0,2-3 1 0 0,-1 3-108 0 0,26 2 89 0 0,-23 0-177 0 0,0 0 0 0 0,0 1 0 0 0,0-1 0 0 0,-1 1 0 0 0,1 0 0 0 0,0 0 1 0 0,-1 0-1 0 0,1 0 0 0 0,-1 1 0 0 0,0-1 0 0 0,1 1 0 0 0,-1 0 0 0 0,0 0 0 0 0,-1 0 1 0 0,1 0-1 0 0,-1 1 0 0 0,1-1 0 0 0,-1 1 0 0 0,0 0 0 0 0,0-1 0 0 0,-1 1 0 0 0,1 0 0 0 0,-1 0 1 0 0,0 0-1 0 0,0 0 0 0 0,0 0 0 0 0,0 0 0 0 0,-1 0 0 0 0,1 1 0 0 0,-2 6 0 0 0,0-3 77 0 0,-1 1-1 0 0,0-1 0 0 0,0 0 0 0 0,-1 0 0 0 0,0 0 0 0 0,-1 0 0 0 0,0 0 0 0 0,0 0 0 0 0,0-1 1 0 0,-1 0-1 0 0,-8 9 0 0 0,-9 9 161 0 0,-37 34 1 0 0,0-1-15 0 0,58-57-220 0 0,1-1 1 0 0,-1 0 0 0 0,1 0-1 0 0,0 0 1 0 0,-1 1 0 0 0,1-1 0 0 0,0 0-1 0 0,-1 1 1 0 0,1-1 0 0 0,0 0 0 0 0,0 1-1 0 0,-1-1 1 0 0,1 0 0 0 0,0 1-1 0 0,0-1 1 0 0,0 0 0 0 0,-1 1 0 0 0,1-1-1 0 0,0 1 1 0 0,0-1 0 0 0,0 0 0 0 0,0 1-1 0 0,0-1 1 0 0,0 1 0 0 0,0-1-1 0 0,0 1 1 0 0,0-1 0 0 0,0 0 0 0 0,0 1-1 0 0,0-1 1 0 0,0 1 0 0 0,0-1 0 0 0,0 0-1 0 0,0 1 1 0 0,1-1 0 0 0,-1 1-1 0 0,0-1 1 0 0,0 0 0 0 0,0 1 0 0 0,1-1-1 0 0,-1 0 1 0 0,0 1 0 0 0,0-1 0 0 0,1 0-1 0 0,-1 1 1 0 0,0-1 0 0 0,1 0-1 0 0,-1 0 1 0 0,0 1 0 0 0,1-1 0 0 0,-1 0-1 0 0,1 0 1 0 0,-1 0 0 0 0,0 1-1 0 0,1-1 1 0 0,-1 0 0 0 0,1 0 0 0 0,-1 0-1 0 0,1 0 1 0 0,-1 0 0 0 0,1 0 0 0 0,23 3 85 0 0,-23-3-89 0 0,269-12 271 0 0,-112 1-726 0 0,-1-3-2594 0 0,-106 8-667 0 0,0-1-3630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37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53 188 0 0,'-32'8'18277'0'0,"55"-10"-16527"0"0,110-22-1552 0 0,-46 2-3224 0 0,-83 21 2616 0 0,25-10-3343 0 0,-27 11 3205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37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23 3360 0 0,'-22'-15'11300'0'0,"2"8"-8015"0"0,18 7-2758 0 0,-7 6 531 0 0,6 8-409 0 0,1 0 0 0 0,0-1 0 0 0,1 1 0 0 0,1 0 0 0 0,2 23 0 0 0,-1 3-165 0 0,15 260 828 0 0,-10-242-1318 0 0,-6-57-323 0 0,2 7-55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39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49 112 172 0 0,'0'0'2133'0'0,"-20"-16"6403"0"0,1-7-655 0 0,16 18-8053 0 0,3 4 718 0 0,-3-10 1397 0 0,2 9-1803 0 0,1 0-46 0 0,-1 1 1 0 0,1 0-1 0 0,0 0 1 0 0,-1-1-1 0 0,1 1 0 0 0,0 0 1 0 0,0-1-1 0 0,0 1 0 0 0,0 0 1 0 0,0-1-1 0 0,0 1 1 0 0,0 0-1 0 0,1-2 0 0 0,-1 1-78 0 0,1 1-1 0 0,0-1 0 0 0,0 1 1 0 0,0-1-1 0 0,0 1 0 0 0,0 0 1 0 0,0-1-1 0 0,1 1 0 0 0,-1 0 1 0 0,0 0-1 0 0,1 0 0 0 0,-1 0 1 0 0,1 0-1 0 0,-1 0 0 0 0,1 0 1 0 0,-1 0-1 0 0,1 0 0 0 0,0 1 0 0 0,1-1 1 0 0,6-2-29 0 0,1 1 1 0 0,-1 0-1 0 0,0 0 1 0 0,0 1-1 0 0,1 1 0 0 0,-1-1 1 0 0,0 1-1 0 0,1 1 1 0 0,-1 0-1 0 0,0 0 1 0 0,0 1-1 0 0,1 0 1 0 0,10 4-1 0 0,-7-1-3 0 0,0 0 0 0 0,0 1-1 0 0,-1 0 1 0 0,0 1 0 0 0,0 0 0 0 0,-1 1-1 0 0,0 0 1 0 0,15 14 0 0 0,-22-18 16 0 0,0 0 0 0 0,-1 0 0 0 0,1 1 0 0 0,-1-1 0 0 0,0 1 0 0 0,0 0 0 0 0,-1 0 0 0 0,1 0 0 0 0,-1 0 0 0 0,0 0 0 0 0,0 1 0 0 0,-1-1 0 0 0,0 1 0 0 0,1 7 0 0 0,-1-6 10 0 0,-1 1 0 0 0,-1 0 0 0 0,1 0-1 0 0,-1 0 1 0 0,-1-1 0 0 0,1 1 0 0 0,-1 0 0 0 0,-1-1 0 0 0,-3 10 0 0 0,-4 2 18 0 0,-1 0 0 0 0,0 0 0 0 0,-1-1 1 0 0,-2-1-1 0 0,1 0 0 0 0,-23 22 0 0 0,21-26-5 0 0,10-9 11 0 0,1 0 0 0 0,0 0 1 0 0,0 0-1 0 0,0 1 0 0 0,0-1 0 0 0,-3 6 0 0 0,2-4 6 0 0,18-12-129 0 0,-5 4 66 0 0,0 0 0 0 0,1 1 0 0 0,-1 0 0 0 0,1 0 0 0 0,0 1 0 0 0,-1 0 0 0 0,1 0 0 0 0,-1 1 0 0 0,1 0-1 0 0,-1 0 1 0 0,1 1 0 0 0,-1 0 0 0 0,0 1 0 0 0,0 0 0 0 0,0 0 0 0 0,0 1 0 0 0,0 0 0 0 0,7 5 0 0 0,-7-4 27 0 0,-1 0 0 0 0,0 0 0 0 0,0 0-1 0 0,0 1 1 0 0,0 0 0 0 0,-1 1 0 0 0,0-1 0 0 0,0 1 0 0 0,-1 0 0 0 0,0 1-1 0 0,0-1 1 0 0,-1 1 0 0 0,0 0 0 0 0,0 0 0 0 0,-1 1 0 0 0,0-1 0 0 0,4 16-1 0 0,-7-18 24 0 0,1 0-1 0 0,-1 0 1 0 0,-1-1-1 0 0,1 1 1 0 0,-1 0-1 0 0,0 0 1 0 0,0-1-1 0 0,0 1 1 0 0,-1-1-1 0 0,0 1 1 0 0,0-1-1 0 0,0 0 1 0 0,-1 0-1 0 0,0 0 1 0 0,0 0-1 0 0,0 0 1 0 0,-1 0-1 0 0,1-1 1 0 0,-1 0-1 0 0,0 0 1 0 0,0 0-1 0 0,-1 0 0 0 0,1 0 1 0 0,-1-1-1 0 0,0 0 1 0 0,-6 4-1 0 0,1-2-150 0 0,1 0 0 0 0,-1-1 0 0 0,0 0 0 0 0,-1-1 0 0 0,1 0-1 0 0,-1 0 1 0 0,1-1 0 0 0,-1 0 0 0 0,0-1 0 0 0,0 0-1 0 0,1-1 1 0 0,-1 0 0 0 0,-16-3 0 0 0,23 2-377 0 0,0 1 0 0 0,1-1 0 0 0,-1 0-1 0 0,1-1 1 0 0,-1 1 0 0 0,1-1 0 0 0,-1 1 0 0 0,-3-4 0 0 0,6 4 75 0 0,0 0 1 0 0,0 0-1 0 0,-1 0 1 0 0,1 0-1 0 0,0 0 1 0 0,0 0-1 0 0,1 0 1 0 0,-1-1 0 0 0,0 1-1 0 0,0 0 1 0 0,1-1-1 0 0,-1 1 1 0 0,0-1-1 0 0,1 1 1 0 0,-1-1-1 0 0,1 1 1 0 0,0-1-1 0 0,0 1 1 0 0,-1-1-1 0 0,1 1 1 0 0,0-1-1 0 0,1-1 1 0 0,1-10-4477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39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192 115 1776 0 0,'10'-9'1950'0'0,"-1"0"0"0"0,0 0 0 0 0,-1 0 0 0 0,0-1 0 0 0,0 0 0 0 0,-1-1 0 0 0,-1 0 0 0 0,8-16 0 0 0,-13 25-1646 0 0,-3-3 80 0 0,1 2-159 0 0,-8 5-217 0 0,1 2 20 0 0,0 1 0 0 0,0 0 0 0 0,1 0 0 0 0,-1 1 1 0 0,1 0-1 0 0,0 1 0 0 0,1-1 0 0 0,-11 14 1 0 0,6-8 41 0 0,-13 15 14 0 0,1 0 0 0 0,2 2 0 0 0,-26 45 0 0 0,37-57-66 0 0,2 0-1 0 0,1 0 1 0 0,0 1 0 0 0,1 0 0 0 0,1 0 0 0 0,0 0 0 0 0,1 1-1 0 0,-1 25 1 0 0,5-38-93 0 0,0 1-1 0 0,0 0 1 0 0,1-1 0 0 0,0 1-1 0 0,0-1 1 0 0,1 0-1 0 0,0 1 1 0 0,0-1-1 0 0,0 0 1 0 0,1 0 0 0 0,0 0-1 0 0,0 0 1 0 0,0-1-1 0 0,1 1 1 0 0,0-1-1 0 0,0 0 1 0 0,0 0 0 0 0,1 0-1 0 0,-1 0 1 0 0,1-1-1 0 0,1 0 1 0 0,-1 0-1 0 0,9 5 1 0 0,0-1-1156 0 0,0-1 0 0 0,1-1 1 0 0,0 0-1 0 0,0-1 0 0 0,0 0 0 0 0,1-1 1 0 0,-1-1-1 0 0,26 2 0 0 0,-11-3-4545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39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73 1584 0 0,'-6'-12'7489'0'0,"-9"-23"1987"0"0,14 33-8927 0 0,0-8 730 0 0,3 9-1256 0 0,-1 0 1 0 0,0 0-1 0 0,0-1 0 0 0,1 1 0 0 0,-1 0 0 0 0,0 0 0 0 0,1 0 0 0 0,-1 1 1 0 0,1-1-1 0 0,0 0 0 0 0,-1 1 0 0 0,1-1 0 0 0,-1 0 0 0 0,1 1 1 0 0,0 0-1 0 0,0-1 0 0 0,-1 1 0 0 0,1 0 0 0 0,0 0 0 0 0,-1 0 0 0 0,1 0 1 0 0,0 0-1 0 0,2 1 0 0 0,4 0-22 0 0,-1 0-1 0 0,1 1 1 0 0,12 4 0 0 0,-17-5-4 0 0,0 0 1 0 0,0 1-1 0 0,0-1 0 0 0,0 0 1 0 0,-1 1-1 0 0,1 0 0 0 0,0-1 1 0 0,-1 1-1 0 0,1 0 0 0 0,-1 1 1 0 0,0-1-1 0 0,0 0 0 0 0,0 1 1 0 0,3 3-1 0 0,-4-3 8 0 0,0-1 1 0 0,0 0-1 0 0,0 1 0 0 0,0-1 0 0 0,-1 1 0 0 0,1-1 0 0 0,-1 1 1 0 0,0-1-1 0 0,1 1 0 0 0,-1-1 0 0 0,0 1 0 0 0,-1-1 0 0 0,1 1 1 0 0,-1 3-1 0 0,-1 2 13 0 0,-1-1 1 0 0,0 0 0 0 0,0 0 0 0 0,-1 0-1 0 0,1-1 1 0 0,-2 1 0 0 0,1-1-1 0 0,-1 0 1 0 0,1 0 0 0 0,-8 6-1 0 0,-10 8 388 0 0,-1 0 0 0 0,-1-1 0 0 0,-46 26 0 0 0,68-44 49 0 0,-3-1 902 0 0,20-3-1052 0 0,0-1-296 0 0,0 0 0 0 0,1 1 0 0 0,0 0 0 0 0,0 2 0 0 0,-1 0 0 0 0,1 0 0 0 0,0 2 1 0 0,0 0-1 0 0,23 4 0 0 0,-27-2-27 0 0,-1 0 1 0 0,1 1-1 0 0,0 0 1 0 0,-1 1-1 0 0,0 1 1 0 0,0-1-1 0 0,0 2 1 0 0,-1-1 0 0 0,0 2-1 0 0,0-1 1 0 0,-1 1-1 0 0,17 18 1 0 0,-22-21 20 0 0,1 0 0 0 0,-2 0 0 0 0,1 1-1 0 0,0-1 1 0 0,-1 1 0 0 0,0 0 0 0 0,0-1 0 0 0,-1 1 0 0 0,0 1 0 0 0,3 10 0 0 0,-5-14 10 0 0,1 1 0 0 0,-1 0 0 0 0,0-1-1 0 0,0 1 1 0 0,-1 0 0 0 0,1-1 0 0 0,-1 1 0 0 0,0-1-1 0 0,0 1 1 0 0,0-1 0 0 0,0 1 0 0 0,0-1 0 0 0,-1 0-1 0 0,0 1 1 0 0,1-1 0 0 0,-1 0 0 0 0,0 0 0 0 0,-1 0-1 0 0,1 0 1 0 0,-5 3 0 0 0,-4 5-4 0 0,-1-2 1 0 0,-1 0-1 0 0,1 0 0 0 0,-2-1 1 0 0,1 0-1 0 0,-1-2 1 0 0,0 1-1 0 0,0-2 0 0 0,-1 0 1 0 0,0 0-1 0 0,0-1 0 0 0,-30 3 1 0 0,-2-3-1701 0 0,-1-2-1 0 0,-90-7 1 0 0,31-8-2740 0 0,34 1-1263 0 0,9 1-1910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42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507 53 1772 0 0,'47'-37'13753'0'0,"-47"37"-13715"0"0,0 0 1 0 0,0 0-1 0 0,0-1 0 0 0,1 1 0 0 0,-1 0 0 0 0,0 0 0 0 0,0-1 0 0 0,0 1 0 0 0,0 0 0 0 0,0-1 0 0 0,0 1 0 0 0,1 0 0 0 0,-1-1 0 0 0,0 1 0 0 0,0 0 0 0 0,0-1 0 0 0,0 1 0 0 0,0 0 0 0 0,0-1 0 0 0,-1 1 0 0 0,1 0 0 0 0,0-1 0 0 0,0 1 1 0 0,0 0-1 0 0,0-1 0 0 0,0 1 0 0 0,0 0 0 0 0,0-1 0 0 0,-1 1 0 0 0,1 0 0 0 0,0 0 0 0 0,0-1 0 0 0,0 1 0 0 0,-1 0 0 0 0,1 0 0 0 0,0-1 0 0 0,0 1 0 0 0,-1 0 0 0 0,1 0 0 0 0,-19-5 381 0 0,-22 6-526 0 0,39-1 186 0 0,-75 9-38 0 0,-111 28 0 0 0,157-31-47 0 0,13-2-44 0 0,1 0 1 0 0,0 1 0 0 0,0 1 0 0 0,0 1 0 0 0,-29 15 0 0 0,41-19 99 0 0,1 0 0 0 0,-1 0 0 0 0,1 1 0 0 0,0-1 0 0 0,0 1 0 0 0,0 0 0 0 0,1 0 0 0 0,0 0 0 0 0,-1 0 0 0 0,1 1 0 0 0,1-1 0 0 0,-1 1 0 0 0,1 0 0 0 0,-1 0 0 0 0,2 0 0 0 0,-1 0 0 0 0,0 0 0 0 0,1 0 0 0 0,0 0 0 0 0,0 1 0 0 0,0-1 0 0 0,1 0 0 0 0,0 1 0 0 0,0 4 0 0 0,3 14 328 0 0,1 0-1 0 0,0 0 1 0 0,2 0-1 0 0,10 26 1 0 0,42 93 496 0 0,-25-68-825 0 0,117 359 65 0 0,-121-319-51 0 0,26 221 0 0 0,-26 147-34 0 0,-22 241 110 0 0,-8-500-114 0 0,-16 315 3422 0 0,10-398-3374 0 0,5-90-35 0 0,-11 349 33 0 0,13-396-81 0 0,0 12 21 0 0,0 0 0 0 0,1 0 0 0 0,1 0 0 0 0,4 18 0 0 0,-5-29 10 0 0,1-1 1 0 0,-1 0-1 0 0,1 0 1 0 0,0 0-1 0 0,0 1 1 0 0,0-2 0 0 0,1 1-1 0 0,-1 0 1 0 0,1 0-1 0 0,0-1 1 0 0,0 1-1 0 0,0-1 1 0 0,0 0-1 0 0,1 0 1 0 0,-1 0-1 0 0,1-1 1 0 0,0 1 0 0 0,0-1-1 0 0,7 3 1 0 0,3 1-2 0 0,1-2 0 0 0,0 0 1 0 0,0-1-1 0 0,0 0 0 0 0,0-1 1 0 0,0-1-1 0 0,23-1 0 0 0,111-14-1261 0 0,-126 10 906 0 0,293-55-4834 0 0,-110-2-3473 0 0,-116 26 453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43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16 243 1264 0 0,'1'-2'1731'0'0,"5"-6"719"0"0,-1-1 0 0 0,-1 1 1 0 0,7-15-1 0 0,-11 22-1861 0 0,3-6 1113 0 0,-15 47-1595 0 0,2-1-1 0 0,2 2 1 0 0,1-1 0 0 0,-1 42 0 0 0,8-76-89 0 0,0 0 0 0 0,0 0 0 0 0,0 0 0 0 0,1 0 0 0 0,0 0 0 0 0,0-1 0 0 0,1 1 0 0 0,-1 0 0 0 0,1-1 0 0 0,1 1 0 0 0,-1-1 0 0 0,1 1 0 0 0,0-1 0 0 0,0 0 0 0 0,0 0 0 0 0,1-1 0 0 0,-1 1 0 0 0,1-1 1 0 0,1 1-1 0 0,-1-1 0 0 0,0-1 0 0 0,1 1 0 0 0,0 0 0 0 0,0-1 0 0 0,0 0 0 0 0,0 0 0 0 0,0-1 0 0 0,1 1 0 0 0,-1-1 0 0 0,1-1 0 0 0,0 1 0 0 0,-1-1 0 0 0,12 2 0 0 0,0-2 90 0 0,0 0 0 0 0,1 0 0 0 0,-1-2 0 0 0,0 0 0 0 0,0-1 0 0 0,1-1 0 0 0,-1-1 0 0 0,-1 0 0 0 0,1-1 0 0 0,-1-1 0 0 0,0 0 0 0 0,0-2 0 0 0,0 1 0 0 0,-1-2 0 0 0,0 0 0 0 0,-1-1 0 0 0,0 0 0 0 0,-1-1 0 0 0,15-16 0 0 0,-16 16-9 0 0,-1-2-1 0 0,-1 1 1 0 0,0-1-1 0 0,-1-1 1 0 0,0 1-1 0 0,-1-2 0 0 0,-1 1 1 0 0,0-1-1 0 0,-1 0 1 0 0,0-1-1 0 0,-1 1 0 0 0,-1-1 1 0 0,-1 0-1 0 0,0 0 1 0 0,-1 0-1 0 0,-1 0 1 0 0,0-1-1 0 0,-2 1 0 0 0,1 0 1 0 0,-5-24-1 0 0,4 34-120 0 0,-1 0 0 0 0,1 0-1 0 0,-1 0 1 0 0,0 1 0 0 0,0-1-1 0 0,0 1 1 0 0,-1 0 0 0 0,0-1-1 0 0,0 1 1 0 0,0 0 0 0 0,-1 1-1 0 0,0-1 1 0 0,0 1 0 0 0,0-1-1 0 0,0 1 1 0 0,-1 0 0 0 0,1 1-1 0 0,-1-1 1 0 0,0 1 0 0 0,0 0-1 0 0,0 0 1 0 0,-1 1-1 0 0,1-1 1 0 0,-1 1 0 0 0,1 0-1 0 0,-1 1 1 0 0,0-1 0 0 0,0 1-1 0 0,0 0 1 0 0,1 1 0 0 0,-1-1-1 0 0,0 1 1 0 0,0 1 0 0 0,0-1-1 0 0,0 1 1 0 0,0 0 0 0 0,0 0-1 0 0,0 0 1 0 0,-5 3 0 0 0,-2 1-463 0 0,1 1 1 0 0,0 0 0 0 0,1 1-1 0 0,0 0 1 0 0,0 1 0 0 0,0 0-1 0 0,-14 15 1 0 0,6-3-2261 0 0,0 1 0 0 0,-24 38-1 0 0,25-33-2307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44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8 209 1880 0 0,'-1'-2'1540'0'0,"-1"-4"-1046"0"0,1-1 0 0 0,0 1 1 0 0,0 0-1 0 0,0-1 0 0 0,0 1 0 0 0,1-1 1 0 0,0 1-1 0 0,1-1 0 0 0,0 1 1 0 0,0-1-1 0 0,0 1 0 0 0,0-1 1 0 0,1 1-1 0 0,0 0 0 0 0,1 0 1 0 0,-1 0-1 0 0,1 0 0 0 0,4-5 0 0 0,-3 4-368 0 0,0 1 0 0 0,0 0 0 0 0,0 0 0 0 0,1 0 0 0 0,0 1 0 0 0,0 0 0 0 0,1 0 0 0 0,-1 0 0 0 0,1 1 0 0 0,0-1-1 0 0,0 1 1 0 0,1 1 0 0 0,-1-1 0 0 0,1 1 0 0 0,12-4 0 0 0,-14 7-111 0 0,1 0-1 0 0,-1 0 0 0 0,0 0 1 0 0,1 1-1 0 0,-1-1 1 0 0,1 1-1 0 0,-1 1 1 0 0,0-1-1 0 0,0 1 1 0 0,0 0-1 0 0,0 0 1 0 0,0 0-1 0 0,8 5 1 0 0,-10-5-10 0 0,1 0 0 0 0,-1 1 0 0 0,0-1 0 0 0,0 1 0 0 0,0-1 1 0 0,0 1-1 0 0,0 0 0 0 0,0 0 0 0 0,-1 1 0 0 0,0-1 0 0 0,1 0 0 0 0,-1 1 1 0 0,0-1-1 0 0,-1 1 0 0 0,1 0 0 0 0,1 4 0 0 0,-2-2 0 0 0,0 0 0 0 0,0 0 0 0 0,-1 0 0 0 0,1 1 0 0 0,-1-1 0 0 0,-1 0 0 0 0,1 0 0 0 0,-1 0 0 0 0,-2 10 0 0 0,-4 6 73 0 0,-1 0 1 0 0,-1 0-1 0 0,-1-1 1 0 0,-17 27-1 0 0,24-42-29 0 0,-7 9 793 0 0,8-13-620 0 0,0 0 0 0 0,1 1 0 0 0,-1-1 1 0 0,1 0-1 0 0,0 1 0 0 0,-1-1 0 0 0,1 1 1 0 0,0-1-1 0 0,1 1 0 0 0,-1 0 0 0 0,0 2 1 0 0,3-4-202 0 0,9 0-34 0 0,0 1 0 0 0,-1 0 0 0 0,1 0 0 0 0,0 2 0 0 0,-1-1 0 0 0,0 1 1 0 0,0 1-1 0 0,0 0 0 0 0,0 0 0 0 0,-1 1 0 0 0,0 0 0 0 0,0 0 0 0 0,-1 1 0 0 0,1 1 0 0 0,-2-1 0 0 0,1 1 0 0 0,-1 0 0 0 0,0 1 0 0 0,-1 0 0 0 0,0 0 0 0 0,0 0 1 0 0,-1 1-1 0 0,0 0 0 0 0,5 14 0 0 0,-9-19 116 0 0,1 0-1 0 0,-1 1 1 0 0,0-1 0 0 0,0 1 0 0 0,0-1 0 0 0,-1 1 0 0 0,0 0 0 0 0,0-1 0 0 0,-1 1 0 0 0,1-1-1 0 0,-1 1 1 0 0,0-1 0 0 0,-1 1 0 0 0,1-1 0 0 0,-1 0 0 0 0,0 0 0 0 0,-1 1 0 0 0,1-2 0 0 0,-1 1-1 0 0,0 0 1 0 0,0 0 0 0 0,0-1 0 0 0,-1 0 0 0 0,1 1 0 0 0,-1-1 0 0 0,0-1 0 0 0,-1 1 0 0 0,-5 4-1 0 0,0-1 78 0 0,1-1 0 0 0,-1 1 0 0 0,-1-2 0 0 0,0 0 0 0 0,1 0 0 0 0,-1 0 0 0 0,-1-2 0 0 0,1 1 0 0 0,0-1-1 0 0,-1-1 1 0 0,0 0 0 0 0,-17 0 0 0 0,5-2-650 0 0,1-1-1 0 0,-1-1 1 0 0,-36-8-1 0 0,47 8-2698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44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18 1492 0 0,'-3'0'2155'0'0,"-23"3"8034"0"0,17 1-6759 0 0,50-4-3464 0 0,0-1 0 0 0,-1-2 0 0 0,43-9 0 0 0,-35 6-5563 0 0,-26 4-3532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45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11 3044 0 0,'-3'0'2614'0'0,"-42"-5"7943"0"0,42 5-9360 0 0,-1-1-661 0 0,0 0 1 0 0,0 0-1 0 0,0 0 0 0 0,0 0 0 0 0,0 1 0 0 0,0 0 0 0 0,0-1 0 0 0,-6 2 0 0 0,-2 16-596 0 0,6 2 65 0 0,1 2 0 0 0,0-1 0 0 0,2 0-1 0 0,0 1 1 0 0,2-1 0 0 0,0 1 0 0 0,4 38-1 0 0,-3-58 12 0 0,1 0-1 0 0,-1 1 1 0 0,0-1-1 0 0,1 0 0 0 0,-1 0 1 0 0,0 1-1 0 0,1-1 0 0 0,0 0 1 0 0,-1 0-1 0 0,1 0 1 0 0,0 0-1 0 0,0 0 0 0 0,-1 0 1 0 0,1 0-1 0 0,0 0 0 0 0,0 0 1 0 0,0 0-1 0 0,0 0 1 0 0,0-1-1 0 0,0 1 0 0 0,0 0 1 0 0,1-1-1 0 0,-1 1 0 0 0,0-1 1 0 0,0 1-1 0 0,0-1 1 0 0,1 1-1 0 0,-1-1 0 0 0,0 0 1 0 0,0 0-1 0 0,1 0 1 0 0,-1 0-1 0 0,0 0 0 0 0,2 0 1 0 0,7 0 18 0 0,0-1 0 0 0,-1 0 1 0 0,18-5-1 0 0,-4 2-25 0 0,5 1-29 0 0,-3-1-52 0 0,0 2 1 0 0,49 2-1 0 0,-66 1 66 0 0,0 0 1 0 0,0 0-1 0 0,0 1 1 0 0,0 1-1 0 0,0-1 1 0 0,0 1-1 0 0,-1 0 1 0 0,1 1-1 0 0,-1 0 1 0 0,0 0-1 0 0,0 0 1 0 0,-1 1 0 0 0,8 7-1 0 0,-9-8 221 0 0,-1 0 0 0 0,1 0-1 0 0,-1 1 1 0 0,-1 0 0 0 0,1 0 0 0 0,0 0 0 0 0,-1 0-1 0 0,0 1 1 0 0,-1 0 0 0 0,1-1 0 0 0,-1 1 0 0 0,0 0-1 0 0,0 0 1 0 0,1 9 0 0 0,-3-10 30 0 0,0 0 0 0 0,0 0 0 0 0,0 0 0 0 0,-1 0 0 0 0,1 0 0 0 0,-1 0 0 0 0,-1-1 0 0 0,1 1 0 0 0,-1 0 0 0 0,1-1 0 0 0,-1 1 0 0 0,-1-1 0 0 0,1 1 0 0 0,-1-1 0 0 0,1 0 0 0 0,-1 0 0 0 0,0 0 0 0 0,-1-1-1 0 0,-3 4 1 0 0,-8 7-146 0 0,-1-1-1 0 0,0 0 0 0 0,-1-2 0 0 0,-1 0 0 0 0,0-1 0 0 0,0-1 1 0 0,-1 0-1 0 0,0-1 0 0 0,-1-2 0 0 0,1 0 0 0 0,-1-1 0 0 0,-1 0 1 0 0,1-2-1 0 0,0-1 0 0 0,-1 0 0 0 0,1-1 0 0 0,-38-4 0 0 0,52 2-1136 0 0,-1 0 0 0 0,0 0 0 0 0,1-1-1 0 0,-1 1 1 0 0,1-1 0 0 0,0-1 0 0 0,-10-4 0 0 0,14 5 244 0 0,-1 1 1 0 0,1-1 0 0 0,0 0 0 0 0,-1 1 0 0 0,1-1-1 0 0,0 0 1 0 0,0-1 0 0 0,1 1 0 0 0,-1 0 0 0 0,0 0-1 0 0,1-1 1 0 0,-1 1 0 0 0,1-1 0 0 0,0 0 0 0 0,0 1 0 0 0,0-1-1 0 0,0 0 1 0 0,0 1 0 0 0,0-5 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45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1 241 1052 0 0,'3'-40'19367'0'0,"-1"30"-16359"0"0,-1 8-3000 0 0,1 0 0 0 0,-1 1-1 0 0,1-1 1 0 0,0 0-1 0 0,0 1 1 0 0,0-1 0 0 0,0 1-1 0 0,0 0 1 0 0,0-1-1 0 0,0 1 1 0 0,0 0 0 0 0,0 0-1 0 0,1 1 1 0 0,-1-1-1 0 0,3 0 1 0 0,1-1-10 0 0,369-137-1572 0 0,-343 130 1268 0 0,19-7-336 0 0,-49 16 439 0 0,0-1 0 0 0,0 0 1 0 0,0 1-1 0 0,0 0 1 0 0,0-1-1 0 0,0 1 1 0 0,1 0-1 0 0,-1 0 1 0 0,0 0-1 0 0,0 0 1 0 0,0 0-1 0 0,1 1 0 0 0,-1-1 1 0 0,4 2-1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51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1 152 0 0,'0'0'1092'0'0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53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9 372 0 0,'0'0'612'0'0,"12"-6"1395"0"0,5 4-2472 0 0,-14 2-159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54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7 1884 0 0,'3'-6'14195'0'0,"-2"16"-13933"0"0,-1 0-1 0 0,0 0 0 0 0,-1 0 0 0 0,0 0 0 0 0,-1 1 1 0 0,-4 12-1 0 0,-2 20-122 0 0,-20 97 20 0 0,5-26-75 0 0,-5 39-1924 0 0,29-144-1654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55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2168 0 0,'5'-9'2715'0'0,"1"0"1"0"0,1 0-1 0 0,7-9 0 0 0,-9 14-2413 0 0,-1 0-1 0 0,1-1 1 0 0,1 1-1 0 0,-1 1 1 0 0,0-1-1 0 0,1 1 1 0 0,0 0-1 0 0,0 0 1 0 0,0 1-1 0 0,10-3 1 0 0,149-31 483 0 0,-96 24-3373 0 0,-66 11 1940 0 0,10 2-327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0:55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 1324 0 0,'-3'0'1494'0'0,"-7"3"-565"0"0,0 1 1 0 0,1-1 0 0 0,0 1 0 0 0,0 1 0 0 0,-10 6-1 0 0,11-6-608 0 0,0 1 0 0 0,1 0-1 0 0,-1 1 1 0 0,1 0-1 0 0,1 0 1 0 0,-1 0 0 0 0,1 1-1 0 0,1 0 1 0 0,-8 12-1 0 0,10-14-86 0 0,0 1-1 0 0,1-1 0 0 0,-1 1 0 0 0,1-1 0 0 0,0 1 0 0 0,1 0 0 0 0,0 0 1 0 0,0 0-1 0 0,0 12 0 0 0,1-17-169 0 0,1 0 0 0 0,-1 0-1 0 0,1 0 1 0 0,-1-1 0 0 0,1 1 0 0 0,0 0 0 0 0,-1-1-1 0 0,1 1 1 0 0,0 0 0 0 0,0-1 0 0 0,0 1 0 0 0,0-1-1 0 0,1 1 1 0 0,-1-1 0 0 0,0 0 0 0 0,1 0 0 0 0,-1 1-1 0 0,1-1 1 0 0,2 2 0 0 0,4 0 45 0 0,1-1 0 0 0,-1 1 0 0 0,0-2 0 0 0,1 1 0 0 0,-1-1 0 0 0,1 0 0 0 0,12-1 0 0 0,-8 1-93 0 0,-1-1 0 0 0,1 2 1 0 0,21 4-1 0 0,-22-1-18 0 0,-1 0 1 0 0,0 1-1 0 0,0 0 1 0 0,-1 0-1 0 0,0 1 1 0 0,0 1-1 0 0,-1 0 0 0 0,1 0 1 0 0,-2 0-1 0 0,1 1 1 0 0,-1 1-1 0 0,-1-1 1 0 0,0 1-1 0 0,0 1 1 0 0,-1-1-1 0 0,0 1 1 0 0,-1 0-1 0 0,0 1 0 0 0,-1-1 1 0 0,0 1-1 0 0,3 17 1 0 0,-6-25 68 0 0,-1-1 1 0 0,1 1 0 0 0,-1 0-1 0 0,0 0 1 0 0,0-1 0 0 0,-1 1-1 0 0,1 0 1 0 0,-1 0 0 0 0,0-1-1 0 0,0 1 1 0 0,0-1-1 0 0,0 1 1 0 0,0-1 0 0 0,-1 1-1 0 0,0-1 1 0 0,0 0 0 0 0,-4 6-1 0 0,2-5 6 0 0,0 1 0 0 0,0-1 0 0 0,-1-1 0 0 0,0 1 0 0 0,0-1 0 0 0,0 1 0 0 0,0-1 0 0 0,0-1 0 0 0,0 1 0 0 0,-8 2 0 0 0,-7 0 46 0 0,0 0 0 0 0,-1-1 0 0 0,1-1-1 0 0,-1-1 1 0 0,-29 0 0 0 0,-76-7-1677 0 0,123 5 780 0 0,-1-1 1 0 0,1 1 0 0 0,-1-1-1 0 0,1 0 1 0 0,0 0 0 0 0,0-1-1 0 0,0 1 1 0 0,0 0-1 0 0,0-1 1 0 0,-3-2 0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08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0 132 1512 0 0,'7'-9'8064'0'0,"-6"2"-7780"0"0,2-9 5833 0 0,0 5-4256 0 0,-3 10-1661 0 0,17-20 338 0 0,-9 15-517 0 0,0-1-1 0 0,1 1 0 0 0,0 0 0 0 0,0 1 0 0 0,0 0 1 0 0,0 1-1 0 0,1-1 0 0 0,0 2 0 0 0,15-4 0 0 0,-11 3-44 0 0,1 1 0 0 0,0 0-1 0 0,0 2 1 0 0,0-1 0 0 0,0 2 0 0 0,19 1-1 0 0,-27 0 13 0 0,-1 0 0 0 0,1 1 0 0 0,0 0 0 0 0,0 0 0 0 0,-1 0 0 0 0,1 1 0 0 0,-1-1 0 0 0,0 2-1 0 0,0-1 1 0 0,0 1 0 0 0,0 0 0 0 0,-1 0 0 0 0,1 0 0 0 0,6 8 0 0 0,-9-9 16 0 0,-1 1 0 0 0,1-1 1 0 0,-1 1-1 0 0,1-1 0 0 0,-1 1 1 0 0,0 0-1 0 0,-1 0 0 0 0,1 0 0 0 0,-1 0 1 0 0,1 0-1 0 0,-1 0 0 0 0,-1 0 1 0 0,1 1-1 0 0,0-1 0 0 0,-1 0 1 0 0,0 1-1 0 0,0-1 0 0 0,0 0 1 0 0,-1 0-1 0 0,1 1 0 0 0,-1-1 0 0 0,0 0 1 0 0,0 0-1 0 0,-3 7 0 0 0,0-3 10 0 0,0 0-1 0 0,-1 0 1 0 0,1-1-1 0 0,-1 1 1 0 0,-1-1-1 0 0,0 0 1 0 0,-6 6-1 0 0,-49 40 110 0 0,53-47-92 0 0,-38 23 1620 0 0,46-30-1643 0 0,0 1 1 0 0,-1 0-1 0 0,1 0 1 0 0,0 0 0 0 0,0 0-1 0 0,-1 0 1 0 0,1-1 0 0 0,0 1-1 0 0,0 0 1 0 0,-1 0-1 0 0,1 0 1 0 0,0-1 0 0 0,0 1-1 0 0,0 0 1 0 0,-1 0 0 0 0,1-1-1 0 0,0 1 1 0 0,0 0-1 0 0,0-1 1 0 0,0 1 0 0 0,0 0-1 0 0,0 0 1 0 0,0-1 0 0 0,-1 1-1 0 0,1 0 1 0 0,0-1-1 0 0,0 1 1 0 0,0 0 0 0 0,0-1-1 0 0,0 1 1 0 0,5-4 8 0 0,-3 3-13 0 0,0 0 0 0 0,0 0 0 0 0,0 0 0 0 0,0 0 0 0 0,0 0 0 0 0,0 0 0 0 0,1 1 0 0 0,-1-1 0 0 0,0 1 0 0 0,0-1 0 0 0,0 1 0 0 0,1 0 0 0 0,3 0 0 0 0,0 0-15 0 0,0-1 1 0 0,-1 1 0 0 0,1 1-1 0 0,-1-1 1 0 0,1 1 0 0 0,-1 0 0 0 0,1 0-1 0 0,-1 0 1 0 0,1 1 0 0 0,-1 0-1 0 0,0 0 1 0 0,0 0 0 0 0,0 1 0 0 0,0-1-1 0 0,0 1 1 0 0,-1 1 0 0 0,1-1-1 0 0,-1 1 1 0 0,5 4 0 0 0,-6-4 11 0 0,1 0 0 0 0,-2 0 0 0 0,1 0 0 0 0,0 0 1 0 0,-1 0-1 0 0,0 0 0 0 0,0 1 0 0 0,0-1 0 0 0,0 1 0 0 0,-1-1 0 0 0,0 1 1 0 0,0 0-1 0 0,0-1 0 0 0,-1 1 0 0 0,1 0 0 0 0,-1 0 0 0 0,0 0 0 0 0,0-1 1 0 0,-1 1-1 0 0,0 0 0 0 0,0 0 0 0 0,-2 6 0 0 0,0-2 87 0 0,-1 0 0 0 0,0-1 1 0 0,-1 1-1 0 0,0-1 0 0 0,0 0 0 0 0,-1 0 0 0 0,0-1 0 0 0,-1 0 0 0 0,1 0 0 0 0,-1 0 1 0 0,0-1-1 0 0,-1 0 0 0 0,0-1 0 0 0,0 1 0 0 0,0-1 0 0 0,0-1 0 0 0,-1 0 0 0 0,0 0 0 0 0,0 0 1 0 0,0-1-1 0 0,0-1 0 0 0,0 0 0 0 0,-18 2 0 0 0,21-3-15 0 0,0-1 0 0 0,1 0 0 0 0,-1 0 0 0 0,0-1-1 0 0,0 0 1 0 0,1 0 0 0 0,-1 0 0 0 0,0-1 0 0 0,1 0 0 0 0,-1 0 0 0 0,1 0-1 0 0,0-1 1 0 0,-7-3 0 0 0,4 0-51 0 0,1 0-1 0 0,0 0 0 0 0,0 0 1 0 0,0-1-1 0 0,0 0 1 0 0,-6-10-1 0 0,12 16-95 0 0,0-1-1 0 0,0 1 1 0 0,0-1-1 0 0,0 1 1 0 0,0-1-1 0 0,1 1 0 0 0,-1-1 1 0 0,1 0-1 0 0,-1 0 1 0 0,1 1-1 0 0,-1-4 1 0 0,1 4-195 0 0,0-1 0 0 0,0 1-1 0 0,0 0 1 0 0,0 0 0 0 0,0 0 0 0 0,1 0 0 0 0,-1 0 0 0 0,0 0-1 0 0,1 0 1 0 0,-1 0 0 0 0,1 0 0 0 0,-1 0 0 0 0,1 0 0 0 0,-1 1 0 0 0,2-2-1 0 0,1-1-737 0 0,-1 1 0 0 0,1 0-1 0 0,0 0 1 0 0,0 0-1 0 0,0 0 1 0 0,0 1-1 0 0,0-1 1 0 0,0 1-1 0 0,0 0 1 0 0,7-2-1 0 0,3 0-4197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08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84 2328 0 0,'8'-12'5843'0'0,"-7"10"-5550"0"0,-1 1 0 0 0,1-1-1 0 0,-1 0 1 0 0,1 1 0 0 0,-1-1-1 0 0,0 0 1 0 0,0 1 0 0 0,0-1-1 0 0,0 0 1 0 0,0 0 0 0 0,0 1-1 0 0,0-1 1 0 0,0 0 0 0 0,-1 1-1 0 0,1-1 1 0 0,-1 0 0 0 0,1 1-1 0 0,-1-1 1 0 0,-1-2 0 0 0,1 3 50 0 0,-5 1-176 0 0,1 1 0 0 0,-1 0 0 0 0,0 0-1 0 0,0 1 1 0 0,1-1 0 0 0,-1 1 0 0 0,1 0 0 0 0,-1 1 0 0 0,1 0 0 0 0,0-1-1 0 0,0 2 1 0 0,0-1 0 0 0,-8 7 0 0 0,-4 6-9 0 0,-1 1 1 0 0,-14 20-1 0 0,19-23-63 0 0,8-7-72 0 0,0 0 1 0 0,0 0-1 0 0,0 0 0 0 0,1 1 0 0 0,0-1 1 0 0,0 1-1 0 0,1 0 0 0 0,0 0 0 0 0,-2 10 1 0 0,4-14 44 0 0,0 0 0 0 0,0 0 1 0 0,1 0-1 0 0,0 0 1 0 0,-1 0-1 0 0,1 0 1 0 0,1 0-1 0 0,-1 0 1 0 0,1 0-1 0 0,-1 0 1 0 0,1 0-1 0 0,0 0 1 0 0,1-1-1 0 0,-1 1 1 0 0,1 0-1 0 0,-1-1 1 0 0,1 1-1 0 0,0-1 1 0 0,0 1-1 0 0,1-1 1 0 0,3 5-1 0 0,-1-4 26 0 0,0 1-1 0 0,0-1 1 0 0,1 0-1 0 0,-1 0 1 0 0,1 0 0 0 0,0-1-1 0 0,0 0 1 0 0,0 0-1 0 0,1-1 1 0 0,-1 1-1 0 0,0-1 1 0 0,1-1 0 0 0,0 1-1 0 0,-1-1 1 0 0,1 0-1 0 0,0-1 1 0 0,0 1-1 0 0,0-1 1 0 0,-1-1 0 0 0,1 0-1 0 0,0 1 1 0 0,-1-2-1 0 0,1 1 1 0 0,0-1-1 0 0,-1 0 1 0 0,0-1 0 0 0,1 1-1 0 0,9-7 1 0 0,-8 5-41 0 0,-1-1 0 0 0,1 0-1 0 0,-1 0 1 0 0,-1-1 0 0 0,1 1 0 0 0,-1-1 0 0 0,0-1 0 0 0,0 1 0 0 0,-1-1 0 0 0,0 0 0 0 0,0-1 0 0 0,0 1-1 0 0,-1-1 1 0 0,-1 0 0 0 0,1 0 0 0 0,-1 0 0 0 0,0 0 0 0 0,-1-1 0 0 0,0 1 0 0 0,0-1 0 0 0,-1 1 0 0 0,0-10-1 0 0,-1 10-52 0 0,0 0 0 0 0,-1 1 0 0 0,0-1 0 0 0,0 0 0 0 0,-1 1 0 0 0,1-1 0 0 0,-2 1 0 0 0,1 0 0 0 0,-1 0 0 0 0,0 0 0 0 0,-1 0 0 0 0,0 0 0 0 0,0 1 0 0 0,0-1 0 0 0,-1 1 0 0 0,0 0 0 0 0,0 1 0 0 0,0-1 0 0 0,-1 1 0 0 0,0 0 0 0 0,0 0 0 0 0,0 1 0 0 0,-1-1 0 0 0,1 2 0 0 0,-1-1 0 0 0,0 1 0 0 0,0 0 0 0 0,-1 0 0 0 0,1 1 0 0 0,0 0 0 0 0,-14-2 0 0 0,14 3-340 0 0,0 1 0 0 0,0 0 0 0 0,0 1 0 0 0,0-1 1 0 0,0 1-1 0 0,1 1 0 0 0,-1-1 0 0 0,0 1 0 0 0,1 0 0 0 0,-1 1 1 0 0,1 0-1 0 0,-7 3 0 0 0,-2 3-2543 0 0,0 1-1 0 0,1 1 1 0 0,-21 18-1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13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84 1812 0 0,'7'-6'13475'0'0,"-8"5"-13452"0"0,0 1 0 0 0,0-1 0 0 0,0 0 1 0 0,1 1-1 0 0,-1-1 0 0 0,0 0 0 0 0,0 0 1 0 0,1 0-1 0 0,-1 0 0 0 0,1 0 0 0 0,-1 0 0 0 0,1 0 1 0 0,-1 0-1 0 0,1 0 0 0 0,0 0 0 0 0,-1 0 1 0 0,1 0-1 0 0,0 0 0 0 0,0 0 0 0 0,0 0 0 0 0,0 0 1 0 0,0-1-1 0 0,0 1 0 0 0,0 0 0 0 0,0 0 1 0 0,0 0-1 0 0,0 0 0 0 0,1 0 0 0 0,-1 0 0 0 0,0 0 1 0 0,1 0-1 0 0,-1 0 0 0 0,1 0 0 0 0,-1 0 1 0 0,1 0-1 0 0,-1 0 0 0 0,1 0 0 0 0,0 0 0 0 0,0 0 1 0 0,-1 1-1 0 0,1-1 0 0 0,0 0 0 0 0,0 1 1 0 0,0-1-1 0 0,0 0 0 0 0,0 1 0 0 0,0-1 0 0 0,0 1 1 0 0,0-1-1 0 0,0 1 0 0 0,0 0 0 0 0,1-1 1 0 0,12-5-41 0 0,1 0 1 0 0,-1 2 0 0 0,1-1 0 0 0,0 2 0 0 0,0 0 0 0 0,20-1 0 0 0,-28 3 0 0 0,-1 1 0 0 0,1 1 0 0 0,0-1 1 0 0,-1 1-1 0 0,1 0 0 0 0,-1 1 0 0 0,12 3 1 0 0,-14-3 11 0 0,-1-1 0 0 0,1 1 0 0 0,-1 0 0 0 0,0 0 0 0 0,0 0 0 0 0,1 1 0 0 0,-1-1 0 0 0,-1 1 1 0 0,1 0-1 0 0,0 0 0 0 0,-1 0 0 0 0,1 0 0 0 0,-1 0 0 0 0,3 5 0 0 0,-3-4 12 0 0,-1 1-1 0 0,1 0 1 0 0,-1-1-1 0 0,0 1 1 0 0,0 0-1 0 0,0 0 1 0 0,0 0-1 0 0,-1 0 1 0 0,0 0-1 0 0,0-1 1 0 0,-1 1-1 0 0,1 0 1 0 0,-1 0-1 0 0,0 0 1 0 0,0 0-1 0 0,-1-1 1 0 0,1 1-1 0 0,-1 0 1 0 0,-3 5-1 0 0,-5 9 4 0 0,0 0 0 0 0,-2-1-1 0 0,-13 17 1 0 0,19-27-10 0 0,-23 27-21 0 0,-54 52 0 0 0,19-21-42 0 0,7-11 437 0 0,56-54-9 0 0,1 0-350 0 0,0-1-1 0 0,0 0 1 0 0,0 1 0 0 0,0-1-1 0 0,0 0 1 0 0,1 1 0 0 0,-1-1-1 0 0,0 0 1 0 0,0 1 0 0 0,1-1-1 0 0,-1 0 1 0 0,0 1 0 0 0,0-1-1 0 0,1 0 1 0 0,-1 0 0 0 0,0 0-1 0 0,1 1 1 0 0,-1-1 0 0 0,0 0-1 0 0,1 0 1 0 0,-1 0 0 0 0,0 1-1 0 0,1-1 1 0 0,-1 0 0 0 0,0 0-1 0 0,1 0 1 0 0,-1 0 0 0 0,1 0-1 0 0,-1 0 1 0 0,52-3 138 0 0,76-14 1 0 0,-59 6-121 0 0,127-15 241 0 0,-193 25-266 0 0,16-3 184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13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51 156 1920 0 0,'-3'-44'8714'0'0,"8"-17"-2519"0"0,-4 57-5617 0 0,6-41 1923 0 0,-7 43-2495 0 0,0 15 11 0 0,-3 37 46 0 0,-2 0 0 0 0,-14 58 1 0 0,-3 32 52 0 0,12-32-1545 0 0,8-36-3452 0 0,2-50 2683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16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21 1192 0 0,'-10'-17'16698'0'0,"11"16"-16698"0"0,1 1 0 0 0,-1-1 0 0 0,0 1 0 0 0,0 0 0 0 0,0-1 0 0 0,0 1 0 0 0,1 0 0 0 0,-1 0 0 0 0,0 0 0 0 0,0 0 0 0 0,0 0 0 0 0,1 0 0 0 0,-1 0 0 0 0,0 0 0 0 0,0 0 0 0 0,2 1 0 0 0,-2 0-1 0 0,3-1-7 0 0,0 0 0 0 0,0 1 0 0 0,0 0 0 0 0,0 0 0 0 0,0 0 0 0 0,-1 1 0 0 0,1-1 0 0 0,0 1 0 0 0,-1 0 0 0 0,6 3 0 0 0,28 24-59 0 0,-28-20 61 0 0,0 0 0 0 0,-1 0 0 0 0,0 1 0 0 0,0 0 0 0 0,-1 0-1 0 0,-1 1 1 0 0,1 0 0 0 0,-2 0 0 0 0,0 0 0 0 0,6 17 0 0 0,-9-19 12 0 0,0-1 0 0 0,-1 0 0 0 0,0 1 0 0 0,0-1 0 0 0,0 1 0 0 0,-1-1-1 0 0,-1 1 1 0 0,0-1 0 0 0,0 1 0 0 0,0-1 0 0 0,-1 0 0 0 0,0 0 0 0 0,-1 1-1 0 0,0-1 1 0 0,0-1 0 0 0,-5 9 0 0 0,-3 3 0 0 0,0-2 0 0 0,-2 1 1 0 0,0-1-1 0 0,0-1 0 0 0,-2-1 1 0 0,-24 21-1 0 0,-105 69-23 0 0,69-54 18 0 0,75-51 18 0 0,0 0 0 0 0,-1 0 0 0 0,1 0 1 0 0,0 0-1 0 0,0 0 0 0 0,-1 1 0 0 0,1-1 0 0 0,0 0 0 0 0,0 0 1 0 0,-1 0-1 0 0,1 0 0 0 0,0 1 0 0 0,0-1 0 0 0,0 0 0 0 0,-1 0 1 0 0,1 0-1 0 0,0 1 0 0 0,0-1 0 0 0,0 0 0 0 0,-1 0 0 0 0,1 1 1 0 0,0-1-1 0 0,0 0 0 0 0,0 1 0 0 0,0-1 0 0 0,0 0 0 0 0,0 0 1 0 0,0 1-1 0 0,0-1 0 0 0,0 0 0 0 0,0 1 0 0 0,0-1 0 0 0,0 0 1 0 0,0 1-1 0 0,0-1 0 0 0,0 0 0 0 0,0 0 0 0 0,0 1 0 0 0,0-1 1 0 0,0 0-1 0 0,0 0 0 0 0,1 1 0 0 0,-1-1 0 0 0,0 0 0 0 0,0 1 1 0 0,18 5 266 0 0,25-3-168 0 0,101-14 83 0 0,185-37 1 0 0,-215 18-287 0 0,-106 27 22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16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69 476 0 0,'0'-2'2336'0'0,"-11"-55"8827"0"0,11 55-10651 0 0,-3-5 335 0 0,6 15-200 0 0,19 221-278 0 0,-21-221-267 0 0,0 1-1 0 0,0 0 1 0 0,1-1-1 0 0,1 1 1 0 0,0-1-1 0 0,0 1 1 0 0,0-1-1 0 0,7 10 1 0 0,-8-14-43 0 0,1-1-1 0 0,-1 1 1 0 0,1-1 0 0 0,0 0 0 0 0,0 0-1 0 0,0 0 1 0 0,1 0 0 0 0,-1 0 0 0 0,1-1-1 0 0,0 0 1 0 0,-1 1 0 0 0,1-1 0 0 0,0-1-1 0 0,0 1 1 0 0,0-1 0 0 0,0 1 0 0 0,1-1 0 0 0,7 1-1 0 0,-2-1-37 0 0,0-1-1 0 0,0 0 0 0 0,0-1 0 0 0,0 0 1 0 0,0 0-1 0 0,0-1 0 0 0,-1 0 0 0 0,1-1 1 0 0,-1 0-1 0 0,0-1 0 0 0,1 0 0 0 0,-1 0 1 0 0,-1-1-1 0 0,1 0 0 0 0,-1 0 0 0 0,0-1 1 0 0,10-9-1 0 0,6-8 539 0 0,0-1 0 0 0,-2 0 0 0 0,33-50 0 0 0,-54 73-556 0 0,0 0 0 0 0,-1 0 0 0 0,1 0 0 0 0,0 0 1 0 0,0 0-1 0 0,0 0 0 0 0,-1 0 0 0 0,1 0 1 0 0,0 0-1 0 0,0 0 0 0 0,0 0 0 0 0,1 1 0 0 0,0-2 1 0 0,-2 3 9 0 0,1-1 1 0 0,-1 0-1 0 0,0 0 1 0 0,0 1 0 0 0,0-1-1 0 0,1 0 1 0 0,-1 0-1 0 0,0 1 1 0 0,0-1 0 0 0,0 0-1 0 0,0 1 1 0 0,1-1-1 0 0,-1 0 1 0 0,0 0 0 0 0,0 1-1 0 0,0-1 1 0 0,0 0-1 0 0,0 1 1 0 0,0-1 0 0 0,0 0-1 0 0,0 1 1 0 0,0-1-1 0 0,0 0 1 0 0,0 1 0 0 0,0-1-1 0 0,0 0 1 0 0,0 1-1 0 0,0-1 1 0 0,-1 1 0 0 0,-8 38 734 0 0,8-35-755 0 0,-25 84 846 0 0,-22 90 1551 0 0,26-52-1679 0 0,-5 18-4177 0 0,24-106-1802 0 0,1-13-3679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17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73 1212 0 0,'-4'-12'4399'0'0,"1"-29"3414"0"0,3 39-6949 0 0,0 1-744 0 0,0 0 1 0 0,0 0-1 0 0,0 0 1 0 0,0 1-1 0 0,0-1 1 0 0,0 0-1 0 0,0 0 1 0 0,0 0 0 0 0,0 0-1 0 0,0 0 1 0 0,-1 0-1 0 0,1 0 1 0 0,0 0-1 0 0,-1 0 1 0 0,1 0-1 0 0,0 1 1 0 0,-2-2 0 0 0,-4 7 54 0 0,0 0 0 0 0,0 1 0 0 0,1 0 1 0 0,-1 0-1 0 0,1 0 0 0 0,1 1 1 0 0,-1 0-1 0 0,1 0 0 0 0,-3 7 1 0 0,-8 11-1 0 0,-10 15-58 0 0,2 0-1 0 0,1 2 1 0 0,3 0 0 0 0,-25 80-1 0 0,40-110-89 0 0,1 0 0 0 0,1 0 0 0 0,0 1 0 0 0,1-1 0 0 0,0 0 0 0 0,1 1-1 0 0,0-1 1 0 0,1 1 0 0 0,3 11 0 0 0,-3-17-2 0 0,0-1-1 0 0,1 0 1 0 0,0 0-1 0 0,1 0 1 0 0,-1-1-1 0 0,1 1 1 0 0,0 0-1 0 0,1-1 0 0 0,-1 0 1 0 0,1 0-1 0 0,0 0 1 0 0,0 0-1 0 0,1 0 1 0 0,-1-1-1 0 0,1 0 1 0 0,0 0-1 0 0,0 0 1 0 0,1-1-1 0 0,6 4 1 0 0,-5-4 97 0 0,-1 0-1 0 0,1 0 1 0 0,-1-1 0 0 0,1 0-1 0 0,0 0 1 0 0,0-1 0 0 0,0 0-1 0 0,0 0 1 0 0,0-1 0 0 0,0 0 0 0 0,14-1-1 0 0,-17 0-94 0 0,-1 1-1 0 0,1-1 0 0 0,-1 0 1 0 0,0 0-1 0 0,1-1 1 0 0,-1 1-1 0 0,0-1 0 0 0,0 1 1 0 0,0-1-1 0 0,0 0 1 0 0,0 0-1 0 0,-1 0 0 0 0,1-1 1 0 0,0 1-1 0 0,-1-1 0 0 0,0 1 1 0 0,1-1-1 0 0,-1 0 1 0 0,0 0-1 0 0,-1 0 0 0 0,1 0 1 0 0,0 0-1 0 0,-1 0 1 0 0,0 0-1 0 0,0-1 0 0 0,1-3 1 0 0,-1 5-25 0 0,-1 0 0 0 0,1-1 0 0 0,-1 1 0 0 0,0 0 0 0 0,0 0 0 0 0,0 0 0 0 0,0-1 0 0 0,0 1 0 0 0,0 0 1 0 0,-1 0-1 0 0,1 0 0 0 0,-1-1 0 0 0,1 1 0 0 0,-1 0 0 0 0,0 0 0 0 0,0 0 0 0 0,0 0 0 0 0,0 0 0 0 0,0 0 1 0 0,0 0-1 0 0,-1 1 0 0 0,1-1 0 0 0,-1 0 0 0 0,1 1 0 0 0,-1-1 0 0 0,0 1 0 0 0,1-1 0 0 0,-1 1 0 0 0,0 0 0 0 0,0 0 1 0 0,0 0-1 0 0,0 0 0 0 0,0 0 0 0 0,-4-1 0 0 0,-6-2-8 0 0,-1 1-1 0 0,1 0 1 0 0,-1 0-1 0 0,-21 0 1 0 0,29 2 9 0 0,-15 0-577 0 0,-1 0 1 0 0,-23 2-1 0 0,34 0-1620 0 0,-1 1-1 0 0,1 0 1 0 0,-13 4-1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18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140 130 1112 0 0,'-99'-57'9388'0'0,"65"37"-5406"0"0,33 19-3467 0 0,-4-5 1162 0 0,24 2-1322 0 0,1 1 0 0 0,0 1 0 0 0,32 1-1 0 0,-6 0-178 0 0,414-33 1639 0 0,-391 34-1762 0 0,-67 0-55 0 0,-1 1 0 0 0,0 0-1 0 0,0-1 1 0 0,0 1 0 0 0,1 0 0 0 0,-1-1-1 0 0,0 1 1 0 0,0 0 0 0 0,0 0-1 0 0,0 0 1 0 0,0 0 0 0 0,-1 0 0 0 0,1 0-1 0 0,0 0 1 0 0,1 3 0 0 0,11 21-18 0 0,-4 7 147 0 0,0 1 0 0 0,5 56 0 0 0,-2 70 1109 0 0,-9-114-1049 0 0,79 782 442 0 0,-11-196-269 0 0,-41 5-149 0 0,-35 143-336 0 0,-3-577 434 0 0,8-201-51 0 0,-7 18 338 0 0,0-1 0 0 0,-1 0 0 0 0,-1 0-1 0 0,0-1 1 0 0,-2 0 0 0 0,-12 17 0 0 0,-22 36-424 0 0,-12 36 2701 0 0,56-104-2529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20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826 36 80 0 0,'27'-35'16548'0'0,"-30"36"-16521"0"0,0 0-1 0 0,0 0 0 0 0,0 0 1 0 0,0 0-1 0 0,0 1 0 0 0,0-1 0 0 0,-3 4 1 0 0,-7 2 22 0 0,-322 118-269 0 0,146-59-2161 0 0,-2-1-3968 0 0,93-38 815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57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88 136 0 0,'-9'5'16027'0'0,"7"-7"-16005"0"0,0 0 1 0 0,-17-5-12 0 0,-6-3 0 0 0,-11-9 1 0 0,34 18-9 0 0,-17-10-68 0 0,14 7-247 0 0,17 7 298 0 0,0-1 17 0 0,1 0 0 0 0,24-1 0 0 0,89-5 43 0 0,-102 2-36 0 0,-3 0 3 0 0,-9 1-7 0 0,-1-2 7 0 0,-2 2 1 0 0,-4 1-4 0 0,0 0-1 0 0,0-1 1 0 0,0 0 0 0 0,0 0 0 0 0,0-1-1 0 0,0 1 1 0 0,5-4 0 0 0,2 0 9 0 0,-3 1 1 0 0,-1 1-5 0 0,-5 2-55 0 0,-1-1-1 0 0,1 1 1 0 0,0 0 0 0 0,0 0-1 0 0,0 0 1 0 0,0 1-1 0 0,4-2 1 0 0,-8 18 9 0 0,-2-1 0 0 0,0 0 0 0 0,0 0 0 0 0,-11 26 0 0 0,-1 6 49 0 0,-33 153 298 0 0,22-82-309 0 0,-47 126-1 0 0,69-233 253 0 0,0-1-1 0 0,-1 0 1 0 0,0 0-1 0 0,-1 0 0 0 0,0-1 1 0 0,0 0-1 0 0,-10 10 1 0 0,12-14-101 0 0,-1-1 1 0 0,0 0-1 0 0,0 0 1 0 0,0 0 0 0 0,0-1-1 0 0,0 0 1 0 0,-1 0-1 0 0,1 0 1 0 0,-1 0-1 0 0,0-1 1 0 0,0 0-1 0 0,0-1 1 0 0,0 1-1 0 0,-8 0 1 0 0,0-1-72 0 0,0-1 0 0 0,0 0 0 0 0,0-1 0 0 0,1-1 0 0 0,-1 0 0 0 0,0-1 0 0 0,1 0 0 0 0,-26-11 0 0 0,-6-5-56 0 0,-50-30 0 0 0,68 34-28 0 0,6 4-743 0 0,-31-23 0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57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76 1700 0 0,'0'0'129'0'0,"5"-9"3027"0"0,0-1-1 0 0,-1 0 0 0 0,5-20 764 0 0,-2 14-1485 0 0,-18 81-1799 0 0,-22 67 0 0 0,8-32-463 0 0,2-2-112 0 0,-58 235 338 0 0,67-282 1660 0 0,13-49-1855 0 0,-4-14 203 0 0,9-17-364 0 0,1 0 0 0 0,1 0 1 0 0,1 0-1 0 0,1 1 0 0 0,24-53 1 0 0,-25 67-75 0 0,0 1 1 0 0,1 0-1 0 0,0 0 0 0 0,1 0 1 0 0,0 1-1 0 0,1 0 0 0 0,0 1 1 0 0,1 0-1 0 0,0 1 1 0 0,1 0-1 0 0,0 1 0 0 0,1 0 1 0 0,20-11-1 0 0,-28 18 21 0 0,0 0 0 0 0,0 1 0 0 0,0-1 0 0 0,1 1 0 0 0,-1 0 0 0 0,0 1 0 0 0,0-1 0 0 0,1 1 0 0 0,-1 0 0 0 0,0 1 0 0 0,0-1 0 0 0,1 1 0 0 0,-1 0 0 0 0,0 0 0 0 0,0 0 0 0 0,0 1 0 0 0,0 0 1 0 0,0 0-1 0 0,0 0 0 0 0,-1 1 0 0 0,1-1 0 0 0,-1 1 0 0 0,1 0 0 0 0,-1 1 0 0 0,0-1 0 0 0,0 1 0 0 0,-1-1 0 0 0,1 1 0 0 0,-1 0 0 0 0,0 1 0 0 0,0-1 0 0 0,0 0 0 0 0,0 1 0 0 0,3 9 0 0 0,-2-5 22 0 0,-1 1 0 0 0,-1-1 0 0 0,0 1-1 0 0,0 0 1 0 0,-1-1 0 0 0,0 1 0 0 0,0 0 0 0 0,-2 14 0 0 0,-2 4-315 0 0,-11 43 0 0 0,1-9-2600 0 0,13-30 135 0 0,5-15 263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58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238 114 1772 0 0,'-1'-7'8913'0'0,"0"8"-8886"0"0,1 0-1 0 0,-1 0 1 0 0,1 0-1 0 0,0-1 1 0 0,-1 1-1 0 0,1 0 1 0 0,0 0 0 0 0,0 0-1 0 0,0 0 1 0 0,0 0-1 0 0,0 0 1 0 0,0 0-1 0 0,0 0 1 0 0,0 0 0 0 0,0 0-1 0 0,0 0 1 0 0,0 0-1 0 0,0 0 1 0 0,1 0 0 0 0,-1 0-1 0 0,0 0 1 0 0,1 0-1 0 0,-1 0 1 0 0,1-1-1 0 0,-1 1 1 0 0,1 0 0 0 0,0 0-1 0 0,-1 0 1 0 0,2 0-1 0 0,-1 1 84 0 0,1 0 0 0 0,0 1-1 0 0,0-2 1 0 0,0 1 0 0 0,1 0-1 0 0,-1 0 1 0 0,0-1 0 0 0,1 1-1 0 0,2 1 1 0 0,-4-3 86 0 0,15 1 122 0 0,-13-1-274 0 0,1 0 0 0 0,-1 0 0 0 0,1 0 0 0 0,-1-1 1 0 0,0 0-1 0 0,1 0 0 0 0,-1 0 0 0 0,0 0 0 0 0,0 0 0 0 0,0-1 0 0 0,0 1 0 0 0,0-1 0 0 0,0 0 0 0 0,3-2 0 0 0,-1 0-17 0 0,-1 1 0 0 0,0-1 0 0 0,0 0 0 0 0,0 0 0 0 0,0-1 0 0 0,-1 1 0 0 0,4-6 0 0 0,-5 5-21 0 0,1 0 0 0 0,-1 1 0 0 0,0-1 0 0 0,-1 0 0 0 0,1 0 0 0 0,1-9-1 0 0,-3 12-9 0 0,0 0-1 0 0,1 0 0 0 0,-1 1 0 0 0,0-1 1 0 0,-1 0-1 0 0,1 0 0 0 0,0 0 0 0 0,-1 0 1 0 0,1 0-1 0 0,-1 1 0 0 0,1-1 0 0 0,-1 0 1 0 0,0 0-1 0 0,0 1 0 0 0,1-1 0 0 0,-1 0 1 0 0,-1 1-1 0 0,1-1 0 0 0,0 1 0 0 0,0-1 1 0 0,0 1-1 0 0,-1 0 0 0 0,-1-2 0 0 0,0 1-1 0 0,0 0 0 0 0,-1 0-1 0 0,1 0 1 0 0,-1 1 0 0 0,1 0-1 0 0,-1-1 1 0 0,1 1 0 0 0,-1 0-1 0 0,0 1 1 0 0,0-1-1 0 0,1 1 1 0 0,-1-1 0 0 0,0 1-1 0 0,0 0 1 0 0,0 1 0 0 0,1-1-1 0 0,-1 0 1 0 0,0 1 0 0 0,0 0-1 0 0,-5 2 1 0 0,3-1 3 0 0,-11 3 2 0 0,1 1-1 0 0,0 0 1 0 0,1 1-1 0 0,-1 1 0 0 0,2 0 1 0 0,-1 1-1 0 0,-19 16 1 0 0,18-12 11 0 0,1 1 0 0 0,0 1 0 0 0,1 0 0 0 0,0 0 1 0 0,-21 34-1 0 0,31-44 3 0 0,1 1-1 0 0,0 0 1 0 0,0 0 0 0 0,0 0 0 0 0,1 0-1 0 0,0 0 1 0 0,0 1 0 0 0,1-1 0 0 0,-1 8-1 0 0,1-11 3 0 0,1 0-1 0 0,1 0 1 0 0,-1-1 0 0 0,0 1-1 0 0,1 0 1 0 0,0 0-1 0 0,-1-1 1 0 0,1 1-1 0 0,0 0 1 0 0,0-1-1 0 0,0 1 1 0 0,1-1-1 0 0,-1 1 1 0 0,1-1-1 0 0,-1 0 1 0 0,1 0-1 0 0,0 0 1 0 0,0 1-1 0 0,0-1 1 0 0,0-1 0 0 0,0 1-1 0 0,0 0 1 0 0,1-1-1 0 0,2 2 1 0 0,3 2-159 0 0,0-1 1 0 0,0-1-1 0 0,0 0 1 0 0,1 0 0 0 0,0 0-1 0 0,-1-1 1 0 0,1-1-1 0 0,0 1 1 0 0,0-2-1 0 0,0 1 1 0 0,0-1 0 0 0,14-1-1 0 0,-1-2-1567 0 0,1-1-1 0 0,-1 0 0 0 0,38-14 1 0 0,-31 8-1475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58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85 1596 0 0,'2'-4'1265'0'0,"0"0"0"0"0,-1-1 0 0 0,1 1 0 0 0,-1-1-1 0 0,0 1 1 0 0,0-1 0 0 0,1-8 0 0 0,-1 3 1921 0 0,-3 11-3110 0 0,0 0 0 0 0,1 0 0 0 0,-1 0 1 0 0,0 0-1 0 0,0 0 0 0 0,1 1 0 0 0,-1-1 1 0 0,0 0-1 0 0,1 1 0 0 0,-1-1 0 0 0,1 1 0 0 0,0 0 1 0 0,0-1-1 0 0,-1 1 0 0 0,1 0 0 0 0,0 0 1 0 0,-1 3-1 0 0,-4 5 96 0 0,-1 1-62 0 0,1 0-1 0 0,1 0 1 0 0,-1 0 0 0 0,2 0 0 0 0,-1 1 0 0 0,2 0-1 0 0,-5 20 1 0 0,7-24-73 0 0,0 0-1 0 0,0 1 1 0 0,0-1-1 0 0,1 0 1 0 0,1 1-1 0 0,-1-1 1 0 0,1 0-1 0 0,1 0 1 0 0,-1 1-1 0 0,1-1 1 0 0,1 0-1 0 0,3 9 1 0 0,-4-13-17 0 0,0 0 1 0 0,1 0 0 0 0,-1 0 0 0 0,1 0 0 0 0,0-1 0 0 0,-1 1-1 0 0,1-1 1 0 0,1 0 0 0 0,-1 0 0 0 0,1 0 0 0 0,-1 0-1 0 0,1 0 1 0 0,0-1 0 0 0,0 0 0 0 0,0 0 0 0 0,0 0 0 0 0,0 0-1 0 0,0 0 1 0 0,0-1 0 0 0,1 0 0 0 0,-1 0 0 0 0,1 0 0 0 0,-1 0-1 0 0,1-1 1 0 0,-1 0 0 0 0,8 0 0 0 0,-4-1-4 0 0,0-1 0 0 0,0 1 0 0 0,-1-1 0 0 0,1-1 0 0 0,-1 1 0 0 0,0-1 0 0 0,1-1 0 0 0,-1 1 0 0 0,-1-1 0 0 0,1 0 0 0 0,0-1 0 0 0,-1 1 0 0 0,0-1 0 0 0,8-9 0 0 0,-7 6 14 0 0,-1 1 0 0 0,1-2 0 0 0,-1 1-1 0 0,-1-1 1 0 0,1 0 0 0 0,-2 0 0 0 0,1-1 0 0 0,-1 1 0 0 0,-1-1 0 0 0,0 0 0 0 0,0 0-1 0 0,1-12 1 0 0,-3 16-27 0 0,0 0 0 0 0,-1-1 0 0 0,0 1 0 0 0,0 0 0 0 0,-1 0 0 0 0,0 0 0 0 0,0 0 0 0 0,0 0 0 0 0,-1 1 0 0 0,0-1 0 0 0,0 0 0 0 0,0 0 0 0 0,-1 1 0 0 0,0 0 0 0 0,0-1 0 0 0,0 1 0 0 0,0 0 0 0 0,-1 0 0 0 0,0 1 0 0 0,0-1 0 0 0,0 1 0 0 0,-7-5 0 0 0,4 4-12 0 0,-1 0 0 0 0,0 1-1 0 0,0-1 1 0 0,0 2 0 0 0,0-1-1 0 0,-1 1 1 0 0,0 0 0 0 0,1 1-1 0 0,-1 0 1 0 0,0 0 0 0 0,0 1 0 0 0,0 0-1 0 0,-1 1 1 0 0,1 0 0 0 0,0 0-1 0 0,0 1 1 0 0,0 0 0 0 0,-16 5-1 0 0,17-5-231 0 0,0 2 0 0 0,1-1 0 0 0,-1 1 0 0 0,0 0-1 0 0,1 1 1 0 0,0 0 0 0 0,0 0 0 0 0,0 0 0 0 0,0 1 0 0 0,0 0-1 0 0,1 1 1 0 0,0-1 0 0 0,0 1 0 0 0,1 0 0 0 0,0 1-1 0 0,0-1 1 0 0,0 1 0 0 0,1 0 0 0 0,0 0 0 0 0,-6 15 0 0 0,9-18-284 0 0,0-1 1 0 0,1 1-1 0 0,-1-1 1 0 0,1 1-1 0 0,0-1 1 0 0,0 1-1 0 0,0-1 0 0 0,1 1 1 0 0,-1-1-1 0 0,1 1 1 0 0,0-1-1 0 0,0 0 1 0 0,0 1-1 0 0,3 4 1 0 0,1 1-3127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59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2868 0 0,'11'-22'7370'0'0,"4"-4"-3217"0"0,-14 24-3829 0 0,2 2-15 0 0,2 0-238 0 0,-1 0 0 0 0,1 0 0 0 0,0 0 0 0 0,0 1 0 0 0,-1-1 0 0 0,1 1 1 0 0,0 1-1 0 0,-1-1 0 0 0,1 0 0 0 0,-1 1 0 0 0,0 0 0 0 0,8 5 0 0 0,-5-3-24 0 0,0 1 1 0 0,0 0-1 0 0,-1 1 0 0 0,1 0 0 0 0,-1 0 1 0 0,9 13-1 0 0,-8-10 6 0 0,-1 1 1 0 0,0-1-1 0 0,-1 1 1 0 0,0 0-1 0 0,-1 0 1 0 0,0 0-1 0 0,-1 0 0 0 0,0 1 1 0 0,0 0-1 0 0,-1-1 1 0 0,1 19-1 0 0,-3-23 156 0 0,0-1 0 0 0,0 1 0 0 0,-1 0 0 0 0,0-1 0 0 0,-3 10 0 0 0,4-13-81 0 0,-1-1 1 0 0,1 1-1 0 0,-1-1 1 0 0,1 0 0 0 0,-1 1-1 0 0,0-1 1 0 0,0 0-1 0 0,0 0 1 0 0,0 1-1 0 0,0-1 1 0 0,0 0-1 0 0,0 0 1 0 0,0 0-1 0 0,0 0 1 0 0,-1 0-1 0 0,1 0 1 0 0,0-1-1 0 0,0 1 1 0 0,-1 0-1 0 0,1-1 1 0 0,-3 1-1 0 0,2 0 128 0 0,-12-19 562 0 0,14 14-800 0 0,0 0 1 0 0,0-1-1 0 0,0 1 1 0 0,0-1-1 0 0,1 1 1 0 0,0 0-1 0 0,0-1 1 0 0,0 1-1 0 0,0 0 1 0 0,1 0-1 0 0,-1 0 1 0 0,4-6-1 0 0,0 2-110 0 0,0 1 0 0 0,1-1 0 0 0,-1 1 0 0 0,2 0 0 0 0,9-10 0 0 0,2 2-1142 0 0,1 1-1 0 0,1 0 1 0 0,38-20 0 0 0,-35 24-1229 0 0,0 0-1 0 0,33-8 0 0 0,-42 15 758 0 0,21-9-3619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1:59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242 124 980 0 0,'-31'18'5706'0'0,"24"-14"-5007"0"0,0-1 0 0 0,0 1 1 0 0,1 1-1 0 0,-1-1 0 0 0,1 1 1 0 0,0 0-1 0 0,0 0 1 0 0,1 1-1 0 0,-8 8 0 0 0,12-12-596 0 0,1 3-93 0 0,0-4 43 0 0,0-1 1 0 0,0 1-1 0 0,0-1 1 0 0,0 1-1 0 0,0-1 0 0 0,0 1 1 0 0,0-1-1 0 0,0 1 0 0 0,0 0 1 0 0,0-1-1 0 0,0 1 0 0 0,0-1 1 0 0,0 1-1 0 0,1-1 0 0 0,-1 1 1 0 0,0-1-1 0 0,0 1 0 0 0,1-1 1 0 0,-1 1-1 0 0,0-1 1 0 0,1 1-1 0 0,-1-1 0 0 0,0 0 1 0 0,1 1-1 0 0,-1-1 0 0 0,1 1 1 0 0,-1-1-1 0 0,1 0 0 0 0,-1 1 1 0 0,0-1-1 0 0,1 0 0 0 0,-1 0 1 0 0,2 1-1 0 0,0 0 342 0 0,1-1-125 0 0,4 0-176 0 0,1-1 0 0 0,0 0-1 0 0,0 0 1 0 0,-1 0-1 0 0,1-1 1 0 0,0 0 0 0 0,-1-1-1 0 0,0 0 1 0 0,0 0-1 0 0,0 0 1 0 0,0-1 0 0 0,7-5-1 0 0,0 0-45 0 0,-1 0 1 0 0,0-1-1 0 0,-1-1 0 0 0,0 0 0 0 0,11-13 1 0 0,-20 20-58 0 0,1-1 1 0 0,-1 0 0 0 0,0 1 0 0 0,0-1 0 0 0,-1 0-1 0 0,0 0 1 0 0,0 0 0 0 0,3-11 0 0 0,-4 14-2 0 0,-1-1-1 0 0,1 1 1 0 0,-1 0 0 0 0,0 0 0 0 0,0 0 0 0 0,0-1 0 0 0,0 1 0 0 0,0 0-1 0 0,-1 0 1 0 0,1 0 0 0 0,-1 0 0 0 0,1 0 0 0 0,-1-1 0 0 0,0 1 0 0 0,0 0-1 0 0,0 0 1 0 0,0 1 0 0 0,0-1 0 0 0,0 0 0 0 0,0 0 0 0 0,-1 0 0 0 0,1 1-1 0 0,-3-4 1 0 0,2 4 6 0 0,1 0-1 0 0,-1 1 0 0 0,0-1 0 0 0,1 0 0 0 0,-1 0 1 0 0,0 1-1 0 0,0-1 0 0 0,1 1 0 0 0,-1-1 1 0 0,0 1-1 0 0,0 0 0 0 0,0 0 0 0 0,1 0 1 0 0,-1 0-1 0 0,0 0 0 0 0,0 0 0 0 0,0 0 0 0 0,0 0 1 0 0,-2 2-1 0 0,-12 2 0 0 0,0 1 0 0 0,1 1 0 0 0,0 1 0 0 0,0 0 0 0 0,0 0 0 0 0,1 2 0 0 0,0 0 0 0 0,1 0 1 0 0,0 1-1 0 0,-13 14 0 0 0,6-5 23 0 0,2 0 0 0 0,0 2 1 0 0,1 0-1 0 0,1 1 1 0 0,-21 37-1 0 0,34-53 2 0 0,0 0 0 0 0,1 0 0 0 0,-1 0 0 0 0,1 0 0 0 0,0 0-1 0 0,1 0 1 0 0,0 1 0 0 0,0-1 0 0 0,0 1 0 0 0,1-1 0 0 0,-1 1 0 0 0,2-1 0 0 0,0 9 0 0 0,0-11-66 0 0,0-1 0 0 0,0 0-1 0 0,0 1 1 0 0,0-1 0 0 0,1 0 0 0 0,-1 0 0 0 0,1 0 0 0 0,0 0 0 0 0,0 0 0 0 0,0-1-1 0 0,0 1 1 0 0,1 0 0 0 0,-1-1 0 0 0,1 0 0 0 0,-1 1 0 0 0,1-1 0 0 0,0 0-1 0 0,0 0 1 0 0,0-1 0 0 0,0 1 0 0 0,0-1 0 0 0,0 1 0 0 0,1-1 0 0 0,-1 0-1 0 0,0 0 1 0 0,5 0 0 0 0,4 0-848 0 0,-1 0-1 0 0,0-1 1 0 0,1 0-1 0 0,-1-1 1 0 0,0 0 0 0 0,0 0-1 0 0,1-2 1 0 0,-1 1-1 0 0,-1-1 1 0 0,16-7-1 0 0,2-3-3316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0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80 1728 0 0,'16'-26'7815'0'0,"-10"18"-4721"0"0,1 3-1880 0 0,-8 35 638 0 0,-7 45 1 0 0,-1-23-1398 0 0,-19 55 1 0 0,22-93-278 0 0,5-11 134 0 0,0-1 1 0 0,0 0-1 0 0,0 1 1 0 0,0-1-1 0 0,0 1 0 0 0,1-1 1 0 0,-1 1-1 0 0,1 4 1 0 0,-5-10-18 0 0,4 3-287 0 0,1 0-1 0 0,0 0 1 0 0,-1 0-1 0 0,1 0 1 0 0,-1-1-1 0 0,1 1 1 0 0,-1 0 0 0 0,1 0-1 0 0,-1 0 1 0 0,1 0-1 0 0,0-1 1 0 0,-1 1-1 0 0,1 0 1 0 0,0 0-1 0 0,-1-1 1 0 0,1 1-1 0 0,-1 0 1 0 0,1-1-1 0 0,0 1 1 0 0,0 0 0 0 0,-1-1-1 0 0,1 1 1 0 0,0 0-1 0 0,-1-1 1 0 0,-1-5 12 0 0,1 0 0 0 0,-1 0 0 0 0,1 0 0 0 0,0 0 0 0 0,0 0 0 0 0,1 0 0 0 0,0 0 0 0 0,0-1 0 0 0,0 1 1 0 0,1 0-1 0 0,2-12 0 0 0,0 9-29 0 0,0-1 1 0 0,1 1 0 0 0,0 0 0 0 0,0 0-1 0 0,1 0 1 0 0,0 1 0 0 0,7-9 0 0 0,-3 6-26 0 0,0 0 1 0 0,0 1 0 0 0,1 0-1 0 0,0 1 1 0 0,1 0 0 0 0,0 1 0 0 0,1 0-1 0 0,0 0 1 0 0,0 1 0 0 0,24-10-1 0 0,-31 15 22 0 0,1 1 0 0 0,-1-1 0 0 0,0 1 0 0 0,0 0-1 0 0,1 1 1 0 0,-1-1 0 0 0,1 1 0 0 0,-1 0 0 0 0,1 0-1 0 0,-1 0 1 0 0,0 1 0 0 0,1 0 0 0 0,-1 0 0 0 0,0 1-1 0 0,0-1 1 0 0,7 4 0 0 0,-8-3 14 0 0,1 1-1 0 0,-1-1 1 0 0,0 1 0 0 0,-1 0 0 0 0,1 0-1 0 0,-1 1 1 0 0,1-1 0 0 0,-1 1-1 0 0,0-1 1 0 0,0 1 0 0 0,0 0 0 0 0,-1 0-1 0 0,1 1 1 0 0,-1-1 0 0 0,0 0-1 0 0,0 1 1 0 0,-1-1 0 0 0,2 7 0 0 0,-2-3 47 0 0,0 0 0 0 0,0 1 0 0 0,-1-1 0 0 0,0 0 0 0 0,-1 0 1 0 0,0 0-1 0 0,0 0 0 0 0,0 0 0 0 0,-1 0 0 0 0,-1 0 1 0 0,-4 12-1 0 0,6-18 33 0 0,-1-1 34 0 0,2-1-112 0 0,-1 0-1 0 0,1 1 1 0 0,0-1 0 0 0,0 0 0 0 0,0 0-1 0 0,0 1 1 0 0,-1-1 0 0 0,1 0-1 0 0,0 0 1 0 0,0 0 0 0 0,0 1 0 0 0,-1-1-1 0 0,1 0 1 0 0,0 0 0 0 0,0 0 0 0 0,-1 0-1 0 0,1 0 1 0 0,0 1 0 0 0,0-1-1 0 0,-1 0 1 0 0,1 0 0 0 0,0 0 0 0 0,-1 0-1 0 0,1 0 1 0 0,0 0 0 0 0,0 0 0 0 0,-1 0-1 0 0,1 0 1 0 0,0 0 0 0 0,-1 0-1 0 0,1 0 1 0 0,0 0 0 0 0,0 0 0 0 0,-1 0-1 0 0,1-1 1 0 0,0 1 0 0 0,-1 0 0 0 0,1 0-1 0 0,0 0 1 0 0,0 0 0 0 0,-1 0-1 0 0,1-1 1 0 0,0 1 0 0 0,0 0 0 0 0,0 0-1 0 0,-1-1 1 0 0,1 1 0 0 0,0 0-1 0 0,0 0 1 0 0,0 0 0 0 0,0-1 0 0 0,0 1-1 0 0,-1 0 1 0 0,1-1 0 0 0,0 1 0 0 0,0 0-1 0 0,0 0 1 0 0,0-1 0 0 0,0 1-1 0 0,0 0 1 0 0,0-1 0 0 0,0 1 0 0 0,0 0-1 0 0,1-10-20 0 0,0 0-1 0 0,0 1 0 0 0,1-1 0 0 0,1 1 1 0 0,-1-1-1 0 0,2 1 0 0 0,-1 0 0 0 0,1 0 1 0 0,0 1-1 0 0,1-1 0 0 0,0 1 0 0 0,1 0 0 0 0,-1 0 1 0 0,2 0-1 0 0,-1 1 0 0 0,1 0 0 0 0,0 0 1 0 0,10-6-1 0 0,-5 2-10 0 0,2 2 0 0 0,-1 0 1 0 0,1 1-1 0 0,0 0 0 0 0,1 1 0 0 0,0 0 1 0 0,0 2-1 0 0,1 0 0 0 0,-1 0 0 0 0,20-2 1 0 0,-31 6 24 0 0,1 1 1 0 0,0-1 0 0 0,-1 1-1 0 0,1 0 1 0 0,0 1 0 0 0,0-1-1 0 0,-1 1 1 0 0,1 0 0 0 0,-1 0 0 0 0,1 0-1 0 0,0 0 1 0 0,-1 1 0 0 0,0 0-1 0 0,1 0 1 0 0,-1 0 0 0 0,0 1-1 0 0,0-1 1 0 0,0 1 0 0 0,-1 0-1 0 0,1 0 1 0 0,-1 1 0 0 0,1-1-1 0 0,3 5 1 0 0,-4-2 12 0 0,1-1 0 0 0,-1 1-1 0 0,0 0 1 0 0,0-1 0 0 0,-1 1-1 0 0,0 0 1 0 0,0 1 0 0 0,0-1-1 0 0,-1 0 1 0 0,0 0 0 0 0,0 1 0 0 0,0-1-1 0 0,-1 1 1 0 0,0-1 0 0 0,0 1-1 0 0,-2 6 1 0 0,-11 51 237 0 0,3-11-2874 0 0,9-52 2494 0 0,1-1 0 0 0,0 1 0 0 0,0-1 0 0 0,0 0 0 0 0,0 1 0 0 0,0-1 0 0 0,0 1 0 0 0,0-1-1 0 0,1 1 1 0 0,-1-1 0 0 0,0 1 0 0 0,0-1 0 0 0,0 1 0 0 0,0-1 0 0 0,0 0 0 0 0,1 1-1 0 0,-1-1 1 0 0,0 1 0 0 0,0-1 0 0 0,1 0 0 0 0,-1 1 0 0 0,0-1 0 0 0,1 0 0 0 0,-1 1-1 0 0,0-1 1 0 0,1 0 0 0 0,-1 1 0 0 0,1-1 0 0 0,-1 0 0 0 0,0 0 0 0 0,1 0 0 0 0,-1 1-1 0 0,1-1 1 0 0,-1 0 0 0 0,1 0 0 0 0,-1 0 0 0 0,0 0 0 0 0,1 0 0 0 0,-1 0 0 0 0,1 0 0 0 0,-1 0-1 0 0,1 0 1 0 0,-1 0 0 0 0,1 0 0 0 0,18-3-4291 0 0,-2-2-2446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0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1 107 932 0 0,'12'-69'23840'0'0,"-7"41"-19288"0"0,-2 18-7096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0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3668 0 0,'-18'47'23156'0'0,"11"-27"-17863"0"0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1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13 117 1672 0 0,'-13'4'25538'0'0,"32"-7"-22283"0"0,83-14-3302 0 0,-24 3-457 0 0,87-26-1 0 0,-162 39 134 0 0,0 0 0 0 0,0 0-1 0 0,0 0 1 0 0,0 0 0 0 0,0-1-1 0 0,0 0 1 0 0,-1 1 0 0 0,1-1-1 0 0,3-3 1 0 0,-5 3-114 0 0,1 1-1 0 0,-1 0 0 0 0,0-1 1 0 0,0 1-1 0 0,-1-1 1 0 0,1 1-1 0 0,0-1 0 0 0,0 1 1 0 0,-1-1-1 0 0,1 0 1 0 0,-1 1-1 0 0,1-1 0 0 0,-1 0 1 0 0,0 1-1 0 0,0-1 1 0 0,1-2-1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3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 66 1992 0 0,'5'-5'10083'0'0,"-5"13"-10021"0"0,0-1 1 0 0,0 1-1 0 0,1-1 0 0 0,0 1 0 0 0,4 11 0 0 0,-4-16-36 0 0,0 0-1 0 0,0 0 0 0 0,1 0 1 0 0,-1 0-1 0 0,1-1 0 0 0,0 1 1 0 0,0-1-1 0 0,0 1 0 0 0,0-1 0 0 0,0 0 1 0 0,1 0-1 0 0,-1 0 0 0 0,1 0 1 0 0,-1 0-1 0 0,1 0 0 0 0,0-1 1 0 0,5 3-1 0 0,-5-3-7 0 0,0 0 0 0 0,1 0 0 0 0,-1 0 1 0 0,0-1-1 0 0,0 0 0 0 0,0 1 0 0 0,0-1 0 0 0,0 0 0 0 0,1 0 1 0 0,-1-1-1 0 0,0 1 0 0 0,0-1 0 0 0,0 0 0 0 0,0 0 1 0 0,0 0-1 0 0,0 0 0 0 0,0 0 0 0 0,0 0 0 0 0,0-1 0 0 0,-1 1 1 0 0,1-1-1 0 0,0 0 0 0 0,-1 0 0 0 0,1 0 0 0 0,-1 0 1 0 0,0-1-1 0 0,0 1 0 0 0,3-5 0 0 0,-2 3 14 0 0,1 0 0 0 0,-1 0 0 0 0,-1-1 0 0 0,1 1 0 0 0,-1-1 0 0 0,0 0 0 0 0,0 0 0 0 0,0 1 0 0 0,0-1 1 0 0,-1-1-1 0 0,0 1 0 0 0,0 0 0 0 0,-1 0 0 0 0,1 0 0 0 0,-1-1 0 0 0,0 1 0 0 0,-1-6 0 0 0,1 9-34 0 0,-1 0 0 0 0,1 0-1 0 0,-1 0 1 0 0,0 0 0 0 0,1 0 0 0 0,-1 0 0 0 0,0 0-1 0 0,0 0 1 0 0,0 1 0 0 0,0-1 0 0 0,-1 0 0 0 0,1 1-1 0 0,0-1 1 0 0,-1 1 0 0 0,1-1 0 0 0,-1 1 0 0 0,1 0-1 0 0,-1 0 1 0 0,0 0 0 0 0,0 0 0 0 0,1 0-1 0 0,-1 0 1 0 0,0 0 0 0 0,0 0 0 0 0,0 1 0 0 0,0-1-1 0 0,0 1 1 0 0,0-1 0 0 0,0 1 0 0 0,0 0 0 0 0,-4 0-1 0 0,-1 0-6 0 0,0 1-1 0 0,0-1 0 0 0,0 2 1 0 0,1-1-1 0 0,-1 1 0 0 0,0 0 0 0 0,1 0 1 0 0,-9 4-1 0 0,-3 4-2 0 0,1 0 0 0 0,0 0 0 0 0,0 2 0 0 0,1 0 0 0 0,0 1-1 0 0,1 1 1 0 0,-25 29 0 0 0,30-30 7 0 0,-1 1 0 0 0,2 0 0 0 0,0 1-1 0 0,0 0 1 0 0,2 0 0 0 0,0 1 0 0 0,1 0 0 0 0,0 0-1 0 0,-5 28 1 0 0,10-38 13 0 0,0-1 0 0 0,0 0 0 0 0,1 0 0 0 0,0 1 0 0 0,0-1 0 0 0,0 0 0 0 0,1 1 0 0 0,0-1 0 0 0,0 0 0 0 0,0 0 0 0 0,1 1 0 0 0,0-1 1 0 0,0 0-1 0 0,0-1 0 0 0,0 1 0 0 0,1 0 0 0 0,6 8 0 0 0,-5-8 4 0 0,0-1 1 0 0,1 1 0 0 0,0-1-1 0 0,0 0 1 0 0,1 0-1 0 0,-1-1 1 0 0,1 1 0 0 0,-1-1-1 0 0,1-1 1 0 0,0 1 0 0 0,0-1-1 0 0,0 0 1 0 0,1 0 0 0 0,-1-1-1 0 0,7 1 1 0 0,37 2 101 0 0,-46-4-99 0 0,-1 0-1 0 0,0 0 0 0 0,0-1 0 0 0,0 1 0 0 0,0-1 0 0 0,0 0 0 0 0,0 1 0 0 0,0-1 0 0 0,0-1 0 0 0,0 1 1 0 0,0 0-1 0 0,0-1 0 0 0,-1 0 0 0 0,5-3 0 0 0,-7 5-15 0 0,1 0 0 0 0,-1 0 0 0 0,0 0 0 0 0,1-1 0 0 0,-1 1-1 0 0,0 0 1 0 0,0 0 0 0 0,1-1 0 0 0,-1 1 0 0 0,0 0 0 0 0,1-1 0 0 0,-1 1 0 0 0,0 0 0 0 0,0-1 0 0 0,0 1 0 0 0,1 0 0 0 0,-1-1 0 0 0,0 1-1 0 0,0 0 1 0 0,0-1 0 0 0,0 1 0 0 0,0-1 0 0 0,0 1 0 0 0,0 0 0 0 0,0-1 0 0 0,0 1 0 0 0,0-1 0 0 0,0 1 0 0 0,0 0 0 0 0,0-1-1 0 0,0 1 1 0 0,0-1 0 0 0,0 1 0 0 0,0 0 0 0 0,-1-1 0 0 0,1 1 0 0 0,0 0 0 0 0,0-1 0 0 0,0 1 0 0 0,-1-1 0 0 0,-18-5-67 0 0,-19 5 3 0 0,22 3 49 0 0,-1 2 1 0 0,1 0 0 0 0,0 0 0 0 0,0 2 0 0 0,0 0 0 0 0,1 0-1 0 0,0 2 1 0 0,-28 17 0 0 0,12-3 58 0 0,0 1 1 0 0,-47 49-1 0 0,67-62-28 0 0,0 1 0 0 0,1 0 0 0 0,1 1-1 0 0,0 0 1 0 0,1 0 0 0 0,0 1 0 0 0,0 0 0 0 0,2 0 0 0 0,-9 23 0 0 0,15-34-3 0 0,-1 1 0 0 0,0-1 1 0 0,1 0-1 0 0,0 1 1 0 0,-1-1-1 0 0,1 1 0 0 0,0-1 1 0 0,0 1-1 0 0,1-1 0 0 0,-1 1 1 0 0,0-1-1 0 0,1 0 1 0 0,0 1-1 0 0,-1-1 0 0 0,1 0 1 0 0,0 1-1 0 0,0-1 0 0 0,0 0 1 0 0,0 0-1 0 0,1 0 1 0 0,-1 0-1 0 0,1 0 0 0 0,-1 0 1 0 0,1 0-1 0 0,0 0 0 0 0,-1-1 1 0 0,1 1-1 0 0,0-1 1 0 0,0 1-1 0 0,0-1 0 0 0,0 0 1 0 0,1 0-1 0 0,-1 1 0 0 0,0-2 1 0 0,0 1-1 0 0,1 0 1 0 0,-1 0-1 0 0,3 0 0 0 0,6 0-12 0 0,0 0 0 0 0,0-1 0 0 0,0 0-1 0 0,0 0 1 0 0,1-1 0 0 0,-1-1 0 0 0,12-3-1 0 0,78-26-1515 0 0,-57 14-1023 0 0,-2-1-1 0 0,69-42 1 0 0,-70 32-742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3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165 115 256 0 0,'5'-14'2949'0'0,"0"0"0"0"0,-2-1 0 0 0,1 1-1 0 0,-2-1 1 0 0,2-28 0 0 0,-15 82-2558 0 0,-55 227 1450 0 0,-29 135-1373 0 0,83-348-1073 0 0,8-20-2569 0 0,11-32 617 0 0,-4-1 1798 0 0,1 0 0 0 0,-1 0 0 0 0,1-1 0 0 0,-1 0 0 0 0,0 0 1 0 0,0 0-1 0 0,0 0 0 0 0,1 0 0 0 0,3-3 0 0 0,5-4-3561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4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191 123 968 0 0,'22'-27'11368'0'0,"-15"34"-10935"0"0,-6 3-336 0 0,-1-3-30 0 0,1-1 1 0 0,0 1-1 0 0,1 0 1 0 0,2 7-1 0 0,-4-12-41 0 0,1 0 0 0 0,0 0 0 0 0,0 0 0 0 0,0 0 0 0 0,0-1 0 0 0,0 1 0 0 0,1 0 0 0 0,-1-1 0 0 0,0 1 0 0 0,1-1 0 0 0,-1 1-1 0 0,1-1 1 0 0,-1 0 0 0 0,1 1 0 0 0,0-1 0 0 0,-1 0 0 0 0,1 0 0 0 0,0 0 0 0 0,4 1 0 0 0,-1-1 18 0 0,1 0 0 0 0,-1 0 0 0 0,0-1 1 0 0,1 1-1 0 0,0-1 0 0 0,-1 0 0 0 0,1-1 0 0 0,-1 0 0 0 0,1 1 1 0 0,-1-2-1 0 0,0 1 0 0 0,1 0 0 0 0,-1-1 0 0 0,0 0 0 0 0,0-1 1 0 0,0 1-1 0 0,0-1 0 0 0,-1 0 0 0 0,1 0 0 0 0,-1 0 0 0 0,1-1 1 0 0,-1 1-1 0 0,0-1 0 0 0,0 0 0 0 0,-1 0 0 0 0,1-1 0 0 0,-1 1 1 0 0,0-1-1 0 0,0 0 0 0 0,-1 1 0 0 0,1-1 0 0 0,2-10 0 0 0,-3 10 46 0 0,-1 0-1 0 0,0 0 0 0 0,0 0 0 0 0,0-1 1 0 0,0 1-1 0 0,-1-1 0 0 0,0 1 0 0 0,0 0 1 0 0,-3-11-1 0 0,3 14-83 0 0,-1 0 0 0 0,1 0-1 0 0,-1 0 1 0 0,0 0 0 0 0,0 0 0 0 0,0 0 0 0 0,0 1 0 0 0,0-1-1 0 0,-1 0 1 0 0,1 1 0 0 0,0-1 0 0 0,-1 1 0 0 0,1-1 0 0 0,-1 1 0 0 0,0 0-1 0 0,1-1 1 0 0,-1 1 0 0 0,0 0 0 0 0,0 0 0 0 0,0 0 0 0 0,1 1-1 0 0,-1-1 1 0 0,0 0 0 0 0,0 1 0 0 0,0-1 0 0 0,0 1 0 0 0,-1 0-1 0 0,1-1 1 0 0,0 1 0 0 0,0 0 0 0 0,-3 1 0 0 0,-6 0-2 0 0,-1 0-1 0 0,1 2 1 0 0,-1-1 0 0 0,1 1 0 0 0,0 1-1 0 0,0 0 1 0 0,0 1 0 0 0,1 0 0 0 0,0 0-1 0 0,0 1 1 0 0,0 0 0 0 0,-12 11 0 0 0,-4 4 47 0 0,1 1 0 0 0,1 1 0 0 0,-25 32 0 0 0,35-38-6 0 0,1 0 1 0 0,1 1-1 0 0,-17 32 0 0 0,26-45-27 0 0,0 1-1 0 0,1 0 1 0 0,-1 0-1 0 0,1 0 1 0 0,1 0-1 0 0,-1 0 1 0 0,1 0-1 0 0,0 0 1 0 0,0 0-1 0 0,1 0 1 0 0,0 1-1 0 0,0-1 1 0 0,0 0-1 0 0,1 0 1 0 0,0 1-1 0 0,0-1 1 0 0,3 7-1 0 0,-2-9-1 0 0,-1-1-1 0 0,1 0 1 0 0,0 0 0 0 0,0 0-1 0 0,0 0 1 0 0,1 0-1 0 0,-1-1 1 0 0,0 1 0 0 0,1-1-1 0 0,0 0 1 0 0,0 1-1 0 0,0-1 1 0 0,0 0 0 0 0,3 1-1 0 0,1 0-9 0 0,-1 0-1 0 0,1-1 1 0 0,0 0-1 0 0,0 0 1 0 0,0 0-1 0 0,11 0 1 0 0,5-1-522 0 0,0-1 1 0 0,-1-1 0 0 0,32-5 0 0 0,-22 0-1280 0 0,-1-1-1 0 0,0-1 1 0 0,0-2-1 0 0,48-22 1 0 0,-37 11-2044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5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55 1504 0 0,'0'-3'2020'0'0,"-3"-49"7203"0"0,1 56-9146 0 0,1-1 1 0 0,0 0 0 0 0,0 0 0 0 0,1 1 0 0 0,-1-1 0 0 0,0 0-1 0 0,1 6 1 0 0,-13 144 1667 0 0,-6 54-923 0 0,17-194-823 0 0,1-5 448 0 0,0 1 0 0 0,0-1 0 0 0,-6 15 0 0 0,7-21-253 0 0,-13-9 171 0 0,10 1-373 0 0,1-1 0 0 0,0 1 1 0 0,0 0-1 0 0,0-1 0 0 0,1 1 0 0 0,0-1 1 0 0,0 1-1 0 0,1-1 0 0 0,0 1 1 0 0,0-1-1 0 0,0 0 0 0 0,1 1 0 0 0,3-13 1 0 0,-2 8-36 0 0,1 0 1 0 0,0 0-1 0 0,1 0 1 0 0,1 1 0 0 0,-1-1-1 0 0,2 1 1 0 0,8-13-1 0 0,-9 16 25 0 0,1 0-1 0 0,0 0 1 0 0,0 1-1 0 0,1-1 0 0 0,0 2 1 0 0,0-1-1 0 0,0 1 1 0 0,1 0-1 0 0,0 0 0 0 0,0 1 1 0 0,0 0-1 0 0,0 1 1 0 0,1 0-1 0 0,-1 0 1 0 0,1 1-1 0 0,0 0 0 0 0,0 0 1 0 0,0 1-1 0 0,0 0 1 0 0,0 1-1 0 0,0 0 1 0 0,14 1-1 0 0,-13 1 21 0 0,0-1 0 0 0,0 1 0 0 0,-1 1 0 0 0,1 0-1 0 0,-1 0 1 0 0,1 1 0 0 0,-1 0 0 0 0,0 1 0 0 0,-1 0 0 0 0,1 0 0 0 0,-1 1 0 0 0,0 0 0 0 0,0 0 0 0 0,-1 1-1 0 0,0 0 1 0 0,0 0 0 0 0,-1 1 0 0 0,0 0 0 0 0,0 0 0 0 0,6 11 0 0 0,-10-15 13 0 0,0 1 0 0 0,0 0 1 0 0,0-1-1 0 0,-1 1 0 0 0,0 0 1 0 0,0 0-1 0 0,0 1 0 0 0,0-1 0 0 0,-1 0 1 0 0,0 0-1 0 0,0 0 0 0 0,0 0 0 0 0,-1 0 1 0 0,0 0-1 0 0,0 0 0 0 0,0 0 0 0 0,0 0 1 0 0,-1 0-1 0 0,0 0 0 0 0,0 0 0 0 0,0-1 1 0 0,0 1-1 0 0,-1-1 0 0 0,0 1 1 0 0,0-1-1 0 0,0 0 0 0 0,0 0 0 0 0,-8 6 1 0 0,10-9-14 0 0,1-1 0 0 0,-1 1 0 0 0,0-1 0 0 0,1 1 1 0 0,-1-1-1 0 0,0 1 0 0 0,1-1 0 0 0,-1 1 0 0 0,0-1 1 0 0,0 0-1 0 0,0 1 0 0 0,1-1 0 0 0,-1 0 0 0 0,0 0 1 0 0,0 0-1 0 0,0 1 0 0 0,0-1 0 0 0,0 0 0 0 0,1 0 1 0 0,-1 0-1 0 0,0-1 0 0 0,0 1 0 0 0,0 0 0 0 0,0 0 1 0 0,0 0-1 0 0,1 0 0 0 0,-1-1 0 0 0,0 1 0 0 0,0 0 1 0 0,1-1-1 0 0,-1 1 0 0 0,0-1 0 0 0,0 1 0 0 0,1-1 1 0 0,-1 1-1 0 0,0-1 0 0 0,1 0 0 0 0,-1 1 0 0 0,1-1 1 0 0,-2 0-1 0 0,1-2-11 0 0,-1 1 0 0 0,1 0 1 0 0,0-1-1 0 0,-1 1 0 0 0,1 0 1 0 0,0-1-1 0 0,0 0 0 0 0,1 1 1 0 0,-1-1-1 0 0,0-3 0 0 0,1-3-13 0 0,0-1 0 0 0,1 1-1 0 0,1-1 1 0 0,-1 0 0 0 0,1 1-1 0 0,1 0 1 0 0,0 0 0 0 0,0-1-1 0 0,1 2 1 0 0,0-1 0 0 0,1 0 0 0 0,-1 1-1 0 0,2 0 1 0 0,-1 0 0 0 0,1 0-1 0 0,11-10 1 0 0,-1 1-16 0 0,1 1 0 0 0,0 1 1 0 0,2 1-1 0 0,-1 1 0 0 0,39-22 0 0 0,-45 29 16 0 0,1-1 1 0 0,0 1-1 0 0,0 1 0 0 0,0 1 0 0 0,1 0 0 0 0,0 0 1 0 0,-1 1-1 0 0,1 1 0 0 0,0 0 0 0 0,24 1 0 0 0,-35 1 27 0 0,0 1 0 0 0,0-1-1 0 0,-1 1 1 0 0,1 0 0 0 0,0-1-1 0 0,0 1 1 0 0,-1 1 0 0 0,1-1-1 0 0,-1 0 1 0 0,1 0 0 0 0,-1 1-1 0 0,1 0 1 0 0,-1-1 0 0 0,0 1-1 0 0,0 0 1 0 0,0 0 0 0 0,0 0-1 0 0,0 1 1 0 0,0-1 0 0 0,-1 0 0 0 0,1 1-1 0 0,-1-1 1 0 0,1 1 0 0 0,-1-1-1 0 0,0 1 1 0 0,0 0 0 0 0,0-1-1 0 0,0 1 1 0 0,-1 0 0 0 0,1 3-1 0 0,0 2 41 0 0,0 0-1 0 0,0 0 0 0 0,-1 0 0 0 0,-1 0 0 0 0,1 0 1 0 0,-1 0-1 0 0,0-1 0 0 0,-1 1 0 0 0,-3 10 1 0 0,-48 101 433 0 0,34-80-933 0 0,-15 44 1 0 0,34-83 349 0 0,-1 1 0 0 0,1 0 1 0 0,0 0-1 0 0,0 0 0 0 0,0-1 0 0 0,-1 1 1 0 0,1 0-1 0 0,0 0 0 0 0,0 0 0 0 0,0 0 1 0 0,0 0-1 0 0,0-1 0 0 0,1 1 0 0 0,-1 0 1 0 0,0 0-1 0 0,0 0 0 0 0,0 0 0 0 0,1-1 1 0 0,-1 1-1 0 0,0 0 0 0 0,1 0 0 0 0,-1-1 1 0 0,1 1-1 0 0,-1 0 0 0 0,1-1 0 0 0,-1 1 1 0 0,1 0-1 0 0,0-1 0 0 0,-1 1 0 0 0,1-1 1 0 0,0 1-1 0 0,-1-1 0 0 0,1 1 0 0 0,0-1 1 0 0,0 1-1 0 0,-1-1 0 0 0,1 0 0 0 0,1 1 1 0 0,1 0-725 0 0,1 0-1 0 0,-1 0 1 0 0,1-1 0 0 0,-1 1 0 0 0,1-1 0 0 0,6 0 0 0 0,8-3-4073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6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257 199 228 0 0,'1'-2'618'0'0,"-1"0"0"0"0,1 1 0 0 0,-1-1-1 0 0,0 0 1 0 0,0 1 0 0 0,0-1 0 0 0,0 0 0 0 0,0 1 0 0 0,0-1 0 0 0,0 0-1 0 0,-1 1 1 0 0,1-1 0 0 0,0 0 0 0 0,-1 1 0 0 0,-1-4 0 0 0,1 4-272 0 0,0 0 1 0 0,0-1-1 0 0,0 1 1 0 0,0 0-1 0 0,0 0 1 0 0,0 0-1 0 0,-1 0 0 0 0,1 0 1 0 0,0 0-1 0 0,-1 0 1 0 0,1 0-1 0 0,-1 1 1 0 0,1-1-1 0 0,-3-1 1 0 0,2 2 311 0 0,-1 0-129 0 0,1-1-454 0 0,0 1 1 0 0,0 0-1 0 0,0 0 0 0 0,-1 0 0 0 0,1 1 1 0 0,0-1-1 0 0,0 1 0 0 0,0-1 0 0 0,0 1 1 0 0,0-1-1 0 0,0 1 0 0 0,0 0 0 0 0,0 0 1 0 0,0 0-1 0 0,0 0 0 0 0,1 0 0 0 0,-1 1 1 0 0,0-1-1 0 0,1 1 0 0 0,-1-1 1 0 0,1 1-1 0 0,-3 2 0 0 0,1 0-16 0 0,0 1-1 0 0,0-1 1 0 0,0 0 0 0 0,1 1-1 0 0,-4 9 1 0 0,5-12-23 0 0,1 10 144 0 0,0-11-167 0 0,0 0 0 0 0,1 0 0 0 0,-1 0 0 0 0,1 0 0 0 0,0 0 0 0 0,-1 0 0 0 0,1 0 0 0 0,0-1 1 0 0,-1 1-1 0 0,1 0 0 0 0,0 0 0 0 0,0 0 0 0 0,0-1 0 0 0,0 1 0 0 0,0 0 0 0 0,0-1 0 0 0,0 1 0 0 0,0-1 0 0 0,0 1 0 0 0,0-1 0 0 0,0 0 0 0 0,0 1 0 0 0,0-1 0 0 0,0 0 0 0 0,2 0 0 0 0,0 0 5 0 0,0 0 0 0 0,0-1-1 0 0,0 1 1 0 0,0-1-1 0 0,0 0 1 0 0,0 0 0 0 0,0 0-1 0 0,0 0 1 0 0,4-3-1 0 0,3-2-18 0 0,-1 0 1 0 0,0-1-1 0 0,0 0 0 0 0,13-14 0 0 0,-17 15-15 0 0,0-1-1 0 0,0 1 1 0 0,0-2 0 0 0,-1 1 0 0 0,0 0 0 0 0,-1-1 0 0 0,0 1-1 0 0,0-1 1 0 0,2-11 0 0 0,-3 15 19 0 0,-2 0 0 0 0,1 0 1 0 0,0 0-1 0 0,-1 0 0 0 0,0 0 0 0 0,1 0 1 0 0,-2 0-1 0 0,1 0 0 0 0,0 0 0 0 0,-1 0 1 0 0,0 1-1 0 0,0-1 0 0 0,0 0 0 0 0,0 0 0 0 0,-1 0 1 0 0,1 1-1 0 0,-1-1 0 0 0,0 1 0 0 0,0-1 1 0 0,0 1-1 0 0,-4-4 0 0 0,4 6-21 0 0,1-1 1 0 0,-1 1-1 0 0,0 0 0 0 0,-1 0 1 0 0,1 0-1 0 0,0 0 0 0 0,0 0 1 0 0,0 0-1 0 0,0 1 0 0 0,-1-1 1 0 0,1 1-1 0 0,0-1 0 0 0,-1 1 1 0 0,1 0-1 0 0,0 0 0 0 0,-1 0 1 0 0,1 0-1 0 0,0 1 0 0 0,-1-1 1 0 0,1 0-1 0 0,0 1 0 0 0,0 0 1 0 0,-1-1-1 0 0,1 1 0 0 0,0 0 1 0 0,-2 2-1 0 0,-6 2-23 0 0,0 0 0 0 0,0 1 0 0 0,-17 14 0 0 0,6-4 25 0 0,2 2 1 0 0,0 0-1 0 0,1 1 1 0 0,-19 27-1 0 0,28-33 24 0 0,0 0-1 0 0,1 1 1 0 0,0 0-1 0 0,1 1 0 0 0,1 0 1 0 0,0 0-1 0 0,1 0 1 0 0,-4 19-1 0 0,8-30 4 0 0,1 0 0 0 0,-1 0-1 0 0,1 0 1 0 0,0 0 0 0 0,0 0 0 0 0,0 0 0 0 0,0 0-1 0 0,1 0 1 0 0,0 0 0 0 0,0-1 0 0 0,0 1 0 0 0,0 0-1 0 0,0 0 1 0 0,1-1 0 0 0,0 1 0 0 0,3 6 0 0 0,-2-6-55 0 0,1-1 0 0 0,-1 1-1 0 0,1-1 1 0 0,-1 0 0 0 0,1 0 0 0 0,0 0 0 0 0,0 0 0 0 0,0-1 0 0 0,0 0 0 0 0,1 0 0 0 0,-1 0 0 0 0,6 2 0 0 0,4-1-394 0 0,1 1 0 0 0,-1-2 0 0 0,1 0 0 0 0,0-1-1 0 0,0 0 1 0 0,-1-1 0 0 0,1-1 0 0 0,15-2 0 0 0,-10 0-265 0 0,0-1 0 0 0,0-1 0 0 0,-1-1-1 0 0,0-1 1 0 0,0-1 0 0 0,0 0 0 0 0,-1-1 0 0 0,0-1-1 0 0,0-1 1 0 0,-2 0 0 0 0,1-1 0 0 0,14-15 0 0 0,-18 14 855 0 0,0 0-1 0 0,-1-1 1 0 0,11-18 0 0 0,-13 17 1149 0 0,-2 0 0 0 0,1-1 0 0 0,8-24 0 0 0,-15 32-717 0 0,1 1 0 0 0,0 0-1 0 0,0 0 1 0 0,7-9 0 0 0,-9 15-488 0 0,-1 1-92 0 0,0-1 1 0 0,0 1-1 0 0,0 0 0 0 0,0 0 0 0 0,0 0 1 0 0,0 0-1 0 0,0 0 0 0 0,0-1 1 0 0,0 1-1 0 0,0 0 0 0 0,0 0 1 0 0,0 0-1 0 0,0 0 0 0 0,0-1 1 0 0,0 1-1 0 0,0 0 0 0 0,0 0 1 0 0,0 0-1 0 0,0 0 0 0 0,0 0 0 0 0,0-1 1 0 0,0 1-1 0 0,0 0 0 0 0,0 0 1 0 0,1 0-1 0 0,-1 0 0 0 0,0 0 1 0 0,0 0-1 0 0,0 0 0 0 0,0 0 1 0 0,0-1-1 0 0,0 1 0 0 0,1 0 1 0 0,-1 0-1 0 0,0 0 0 0 0,0 0 0 0 0,0 0 1 0 0,0 0-1 0 0,0 0 0 0 0,1 0 1 0 0,-1 0-1 0 0,0 0 0 0 0,0 0 1 0 0,0 0-1 0 0,0 0 0 0 0,1 0 1 0 0,-1 0-1 0 0,0 0 0 0 0,7 9 84 0 0,-5 0-49 0 0,0 1 0 0 0,0-1 0 0 0,-1 1-1 0 0,0-1 1 0 0,0 1 0 0 0,-2 15 0 0 0,-11 63 240 0 0,7-52-177 0 0,2-18 132 0 0,-1 0-1 0 0,0-1 0 0 0,-1 1 1 0 0,-12 26-1 0 0,16-43-196 0 0,1 0 0 0 0,-1 0 0 0 0,1 0-1 0 0,-1 0 1 0 0,1 0 0 0 0,-1 0-1 0 0,0-1 1 0 0,1 1 0 0 0,-1 0-1 0 0,0 0 1 0 0,0 0 0 0 0,0-1-1 0 0,0 1 1 0 0,-1 1 0 0 0,2-2-27 0 0,-1 0 0 0 0,1 0-1 0 0,-1 0 1 0 0,1 0 0 0 0,0 0 0 0 0,-1 0 0 0 0,1 0 0 0 0,0 0 0 0 0,-1 0-1 0 0,1 0 1 0 0,0 0 0 0 0,-1 0 0 0 0,1-1 0 0 0,-1 1 0 0 0,1 0-1 0 0,0 0 1 0 0,-1 0 0 0 0,1 0 0 0 0,0-1 0 0 0,0 1 0 0 0,-1 0 0 0 0,1 0-1 0 0,0 0 1 0 0,-1-1 0 0 0,1 1 0 0 0,0 0 0 0 0,-1-1 0 0 0,0-1-3 0 0,0 0 1 0 0,0 0 0 0 0,0 0 0 0 0,0 0 0 0 0,0 0 0 0 0,1-1-1 0 0,-1 1 1 0 0,1 0 0 0 0,-1 0 0 0 0,1-1 0 0 0,0-2 0 0 0,0-5-26 0 0,2 0 1 0 0,-1-1 0 0 0,1 1-1 0 0,1 0 1 0 0,0 0 0 0 0,0 0-1 0 0,1 0 1 0 0,0 1 0 0 0,1-1 0 0 0,7-10-1 0 0,3-3-41 0 0,1 0 0 0 0,31-32 0 0 0,-36 43 28 0 0,0 1-1 0 0,2 0 0 0 0,-1 0 1 0 0,1 1-1 0 0,1 1 0 0 0,0 0 1 0 0,0 1-1 0 0,0 1 0 0 0,1 0 0 0 0,0 1 1 0 0,1 0-1 0 0,0 1 0 0 0,22-4 1 0 0,-35 9 30 0 0,-1-1 0 0 0,1 1 1 0 0,0 0-1 0 0,0 0 0 0 0,0 0 1 0 0,-1 0-1 0 0,1 0 0 0 0,0 0 1 0 0,0 1-1 0 0,-1 0 0 0 0,1-1 1 0 0,0 1-1 0 0,-1 0 0 0 0,1 0 1 0 0,0 1-1 0 0,-1-1 0 0 0,0 0 1 0 0,1 1-1 0 0,-1-1 0 0 0,0 1 1 0 0,0 0-1 0 0,0 0 0 0 0,0 0 1 0 0,0 0-1 0 0,0 0 0 0 0,0 0 1 0 0,-1 1-1 0 0,1-1 0 0 0,-1 0 1 0 0,1 1-1 0 0,-1-1 0 0 0,0 1 1 0 0,0 0-1 0 0,0-1 0 0 0,-1 1 1 0 0,1 3-1 0 0,1 3 32 0 0,-1 0-1 0 0,-1 0 1 0 0,0 0 0 0 0,0 0-1 0 0,-1 0 1 0 0,0 0 0 0 0,0 0-1 0 0,-1 0 1 0 0,-4 12 0 0 0,-19 40 110 0 0,18-46-336 0 0,0 0 0 0 0,1 1 1 0 0,1 1-1 0 0,0-1 0 0 0,-2 19 0 0 0,7-34 8 0 0,0 1 0 0 0,-1-1-1 0 0,2 1 1 0 0,-1 0 0 0 0,0-1 0 0 0,0 1-1 0 0,0-1 1 0 0,1 1 0 0 0,-1-1-1 0 0,1 1 1 0 0,-1-1 0 0 0,1 1-1 0 0,0-1 1 0 0,-1 0 0 0 0,1 1-1 0 0,2 1 1 0 0,9 2-4996 0 0,8-5 553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6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234 213 740 0 0,'7'-178'17640'0'0,"-6"165"-16844"0"0,1-9 806 0 0,-9 44-1047 0 0,-154 594 519 0 0,150-584-1054 0 0,-10 32 128 0 0,-15 80-1 0 0,33-128-94 0 0,-2 32 1 0 0,5-47-83 0 0,0 0 1 0 0,0 0 0 0 0,0 0-1 0 0,1 0 1 0 0,-1-1 0 0 0,0 1-1 0 0,1 0 1 0 0,-1 0 0 0 0,0 0-1 0 0,1 0 1 0 0,-1-1 0 0 0,1 1-1 0 0,-1 0 1 0 0,1-1 0 0 0,-1 1-1 0 0,1 0 1 0 0,-1-1 0 0 0,1 1-1 0 0,0-1 1 0 0,0 1 0 0 0,-1-1-1 0 0,1 1 1 0 0,0-1-1 0 0,0 1 1 0 0,-1-1 0 0 0,1 0-1 0 0,0 1 1 0 0,0-1 0 0 0,0 0-1 0 0,0 0 1 0 0,-1 1 0 0 0,1-1-1 0 0,0 0 1 0 0,0 0 0 0 0,0 0-1 0 0,0 0 1 0 0,0 0 0 0 0,1-1-1 0 0,12-2-783 0 0,0-1 0 0 0,0-1 0 0 0,-1 0 0 0 0,0-1 0 0 0,23-13 0 0 0,-7 0-3513 0 0,38-31 1 0 0,-39 26-1474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6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229 136 1392 0 0,'-225'-52'17846'0'0,"221"51"-16929"0"0,6 0-715 0 0,4-2-158 0 0,0 1 0 0 0,0 0 1 0 0,0 0-1 0 0,0 1 1 0 0,0 0-1 0 0,0 0 1 0 0,0 0-1 0 0,0 1 1 0 0,8 0-1 0 0,10-1 22 0 0,82-9 72 0 0,267-30-1048 0 0,-325 33 442 0 0,27-3-3863 0 0,-72 9 2961 0 0,9 2-1408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7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448 105 416 0 0,'-2'-14'9088'0'0,"0"7"-7773"0"0,-11-39 6342 0 0,0 19-5774 0 0,12 26-1854 0 0,0 0 1 0 0,0 0-1 0 0,0 0 0 0 0,-1 0 0 0 0,1 1 0 0 0,0-1 0 0 0,-1 0 0 0 0,1 1 1 0 0,0-1-1 0 0,-1 0 0 0 0,1 1 0 0 0,-1 0 0 0 0,1-1 0 0 0,-1 1 0 0 0,-2 0 1 0 0,-24-1 66 0 0,14 4-87 0 0,0-1 1 0 0,-1 2-1 0 0,2 0 1 0 0,-1 1-1 0 0,0 1 0 0 0,1 0 1 0 0,-21 12-1 0 0,7 0-22 0 0,0 0 0 0 0,-31 30 0 0 0,45-37 1 0 0,0 1 1 0 0,1 0-1 0 0,0 1 0 0 0,1 1 1 0 0,1 0-1 0 0,0 0 0 0 0,1 1 1 0 0,1 0-1 0 0,-10 22 0 0 0,17-33 11 0 0,0 0-1 0 0,0 0 1 0 0,0 0 0 0 0,0 0-1 0 0,0 0 1 0 0,1 0-1 0 0,0 0 1 0 0,0 0 0 0 0,0 0-1 0 0,0 0 1 0 0,1 0-1 0 0,-1 0 1 0 0,1 0 0 0 0,0 0-1 0 0,1 0 1 0 0,-1 0-1 0 0,3 5 1 0 0,-3-7-12 0 0,1 0 1 0 0,0 1-1 0 0,0-1 1 0 0,0 0-1 0 0,0 0 1 0 0,0 0-1 0 0,0 0 1 0 0,0-1-1 0 0,0 1 1 0 0,1-1-1 0 0,-1 1 0 0 0,1-1 1 0 0,-1 0-1 0 0,1 0 1 0 0,-1 0-1 0 0,1 0 1 0 0,0 0-1 0 0,0 0 1 0 0,-1-1-1 0 0,1 0 1 0 0,0 1-1 0 0,0-1 1 0 0,0 0-1 0 0,-1 0 0 0 0,6-1 1 0 0,4-1-134 0 0,1-1 0 0 0,-1 0 0 0 0,0-1 0 0 0,0 0 0 0 0,0-1 0 0 0,-1-1 0 0 0,0 1 0 0 0,0-2 0 0 0,0 1 0 0 0,-1-2 0 0 0,0 1 0 0 0,0-1 0 0 0,-1-1 0 0 0,11-12 0 0 0,3-5 120 0 0,-2 0 1 0 0,-1-2 0 0 0,-1-1 0 0 0,16-32 0 0 0,4-8 1541 0 0,-41 98-1490 0 0,-11 19-151 0 0,-18 91-694 0 0,27-114-3190 0 0,-1 44 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7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0 155 432 0 0,'18'-56'11459'0'0,"-1"25"-7931"0"0,-16 30-3299 0 0,1 1-189 0 0,0 0 1 0 0,0-1-1 0 0,0 2 0 0 0,0-1 1 0 0,0 0-1 0 0,0 0 0 0 0,0 1 1 0 0,1-1-1 0 0,-2 1 0 0 0,1 0 1 0 0,0-1-1 0 0,4 3 0 0 0,-5-2-25 0 0,4 2 25 0 0,0 1 0 0 0,0-1-1 0 0,-1 1 1 0 0,1 1-1 0 0,-1-1 1 0 0,0 1 0 0 0,0 0-1 0 0,0 0 1 0 0,-1 0 0 0 0,0 0-1 0 0,0 0 1 0 0,0 1-1 0 0,-1-1 1 0 0,3 7 0 0 0,0 2 82 0 0,-1 0 1 0 0,-1 0 0 0 0,0 0-1 0 0,2 27 1 0 0,-5-31 94 0 0,0 0-1 0 0,0 0 1 0 0,-1 1-1 0 0,0-1 1 0 0,-1 0 0 0 0,0 0-1 0 0,-1 0 1 0 0,0-1 0 0 0,0 1-1 0 0,-1-1 1 0 0,0 1 0 0 0,-11 15-1 0 0,15-24-171 0 0,-1 0-1 0 0,1 0 0 0 0,-1 0 1 0 0,0 0-1 0 0,1-1 1 0 0,-1 1-1 0 0,1 0 1 0 0,-1 0-1 0 0,0-1 0 0 0,0 1 1 0 0,0 0-1 0 0,1-1 1 0 0,-1 1-1 0 0,0 0 1 0 0,0-1-1 0 0,0 0 0 0 0,0 1 1 0 0,0-1-1 0 0,0 1 1 0 0,0-1-1 0 0,0 0 1 0 0,0 0-1 0 0,0 0 0 0 0,0 1 1 0 0,0-1-1 0 0,0 0 1 0 0,0 0-1 0 0,0-1 1 0 0,0 1-1 0 0,0 0 0 0 0,0 0 1 0 0,0 0-1 0 0,0-1 1 0 0,0 1-1 0 0,0 0 1 0 0,0-1-1 0 0,0 1 0 0 0,0-1 1 0 0,0 1-1 0 0,1-1 1 0 0,-1 1-1 0 0,0-1 1 0 0,0 0-1 0 0,0 0 0 0 0,-2-2 1 0 0,1 1-1 0 0,0-1 0 0 0,0 0 0 0 0,0 0 0 0 0,1 0 0 0 0,-1 0 0 0 0,1 0 0 0 0,-1 0 0 0 0,1-1 0 0 0,0 1 0 0 0,-1-5 0 0 0,2-1-6 0 0,0 1 1 0 0,0 0-1 0 0,0-1 1 0 0,1 1-1 0 0,1 0 1 0 0,-1 0-1 0 0,1 0 1 0 0,1 0 0 0 0,-1 0-1 0 0,1 0 1 0 0,1 1-1 0 0,-1-1 1 0 0,1 1-1 0 0,6-8 1 0 0,2-3-8 0 0,1 1 1 0 0,2-1-1 0 0,-1 2 1 0 0,19-15-1 0 0,-15 15-517 0 0,0 1 0 0 0,1 0 0 0 0,1 2 0 0 0,1 0 0 0 0,24-11 0 0 0,9 4-4085 0 0,2 8-3833 0 0,-41 11 3225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8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601 15 1324 0 0,'-9'-13'13396'0'0,"7"11"-12307"0"0,0 4-1028 0 0,1 0 1 0 0,0-1-1 0 0,-1 1 1 0 0,1 0-1 0 0,0 0 1 0 0,0 0-1 0 0,0 0 1 0 0,0 0-1 0 0,0 0 1 0 0,1 0-1 0 0,-1 0 1 0 0,0 0-1 0 0,1 3 1 0 0,-8 39 825 0 0,6-27-405 0 0,-6 23 88 0 0,3-20-418 0 0,1-1 0 0 0,1 1-1 0 0,1-1 1 0 0,1 1 0 0 0,0 0-1 0 0,3 21 1 0 0,-1-38-137 0 0,-1-1 0 0 0,0 0 0 0 0,1 1 0 0 0,0-1 0 0 0,-1 0 0 0 0,1 0 0 0 0,0 0 0 0 0,0 0 0 0 0,0 0 0 0 0,0 0 0 0 0,1 0 0 0 0,-1 0 0 0 0,0 0 0 0 0,1 0 0 0 0,-1-1 0 0 0,1 1 0 0 0,0 0 0 0 0,0-1 0 0 0,-1 0 0 0 0,1 1 0 0 0,0-1 0 0 0,0 0 0 0 0,0 0 0 0 0,0 0 0 0 0,1 0 0 0 0,-1 0 0 0 0,0-1 0 0 0,0 1 0 0 0,0-1 0 0 0,1 1 0 0 0,-1-1 0 0 0,0 0 0 0 0,1 0 0 0 0,-1 0 0 0 0,0 0 0 0 0,1 0 0 0 0,2-1 0 0 0,3 0-18 0 0,0-1 0 0 0,0 0 0 0 0,0-1 0 0 0,-1 1 0 0 0,1-1 0 0 0,-1-1 0 0 0,0 1 0 0 0,0-1 0 0 0,10-8 0 0 0,2-6-9 0 0,0 0 1 0 0,-2 0 0 0 0,0-2 0 0 0,18-27 0 0 0,2-3 916 0 0,-36 49-910 0 0,-5 17-38 0 0,-2 3 87 0 0,-14 27-1 0 0,0-1 209 0 0,-81 271 1320 0 0,10-26-340 0 0,64-218-725 0 0,-70 132 1 0 0,84-181-330 0 0,-1-1 0 0 0,-1 0 1 0 0,-2-1-1 0 0,0-1 1 0 0,-1 0-1 0 0,0-2 0 0 0,-33 26 1 0 0,42-38-57 0 0,-1 1 0 0 0,-1-1 0 0 0,1-1 0 0 0,-1 0 0 0 0,0 0 0 0 0,0-1 0 0 0,0 0 0 0 0,-16 3 1 0 0,18-6-29 0 0,1 0 1 0 0,-1-1 0 0 0,0 0-1 0 0,1 0 1 0 0,-1-1 0 0 0,1 0-1 0 0,-1 0 1 0 0,1-1 0 0 0,-1 0 0 0 0,1-1-1 0 0,0 1 1 0 0,-13-8 0 0 0,16 8-46 0 0,0-1 0 0 0,0 0 0 0 0,0 0 1 0 0,1-1-1 0 0,-1 1 0 0 0,1-1 0 0 0,0 0 1 0 0,0 0-1 0 0,0 0 0 0 0,0 0 0 0 0,1-1 0 0 0,0 0 1 0 0,0 0-1 0 0,0 0 0 0 0,1 0 0 0 0,-1 0 1 0 0,1 0-1 0 0,0 0 0 0 0,-2-11 0 0 0,3 8-29 0 0,1 1 0 0 0,-1-1-1 0 0,1 1 1 0 0,1-1-1 0 0,-1 1 1 0 0,1-1 0 0 0,1 1-1 0 0,-1-1 1 0 0,1 1-1 0 0,1 0 1 0 0,-1-1 0 0 0,1 1-1 0 0,0 0 1 0 0,7-9-1 0 0,7-11-315 0 0,2 2-1 0 0,1 0 0 0 0,1 1 1 0 0,1 1-1 0 0,2 1 0 0 0,0 1 1 0 0,49-33-1 0 0,10 2-4148 0 0,111-50 0 0 0,-103 60-3743 0 0,-46 19-162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9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128 817 1548 0 0,'-28'2'5017'0'0,"-9"3"-1358"0"0,33-4-3506 0 0,1 0 0 0 0,0 1-1 0 0,0-1 1 0 0,-1 1 0 0 0,1 0 0 0 0,1 0-1 0 0,-1 0 1 0 0,0 0 0 0 0,0 1 0 0 0,1-1-1 0 0,-3 4 1 0 0,-18 33 344 0 0,22-38-400 0 0,1 0-25 0 0,-1 0-1 0 0,1-1 1 0 0,0 1 0 0 0,0 0-1 0 0,0-1 1 0 0,0 1 0 0 0,0 0-1 0 0,0-1 1 0 0,0 1 0 0 0,0 0-1 0 0,1-1 1 0 0,-1 1 0 0 0,0-1-1 0 0,0 1 1 0 0,0 0 0 0 0,1-1-1 0 0,-1 1 1 0 0,0-1 0 0 0,1 1-1 0 0,-1 0 1 0 0,1-1 0 0 0,-1 1-1 0 0,0-1 1 0 0,1 1 0 0 0,-1-1-1 0 0,2 1 1 0 0,6-3 33 0 0,0 0 0 0 0,1 0 1 0 0,-1-1-1 0 0,0-1 0 0 0,0 1 0 0 0,-1-1 0 0 0,1 0 0 0 0,-1-1 1 0 0,0 0-1 0 0,0 0 0 0 0,0 0 0 0 0,9-11 0 0 0,4-6-75 0 0,0 0 0 0 0,22-34 0 0 0,-18 20-36 0 0,-2-2 1 0 0,-2 0 0 0 0,-1-1-1 0 0,-2-1 1 0 0,-2 0-1 0 0,11-47 1 0 0,-1-25 870 0 0,12-121 0 0 0,-35 222-682 0 0,0-2-47 0 0,-1 1-1 0 0,0 0 0 0 0,-1-22 1 0 0,0 32-120 0 0,-3 4-9 0 0,1 0-1 0 0,0 0 0 0 0,0 0 0 0 0,1 0 0 0 0,-1 0 1 0 0,0 0-1 0 0,1 0 0 0 0,-1 0 0 0 0,1 1 1 0 0,0-1-1 0 0,-2 5 0 0 0,-204 512 280 0 0,198-493-249 0 0,-40 120 46 0 0,44-124-69 0 0,0-1 1 0 0,1 1 0 0 0,1 0-1 0 0,0 43 1 0 0,3-61-6 0 0,0 1 0 0 0,1-1 0 0 0,-1 0-1 0 0,1 1 1 0 0,0-1 0 0 0,0 0 0 0 0,0 0 0 0 0,1 0 0 0 0,0 0 0 0 0,-1 0 0 0 0,1 0 0 0 0,1-1 0 0 0,-1 1 0 0 0,0 0 0 0 0,1-1-1 0 0,0 0 1 0 0,4 4 0 0 0,-4-5-2 0 0,0 0 1 0 0,0 0-1 0 0,0 0 0 0 0,0 0 0 0 0,1-1 0 0 0,-1 0 0 0 0,1 0 0 0 0,-1 0 0 0 0,1 0 0 0 0,0 0 1 0 0,-1-1-1 0 0,1 1 0 0 0,0-1 0 0 0,-1 0 0 0 0,1 0 0 0 0,0 0 0 0 0,-1-1 0 0 0,1 1 1 0 0,-1-1-1 0 0,7-2 0 0 0,4-2-12 0 0,1 0 1 0 0,-1-2-1 0 0,0 1 1 0 0,0-2-1 0 0,-1 0 1 0 0,0-1-1 0 0,-1 0 1 0 0,1 0 0 0 0,14-17-1 0 0,3-5-52 0 0,-2-2 0 0 0,28-41 0 0 0,-40 51 91 0 0,-2 0-1 0 0,0-1 0 0 0,-2-1 0 0 0,-1 0 1 0 0,-1-1-1 0 0,-1 0 0 0 0,8-39 0 0 0,-16 63-40 0 0,-1 0-1 0 0,0 0 0 0 0,1 0 0 0 0,-1 0 0 0 0,0 1 1 0 0,0-1-1 0 0,0 0 0 0 0,0 0 0 0 0,-1 0 0 0 0,1-2 0 0 0,-7 0-59 0 0,-5 11 36 0 0,5-2 21 0 0,1 1 1 0 0,0 0 0 0 0,0 1-1 0 0,0 0 1 0 0,1 0-1 0 0,0 0 1 0 0,0 0 0 0 0,1 1-1 0 0,0 0 1 0 0,1 0 0 0 0,-4 10-1 0 0,6-15 11 0 0,-1 1-1 0 0,1-1 1 0 0,0 1 0 0 0,1-1-1 0 0,-1 1 1 0 0,1-1 0 0 0,-1 1-1 0 0,1 0 1 0 0,0-1 0 0 0,0 1-1 0 0,1-1 1 0 0,-1 1 0 0 0,1-1-1 0 0,0 1 1 0 0,0-1 0 0 0,0 1-1 0 0,0-1 1 0 0,0 1 0 0 0,1-1-1 0 0,0 0 1 0 0,-1 0 0 0 0,1 0-1 0 0,0 0 1 0 0,1 0 0 0 0,-1 0-1 0 0,0-1 1 0 0,1 1 0 0 0,0-1-1 0 0,-1 1 1 0 0,5 2 0 0 0,3 0 9 0 0,1 0 0 0 0,-1-1 0 0 0,1 0 1 0 0,0-1-1 0 0,0 0 0 0 0,0 0 0 0 0,0-1 1 0 0,0-1-1 0 0,1 0 0 0 0,-1 0 0 0 0,21-2 1 0 0,-8-2-19 0 0,0 0 1 0 0,0-2-1 0 0,0 0 1 0 0,34-13-1 0 0,-34 9-24 0 0,-1-2 1 0 0,0-1-1 0 0,31-20 0 0 0,59-51 481 0 0,-109 80-399 0 0,30-25 227 0 0,-33 27-260 0 0,-14 18-426 0 0,-18 18 361 0 0,1 1 0 0 0,-27 43 0 0 0,36-48 39 0 0,11-16-61 0 0,0 1 0 0 0,1 0 0 0 0,0 0-1 0 0,2 1 1 0 0,0 0 0 0 0,-8 32 0 0 0,14-46-94 0 0,1-1 0 0 0,-1 1 0 0 0,1-1 0 0 0,0 1 0 0 0,-1-1 0 0 0,1 1 0 0 0,1-1 0 0 0,-1 1 0 0 0,0-1 0 0 0,0 1 0 0 0,1-1 0 0 0,0 1 0 0 0,-1-1 0 0 0,1 0 0 0 0,0 1 0 0 0,0-1 0 0 0,0 0 0 0 0,0 1 0 0 0,1-1 0 0 0,-1 0 0 0 0,1 0 0 0 0,-1 0 0 0 0,1 0 0 0 0,0-1 0 0 0,0 1 0 0 0,0 0 0 0 0,0-1 0 0 0,3 3 0 0 0,0-2-495 0 0,0 0 0 0 0,0 0 0 0 0,0 0 0 0 0,1 0 0 0 0,-1-1 0 0 0,1 0 0 0 0,-1 0 0 0 0,1-1 0 0 0,-1 1 1 0 0,1-1-1 0 0,-1 0 0 0 0,9-2 0 0 0,10-1-2427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09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139 114 1576 0 0,'11'-10'1983'0'0,"0"0"-1"0"0,-1-1 1 0 0,0 0-1 0 0,-1 0 1 0 0,0-1-1 0 0,-1-1 1 0 0,11-21-1 0 0,-18 32-1472 0 0,-37 21-196 0 0,13-2-247 0 0,1 2 0 0 0,1 1 0 0 0,-30 35 0 0 0,42-44-48 0 0,1 0 0 0 0,0 0-1 0 0,0 1 1 0 0,1 0-1 0 0,1 0 1 0 0,0 1 0 0 0,1 0-1 0 0,0 0 1 0 0,-4 20-1 0 0,9-31-13 0 0,-1-1-1 0 0,1 0 0 0 0,0 1 1 0 0,-1-1-1 0 0,1 0 0 0 0,0 1 1 0 0,0-1-1 0 0,0 1 0 0 0,0-1 1 0 0,0 0-1 0 0,0 1 0 0 0,0-1 0 0 0,1 0 1 0 0,-1 1-1 0 0,0-1 0 0 0,1 0 1 0 0,-1 1-1 0 0,1-1 0 0 0,0 0 1 0 0,-1 0-1 0 0,1 1 0 0 0,0-1 1 0 0,0 0-1 0 0,-1 0 0 0 0,1 0 1 0 0,0 0-1 0 0,0 0 0 0 0,0 0 1 0 0,0 0-1 0 0,0 0 0 0 0,1-1 0 0 0,-1 1 1 0 0,0 0-1 0 0,0-1 0 0 0,1 1 1 0 0,-1-1-1 0 0,0 1 0 0 0,0-1 1 0 0,1 1-1 0 0,-1-1 0 0 0,1 0 1 0 0,-1 0-1 0 0,0 0 0 0 0,3 0 1 0 0,2 0-51 0 0,0-1 0 0 0,0 1 0 0 0,0-1 0 0 0,0-1 0 0 0,0 1 0 0 0,0-1 0 0 0,0 0 1 0 0,9-5-1 0 0,5-5-135 0 0,-1 0-1 0 0,-1-1 1 0 0,0-1 0 0 0,26-25 0 0 0,-14 8 1162 0 0,37-51 0 0 0,-39 54 50 0 0,-27 29-1030 0 0,0 0 0 0 0,0 1 0 0 0,0-1 1 0 0,0 0-1 0 0,0 1 0 0 0,-1-1 0 0 0,1 1 0 0 0,0-1 0 0 0,-1 1 0 0 0,1-1 0 0 0,-1 1 0 0 0,0-1 0 0 0,0 1 0 0 0,1-1 0 0 0,-1 1 0 0 0,0-1 1 0 0,0 1-1 0 0,0 0 0 0 0,-1 2 0 0 0,-7 42 25 0 0,4-22-24 0 0,2-13 14 0 0,1 0 1 0 0,0 0-1 0 0,1 0 1 0 0,0 0-1 0 0,2 12 1 0 0,-2-20-87 0 0,1 0 1 0 0,0 0-1 0 0,0 0 1 0 0,0 0-1 0 0,0 0 0 0 0,0 0 1 0 0,1 0-1 0 0,-1 0 1 0 0,1-1-1 0 0,0 1 1 0 0,0-1-1 0 0,0 1 0 0 0,0-1 1 0 0,0 0-1 0 0,0 1 1 0 0,1-1-1 0 0,-1 0 1 0 0,1-1-1 0 0,0 1 0 0 0,-1 0 1 0 0,1-1-1 0 0,4 2 1 0 0,1 0-490 0 0,0 0 0 0 0,0-1 1 0 0,0 0-1 0 0,1-1 0 0 0,-1 0 1 0 0,0 0-1 0 0,11-1 0 0 0,33-5-5832 0 0,-21-1 524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0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76 152 0 0,'-169'-20'14860'0'0,"167"20"-14463"0"0,64-10 87 0 0,350-19-946 0 0,-134 20-3589 0 0,-107 3-1258 0 0,-97 4 1642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1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14 1896 0 0,'-56'-10'10524'0'0,"44"7"-9725"0"0,11 3-779 0 0,1 0-1 0 0,-1 0 1 0 0,1 0-1 0 0,-1-1 0 0 0,1 1 1 0 0,0 0-1 0 0,-1 0 0 0 0,1 0 1 0 0,-1 0-1 0 0,1 0 1 0 0,-1 0-1 0 0,1 1 0 0 0,-1-1 1 0 0,1 0-1 0 0,0 0 0 0 0,-1 0 1 0 0,1 0-1 0 0,-1 0 0 0 0,1 1 1 0 0,-1-1-1 0 0,1 0 1 0 0,0 0-1 0 0,-1 1 0 0 0,1-1 1 0 0,0 0-1 0 0,-1 1 0 0 0,1-1 1 0 0,0 0-1 0 0,0 1 1 0 0,-1 0-1 0 0,2 44 128 0 0,0-15-5 0 0,-1 1 1 0 0,-6 45-1 0 0,4-67-93 0 0,0-1-1 0 0,0 1 1 0 0,0-1 0 0 0,-1 1 0 0 0,0-1 0 0 0,-1 0 0 0 0,1 0-1 0 0,-2-1 1 0 0,1 1 0 0 0,-1-1 0 0 0,0 0 0 0 0,-1 0 0 0 0,-9 9-1 0 0,13-14-7 0 0,0 1 0 0 0,0-1 0 0 0,-1 0 1 0 0,1 0-1 0 0,-1-1 0 0 0,1 1 0 0 0,-1 0 0 0 0,0-1 0 0 0,0 0 0 0 0,0 0 0 0 0,0 0 0 0 0,0 0 0 0 0,0 0 0 0 0,0 0 0 0 0,0-1 0 0 0,0 1 0 0 0,0-1 0 0 0,0 0 0 0 0,0 0 0 0 0,0 0 0 0 0,0 0 0 0 0,0-1 0 0 0,0 1 0 0 0,0-1 0 0 0,0 0 0 0 0,0 0 0 0 0,0 0 0 0 0,-3-1 0 0 0,4 0-40 0 0,0 1 0 0 0,1 0-1 0 0,-1-1 1 0 0,0 1-1 0 0,1-1 1 0 0,-1 0 0 0 0,1 1-1 0 0,-1-1 1 0 0,1 0-1 0 0,0 0 1 0 0,0 0 0 0 0,0 0-1 0 0,0 0 1 0 0,0 0-1 0 0,1 0 1 0 0,-1 0 0 0 0,0 0-1 0 0,1-1 1 0 0,0 1-1 0 0,-1 0 1 0 0,1 0 0 0 0,0-1-1 0 0,0 1 1 0 0,0 0-1 0 0,1 0 1 0 0,0-4 0 0 0,0-1-15 0 0,0 1 0 0 0,1 0 0 0 0,0 0 0 0 0,0 0 0 0 0,0 0 0 0 0,1 1 0 0 0,5-10 0 0 0,4 0-11 0 0,-1 0 0 0 0,2 1 0 0 0,0 1 0 0 0,0 0 0 0 0,1 1 0 0 0,1 0 0 0 0,31-18 0 0 0,-23 17-10 0 0,1 1 0 0 0,0 2 0 0 0,1 0 0 0 0,50-13 0 0 0,-64 21 21 0 0,0 0 0 0 0,0 0-1 0 0,0 1 1 0 0,0 0 0 0 0,0 1 0 0 0,1 1 0 0 0,-1-1 0 0 0,0 2 0 0 0,0 0-1 0 0,12 3 1 0 0,-19-4 20 0 0,1 1-1 0 0,-1 0 1 0 0,1 0-1 0 0,-1 0 1 0 0,0 0-1 0 0,0 1 0 0 0,0 0 1 0 0,0 0-1 0 0,0 0 1 0 0,-1 0-1 0 0,0 0 1 0 0,1 1-1 0 0,-1 0 0 0 0,0-1 1 0 0,-1 1-1 0 0,1 0 1 0 0,-1 0-1 0 0,1 1 1 0 0,-1-1-1 0 0,-1 1 1 0 0,1-1-1 0 0,0 1 0 0 0,-1-1 1 0 0,0 1-1 0 0,1 7 1 0 0,-2-1 34 0 0,0 1 0 0 0,0-1 0 0 0,-1 0 0 0 0,-1 1 0 0 0,0-1 0 0 0,0 0 0 0 0,-6 15 0 0 0,-4 23-652 0 0,12-47 469 0 0,-2 22-1658 0 0,2-24 1711 0 0,0 1 0 0 0,0-1 0 0 0,1 1 0 0 0,-1 0 0 0 0,0-1 0 0 0,0 1 0 0 0,1-1 0 0 0,-1 1 0 0 0,1-1 0 0 0,-1 1 0 0 0,0-1 0 0 0,1 0 0 0 0,-1 1 0 0 0,1-1 0 0 0,-1 1 0 0 0,1-1 0 0 0,-1 0 0 0 0,1 1 0 0 0,-1-1 0 0 0,1 0 0 0 0,-1 0 0 0 0,1 1 0 0 0,-1-1 0 0 0,1 0 0 0 0,0 0 0 0 0,-1 0 0 0 0,1 0 0 0 0,-1 0 0 0 0,1 0 0 0 0,0 0 0 0 0,-1 0 0 0 0,1 0 0 0 0,0 0 0 0 0,4 0-552 0 0,-1-1 1 0 0,1 1-1 0 0,-1-1 0 0 0,0 0 0 0 0,1-1 1 0 0,-1 1-1 0 0,6-3 0 0 0,6-5-2307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1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272 104 1188 0 0,'16'-13'2799'0'0,"0"0"0"0"0,0-2 0 0 0,-1 1 0 0 0,24-32 0 0 0,-38 44-2351 0 0,-3 2-415 0 0,0-1 0 0 0,0 1 0 0 0,0 0 1 0 0,0 0-1 0 0,0 0 0 0 0,1 0 0 0 0,-1 0 1 0 0,0 1-1 0 0,0-1 0 0 0,0 1 0 0 0,0-1 1 0 0,-2 2-1 0 0,2-1-21 0 0,-11 5 35 0 0,0 1 0 0 0,0 0 0 0 0,1 1 0 0 0,-22 18 0 0 0,27-19-48 0 0,0-1 1 0 0,1 1 0 0 0,0 0 0 0 0,0 0-1 0 0,0 0 1 0 0,1 1 0 0 0,0 0 0 0 0,-6 14-1 0 0,10-18 8 0 0,0 1 0 0 0,0-1-1 0 0,0 1 1 0 0,0 0-1 0 0,1-1 1 0 0,-1 1-1 0 0,1 0 1 0 0,0-1-1 0 0,1 1 1 0 0,-1 0-1 0 0,1-1 1 0 0,0 1-1 0 0,0-1 1 0 0,1 1 0 0 0,-1-1-1 0 0,1 0 1 0 0,0 1-1 0 0,0-1 1 0 0,5 7-1 0 0,4 5 8 0 0,1-1-1 0 0,0-1 1 0 0,21 20 0 0 0,-20-21-8 0 0,-12-13-2 0 0,0 1 0 0 0,0 0 0 0 0,-1 0-1 0 0,1 0 1 0 0,0 0 0 0 0,-1-1 0 0 0,1 1 0 0 0,-1 0 0 0 0,1 0 0 0 0,-1 0 0 0 0,1 0 0 0 0,-1 1 0 0 0,0-1 0 0 0,0 0-1 0 0,1 0 1 0 0,-1 0 0 0 0,0 0 0 0 0,0 0 0 0 0,0 0 0 0 0,0 0 0 0 0,0 0 0 0 0,0 0 0 0 0,0 0 0 0 0,-1 1-1 0 0,1-1 1 0 0,0 0 0 0 0,-1 0 0 0 0,1 0 0 0 0,-1 0 0 0 0,1 0 0 0 0,-1 0 0 0 0,1 0 0 0 0,-1 0 0 0 0,1-1 0 0 0,-1 1-1 0 0,0 0 1 0 0,0 0 0 0 0,0 0 0 0 0,1-1 0 0 0,-1 1 0 0 0,0 0 0 0 0,0-1 0 0 0,0 1 0 0 0,-2 0 0 0 0,-4 4 22 0 0,-1 0 1 0 0,0-1 0 0 0,-17 6-1 0 0,22-9-21 0 0,-23 8-90 0 0,0-1 0 0 0,-1-1 0 0 0,0-2 0 0 0,-1 0-1 0 0,1-2 1 0 0,-32-1 0 0 0,59-2-17 0 0,-1 0 1 0 0,0 1-1 0 0,1-1 0 0 0,-1 0 0 0 0,0 0 1 0 0,1 0-1 0 0,-1 0 0 0 0,0-1 0 0 0,1 1 1 0 0,-1 0-1 0 0,0 0 0 0 0,1 0 0 0 0,-1 0 1 0 0,0-1-1 0 0,1 1 0 0 0,-1 0 0 0 0,1-1 1 0 0,-1 1-1 0 0,0 0 0 0 0,1-1 1 0 0,-1 1-1 0 0,1-1 0 0 0,-1 1 0 0 0,1-1 1 0 0,-1 1-1 0 0,1-1 0 0 0,0 1 0 0 0,-1-1 1 0 0,1 1-1 0 0,0-1 0 0 0,-1 0 0 0 0,1 1 1 0 0,0-1-1 0 0,-1 0 0 0 0,1-1-298 0 0,0 1 0 0 0,1 0 0 0 0,-1 0 0 0 0,0-1-1 0 0,0 1 1 0 0,0 0 0 0 0,1-1 0 0 0,-1 1 0 0 0,1 0 0 0 0,-1 0 0 0 0,1 0 0 0 0,-1-1-1 0 0,2 0 1 0 0,6-9-4223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2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439 138 2500 0 0,'32'-136'11740'0'0,"-32"135"-11323"0"0,-3 17-267 0 0,-52 236 745 0 0,30-150-504 0 0,-36 152 818 0 0,-77 341 595 0 0,34 6-145 0 0,91-501-1339 0 0,4 1 1 0 0,6 106-1 0 0,3-204-298 0 0,0 0-1 0 0,0-1 1 0 0,0 1-1 0 0,0 0 1 0 0,1 0-1 0 0,0-1 1 0 0,-1 1-1 0 0,1 0 1 0 0,0-1-1 0 0,0 1 1 0 0,0-1-1 0 0,1 1 1 0 0,-1-1 0 0 0,1 1-1 0 0,-1-1 1 0 0,1 0-1 0 0,0 0 1 0 0,4 4-1 0 0,-4-5-11 0 0,1 0 0 0 0,0 1-1 0 0,-1-1 1 0 0,1 0 0 0 0,0-1 0 0 0,0 1-1 0 0,0 0 1 0 0,0-1 0 0 0,0 0-1 0 0,0 0 1 0 0,0 0 0 0 0,0 0 0 0 0,0 0-1 0 0,0 0 1 0 0,0-1 0 0 0,0 1 0 0 0,0-1-1 0 0,2-1 1 0 0,9-2-15 0 0,-1-1-1 0 0,-1-1 1 0 0,1 0-1 0 0,-1 0 1 0 0,0-2-1 0 0,-1 1 1 0 0,1-1-1 0 0,17-18 1 0 0,-10 8-124 0 0,-1-1 0 0 0,0-1 1 0 0,25-38-1 0 0,-32 40 32 0 0,-1 0-1 0 0,-1-1 1 0 0,0 0-1 0 0,-1 0 1 0 0,-1 0 0 0 0,-1-1-1 0 0,-1 0 1 0 0,5-32-1 0 0,-9 35 37 0 0,0 0-1 0 0,-1-1 0 0 0,0 1 0 0 0,-1-1 0 0 0,-2 1 0 0 0,1 0 0 0 0,-2-1 0 0 0,0 1 0 0 0,-1 1 0 0 0,-11-25 1 0 0,3 15 14 0 0,-1 1 0 0 0,-1 0 0 0 0,-1 1-1 0 0,-1 1 1 0 0,-1 0 0 0 0,-29-26 0 0 0,-138-109-80 0 0,183 157 126 0 0,-11-9 11 0 0,5 4-201 0 0,-1-1 0 0 0,1 0 1 0 0,0 0-1 0 0,-13-16 0 0 0,20 21 60 0 0,-1 0 0 0 0,1 0 0 0 0,0 0 0 0 0,0 0 0 0 0,0-1 0 0 0,0 1 0 0 0,0 0 0 0 0,0-1-1 0 0,0 1 1 0 0,1-1 0 0 0,-1 1 0 0 0,1-1 0 0 0,0 1 0 0 0,0-1 0 0 0,0 1 0 0 0,0-1 0 0 0,0 0 0 0 0,0 1-1 0 0,1-1 1 0 0,-1 1 0 0 0,1-1 0 0 0,0 1 0 0 0,0 0 0 0 0,0-1 0 0 0,2-3 0 0 0,3-4-439 0 0,1 0 0 0 0,0 1 0 0 0,1 0 0 0 0,0 0 0 0 0,0 1 1 0 0,10-9-1 0 0,61-41-4023 0 0,-64 47 3321 0 0,24-15-1859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2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90 740 0 0,'0'-2'1842'0'0,"0"-1"-1514"0"0,0 1-1 0 0,-1 0 0 0 0,1-1 1 0 0,0 1-1 0 0,-1 0 1 0 0,1 0-1 0 0,-1 0 0 0 0,0-1 1 0 0,0 1-1 0 0,0 0 0 0 0,0 0 1 0 0,0 0-1 0 0,0 0 1 0 0,0 0-1 0 0,-1 1 0 0 0,1-1 1 0 0,-1 0-1 0 0,-2-1 0 0 0,3 1-252 0 0,-1 1-1 0 0,1 0 0 0 0,-1 1 0 0 0,0-1 0 0 0,1 0 0 0 0,-1 0 0 0 0,0 1 0 0 0,0-1 1 0 0,1 1-1 0 0,-1-1 0 0 0,0 1 0 0 0,0 0 0 0 0,0 0 0 0 0,0 0 0 0 0,1 0 0 0 0,-1 0 1 0 0,0 0-1 0 0,0 1 0 0 0,0-1 0 0 0,0 0 0 0 0,1 1 0 0 0,-1-1 0 0 0,0 1 1 0 0,-2 1-1 0 0,-5 3 7 0 0,0 1 0 0 0,1-1 0 0 0,0 2 0 0 0,0-1 0 0 0,0 1 0 0 0,1 0 0 0 0,0 0 0 0 0,0 1 0 0 0,1 0 0 0 0,0 0 0 0 0,-7 14 1 0 0,6-10-27 0 0,1-1 1 0 0,1 1 0 0 0,0 1 0 0 0,0-1-1 0 0,1 1 1 0 0,1 0 0 0 0,0 0 0 0 0,-2 19-1 0 0,5-27-20 0 0,-1 1-1 0 0,1 0 0 0 0,0-1 0 0 0,1 1 0 0 0,-1 0 0 0 0,1 0 0 0 0,0-1 0 0 0,1 1 0 0 0,-1-1 1 0 0,1 1-1 0 0,0-1 0 0 0,0 1 0 0 0,1-1 0 0 0,0 0 0 0 0,0 0 0 0 0,0 0 0 0 0,0-1 0 0 0,1 1 0 0 0,0-1 1 0 0,0 0-1 0 0,0 0 0 0 0,0 0 0 0 0,0 0 0 0 0,1-1 0 0 0,0 0 0 0 0,0 0 0 0 0,0 0 0 0 0,0 0 1 0 0,0-1-1 0 0,1 0 0 0 0,8 3 0 0 0,-7-3-3 0 0,1-1-1 0 0,-1 1 1 0 0,0-1 0 0 0,1 0 0 0 0,-1-1-1 0 0,1 0 1 0 0,-1 0 0 0 0,1 0-1 0 0,-1-1 1 0 0,0 0 0 0 0,1-1 0 0 0,-1 0-1 0 0,0 0 1 0 0,0 0 0 0 0,0-1 0 0 0,0 0-1 0 0,-1 0 1 0 0,1-1 0 0 0,-1 0 0 0 0,8-6-1 0 0,-6 4-4 0 0,-1-1 0 0 0,0 0 0 0 0,0 0 0 0 0,0-1 0 0 0,-1 0 0 0 0,0 0 0 0 0,-1 0 0 0 0,0-1 0 0 0,0 0-1 0 0,-1 0 1 0 0,0 0 0 0 0,0-1 0 0 0,-1 1 0 0 0,3-17 0 0 0,-4 14 56 0 0,-1 0 1 0 0,0 0 0 0 0,0 0-1 0 0,-1 0 1 0 0,-1 0-1 0 0,0 0 1 0 0,-1 0-1 0 0,0 0 1 0 0,-1 0-1 0 0,0 0 1 0 0,-5-11-1 0 0,6 17-42 0 0,-1 0 0 0 0,0 1 0 0 0,0 0 0 0 0,0-1 0 0 0,0 1 0 0 0,-1 0 0 0 0,0 1 0 0 0,0-1 0 0 0,0 1 0 0 0,-1 0 0 0 0,0 0 0 0 0,1 0 0 0 0,-1 0 0 0 0,-1 1 0 0 0,1 0 0 0 0,0 0 0 0 0,-1 1 0 0 0,1-1 0 0 0,-1 1 0 0 0,0 0 0 0 0,0 1 0 0 0,0-1 0 0 0,-10 0 0 0 0,6 2-53 0 0,0 0 0 0 0,0 1 1 0 0,1 0-1 0 0,-1 1 0 0 0,0 0 0 0 0,1 0 0 0 0,0 1 0 0 0,-1 0 1 0 0,1 1-1 0 0,0 0 0 0 0,1 0 0 0 0,-1 1 0 0 0,1 0 0 0 0,-11 9 0 0 0,13-10-1 0 0,1 0-1 0 0,0 0 1 0 0,0 1-1 0 0,0 0 0 0 0,0 0 1 0 0,1 0-1 0 0,0 0 1 0 0,0 1-1 0 0,0-1 0 0 0,1 1 1 0 0,0 0-1 0 0,0 0 1 0 0,0 1-1 0 0,1-1 0 0 0,0 0 1 0 0,0 1-1 0 0,1 0 1 0 0,0-1-1 0 0,0 1 0 0 0,0 0 1 0 0,1 9-1 0 0,1-11-131 0 0,0-1 1 0 0,0 0-1 0 0,0 0 1 0 0,1-1-1 0 0,0 1 0 0 0,0 0 1 0 0,0 0-1 0 0,0-1 1 0 0,0 1-1 0 0,1-1 0 0 0,0 0 1 0 0,-1 0-1 0 0,1 0 0 0 0,0 0 1 0 0,1 0-1 0 0,-1-1 1 0 0,0 1-1 0 0,1-1 0 0 0,0 0 1 0 0,-1 0-1 0 0,1 0 1 0 0,0 0-1 0 0,0-1 0 0 0,5 2 1 0 0,3 1-879 0 0,0-1 0 0 0,0-1-1 0 0,1 0 1 0 0,-1 0 0 0 0,1-1 0 0 0,23-1 0 0 0,-12-3-1455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3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91 908 0 0,'75'-83'10300'0'0,"-74"82"-10261"0"0,0 0 1 0 0,0 0 0 0 0,1 0-1 0 0,-1 1 1 0 0,0-1 0 0 0,0 1-1 0 0,1-1 1 0 0,-1 1-1 0 0,0-1 1 0 0,1 1 0 0 0,-1 0-1 0 0,0-1 1 0 0,1 1 0 0 0,-1 0-1 0 0,0 0 1 0 0,1 0 0 0 0,-1 0-1 0 0,1 0 1 0 0,-1 1 0 0 0,0-1-1 0 0,1 0 1 0 0,-1 1 0 0 0,0-1-1 0 0,1 1 1 0 0,1 0-1 0 0,3 5 17 0 0,0 0-1 0 0,0 1 0 0 0,0-1 0 0 0,-1 1 0 0 0,0 0 0 0 0,-1 0 0 0 0,0 1 0 0 0,0-1 1 0 0,0 1-1 0 0,-1 0 0 0 0,3 10 0 0 0,-2-3 109 0 0,0-1-1 0 0,-1 0 1 0 0,-1 1-1 0 0,0 0 1 0 0,-1 29-1 0 0,-1-35 121 0 0,-1 1-1 0 0,0-1 0 0 0,-1 0 1 0 0,0 0-1 0 0,0 0 1 0 0,-1 0-1 0 0,0 0 0 0 0,0-1 1 0 0,-6 11-1 0 0,5-14-43 0 0,1 0 1 0 0,-1-1-1 0 0,0 1 1 0 0,0 0-1 0 0,0-1 0 0 0,0 0 1 0 0,-1 0-1 0 0,0 0 1 0 0,0-1-1 0 0,0 0 0 0 0,0 0 1 0 0,0 0-1 0 0,-1 0 0 0 0,0-1 1 0 0,-8 3-1 0 0,11-4-165 0 0,1-1-1 0 0,0 1 0 0 0,-1-1 1 0 0,0 1-1 0 0,1-1 0 0 0,-1 0 0 0 0,1 0 1 0 0,-1 0-1 0 0,1 0 0 0 0,-1-1 1 0 0,1 1-1 0 0,-1-1 0 0 0,1 1 1 0 0,-1-1-1 0 0,1 0 0 0 0,-1 0 1 0 0,1 0-1 0 0,0 0 0 0 0,-1 0 1 0 0,-2-3-1 0 0,5 4-67 0 0,-1-1 1 0 0,0 0-1 0 0,0 1 1 0 0,0-1-1 0 0,1 0 1 0 0,-1 0-1 0 0,0 1 0 0 0,1-1 1 0 0,-1 0-1 0 0,1 0 1 0 0,-1 0-1 0 0,1 0 0 0 0,-1 0 1 0 0,1 0-1 0 0,0 0 1 0 0,-1 0-1 0 0,1 0 1 0 0,0 0-1 0 0,0 0 0 0 0,0 0 1 0 0,-1 0-1 0 0,1 0 1 0 0,1 0-1 0 0,-1 0 0 0 0,0-2 1 0 0,1 1-53 0 0,0 0 1 0 0,0 0 0 0 0,0 0-1 0 0,0-1 1 0 0,0 1-1 0 0,0 0 1 0 0,1 1-1 0 0,-1-1 1 0 0,1 0 0 0 0,0 0-1 0 0,1-1 1 0 0,5-4-347 0 0,1 1 0 0 0,0 0 0 0 0,0 0 0 0 0,13-6 0 0 0,29-9-2224 0 0,1 2 0 0 0,90-20 0 0 0,-90 27 1353 0 0,-1-2 1 0 0,0-3 0 0 0,51-24 0 0 0,-90 34 2107 0 0,0-1 1 0 0,0 0-1 0 0,0-1 1 0 0,-1-1-1 0 0,15-16 1 0 0,-18 18 545 0 0,-20 32-1077 0 0,-64 171 792 0 0,28-66-702 0 0,34-89 647 0 0,13-38-677 0 0,-2 0 191 0 0,-1 0-199 0 0,3-12-216 0 0,1-2-151 0 0,2 1 0 0 0,0 0 0 0 0,0 0-1 0 0,1 0 1 0 0,0 0 0 0 0,1 0 0 0 0,0 0-1 0 0,1 1 1 0 0,8-14 0 0 0,-3 7-55 0 0,1 1 1 0 0,0 0-1 0 0,1 0 0 0 0,26-24 1 0 0,-33 35 30 0 0,1 0 1 0 0,0 0-1 0 0,0 0 1 0 0,1 1-1 0 0,-1 0 1 0 0,1 0-1 0 0,0 1 1 0 0,0 0-1 0 0,0 0 1 0 0,0 1-1 0 0,15-3 1 0 0,-19 4 19 0 0,0 1-1 0 0,1 0 1 0 0,-1 0 0 0 0,1 1 0 0 0,-1-1 0 0 0,1 1-1 0 0,-1 0 1 0 0,0 0 0 0 0,1 0 0 0 0,-1 0 0 0 0,0 0-1 0 0,0 1 1 0 0,0-1 0 0 0,0 1 0 0 0,0 0-1 0 0,0 0 1 0 0,0 0 0 0 0,-1 0 0 0 0,1 1 0 0 0,-1-1-1 0 0,1 1 1 0 0,2 4 0 0 0,0-1 16 0 0,-1 1-1 0 0,0-1 1 0 0,0 1-1 0 0,-1 0 1 0 0,0 0-1 0 0,0 1 1 0 0,0-1 0 0 0,2 11-1 0 0,-5-15-5 0 0,3 12 33 0 0,0-1-1 0 0,-1 1 1 0 0,-1-1-1 0 0,0 1 1 0 0,-2 23-1 0 0,1-38-37 0 0,0 0 1 0 0,0 1-1 0 0,0-1 1 0 0,0 0-1 0 0,0 1 1 0 0,0-1 0 0 0,0 1-1 0 0,0-1 1 0 0,-1 0-1 0 0,1 1 1 0 0,0-1-1 0 0,0 0 1 0 0,0 0-1 0 0,0 1 1 0 0,0-1-1 0 0,-1 0 1 0 0,1 1-1 0 0,0-1 1 0 0,0 0-1 0 0,-1 0 1 0 0,1 1-1 0 0,0-1 1 0 0,0 0-1 0 0,-1 0 1 0 0,1 1-1 0 0,0-1 1 0 0,-1 0-1 0 0,1 0 1 0 0,0 0-1 0 0,0 0 1 0 0,-1 0-1 0 0,1 1 1 0 0,0-1-1 0 0,-1 0 1 0 0,1 0-1 0 0,0 0 1 0 0,-1 0-1 0 0,1 0 1 0 0,-1 0-1 0 0,1 0 1 0 0,0 0 0 0 0,-1 0-1 0 0,1 0 1 0 0,0 0-1 0 0,-1-1 1 0 0,1 1-1 0 0,0 0 1 0 0,-1 0-1 0 0,0-1-4 0 0,1 1 0 0 0,-1 0 1 0 0,0-1-1 0 0,1 1 0 0 0,-1-1 0 0 0,1 0 0 0 0,-1 1 0 0 0,1-1 0 0 0,-1 1 1 0 0,1-1-1 0 0,0 0 0 0 0,-1 1 0 0 0,1-1 0 0 0,0 0 0 0 0,-1 1 0 0 0,1-1 0 0 0,0 0 1 0 0,0 0-1 0 0,-1 1 0 0 0,1-1 0 0 0,0 0 0 0 0,0 0 0 0 0,0 1 0 0 0,0-3 1 0 0,2-6-39 0 0,0 0 0 0 0,0 0 0 0 0,1 0 0 0 0,0 1 0 0 0,1-1 1 0 0,0 1-1 0 0,0-1 0 0 0,1 1 0 0 0,0 0 0 0 0,0 1 0 0 0,10-11 0 0 0,4-3-26 0 0,1 1-1 0 0,35-28 1 0 0,-46 42 31 0 0,1 0-1 0 0,0 1 1 0 0,0 0 0 0 0,0 0 0 0 0,1 1 0 0 0,-1 0-1 0 0,1 1 1 0 0,0 0 0 0 0,19-2 0 0 0,-29 5 35 0 0,-1 0 0 0 0,1 0 0 0 0,0 0 0 0 0,0 0 1 0 0,0-1-1 0 0,0 1 0 0 0,0 0 0 0 0,0 1 1 0 0,0-1-1 0 0,0 0 0 0 0,0 0 1 0 0,0 0-1 0 0,0 1 0 0 0,0-1 0 0 0,0 0 1 0 0,2 1-1 0 0,2 2-12 0 0,-3-2 15 0 0,0 0 1 0 0,1 0-1 0 0,-1 0 1 0 0,0 0-1 0 0,0 1 0 0 0,0-1 1 0 0,1 1-1 0 0,-1 0 1 0 0,-1-1-1 0 0,1 1 1 0 0,0 0-1 0 0,0 0 1 0 0,-1 0-1 0 0,1 1 0 0 0,-1-1 1 0 0,0 0-1 0 0,0 0 1 0 0,0 1-1 0 0,0-1 1 0 0,0 1-1 0 0,1 3 1 0 0,-2-1 17 0 0,1 0 1 0 0,-1 1 0 0 0,0-1-1 0 0,-1 1 1 0 0,1-1 0 0 0,-3 11 0 0 0,2-11-4 0 0,-4 13-82 0 0,0 0 0 0 0,-2 0 0 0 0,0 0 0 0 0,-14 24 0 0 0,-8 19-5992 0 0,29-61 5830 0 0,0 1 1 0 0,0 0-1 0 0,0 0 1 0 0,0-1-1 0 0,0 1 1 0 0,0 0-1 0 0,0 0 1 0 0,0-1-1 0 0,0 1 1 0 0,1 0-1 0 0,-1-1 1 0 0,0 1-1 0 0,0 0 1 0 0,1-1-1 0 0,-1 1 1 0 0,0 0-1 0 0,2 0 1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4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264 163 1800 0 0,'7'-13'1768'0'0,"-1"0"-1"0"0,0 0 0 0 0,-1-1 1 0 0,-1 0-1 0 0,0 0 1 0 0,-1 0-1 0 0,2-22 0 0 0,-4 35-1734 0 0,-1 0-1 0 0,0 1 0 0 0,0-1 1 0 0,0 0-1 0 0,0 0 0 0 0,0 0 0 0 0,0 1 1 0 0,0-1-1 0 0,0 0 0 0 0,0 0 1 0 0,0 1-1 0 0,0-1 0 0 0,0 0 0 0 0,-1 0 1 0 0,1 1-1 0 0,0-1 0 0 0,-1 0 1 0 0,1 0-1 0 0,0 1 0 0 0,-1-1 0 0 0,1 0 1 0 0,-1 1-1 0 0,1-1 0 0 0,-1 1 1 0 0,1-1-1 0 0,-1 1 0 0 0,1-1 0 0 0,-1 1 1 0 0,0-1-1 0 0,1 1 0 0 0,-1-1 1 0 0,0 1-1 0 0,1 0 0 0 0,-1-1 0 0 0,0 1 1 0 0,0 0-1 0 0,0-1 0 0 0,-2 1-35 0 0,0 0 0 0 0,0 0 0 0 0,1 0 0 0 0,-1 1 0 0 0,0-1-1 0 0,0 1 1 0 0,-3 0 0 0 0,4 0 21 0 0,-10 2-19 0 0,0 1 0 0 0,1 1 0 0 0,-1 0 0 0 0,1 0 0 0 0,1 1 1 0 0,-20 14-1 0 0,2 3 30 0 0,-26 24 0 0 0,42-35-8 0 0,1 0 0 0 0,0 0 0 0 0,-15 24 0 0 0,23-32-11 0 0,1 0 0 0 0,-1 1 0 0 0,1 0-1 0 0,-1-1 1 0 0,1 1 0 0 0,1 0 0 0 0,-1 0-1 0 0,1 0 1 0 0,0 0 0 0 0,0 0 0 0 0,0 0 0 0 0,1 1-1 0 0,-1-1 1 0 0,1 0 0 0 0,2 9 0 0 0,-2-12-19 0 0,1 1 1 0 0,0-1-1 0 0,-1 1 1 0 0,1-1-1 0 0,1 0 1 0 0,-1 1 0 0 0,0-1-1 0 0,0 0 1 0 0,1 0-1 0 0,0 1 1 0 0,-1-1-1 0 0,1-1 1 0 0,0 1 0 0 0,0 0-1 0 0,0 0 1 0 0,0-1-1 0 0,0 1 1 0 0,0-1 0 0 0,0 1-1 0 0,1-1 1 0 0,-1 0-1 0 0,1 0 1 0 0,-1 0-1 0 0,1 0 1 0 0,-1-1 0 0 0,1 1-1 0 0,-1-1 1 0 0,1 1-1 0 0,4-1 1 0 0,0 0-58 0 0,0 0 0 0 0,-1-1 0 0 0,1 1 1 0 0,-1-2-1 0 0,1 1 0 0 0,-1-1 0 0 0,1 0 0 0 0,-1 0 0 0 0,0 0 1 0 0,0-1-1 0 0,6-4 0 0 0,10-7-81 0 0,-1-1-1 0 0,0-1 1 0 0,-1-2 0 0 0,18-19 0 0 0,64-82 4383 0 0,-100 119-4061 0 0,-4 4-69 0 0,-7 16-36 0 0,-13 25-60 0 0,20-41-4 0 0,-32 64 49 0 0,31-60-36 0 0,0-1 0 0 0,1 1 0 0 0,-1 0-1 0 0,1 1 1 0 0,1-1 0 0 0,-2 14 0 0 0,3-20-24 0 0,0-1 1 0 0,0 1-1 0 0,0-1 1 0 0,0 1-1 0 0,1-1 1 0 0,-1 1-1 0 0,0 0 1 0 0,1-1-1 0 0,-1 1 1 0 0,1-1-1 0 0,-1 0 1 0 0,1 1-1 0 0,0-1 1 0 0,0 1-1 0 0,-1-1 1 0 0,1 0-1 0 0,0 1 1 0 0,0-1-1 0 0,0 0 1 0 0,1 0-1 0 0,-1 0 1 0 0,0 0-1 0 0,0 0 1 0 0,0 0-1 0 0,1 0 1 0 0,-1 0-1 0 0,1-1 1 0 0,-1 1-1 0 0,0-1 1 0 0,1 1 0 0 0,2 0-1 0 0,0 0-138 0 0,1-1 0 0 0,-1 1 0 0 0,1-1 0 0 0,-1 0 0 0 0,0 0 0 0 0,1-1 0 0 0,-1 0 0 0 0,0 1 0 0 0,1-1 0 0 0,4-2 0 0 0,8-4-566 0 0,0-1 0 0 0,0 0-1 0 0,-1-2 1 0 0,0 0-1 0 0,0 0 1 0 0,-1-1 0 0 0,-1-1-1 0 0,0-1 1 0 0,18-20 0 0 0,5-11-2544 0 0,55-83 1 0 0,-61 78 508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4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182 502 3640 0 0,'80'-214'3205'0'0,"-69"173"-1086"0"0,-1 1 0 0 0,-1-1 0 0 0,3-62 0 0 0,-7 43 106 0 0,-5 57-1945 0 0,-1 4-267 0 0,-1-1-1 0 0,1 0 1 0 0,0 1-1 0 0,0-1 1 0 0,-1 1-1 0 0,1 0 1 0 0,0-1-1 0 0,0 1 1 0 0,0 0 0 0 0,0 0-1 0 0,0-1 1 0 0,0 1-1 0 0,0 0 1 0 0,0 0-1 0 0,0 0 1 0 0,0 0-1 0 0,0 1 1 0 0,0-1-1 0 0,0 2 1 0 0,-15 28 99 0 0,11-21-81 0 0,-58 130 569 0 0,6 2 0 0 0,-48 185 0 0 0,73-194-370 0 0,28-113-322 0 0,2-1-1 0 0,0 1 1 0 0,1-1-1 0 0,3 39 1 0 0,-1-53-140 0 0,0 1 0 0 0,0-1-1 0 0,0-1 1 0 0,0 1 0 0 0,1 0 0 0 0,0 0 0 0 0,0 0 0 0 0,0-1-1 0 0,1 1 1 0 0,-1-1 0 0 0,1 0 0 0 0,0 0 0 0 0,0 0 0 0 0,1 0 0 0 0,-1 0-1 0 0,9 6 1 0 0,-9-8-148 0 0,1 0-1 0 0,0 0 0 0 0,0 0 1 0 0,0 0-1 0 0,0-1 0 0 0,0 1 0 0 0,0-1 1 0 0,0 0-1 0 0,0-1 0 0 0,0 1 1 0 0,1-1-1 0 0,-1 0 0 0 0,0 0 1 0 0,1 0-1 0 0,-1 0 0 0 0,0-1 0 0 0,0 0 1 0 0,0 1-1 0 0,1-2 0 0 0,5-1 1 0 0,15-7-2091 0 0,2 0-501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5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1 355 3568 0 0,'24'-22'2277'0'0,"-1"0"-1"0"0,36-46 1 0 0,2-16 6804 0 0,-44 60-7010 0 0,-10 19-1317 0 0,-12 18-607 0 0,-16 33-122 0 0,-28 65-67 0 0,44-97-21 0 0,1 0 0 0 0,0 1 0 0 0,0-1 0 0 0,2 1-1 0 0,-2 28 1 0 0,4-42 3 0 0,0 0 0 0 0,0 1 0 0 0,0-1 0 0 0,0 0 0 0 0,0 0 0 0 0,1 1-1 0 0,-1-1 1 0 0,0 0 0 0 0,1 1 0 0 0,-1-1 0 0 0,1 0 0 0 0,-1 0 0 0 0,1 0-1 0 0,-1 0 1 0 0,1 0 0 0 0,0 1 0 0 0,0-1 0 0 0,0 0 0 0 0,-1-1 0 0 0,1 1-1 0 0,0 0 1 0 0,0 0 0 0 0,0 0 0 0 0,0 0 0 0 0,1-1 0 0 0,-1 1 0 0 0,0 0-1 0 0,0-1 1 0 0,0 1 0 0 0,0-1 0 0 0,1 0 0 0 0,-1 1 0 0 0,0-1 0 0 0,0 0-1 0 0,1 0 1 0 0,-1 0 0 0 0,0 1 0 0 0,1-1 0 0 0,-1-1 0 0 0,0 1 0 0 0,1 0-1 0 0,-1 0 1 0 0,2-1 0 0 0,4 0-200 0 0,-1-1-1 0 0,1 1 1 0 0,-1-1-1 0 0,0-1 1 0 0,0 1-1 0 0,0-1 1 0 0,8-5 0 0 0,14-11-274 0 0,-1-2-1 0 0,-1-1 1 0 0,39-41 0 0 0,54-86 6288 0 0,-111 141-5504 0 0,-7 13-74 0 0,-6 14-92 0 0,-3 2-39 0 0,2-10-46 0 0,2-1 0 0 0,0 1 0 0 0,0 0 0 0 0,1 0 0 0 0,0 0 1 0 0,1 0-1 0 0,0 1 0 0 0,0 17 0 0 0,2-26 10 0 0,0-1-1 0 0,0 1 1 0 0,0-1 0 0 0,1 1-1 0 0,0-1 1 0 0,-1 1 0 0 0,1-1 0 0 0,0 0-1 0 0,0 1 1 0 0,0-1 0 0 0,0 0-1 0 0,1 0 1 0 0,-1 1 0 0 0,0-1-1 0 0,1 0 1 0 0,0 0 0 0 0,-1-1-1 0 0,1 1 1 0 0,0 0 0 0 0,0-1 0 0 0,0 1-1 0 0,0-1 1 0 0,0 1 0 0 0,1-1-1 0 0,-1 0 1 0 0,0 0 0 0 0,1 0-1 0 0,-1 0 1 0 0,0 0 0 0 0,1-1 0 0 0,-1 1-1 0 0,1-1 1 0 0,-1 1 0 0 0,1-1-1 0 0,0 0 1 0 0,-1 0 0 0 0,1 0-1 0 0,4-1 1 0 0,4-1 28 0 0,0 0 0 0 0,-1 0 1 0 0,1-1-1 0 0,0 0 0 0 0,-1-1 0 0 0,0 0 1 0 0,12-8-1 0 0,-1 0 3 0 0,-2-2 1 0 0,1 0-1 0 0,-2-2 1 0 0,0 0 0 0 0,-1 0-1 0 0,-1-2 1 0 0,27-36-1 0 0,-39 48-14 0 0,0-1 0 0 0,-1 1-1 0 0,1-1 1 0 0,-2 0 0 0 0,1 0-1 0 0,-1 0 1 0 0,0-1 0 0 0,0 1-1 0 0,-1 0 1 0 0,0-1 0 0 0,0 1-1 0 0,-1-16 1 0 0,0 20-25 0 0,0 0 1 0 0,-1 0-1 0 0,1 0 1 0 0,-1 1-1 0 0,0-1 1 0 0,0 0-1 0 0,0 0 1 0 0,0 0-1 0 0,-1 0 1 0 0,1 1-1 0 0,-1-1 1 0 0,0 1-1 0 0,1-1 0 0 0,-1 1 1 0 0,-3-3-1 0 0,3 3-8 0 0,-1 0 0 0 0,0 1 0 0 0,0-1 0 0 0,0 0 0 0 0,0 1 0 0 0,0 0 0 0 0,0 0 0 0 0,-1-1 0 0 0,1 2 0 0 0,0-1 0 0 0,-1 0 0 0 0,1 1 0 0 0,0 0 0 0 0,-1-1 0 0 0,1 1 0 0 0,-5 1 0 0 0,-4 0-377 0 0,0 1-1 0 0,1 1 0 0 0,0 0 1 0 0,0 0-1 0 0,0 1 0 0 0,0 0 0 0 0,0 1 1 0 0,1 0-1 0 0,0 1 0 0 0,-19 14 1 0 0,19-13-1197 0 0,0 1 0 0 0,1 1 0 0 0,1 0 0 0 0,-1 0 1 0 0,1 0-1 0 0,-10 16 0 0 0,12-13-3407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5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82 408 0 0,'4'-3'1241'0'0,"-1"-1"1"0"0,1 1-1 0 0,0 0 0 0 0,0 0 1 0 0,0 0-1 0 0,1 1 0 0 0,-1 0 0 0 0,8-3 1 0 0,-10 4-930 0 0,0 3-37 0 0,0 0-179 0 0,0 0-1 0 0,0 1 1 0 0,0-1 0 0 0,0 1-1 0 0,0 0 1 0 0,0 0 0 0 0,-1 0 0 0 0,1 0-1 0 0,-1 0 1 0 0,0 0 0 0 0,0 0-1 0 0,0 0 1 0 0,0 0 0 0 0,-1 1-1 0 0,1-1 1 0 0,-1 0 0 0 0,0 0-1 0 0,0 1 1 0 0,0 5 0 0 0,-2 10 262 0 0,0 0 0 0 0,-6 22 0 0 0,7-34-270 0 0,-5 13 179 0 0,-1 0 1 0 0,0 0 0 0 0,-2 0-1 0 0,-17 30 1 0 0,25-49-249 0 0,1-1 0 0 0,-1 1 0 0 0,1 0 0 0 0,-1-1 0 0 0,1 1 0 0 0,-1-1 0 0 0,0 1 0 0 0,1-1 0 0 0,-1 1 0 0 0,0-1 0 0 0,1 0 0 0 0,-1 1 0 0 0,0-1 0 0 0,0 0 0 0 0,0 1 0 0 0,0-1 0 0 0,0 0-16 0 0,1 0-1 0 0,0 0 1 0 0,0 0-1 0 0,-1 0 0 0 0,1 1 1 0 0,0-1-1 0 0,-1 0 1 0 0,1 0-1 0 0,0 0 0 0 0,-1 0 1 0 0,1 0-1 0 0,0 0 1 0 0,0-1-1 0 0,-1 1 1 0 0,1 0-1 0 0,0 0 0 0 0,-1 0 1 0 0,1 0-1 0 0,0 0 1 0 0,0 0-1 0 0,-1 0 1 0 0,1-1-1 0 0,0 1 0 0 0,0 0 1 0 0,-1 0-1 0 0,1 0 1 0 0,0-1-1 0 0,0 1 0 0 0,-1 0 1 0 0,1 0-1 0 0,0 0 1 0 0,0-1-1 0 0,0 1 1 0 0,0 0-1 0 0,-1-1 0 0 0,1 1 1 0 0,0-1-1 0 0,0-2-2 0 0,-1-1-1 0 0,1 1 0 0 0,0-1 1 0 0,0 1-1 0 0,1-1 0 0 0,-1 1 1 0 0,1-1-1 0 0,0 1 0 0 0,-1-1 1 0 0,2 1-1 0 0,-1 0 0 0 0,0 0 1 0 0,1-1-1 0 0,-1 1 0 0 0,3-3 1 0 0,2-6-14 0 0,3-5 10 0 0,1 0 1 0 0,0 0 0 0 0,2 1-1 0 0,0 0 1 0 0,0 1 0 0 0,1 1 0 0 0,22-19-1 0 0,-11 13 8 0 0,0 1 0 0 0,2 1 0 0 0,53-28-1 0 0,-72 42-13 0 0,0 1-1 0 0,1 0 1 0 0,-1 0-1 0 0,1 1 1 0 0,0 0-1 0 0,0 0 0 0 0,0 1 1 0 0,0 0-1 0 0,13 0 1 0 0,-17 1 2 0 0,-1 1 0 0 0,0-1 0 0 0,0 0 0 0 0,0 1 0 0 0,0 0-1 0 0,0 0 1 0 0,0 0 0 0 0,0 0 0 0 0,0 0 0 0 0,0 1 0 0 0,0-1 0 0 0,0 1 0 0 0,-1 0 0 0 0,1 0 0 0 0,-1 0 0 0 0,1 0 0 0 0,-1 0 0 0 0,0 1-1 0 0,0-1 1 0 0,0 1 0 0 0,0-1 0 0 0,0 1 0 0 0,-1 0 0 0 0,1-1 0 0 0,-1 1 0 0 0,2 5 0 0 0,-1-3 13 0 0,-1 1-1 0 0,0-1 1 0 0,0 1 0 0 0,0 0 0 0 0,-1-1-1 0 0,1 1 1 0 0,-2 0 0 0 0,1-1 0 0 0,0 1-1 0 0,-1-1 1 0 0,-3 10 0 0 0,-2 4 12 0 0,-16 37 0 0 0,7-21-469 0 0,8-21-423 0 0,-1 8-1597 0 0,8-8-3318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6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172 124 1212 0 0,'11'-11'2650'0'0,"0"-1"0"0"0,-1 0 0 0 0,11-18 0 0 0,9-10 2642 0 0,-30 40-5254 0 0,1 0-1 0 0,-1-1 1 0 0,0 1-1 0 0,1 0 1 0 0,-1-1-1 0 0,1 1 1 0 0,-1 0 0 0 0,0-1-1 0 0,0 1 1 0 0,1-1-1 0 0,-1 1 1 0 0,0 0-1 0 0,0-1 1 0 0,1 1-1 0 0,-1-1 1 0 0,0 1-1 0 0,0-1 1 0 0,0 1-1 0 0,0-1 1 0 0,0 1 0 0 0,0-1-1 0 0,0 1 1 0 0,0-1-1 0 0,0 1 1 0 0,0-1-1 0 0,0 1 1 0 0,0-1-1 0 0,0 1 1 0 0,0 0-1 0 0,0-1 1 0 0,0 1-1 0 0,-1-2 1 0 0,0 2-9 0 0,1-1-1 0 0,-1 1 1 0 0,0 0-1 0 0,0-1 1 0 0,0 1-1 0 0,0 0 1 0 0,0-1-1 0 0,0 1 1 0 0,0 0-1 0 0,0 0 1 0 0,0 0-1 0 0,0 0 1 0 0,0 0 0 0 0,-1 0-1 0 0,-28 4 13 0 0,26-2-43 0 0,0-1 1 0 0,0 1 0 0 0,1-1 0 0 0,-1 1-1 0 0,1 1 1 0 0,-1-1 0 0 0,1 0 0 0 0,0 1-1 0 0,0-1 1 0 0,0 1 0 0 0,0 0 0 0 0,1 0-1 0 0,-1 0 1 0 0,1 0 0 0 0,0 1 0 0 0,0-1-1 0 0,0 1 1 0 0,0-1 0 0 0,0 1 0 0 0,1 0-1 0 0,0 0 1 0 0,-1-1 0 0 0,1 1 0 0 0,1 0-1 0 0,-1 0 1 0 0,1 0 0 0 0,-1 0 0 0 0,1 0-1 0 0,0 0 1 0 0,1 0 0 0 0,-1 0 0 0 0,1 0-1 0 0,-1 0 1 0 0,1 0 0 0 0,1 0 0 0 0,-1 0-1 0 0,0 0 1 0 0,1-1 0 0 0,0 1-1 0 0,0-1 1 0 0,0 1 0 0 0,2 2 0 0 0,16 21-3 0 0,40 41 0 0 0,-14-17 105 0 0,-45-50-70 0 0,0 0-1 0 0,-1-1 1 0 0,1 1-1 0 0,0 0 1 0 0,-1 0 0 0 0,1-1-1 0 0,-1 1 1 0 0,1 0-1 0 0,-1 0 1 0 0,1 0-1 0 0,-1 0 1 0 0,0 0 0 0 0,1 0-1 0 0,-1 0 1 0 0,0 0-1 0 0,0 0 1 0 0,0 0 0 0 0,0 0-1 0 0,1 0 1 0 0,-2 0-1 0 0,1 0 1 0 0,0 0-1 0 0,0 0 1 0 0,0 0 0 0 0,0 0-1 0 0,-1 0 1 0 0,1 0-1 0 0,-1 1 1 0 0,0-1 16 0 0,0 1 1 0 0,0-1-1 0 0,-1 0 0 0 0,1 1 1 0 0,-1-1-1 0 0,1 0 0 0 0,-1 0 1 0 0,0 0-1 0 0,1 0 0 0 0,-1 0 1 0 0,0 0-1 0 0,0-1 0 0 0,-2 2 0 0 0,-8 1 85 0 0,1-1-1 0 0,0 0 0 0 0,-20 1 0 0 0,12-2-807 0 0,0-2 0 0 0,0 0 0 0 0,1-1 0 0 0,-23-5 0 0 0,25 3-2321 0 0,0-1-1 0 0,-26-11 1 0 0,22 6-3152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6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8 712 0 0,'11'-8'18407'0'0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7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0 1536 0 0,'-195'5'16013'0'0,"239"4"-15364"0"0,172 9-980 0 0,3-2-3818 0 0,-130-9 160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8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250 749 744 0 0,'6'-3'744'0'0,"0"0"-1"0"0,0 0 1 0 0,0-1 0 0 0,-1 0-1 0 0,1 0 1 0 0,-1 0 0 0 0,0 0-1 0 0,0-1 1 0 0,5-6 0 0 0,1-4 885 0 0,-1-1 1 0 0,9-16 0 0 0,-12 21-622 0 0,-5 7-722 0 0,-1 0 0 0 0,1 0-1 0 0,0-1 1 0 0,-1 1 0 0 0,0 0 0 0 0,0-1-1 0 0,1-6 1 0 0,-2 10-233 0 0,-39 23 291 0 0,-7 20-354 0 0,1 1 0 0 0,3 3 0 0 0,2 1 0 0 0,-39 59 1 0 0,75-101 12 0 0,-43 70 14 0 0,43-67-15 0 0,0 1 0 0 0,0-1 0 0 0,1 0 0 0 0,0 1 0 0 0,1 0 0 0 0,0 0 0 0 0,-2 14 0 0 0,4-21 0 0 0,0 0 1 0 0,0 0 0 0 0,0-1 0 0 0,0 1 0 0 0,0 0 0 0 0,1 0 0 0 0,-1 0-1 0 0,0 0 1 0 0,1-1 0 0 0,0 1 0 0 0,-1 0 0 0 0,1 0 0 0 0,0-1 0 0 0,0 1-1 0 0,0-1 1 0 0,0 1 0 0 0,0 0 0 0 0,0-1 0 0 0,0 0 0 0 0,3 3 0 0 0,-2-3-5 0 0,1 1 0 0 0,-1 0 1 0 0,1-1-1 0 0,0 0 1 0 0,0 1-1 0 0,0-1 0 0 0,0 0 1 0 0,0-1-1 0 0,0 1 1 0 0,0 0-1 0 0,4-1 0 0 0,4 1-43 0 0,1-1-1 0 0,-1-1 1 0 0,1 0-1 0 0,-1 0 0 0 0,19-6 1 0 0,-16 3-49 0 0,1-1 0 0 0,-1-1 0 0 0,0 0 1 0 0,0-1-1 0 0,0-1 0 0 0,-1 0 0 0 0,15-12 0 0 0,-10 5-47 0 0,0-1 1 0 0,-1-1-1 0 0,-1-1 0 0 0,15-21 1 0 0,-2-3-56 0 0,-2-1 1 0 0,-2-2-1 0 0,33-80 1 0 0,-7-9 521 0 0,66-279 0 0 0,-93 295 1079 0 0,-24 117-1407 0 0,0 1-1 0 0,0 0 1 0 0,0 0-1 0 0,0-1 1 0 0,0 1 0 0 0,0 0-1 0 0,0-1 1 0 0,0 1-1 0 0,0 0 1 0 0,0 0 0 0 0,0-1-1 0 0,0 1 1 0 0,0 0-1 0 0,0-1 1 0 0,0 1-1 0 0,0 0 1 0 0,0 0 0 0 0,0-1-1 0 0,0 1 1 0 0,0 0-1 0 0,0 0 1 0 0,0-1-1 0 0,0 1 1 0 0,-1 0 0 0 0,1 0-1 0 0,0-1 1 0 0,0 1-1 0 0,0 0 1 0 0,0 0-1 0 0,-1-1 1 0 0,1 1 0 0 0,0 0-1 0 0,-9 4-34 0 0,-8 15 4 0 0,-1 10 37 0 0,1 2 0 0 0,-20 48-1 0 0,-17 70 67 0 0,32-85 54 0 0,-46 152-123 0 0,57-172 64 0 0,3 0 0 0 0,-7 90 0 0 0,15-121-188 0 0,1-1-1 0 0,0 0 1 0 0,0 0 0 0 0,1 1-1 0 0,1-1 1 0 0,0 0 0 0 0,1-1-1 0 0,0 1 1 0 0,1-1 0 0 0,0 1-1 0 0,0-1 1 0 0,9 11 0 0 0,-11-17-97 0 0,1 0 0 0 0,-1-1 0 0 0,1 0 0 0 0,0 0 0 0 0,0 0 0 0 0,0 0 0 0 0,0 0 0 0 0,1-1 0 0 0,-1 0 0 0 0,1 0 0 0 0,0 0 0 0 0,0-1 0 0 0,0 1 1 0 0,0-1-1 0 0,0 0 0 0 0,1-1 0 0 0,-1 1 0 0 0,1-1 0 0 0,-1 0 0 0 0,1-1 0 0 0,-1 1 0 0 0,1-1 0 0 0,0 0 0 0 0,-1-1 0 0 0,1 1 0 0 0,-1-1 0 0 0,1 0 0 0 0,8-3 0 0 0,-3 0 159 0 0,0-1-1 0 0,0 0 0 0 0,0-1 0 0 0,-1 0 0 0 0,0 0 0 0 0,0-2 1 0 0,-1 1-1 0 0,0-1 0 0 0,0 0 0 0 0,-1-1 0 0 0,15-18 1 0 0,-2-3 1762 0 0,-1-1 0 0 0,26-53 0 0 0,-11-1 3579 0 0,-35 84-5063 0 0,-2 3-212 0 0,-5 5-7 0 0,0 1-1 0 0,0 0 1 0 0,1 0-1 0 0,0 0 1 0 0,0 1-1 0 0,-6 13 1 0 0,2-1 1 0 0,-14 42 0 0 0,22-58 12 0 0,1 1 0 0 0,-1-1 0 0 0,2 0 1 0 0,-1 1-1 0 0,0-1 0 0 0,1 1 0 0 0,0-1 1 0 0,0 1-1 0 0,1-1 0 0 0,-1 1 0 0 0,1-1 0 0 0,0 1 1 0 0,1-1-1 0 0,-1 0 0 0 0,1 0 0 0 0,0 0 1 0 0,4 6-1 0 0,-4-7 3 0 0,1 0 1 0 0,0 0-1 0 0,-1-1 1 0 0,2 0-1 0 0,-1 1 1 0 0,0-1-1 0 0,0-1 1 0 0,1 1-1 0 0,0 0 1 0 0,0-1-1 0 0,-1 0 1 0 0,1 1-1 0 0,1-2 1 0 0,-1 1-1 0 0,0 0 1 0 0,0-1-1 0 0,1 0 0 0 0,-1 0 1 0 0,1 0-1 0 0,-1 0 1 0 0,6-1-1 0 0,1 0 30 0 0,0 0 0 0 0,0-1 0 0 0,0-1 0 0 0,-1 0-1 0 0,1 0 1 0 0,-1-1 0 0 0,1-1 0 0 0,-1 0 0 0 0,0 0-1 0 0,0 0 1 0 0,0-2 0 0 0,-1 1 0 0 0,0-1 0 0 0,0 0-1 0 0,0-1 1 0 0,-1 0 0 0 0,0-1 0 0 0,13-16 0 0 0,-13 16 49 0 0,-1-2 0 0 0,0 1 0 0 0,-1-1 1 0 0,0 0-1 0 0,-1 0 0 0 0,0-1 0 0 0,0 0 0 0 0,-1 0 1 0 0,-1 0-1 0 0,0 0 0 0 0,0 0 0 0 0,-1-1 1 0 0,0 1-1 0 0,-1-1 0 0 0,-1 0 0 0 0,0 1 0 0 0,-2-19 1 0 0,1 26-99 0 0,0-1 1 0 0,0 1-1 0 0,0-1 1 0 0,-1 1-1 0 0,0 0 1 0 0,0 0-1 0 0,0 0 1 0 0,0 0-1 0 0,-1 0 1 0 0,1 0-1 0 0,-1 1 1 0 0,0-1-1 0 0,0 1 1 0 0,-1-1-1 0 0,1 1 1 0 0,-1 0-1 0 0,1 1 1 0 0,-1-1-1 0 0,0 1 1 0 0,0-1-1 0 0,0 1 1 0 0,0 0-1 0 0,0 1 1 0 0,-1-1-1 0 0,1 1 1 0 0,-8-2-1 0 0,6 2-180 0 0,1 0 0 0 0,-1 1 0 0 0,0-1 0 0 0,0 1 0 0 0,1 1 0 0 0,-1-1 0 0 0,0 1 0 0 0,1 0 0 0 0,-1 0 0 0 0,0 0 0 0 0,1 1 0 0 0,-1 0 0 0 0,1 0 0 0 0,0 0 0 0 0,0 1 0 0 0,0 0 0 0 0,0 0 0 0 0,0 0 0 0 0,0 0 0 0 0,-7 8 0 0 0,9-7-150 0 0,0 0 0 0 0,-1 0 0 0 0,1 0 0 0 0,1 0-1 0 0,-1 1 1 0 0,0-1 0 0 0,1 1 0 0 0,0 0 0 0 0,0 0 0 0 0,1 0 0 0 0,-2 6-1 0 0,2-7-345 0 0,1 0-1 0 0,0 1 0 0 0,-1-1 0 0 0,1 0 1 0 0,1 1-1 0 0,-1-1 0 0 0,1 0 0 0 0,1 6 1 0 0,3 8-4232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9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19 113 924 0 0,'-3'-4'1003'0'0,"1"0"1"0"0,0-1-1 0 0,0 1 0 0 0,0-1 0 0 0,0 1 0 0 0,1-1 1 0 0,0 0-1 0 0,0 1 0 0 0,0-1 0 0 0,0-7 1 0 0,1 10-904 0 0,0 0 1 0 0,1 0-1 0 0,-1 0 1 0 0,1 0-1 0 0,-1 1 1 0 0,1-1-1 0 0,0 0 1 0 0,-1 0-1 0 0,1 1 1 0 0,0-1-1 0 0,0 0 1 0 0,0 1-1 0 0,1-1 1 0 0,-1 1-1 0 0,0-1 1 0 0,1 1-1 0 0,-1-1 1 0 0,0 1-1 0 0,1 0 1 0 0,0 0 0 0 0,-1 0-1 0 0,1 0 1 0 0,0 0-1 0 0,-1 0 1 0 0,1 0-1 0 0,0 1 1 0 0,0-1-1 0 0,3 0 1 0 0,-1 0-57 0 0,1-1 0 0 0,0 2 1 0 0,-1-1-1 0 0,1 0 0 0 0,0 1 1 0 0,-1 0-1 0 0,1 0 0 0 0,0 0 1 0 0,0 1-1 0 0,-1-1 1 0 0,1 1-1 0 0,0 0 0 0 0,-1 1 1 0 0,1-1-1 0 0,5 4 0 0 0,-3-2-35 0 0,-1 1 0 0 0,1 0 0 0 0,-1 1 0 0 0,0-1-1 0 0,0 1 1 0 0,-1 1 0 0 0,0-1 0 0 0,1 1 0 0 0,3 6 0 0 0,-2-2 33 0 0,-1-1 1 0 0,0 1-1 0 0,0 0 1 0 0,-1 1 0 0 0,-1-1-1 0 0,0 1 1 0 0,0 0 0 0 0,-1 0-1 0 0,-1 0 1 0 0,0 0 0 0 0,0 1-1 0 0,0 19 1 0 0,-3-23 138 0 0,1 0 0 0 0,-2-1 1 0 0,1 1-1 0 0,-1-1 0 0 0,0 0 1 0 0,-3 8-1 0 0,3-12-62 0 0,1 0-1 0 0,-1 0 1 0 0,1 0-1 0 0,-1 0 1 0 0,0-1-1 0 0,0 1 1 0 0,0 0 0 0 0,0-1-1 0 0,-1 0 1 0 0,1 1-1 0 0,-1-1 1 0 0,1 0-1 0 0,-1 0 1 0 0,0 0 0 0 0,-4 1-1 0 0,5-2 70 0 0,2-1-180 0 0,0 0-1 0 0,-1 0 1 0 0,1 0-1 0 0,0-1 1 0 0,0 1 0 0 0,0 0-1 0 0,-1 0 1 0 0,1 0-1 0 0,0 0 1 0 0,0 0-1 0 0,-1 0 1 0 0,1-1 0 0 0,0 1-1 0 0,0 0 1 0 0,0 0-1 0 0,-1 0 1 0 0,1 0 0 0 0,0 0-1 0 0,0 0 1 0 0,-1 0-1 0 0,1 0 1 0 0,0 0-1 0 0,0 0 1 0 0,-1 0 0 0 0,1 0-1 0 0,0 0 1 0 0,0 1-1 0 0,-1-1 1 0 0,1 0-1 0 0,0 0 1 0 0,-1 0 1 0 0,0 0 1 0 0,1 0-1 0 0,-1 1 0 0 0,1-1 0 0 0,-1 0 0 0 0,0 0 1 0 0,1 0-1 0 0,-1 0 0 0 0,1 0 0 0 0,-1 0 1 0 0,0 0-1 0 0,1-1 0 0 0,-1 1 0 0 0,1 0 0 0 0,-1 0 1 0 0,0 0-1 0 0,1-1 0 0 0,-1 1 0 0 0,1 0 1 0 0,-2-1-1 0 0,0-1 5 0 0,1 1 0 0 0,-1-1 1 0 0,0 0-1 0 0,1 0 0 0 0,-1 0 1 0 0,1 0-1 0 0,-1 0 0 0 0,1-1 1 0 0,0 1-1 0 0,0 0 0 0 0,0 0 1 0 0,0-1-1 0 0,1 1 0 0 0,-1-1 0 0 0,1 1 1 0 0,-1-1-1 0 0,1-3 0 0 0,0 1 2 0 0,0-1-1 0 0,1 1 0 0 0,0 0 0 0 0,0 0 0 0 0,0 0 0 0 0,0 0 0 0 0,1 0 0 0 0,2-6 0 0 0,3-2 21 0 0,1 0 0 0 0,0 0 0 0 0,0 0 0 0 0,1 1 0 0 0,11-12 0 0 0,-4 8-35 0 0,0 1 1 0 0,1 0-1 0 0,0 1 0 0 0,1 1 0 0 0,34-18 0 0 0,-38 24-15 0 0,0 0-1 0 0,0 1 1 0 0,1 1 0 0 0,0 0-1 0 0,0 1 1 0 0,0 0-1 0 0,0 2 1 0 0,31-3 0 0 0,-42 5 3 0 0,-1 0 0 0 0,1 1 0 0 0,-1-1 0 0 0,1 0 0 0 0,0 1 0 0 0,-1 0 0 0 0,1 0 0 0 0,-1 0 0 0 0,0 1 0 0 0,1-1 0 0 0,-1 1 0 0 0,0-1 0 0 0,0 1 0 0 0,0 0 0 0 0,0 0 0 0 0,0 1 0 0 0,0-1 0 0 0,-1 1 0 0 0,1-1 0 0 0,-1 1 0 0 0,0 0 0 0 0,0 0 1 0 0,0 0-1 0 0,0 0 0 0 0,0 0 0 0 0,0 0 0 0 0,-1 1 0 0 0,0-1 0 0 0,0 0 0 0 0,0 1 0 0 0,0-1 0 0 0,0 1 0 0 0,0 0 0 0 0,-1-1 0 0 0,0 1 0 0 0,0 5 0 0 0,-3 11 19 0 0,0-1 0 0 0,-2 0-1 0 0,0 0 1 0 0,-1-1 0 0 0,-1 1-1 0 0,-12 22 1 0 0,-16 49-4386 0 0,35-89 4206 0 0,-1-1 0 0 0,1 1-1 0 0,0 0 1 0 0,-1 0 0 0 0,1 0 0 0 0,0 0 0 0 0,0 0 0 0 0,0 0 0 0 0,0 0 0 0 0,0 0 0 0 0,0 0 0 0 0,0 0 0 0 0,0 0-1 0 0,0-1 1 0 0,1 1 0 0 0,-1 0 0 0 0,0 0 0 0 0,1 0 0 0 0,-1 0 0 0 0,0 0 0 0 0,1 0 0 0 0,-1-1 0 0 0,1 1 0 0 0,0 0-1 0 0,-1 0 1 0 0,1-1 0 0 0,-1 1 0 0 0,1 0 0 0 0,1 0 0 0 0,0 0-274 0 0,0 0 0 0 0,0 0 0 0 0,0 0 1 0 0,0 0-1 0 0,0-1 0 0 0,0 1 0 0 0,0-1 0 0 0,1 1 1 0 0,-1-1-1 0 0,4 0 0 0 0,8-1-2850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9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130 173 2320 0 0,'20'-21'4334'0'0,"-1"0"-1"0"0,-1-2 1 0 0,21-34-1 0 0,-38 55-3838 0 0,-5 4-468 0 0,1-1 0 0 0,-1 0 0 0 0,1 1 0 0 0,-1 0 0 0 0,1 0 0 0 0,-1 0 1 0 0,1 0-1 0 0,0 0 0 0 0,0 1 0 0 0,-5 5 0 0 0,4-4-3 0 0,-29 25 10 0 0,-37 42 1 0 0,60-59-28 0 0,0 0 0 0 0,1 1 0 0 0,0-1-1 0 0,2 2 1 0 0,-1-1 0 0 0,1 1 0 0 0,-6 20 0 0 0,12-31 3 0 0,0-1-1 0 0,0 1 0 0 0,1 0 0 0 0,-1 0 1 0 0,1 0-1 0 0,-1 0 0 0 0,1 0 1 0 0,0 0-1 0 0,0 0 0 0 0,0 0 0 0 0,1 0 1 0 0,-1 0-1 0 0,1 0 0 0 0,0 0 1 0 0,0 0-1 0 0,0 0 0 0 0,0 0 1 0 0,0-1-1 0 0,0 1 0 0 0,1 0 0 0 0,-1-1 1 0 0,1 1-1 0 0,0-1 0 0 0,3 4 1 0 0,-1-3 4 0 0,-1 0 1 0 0,0-1-1 0 0,1 0 1 0 0,0 0 0 0 0,-1 0-1 0 0,1 0 1 0 0,0-1-1 0 0,0 1 1 0 0,0-1 0 0 0,0 0-1 0 0,0 0 1 0 0,1-1 0 0 0,-1 1-1 0 0,0-1 1 0 0,0 0-1 0 0,0 0 1 0 0,7-1 0 0 0,2-1 9 0 0,1-1 1 0 0,-1 0-1 0 0,0-1 1 0 0,0-1-1 0 0,-1 0 1 0 0,1 0-1 0 0,-1-2 1 0 0,0 1 0 0 0,-1-1-1 0 0,0-1 1 0 0,15-12-1 0 0,-12 7 50 0 0,0 0-1 0 0,-1-1 0 0 0,0 0 1 0 0,-1-1-1 0 0,-1 0 1 0 0,0-1-1 0 0,13-28 1 0 0,-21 38-44 0 0,0-1 0 0 0,0 0 0 0 0,-1 0 0 0 0,0 0 0 0 0,0 0 0 0 0,-1 0 0 0 0,0 0 0 0 0,0-1 0 0 0,-1 1 0 0 0,0 0 0 0 0,0 0 0 0 0,-2-12 0 0 0,1 15-61 0 0,0 0 0 0 0,0 0 0 0 0,-1 0 1 0 0,1 0-1 0 0,-1 0 0 0 0,0 1 0 0 0,0-1 1 0 0,0 1-1 0 0,-1-1 0 0 0,1 1 0 0 0,-1 0 0 0 0,0 0 1 0 0,0 0-1 0 0,0 0 0 0 0,0 1 0 0 0,0-1 1 0 0,0 1-1 0 0,-1 0 0 0 0,1 0 0 0 0,-1 0 0 0 0,0 0 1 0 0,0 1-1 0 0,1-1 0 0 0,-8 0 0 0 0,9 1-148 0 0,0 0-1 0 0,0 0 1 0 0,0 1-1 0 0,0-1 0 0 0,0 1 1 0 0,0 0-1 0 0,0-1 1 0 0,-1 1-1 0 0,1 0 1 0 0,0 0-1 0 0,0 0 0 0 0,0 1 1 0 0,0-1-1 0 0,0 1 1 0 0,-1-1-1 0 0,1 1 0 0 0,0-1 1 0 0,0 1-1 0 0,0 0 1 0 0,0 0-1 0 0,0 0 1 0 0,1 0-1 0 0,-1 1 0 0 0,0-1 1 0 0,0 0-1 0 0,1 1 1 0 0,-1-1-1 0 0,1 1 1 0 0,-1 0-1 0 0,1-1 0 0 0,-2 4 1 0 0,2-4 47 0 0,1 0 0 0 0,0 0 0 0 0,0 0 1 0 0,0 0-1 0 0,0 0 0 0 0,0 0 0 0 0,0 0 0 0 0,0 0 1 0 0,0 0-1 0 0,0 0 0 0 0,1 0 0 0 0,-1-1 0 0 0,0 1 1 0 0,1 0-1 0 0,-1 0 0 0 0,0 0 0 0 0,1 0 0 0 0,-1 0 1 0 0,1-1-1 0 0,-1 1 0 0 0,1 0 0 0 0,0 0 0 0 0,-1-1 1 0 0,2 2-1 0 0,0 0-196 0 0,-1-1 1 0 0,1 0 0 0 0,0 1-1 0 0,-1-1 1 0 0,1 0-1 0 0,0 0 1 0 0,0 0-1 0 0,0 0 1 0 0,3 1 0 0 0,7 0-2614 0 0,3 0-992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19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140 238 1080 0 0,'17'-49'7769'0'0,"16"-77"0"0"0,-19 65-3105 0 0,-13 59-4069 0 0,-11 27-309 0 0,-146 511 1319 0 0,148-506-1614 0 0,-17 79 85 0 0,23-96-57 0 0,0 0-1 0 0,1 0 1 0 0,0 0-1 0 0,1 0 1 0 0,1 1-1 0 0,3 16 1 0 0,-3-27-91 0 0,-1 0 1 0 0,1-1-1 0 0,0 1 1 0 0,0 0-1 0 0,0 0 0 0 0,1-1 1 0 0,-1 1-1 0 0,1 0 1 0 0,-1-1-1 0 0,1 0 1 0 0,0 1-1 0 0,0-1 0 0 0,0 0 1 0 0,0 0-1 0 0,1 0 1 0 0,-1 0-1 0 0,0 0 1 0 0,1-1-1 0 0,-1 1 0 0 0,1-1 1 0 0,0 1-1 0 0,-1-1 1 0 0,1 0-1 0 0,0 0 0 0 0,0 0 1 0 0,0-1-1 0 0,0 1 1 0 0,0-1-1 0 0,0 1 1 0 0,0-1-1 0 0,4 0 0 0 0,1-1-939 0 0,0 1 0 0 0,0-1 0 0 0,-1 0 0 0 0,1-1 0 0 0,0 0-1 0 0,-1 0 1 0 0,1-1 0 0 0,-1 0 0 0 0,0 0 0 0 0,0 0-1 0 0,7-6 1 0 0,8-7-6125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20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177 130 744 0 0,'-1'-1'572'0'0,"-163"-95"16114"0"0,153 86-15803 0 0,11 10-868 0 0,0-1-1 0 0,0 1 0 0 0,0 0 1 0 0,0 0-1 0 0,0 0 0 0 0,0 0 0 0 0,0-1 1 0 0,0 1-1 0 0,-1 0 0 0 0,1 0 1 0 0,0 0-1 0 0,0-1 0 0 0,0 1 1 0 0,0 0-1 0 0,0 0 0 0 0,0 0 1 0 0,0 0-1 0 0,1-1 0 0 0,-1 1 0 0 0,0 0 1 0 0,0 0-1 0 0,0 0 0 0 0,0-1 1 0 0,0 1-1 0 0,0 0 0 0 0,0 0 1 0 0,0 0-1 0 0,0 0 0 0 0,0 0 1 0 0,1-1-1 0 0,-1 1 0 0 0,0 0 1 0 0,0 0-1 0 0,0 0 0 0 0,0 0 1 0 0,23-5 311 0 0,-19 4-320 0 0,36-1-626 0 0,68 4 0 0 0,-11 0-2184 0 0,-77-2 1970 0 0,111-7-6868 0 0,-94 2 2953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2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369 714 2084 0 0,'0'-19'3158'0'0,"0"-31"2274"0"0,-1 46-5212 0 0,1 0 0 0 0,-1 1 0 0 0,0-1 0 0 0,0 1 0 0 0,0-1 1 0 0,0 1-1 0 0,-1 0 0 0 0,1-1 0 0 0,-1 1 0 0 0,0 0 0 0 0,-2-3 0 0 0,3 5-203 0 0,0 0-1 0 0,0 1 1 0 0,0-1-1 0 0,0 0 1 0 0,0 1-1 0 0,0-1 1 0 0,0 1-1 0 0,0-1 1 0 0,0 1-1 0 0,0 0 1 0 0,0-1-1 0 0,0 1 0 0 0,0 0 1 0 0,0 0-1 0 0,0 0 1 0 0,0-1-1 0 0,0 1 1 0 0,-1 0-1 0 0,1 1 1 0 0,-2-1-1 0 0,-21 7 91 0 0,-4 7-104 0 0,0 2 0 0 0,1 1 0 0 0,0 1 0 0 0,2 1 0 0 0,0 1 0 0 0,1 2 0 0 0,1 0 0 0 0,-20 26 0 0 0,43-47-3 0 0,-11 11-12 0 0,1 1-1 0 0,-8 14 1 0 0,16-24 17 0 0,0 0 1 0 0,0 0-1 0 0,1 0 0 0 0,0 0 1 0 0,-1 1-1 0 0,1-1 0 0 0,0 0 0 0 0,0 1 1 0 0,1-1-1 0 0,-1 0 0 0 0,1 1 1 0 0,0-1-1 0 0,0 1 0 0 0,0-1 0 0 0,0 1 1 0 0,1 3-1 0 0,0-5 1 0 0,0 0 0 0 0,0 0 0 0 0,0 0 0 0 0,1 0 1 0 0,-1-1-1 0 0,0 1 0 0 0,1-1 0 0 0,-1 1 0 0 0,1-1 0 0 0,0 1 0 0 0,-1-1 1 0 0,1 0-1 0 0,0 0 0 0 0,0 0 0 0 0,0 0 0 0 0,0 0 0 0 0,0 0 0 0 0,0-1 0 0 0,0 1 1 0 0,0 0-1 0 0,3-1 0 0 0,45 7 50 0 0,-35-7-47 0 0,-1-1-1 0 0,0 0 1 0 0,1-1-1 0 0,-1-1 1 0 0,0 0-1 0 0,0-1 1 0 0,-1 0-1 0 0,1-1 0 0 0,-1-1 1 0 0,0 0-1 0 0,0 0 1 0 0,-1-1-1 0 0,0-1 1 0 0,17-14-1 0 0,-2-1 186 0 0,-2-1-1 0 0,-1-1 1 0 0,-1-1-1 0 0,37-54 1 0 0,-14 16 1182 0 0,-44 62-1367 0 0,-2 24-6 0 0,-9 9-13 0 0,-16 71-81 0 0,23-91 85 0 0,1-1 0 0 0,1 0 0 0 0,-1 1-1 0 0,1-1 1 0 0,1 1 0 0 0,0-1 0 0 0,5 19-1 0 0,-5-25 18 0 0,0 0 0 0 0,0-1 0 0 0,0 0 0 0 0,1 1-1 0 0,0-1 1 0 0,0 0 0 0 0,0 0 0 0 0,0 0 0 0 0,0 0-1 0 0,1 0 1 0 0,-1 0 0 0 0,1-1 0 0 0,-1 1-1 0 0,1-1 1 0 0,0 0 0 0 0,0 0 0 0 0,0 0 0 0 0,1 0-1 0 0,-1 0 1 0 0,0-1 0 0 0,1 1 0 0 0,-1-1 0 0 0,1 0-1 0 0,-1 0 1 0 0,1 0 0 0 0,0-1 0 0 0,-1 1-1 0 0,1-1 1 0 0,0 0 0 0 0,6 0 0 0 0,-1-1-37 0 0,1 0 0 0 0,-1-1 0 0 0,0 0 0 0 0,0 0 0 0 0,0-1 0 0 0,-1 0 0 0 0,1 0 0 0 0,-1-1 0 0 0,1 0 0 0 0,-1-1 0 0 0,10-7 0 0 0,2-5-101 0 0,-1-1-1 0 0,0 0 1 0 0,-1-2-1 0 0,-2 0 1 0 0,0-1 0 0 0,-1 0-1 0 0,17-32 1 0 0,2-15-94 0 0,33-89 0 0 0,-35 71 883 0 0,-3-1 0 0 0,21-108 0 0 0,-49 179-597 0 0,-2 16-62 0 0,1 0 0 0 0,0 0-1 0 0,0 0 1 0 0,0 0 0 0 0,0 0 0 0 0,0 0 0 0 0,0 0-1 0 0,0 0 1 0 0,0 0 0 0 0,0 0 0 0 0,0-1-1 0 0,0 1 1 0 0,-1 0 0 0 0,1 0 0 0 0,0 0-1 0 0,0 0 1 0 0,0 0 0 0 0,0 0 0 0 0,0 0-1 0 0,0 0 1 0 0,0 0 0 0 0,0 0 0 0 0,-1 0-1 0 0,1 0 1 0 0,0 0 0 0 0,0 0 0 0 0,0 0-1 0 0,0 0 1 0 0,0 0 0 0 0,0 0 0 0 0,0 0 0 0 0,-1 0-1 0 0,1 0 1 0 0,0 0 0 0 0,0 0 0 0 0,0 0-1 0 0,0 0 1 0 0,0 0 0 0 0,0 0 0 0 0,0 1-1 0 0,0-1 1 0 0,-1 0 0 0 0,1 0 0 0 0,0 0-1 0 0,0 0 1 0 0,0 0 0 0 0,0 0 0 0 0,0 0-1 0 0,0 0 1 0 0,0 0 0 0 0,0 1 0 0 0,0-1-1 0 0,0 0 1 0 0,-16 24 161 0 0,-22 44-112 0 0,4 2 0 0 0,2 2 1 0 0,4 1-1 0 0,-19 77 0 0 0,38-116-23 0 0,-7 62 0 0 0,14-86-29 0 0,2 0 0 0 0,-1 0 0 0 0,2 1 0 0 0,-1-1 0 0 0,1 0 0 0 0,1 0 0 0 0,-1 0 0 0 0,2-1 0 0 0,-1 1 0 0 0,9 18 0 0 0,-9-23 7 0 0,1-1-1 0 0,0 1 1 0 0,0-1 0 0 0,1 0 0 0 0,-1 0 0 0 0,1 0 0 0 0,0 0 0 0 0,0-1 0 0 0,0 1 0 0 0,0-1-1 0 0,1 0 1 0 0,7 3 0 0 0,-4-2-6 0 0,-1-1 0 0 0,1 0 1 0 0,0-1-1 0 0,0 0 0 0 0,0 0 0 0 0,1-1 0 0 0,11 1 0 0 0,-3-2-89 0 0,-1-1 0 0 0,0 0 0 0 0,0-1 0 0 0,0-1-1 0 0,0-1 1 0 0,0 0 0 0 0,26-11 0 0 0,-21 5-57 0 0,-2 0-1 0 0,1-2 1 0 0,-2 0-1 0 0,0-1 1 0 0,0-1 0 0 0,-1-1-1 0 0,-1 0 1 0 0,25-30 0 0 0,-6 0-37 0 0,-2-2 1 0 0,33-60 0 0 0,-35 49 296 0 0,-3-1 0 0 0,-2-2 1 0 0,35-122-1 0 0,-30 39 2483 0 0,-31 143-2600 0 0,0 1 0 0 0,0 0 0 0 0,0-1 0 0 0,0 1 0 0 0,1 0 0 0 0,-1-1 0 0 0,0 1 0 0 0,0-1 0 0 0,0 1 0 0 0,0 0 0 0 0,0-1 0 0 0,0 1 0 0 0,0 0 0 0 0,0-1 0 0 0,0 1 0 0 0,0 0 0 0 0,0-1 0 0 0,0 1 0 0 0,0-1 0 0 0,0 1 0 0 0,-1 0 0 0 0,1-1 0 0 0,0 1 0 0 0,0 0 0 0 0,0-1 0 0 0,0 1 0 0 0,-1 0 0 0 0,1 0 0 0 0,0-1 0 0 0,0 1 0 0 0,-1 0 0 0 0,1-1 0 0 0,0 1 0 0 0,0 0 0 0 0,-1 0 0 0 0,1 0 0 0 0,-1-1 0 0 0,-12 9 18 0 0,-13 21 39 0 0,-20 45 52 0 0,-37 82 1 0 0,-26 85 8 0 0,88-190-60 0 0,2 2-1 0 0,-12 56 1 0 0,28-98-61 0 0,1 0 0 0 0,0 0 1 0 0,1 0-1 0 0,0 0 0 0 0,0 0 0 0 0,2 0 1 0 0,1 13-1 0 0,-2-20-56 0 0,1-1 0 0 0,0 0 1 0 0,0 0-1 0 0,0 0 0 0 0,0 0 1 0 0,0 0-1 0 0,1 0 0 0 0,0 0 1 0 0,-1 0-1 0 0,1 0 0 0 0,0-1 1 0 0,0 1-1 0 0,1 0 0 0 0,-1-1 0 0 0,0 0 1 0 0,1 0-1 0 0,0 0 0 0 0,-1 0 1 0 0,1 0-1 0 0,0 0 0 0 0,0-1 1 0 0,0 1-1 0 0,0-1 0 0 0,0 0 1 0 0,0 0-1 0 0,1 0 0 0 0,5 1 1 0 0,2-1-895 0 0,1 1 0 0 0,-1-2 1 0 0,1 1-1 0 0,0-2 0 0 0,-1 0 1 0 0,1 0-1 0 0,-1-1 0 0 0,1 0 1 0 0,-1-1-1 0 0,13-5 1 0 0,3-1-3113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21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66 1628 0 0,'-128'-50'11659'0'0,"125"49"-11041"0"0,5-1-396 0 0,1 1-186 0 0,0-1-1 0 0,0 0 0 0 0,0 1 1 0 0,0 0-1 0 0,0 0 0 0 0,0 0 1 0 0,0 0-1 0 0,0 0 1 0 0,0 0-1 0 0,1 1 0 0 0,4-1 1 0 0,45 2-86 0 0,-29-1-127 0 0,207 6-3728 0 0,-78 4-2033 0 0,-124-7 3860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22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146 145 1368 0 0,'1'16'3239'0'0,"-7"6"-1645"0"0,-1 0 1 0 0,-11 23-1 0 0,17-42-1407 0 0,0 1 0 0 0,0 0 0 0 0,0 0 0 0 0,1 1 0 0 0,-1-1-1 0 0,1 0 1 0 0,0 0 0 0 0,0 0 0 0 0,1 0 0 0 0,0 5 0 0 0,-1-8-116 0 0,0 0 1 0 0,1 0-1 0 0,-1 0 1 0 0,0 0-1 0 0,0-1 1 0 0,1 1-1 0 0,-1 0 1 0 0,0 0-1 0 0,1 0 1 0 0,-1-1-1 0 0,1 1 1 0 0,-1 0 0 0 0,1-1-1 0 0,0 1 1 0 0,-1 0-1 0 0,1-1 1 0 0,0 1-1 0 0,-1-1 1 0 0,1 1-1 0 0,0-1 1 0 0,-1 1-1 0 0,1-1 1 0 0,1 1-1 0 0,0 0 30 0 0,0-1-1 0 0,0 1 0 0 0,1-1 1 0 0,-1 0-1 0 0,0 0 0 0 0,0 0 1 0 0,0 0-1 0 0,0 0 0 0 0,4-1 1 0 0,0 0 34 0 0,1-1 1 0 0,-1 0 0 0 0,1-1 0 0 0,11-5 0 0 0,-8 1-71 0 0,0 0 1 0 0,-1 0 0 0 0,1-1-1 0 0,-2 0 1 0 0,1-1 0 0 0,-1 0-1 0 0,10-13 1 0 0,-7 5 171 0 0,0 0-1 0 0,-1 0 1 0 0,13-31 0 0 0,-23 47-236 0 0,1-1 0 0 0,0 1 1 0 0,-1 0-1 0 0,1 0 0 0 0,-1 0 1 0 0,0-1-1 0 0,1 1 0 0 0,-1 0 1 0 0,0 0-1 0 0,0-1 0 0 0,1 1 1 0 0,-1 0-1 0 0,0-1 0 0 0,0 1 1 0 0,0 0-1 0 0,-1 0 0 0 0,1-1 1 0 0,0 1-1 0 0,0 0 0 0 0,-2-2 1 0 0,2 2-2 0 0,-1 1 1 0 0,0-1-1 0 0,1 1 0 0 0,-1 0 1 0 0,0 0-1 0 0,0-1 1 0 0,1 1-1 0 0,-1 0 1 0 0,0 0-1 0 0,0 0 1 0 0,0 0-1 0 0,1 0 0 0 0,-1 0 1 0 0,0 0-1 0 0,0 0 1 0 0,0 0-1 0 0,1 0 1 0 0,-1 0-1 0 0,0 1 1 0 0,0-1-1 0 0,0 0 0 0 0,1 1 1 0 0,-2-1-1 0 0,-7 5 0 0 0,0-1 0 0 0,0 1 0 0 0,-15 12 0 0 0,-5 6-32 0 0,1 0 0 0 0,2 2 0 0 0,0 1 1 0 0,2 1-1 0 0,1 1 0 0 0,1 1 0 0 0,2 1 1 0 0,-29 55-1 0 0,46-79 22 0 0,1-1 0 0 0,0 1 0 0 0,0 0 0 0 0,0 0 0 0 0,0 0 0 0 0,1 0 0 0 0,0 0 1 0 0,0 10-1 0 0,1-14 16 0 0,0 0 0 0 0,1 1 0 0 0,-1-1 0 0 0,1 0 0 0 0,0 0 1 0 0,-1 0-1 0 0,1 0 0 0 0,0 0 0 0 0,0 0 0 0 0,0 0 0 0 0,1 0 1 0 0,-1-1-1 0 0,0 1 0 0 0,1 0 0 0 0,-1-1 0 0 0,1 1 0 0 0,-1-1 1 0 0,1 1-1 0 0,0-1 0 0 0,0 0 0 0 0,-1 1 0 0 0,1-1 0 0 0,0 0 1 0 0,0-1-1 0 0,0 1 0 0 0,0 0 0 0 0,4 1 0 0 0,7 1 37 0 0,0 0-1 0 0,0-1 1 0 0,0 0-1 0 0,1-1 1 0 0,-1-1-1 0 0,0 0 1 0 0,1-1 0 0 0,-1 0-1 0 0,25-6 1 0 0,-9 0-16 0 0,0-1 1 0 0,-1-2-1 0 0,37-17 1 0 0,-39 13 7 0 0,0 0 1 0 0,-1-2 0 0 0,0 0 0 0 0,-2-2 0 0 0,0 0-1 0 0,-1-2 1 0 0,-1-1 0 0 0,0 0 0 0 0,-2-1 0 0 0,-1-2-1 0 0,-1 0 1 0 0,26-47 0 0 0,-37 59-7 0 0,-2 0 1 0 0,1 1-1 0 0,-2-1 1 0 0,1-1-1 0 0,0-11 1 0 0,-3 18-26 0 0,0 1 0 0 0,-1-1 1 0 0,1 0-1 0 0,-2 1 1 0 0,1-1-1 0 0,0 1 1 0 0,-1-1-1 0 0,0 1 0 0 0,0-1 1 0 0,-1 1-1 0 0,0 0 1 0 0,0-1-1 0 0,-3-5 1 0 0,4 10-6 0 0,0 0 0 0 0,1-1 0 0 0,-1 1 0 0 0,0 0 1 0 0,0 0-1 0 0,0 0 0 0 0,0 1 0 0 0,0-1 1 0 0,-1 0-1 0 0,1 0 0 0 0,0 0 0 0 0,0 1 0 0 0,0-1 1 0 0,-1 1-1 0 0,1-1 0 0 0,0 1 0 0 0,-1-1 0 0 0,1 1 1 0 0,0 0-1 0 0,-1 0 0 0 0,1 0 0 0 0,-1-1 1 0 0,1 1-1 0 0,0 1 0 0 0,-1-1 0 0 0,1 0 0 0 0,-1 0 1 0 0,1 0-1 0 0,0 1 0 0 0,-1-1 0 0 0,1 1 1 0 0,-2 0-1 0 0,1 0-1 0 0,0 0 0 0 0,0 0 0 0 0,1 0-1 0 0,-1 0 1 0 0,0 0 0 0 0,1 0 0 0 0,-1 1 0 0 0,1-1 0 0 0,0 0 0 0 0,-1 1 0 0 0,1-1 0 0 0,0 1 0 0 0,0 0 0 0 0,0-1-1 0 0,0 1 1 0 0,0 0 0 0 0,0 0 0 0 0,0-1 0 0 0,1 1 0 0 0,-1 0 0 0 0,1 0 0 0 0,-1 0 0 0 0,1 0 0 0 0,0 2 0 0 0,0 0 7 0 0,0-1 0 0 0,0 0 0 0 0,1 0 0 0 0,-1 1 0 0 0,1-1 0 0 0,0 0 1 0 0,0 0-1 0 0,0 0 0 0 0,0 0 0 0 0,0 0 0 0 0,1 0 0 0 0,-1 0 1 0 0,1 0-1 0 0,0-1 0 0 0,0 1 0 0 0,0-1 0 0 0,4 5 0 0 0,-1-4 4 0 0,0 1-1 0 0,0-1 0 0 0,0 0 0 0 0,0 0 1 0 0,0 0-1 0 0,0-1 0 0 0,1 0 0 0 0,-1 0 1 0 0,9 2-1 0 0,-1-2-37 0 0,0 0-1 0 0,0 0 1 0 0,0-1 0 0 0,0-1-1 0 0,0 0 1 0 0,0-1 0 0 0,0-1-1 0 0,21-4 1 0 0,-10-2 4 0 0,1-2 0 0 0,-2 0 1 0 0,31-19-1 0 0,-7 5 253 0 0,-46 23-260 0 0,-6 11-34 0 0,-6 6 57 0 0,-2-1-1 0 0,-13 15 0 0 0,-11 12 33 0 0,4 0-99 0 0,-38 52 2 0 0,62-81 73 0 0,1 1-1 0 0,1 0 0 0 0,0 1 1 0 0,0-1-1 0 0,-4 19 1 0 0,10-30-1 0 0,0 1 0 0 0,0-1 0 0 0,1 1 0 0 0,-1 0 0 0 0,1-1 1 0 0,0 1-1 0 0,0 0 0 0 0,1-1 0 0 0,-1 1 0 0 0,1 0 0 0 0,-1-1 0 0 0,1 1 0 0 0,0-1 1 0 0,0 1-1 0 0,4 5 0 0 0,-2-4-48 0 0,0 0-1 0 0,0 0 1 0 0,1-1 0 0 0,0 1-1 0 0,0-1 1 0 0,0 0 0 0 0,1 0 0 0 0,-1 0-1 0 0,6 3 1 0 0,8 4-447 0 0,0-1-1 0 0,1-1 1 0 0,1-1-1 0 0,29 9 1 0 0,6-1-3222 0 0,103 17 0 0 0,-106-28-510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23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1 911 2616 0 0,'41'-43'11660'0'0,"-41"45"-11609"0"0,0 0 1 0 0,0 0-1 0 0,0 0 1 0 0,0 0-1 0 0,0 0 1 0 0,0 0-1 0 0,0 0 1 0 0,-1 0-1 0 0,1 0 1 0 0,-2 3-1 0 0,-1 6 65 0 0,1-5-61 0 0,0 0 0 0 0,0 0-1 0 0,1 1 1 0 0,0-1 0 0 0,0 0 0 0 0,1 0 0 0 0,-1 1-1 0 0,1-1 1 0 0,1 0 0 0 0,-1 1 0 0 0,1-1-1 0 0,2 7 1 0 0,-2-12 13 0 0,0 0-1 0 0,0 0 1 0 0,0 0 0 0 0,1 0 0 0 0,-1 0-1 0 0,0-1 1 0 0,1 1 0 0 0,-1 0-1 0 0,1-1 1 0 0,-1 1 0 0 0,1-1-1 0 0,-1 1 1 0 0,1-1 0 0 0,-1 0-1 0 0,1 0 1 0 0,0 0 0 0 0,-1 0 0 0 0,1 0-1 0 0,-1 0 1 0 0,3 0 0 0 0,11-2 23 0 0,0-1 0 0 0,0-1 0 0 0,0 0 0 0 0,0 0 0 0 0,-1-2 0 0 0,0 0 0 0 0,0-1 0 0 0,0 0 0 0 0,-1-1 0 0 0,0 0 0 0 0,17-15 0 0 0,4-5-34 0 0,-2-2-1 0 0,53-62 0 0 0,-35 29-94 0 0,-3-1 0 0 0,-3-2 1 0 0,-3-3-1 0 0,-3 0 0 0 0,40-101 0 0 0,-62 124 20 0 0,-2-1 0 0 0,-2 0 0 0 0,7-58 0 0 0,-19 104 9 0 0,1 0 1 0 0,-1 0-1 0 0,0 0 1 0 0,0 0 0 0 0,0 0-1 0 0,0 0 1 0 0,0 0-1 0 0,0 0 1 0 0,0 0-1 0 0,0 0 1 0 0,0 0 0 0 0,-1 1-1 0 0,1-1 1 0 0,0 0-1 0 0,-1 0 1 0 0,1 0-1 0 0,0 0 1 0 0,-1 0 0 0 0,1 0-1 0 0,-2-1 1 0 0,1 2 3 0 0,1-1 1 0 0,-1 1-1 0 0,0 0 1 0 0,1-1-1 0 0,-1 1 1 0 0,0 0 0 0 0,0 0-1 0 0,1-1 1 0 0,-1 1-1 0 0,0 0 1 0 0,0 0-1 0 0,1 0 1 0 0,-1 0-1 0 0,0 0 1 0 0,0 0-1 0 0,0 0 1 0 0,1 1-1 0 0,-1-1 1 0 0,0 0-1 0 0,0 1 1 0 0,-4 0-2 0 0,1 1 1 0 0,1 0-1 0 0,-1 0 1 0 0,0 0-1 0 0,0 0 0 0 0,1 1 1 0 0,-6 5-1 0 0,-15 18 18 0 0,1 1 0 0 0,2 0 0 0 0,1 2 0 0 0,-28 54 0 0 0,-49 133 168 0 0,82-176-140 0 0,-16 67 0 0 0,26-86-14 0 0,2 0 0 0 0,0 1-1 0 0,1 0 1 0 0,2 0-1 0 0,1 22 1 0 0,-1-39-16 0 0,1 0 1 0 0,0 0 0 0 0,0 0 0 0 0,0-1 0 0 0,0 1-1 0 0,1 0 1 0 0,0 0 0 0 0,0-1 0 0 0,0 1-1 0 0,1-1 1 0 0,0 0 0 0 0,-1 0 0 0 0,2 0-1 0 0,-1 0 1 0 0,0 0 0 0 0,1 0 0 0 0,-1-1-1 0 0,1 0 1 0 0,0 0 0 0 0,8 5 0 0 0,-7-5-45 0 0,1-1 0 0 0,1 1 1 0 0,-1-1-1 0 0,0 0 1 0 0,0-1-1 0 0,1 1 0 0 0,-1-1 1 0 0,1-1-1 0 0,-1 1 0 0 0,1-1 1 0 0,-1 0-1 0 0,1 0 1 0 0,-1-1-1 0 0,1 0 0 0 0,10-3 1 0 0,6-4-216 0 0,-1 0-1 0 0,0-2 1 0 0,0 0 0 0 0,-1-2 0 0 0,0 0 0 0 0,-1-1 0 0 0,-1-1 0 0 0,34-31 0 0 0,-1-7-185 0 0,72-90 1 0 0,74-142 3090 0 0,-188 270-2528 0 0,-15 23-51 0 0,-17 26-31 0 0,-276 458 257 0 0,249-407 2852 0 0,53-87-2887 0 0,16-10-82 0 0,-1 0 0 0 0,1-1-1 0 0,31-27 1 0 0,10-6-94 0 0,129-69-306 0 0,-189 113 201 0 0,1 0 0 0 0,-1 1 0 0 0,0-1 1 0 0,1 0-1 0 0,-1 1 0 0 0,1-1 0 0 0,0 1 0 0 0,-1-1 0 0 0,1 1 0 0 0,-1 0 0 0 0,1 0 1 0 0,0 0-1 0 0,-1 0 0 0 0,1 0 0 0 0,0 0 0 0 0,-1 0 0 0 0,1 0 0 0 0,-1 1 0 0 0,1-1 0 0 0,2 1 1 0 0,-3 0 5 0 0,0 0 0 0 0,0 0 1 0 0,0 0-1 0 0,0 0 1 0 0,0 0-1 0 0,0 0 1 0 0,0 0-1 0 0,0 1 0 0 0,0-1 1 0 0,-1 0-1 0 0,1 0 1 0 0,0 1-1 0 0,-1-1 1 0 0,1 1-1 0 0,-1-1 0 0 0,0 0 1 0 0,1 4-1 0 0,0 3-3 0 0,-1 0 0 0 0,0 1 0 0 0,0-1 0 0 0,0 1 0 0 0,-1-1 0 0 0,-2 9 0 0 0,-49 182-566 0 0,52-199 576 0 0,-2 19 69 0 0,2-18-65 0 0,0 0 1 0 0,0 0-1 0 0,0-1 0 0 0,0 1 0 0 0,0 0 0 0 0,0 0 0 0 0,1 0 1 0 0,-1 0-1 0 0,0 0 0 0 0,0 0 0 0 0,1 0 0 0 0,-1-1 1 0 0,1 1-1 0 0,-1 0 0 0 0,1 0 0 0 0,-1 0 0 0 0,1-1 0 0 0,-1 1 1 0 0,1 0-1 0 0,0-1 0 0 0,-1 1 0 0 0,1-1 0 0 0,0 1 0 0 0,0 0 1 0 0,6 1 36 0 0,0 0 1 0 0,0 0 0 0 0,0-1 0 0 0,0 0-1 0 0,0-1 1 0 0,0 1 0 0 0,0-1 0 0 0,0-1-1 0 0,0 1 1 0 0,0-1 0 0 0,0 0-1 0 0,-1-1 1 0 0,13-3 0 0 0,8-5 94 0 0,-1 0 1 0 0,27-15-1 0 0,-14 4-54 0 0,-1-2-1 0 0,46-35 1 0 0,63-65 676 0 0,-86 61 24 0 0,-59 60-790 0 0,-7 2-16 0 0,1 1 14 0 0,-1 0-1 0 0,0 0 1 0 0,1 0-1 0 0,-1 1 0 0 0,1-1 1 0 0,-1 1-1 0 0,1 0 1 0 0,0 1-1 0 0,0-1 0 0 0,0 1 1 0 0,0-1-1 0 0,-3 5 1 0 0,-11 8-12 0 0,-21 25 0 0 0,18-18-8 0 0,9-10-29 0 0,1 1 0 0 0,1 0 0 0 0,0 0-1 0 0,1 1 1 0 0,0 1 0 0 0,-11 26 0 0 0,19-40 40 0 0,0 0 0 0 0,1 1 1 0 0,-1-1-1 0 0,1 0 0 0 0,-1 1 0 0 0,1-1 1 0 0,0 1-1 0 0,0-1 0 0 0,0 1 0 0 0,-1-1 1 0 0,1 1-1 0 0,0-1 0 0 0,1 0 0 0 0,-1 1 1 0 0,0-1-1 0 0,0 1 0 0 0,1-1 0 0 0,-1 1 1 0 0,0-1-1 0 0,1 0 0 0 0,0 1 0 0 0,-1-1 1 0 0,1 0-1 0 0,1 3 0 0 0,0-2-128 0 0,0-1-1 0 0,0 1 1 0 0,0-1 0 0 0,1 0-1 0 0,-1 1 1 0 0,0-1 0 0 0,0 0-1 0 0,1 0 1 0 0,-1 0-1 0 0,1-1 1 0 0,-1 1 0 0 0,0-1-1 0 0,4 1 1 0 0,5 0-1765 0 0,0 0 1 0 0,0-1-1 0 0,0-1 0 0 0,0 0 1 0 0,17-3-1 0 0,-6-2-5167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24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14 3804 0 0,'-182'-14'13160'0'0,"162"15"-11950"0"0,17 0-728 0 0,8 8 155 0 0,1-6-571 0 0,0 1 1 0 0,1-2-1 0 0,-1 1 0 0 0,1-1 1 0 0,0 0-1 0 0,-1 0 0 0 0,1-1 1 0 0,9 1-1 0 0,1 2-19 0 0,228 34-3391 0 0,-81-26-4519 0 0,-107-12 1537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25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1 217 1460 0 0,'13'-31'2344'0'0,"2"1"0"0"0,25-38 0 0 0,-36 61-2159 0 0,1 0 0 0 0,0 0 0 0 0,0 1 0 0 0,1 0 0 0 0,0 0 1 0 0,0 0-1 0 0,1 1 0 0 0,-1 0 0 0 0,1 0 0 0 0,0 0 0 0 0,0 1 0 0 0,1 0 0 0 0,-1 1 0 0 0,1-1 0 0 0,10-2 0 0 0,-11 6-122 0 0,0-1 0 0 0,0 1 0 0 0,1 0 0 0 0,-1 0 0 0 0,0 1 0 0 0,1 0 0 0 0,-1 0-1 0 0,0 1 1 0 0,0 0 0 0 0,0 0 0 0 0,0 0 0 0 0,0 1 0 0 0,-1 0 0 0 0,1 1 0 0 0,-1 0 0 0 0,0 0 0 0 0,7 5 0 0 0,3 4 12 0 0,-1 0 1 0 0,0 1 0 0 0,-1 1-1 0 0,0 0 1 0 0,11 17 0 0 0,-13-14-7 0 0,0 1 0 0 0,-2 0 0 0 0,0 1 0 0 0,-1 0 0 0 0,-1 0 0 0 0,0 1 0 0 0,-2 0 0 0 0,-1 0 0 0 0,0 1 1 0 0,-2-1-1 0 0,0 1 0 0 0,-1 0 0 0 0,-2 0 0 0 0,0 0 0 0 0,-1 0 0 0 0,-6 26 0 0 0,5-37 99 0 0,-2 0 1 0 0,1-1 0 0 0,-2 1-1 0 0,1-1 1 0 0,-1 0-1 0 0,-1 0 1 0 0,0-1-1 0 0,0 0 1 0 0,-1 0-1 0 0,0 0 1 0 0,-1-1-1 0 0,0 0 1 0 0,0 0-1 0 0,0-1 1 0 0,-14 9-1 0 0,21-15-138 0 0,0 0 1 0 0,0 0-1 0 0,-1 0 0 0 0,1 0 0 0 0,0-1 0 0 0,-1 1 1 0 0,1 0-1 0 0,0-1 0 0 0,-1 1 0 0 0,1-1 0 0 0,-1 1 1 0 0,1-1-1 0 0,-1 0 0 0 0,1 0 0 0 0,-1 0 0 0 0,1 0 0 0 0,-1 0 1 0 0,1 0-1 0 0,-1 0 0 0 0,1 0 0 0 0,-1 0 0 0 0,1-1 1 0 0,-1 1-1 0 0,1-1 0 0 0,-1 1 0 0 0,1-1 0 0 0,0 1 1 0 0,-1-1-1 0 0,1 0 0 0 0,0 0 0 0 0,0 0 0 0 0,-1 0 1 0 0,1 0-1 0 0,0 0 0 0 0,0 0 0 0 0,0 0 0 0 0,0 0 0 0 0,0 0 1 0 0,0 0-1 0 0,1-1 0 0 0,-2-1 0 0 0,-1-2-20 0 0,1 0 0 0 0,0 0 0 0 0,0 0 0 0 0,0-1 0 0 0,1 1 0 0 0,-1-1 0 0 0,1 1 0 0 0,1-1 0 0 0,-1-7 0 0 0,2 2-17 0 0,0 0-1 0 0,1 0 1 0 0,0 0 0 0 0,0 0-1 0 0,1 1 1 0 0,1-1-1 0 0,0 1 1 0 0,0 0-1 0 0,8-11 1 0 0,1-2-7 0 0,1 1 0 0 0,29-34 0 0 0,-26 35-187 0 0,2 1-1 0 0,0 0 1 0 0,1 2 0 0 0,1 0-1 0 0,42-26 1 0 0,-53 38-342 0 0,-1 1 0 0 0,1 0 0 0 0,1 0 0 0 0,-1 1 0 0 0,1 1 0 0 0,-1 0 0 0 0,1 0 0 0 0,0 1 0 0 0,0 0 0 0 0,0 1 0 0 0,1 1 0 0 0,-1-1 0 0 0,0 2 0 0 0,0 0 0 0 0,0 0 0 0 0,22 5 0 0 0,-16 0-1851 0 0,1 0-531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27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409 721 1336 0 0,'-10'-12'5085'0'0,"0"4"-4343"0"0,1 1-1 0 0,-1 0 0 0 0,-1 0 0 0 0,1 1 1 0 0,-1 0-1 0 0,0 1 0 0 0,0 0 0 0 0,-22-6 1 0 0,31 11-726 0 0,-1 0 0 0 0,0 0 1 0 0,0 0-1 0 0,0 0 0 0 0,0 0 1 0 0,1 1-1 0 0,-1-1 0 0 0,0 1 1 0 0,0 0-1 0 0,1 0 0 0 0,-1 0 1 0 0,0 0-1 0 0,1 0 0 0 0,-3 2 1 0 0,-32 25 41 0 0,30-22-52 0 0,-17 17 7 0 0,0 1 0 0 0,2 1-1 0 0,1 1 1 0 0,1 1 0 0 0,1 1 0 0 0,-19 39 0 0 0,33-58-6 0 0,0 1-1 0 0,1 0 1 0 0,0 0 0 0 0,-4 19-1 0 0,7-26-3 0 0,1 0-1 0 0,-1 1 1 0 0,1-1 0 0 0,0 0-1 0 0,0 0 1 0 0,0 1-1 0 0,1-1 1 0 0,1 6-1 0 0,-2-7-1 0 0,1-1-1 0 0,-1 1 1 0 0,1-1-1 0 0,0 0 1 0 0,-1 1-1 0 0,1-1 1 0 0,0 0-1 0 0,0 1 1 0 0,0-1-1 0 0,0 0 1 0 0,0 0-1 0 0,1 0 0 0 0,-1 0 1 0 0,0 0-1 0 0,0 0 1 0 0,1 0-1 0 0,-1-1 1 0 0,0 1-1 0 0,3 1 1 0 0,2-1-36 0 0,0 0 1 0 0,0 0-1 0 0,0 0 1 0 0,0-1-1 0 0,0 0 1 0 0,0 0-1 0 0,0 0 0 0 0,0-1 1 0 0,0 0-1 0 0,0 0 1 0 0,7-2-1 0 0,1-3-43 0 0,-1 0-1 0 0,0-1 0 0 0,-1 0 0 0 0,1 0 1 0 0,-1-2-1 0 0,-1 1 0 0 0,0-2 1 0 0,0 1-1 0 0,-1-2 0 0 0,0 1 1 0 0,13-19-1 0 0,-7 6 234 0 0,-2-1 0 0 0,0 0 0 0 0,-2-1 0 0 0,-1-1 0 0 0,9-29 0 0 0,11-24 701 0 0,-31 78-851 0 0,1 1-26 0 0,-1 1 20 0 0,1-1 1 0 0,-1 0 0 0 0,1 1-1 0 0,-1-1 1 0 0,1 0-1 0 0,-1 1 1 0 0,0-1-1 0 0,1 1 1 0 0,-1-1-1 0 0,1 1 1 0 0,-1-1-1 0 0,0 1 1 0 0,0-1 0 0 0,1 1-1 0 0,-1 0 1 0 0,0-1-1 0 0,0 1 1 0 0,0-1-1 0 0,1 1 1 0 0,-1-1-1 0 0,0 1 1 0 0,0 0 0 0 0,0-1-1 0 0,0 1 1 0 0,0 0-1 0 0,1 20-8 0 0,-1-20 9 0 0,-5 90-431 0 0,2-58 58 0 0,2-1 1 0 0,3 52-1 0 0,-1-79 147 0 0,-1-1 0 0 0,1 1 1 0 0,-1-1-1 0 0,1 1 0 0 0,1-1 0 0 0,-1 0 0 0 0,0 0 0 0 0,1 0 0 0 0,0 0 1 0 0,0 0-1 0 0,4 6 0 0 0,-5-9-123 0 0,2-1 18 0 0,0 0 266 0 0,0 0-1 0 0,0-1 1 0 0,0 1 0 0 0,-1-1-1 0 0,1 0 1 0 0,0 0 0 0 0,0 0-1 0 0,-1 0 1 0 0,1-1 0 0 0,-1 1-1 0 0,1 0 1 0 0,-1-1 0 0 0,0 0-1 0 0,1 0 1 0 0,-1 0 0 0 0,0 0-1 0 0,0 0 1 0 0,0 0 0 0 0,0 0-1 0 0,2-5 1 0 0,7-10-40 0 0,18-35-1 0 0,-19 34 100 0 0,8-17 300 0 0,0 2 477 0 0,20-31 0 0 0,-32 56-637 0 0,-1 0-1 0 0,1 1 1 0 0,0 0 0 0 0,1 0 0 0 0,0 0-1 0 0,0 1 1 0 0,0 0 0 0 0,1 1-1 0 0,10-7 1 0 0,-16 11-122 0 0,0 0 0 0 0,0 0 0 0 0,0 1 0 0 0,0-1 0 0 0,1 0 0 0 0,-1 1-1 0 0,0 0 1 0 0,0-1 0 0 0,1 1 0 0 0,-1 0 0 0 0,0 0 0 0 0,0 0 0 0 0,1 0 0 0 0,-1 1 0 0 0,0-1 0 0 0,0 0 0 0 0,0 1 0 0 0,3 1 0 0 0,-1-1-9 0 0,-1 1 1 0 0,0 0 0 0 0,1 0 0 0 0,-1 0 0 0 0,0 1 0 0 0,0-1 0 0 0,0 1 0 0 0,-1 0 0 0 0,5 5 0 0 0,0 2 19 0 0,0 0 1 0 0,-2 1 0 0 0,1-1 0 0 0,-1 1 0 0 0,6 19 0 0 0,-8-21 43 0 0,-1 0-1 0 0,1 0 1 0 0,-2 1 0 0 0,1-1 0 0 0,-1 1 0 0 0,-1 0 0 0 0,0-1 0 0 0,0 1-1 0 0,-1-1 1 0 0,0 1 0 0 0,-1-1 0 0 0,0 1 0 0 0,0-1 0 0 0,-1 0 0 0 0,0 0-1 0 0,0 0 1 0 0,-7 11 0 0 0,9-18 30 0 0,-1 0 0 0 0,1 0 0 0 0,-1 0 0 0 0,1-1 0 0 0,-1 1 0 0 0,1-1-1 0 0,-1 1 1 0 0,0-1 0 0 0,0 1 0 0 0,0-1 0 0 0,-2 1 0 0 0,2-1 36 0 0,-12-4 132 0 0,12-1-256 0 0,0 1 1 0 0,0-1-1 0 0,0 1 1 0 0,1-1-1 0 0,-1 0 1 0 0,1 0-1 0 0,0 1 0 0 0,0-1 1 0 0,1 0-1 0 0,-1 0 1 0 0,1 0-1 0 0,0 0 1 0 0,0-6-1 0 0,1 2-12 0 0,1 0-1 0 0,-1 1 1 0 0,1-1-1 0 0,1 0 1 0 0,-1 1 0 0 0,6-11-1 0 0,1 3-10 0 0,0 0-1 0 0,1 0 0 0 0,0 1 1 0 0,1 0-1 0 0,20-19 1 0 0,-18 21-8 0 0,1 0 1 0 0,1 1-1 0 0,0 0 1 0 0,29-15-1 0 0,-33 21 11 0 0,-1 0 0 0 0,1 1 0 0 0,0 0 0 0 0,0 1-1 0 0,0 0 1 0 0,0 1 0 0 0,0 0 0 0 0,17 0 0 0 0,-25 2 10 0 0,0 0 1 0 0,-1 0 0 0 0,1 0 0 0 0,0 1 0 0 0,0-1-1 0 0,-1 1 1 0 0,1 0 0 0 0,0-1 0 0 0,-1 1 0 0 0,1 0 0 0 0,-1 1-1 0 0,1-1 1 0 0,-1 0 0 0 0,0 1 0 0 0,0-1 0 0 0,1 1-1 0 0,-1 0 1 0 0,3 3 0 0 0,-3-2 5 0 0,0 0 0 0 0,0 1-1 0 0,0-1 1 0 0,0 1 0 0 0,0-1 0 0 0,-1 1-1 0 0,1 0 1 0 0,-1 0 0 0 0,0 0 0 0 0,-1-1 0 0 0,2 7-1 0 0,-2 2 12 0 0,1 1-1 0 0,-2-1 0 0 0,0 0 1 0 0,0 0-1 0 0,-1 1 1 0 0,-7 21-1 0 0,-5 5 67 0 0,-24 44 1 0 0,-3 8-122 0 0,41-91 39 0 0,0 1-1 0 0,0-1 1 0 0,0 0 0 0 0,-1 0 0 0 0,1 1-1 0 0,0-1 1 0 0,0 0 0 0 0,0 1-1 0 0,0-1 1 0 0,0 0 0 0 0,0 1 0 0 0,0-1-1 0 0,0 0 1 0 0,0 1 0 0 0,0-1-1 0 0,0 0 1 0 0,0 1 0 0 0,0-1 0 0 0,0 0-1 0 0,0 0 1 0 0,0 1 0 0 0,0-1-1 0 0,0 0 1 0 0,0 1 0 0 0,0-1 0 0 0,0 0-1 0 0,1 1 1 0 0,-1-1 0 0 0,0 0-1 0 0,0 0 1 0 0,0 1 0 0 0,1-1 0 0 0,-1 0-1 0 0,0 0 1 0 0,0 1 0 0 0,1-1-1 0 0,-1 0 1 0 0,0 0 0 0 0,0 0 0 0 0,1 0-1 0 0,-1 1 1 0 0,0-1 0 0 0,0 0-1 0 0,1 0 1 0 0,20-3-11 0 0,19-14-44 0 0,4-13-117 0 0,-1-1 1 0 0,-1-2-1 0 0,-2-2 0 0 0,45-50 0 0 0,-13 3 33 0 0,63-96-1 0 0,-97 123 37 0 0,-3-1 1 0 0,36-76-1 0 0,-59 106 268 0 0,-1 0 1 0 0,-2-1-1 0 0,0 0 0 0 0,-2-1 0 0 0,-1 0 1 0 0,-1 0-1 0 0,1-50 0 0 0,-6 75-138 0 0,1 0-1 0 0,-2 0 0 0 0,1 0 0 0 0,0 0 1 0 0,-1 0-1 0 0,1 0 0 0 0,-1 0 0 0 0,0 0 1 0 0,-2-5-1 0 0,3 7-25 0 0,0 1 1 0 0,-1 0-1 0 0,1-1 1 0 0,0 1-1 0 0,-1-1 1 0 0,1 1 0 0 0,-1 0-1 0 0,1-1 1 0 0,0 1-1 0 0,-1 0 1 0 0,1 0-1 0 0,-1-1 1 0 0,1 1-1 0 0,-1 0 1 0 0,1 0-1 0 0,0 0 1 0 0,-1 0-1 0 0,1 0 1 0 0,-1-1-1 0 0,1 1 1 0 0,-1 0-1 0 0,0 0 1 0 0,-17 8 0 0 0,12-3 16 0 0,0 1-1 0 0,0-1 0 0 0,0 1 0 0 0,1 0 1 0 0,0 1-1 0 0,-6 10 0 0 0,-24 46 65 0 0,26-46-45 0 0,-21 45 60 0 0,-39 116 1 0 0,-3 71 184 0 0,14-25 125 0 0,-29 107 298 0 0,83-318-710 0 0,-19 58 576 0 0,20-64-347 0 0,0 1 1 0 0,-1-1-1 0 0,0 0 1 0 0,0 0-1 0 0,-1 0 1 0 0,-9 11-1 0 0,13-17-190 0 0,0 0 0 0 0,0 1-1 0 0,0-1 1 0 0,0 0 0 0 0,0 0 0 0 0,0 0-1 0 0,0 0 1 0 0,0-1 0 0 0,-1 1 0 0 0,1 0-1 0 0,0 0 1 0 0,-1-1 0 0 0,1 1 0 0 0,0-1 0 0 0,-1 1-1 0 0,1-1 1 0 0,-1 0 0 0 0,1 1 0 0 0,-1-1-1 0 0,1 0 1 0 0,0 0 0 0 0,-1 0 0 0 0,1 0-1 0 0,-1 0 1 0 0,1 0 0 0 0,-1-1 0 0 0,1 1 0 0 0,-1 0-1 0 0,1-1 1 0 0,0 1 0 0 0,-1-1 0 0 0,1 1-1 0 0,0-1 1 0 0,-1 0 0 0 0,1 0 0 0 0,0 0-1 0 0,0 1 1 0 0,0-1 0 0 0,0 0 0 0 0,0 0-1 0 0,0 0 1 0 0,0-1 0 0 0,0 1 0 0 0,-1-2 0 0 0,-2-2-17 0 0,1-1 0 0 0,0 1 0 0 0,0-1 0 0 0,1 1 0 0 0,0-1 0 0 0,0 0 0 0 0,0 0 0 0 0,1 0 0 0 0,-2-8 0 0 0,2-9-26 0 0,2 1 0 0 0,0-1 0 0 0,1 0 0 0 0,1 0 0 0 0,1 1 0 0 0,1 0-1 0 0,1 0 1 0 0,1 0 0 0 0,0 1 0 0 0,2 0 0 0 0,1 0 0 0 0,1 1 0 0 0,0 0 0 0 0,19-25 0 0 0,-9 18-14 0 0,1 1 0 0 0,1 0 1 0 0,1 2-1 0 0,1 0 0 0 0,1 2 1 0 0,1 1-1 0 0,1 1 0 0 0,59-32 0 0 0,-72 45-2 0 0,0 0 0 0 0,0 1 0 0 0,1 0 0 0 0,0 2 0 0 0,0-1 0 0 0,0 2 0 0 0,33-3 0 0 0,-45 6 18 0 0,-1 0 0 0 0,1 0 1 0 0,0 1-1 0 0,0-1 1 0 0,-1 1-1 0 0,1 0 0 0 0,0 0 1 0 0,-1 0-1 0 0,1 0 1 0 0,-1 0-1 0 0,1 1 0 0 0,-1 0 1 0 0,0 0-1 0 0,4 2 0 0 0,0 4-3 0 0,0 7 14 0 0,-7-12-1 0 0,1 1 0 0 0,-1 0 0 0 0,0 0 0 0 0,-1 0 0 0 0,1-1 0 0 0,0 1 0 0 0,-1 0 0 0 0,0 0 0 0 0,0-1 0 0 0,0 1 0 0 0,-1-1 0 0 0,1 1-1 0 0,-1-1 1 0 0,1 1 0 0 0,-1-1 0 0 0,0 0 0 0 0,-1 0 0 0 0,1 0 0 0 0,-4 4 0 0 0,-3 2 7 0 0,0 1-1 0 0,0-2 1 0 0,-1 1-1 0 0,-15 9 0 0 0,13-10-1 0 0,0-1 0 0 0,-1 0 0 0 0,-18 6 0 0 0,24-10 3 0 0,1-1 0 0 0,-1 0 0 0 0,0-1 0 0 0,1 1 0 0 0,-1-2 0 0 0,0 1 0 0 0,0-1 0 0 0,0 1 0 0 0,-11-3 0 0 0,14 2-8 0 0,0-1 0 0 0,0 1 0 0 0,0-1 0 0 0,0 0 0 0 0,1 0 0 0 0,-1 0 0 0 0,0-1 0 0 0,-5-2 0 0 0,2 0 1 0 0,4 3-7 0 0,0-1-1 0 0,1 1 0 0 0,-1-1 1 0 0,1 0-1 0 0,-1 0 1 0 0,1 0-1 0 0,0 0 0 0 0,-1 0 1 0 0,1-1-1 0 0,0 1 1 0 0,0 0-1 0 0,1-1 1 0 0,-1 0-1 0 0,0 1 0 0 0,1-1 1 0 0,0 0-1 0 0,0 0 1 0 0,-2-4-1 0 0,3 5-21 0 0,0 2-15 0 0,1 0 34 0 0,-1-1 1 0 0,0 1-1 0 0,1 0 1 0 0,-1-1-1 0 0,0 1 1 0 0,1 0-1 0 0,-1 0 1 0 0,0-1-1 0 0,1 1 1 0 0,-1 0-1 0 0,0 0 1 0 0,1 0-1 0 0,-1 0 1 0 0,1-1-1 0 0,-1 1 1 0 0,0 0-1 0 0,1 0 1 0 0,-1 0-1 0 0,1 0 1 0 0,0 0-1 0 0,3 2-2 0 0,-1 1 0 0 0,1-1 0 0 0,-1 1 0 0 0,0 0 0 0 0,0-1-1 0 0,0 1 1 0 0,0 1 0 0 0,0-1 0 0 0,-1 0 0 0 0,1 1 0 0 0,-1-1 0 0 0,2 5-1 0 0,24 54-9 0 0,-22-47 16 0 0,8 19-169 0 0,-3-6 242 0 0,1 0 1 0 0,1-1 0 0 0,28 43-1 0 0,-36-63-343 0 0,0-1 0 0 0,0 0 0 0 0,1 0 0 0 0,-1 0-1 0 0,1-1 1 0 0,1 1 0 0 0,-1-1 0 0 0,1-1 0 0 0,0 1 0 0 0,0-1-1 0 0,0 0 1 0 0,0-1 0 0 0,1 0 0 0 0,-1 0 0 0 0,1-1-1 0 0,0 0 1 0 0,0 0 0 0 0,13 1 0 0 0,29-2-5487 0 0,-21-4 102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28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259 436 976 0 0,'0'-2'578'0'0,"0"-12"1471"0"0,0 1 0 0 0,-1-1 1 0 0,0 0-1 0 0,-5-19 0 0 0,-5-21 2036 0 0,11 52-3955 0 0,0 2-125 0 0,0 0 0 0 0,0-1-1 0 0,0 1 1 0 0,0 0 0 0 0,-1 0-1 0 0,1-1 1 0 0,0 1-1 0 0,0 0 1 0 0,0 0 0 0 0,0-1-1 0 0,0 1 1 0 0,-1 0 0 0 0,1 0-1 0 0,0-1 1 0 0,0 1-1 0 0,0 0 1 0 0,-1 0 0 0 0,1 0-1 0 0,0 0 1 0 0,0-1-1 0 0,-1 1 1 0 0,1 0 0 0 0,0 0-1 0 0,0 0 1 0 0,-1 0 0 0 0,1 0-1 0 0,0 0 1 0 0,0 0-1 0 0,-1 0 1 0 0,1-1 0 0 0,0 1-1 0 0,-1 0 1 0 0,1 0 0 0 0,0 0-1 0 0,0 1 1 0 0,-1-1-1 0 0,1 0 1 0 0,0 0 0 0 0,0 0-1 0 0,-1 0 1 0 0,1 0-1 0 0,0 0 1 0 0,-1 0 0 0 0,1 0-1 0 0,0 0 1 0 0,0 1 0 0 0,0-1-1 0 0,-1 0 1 0 0,1 0-1 0 0,0 0 1 0 0,0 1 0 0 0,-1-1-1 0 0,-12 11 46 0 0,-25 35-6 0 0,2 2 0 0 0,2 2-1 0 0,-35 69 1 0 0,61-104-48 0 0,1 0 0 0 0,-9 24 0 0 0,15-35 10 0 0,0-1-1 0 0,0 1 1 0 0,0 0-1 0 0,0-1 1 0 0,0 1-1 0 0,1 0 1 0 0,0 0-1 0 0,0-1 1 0 0,0 1-1 0 0,0 0 1 0 0,0 0-1 0 0,1 0 1 0 0,0-1-1 0 0,0 1 1 0 0,0 0-1 0 0,0-1 1 0 0,3 6-1 0 0,-2-7 1 0 0,0 1-1 0 0,0-1 1 0 0,1 0 0 0 0,-1 1-1 0 0,1-1 1 0 0,0-1 0 0 0,-1 1-1 0 0,1 0 1 0 0,0-1 0 0 0,0 1-1 0 0,0-1 1 0 0,0 0 0 0 0,1 0-1 0 0,-1 0 1 0 0,0 0 0 0 0,0-1-1 0 0,1 1 1 0 0,-1-1 0 0 0,0 0-1 0 0,5 0 1 0 0,6 0 9 0 0,0-1 0 0 0,-1-1 0 0 0,22-4 1 0 0,-23 3-6 0 0,0-1 0 0 0,0 0 0 0 0,0 0 1 0 0,-1-1-1 0 0,1-1 0 0 0,-1 0 0 0 0,0 0 1 0 0,-1-1-1 0 0,1 0 0 0 0,-2-1 0 0 0,1 0 1 0 0,11-13-1 0 0,-14 12-9 0 0,0 0 0 0 0,-1 0-1 0 0,0 0 1 0 0,0-1 0 0 0,-1 0 0 0 0,0-1 0 0 0,-1 1 0 0 0,0-1 0 0 0,-1 0-1 0 0,0 0 1 0 0,0 0 0 0 0,-1 0 0 0 0,0-22 0 0 0,-2 21-11 0 0,0-1-1 0 0,-1 1 1 0 0,-1 0 0 0 0,0 0 0 0 0,0 0-1 0 0,-2 0 1 0 0,1 0 0 0 0,-2 1 0 0 0,1 0-1 0 0,-1 0 1 0 0,-9-14 0 0 0,11 21 2 0 0,1 0 0 0 0,-1 0-1 0 0,0 0 1 0 0,0 0 0 0 0,0 1 0 0 0,0-1 0 0 0,-1 1 0 0 0,0 0 0 0 0,1 0 0 0 0,-1 0 0 0 0,0 1 0 0 0,0-1 0 0 0,-1 1-1 0 0,1 0 1 0 0,0 0 0 0 0,-1 0 0 0 0,1 1 0 0 0,-1 0 0 0 0,0-1 0 0 0,1 2 0 0 0,-1-1 0 0 0,0 1 0 0 0,0-1 0 0 0,1 1-1 0 0,-1 0 1 0 0,0 1 0 0 0,0-1 0 0 0,1 1 0 0 0,-1 0 0 0 0,0 0 0 0 0,-5 3 0 0 0,1 0-5 0 0,1 0 0 0 0,0 1 0 0 0,0 0 0 0 0,0 0 0 0 0,0 1 1 0 0,1 0-1 0 0,0 0 0 0 0,0 1 0 0 0,1 0 0 0 0,-1 0 0 0 0,2 0 0 0 0,-10 16 0 0 0,9-14 8 0 0,0 2 0 0 0,1-1 1 0 0,0 0-1 0 0,1 1 0 0 0,0 0 0 0 0,1 0 0 0 0,0 0 0 0 0,1 1 0 0 0,0-1 0 0 0,0 15 0 0 0,2-21 7 0 0,0 0 0 0 0,0 0 1 0 0,1 0-1 0 0,0 0 0 0 0,0 0 1 0 0,0 0-1 0 0,1 0 0 0 0,-1-1 1 0 0,1 1-1 0 0,0 0 0 0 0,0-1 1 0 0,1 0-1 0 0,0 1 0 0 0,-1-1 0 0 0,7 6 1 0 0,-4-5 6 0 0,1 0 0 0 0,-1 0 0 0 0,1-1 0 0 0,0 0 0 0 0,1 0 1 0 0,-1 0-1 0 0,1-1 0 0 0,0 0 0 0 0,11 4 0 0 0,3-2 6 0 0,-1-1 0 0 0,1 0 0 0 0,0-2 0 0 0,0 0 0 0 0,0-2 0 0 0,33-2 0 0 0,-20-1-3 0 0,-1-2 0 0 0,0-1 1 0 0,0-2-1 0 0,0-1 1 0 0,-1-2-1 0 0,0-1 1 0 0,41-22-1 0 0,-51 22-3 0 0,-1-1 0 0 0,0-1-1 0 0,-1-1 1 0 0,0 0-1 0 0,-2-2 1 0 0,0 0 0 0 0,-1-1-1 0 0,0-1 1 0 0,-2 0 0 0 0,24-39-1 0 0,-23 28 125 0 0,-2 0 0 0 0,0-1 0 0 0,8-35-1 0 0,20-96 1285 0 0,-42 159-1423 0 0,-10 48 9 0 0,-83 471 162 0 0,-43-10 78 0 0,60-312-156 0 0,60-163-43 0 0,0 0 1 0 0,-2-1 0 0 0,-42 53-1 0 0,55-77-11 0 0,-1 0-1 0 0,1-1 0 0 0,-1 1 0 0 0,0-1 1 0 0,-1 0-1 0 0,1 0 0 0 0,-1-1 0 0 0,0 0 0 0 0,0 0 1 0 0,-8 3-1 0 0,12-6-7 0 0,-1 0 1 0 0,0 0 0 0 0,0-1-1 0 0,1 1 1 0 0,-1-1 0 0 0,0 1-1 0 0,0-1 1 0 0,0 0 0 0 0,1-1-1 0 0,-1 1 1 0 0,0-1-1 0 0,0 0 1 0 0,1 1 0 0 0,-1-2-1 0 0,0 1 1 0 0,1 0 0 0 0,-1-1-1 0 0,1 1 1 0 0,0-1 0 0 0,-1 0-1 0 0,1 0 1 0 0,-5-5 0 0 0,3 3-10 0 0,0 0 1 0 0,0-1-1 0 0,1 0 1 0 0,-1 0 0 0 0,1 0-1 0 0,0 0 1 0 0,0-1-1 0 0,1 0 1 0 0,0 0 0 0 0,0 0-1 0 0,0 0 1 0 0,1 0-1 0 0,-1 0 1 0 0,0-10 0 0 0,1 8-10 0 0,2 0 1 0 0,-1 0-1 0 0,1-1 1 0 0,1 1 0 0 0,-1 0-1 0 0,1 0 1 0 0,1-1 0 0 0,-1 1-1 0 0,2 0 1 0 0,3-10 0 0 0,3-2-30 0 0,1 0 1 0 0,1 0-1 0 0,0 1 1 0 0,2 0 0 0 0,0 1-1 0 0,1 1 1 0 0,28-27 0 0 0,-8 12-354 0 0,3 2 1 0 0,0 1-1 0 0,2 2 1 0 0,0 2-1 0 0,2 1 1 0 0,63-25-1 0 0,83-18-3034 0 0,8 20-3331 0 0,-131 35 1470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29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366 177 704 0 0,'-5'-13'1920'0'0,"1"0"1"0"0,-1-1-1 0 0,2 1 1 0 0,0-1-1 0 0,-1-15 1 0 0,1 12 260 0 0,-8-32 0 0 0,11 48-2165 0 0,0 0 1 0 0,-1 1 0 0 0,1-1-1 0 0,0 0 1 0 0,-1 0-1 0 0,1 1 1 0 0,-1-1-1 0 0,1 0 1 0 0,-1 0 0 0 0,0 1-1 0 0,1-1 1 0 0,-1 1-1 0 0,1-1 1 0 0,-1 0-1 0 0,0 1 1 0 0,0 0 0 0 0,1-1-1 0 0,-1 1 1 0 0,0-1-1 0 0,0 1 1 0 0,0 0-1 0 0,1-1 1 0 0,-1 1 0 0 0,0 0-1 0 0,0 0 1 0 0,0 0-1 0 0,0 0 1 0 0,0 0-1 0 0,0 0 1 0 0,1 0 0 0 0,-1 0-1 0 0,0 0 1 0 0,0 0-1 0 0,0 0 1 0 0,0 0 0 0 0,0 1-1 0 0,1-1 1 0 0,-1 0-1 0 0,0 1 1 0 0,0-1-1 0 0,-1 1 1 0 0,-4 2-15 0 0,0 1-1 0 0,0-1 1 0 0,-10 9 0 0 0,13-10 23 0 0,-25 20-3 0 0,1 2 1 0 0,1 1-1 0 0,0 1 0 0 0,2 1 0 0 0,2 2 1 0 0,0 0-1 0 0,2 1 0 0 0,-32 64 1 0 0,50-90-19 0 0,0 1 1 0 0,0-1 0 0 0,1 0 0 0 0,-1 1 0 0 0,1 0-1 0 0,0-1 1 0 0,1 1 0 0 0,-1 0 0 0 0,1-1 0 0 0,0 1-1 0 0,1 7 1 0 0,-1-10-1 0 0,1 0 0 0 0,-1 0 0 0 0,1-1 0 0 0,0 1-1 0 0,0 0 1 0 0,0-1 0 0 0,0 1 0 0 0,0 0 0 0 0,0-1-1 0 0,0 1 1 0 0,0-1 0 0 0,1 0 0 0 0,-1 1 0 0 0,0-1 0 0 0,1 0-1 0 0,-1 0 1 0 0,1 0 0 0 0,0 0 0 0 0,-1 0 0 0 0,1 0-1 0 0,0-1 1 0 0,0 1 0 0 0,-1 0 0 0 0,1-1 0 0 0,0 1 0 0 0,0-1-1 0 0,0 0 1 0 0,0 0 0 0 0,0 0 0 0 0,3 0 0 0 0,5 0-7 0 0,0 0 1 0 0,0-1 0 0 0,0-1 0 0 0,0 0-1 0 0,0 0 1 0 0,0-1 0 0 0,0 0 0 0 0,-1 0-1 0 0,1-1 1 0 0,-1-1 0 0 0,0 1-1 0 0,-1-1 1 0 0,15-11 0 0 0,-6 2-12 0 0,0 0 0 0 0,0-2 0 0 0,-1 0 0 0 0,-1-1 0 0 0,14-20 0 0 0,62-90 293 0 0,-90 125-304 0 0,1 6-20 0 0,-1-4 45 0 0,-1 0 0 0 0,0 0 1 0 0,0 0-1 0 0,1 0 0 0 0,-1 1 1 0 0,0-1-1 0 0,0 0 0 0 0,0 0 1 0 0,1 0-1 0 0,-1 0 0 0 0,0 1 0 0 0,0-1 1 0 0,0 0-1 0 0,1 0 0 0 0,-1 0 1 0 0,0 1-1 0 0,0-1 0 0 0,0 0 1 0 0,0 0-1 0 0,0 1 0 0 0,0-1 0 0 0,0 0 1 0 0,0 0-1 0 0,0 1 0 0 0,0-1 1 0 0,1 0-1 0 0,-1 0 0 0 0,0 1 1 0 0,0-1-1 0 0,0 0 0 0 0,-1 0 0 0 0,1 1 1 0 0,0-1-1 0 0,0 0 0 0 0,0 1 1 0 0,-6 45 14 0 0,2-21-13 0 0,1-1 0 0 0,0 31-1 0 0,3-48 14 0 0,1-1-1 0 0,-1 1 1 0 0,1-1-1 0 0,1 1 1 0 0,-1-1-1 0 0,1 1 1 0 0,0-1-1 0 0,0 0 1 0 0,1 1-1 0 0,0-1 1 0 0,0-1-1 0 0,0 1 1 0 0,5 6-1 0 0,-5-9-72 0 0,1 0 0 0 0,-1 0 1 0 0,0 0-1 0 0,1 0 0 0 0,-1-1 0 0 0,1 1 1 0 0,0-1-1 0 0,0 0 0 0 0,0 0 0 0 0,0-1 1 0 0,0 1-1 0 0,0-1 0 0 0,1 0 0 0 0,-1 0 0 0 0,0 0 1 0 0,1 0-1 0 0,-1-1 0 0 0,1 0 0 0 0,-1 0 1 0 0,0 0-1 0 0,1-1 0 0 0,-1 1 0 0 0,1-1 1 0 0,6-2-1 0 0,1 0-1082 0 0,0-1 1 0 0,0-1-1 0 0,0 0 1 0 0,0 0-1 0 0,-1-1 1 0 0,0-1-1 0 0,13-10 1 0 0,-3 0-3918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30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14 212 1220 0 0,'-3'-7'898'0'0,"0"0"-1"0"0,1 0 1 0 0,0-1-1 0 0,1 1 1 0 0,0-1-1 0 0,0 1 1 0 0,0-9-1 0 0,1 8-505 0 0,1 0 1 0 0,0 0-1 0 0,0 0 0 0 0,0 0 0 0 0,1 0 0 0 0,6-13 0 0 0,-7 16-353 0 0,1 0-1 0 0,0 1 1 0 0,1 0 0 0 0,-1-1-1 0 0,1 1 1 0 0,0 0-1 0 0,0 0 1 0 0,0 1-1 0 0,0-1 1 0 0,1 1 0 0 0,-1-1-1 0 0,1 1 1 0 0,0 0-1 0 0,0 1 1 0 0,0-1-1 0 0,1 1 1 0 0,-1-1-1 0 0,1 1 1 0 0,-1 0 0 0 0,1 1-1 0 0,-1-1 1 0 0,1 1-1 0 0,0 0 1 0 0,0 0-1 0 0,0 1 1 0 0,7-1-1 0 0,-6 2-26 0 0,1 0-1 0 0,0 0 1 0 0,0 0-1 0 0,0 1 0 0 0,-1 0 1 0 0,1 0-1 0 0,-1 1 0 0 0,0 0 1 0 0,0 0-1 0 0,0 0 0 0 0,0 1 1 0 0,0 0-1 0 0,0 0 0 0 0,-1 0 1 0 0,0 1-1 0 0,0 0 0 0 0,0 0 1 0 0,-1 0-1 0 0,0 1 0 0 0,4 5 1 0 0,-2-2 31 0 0,0 0 0 0 0,-1 0 0 0 0,0 1 0 0 0,-1-1 1 0 0,0 1-1 0 0,-1 0 0 0 0,0 0 0 0 0,0 0 0 0 0,-1 1 0 0 0,0-1 1 0 0,-1 0-1 0 0,0 19 0 0 0,-1-20 70 0 0,-1 0-1 0 0,-1 0 1 0 0,0 0 0 0 0,0 0-1 0 0,-4 10 1 0 0,4-15 53 0 0,1 0 0 0 0,-1 0 0 0 0,0 0 0 0 0,-1 0 0 0 0,1 0 0 0 0,-1 0 0 0 0,0-1 0 0 0,0 1 0 0 0,0-1 0 0 0,0 0-1 0 0,-7 6 1 0 0,8-8-13 0 0,-6-3 4 0 0,7 2-150 0 0,0 1 0 0 0,1-1-1 0 0,-1 0 1 0 0,0-1 0 0 0,1 1-1 0 0,-1 0 1 0 0,0 0 0 0 0,1 0 0 0 0,-1 0-1 0 0,0 0 1 0 0,0-1 0 0 0,1 1-1 0 0,-1 0 1 0 0,1-1 0 0 0,-1 1 0 0 0,0 0-1 0 0,1-1 1 0 0,-1 1 0 0 0,1-1-1 0 0,-1 1 1 0 0,1-1 0 0 0,-1 1 0 0 0,1-1-1 0 0,-1 1 1 0 0,1-1 0 0 0,0 0-1 0 0,-1 1 1 0 0,1-1 0 0 0,0 0 0 0 0,-1 1-1 0 0,1-1 1 0 0,0-1 0 0 0,-2-4-8 0 0,1 0 0 0 0,0-1-1 0 0,0 1 1 0 0,0-1 0 0 0,1 1 0 0 0,0 0 0 0 0,1-1 0 0 0,-1 1 0 0 0,1-1 0 0 0,0 1 0 0 0,1 0 0 0 0,3-10-1 0 0,-2 7-11 0 0,2-1 0 0 0,-1 1 0 0 0,1 0 0 0 0,1 0-1 0 0,-1 1 1 0 0,1-1 0 0 0,12-11 0 0 0,-11 12-3 0 0,0 2 0 0 0,0-1 1 0 0,1 1-1 0 0,-1 0 1 0 0,1 0-1 0 0,1 1 0 0 0,-1 0 1 0 0,1 1-1 0 0,0-1 0 0 0,0 2 1 0 0,0-1-1 0 0,0 1 0 0 0,0 1 1 0 0,1 0-1 0 0,0 0 0 0 0,-1 1 1 0 0,1 0-1 0 0,11 1 0 0 0,-15 1 14 0 0,0 0 0 0 0,-1 0 0 0 0,1 1 0 0 0,0 0 0 0 0,-1 0 0 0 0,1 0 0 0 0,-1 1 0 0 0,0 0 0 0 0,0 0 0 0 0,0 0 0 0 0,0 1 0 0 0,0-1-1 0 0,-1 1 1 0 0,1 0 0 0 0,-1 1 0 0 0,0-1 0 0 0,-1 1 0 0 0,1 0 0 0 0,-1 0 0 0 0,6 10 0 0 0,-7-11 14 0 0,0 1 0 0 0,0 0 0 0 0,0 0-1 0 0,-1 0 1 0 0,0 0 0 0 0,0 0 0 0 0,0 0 0 0 0,0 0 0 0 0,-1 0 0 0 0,0 0 0 0 0,0 0-1 0 0,0 0 1 0 0,0 0 0 0 0,-1 0 0 0 0,0 1 0 0 0,0-1 0 0 0,-1-1 0 0 0,1 1 0 0 0,-1 0-1 0 0,0 0 1 0 0,0 0 0 0 0,-1-1 0 0 0,1 0 0 0 0,-6 7 0 0 0,5-7 10 0 0,-1 0 0 0 0,0 0 0 0 0,0 0 0 0 0,0-1 0 0 0,0 0-1 0 0,0 1 1 0 0,-1-2 0 0 0,0 1 0 0 0,0 0 0 0 0,-9 3 0 0 0,13-6-26 0 0,1 0 0 0 0,-1 0 0 0 0,0 0 0 0 0,1 0 1 0 0,-1 0-1 0 0,1 0 0 0 0,-1 0 0 0 0,1 0 0 0 0,-1 0 0 0 0,1-1 0 0 0,-1 1 0 0 0,1 0 0 0 0,-1 0 0 0 0,1 0 0 0 0,-1-1 0 0 0,1 1 0 0 0,-1 0 0 0 0,1-1 1 0 0,-1 1-1 0 0,1 0 0 0 0,0-1 0 0 0,-1 1 0 0 0,1-1 0 0 0,0 1 0 0 0,-1 0 0 0 0,1-1 0 0 0,0 1 0 0 0,-1-1 0 0 0,1 1 0 0 0,0-1 0 0 0,0 1 0 0 0,-1-2 1 0 0,-2-14-127 0 0,3 12 108 0 0,1 0 0 0 0,1-1 0 0 0,-1 1 0 0 0,1 0 0 0 0,-1 0 0 0 0,1 0 0 0 0,0 0 0 0 0,1 0 0 0 0,-1 0 0 0 0,1 1 0 0 0,-1-1 0 0 0,1 1 0 0 0,4-4 0 0 0,7-6-38 0 0,25-19 0 0 0,-20 18 24 0 0,2 1 0 0 0,-1 0 0 0 0,45-18 0 0 0,-53 26 16 0 0,0 0 1 0 0,1 1-1 0 0,0 1 0 0 0,0 0 1 0 0,0 1-1 0 0,0 1 1 0 0,0-1-1 0 0,23 3 1 0 0,-33-1 16 0 0,0 0 0 0 0,0 0 1 0 0,0 1-1 0 0,0-1 0 0 0,0 1 1 0 0,0 0-1 0 0,0 0 1 0 0,0 0-1 0 0,-1 0 0 0 0,1 1 1 0 0,0-1-1 0 0,-1 1 0 0 0,1 0 1 0 0,-1-1-1 0 0,1 1 0 0 0,-1 0 1 0 0,0 0-1 0 0,2 4 0 0 0,-2-3 18 0 0,0 0 0 0 0,0 0-1 0 0,-1 1 1 0 0,1-1 0 0 0,-1 1-1 0 0,0-1 1 0 0,0 1 0 0 0,0-1-1 0 0,-1 1 1 0 0,1 0-1 0 0,-1-1 1 0 0,0 8 0 0 0,-2 6-66 0 0,-1 1 0 0 0,-1-1 1 0 0,0 0-1 0 0,-12 31 0 0 0,13-41-79 0 0,2-2-82 0 0,-2 2-631 0 0,0 0 0 0 0,1 0 0 0 0,0 1 0 0 0,0-1-1 0 0,0 15 1 0 0,2-22 681 0 0,0 1 0 0 0,0-1 0 0 0,0 1 0 0 0,0 0 0 0 0,0-1-1 0 0,0 1 1 0 0,0-1 0 0 0,0 1 0 0 0,1-1 0 0 0,-1 1 0 0 0,0-1 0 0 0,0 1-1 0 0,1-1 1 0 0,-1 1 0 0 0,0-1 0 0 0,1 1 0 0 0,-1-1 0 0 0,0 1 0 0 0,1 0 0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31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275 570 1680 0 0,'6'-5'907'0'0,"0"-1"0"0"0,-1 0-1 0 0,1-1 1 0 0,-2 1 0 0 0,1-1-1 0 0,0 0 1 0 0,-1 0 0 0 0,-1-1 0 0 0,1 1-1 0 0,-1-1 1 0 0,0 0 0 0 0,-1 0-1 0 0,0 0 1 0 0,0 0 0 0 0,-1 0 0 0 0,1-9-1 0 0,-2 16-890 0 0,0 0 0 0 0,0 1 1 0 0,0-1-1 0 0,-1 1 0 0 0,1-1 0 0 0,0 1 0 0 0,0-1 0 0 0,0 0 0 0 0,-1 1 0 0 0,1-1 0 0 0,0 1 0 0 0,0-1 1 0 0,-1 1-1 0 0,1-1 0 0 0,0 1 0 0 0,-1-1 0 0 0,1 1 0 0 0,-1 0 0 0 0,1-1 0 0 0,-1 1 0 0 0,1-1 1 0 0,-1 1-1 0 0,1 0 0 0 0,-1-1 0 0 0,1 1 0 0 0,-1 0 0 0 0,1 0 0 0 0,-1 0 0 0 0,1-1 0 0 0,-1 1 0 0 0,0 0 1 0 0,1 0-1 0 0,-1 0 0 0 0,1 0 0 0 0,-1 0 0 0 0,0 0 0 0 0,1 0 0 0 0,-1 0 0 0 0,1 0 0 0 0,-1 0 0 0 0,0 0 1 0 0,1 1-1 0 0,-2-1 0 0 0,-27 9 34 0 0,25-7-3 0 0,-13 5-19 0 0,0 1 0 0 0,1 0-1 0 0,0 2 1 0 0,-25 19 0 0 0,13-7-2 0 0,-36 40 1 0 0,53-51-22 0 0,0 0 0 0 0,2 1 0 0 0,-1 0-1 0 0,2 1 1 0 0,-1 0 0 0 0,2 1 0 0 0,-11 25-1 0 0,17-38 0 0 0,1 0 0 0 0,-1 1-1 0 0,1-1 1 0 0,0 0 0 0 0,0 1 0 0 0,0-1-1 0 0,0 0 1 0 0,0 1 0 0 0,0-1 0 0 0,0 1-1 0 0,0-1 1 0 0,0 0 0 0 0,1 1-1 0 0,-1-1 1 0 0,0 0 0 0 0,1 1 0 0 0,0-1-1 0 0,-1 0 1 0 0,1 0 0 0 0,-1 0-1 0 0,1 1 1 0 0,0-1 0 0 0,0 0 0 0 0,0 0-1 0 0,0 0 1 0 0,0 0 0 0 0,0 0-1 0 0,0 0 1 0 0,0-1 0 0 0,0 1 0 0 0,0 0-1 0 0,0 0 1 0 0,1-1 0 0 0,0 1-1 0 0,3 1-5 0 0,0 0 0 0 0,-1 0-1 0 0,1-1 1 0 0,0 0-1 0 0,-1 0 1 0 0,1 0-1 0 0,0-1 1 0 0,0 0-1 0 0,6 0 1 0 0,0-1-61 0 0,0 0 1 0 0,0-1-1 0 0,0-1 1 0 0,0 0-1 0 0,0 0 1 0 0,0-1-1 0 0,-1 0 1 0 0,10-6 0 0 0,-3 0-34 0 0,-2 0 1 0 0,1 0-1 0 0,-1-2 1 0 0,16-16-1 0 0,2-7 131 0 0,-1-2-1 0 0,50-76 1 0 0,-75 106-127 0 0,-5 12 21 0 0,-4 13 40 0 0,-22 50 68 0 0,15-45 3 0 0,0 0 0 0 0,2 1-1 0 0,1 0 1 0 0,0 1 0 0 0,-3 45 0 0 0,9-68-32 0 0,0 0 0 0 0,0 0 0 0 0,1 1 0 0 0,-1-1 0 0 0,0 0 0 0 0,1 0-1 0 0,-1 0 1 0 0,1 0 0 0 0,0 0 0 0 0,-1 0 0 0 0,1 0 0 0 0,0 0 0 0 0,0 0 0 0 0,1 0 0 0 0,-1-1-1 0 0,0 1 1 0 0,1 0 0 0 0,-1-1 0 0 0,3 3 0 0 0,-2-2 1 0 0,1-1 0 0 0,0 1 0 0 0,0 0 0 0 0,0-1 0 0 0,0 0 0 0 0,0 0 1 0 0,0 0-1 0 0,0 0 0 0 0,0 0 0 0 0,0-1 0 0 0,6 1 0 0 0,1-1-58 0 0,1 0 0 0 0,-1-1 0 0 0,1 0 0 0 0,-1-1-1 0 0,0 0 1 0 0,0 0 0 0 0,10-5 0 0 0,-4 1-209 0 0,-1-1-1 0 0,-1 0 1 0 0,0-1-1 0 0,0-1 1 0 0,0 0-1 0 0,-1-1 1 0 0,16-16 0 0 0,-11 8-47 0 0,-1-1 0 0 0,-1 0 0 0 0,-1-2 0 0 0,15-24 0 0 0,-1-9-7 0 0,-3-1 1 0 0,-2-1-1 0 0,19-65 1 0 0,-20 36 2540 0 0,18-123 0 0 0,-41 207-2161 0 0,-3 5-29 0 0,-6 15-20 0 0,-9 29-25 0 0,-13 57 9 0 0,-1-2 85 0 0,4 1 0 0 0,-15 118 1 0 0,42-210-63 0 0,0 0 0 0 0,0 0 0 0 0,1-1 0 0 0,0 1 0 0 0,1 0 0 0 0,1 0 0 0 0,3 14 0 0 0,-4-21-16 0 0,1-1 0 0 0,0 0 0 0 0,0 1 0 0 0,0-1 0 0 0,0 0 0 0 0,1 0 0 0 0,-1 0 0 0 0,1-1 0 0 0,0 1 0 0 0,0 0 1 0 0,1-1-1 0 0,-1 0 0 0 0,1 0 0 0 0,-1 0 0 0 0,1 0 0 0 0,0-1 0 0 0,0 1 0 0 0,0-1 0 0 0,1 0 0 0 0,-1 0 0 0 0,5 1 0 0 0,2-1-41 0 0,-1 0 1 0 0,0 0-1 0 0,1-1 0 0 0,-1 0 1 0 0,1-1-1 0 0,0 0 1 0 0,-1 0-1 0 0,1-1 0 0 0,-1-1 1 0 0,0 0-1 0 0,1 0 0 0 0,-1-1 1 0 0,0-1-1 0 0,0 1 1 0 0,0-1-1 0 0,-1-1 0 0 0,0 0 1 0 0,17-12-1 0 0,-13 8-43 0 0,0-1 0 0 0,-1 0 0 0 0,0-1 0 0 0,0 0 1 0 0,-2-1-1 0 0,1 0 0 0 0,-1 0 0 0 0,-1-2 0 0 0,0 1 0 0 0,-1-1 0 0 0,12-28 0 0 0,-16 31 134 0 0,-1 0 0 0 0,0 0 0 0 0,-1 0 0 0 0,0-1 0 0 0,0-13 0 0 0,-2 19 1 0 0,0 0 1 0 0,0 0 0 0 0,-1 1-1 0 0,1-1 1 0 0,-1 0 0 0 0,-1 0-1 0 0,1 0 1 0 0,-1 0 0 0 0,0 1 0 0 0,0-1-1 0 0,-1 1 1 0 0,-3-6 0 0 0,5 10-63 0 0,1-1 0 0 0,-1 1 0 0 0,0 0 1 0 0,1 0-1 0 0,-1 0 0 0 0,0 0 0 0 0,0 0 1 0 0,0 0-1 0 0,0 0 0 0 0,0 1 0 0 0,0-1 1 0 0,0 0-1 0 0,0 0 0 0 0,0 1 1 0 0,0-1-1 0 0,0 1 0 0 0,0-1 0 0 0,0 1 1 0 0,-1-1-1 0 0,1 1 0 0 0,0 0 0 0 0,0-1 1 0 0,-1 1-1 0 0,1 0 0 0 0,0 0 0 0 0,0 0 1 0 0,-1 0-1 0 0,1 0 0 0 0,0 0 1 0 0,-1 0-1 0 0,1 1 0 0 0,0-1 0 0 0,0 0 1 0 0,0 1-1 0 0,-1-1 0 0 0,1 1 0 0 0,0-1 1 0 0,0 1-1 0 0,0 0 0 0 0,0-1 0 0 0,0 1 1 0 0,0 0-1 0 0,0 0 0 0 0,0 0 0 0 0,0 0 1 0 0,0 0-1 0 0,-1 2 0 0 0,-1-1-7 0 0,0 2 6 0 0,1-2 1 0 0,1 0 0 0 0,0-1 0 0 0,-1 1 0 0 0,1 0 0 0 0,0 0 0 0 0,0 0 0 0 0,0 0 0 0 0,0 1 0 0 0,1-1 1 0 0,-1 0-1 0 0,1 0 0 0 0,-1 0 0 0 0,1 1 0 0 0,0-1 0 0 0,-1 0 0 0 0,1 1 0 0 0,0-1 0 0 0,1 0 0 0 0,-1 0 1 0 0,0 1-1 0 0,1-1 0 0 0,-1 0 0 0 0,1 0 0 0 0,0 0 0 0 0,0 1 0 0 0,-1-1 0 0 0,4 4 0 0 0,0-1-8 0 0,1 0 1 0 0,-1 0-1 0 0,1 0 0 0 0,0 0 0 0 0,1-1 1 0 0,-1 0-1 0 0,1 0 0 0 0,0 0 0 0 0,0-1 1 0 0,0 0-1 0 0,0 0 0 0 0,0 0 0 0 0,1-1 0 0 0,0 0 1 0 0,8 1-1 0 0,6 2-132 0 0,1-2 0 0 0,0 0 0 0 0,32-1 0 0 0,-41-2 88 0 0,-1-1-1 0 0,0 0 1 0 0,0 0 0 0 0,0-1-1 0 0,0-1 1 0 0,0 0 0 0 0,15-6-1 0 0,-22 7 46 0 0,-1-1 0 0 0,1 1 0 0 0,0-1 0 0 0,-1 0 0 0 0,1 0 0 0 0,-1 0 0 0 0,0-1 0 0 0,0 1 0 0 0,0-1 0 0 0,-1 0 0 0 0,1 0 0 0 0,-1 0 0 0 0,0-1 0 0 0,0 1-1 0 0,0-1 1 0 0,-1 0 0 0 0,0 0 0 0 0,1 0 0 0 0,0-6 0 0 0,-1 6 40 0 0,-1 1-1 0 0,0 0 1 0 0,0-1-1 0 0,0 1 1 0 0,-1-1-1 0 0,0 1 1 0 0,1-1-1 0 0,-2 0 1 0 0,1 1-1 0 0,0-1 1 0 0,-2-4-1 0 0,1 8-32 0 0,1 0 0 0 0,-1 1 1 0 0,1-1-1 0 0,-1 0 0 0 0,0 1 0 0 0,1-1 0 0 0,-1 0 0 0 0,0 1 1 0 0,0-1-1 0 0,1 1 0 0 0,-1-1 0 0 0,0 1 0 0 0,0 0 0 0 0,0-1 1 0 0,0 1-1 0 0,0 0 0 0 0,1 0 0 0 0,-1-1 0 0 0,0 1 0 0 0,0 0 0 0 0,0 0 1 0 0,0 0-1 0 0,0 0 0 0 0,0 0 0 0 0,0 0 0 0 0,0 0 0 0 0,0 0 1 0 0,0 1-1 0 0,0-1 0 0 0,1 0 0 0 0,-1 1 0 0 0,0-1 0 0 0,-1 1 0 0 0,-12 8 49 0 0,0 1 0 0 0,0 0 0 0 0,1 1-1 0 0,0 1 1 0 0,1 0 0 0 0,1 1-1 0 0,-16 22 1 0 0,2 0 214 0 0,-37 74 0 0 0,56-98-217 0 0,1 0 0 0 0,0 0 0 0 0,1 0 1 0 0,1 1-1 0 0,-5 23 0 0 0,7-32-30 0 0,1 1-1 0 0,0-1 1 0 0,0 0-1 0 0,0 0 1 0 0,0 1-1 0 0,0-1 1 0 0,1 0-1 0 0,-1 0 1 0 0,1 1 0 0 0,0-1-1 0 0,0 0 1 0 0,0 0-1 0 0,1 0 1 0 0,-1 0-1 0 0,1 0 1 0 0,-1 0-1 0 0,1 0 1 0 0,0-1 0 0 0,0 1-1 0 0,0-1 1 0 0,1 1-1 0 0,-1-1 1 0 0,1 0-1 0 0,-1 0 1 0 0,1 0-1 0 0,4 3 1 0 0,1-1-193 0 0,0-1 1 0 0,1 1-1 0 0,-1-2 0 0 0,1 1 1 0 0,0-1-1 0 0,0 0 1 0 0,0-1-1 0 0,0 0 0 0 0,0 0 1 0 0,0-1-1 0 0,0 0 0 0 0,0-1 1 0 0,0 0-1 0 0,0 0 0 0 0,0-1 1 0 0,0 0-1 0 0,-1-1 1 0 0,1 0-1 0 0,-1 0 0 0 0,13-7 1 0 0,-5 2-193 0 0,-1-1 0 0 0,-1 0 1 0 0,0-1-1 0 0,0 0 0 0 0,-1-1 1 0 0,0-1-1 0 0,-1 0 1 0 0,0-1-1 0 0,19-27 0 0 0,-13 11 828 0 0,23-52-1 0 0,-26 46 2155 0 0,12-45 1 0 0,-22 70-2438 0 0,-4 17-48 0 0,-3 15-53 0 0,-18 69-40 0 0,-4 30 484 0 0,22-106-940 0 0,1-1 0 0 0,1 0 0 0 0,0 1 0 0 0,1-1 0 0 0,0 0-1 0 0,5 20 1 0 0,-5-31-7 0 0,0 0 0 0 0,0 0-1 0 0,0-1 1 0 0,0 1 0 0 0,1-1-1 0 0,-1 1 1 0 0,1-1 0 0 0,-1 0 0 0 0,1 1-1 0 0,3 1 1 0 0,15-6-5175 0 0,-10-6 3707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3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1 212 3448 0 0,'15'-26'1718'0'0,"1"0"-1"0"0,38-47 0 0 0,-46 64-1462 0 0,0 1 0 0 0,0 0-1 0 0,1 0 1 0 0,0 1 0 0 0,0 0-1 0 0,0 0 1 0 0,1 1 0 0 0,0 1-1 0 0,1 0 1 0 0,19-8 0 0 0,-27 12-204 0 0,-1 0 0 0 0,1 1 0 0 0,0-1 0 0 0,-1 1 1 0 0,1 0-1 0 0,-1-1 0 0 0,1 1 0 0 0,0 0 0 0 0,-1 1 0 0 0,1-1 0 0 0,0 0 1 0 0,-1 1-1 0 0,1-1 0 0 0,-1 1 0 0 0,1 0 0 0 0,-1 0 0 0 0,1 0 1 0 0,-1 0-1 0 0,0 0 0 0 0,1 1 0 0 0,-1-1 0 0 0,0 1 0 0 0,0-1 1 0 0,0 1-1 0 0,0 0 0 0 0,0 0 0 0 0,-1 0 0 0 0,1 0 0 0 0,0 0 0 0 0,-1 0 1 0 0,1 0-1 0 0,-1 1 0 0 0,0-1 0 0 0,0 0 0 0 0,0 1 0 0 0,1 4 1 0 0,0 0 223 0 0,0 1 0 0 0,0-1 1 0 0,-1 1-1 0 0,0-1 0 0 0,0 1 1 0 0,-1-1-1 0 0,0 1 0 0 0,0 0 1 0 0,-1-1-1 0 0,0 1 0 0 0,-3 10 1 0 0,-5 8 287 0 0,-2 0 0 0 0,-1 0 0 0 0,-21 31 1 0 0,-2 8 60 0 0,34-64-570 0 0,1 0-51 0 0,0-1 0 0 0,1 0 1 0 0,-1 1-1 0 0,0-1 0 0 0,0 0 0 0 0,0 0 0 0 0,1 1 0 0 0,-1-1 0 0 0,0 0 0 0 0,0 0 0 0 0,1 1 0 0 0,-1-1 0 0 0,0 0 0 0 0,1 0 0 0 0,-1 0 0 0 0,0 1 0 0 0,1-1 0 0 0,-1 0 0 0 0,0 0 0 0 0,1 0 0 0 0,-1 0 0 0 0,0 0 0 0 0,1 0 0 0 0,-1 0 0 0 0,0 0 0 0 0,1 0 0 0 0,-1 0 0 0 0,1 0 0 0 0,-1 0 0 0 0,0 0 0 0 0,1 0 0 0 0,11-2 4 0 0,-12 2-7 0 0,17-5-76 0 0,-1 0 0 0 0,1-2 0 0 0,-1 0-1 0 0,0-1 1 0 0,-1-1 0 0 0,0 0 0 0 0,21-17 0 0 0,-24 18 4 0 0,110-86-509 0 0,-110 84 557 0 0,-2 0 1 0 0,1-1 0 0 0,-1 0-1 0 0,-1-1 1 0 0,0 0-1 0 0,-1 0 1 0 0,0-1-1 0 0,8-17 1 0 0,-16 29 23 0 0,1-1-1 0 0,0 1 1 0 0,-1 0-1 0 0,0 0 1 0 0,1-1 0 0 0,-1 1-1 0 0,0 0 1 0 0,1-1 0 0 0,-1 1-1 0 0,0 0 1 0 0,0-1-1 0 0,0 1 1 0 0,0 0 0 0 0,0-1-1 0 0,-1 1 1 0 0,1 0-1 0 0,-1-3 1 0 0,1 4-1 0 0,-1-1 1 0 0,1 1-1 0 0,-1-1 1 0 0,1 0-1 0 0,-1 1 0 0 0,1 0 1 0 0,-1-1-1 0 0,0 1 0 0 0,1-1 1 0 0,-1 1-1 0 0,0 0 0 0 0,1-1 1 0 0,-1 1-1 0 0,0 0 1 0 0,1 0-1 0 0,-1-1 0 0 0,0 1 1 0 0,1 0-1 0 0,-1 0 0 0 0,0 0 1 0 0,-1 0-1 0 0,-2 0-1 0 0,0 1-1 0 0,0-1 1 0 0,0 1-1 0 0,0 0 1 0 0,1 0-1 0 0,-1 0 1 0 0,-5 3-1 0 0,-2 1 17 0 0,1 2-1 0 0,0-1 0 0 0,0 1 0 0 0,1 1 1 0 0,0 0-1 0 0,1 0 0 0 0,-16 18 1 0 0,20-20-4 0 0,-1 1 0 0 0,0-1 0 0 0,1 1 0 0 0,1 0 1 0 0,-1 0-1 0 0,1 0 0 0 0,0 1 0 0 0,1-1 1 0 0,-1 1-1 0 0,1-1 0 0 0,1 1 0 0 0,-2 14 1 0 0,3-18 8 0 0,1-1 0 0 0,-1 0 0 0 0,0 0 0 0 0,1 0 0 0 0,0 0 0 0 0,-1 0 0 0 0,1 0 0 0 0,0 0 1 0 0,1 0-1 0 0,-1 0 0 0 0,0 0 0 0 0,1-1 0 0 0,0 1 0 0 0,-1-1 0 0 0,1 1 0 0 0,4 3 0 0 0,-2-2-2 0 0,0-1 0 0 0,1 1-1 0 0,0-1 1 0 0,0 0-1 0 0,0 0 1 0 0,0 0 0 0 0,0-1-1 0 0,8 3 1 0 0,5 0-528 0 0,0-1 0 0 0,1-1 0 0 0,-1 0 0 0 0,30 0 0 0 0,-33-3-1724 0 0,0-1 0 0 0,17-2 0 0 0,2-3-4935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32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52 1588 0 0,'-62'-20'10642'0'0,"4"2"-4386"0"0,56 17-6046 0 0,-12-4 119 0 0,4 1-3389 0 0,-13 0-5387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32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1 16 0 0,'-164'6'8633'0'0,"-26"3"-69"0"0,187-9-7673 0 0,7 0-755 0 0,210 7-1972 0 0,-69 2-5564 0 0,-140-9 7036 0 0,47 3-5872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32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4448 0 0,'76'31'17389'0'0,"-73"-30"-16726"0"0,0 0 1 0 0,-1 0 0 0 0,1-1-1 0 0,0 1 1 0 0,0-1-1 0 0,-1 0 1 0 0,1 0 0 0 0,0 0-1 0 0,0 0 1 0 0,0 0-1 0 0,4-1 1 0 0,22-10-1055 0 0,-23 9-908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52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831 77 284 0 0,'-24'-12'8009'0'0,"20"9"-7153"0"0,-19-6 3131 0 0,22 9-3903 0 0,0 0 0 0 0,0 0 0 0 0,0 0 1 0 0,0 0-1 0 0,0 0 0 0 0,0 0 0 0 0,0 0 0 0 0,0 1 0 0 0,0-1 0 0 0,0 0 1 0 0,0 0-1 0 0,0 1 0 0 0,0-1 0 0 0,1 1 0 0 0,-1-1 0 0 0,0 1 0 0 0,0-1 0 0 0,0 1 1 0 0,1-1-1 0 0,-1 1 0 0 0,0 0 0 0 0,0 0 0 0 0,1-1 0 0 0,-2 2 0 0 0,1 0-38 0 0,0-1-1 0 0,1 1 0 0 0,-1 0 0 0 0,0 0 0 0 0,0-1 0 0 0,1 1 0 0 0,-1 0 1 0 0,1 0-1 0 0,0 0 0 0 0,-1 0 0 0 0,1 0 0 0 0,0-1 0 0 0,0 1 0 0 0,0 0 1 0 0,1 0-1 0 0,-1 0 0 0 0,0 0 0 0 0,1 0 0 0 0,-1 0 0 0 0,1-1 0 0 0,-1 1 1 0 0,1 0-1 0 0,0 0 0 0 0,0-1 0 0 0,0 1 0 0 0,0 0 0 0 0,0-1 1 0 0,0 1-1 0 0,2 1 0 0 0,-1-1-10 0 0,0 1-1 0 0,0-1 1 0 0,0 0 0 0 0,1 0-1 0 0,-1 0 1 0 0,1 0 0 0 0,0 0 0 0 0,0 0-1 0 0,-1-1 1 0 0,1 1 0 0 0,0-1 0 0 0,0 0-1 0 0,0 0 1 0 0,0 0 0 0 0,1 0-1 0 0,-1 0 1 0 0,6 0 0 0 0,-3-1-24 0 0,0 0 1 0 0,1-1 0 0 0,-1 1-1 0 0,1-1 1 0 0,-1 0-1 0 0,0-1 1 0 0,1 0-1 0 0,-1 0 1 0 0,0 0 0 0 0,0 0-1 0 0,-1-1 1 0 0,1 0-1 0 0,0-1 1 0 0,-1 1-1 0 0,0-1 1 0 0,0 0 0 0 0,0 0-1 0 0,0-1 1 0 0,7-8-1 0 0,-7 7-10 0 0,-4 5-1 0 0,0 0-1 0 0,0-1 1 0 0,0 1-1 0 0,0-1 1 0 0,0 1-1 0 0,0-1 1 0 0,-1 1-1 0 0,1-1 1 0 0,0 0-1 0 0,-1 0 1 0 0,1 1 0 0 0,-1-1-1 0 0,0 0 1 0 0,0 0-1 0 0,1-2 1 0 0,-1 2-6 0 0,0 0 1 0 0,1 0-1 0 0,-1 0 1 0 0,0 0-1 0 0,0 0 1 0 0,0 0-1 0 0,0 0 1 0 0,0 0-1 0 0,-1 0 1 0 0,1 0-1 0 0,-1 0 1 0 0,1 0-1 0 0,-1 0 1 0 0,0 0-1 0 0,1 0 1 0 0,-1 0-1 0 0,0 0 1 0 0,0 0-1 0 0,-1 1 1 0 0,1-1-1 0 0,-2-2 1 0 0,1 3-2 0 0,-1-1 1 0 0,1 1-1 0 0,0 0 0 0 0,-1 0 0 0 0,1 0 1 0 0,-1 0-1 0 0,0 0 0 0 0,1 0 1 0 0,-1 1-1 0 0,0-1 0 0 0,1 1 0 0 0,-1 0 1 0 0,0 0-1 0 0,0 0 0 0 0,1 0 1 0 0,-5 1-1 0 0,-6 1-3 0 0,-1 1 1 0 0,1 1-1 0 0,-1 0 1 0 0,1 1-1 0 0,0 0 1 0 0,-20 12-1 0 0,12-7-17 0 0,-31 18 19 0 0,0 2 0 0 0,-92 73 0 0 0,133-94 12 0 0,2-1-1 0 0,-1 2 1 0 0,-13 16 0 0 0,19-20 10 0 0,0-1 1 0 0,1 0-1 0 0,0 1 1 0 0,0-1-1 0 0,0 1 1 0 0,1 0-1 0 0,-1 0 1 0 0,1 0-1 0 0,-1 9 1 0 0,2-12-5 0 0,2 1 1 0 0,-1-1-1 0 0,0 0 0 0 0,0 0 1 0 0,1 0-1 0 0,0 0 0 0 0,0 0 1 0 0,-1 0-1 0 0,2-1 0 0 0,-1 1 0 0 0,0 0 1 0 0,1 0-1 0 0,-1-1 0 0 0,1 1 1 0 0,0-1-1 0 0,-1 1 0 0 0,1-1 1 0 0,1 0-1 0 0,-1 1 0 0 0,0-1 1 0 0,0 0-1 0 0,1-1 0 0 0,-1 1 1 0 0,1 0-1 0 0,0-1 0 0 0,3 2 1 0 0,7 4 5 0 0,-1-1 0 0 0,2-1 1 0 0,-1-1-1 0 0,16 5 1 0 0,0-3 5 0 0,-1-1 1 0 0,1-1 0 0 0,0-2-1 0 0,0 0 1 0 0,58-6 0 0 0,-64 1-61 0 0,-22 3 35 0 0,-1 0 1 0 0,0 0-1 0 0,0 0 0 0 0,0 0 0 0 0,1 0 1 0 0,-1 0-1 0 0,0 0 0 0 0,0 0 1 0 0,0 0-1 0 0,0 0 0 0 0,1 0 0 0 0,-1 0 1 0 0,0 0-1 0 0,0 0 0 0 0,0 0 1 0 0,1-1-1 0 0,-1 1 0 0 0,0 0 0 0 0,0 0 1 0 0,0 0-1 0 0,0 0 0 0 0,0 0 1 0 0,1 0-1 0 0,-1 0 0 0 0,0 0 0 0 0,0-1 1 0 0,0 1-1 0 0,0 0 0 0 0,0 0 1 0 0,0 0-1 0 0,0 0 0 0 0,1-1 0 0 0,-1 1 1 0 0,0 0-1 0 0,0 0 0 0 0,0 0 1 0 0,0 0-1 0 0,0-1 0 0 0,0 1 1 0 0,0 0-1 0 0,0 0 0 0 0,0 0 0 0 0,0 0 1 0 0,0-1-1 0 0,0 1 0 0 0,0 0 1 0 0,0 0-1 0 0,0 0 0 0 0,0-1 0 0 0,0 1 1 0 0,0 0-1 0 0,0 0 0 0 0,0 0 1 0 0,-1 0-1 0 0,1-1 0 0 0,0 1 0 0 0,0 0 1 0 0,0 0-1 0 0,0 0 0 0 0,0 0 1 0 0,0 0-1 0 0,0-1 0 0 0,-1 1 0 0 0,1 0 1 0 0,0 0-1 0 0,0 0 0 0 0,0 0 1 0 0,-1 0 0 0 0,0-1 1 0 0,0 1-1 0 0,0 0 1 0 0,0 0 0 0 0,0 0-1 0 0,0 0 1 0 0,0 0 0 0 0,0 0-1 0 0,0 0 1 0 0,0 0-1 0 0,0 0 1 0 0,0 1 0 0 0,0-1-1 0 0,0 0 1 0 0,-1 1 0 0 0,-1 0-3 0 0,-37 7-25 0 0,-1 1-1 0 0,-75 29 0 0 0,-71 43 133 0 0,176-76-96 0 0,-163 84 470 0 0,142-70-241 0 0,1 1 1 0 0,1 1-1 0 0,-35 33 1 0 0,56-45-127 0 0,1-1 1 0 0,0 1-1 0 0,0 0 1 0 0,1 1-1 0 0,-12 18 1 0 0,18-26-89 0 0,0 0 0 0 0,0 1 1 0 0,0-1-1 0 0,0 0 0 0 0,1 0 0 0 0,-1 0 0 0 0,0 0 0 0 0,1 1 1 0 0,0-1-1 0 0,-1 0 0 0 0,1 1 0 0 0,0-1 0 0 0,0 0 1 0 0,1 1-1 0 0,-1-1 0 0 0,0 0 0 0 0,1 0 0 0 0,-1 1 0 0 0,1-1 1 0 0,0 0-1 0 0,0 0 0 0 0,0 0 0 0 0,0 0 0 0 0,0 0 1 0 0,0 0-1 0 0,0 0 0 0 0,1 0 0 0 0,-1 0 0 0 0,1 0 0 0 0,-1-1 1 0 0,1 1-1 0 0,0-1 0 0 0,0 1 0 0 0,-1-1 0 0 0,1 0 1 0 0,0 0-1 0 0,3 2 0 0 0,3 1 1 0 0,0-1 0 0 0,0 0 1 0 0,0 0-1 0 0,1-1 0 0 0,-1 1 0 0 0,1-2 1 0 0,15 2-1 0 0,65-2 57 0 0,-84-1-75 0 0,56-3-234 0 0,0-2 0 0 0,111-24-1 0 0,-76 1-3693 0 0,-5-8-4899 0 0,-68 26 3938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53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485 81 2604 0 0,'3'-7'2779'0'0,"-1"-1"0"0"0,1 0 0 0 0,1-12 0 0 0,-4-9 1691 0 0,0 28-4423 0 0,0 1 0 0 0,-1-1 0 0 0,1 1 0 0 0,0-1 0 0 0,0 1 0 0 0,-1-1 0 0 0,1 1 0 0 0,0 0 1 0 0,0-1-1 0 0,-1 1 0 0 0,1-1 0 0 0,0 1 0 0 0,-1 0 0 0 0,1-1 0 0 0,-1 1 0 0 0,1 0 0 0 0,-1 0 0 0 0,1-1 0 0 0,0 1 1 0 0,-1 0-1 0 0,1 0 0 0 0,-1 0 0 0 0,1-1 0 0 0,-1 1 0 0 0,1 0 0 0 0,-1 0 0 0 0,1 0 0 0 0,-1 0 0 0 0,1 0 1 0 0,-1 0-1 0 0,0 0 0 0 0,-15 2 378 0 0,16-2-444 0 0,-15 5 230 0 0,0 0-1 0 0,0 1 1 0 0,1 1 0 0 0,0 0-1 0 0,1 1 1 0 0,0 1 0 0 0,-15 11-1 0 0,23-16-167 0 0,2-2-23 0 0,-114 89 554 0 0,103-79-539 0 0,1 0 0 0 0,1 2-1 0 0,0-1 1 0 0,1 2 0 0 0,0-1 0 0 0,-9 19 0 0 0,18-31-29 0 0,1 1 1 0 0,-1-1-1 0 0,1 1 0 0 0,0-1 1 0 0,0 1-1 0 0,0 0 1 0 0,0 0-1 0 0,1-1 0 0 0,-1 1 1 0 0,1 0-1 0 0,0 0 0 0 0,-1 0 1 0 0,1 0-1 0 0,0-1 1 0 0,1 1-1 0 0,-1 0 0 0 0,0 0 1 0 0,1 0-1 0 0,0 0 1 0 0,0-1-1 0 0,0 1 0 0 0,0 0 1 0 0,0-1-1 0 0,0 1 1 0 0,3 4-1 0 0,-1-4-6 0 0,0-1 0 0 0,0 1 0 0 0,0 0 1 0 0,1-1-1 0 0,-1 0 0 0 0,1 1 0 0 0,-1-1 0 0 0,1-1 1 0 0,0 1-1 0 0,-1 0 0 0 0,1-1 0 0 0,0 0 0 0 0,0 0 0 0 0,0 0 1 0 0,0 0-1 0 0,0-1 0 0 0,5 0 0 0 0,1 0-37 0 0,0 0 1 0 0,0-1-1 0 0,0 0 0 0 0,0-1 0 0 0,0 0 0 0 0,-1-1 1 0 0,1 0-1 0 0,-1 0 0 0 0,0-1 0 0 0,0 0 0 0 0,0-1 1 0 0,0 0-1 0 0,-1 0 0 0 0,1-1 0 0 0,-2 0 0 0 0,1 0 1 0 0,-1-1-1 0 0,11-11 0 0 0,-3 0 43 0 0,-1 0 0 0 0,-1-1 0 0 0,0-1 1 0 0,-1 0-1 0 0,-1 0 0 0 0,14-39 0 0 0,-24 54 661 0 0,-3 6-74 0 0,-12 15 399 0 0,-16 28 414 0 0,-275 579 2709 0 0,288-584-4209 0 0,-91 234-1310 0 0,106-258-2110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53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79 133 328 0 0,'24'-126'20559'0'0,"-34"142"-19416"0"0,-11 24-632 0 0,7-13-195 0 0,5-10-228 0 0,0-1 0 0 0,1 1-1 0 0,1 1 1 0 0,0-1-1 0 0,2 1 1 0 0,-7 36-1 0 0,12-52-96 0 0,0 0 0 0 0,0 1 0 0 0,0-1 0 0 0,0 1 0 0 0,0-1 0 0 0,0 0 0 0 0,1 1-1 0 0,0-1 1 0 0,-1 0 0 0 0,1 1 0 0 0,0-1 0 0 0,0 0 0 0 0,0 0 0 0 0,0 0 0 0 0,1 1 0 0 0,-1-2 0 0 0,0 1 0 0 0,1 0 0 0 0,-1 0-1 0 0,1 0 1 0 0,0-1 0 0 0,0 1 0 0 0,0 0 0 0 0,0-1 0 0 0,0 0 0 0 0,0 0 0 0 0,0 1 0 0 0,0-1 0 0 0,0 0 0 0 0,1-1 0 0 0,-1 1-1 0 0,0 0 1 0 0,1-1 0 0 0,-1 1 0 0 0,0-1 0 0 0,5 1 0 0 0,3-1-188 0 0,0 1 0 0 0,-1-1 0 0 0,1 0 0 0 0,0-1 0 0 0,0-1 0 0 0,0 1 1 0 0,17-6-1 0 0,-11 0 62 0 0,0 0-1 0 0,0 0 1 0 0,-1-2 0 0 0,0 0 0 0 0,0 0 0 0 0,-1-2 0 0 0,-1 0 0 0 0,1 0-1 0 0,19-23 1 0 0,-4-1 150 0 0,-2-1-1 0 0,36-61 1 0 0,-55 82 349 0 0,-12 18 455 0 0,-20 27 765 0 0,15-19-1517 0 0,-11 14 337 0 0,0 2 0 0 0,-19 36 0 0 0,31-48-332 0 0,0 0 0 0 0,2 1 0 0 0,-1-1-1 0 0,2 1 1 0 0,0 1 0 0 0,-2 19 0 0 0,6-34-95 0 0,1 1 1 0 0,0-1 0 0 0,-1 1 0 0 0,1-1 0 0 0,0 1 0 0 0,0-1 0 0 0,1 0 0 0 0,-1 1-1 0 0,0-1 1 0 0,1 1 0 0 0,0-1 0 0 0,-1 1 0 0 0,1-1 0 0 0,0 0 0 0 0,0 0 0 0 0,0 1-1 0 0,1-1 1 0 0,-1 0 0 0 0,0 0 0 0 0,3 2 0 0 0,-2-2-112 0 0,1 0 0 0 0,0 0 0 0 0,0 0 0 0 0,-1-1-1 0 0,1 1 1 0 0,0-1 0 0 0,0 0 0 0 0,0 1 0 0 0,1-1 0 0 0,-1-1 0 0 0,0 1 0 0 0,0 0 0 0 0,5-1 0 0 0,4 1-464 0 0,0-1 1 0 0,0-1-1 0 0,-1 0 1 0 0,1-1 0 0 0,0 0-1 0 0,-1-1 1 0 0,18-6-1 0 0,-8 0 23 0 0,-1-1-1 0 0,1-1 0 0 0,-2-1 1 0 0,1 0-1 0 0,-2-2 0 0 0,0 0 1 0 0,0-1-1 0 0,17-20 0 0 0,-16 15 900 0 0,-2-2 0 0 0,0 0 0 0 0,22-38 0 0 0,-16 6 2987 0 0,-12 24 787 0 0,-12 31-3986 0 0,0-1 1 0 0,-1 1-1 0 0,1 0 0 0 0,0 0 0 0 0,0 0 1 0 0,-1-1-1 0 0,1 1 0 0 0,0 0 0 0 0,0 0 1 0 0,0 1-1 0 0,0-1 0 0 0,0 0 1 0 0,1 0-1 0 0,-1 0 0 0 0,-1 3 0 0 0,-12 22 857 0 0,13-24-872 0 0,-13 25 601 0 0,2 1 0 0 0,-11 37-1 0 0,20-55-614 0 0,0 0 0 0 0,1 1 0 0 0,0 0 0 0 0,1-1 0 0 0,0 1 0 0 0,1 0 0 0 0,0 0 0 0 0,1 0 0 0 0,3 19 0 0 0,-4-27-53 0 0,1-1-1 0 0,0 1 0 0 0,0 0 1 0 0,0-1-1 0 0,1 1 0 0 0,-1 0 1 0 0,0-1-1 0 0,1 0 0 0 0,0 1 1 0 0,0-1-1 0 0,-1 0 1 0 0,1 0-1 0 0,1 0 0 0 0,-1 0 1 0 0,0 0-1 0 0,0 0 0 0 0,1-1 1 0 0,2 2-1 0 0,0 0-77 0 0,0-1-1 0 0,0-1 1 0 0,0 1-1 0 0,0-1 1 0 0,0 0-1 0 0,1 0 1 0 0,-1-1-1 0 0,0 1 1 0 0,8-1-1 0 0,0-2-632 0 0,1 1 0 0 0,-1-1 0 0 0,0-1 0 0 0,1 0 0 0 0,-1-1 0 0 0,-1-1 0 0 0,14-6 0 0 0,-13 4-879 0 0,0 0 0 0 0,15-12-1 0 0,3-9-5244 0 0,-14 8-917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54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58 536 0 0,'-91'-52'10835'0'0,"90"51"-10775"0"0,0 1 0 0 0,0-1 0 0 0,0 1-1 0 0,0-1 1 0 0,0 1 0 0 0,0-1 0 0 0,0 1 0 0 0,0 0-1 0 0,0-1 1 0 0,0 1 0 0 0,0 0 0 0 0,0 0 0 0 0,0 0 0 0 0,0 0-1 0 0,0 0 1 0 0,0 0 0 0 0,0 0 0 0 0,0 0 0 0 0,-1 0-1 0 0,1 1-64 0 0,0-1 0 0 0,1 1 0 0 0,-1-1 0 0 0,1 1 0 0 0,-1-1 0 0 0,1 1-1 0 0,-1-1 1 0 0,1 1 0 0 0,-1-1 0 0 0,1 1 0 0 0,-1 0 0 0 0,1-1-1 0 0,0 1 1 0 0,-1 0 0 0 0,1-1 0 0 0,0 1 0 0 0,-1 0 0 0 0,1-1 0 0 0,0 1-1 0 0,0 1 1 0 0,-1 2-659 0 0,1-1 0 0 0,0 1 0 0 0,0 0-1 0 0,0 0 1 0 0,0 0 0 0 0,1 0 0 0 0,0 0-1 0 0,1 5 1 0 0,1 2-3413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54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0 896 0 0,'-8'6'14176'0'0,"8"-5"-13955"0"0,7 17 1888 0 0,1 0 0 0 0,11 18-1 0 0,13 26 113 0 0,51 118 204 0 0,-83-179-2405 0 0,1 0 0 0 0,0 1 0 0 0,-1-1 1 0 0,1 0-1 0 0,0 1 0 0 0,0-1 0 0 0,0 0 0 0 0,0 0 0 0 0,0 0 0 0 0,0 0 1 0 0,1 0-1 0 0,-1 0 0 0 0,0 0 0 0 0,1 0 0 0 0,-1 0 0 0 0,0 0 0 0 0,1-1 1 0 0,2 2-1 0 0,-3-2-11 0 0,1 0-1 0 0,-1-1 1 0 0,0 1 0 0 0,0 0 0 0 0,1 0 0 0 0,-1-1-1 0 0,0 1 1 0 0,0-1 0 0 0,1 1 0 0 0,-1-1 0 0 0,0 0 0 0 0,0 1-1 0 0,0-1 1 0 0,0 0 0 0 0,0 0 0 0 0,0 0 0 0 0,0 0-1 0 0,0 0 1 0 0,0 0 0 0 0,0 0 0 0 0,-1 0 0 0 0,2-2-1 0 0,13-20 71 0 0,-1-1-1 0 0,-2-1 0 0 0,14-35 0 0 0,-12 26-24 0 0,22-37 0 0 0,-23 44-115 0 0,-12 23-209 0 0,1-1 1 0 0,0 1-1 0 0,1-1 0 0 0,-1 1 1 0 0,1 0-1 0 0,-1 0 0 0 0,1 0 1 0 0,1 0-1 0 0,-1 0 1 0 0,0 1-1 0 0,8-7 0 0 0,-5 11-1688 0 0,-5 0 1539 0 0,1 0 1 0 0,0 0-1 0 0,0 0 0 0 0,-1 0 0 0 0,1 0 1 0 0,0 0-1 0 0,-1 1 0 0 0,1-1 0 0 0,-1 1 1 0 0,0-1-1 0 0,1 1 0 0 0,-1 0 0 0 0,0-1 1 0 0,0 1-1 0 0,0 0 0 0 0,1 3 1 0 0,5 6-2114 0 0,1-1-1501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55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310 579 1192 0 0,'0'-3'2312'0'0,"0"-7"-718"0"0,-1 0 1 0 0,-1-1-1 0 0,1 1 0 0 0,-2 1 0 0 0,-3-13 0 0 0,3 12-658 0 0,-1 1 0 0 0,-1-1 0 0 0,1 1 0 0 0,-1 0 1 0 0,-8-10-1 0 0,12 18-885 0 0,1-1 0 0 0,-1 1 0 0 0,0 0 0 0 0,-1 0 0 0 0,1 0 0 0 0,0 0 0 0 0,0 1 0 0 0,0-1 0 0 0,0 0 0 0 0,-1 0 1 0 0,1 1-1 0 0,0-1 0 0 0,-1 1 0 0 0,1-1 0 0 0,-1 1 0 0 0,1 0 0 0 0,0-1 0 0 0,-1 1 0 0 0,-2 0 0 0 0,1 0 22 0 0,-1 0 0 0 0,1 1 0 0 0,0-1 0 0 0,-1 1 0 0 0,1 0 0 0 0,0 0 0 0 0,-1 0 0 0 0,-2 2-1 0 0,-6 3 132 0 0,1 1 0 0 0,0 0 0 0 0,-13 12 0 0 0,6-5-44 0 0,1 2 0 0 0,0 0 1 0 0,2 1-1 0 0,-15 20 0 0 0,24-29-121 0 0,1 0 1 0 0,-1 0-1 0 0,2 1 0 0 0,-1-1 1 0 0,1 1-1 0 0,0 1 0 0 0,1-1 1 0 0,0 0-1 0 0,1 1 0 0 0,0-1 1 0 0,0 1-1 0 0,0 11 0 0 0,2-18-28 0 0,0 0-1 0 0,1 0 0 0 0,-1 0 1 0 0,0 0-1 0 0,1-1 0 0 0,0 1 1 0 0,-1 0-1 0 0,1 0 0 0 0,1-1 0 0 0,-1 1 1 0 0,0 0-1 0 0,0-1 0 0 0,1 1 1 0 0,0-1-1 0 0,-1 0 0 0 0,1 1 1 0 0,0-1-1 0 0,0 0 0 0 0,0 0 0 0 0,0 0 1 0 0,4 2-1 0 0,-2-2-23 0 0,-1 0 1 0 0,0 0-1 0 0,1-1 0 0 0,0 0 0 0 0,-1 1 1 0 0,1-1-1 0 0,0 0 0 0 0,0-1 0 0 0,-1 1 1 0 0,1-1-1 0 0,0 0 0 0 0,0 0 0 0 0,0 0 1 0 0,0 0-1 0 0,4-1 0 0 0,1-2-65 0 0,-1 1 0 0 0,1-1-1 0 0,-1-1 1 0 0,0 0 0 0 0,0 0-1 0 0,0 0 1 0 0,-1-1 0 0 0,1 0 0 0 0,-1-1-1 0 0,0 1 1 0 0,-1-2 0 0 0,12-12 0 0 0,2-6-73 0 0,0 0 0 0 0,17-33 1 0 0,16-36 290 0 0,-53 92 90 0 0,-1 10-69 0 0,0 0 0 0 0,-1 0 0 0 0,1-1 0 0 0,-2 1 1 0 0,1-1-1 0 0,-6 10 0 0 0,-4 15 95 0 0,12-29-247 0 0,-6 12 64 0 0,2 0 0 0 0,0 0 0 0 0,1 1 0 0 0,1 0 0 0 0,-1 29 0 0 0,3-42-60 0 0,1-1 1 0 0,-1 1-1 0 0,0 0 0 0 0,1-1 0 0 0,0 1 1 0 0,0-1-1 0 0,0 0 0 0 0,0 1 1 0 0,0-1-1 0 0,0 0 0 0 0,0 1 0 0 0,1-1 1 0 0,-1 0-1 0 0,1 0 0 0 0,0 0 0 0 0,3 3 1 0 0,-1-2-12 0 0,0-1 1 0 0,-1 1-1 0 0,1-1 0 0 0,0 0 1 0 0,0-1-1 0 0,0 1 1 0 0,0-1-1 0 0,0 1 1 0 0,7 0-1 0 0,2 0-142 0 0,-1-1 1 0 0,1-1-1 0 0,0 0 0 0 0,0 0 1 0 0,23-5-1 0 0,-21 2-189 0 0,-1 0 0 0 0,1-1 0 0 0,-1-1 0 0 0,0-1 0 0 0,-1 0 0 0 0,1 0 1 0 0,19-14-1 0 0,-15 7-82 0 0,-1 0-1 0 0,0-2 1 0 0,-1 0 0 0 0,21-25 0 0 0,-4-3-96 0 0,-3-1 0 0 0,-1-1 0 0 0,30-66 0 0 0,-35 59 917 0 0,-1-1 0 0 0,-3-1 0 0 0,-3-1 0 0 0,20-103 0 0 0,-37 158-395 0 0,0-1 0 0 0,0 1 0 0 0,1 0 0 0 0,-1 0 0 0 0,0-1 0 0 0,0 1 0 0 0,0 0 0 0 0,0-1 0 0 0,0 1 0 0 0,0 0 0 0 0,0-1 0 0 0,0 1-1 0 0,0 0 1 0 0,0-1 0 0 0,0 1 0 0 0,0 0 0 0 0,0-1 0 0 0,0 1 0 0 0,0 0 0 0 0,0-1 0 0 0,0 1 0 0 0,0 0 0 0 0,0-1 0 0 0,0 1 0 0 0,-1 0 0 0 0,1 0 0 0 0,0-1 0 0 0,0 1 0 0 0,0 0 0 0 0,0 0 0 0 0,-1-1 0 0 0,1 1 0 0 0,0 0 0 0 0,-1-1 0 0 0,-8 9 215 0 0,-11 20 222 0 0,-143 340 2313 0 0,150-338-2661 0 0,2 1 0 0 0,1 0 0 0 0,1 1 0 0 0,2 0 0 0 0,-4 45-1 0 0,10-72-89 0 0,1-1 0 0 0,0 1 0 0 0,1 0 0 0 0,-1 0 0 0 0,1-1 0 0 0,0 1 0 0 0,0 0 0 0 0,1-1 0 0 0,0 1 0 0 0,-1-1 0 0 0,1 0 0 0 0,0 1 0 0 0,1-1 0 0 0,-1 0 0 0 0,1 0 0 0 0,0 0 0 0 0,0-1 0 0 0,0 1 0 0 0,1-1 0 0 0,-1 0-1 0 0,1 0 1 0 0,0 0 0 0 0,-1 0 0 0 0,1 0 0 0 0,1-1 0 0 0,-1 0 0 0 0,0 0 0 0 0,0 0 0 0 0,10 3 0 0 0,-6-3-51 0 0,0 0 1 0 0,1 0-1 0 0,-1-1 0 0 0,1 0 0 0 0,-1-1 0 0 0,1 0 1 0 0,-1 0-1 0 0,1 0 0 0 0,-1-1 0 0 0,1-1 0 0 0,-1 1 1 0 0,0-2-1 0 0,1 1 0 0 0,-1-1 0 0 0,0 0 1 0 0,9-5-1 0 0,-1-2-64 0 0,0 0 1 0 0,-1-2-1 0 0,0 1 1 0 0,0-2 0 0 0,-2 0-1 0 0,0 0 1 0 0,0-2-1 0 0,-1 1 1 0 0,-1-1-1 0 0,0-1 1 0 0,-1 0 0 0 0,-1-1-1 0 0,-1 0 1 0 0,0 0-1 0 0,7-24 1 0 0,-14 39 87 0 0,-1 0 1 0 0,1 0 0 0 0,0 0-1 0 0,-1-1 1 0 0,1 1-1 0 0,-1 0 1 0 0,1 0 0 0 0,-1-1-1 0 0,0 1 1 0 0,0 0-1 0 0,0 0 1 0 0,0-1 0 0 0,-1 1-1 0 0,1 0 1 0 0,-1 0-1 0 0,1 0 1 0 0,-1-1 0 0 0,0 1-1 0 0,0 0 1 0 0,0 0-1 0 0,0 0 1 0 0,-2-3 0 0 0,2 5 11 0 0,0-1 0 0 0,0 1 0 0 0,0 0 0 0 0,0 0 1 0 0,0 0-1 0 0,0 0 0 0 0,0 0 0 0 0,0 0 1 0 0,0 0-1 0 0,0 0 0 0 0,-1 0 0 0 0,1 0 1 0 0,0 0-1 0 0,0 1 0 0 0,0-1 0 0 0,0 1 1 0 0,1-1-1 0 0,-1 0 0 0 0,0 1 0 0 0,0 0 1 0 0,0-1-1 0 0,0 1 0 0 0,-1 0 0 0 0,-20 15 124 0 0,7-1 54 0 0,0-1 0 0 0,1 2 0 0 0,1 0 1 0 0,0 0-1 0 0,-19 36 0 0 0,25-39-119 0 0,0 0-1 0 0,1 0 0 0 0,1 1 0 0 0,0 0 1 0 0,1 0-1 0 0,0 0 0 0 0,1 1 0 0 0,1-1 0 0 0,-1 18 1 0 0,3-26-37 0 0,0-1 0 0 0,1 0 0 0 0,0 1 0 0 0,0-1 0 0 0,0 0 1 0 0,0 0-1 0 0,3 6 0 0 0,-3-9-12 0 0,0 0-1 0 0,0 0 1 0 0,0 0-1 0 0,0 0 1 0 0,0 0 0 0 0,0-1-1 0 0,1 1 1 0 0,-1 0-1 0 0,1-1 1 0 0,-1 1 0 0 0,1-1-1 0 0,-1 0 1 0 0,1 1 0 0 0,0-1-1 0 0,0 0 1 0 0,0 0-1 0 0,0 0 1 0 0,0 0 0 0 0,0-1-1 0 0,0 1 1 0 0,0-1-1 0 0,4 2 1 0 0,1-2-8 0 0,0 0 0 0 0,0 0 0 0 0,0-1 0 0 0,1 0 0 0 0,-1 0 0 0 0,0-1 0 0 0,0 1 0 0 0,0-2 0 0 0,0 1 0 0 0,-1-1 0 0 0,1 0 0 0 0,10-6 0 0 0,10-8 17 0 0,41-34-1 0 0,-40 29-28 0 0,-1 1 1 0 0,8-7-11 0 0,0 2-1 0 0,2 1 1 0 0,0 2 0 0 0,42-18 0 0 0,-75 39 19 0 0,1 0 0 0 0,-1 0 0 0 0,0 1-1 0 0,0 0 1 0 0,1 0 0 0 0,-1 0 0 0 0,0 0 0 0 0,1 1-1 0 0,-1-1 1 0 0,1 1 0 0 0,-1 0 0 0 0,1 1-1 0 0,-1-1 1 0 0,1 1 0 0 0,-1 0 0 0 0,0 0-1 0 0,1 0 1 0 0,-1 1 0 0 0,0-1 0 0 0,0 1-1 0 0,0 0 1 0 0,0 0 0 0 0,0 0 0 0 0,-1 1-1 0 0,1 0 1 0 0,-1-1 0 0 0,1 1 0 0 0,-1 0 0 0 0,0 1-1 0 0,0-1 1 0 0,0 1 0 0 0,-1-1 0 0 0,5 8-1 0 0,2 3 27 0 0,-2 0 0 0 0,0 1-1 0 0,0 0 1 0 0,-1 0-1 0 0,7 27 1 0 0,-11-30 15 0 0,1-1 0 0 0,-2 1 0 0 0,0-1 1 0 0,0 1-1 0 0,-1 0 0 0 0,0-1 0 0 0,-1 1 0 0 0,-4 19 0 0 0,4-27-24 0 0,0 0-1 0 0,-1-1 0 0 0,0 1 1 0 0,1-1-1 0 0,-1 0 0 0 0,0 1 0 0 0,0-1 1 0 0,-1 0-1 0 0,-3 4 0 0 0,1 0 7 0 0,3-6-6 0 0,2-1-15 0 0,-1 0 2 0 0,1 0 1 0 0,-1-1-1 0 0,0 1 0 0 0,1 0 0 0 0,-1 0 0 0 0,1-1 0 0 0,-1 1 0 0 0,1 0 1 0 0,-1-1-1 0 0,1 1 0 0 0,-1-1 0 0 0,1 1 0 0 0,-1-1 0 0 0,1 1 0 0 0,0 0 1 0 0,-1-1-1 0 0,1 0 0 0 0,0 1 0 0 0,-1-1 0 0 0,1 1 0 0 0,0-1 0 0 0,0 1 1 0 0,0-1-1 0 0,-1 0 0 0 0,1 1 0 0 0,0-1 0 0 0,0 0 0 0 0,4-22 45 0 0,18-21 11 0 0,-8 22-62 0 0,2 0-1 0 0,1 1 1 0 0,1 0 0 0 0,0 2 0 0 0,2 0-1 0 0,0 1 1 0 0,1 1 0 0 0,1 1 0 0 0,0 1 0 0 0,1 1-1 0 0,45-20 1 0 0,-63 32-1 0 0,1 0 0 0 0,0 0 0 0 0,0 0 0 0 0,0 1-1 0 0,0 0 1 0 0,0 0 0 0 0,0 0 0 0 0,0 1 0 0 0,0 0 0 0 0,0 0 0 0 0,1 1-1 0 0,-1 0 1 0 0,0 0 0 0 0,0 0 0 0 0,6 3 0 0 0,-8-2 44 0 0,0-1-1 0 0,0 2 1 0 0,0-1 0 0 0,-1 0 0 0 0,1 1-1 0 0,-1 0 1 0 0,1-1 0 0 0,-1 2 0 0 0,0-1 0 0 0,0 0-1 0 0,0 0 1 0 0,0 1 0 0 0,-1 0 0 0 0,1-1-1 0 0,-1 1 1 0 0,0 0 0 0 0,0 0 0 0 0,-1 0 0 0 0,1 1-1 0 0,-1-1 1 0 0,1 7 0 0 0,-1-4 35 0 0,0 0 0 0 0,0 0 0 0 0,-1-1 0 0 0,0 1 0 0 0,-1 0 0 0 0,0 0 0 0 0,0 0 0 0 0,0 0 0 0 0,-1-1 0 0 0,1 1 0 0 0,-2 0 0 0 0,1-1 0 0 0,-1 0 0 0 0,-5 9 0 0 0,-24 33-504 0 0,-2-5-3384 0 0,26-27-981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56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287 127 388 0 0,'11'-8'2027'0'0,"0"-2"-1"0"0,0 0 1 0 0,-1 0 0 0 0,-1-1 0 0 0,0 0-1 0 0,0-1 1 0 0,-1 0 0 0 0,10-19-1 0 0,-18 29-1472 0 0,0 2-483 0 0,0-1-1 0 0,0 1 0 0 0,0-1 0 0 0,0 1 0 0 0,-1-1 0 0 0,1 1 1 0 0,0-1-1 0 0,0 0 0 0 0,-1 1 0 0 0,1 0 0 0 0,0-1 0 0 0,-1 1 1 0 0,1-1-1 0 0,-1 1 0 0 0,1-1 0 0 0,-1 1 0 0 0,1 0 0 0 0,-1-1 1 0 0,1 1-1 0 0,-1-1 0 0 0,-6 2 245 0 0,0 0 0 0 0,0 0-1 0 0,0 1 1 0 0,0 0 0 0 0,0 0 0 0 0,0 0 0 0 0,1 1 0 0 0,-12 6 0 0 0,-53 37 1492 0 0,53-34-1413 0 0,-11 8 195 0 0,2 0 1 0 0,-43 43-1 0 0,60-53-489 0 0,1 0 0 0 0,0 1 1 0 0,0 0-1 0 0,1 1 0 0 0,0 0 0 0 0,1 0 1 0 0,1 1-1 0 0,0 0 0 0 0,-6 21 0 0 0,11-32-85 0 0,0 0-1 0 0,1 1 0 0 0,-1-1 0 0 0,1 0 0 0 0,0 1 1 0 0,-1-1-1 0 0,1 1 0 0 0,0-1 0 0 0,1 1 1 0 0,-1-1-1 0 0,0 1 0 0 0,1-1 0 0 0,-1 0 1 0 0,1 1-1 0 0,0-1 0 0 0,0 0 0 0 0,0 1 1 0 0,0-1-1 0 0,2 3 0 0 0,-1-3-3 0 0,0 1 0 0 0,1-1 1 0 0,-1 0-1 0 0,0 0 0 0 0,1 0 0 0 0,0 0 0 0 0,-1-1 1 0 0,1 1-1 0 0,0-1 0 0 0,0 0 0 0 0,0 0 1 0 0,0 0-1 0 0,4 1 0 0 0,4 0 3 0 0,1 0-1 0 0,-1-1 1 0 0,1 0 0 0 0,-1-1 0 0 0,0 0-1 0 0,1-1 1 0 0,16-4 0 0 0,1-1-43 0 0,-1-3 0 0 0,-1 0 1 0 0,1-1-1 0 0,-1-2 0 0 0,45-27 1 0 0,-26 9 40 0 0,-2-1 0 0 0,50-46 0 0 0,-31 16 102 0 0,-58 55-114 0 0,0 1 0 0 0,0-1 0 0 0,-1 0 0 0 0,0 0 0 0 0,0-1 0 0 0,-1 1-1 0 0,1-1 1 0 0,-1 0 0 0 0,2-10 0 0 0,-4 16-4 0 0,-1 0 1 0 0,0 1-1 0 0,0-1 0 0 0,0 0 1 0 0,0 0-1 0 0,0 1 0 0 0,0-1 0 0 0,0 0 1 0 0,0 0-1 0 0,0 0 0 0 0,0 1 1 0 0,0-1-1 0 0,0 0 0 0 0,0 0 1 0 0,-1 0-1 0 0,1 1 0 0 0,0-1 1 0 0,-1 0-1 0 0,1 1 0 0 0,-1-1 1 0 0,1 0-1 0 0,-1 1 0 0 0,1-1 0 0 0,-1 0 1 0 0,0 0-1 0 0,-1 0 1 0 0,1 0 1 0 0,-1 1-1 0 0,1-1 0 0 0,-1 0 1 0 0,1 1-1 0 0,-1 0 0 0 0,1-1 1 0 0,-1 1-1 0 0,0 0 0 0 0,1 0 0 0 0,-1 0 1 0 0,-1 0-1 0 0,-5 0-23 0 0,0 1 1 0 0,1 0-1 0 0,-1 1 1 0 0,-9 3-1 0 0,1 1 14 0 0,0 1 0 0 0,1 0 0 0 0,0 1-1 0 0,0 1 1 0 0,1 0 0 0 0,0 1 0 0 0,-21 21-1 0 0,26-23 34 0 0,0 1 0 0 0,1 0 0 0 0,0 1-1 0 0,0 0 1 0 0,1 0 0 0 0,0 1 0 0 0,1 0 0 0 0,1 0-1 0 0,-1 0 1 0 0,2 1 0 0 0,-5 15 0 0 0,8-23-8 0 0,1-1 1 0 0,-1 1-1 0 0,1-1 1 0 0,0 1-1 0 0,0 0 1 0 0,0-1-1 0 0,0 1 1 0 0,1-1-1 0 0,0 1 1 0 0,-1 0-1 0 0,1-1 1 0 0,0 1-1 0 0,1-1 1 0 0,-1 0-1 0 0,1 1 1 0 0,-1-1-1 0 0,1 0 1 0 0,0 0 0 0 0,0 0-1 0 0,1 0 1 0 0,-1 0-1 0 0,0-1 1 0 0,1 1-1 0 0,0-1 1 0 0,0 1-1 0 0,-1-1 1 0 0,1 0-1 0 0,1 0 1 0 0,-1 0-1 0 0,0-1 1 0 0,4 2-1 0 0,8 4-6 0 0,0-2 0 0 0,1 1-1 0 0,0-2 1 0 0,-1 0 0 0 0,28 2-1 0 0,-25-4-480 0 0,0-1-1 0 0,1-1 0 0 0,-1-1 1 0 0,1 0-1 0 0,-1-1 0 0 0,0-2 1 0 0,19-4-1 0 0,-13 0-2135 0 0,31-12-1 0 0,20-18-6958 0 0,-44 21 1205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57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205 269 1128 0 0,'13'-23'7608'0'0,"-13"22"-7623"0"0,2-18 3489 0 0,-5 11-1410 0 0,3 8-2039 0 0,-1 0 0 0 0,1 0 1 0 0,-1 0-1 0 0,1 0 0 0 0,-1 0 0 0 0,1 0 1 0 0,-1 0-1 0 0,1 0 0 0 0,-1 0 0 0 0,1 0 1 0 0,-1 1-1 0 0,1-1 0 0 0,-1 0 0 0 0,1 0 0 0 0,-1 0 1 0 0,1 1-1 0 0,-1-1 0 0 0,1 0 0 0 0,-1 1 1 0 0,1-1-1 0 0,0 0 0 0 0,-1 1 0 0 0,-14 12 387 0 0,0 1-1 0 0,1 0 0 0 0,-18 25 0 0 0,-36 56 645 0 0,55-75-936 0 0,-20 34 190 0 0,31-49-261 0 0,0 0 0 0 0,0 0 0 0 0,0 0 0 0 0,0 0 1 0 0,1 1-1 0 0,-1-1 0 0 0,1 0 0 0 0,1 1 0 0 0,-1 8 1 0 0,1-13-34 0 0,0 1 1 0 0,0 0 0 0 0,1 0 0 0 0,-1 0-1 0 0,1-1 1 0 0,-1 1 0 0 0,1 0 0 0 0,0 0-1 0 0,0-1 1 0 0,0 1 0 0 0,0 0-1 0 0,0-1 1 0 0,0 1 0 0 0,0-1 0 0 0,0 0-1 0 0,0 1 1 0 0,1-1 0 0 0,-1 0 0 0 0,3 2-1 0 0,0-1 2 0 0,-1 0 0 0 0,1 0 0 0 0,0 0-1 0 0,-1-1 1 0 0,1 0 0 0 0,0 0 0 0 0,0 0-1 0 0,7 1 1 0 0,3-2 5 0 0,1 1 0 0 0,-1-2 0 0 0,0 0 0 0 0,16-3-1 0 0,-13 1-19 0 0,0-2 0 0 0,1 0-1 0 0,-1 0 1 0 0,-1-2 0 0 0,1 0-1 0 0,-1-1 1 0 0,-1 0 0 0 0,1-2-1 0 0,-1 0 1 0 0,-1 0 0 0 0,0-1-1 0 0,-1-1 1 0 0,15-16-1 0 0,-18 17-14 0 0,-1 1-1 0 0,-1-2 1 0 0,0 1-1 0 0,-1-1 1 0 0,0 0-1 0 0,0-1 1 0 0,-1 0-1 0 0,-1 0 1 0 0,0 0-1 0 0,-1-1 1 0 0,-1 1-1 0 0,0-1 0 0 0,-1 0 1 0 0,0 0-1 0 0,-1 0 1 0 0,0 0-1 0 0,-3-19 1 0 0,2 31 4 0 0,0-1 0 0 0,0 0 1 0 0,-1 1-1 0 0,1 0 1 0 0,-1-1-1 0 0,1 1 0 0 0,-1-1 1 0 0,0 1-1 0 0,0 0 0 0 0,0-1 1 0 0,-1 1-1 0 0,1 0 0 0 0,0 0 1 0 0,-1 0-1 0 0,1 0 0 0 0,-1 0 1 0 0,0 0-1 0 0,0 1 1 0 0,0-1-1 0 0,0 0 0 0 0,0 1 1 0 0,0 0-1 0 0,0-1 0 0 0,0 1 1 0 0,-4-1-1 0 0,3 1 2 0 0,-1 0 0 0 0,1 1 0 0 0,-1-1 0 0 0,0 1 0 0 0,1 0 0 0 0,-1 0 0 0 0,0 0 0 0 0,1 1 0 0 0,-1-1 0 0 0,1 1 0 0 0,-1 0 0 0 0,0 0 0 0 0,1 0 0 0 0,0 0-1 0 0,-1 1 1 0 0,1 0 0 0 0,-5 2 0 0 0,-11 9 12 0 0,1 0-1 0 0,0 1 0 0 0,0 1 0 0 0,2 0 1 0 0,0 2-1 0 0,0 0 0 0 0,2 0 1 0 0,0 1-1 0 0,1 1 0 0 0,-17 34 0 0 0,28-48 6 0 0,-1 0-1 0 0,1 0 1 0 0,1 1 0 0 0,-1-1-1 0 0,1 0 1 0 0,0 1-1 0 0,0 0 1 0 0,0-1-1 0 0,1 1 1 0 0,0-1-1 0 0,0 1 1 0 0,1 0-1 0 0,0 5 1 0 0,0-7-5 0 0,0-1 0 0 0,1 1 1 0 0,-1-1-1 0 0,1 1 0 0 0,-1-1 0 0 0,1 0 0 0 0,0 0 0 0 0,0 0 1 0 0,1 0-1 0 0,-1 0 0 0 0,1 0 0 0 0,-1 0 0 0 0,1-1 0 0 0,0 0 1 0 0,0 1-1 0 0,0-1 0 0 0,0 0 0 0 0,0 0 0 0 0,1-1 1 0 0,4 3-1 0 0,7 1-27 0 0,0-1-1 0 0,0 0 1 0 0,0-1 0 0 0,0 0 0 0 0,1-2-1 0 0,-1 0 1 0 0,0 0 0 0 0,1-1 0 0 0,-1-1-1 0 0,26-5 1 0 0,-13 0-38 0 0,-1 0 0 0 0,0-2 0 0 0,-1-1-1 0 0,0-1 1 0 0,27-15 0 0 0,-33 13 25 0 0,1-1 0 0 0,-2 0 0 0 0,0-2 0 0 0,0 0 0 0 0,-2-2 0 0 0,0 0 0 0 0,-1 0 0 0 0,0-2 0 0 0,20-32 1 0 0,-1-7 48 0 0,-3-2 1 0 0,28-71-1 0 0,-53 112-20 0 0,-23 57 429 0 0,2 1-1 0 0,-15 64 1 0 0,15-47-4 0 0,-68 250 1516 0 0,-154 496 806 0 0,228-778-2669 0 0,-86 228 606 0 0,64-183-128 0 0,-60 103 0 0 0,86-165-487 0 0,0-1 0 0 0,0 0 0 0 0,-1 0 0 0 0,0 0 0 0 0,0 0 0 0 0,-1-1 0 0 0,1 0 0 0 0,-1 0 0 0 0,0 0 0 0 0,-1-1-1 0 0,-7 4 1 0 0,10-6-41 0 0,0 0 0 0 0,-1-1 0 0 0,1 1 0 0 0,0-1 0 0 0,-1 0 0 0 0,1 0 0 0 0,-1-1 0 0 0,1 0 0 0 0,-1 1 0 0 0,1-1 0 0 0,-1-1 0 0 0,1 1 0 0 0,-1-1 0 0 0,1 0 0 0 0,0 0-1 0 0,-1 0 1 0 0,1 0 0 0 0,0-1 0 0 0,0 0 0 0 0,-5-2 0 0 0,3 1-1 0 0,0-1-1 0 0,0 0 0 0 0,0 0 1 0 0,0 0-1 0 0,1-1 0 0 0,0 0 1 0 0,0 0-1 0 0,0 0 0 0 0,0-1 1 0 0,1 1-1 0 0,0-1 0 0 0,0 0 1 0 0,-3-7-1 0 0,3 3-2 0 0,1 1 1 0 0,0 0-1 0 0,0-1 0 0 0,1 1 1 0 0,0-1-1 0 0,1 0 0 0 0,0 0 1 0 0,1-15-1 0 0,1 3 1 0 0,2-1 1 0 0,0 1-1 0 0,2 0 1 0 0,0 0-1 0 0,2 0 1 0 0,0 1-1 0 0,15-29 1 0 0,2 4-46 0 0,1 2-1 0 0,3 1 1 0 0,1 1 0 0 0,2 1-1 0 0,2 2 1 0 0,2 1 0 0 0,1 2-1 0 0,45-35 1 0 0,-36 36-1594 0 0,3 2 0 0 0,76-41 1 0 0,-73 48-3197 0 0,2 3 0 0 0,82-26 0 0 0,-97 38-1384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59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228 758 1020 0 0,'-20'1'2426'0'0,"0"2"0"0"0,0 0 0 0 0,-38 11 0 0 0,49-11-2030 0 0,1 1-1 0 0,-1 0 1 0 0,1 0-1 0 0,0 0 1 0 0,0 1-1 0 0,1 0 1 0 0,0 1-1 0 0,-1-1 1 0 0,2 1-1 0 0,-1 1 1 0 0,-6 7-1 0 0,12-13-325 0 0,0 1-1 0 0,0-1 1 0 0,0 0 0 0 0,0 1-1 0 0,0-1 1 0 0,0 1 0 0 0,0-1-1 0 0,0 1 1 0 0,1-1 0 0 0,-1 1-1 0 0,1 0 1 0 0,-1-1 0 0 0,1 1-1 0 0,0 0 1 0 0,-1-1 0 0 0,1 1-1 0 0,0 0 1 0 0,0-1 0 0 0,0 1-1 0 0,0 0 1 0 0,1-1 0 0 0,-1 1-1 0 0,0 0 1 0 0,1-1 0 0 0,-1 1-1 0 0,1 0 1 0 0,-1-1 0 0 0,2 3-1 0 0,0-3-45 0 0,-1-1-1 0 0,0 1 0 0 0,1 0 1 0 0,-1 0-1 0 0,1-1 1 0 0,-1 1-1 0 0,1-1 0 0 0,0 0 1 0 0,-1 1-1 0 0,1-1 1 0 0,-1 0-1 0 0,1 0 0 0 0,0 0 1 0 0,-1 0-1 0 0,1 0 1 0 0,-1 0-1 0 0,1 0 0 0 0,0-1 1 0 0,1 0-1 0 0,32-7 135 0 0,-18 1-133 0 0,0-1 0 0 0,0 0 0 0 0,0-1 0 0 0,-1-1 0 0 0,-1-1 0 0 0,0 0 0 0 0,19-18 0 0 0,-15 10-27 0 0,0-2 0 0 0,-2 0 0 0 0,0-1 0 0 0,18-32 0 0 0,1-14-43 0 0,-4 0 1 0 0,40-122 0 0 0,-40 83-28 0 0,20-115-1 0 0,-52 222 72 0 0,0 0-1 0 0,-1 0 1 0 0,1 1-1 0 0,0-1 1 0 0,0 0 0 0 0,0 0-1 0 0,0 0 1 0 0,-1 0-1 0 0,1 0 1 0 0,0 0-1 0 0,0 0 1 0 0,0 0-1 0 0,-1 0 1 0 0,1 0-1 0 0,0 0 1 0 0,0 0 0 0 0,0 0-1 0 0,-1 0 1 0 0,1 0-1 0 0,0 0 1 0 0,0 0-1 0 0,0 0 1 0 0,-1 0-1 0 0,1 0 1 0 0,0 0-1 0 0,0-1 1 0 0,0 1 0 0 0,-1 0-1 0 0,1 0 1 0 0,0 0-1 0 0,0 0 1 0 0,0 0-1 0 0,0 0 1 0 0,0-1-1 0 0,-1 1 1 0 0,1 0-1 0 0,0 0 1 0 0,0 0 0 0 0,0 0-1 0 0,0-1 1 0 0,0 1-1 0 0,0 0 1 0 0,0 0-1 0 0,0 0 1 0 0,0-1-1 0 0,0 1 1 0 0,0 0-1 0 0,0 0 1 0 0,0 0 0 0 0,0-1-1 0 0,0 1 1 0 0,0 0-1 0 0,0 0 1 0 0,0-1-1 0 0,-13 16 65 0 0,-161 342 1196 0 0,171-350-1235 0 0,-62 157 417 0 0,59-145-372 0 0,1 0-1 0 0,0 1 0 0 0,2 0 0 0 0,0 0 0 0 0,1-1 0 0 0,2 36 1 0 0,0-50-53 0 0,1 0 1 0 0,-1 0 0 0 0,1 0 0 0 0,0 0-1 0 0,1-1 1 0 0,-1 1 0 0 0,1 0 0 0 0,0-1-1 0 0,0 1 1 0 0,1-1 0 0 0,-1 0 0 0 0,1 1-1 0 0,0-1 1 0 0,0-1 0 0 0,0 1 0 0 0,1 0-1 0 0,-1-1 1 0 0,1 1 0 0 0,0-1 0 0 0,0 0-1 0 0,0-1 1 0 0,0 1 0 0 0,1-1 0 0 0,-1 1-1 0 0,1-1 1 0 0,-1-1 0 0 0,1 1 0 0 0,5 1-1 0 0,0-1-21 0 0,-1-1-1 0 0,1 1 1 0 0,0-2-1 0 0,-1 1 0 0 0,1-2 1 0 0,0 1-1 0 0,0-1 1 0 0,-1 0-1 0 0,1-1 0 0 0,-1 0 1 0 0,1-1-1 0 0,-1 0 0 0 0,14-7 1 0 0,-4 0-50 0 0,0-1 0 0 0,-1-1 0 0 0,0 0 0 0 0,-1-2 0 0 0,-1 0 0 0 0,0 0 0 0 0,19-24 0 0 0,-12 9 2 0 0,-2 0 0 0 0,0-1 0 0 0,25-53 1 0 0,-17 20-123 0 0,-29 61 152 0 0,-1 4-1 0 0,-1-1 27 0 0,0 0 0 0 0,0 0 0 0 0,1 1-1 0 0,-1-1 1 0 0,1 1 0 0 0,-1-1 0 0 0,1 1 0 0 0,0 0-1 0 0,-1-1 1 0 0,1 1 0 0 0,0 0 0 0 0,0 0 0 0 0,0 0-1 0 0,-1 3 1 0 0,-2 3 31 0 0,-13 22 238 0 0,1 1 1 0 0,-17 43-1 0 0,29-63-228 0 0,0 0 1 0 0,1 1-1 0 0,0-1 0 0 0,1 0 0 0 0,1 1 1 0 0,-1-1-1 0 0,2 1 0 0 0,0 0 1 0 0,0-1-1 0 0,4 24 0 0 0,-3-32-32 0 0,0 1 0 0 0,0 0 0 0 0,1-1 0 0 0,0 1 0 0 0,-1-1 0 0 0,1 1 0 0 0,0-1 0 0 0,1 0 0 0 0,-1 1 0 0 0,1-1 0 0 0,-1-1 0 0 0,1 1 0 0 0,0 0 0 0 0,0-1 0 0 0,0 1 0 0 0,0-1 0 0 0,1 0 0 0 0,-1 0 0 0 0,0 0 0 0 0,1 0 0 0 0,0-1 0 0 0,-1 0 0 0 0,1 1 0 0 0,0-1 0 0 0,0 0 0 0 0,-1-1 0 0 0,1 1 0 0 0,0-1 0 0 0,4 0 0 0 0,1 1-1 0 0,1-1 0 0 0,-1-1-1 0 0,0 0 1 0 0,0 0 0 0 0,1-1-1 0 0,-1 0 1 0 0,0 0 0 0 0,-1-1-1 0 0,1-1 1 0 0,0 1 0 0 0,10-7-1 0 0,0-3-35 0 0,0-1-1 0 0,0-1 0 0 0,-1 0 0 0 0,28-33 0 0 0,-21 18-10 0 0,-1-2 0 0 0,22-37 0 0 0,-32 51-85 0 0,-14 18 119 0 0,0 1-1 0 0,0-1 1 0 0,0 0-1 0 0,0 0 1 0 0,0 1-1 0 0,0-1 1 0 0,0 0-1 0 0,0 0 0 0 0,0 1 1 0 0,0-1-1 0 0,1 0 1 0 0,-1 0-1 0 0,0 1 1 0 0,0-1-1 0 0,0 0 1 0 0,0 0-1 0 0,0 1 1 0 0,0-1-1 0 0,1 0 0 0 0,-1 0 1 0 0,0 0-1 0 0,0 1 1 0 0,0-1-1 0 0,0 0 1 0 0,1 0-1 0 0,-1 0 1 0 0,0 0-1 0 0,0 1 1 0 0,1-1-1 0 0,-1 0 0 0 0,0 0 1 0 0,0 0-1 0 0,0 0 1 0 0,1 0-1 0 0,-1 0 1 0 0,0 0-1 0 0,0 0 1 0 0,1 0-1 0 0,-1 0 1 0 0,0 0-1 0 0,1 0 0 0 0,-1 0 1 0 0,0 0-1 0 0,0 0 1 0 0,1 0-1 0 0,-1 0 1 0 0,0 0-1 0 0,0 0 1 0 0,1 0-1 0 0,-1 0 1 0 0,0 0-1 0 0,0 0 0 0 0,0-1 1 0 0,1 1-1 0 0,-1 0 1 0 0,0 0-1 0 0,0 0 1 0 0,0 0-1 0 0,1-1 1 0 0,-11 59 123 0 0,5-37-90 0 0,1 0-1 0 0,-2 44 1 0 0,6-60-18 0 0,0 0 0 0 0,1 0 0 0 0,-1 0 0 0 0,1 0 0 0 0,0 0 0 0 0,0 0 0 0 0,0 0 0 0 0,1-1 0 0 0,-1 1 1 0 0,1-1-1 0 0,1 1 0 0 0,-1-1 0 0 0,0 1 0 0 0,1-1 0 0 0,0 0 0 0 0,0 0 0 0 0,0 0 0 0 0,6 4 0 0 0,-5-5 0 0 0,1 1-1 0 0,0-1 1 0 0,0 0-1 0 0,1-1 1 0 0,-1 1-1 0 0,1-1 1 0 0,-1 0-1 0 0,1 0 1 0 0,-1-1-1 0 0,1 0 1 0 0,0 0-1 0 0,0 0 1 0 0,0-1-1 0 0,0 1 1 0 0,0-2-1 0 0,-1 1 1 0 0,1 0-1 0 0,0-1 1 0 0,0 0-1 0 0,0-1 1 0 0,-1 1-1 0 0,1-1 1 0 0,8-4 0 0 0,-4 1-16 0 0,1 0 1 0 0,-1 0 0 0 0,0-1 0 0 0,0-1 0 0 0,-1 0 0 0 0,0 0 0 0 0,0-1 0 0 0,0 0 0 0 0,-1 0 0 0 0,13-19 0 0 0,-9 10-11 0 0,-2-1 0 0 0,0 0 1 0 0,-1 0-1 0 0,0-1 0 0 0,6-24 0 0 0,-11 31-2 0 0,-2 0 0 0 0,1 0 0 0 0,-2 0 0 0 0,1 0 0 0 0,-2 0 0 0 0,0 0 0 0 0,0 0 0 0 0,-1 0 0 0 0,0 0 0 0 0,-4-14 0 0 0,4 23 7 0 0,0 0 1 0 0,0 0-1 0 0,0 0 1 0 0,0 0-1 0 0,-1 0 0 0 0,0 0 1 0 0,1 0-1 0 0,-1 0 1 0 0,0 1-1 0 0,0-1 0 0 0,0 1 1 0 0,-1 0-1 0 0,1-1 1 0 0,-1 1-1 0 0,1 0 0 0 0,-1 0 1 0 0,0 0-1 0 0,1 1 1 0 0,-1-1-1 0 0,0 1 0 0 0,-4-2 1 0 0,4 2 2 0 0,1 1-1 0 0,-1-1 1 0 0,1 1 0 0 0,-1-1 0 0 0,1 1 0 0 0,-1 0 0 0 0,1 0-1 0 0,-1 0 1 0 0,1 1 0 0 0,-1-1 0 0 0,1 0 0 0 0,-1 1-1 0 0,1 0 1 0 0,-1 0 0 0 0,1-1 0 0 0,-1 1 0 0 0,1 1-1 0 0,0-1 1 0 0,0 0 0 0 0,0 0 0 0 0,-1 1 0 0 0,1 0-1 0 0,0-1 1 0 0,1 1 0 0 0,-1 0 0 0 0,-3 4 0 0 0,4-5-84 0 0,0 1 1 0 0,0-1-1 0 0,0 1 1 0 0,0-1-1 0 0,0 1 1 0 0,0-1-1 0 0,0 1 1 0 0,1 0-1 0 0,-1 0 1 0 0,1-1-1 0 0,-1 1 1 0 0,1 0-1 0 0,0 0 1 0 0,-1 0-1 0 0,1 0 1 0 0,0-1-1 0 0,0 1 1 0 0,1 0-1 0 0,-1 0 1 0 0,1 2-1 0 0,0-1-144 0 0,0-1 0 0 0,0 1-1 0 0,0 0 1 0 0,1-1 0 0 0,-1 1-1 0 0,1-1 1 0 0,0 1 0 0 0,0-1-1 0 0,0 0 1 0 0,0 0 0 0 0,3 3-1 0 0,2 0-330 0 0,0 0-1 0 0,0 0 1 0 0,1 0-1 0 0,-1-1 1 0 0,1-1-1 0 0,0 1 1 0 0,14 3-1 0 0,6-1-468 0 0,0-1 0 0 0,0-1-1 0 0,1-1 1 0 0,-1-2 0 0 0,29-2-1 0 0,-33-1 910 0 0,-1-1-1 0 0,30-7 0 0 0,-35 5 897 0 0,-1-1 1 0 0,0 0 0 0 0,23-13 0 0 0,-33 15-24 0 0,-1 0 0 0 0,0-1 0 0 0,0 1 0 0 0,-1-1 1 0 0,1-1-1 0 0,-1 1 0 0 0,6-9 1677 0 0,-17 13-1553 0 0,5 1-823 0 0,1 0 1 0 0,-1 0 0 0 0,1 0 0 0 0,-1 0-1 0 0,1 0 1 0 0,-1 0 0 0 0,1 0 0 0 0,-1 0-1 0 0,0 0 1 0 0,1 0 0 0 0,-1 0 0 0 0,1 0-1 0 0,-1 0 1 0 0,1 0 0 0 0,-1 1 0 0 0,1-1-1 0 0,-1 0 1 0 0,1 0 0 0 0,-1 1 0 0 0,1-1-1 0 0,-1 0 1 0 0,1 0 0 0 0,0 1 0 0 0,-1-1-1 0 0,0 1 1 0 0,-12 11 276 0 0,0 0 0 0 0,0 1 0 0 0,1 1 0 0 0,1 0 0 0 0,0 0 0 0 0,1 1 0 0 0,1 0 0 0 0,0 1 0 0 0,1 0 0 0 0,1 0 0 0 0,1 1 0 0 0,-6 18 0 0 0,11-28-279 0 0,0-1 0 0 0,0 1-1 0 0,1 0 1 0 0,0 0 0 0 0,0 0 0 0 0,0-1-1 0 0,1 1 1 0 0,0 0 0 0 0,0 0 0 0 0,4 9 0 0 0,-4-13-36 0 0,0 0 0 0 0,0 0 0 0 0,1-1 0 0 0,-1 1 1 0 0,1-1-1 0 0,-1 1 0 0 0,1-1 0 0 0,0 1 0 0 0,0-1 1 0 0,0 0-1 0 0,0 0 0 0 0,1 0 0 0 0,-1 0 1 0 0,0-1-1 0 0,1 1 0 0 0,0-1 0 0 0,-1 1 0 0 0,1-1 1 0 0,0 0-1 0 0,-1 0 0 0 0,1 0 0 0 0,0 0 0 0 0,0-1 1 0 0,0 1-1 0 0,0-1 0 0 0,0 1 0 0 0,5-1 0 0 0,2-1 3 0 0,0 1 0 0 0,0-2 0 0 0,-1 1-1 0 0,1-1 1 0 0,-1-1 0 0 0,1 0-1 0 0,-1 0 1 0 0,0-1 0 0 0,0 0 0 0 0,0 0-1 0 0,-1-1 1 0 0,1 0 0 0 0,-1-1-1 0 0,-1 0 1 0 0,1 0 0 0 0,-1-1-1 0 0,11-11 1 0 0,-8 5-15 0 0,1 1 0 0 0,-2-1 0 0 0,0-1 0 0 0,-1 0 0 0 0,0 0 0 0 0,-1-1-1 0 0,6-18 1 0 0,-11 28-1 0 0,0 0 0 0 0,-1 0 0 0 0,0 0 0 0 0,0 0 0 0 0,0 0 0 0 0,0-1 0 0 0,-1 1 0 0 0,0 0-1 0 0,0 0 1 0 0,-1-1 0 0 0,0 1 0 0 0,1 0 0 0 0,-2 0 0 0 0,1 0 0 0 0,0 0 0 0 0,-1 0 0 0 0,0 0 0 0 0,0 0 0 0 0,-1 0-1 0 0,1 1 1 0 0,-1-1 0 0 0,0 1 0 0 0,-1 0 0 0 0,1 0 0 0 0,-8-7 0 0 0,0 2 16 0 0,0 0 1 0 0,-1 1-1 0 0,0 1 0 0 0,-1 0 1 0 0,1 1-1 0 0,-1 0 0 0 0,0 1 1 0 0,-1 1-1 0 0,-17-5 1 0 0,10 5-1662 0 0,-40-3 1 0 0,36 6-4408 0 0,-32 3 0 0 0,40-1-153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2:59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32 3328 0 0,'-255'-15'12478'0'0,"246"14"-11428"0"0,9-1-410 0 0,17-3-207 0 0,31 0-314 0 0,296 2-2076 0 0,-130 4-5665 0 0,-142-3 1557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00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8 140 1488 0 0,'-1'-3'1905'0'0,"0"-2"-1151"0"0,-1-1-1 0 0,1 0 1 0 0,0 1-1 0 0,0-1 1 0 0,1 0-1 0 0,-1 1 1 0 0,1-1 0 0 0,1 0-1 0 0,-1 0 1 0 0,1 1-1 0 0,1-8 1 0 0,-1 9-594 0 0,0 1 1 0 0,1 0-1 0 0,-1 0 1 0 0,0-1-1 0 0,1 1 1 0 0,0 0-1 0 0,0 0 0 0 0,0 1 1 0 0,0-1-1 0 0,0 0 1 0 0,1 1-1 0 0,-1-1 1 0 0,1 1-1 0 0,-1 0 1 0 0,1 0-1 0 0,0 0 1 0 0,0 0-1 0 0,0 0 1 0 0,0 1-1 0 0,6-3 0 0 0,-6 3-79 0 0,1 0 0 0 0,0 0 0 0 0,-1 0 0 0 0,1 0 0 0 0,0 1 0 0 0,0 0 0 0 0,0-1 0 0 0,-1 1 0 0 0,1 1 0 0 0,0-1 0 0 0,0 1-1 0 0,-1-1 1 0 0,1 1 0 0 0,0 0 0 0 0,-1 0 0 0 0,6 3 0 0 0,-4-1 25 0 0,1 0 1 0 0,-1 0-1 0 0,0 1 0 0 0,0 0 1 0 0,0 0-1 0 0,0 1 1 0 0,0-1-1 0 0,-1 1 0 0 0,4 6 1 0 0,-1-2-22 0 0,-1 1 1 0 0,0-1-1 0 0,-1 2 1 0 0,0-1-1 0 0,0 0 1 0 0,-1 1-1 0 0,-1 0 1 0 0,0 0-1 0 0,0 0 1 0 0,1 18-1 0 0,-3-22-72 0 0,-1 0 0 0 0,0 0 0 0 0,-1 0 0 0 0,0 0 1 0 0,0 0-1 0 0,0 0 0 0 0,-1 0 0 0 0,0 0 0 0 0,0 0 0 0 0,-1 0 0 0 0,0-1 0 0 0,0 1 0 0 0,0-1 1 0 0,-1 0-1 0 0,0 0 0 0 0,0 0 0 0 0,-1-1 0 0 0,0 1 0 0 0,0-1 0 0 0,0 0 0 0 0,0 0 0 0 0,-9 5 0 0 0,12-9-37 0 0,1-1 19 0 0,-1 0 0 0 0,1 0 1 0 0,0 0-1 0 0,0 0 0 0 0,-1 0 1 0 0,1 0-1 0 0,0 0 0 0 0,-1-1 0 0 0,1 1 1 0 0,0 0-1 0 0,0-1 0 0 0,0 1 1 0 0,-1-1-1 0 0,1 0 0 0 0,0 1 1 0 0,0-1-1 0 0,0 0 0 0 0,0 0 1 0 0,0 1-1 0 0,0-1 0 0 0,0 0 0 0 0,0 0 1 0 0,1 0-1 0 0,-1 0 0 0 0,0 0 1 0 0,0 0-1 0 0,1 0 0 0 0,-1-1 1 0 0,1 1-1 0 0,-1 0 0 0 0,1 0 0 0 0,-1 0 1 0 0,1-1-1 0 0,0 1 0 0 0,0 0 1 0 0,-1-1-1 0 0,1 1 0 0 0,0 0 1 0 0,0 0-1 0 0,1-3 0 0 0,-1-5-15 0 0,1 0-1 0 0,1 0 1 0 0,-1 0-1 0 0,2 0 0 0 0,-1 0 1 0 0,1 0-1 0 0,0 1 1 0 0,1-1-1 0 0,0 1 1 0 0,1 0-1 0 0,-1 0 1 0 0,2 1-1 0 0,-1-1 1 0 0,1 1-1 0 0,12-12 1 0 0,-6 7 1 0 0,1 1 0 0 0,1 0 0 0 0,0 0 0 0 0,1 2 1 0 0,0 0-1 0 0,0 0 0 0 0,22-8 0 0 0,-29 15 7 0 0,1-1-1 0 0,-1 2 0 0 0,0-1 0 0 0,1 1 1 0 0,-1 0-1 0 0,1 0 0 0 0,-1 1 0 0 0,1 1 1 0 0,-1-1-1 0 0,1 1 0 0 0,-1 1 0 0 0,0-1 1 0 0,1 2-1 0 0,-1-1 0 0 0,15 7 0 0 0,-18-6 18 0 0,1-1 0 0 0,-1 1 0 0 0,1 0 0 0 0,-1 1-1 0 0,0-1 1 0 0,0 1 0 0 0,-1 0 0 0 0,1 0 0 0 0,-1 1 0 0 0,0-1 0 0 0,0 1-1 0 0,0 0 1 0 0,-1 0 0 0 0,0 0 0 0 0,0 1 0 0 0,0-1 0 0 0,0 1-1 0 0,-1-1 1 0 0,0 1 0 0 0,0 0 0 0 0,-1 0 0 0 0,2 11 0 0 0,-3-13 5 0 0,0 0 1 0 0,0 0 0 0 0,0 1-1 0 0,0-1 1 0 0,-1 0 0 0 0,0 0-1 0 0,0 1 1 0 0,0-1-1 0 0,0 0 1 0 0,-1 0 0 0 0,1 0-1 0 0,-1 0 1 0 0,0-1 0 0 0,0 1-1 0 0,-1 0 1 0 0,1-1 0 0 0,-1 1-1 0 0,1-1 1 0 0,-1 0 0 0 0,0 0-1 0 0,-1 0 1 0 0,1 0-1 0 0,0-1 1 0 0,-1 1 0 0 0,-6 2-1 0 0,10-4-8 0 0,-1-1 0 0 0,0 0-1 0 0,1 1 1 0 0,-1-1 0 0 0,1 0-1 0 0,-1 0 1 0 0,0 1 0 0 0,1-1-1 0 0,-1 0 1 0 0,0 0 0 0 0,1 0 0 0 0,-1 0-1 0 0,0 0 1 0 0,1 0 0 0 0,-1 0-1 0 0,0 0 1 0 0,1 0 0 0 0,-1 0-1 0 0,1 0 1 0 0,-1-1 0 0 0,0 1-1 0 0,1 0 1 0 0,-1 0 0 0 0,0-1-1 0 0,1 1 1 0 0,-1 0 0 0 0,0-1-1 0 0,0 0-1 0 0,1 0 0 0 0,-1 0 0 0 0,1 0 0 0 0,-1 0 0 0 0,1 0 0 0 0,0 0 0 0 0,-1 0 0 0 0,1 0 0 0 0,0 0 0 0 0,0 0 0 0 0,0 0 0 0 0,0 0 0 0 0,0-1 0 0 0,0-1 0 0 0,0-2-9 0 0,1-1-1 0 0,0 0 1 0 0,0 1-1 0 0,1-1 0 0 0,2-4 1 0 0,4-7-16 0 0,1 1 1 0 0,0 0-1 0 0,1 1 0 0 0,1 0 1 0 0,1 1-1 0 0,0 0 1 0 0,1 1-1 0 0,0 0 0 0 0,17-12 1 0 0,-18 16 36 0 0,0 0 0 0 0,0 1 0 0 0,1 0 1 0 0,0 1-1 0 0,1 1 0 0 0,0 0 0 0 0,0 1 1 0 0,0 0-1 0 0,0 1 0 0 0,1 1 0 0 0,24-3 0 0 0,-35 5 39 0 0,1 1 0 0 0,-1 0 0 0 0,1 0 0 0 0,-1 1 0 0 0,1-1-1 0 0,-1 1 1 0 0,1 0 0 0 0,-1 0 0 0 0,0 0 0 0 0,1 1 0 0 0,-1 0 0 0 0,0 0-1 0 0,0 0 1 0 0,0 0 0 0 0,0 0 0 0 0,-1 1 0 0 0,1-1 0 0 0,0 1-1 0 0,-1 0 1 0 0,0 1 0 0 0,0-1 0 0 0,0 0 0 0 0,0 1 0 0 0,-1-1 0 0 0,1 1-1 0 0,-1 0 1 0 0,0 0 0 0 0,0 0 0 0 0,0 0 0 0 0,0 1 0 0 0,-1-1-1 0 0,0 0 1 0 0,0 1 0 0 0,0-1 0 0 0,0 1 0 0 0,-1-1 0 0 0,0 6 0 0 0,-1 7-183 0 0,0 1 1 0 0,-2-1-1 0 0,-8 31 1 0 0,-8 14-4311 0 0,19-60 4121 0 0,0 0 1 0 0,0-1-1 0 0,0 1 1 0 0,0-1 0 0 0,1 1-1 0 0,-1-1 1 0 0,0 1-1 0 0,1-1 1 0 0,-1 0-1 0 0,1 1 1 0 0,-1-1-1 0 0,1 1 1 0 0,0-1 0 0 0,-1 0-1 0 0,1 0 1 0 0,0 1-1 0 0,0-1 1 0 0,0 0-1 0 0,0 0 1 0 0,0 0-1 0 0,0 0 1 0 0,1 0 0 0 0,-1 0-1 0 0,0 0 1 0 0,0 0-1 0 0,1-1 1 0 0,-1 1-1 0 0,3 1 1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02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156 720 852 0 0,'21'-20'4797'0'0,"0"0"0"0"0,-2-2-1 0 0,31-43 1 0 0,-49 63-4181 0 0,-2 2-601 0 0,0-1 1 0 0,-1 1-1 0 0,1 0 0 0 0,0 0 0 0 0,-1 0 0 0 0,1 0 0 0 0,0-1 0 0 0,0 2 1 0 0,-1-1-1 0 0,1 0 0 0 0,0 0 0 0 0,-1 0 0 0 0,1 1 0 0 0,0-1 0 0 0,0 0 1 0 0,0 1-1 0 0,-2 0 0 0 0,-25 15 14 0 0,1 1 1 0 0,1 1-1 0 0,0 2 1 0 0,2 0-1 0 0,0 2 0 0 0,-40 48 1 0 0,61-67-30 0 0,0 1 1 0 0,0 0-1 0 0,1 0 1 0 0,-1 1 0 0 0,1-1-1 0 0,0 0 1 0 0,1 1-1 0 0,-1-1 1 0 0,0 6-1 0 0,2-8-16 0 0,-1-1 0 0 0,1 1 0 0 0,0 0 0 0 0,0-1 0 0 0,0 1 0 0 0,0 0 0 0 0,0-1 0 0 0,0 1 0 0 0,1-1 0 0 0,-1 1 0 0 0,0-1 0 0 0,1 1 0 0 0,0-1 0 0 0,-1 1 0 0 0,1-1 0 0 0,0 1 0 0 0,-1-1 0 0 0,1 1 0 0 0,0-1 0 0 0,0 0 0 0 0,0 0 0 0 0,0 1 0 0 0,1-1 0 0 0,-1 0 0 0 0,0 0 0 0 0,0 0 0 0 0,1 0 0 0 0,-1-1 0 0 0,0 1 0 0 0,1 0 0 0 0,-1 0 0 0 0,3 0 0 0 0,0 1-70 0 0,0-1 0 0 0,1 0-1 0 0,-1 0 1 0 0,1 0 0 0 0,-1 0-1 0 0,1-1 1 0 0,-1 0 0 0 0,1 1-1 0 0,0-2 1 0 0,-1 1 0 0 0,1 0-1 0 0,-1-1 1 0 0,1 0 0 0 0,4-2-1 0 0,-1 0-21 0 0,0 0 0 0 0,0-1-1 0 0,0 0 1 0 0,-1 0 0 0 0,0-1-1 0 0,0 0 1 0 0,7-6 0 0 0,9-11 20 0 0,-2-1 0 0 0,-1-1 0 0 0,22-32 0 0 0,-34 45 160 0 0,23-33 876 0 0,-30 43-956 0 0,-1 23-28 0 0,-24 48 205 0 0,-3 7 2 0 0,25-70-143 0 0,1 1 1 0 0,-1 0 0 0 0,2 0 0 0 0,-1 0-1 0 0,1 0 1 0 0,0 0 0 0 0,2 14 0 0 0,-2-20-20 0 0,1 0 0 0 0,-1 0 0 0 0,1 0 0 0 0,0 0 0 0 0,-1 0 1 0 0,1 0-1 0 0,0 0 0 0 0,0 0 0 0 0,0-1 0 0 0,1 1 0 0 0,-1 0 0 0 0,0-1 1 0 0,1 1-1 0 0,-1-1 0 0 0,1 1 0 0 0,-1-1 0 0 0,1 0 0 0 0,3 2 0 0 0,-2-1 3 0 0,1 0 1 0 0,0-1-1 0 0,0 1 0 0 0,0-1 0 0 0,0 0 0 0 0,0 0 0 0 0,0-1 0 0 0,0 1 0 0 0,4-1 0 0 0,3 0 1 0 0,0 0 0 0 0,-1-1 0 0 0,1-1 0 0 0,-1 1 1 0 0,0-2-1 0 0,17-5 0 0 0,-9 1-103 0 0,-1-1 1 0 0,-1-1 0 0 0,0 0-1 0 0,0-2 1 0 0,0 1-1 0 0,-2-2 1 0 0,1 0 0 0 0,19-21-1 0 0,-2-5-92 0 0,-1 0-1 0 0,-2-2 0 0 0,-2-1 1 0 0,34-68-1 0 0,64-190 150 0 0,-50 50 3673 0 0,-96 270-3637 0 0,-36 81 1 0 0,4 2-1 0 0,4 3 1 0 0,-59 192-1 0 0,99-268 28 0 0,2 0 0 0 0,-6 47 1 0 0,12-69-20 0 0,1 1 0 0 0,-1-1 0 0 0,1 1 0 0 0,1-1 1 0 0,0 1-1 0 0,0-1 0 0 0,1 0 0 0 0,1 1 0 0 0,-1-1 0 0 0,1 0 1 0 0,1-1-1 0 0,8 17 0 0 0,-10-22-10 0 0,0 1 0 0 0,0-1 0 0 0,0-1 0 0 0,1 1 0 0 0,-1 0 0 0 0,1-1 0 0 0,0 1 0 0 0,0-1 0 0 0,0 0 0 0 0,0 0 0 0 0,0 0 0 0 0,1 0 0 0 0,-1 0 0 0 0,1-1 1 0 0,-1 0-1 0 0,1 1 0 0 0,3-1 0 0 0,-1 0 4 0 0,0 0 0 0 0,0-1 1 0 0,0 0-1 0 0,0 0 0 0 0,0-1 1 0 0,-1 1-1 0 0,1-1 0 0 0,0-1 1 0 0,10-3-1 0 0,0-1 7 0 0,0-1-1 0 0,-1 0 1 0 0,-1-2-1 0 0,1 0 0 0 0,-1 0 1 0 0,21-19-1 0 0,-12 6 309 0 0,-1 0-1 0 0,-1-1 1 0 0,28-40-1 0 0,-37 45-123 0 0,-1 0 0 0 0,0-1 0 0 0,-2 0 0 0 0,0-1 0 0 0,-1 0 0 0 0,5-24 0 0 0,-12 40-121 0 0,0 1-61 0 0,0 1-1 0 0,-1 0 1 0 0,1-1-1 0 0,-1 1 1 0 0,0 0-1 0 0,0-1 1 0 0,0 1-1 0 0,0-1 1 0 0,0-3 0 0 0,-1 4-29 0 0,-1 3-20 0 0,-1-1 0 0 0,1 1 1 0 0,-1 0 0 0 0,1 0 0 0 0,0 0-1 0 0,0 1 1 0 0,-1-1 0 0 0,1 1 0 0 0,0-1-1 0 0,0 1 1 0 0,0-1 0 0 0,0 1-1 0 0,1 0 1 0 0,-1 0 0 0 0,0 0 0 0 0,1 0-1 0 0,0 0 1 0 0,-1 1 0 0 0,1-1 0 0 0,0 0-1 0 0,0 0 1 0 0,0 1 0 0 0,0-1 0 0 0,1 1-1 0 0,-1-1 1 0 0,0 1 0 0 0,1 4 0 0 0,0-5 3 0 0,-1 0 1 0 0,1 1 0 0 0,0-1 0 0 0,1 0-1 0 0,-1 0 1 0 0,0 1 0 0 0,1-1-1 0 0,-1 0 1 0 0,1 0 0 0 0,0 0 0 0 0,-1 1-1 0 0,1-1 1 0 0,0 0 0 0 0,0 0 0 0 0,1 0-1 0 0,-1-1 1 0 0,0 1 0 0 0,2 2 0 0 0,1 0-57 0 0,0 0-1 0 0,0 0 1 0 0,0-1 0 0 0,0 1 0 0 0,0-1 0 0 0,6 3 0 0 0,0-1-1 0 0,0-1 1 0 0,0 0-1 0 0,0 0 0 0 0,0-1 1 0 0,1-1-1 0 0,-1 0 0 0 0,1 0 1 0 0,0-1-1 0 0,-1 0 0 0 0,1-1 1 0 0,0 0-1 0 0,0-1 1 0 0,0 0-1 0 0,-1-1 0 0 0,1 0 1 0 0,-1 0-1 0 0,1-1 0 0 0,-1-1 1 0 0,0 0-1 0 0,0 0 1 0 0,0-1-1 0 0,-1 0 0 0 0,0-1 1 0 0,0 0-1 0 0,0 0 0 0 0,-1-1 1 0 0,1 0-1 0 0,-2 0 1 0 0,11-12-1 0 0,-14 13 76 0 0,2-1 151 0 0,0 0 0 0 0,-1 0 0 0 0,0 0-1 0 0,5-12 1 0 0,-7 12-167 0 0,-3 7-5 0 0,-6 11-38 0 0,-75 105 62 0 0,70-97 33 0 0,0 1 0 0 0,1 0-1 0 0,1 1 1 0 0,-7 25 0 0 0,15-42-19 0 0,-1 0 1 0 0,1 1 0 0 0,1-1 0 0 0,-1 1-1 0 0,1-1 1 0 0,-1 1 0 0 0,1-1 0 0 0,1 1-1 0 0,-1-1 1 0 0,1 1 0 0 0,-1-1 0 0 0,1 0-1 0 0,2 6 1 0 0,-1-6-17 0 0,0-1 0 0 0,0 0-1 0 0,0 1 1 0 0,0-1 0 0 0,1 0-1 0 0,-1 0 1 0 0,1 0 0 0 0,0-1 0 0 0,0 1-1 0 0,0-1 1 0 0,0 1 0 0 0,0-1-1 0 0,0 0 1 0 0,1 0 0 0 0,5 2 0 0 0,3 1-251 0 0,0-1 0 0 0,0 0 0 0 0,1-1 0 0 0,-1 0 0 0 0,1-1 0 0 0,-1-1 0 0 0,1 0 0 0 0,0 0 0 0 0,-1-1 0 0 0,1-1 0 0 0,0 0 0 0 0,-1-1 0 0 0,1 0 0 0 0,-1-1 0 0 0,1-1 0 0 0,-1 0 0 0 0,-1 0 0 0 0,1-1 0 0 0,0-1 0 0 0,13-8 0 0 0,-6 2 321 0 0,0-1 1 0 0,-2 0-1 0 0,0-1 0 0 0,0-1 1 0 0,-1-1-1 0 0,-1 0 1 0 0,-1-1-1 0 0,0 0 0 0 0,-1-1 1 0 0,20-39-1 0 0,-20 32 1173 0 0,14-32 1253 0 0,-26 56-2356 0 0,-20 23 7 0 0,0 5 229 0 0,1 1-1 0 0,2 1 1 0 0,0 0 0 0 0,-15 44 0 0 0,28-66-331 0 0,0 1 0 0 0,1 0 0 0 0,0 0 0 0 0,0 0 0 0 0,0 0 0 0 0,1 0 1 0 0,0 0-1 0 0,1 9 0 0 0,0-14-93 0 0,0 0 0 0 0,1 0 0 0 0,-1 1 0 0 0,1-1 0 0 0,0 0 0 0 0,0 0 0 0 0,0 0 0 0 0,0 0-1 0 0,0 0 1 0 0,1-1 0 0 0,0 1 0 0 0,-1 0 0 0 0,1-1 0 0 0,0 1 0 0 0,0-1 0 0 0,0 1 0 0 0,1-1 0 0 0,-1 0 0 0 0,0 0 0 0 0,1 0 0 0 0,0 0 0 0 0,-1 0 0 0 0,5 1 0 0 0,1 1-493 0 0,1 0 0 0 0,-1-1 0 0 0,1-1 0 0 0,0 1 0 0 0,0-1 0 0 0,0-1 0 0 0,0 1 0 0 0,0-2 0 0 0,18 0 0 0 0,-17 0-777 0 0,0-2-1 0 0,0 1 0 0 0,0-2 0 0 0,0 1 1 0 0,11-5-1 0 0,5-6-3865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02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86 101 2120 0 0,'-49'-65'12106'0'0,"28"36"-9800"0"0,20 28-2240 0 0,-2-2-154 0 0,3 3 15 0 0,0 0 0 0 0,0 0-1 0 0,0-1 1 0 0,0 1-1 0 0,0 0 1 0 0,-7-2-2754 0 0,3 3 2626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02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0 2892 0 0,'-83'8'4836'0'0,"-78"3"4204"0"0,388-7-9935 0 0,4 0-7586 0 0,-168-4 3493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02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35 1868 0 0,'0'0'11985'0'0,"15"-5"-6695"0"0,-13 4-5247 0 0,-1 0 283 0 0,-1 0 1 0 0,1 1 0 0 0,0-1-1 0 0,0 0 1 0 0,0 0 0 0 0,-1 0-1 0 0,1 1 1 0 0,0-1 0 0 0,-1 0-1 0 0,1 0 1 0 0,0 0 0 0 0,-1 0-1 0 0,1 0 1 0 0,-1 0 0 0 0,0 0-1 0 0,1-1 1 0 0,-1 1 0 0 0,0 0-1 0 0,0 0 1 0 0,0 0 0 0 0,0 0-1 0 0,0 0 1 0 0,0 0 0 0 0,0-1-1 0 0,0 0 1 0 0,-1 1-229 0 0,-2 1 7 0 0,-18 5-101 0 0,1 0-1 0 0,0 1 1 0 0,0 1 0 0 0,0 1-1 0 0,1 1 1 0 0,0 0 0 0 0,-27 20-1 0 0,22-13-9 0 0,1 1 0 0 0,1 2 0 0 0,1 0-1 0 0,0 1 1 0 0,-20 26 0 0 0,36-39 11 0 0,0-1 1 0 0,0 1-1 0 0,1 0 0 0 0,0 0 0 0 0,0 1 1 0 0,1-1-1 0 0,0 1 0 0 0,-3 9 1 0 0,5-14-56 0 0,1 0-1 0 0,-1 0 1 0 0,1-1 0 0 0,0 1 0 0 0,0 0 0 0 0,0 0-1 0 0,0 0 1 0 0,1 0 0 0 0,-1 0 0 0 0,1-1 0 0 0,0 1 0 0 0,0 0-1 0 0,0 0 1 0 0,0-1 0 0 0,0 1 0 0 0,0 0 0 0 0,1-1 0 0 0,-1 0-1 0 0,1 1 1 0 0,0-1 0 0 0,0 0 0 0 0,0 0 0 0 0,0 0 0 0 0,0 0-1 0 0,0 0 1 0 0,4 3 0 0 0,3 0-396 0 0,1 1-1 0 0,-1-1 1 0 0,1-1-1 0 0,0 0 1 0 0,0 0 0 0 0,1-1-1 0 0,-1 0 1 0 0,1-1-1 0 0,0 0 1 0 0,11 0-1 0 0,9-1-1447 0 0,0 0 0 0 0,41-6 0 0 0,-43 1-786 0 0,0-2 0 0 0,40-12 0 0 0,-30 5-2850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03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164 307 2332 0 0,'4'-4'1126'0'0,"0"0"-1"0"0,0-1 0 0 0,-1 1 1 0 0,1-1-1 0 0,-1 0 0 0 0,-1 0 1 0 0,1 0-1 0 0,-1 0 1 0 0,1-1-1 0 0,-2 1 0 0 0,4-13 1750 0 0,-11 20-2708 0 0,6-2-154 0 0,-1 0 1 0 0,1 0-1 0 0,0 0 0 0 0,-1 0 1 0 0,1 0-1 0 0,-1 0 1 0 0,1 0-1 0 0,-1 0 1 0 0,1 1-1 0 0,0-1 0 0 0,-1 0 1 0 0,1 0-1 0 0,-1 0 1 0 0,1 0-1 0 0,0 1 1 0 0,-1-1-1 0 0,1 0 0 0 0,-1 1 1 0 0,1-1-1 0 0,0 0 1 0 0,-1 0-1 0 0,1 1 1 0 0,0-1-1 0 0,0 1 0 0 0,-1-1 1 0 0,1 0-1 0 0,0 1 1 0 0,0-1-1 0 0,0 0 1 0 0,-1 1-1 0 0,1-1 0 0 0,0 1 1 0 0,0-1-1 0 0,0 1 1 0 0,0-1-1 0 0,0 1 1 0 0,0 0-1 0 0,0 0 11 0 0,1 1 0 0 0,-1-1 0 0 0,1 1 0 0 0,0-1 0 0 0,0 1 0 0 0,-1-1 0 0 0,1 1 0 0 0,0-1 0 0 0,0 0 0 0 0,0 1 0 0 0,0-1 0 0 0,1 0 0 0 0,-1 0 0 0 0,0 0 0 0 0,0 0 0 0 0,1 0 1 0 0,-1 0-1 0 0,1 0 0 0 0,-1 0 0 0 0,1 0 0 0 0,-1-1 0 0 0,1 1 0 0 0,-1-1 0 0 0,1 1 0 0 0,0-1 0 0 0,-1 1 0 0 0,1-1 0 0 0,0 0 0 0 0,-1 0 0 0 0,1 0 0 0 0,3 0 0 0 0,3 0 20 0 0,-1-1 0 0 0,1 1 0 0 0,0-1-1 0 0,-1-1 1 0 0,1 1 0 0 0,8-4 0 0 0,-8 1-27 0 0,0 0 0 0 0,0 0 0 0 0,0-1 0 0 0,0 0 0 0 0,-1 0 0 0 0,0-1 0 0 0,0 0 0 0 0,0 0 0 0 0,9-13 0 0 0,-8 9-26 0 0,0 1-1 0 0,-2-2 0 0 0,1 1 1 0 0,-1-1-1 0 0,-1 0 0 0 0,8-21 1 0 0,-6 3-83 0 0,-7 28 84 0 0,0-1 0 0 0,0 1-1 0 0,0 0 1 0 0,-1 0 0 0 0,1 0 0 0 0,0 0 0 0 0,0-1 0 0 0,-1 1 0 0 0,1 0 0 0 0,-1 0-1 0 0,1 0 1 0 0,-1 0 0 0 0,1 0 0 0 0,-1 0 0 0 0,1 0 0 0 0,-1 0 0 0 0,0 0-1 0 0,0 0 1 0 0,1 0 0 0 0,-2 0 0 0 0,0 0 0 0 0,-1-1 0 0 0,1 1 0 0 0,0 0 0 0 0,-1 1 0 0 0,1-1 0 0 0,0 0 0 0 0,-1 1-1 0 0,1-1 1 0 0,-1 1 0 0 0,1 0 0 0 0,-1 0 0 0 0,1 0 0 0 0,-1 0 0 0 0,1 0 0 0 0,-1 0 0 0 0,-3 2 0 0 0,-38 9-12 0 0,43-10 20 0 0,-28 10 77 0 0,2 1 0 0 0,-1 1 0 0 0,1 2 0 0 0,1 0 0 0 0,1 2 1 0 0,0 1-1 0 0,2 1 0 0 0,0 1 0 0 0,-31 34 0 0 0,49-48-55 0 0,-1 1 1 0 0,1-1-1 0 0,1 1 0 0 0,-1 0 0 0 0,1 0 1 0 0,1 1-1 0 0,-1-1 0 0 0,1 1 0 0 0,-2 9 1 0 0,4-15-14 0 0,0 1 1 0 0,1-1 0 0 0,0 0 0 0 0,0 1 0 0 0,-1-1 0 0 0,2 1-1 0 0,-1-1 1 0 0,0 1 0 0 0,0-1 0 0 0,1 1 0 0 0,-1-1 0 0 0,1 0-1 0 0,0 1 1 0 0,0-1 0 0 0,0 0 0 0 0,0 1 0 0 0,0-1 0 0 0,0 0-1 0 0,0 0 1 0 0,1 0 0 0 0,-1 0 0 0 0,1 0 0 0 0,0 0 0 0 0,-1-1 0 0 0,1 1-1 0 0,0-1 1 0 0,0 1 0 0 0,0-1 0 0 0,0 1 0 0 0,1-1 0 0 0,-1 0-1 0 0,0 0 1 0 0,0 0 0 0 0,4 1 0 0 0,7 2 6 0 0,1-1 0 0 0,0 0 0 0 0,0 0 0 0 0,0-2 0 0 0,0 1 0 0 0,0-2 0 0 0,1 0 0 0 0,-1-1 0 0 0,0 0 0 0 0,0-1 0 0 0,20-5 0 0 0,4-4-20 0 0,1-1 0 0 0,65-30 1 0 0,-40 11-52 0 0,-2-1 1 0 0,-1-4-1 0 0,-2-2 1 0 0,-1-3-1 0 0,64-60 1 0 0,-114 93 29 0 0,0 0 0 0 0,-1 0 0 0 0,0-1 0 0 0,10-16 0 0 0,-16 23-24 0 0,-1 1 45 0 0,0 1 1 0 0,0 0-1 0 0,0-1 1 0 0,0 1-1 0 0,0-1 1 0 0,-1 1 0 0 0,1 0-1 0 0,0-1 1 0 0,0 1-1 0 0,-1 0 1 0 0,1-1-1 0 0,0 1 1 0 0,-1 0-1 0 0,1-1 1 0 0,0 1-1 0 0,-1 0 1 0 0,1 0-1 0 0,-1-1 1 0 0,1 1-1 0 0,0 0 1 0 0,-1 0-1 0 0,1 0 1 0 0,-1-1 0 0 0,1 1-1 0 0,0 0 1 0 0,-1 0-1 0 0,1 0 1 0 0,-1 0-1 0 0,1 0 1 0 0,-1 0-1 0 0,1 0 1 0 0,-1 0-1 0 0,1 0 1 0 0,-1 0-1 0 0,-20 4-52 0 0,15-2 48 0 0,0 1 0 0 0,1 0 0 0 0,-1 0 0 0 0,1 0 0 0 0,0 1 0 0 0,0 0 1 0 0,0 0-1 0 0,0 0 0 0 0,0 1 0 0 0,1-1 0 0 0,0 1 0 0 0,0 0 0 0 0,0 1 0 0 0,1-1 0 0 0,0 0 1 0 0,-4 10-1 0 0,4-7 20 0 0,0 1 0 0 0,0 0 0 0 0,1-1 1 0 0,1 1-1 0 0,0 0 0 0 0,0 0 0 0 0,0 0 1 0 0,1 0-1 0 0,1 0 0 0 0,-1 0 0 0 0,4 13 0 0 0,26 86 207 0 0,-26-97 68 0 0,-3-10-251 0 0,-1 0 0 0 0,1 0 0 0 0,-1-1 0 0 0,1 1-1 0 0,-1 0 1 0 0,0 0 0 0 0,1 0 0 0 0,-1 0 0 0 0,0 0 0 0 0,0 0 0 0 0,1 0 0 0 0,-1 0-1 0 0,0 0 1 0 0,0 0 0 0 0,0 0 0 0 0,0 0 0 0 0,0 0 0 0 0,0 0 0 0 0,-1 0-1 0 0,1 0 1 0 0,0 0 0 0 0,0 0 0 0 0,-1-1 0 0 0,1 1 0 0 0,-1 0 0 0 0,1 0 0 0 0,-1 0-1 0 0,1 0 1 0 0,-1 0 0 0 0,1-1 0 0 0,-1 1 0 0 0,0 0 0 0 0,1-1 0 0 0,-1 1 0 0 0,0 0-1 0 0,-1 0 1 0 0,-7 4 43 0 0,-1-1-1 0 0,1 0 0 0 0,-1 0 1 0 0,0-1-1 0 0,0-1 0 0 0,-1 0 1 0 0,1 0-1 0 0,0-1 1 0 0,-18 1-1 0 0,-2-3-1303 0 0,0 0-1 0 0,-36-7 1 0 0,63 8 980 0 0,-26-6-3269 0 0,12-1-2104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05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163 384 496 0 0,'-131'-4'11007'0'0,"128"4"-10763"0"0,0 1-10 0 0,-6-1-318 0 0,-5 1 1561 0 0,14-1-1455 0 0,0 0-1 0 0,0 0 0 0 0,-1 0 0 0 0,1 1 0 0 0,0-1 0 0 0,0 0 0 0 0,0 0 1 0 0,0 0-1 0 0,0 0 0 0 0,-1 0 0 0 0,1 1 0 0 0,0-1 0 0 0,0 0 1 0 0,0 0-1 0 0,0 0 0 0 0,0 0 0 0 0,0 1 0 0 0,0-1 0 0 0,0 0 0 0 0,0 0 1 0 0,0 0-1 0 0,-1 1 0 0 0,1-1 0 0 0,0 0 0 0 0,0 0 0 0 0,0 0 0 0 0,0 1 1 0 0,1-1-1 0 0,-1 0 0 0 0,0 0 0 0 0,0 0 0 0 0,0 1 0 0 0,0-1 0 0 0,0 0 1 0 0,0 0-1 0 0,0 0 0 0 0,0 1 0 0 0,0-1 0 0 0,0 0 0 0 0,0 0 1 0 0,1 0-1 0 0,-1 0 0 0 0,0 1 0 0 0,0-1 0 0 0,0 0 0 0 0,0 0 0 0 0,0 0 1 0 0,1 0-1 0 0,-1 0 0 0 0,0 0 0 0 0,0 1 0 0 0,1-1 0 0 0,0 0 18 0 0,0 1 0 0 0,-1 0 0 0 0,2-1 0 0 0,-1 1 0 0 0,0-1 0 0 0,0 0 0 0 0,0 1 0 0 0,0-1 0 0 0,0 0 0 0 0,0 1 1 0 0,0-1-1 0 0,0 0 0 0 0,1 0 0 0 0,-1 0 0 0 0,0 0 0 0 0,0 0 0 0 0,1 0 0 0 0,2-1 74 0 0,81 8 1034 0 0,113-5 0 0 0,-95-3-929 0 0,1110-12 346 0 0,-647 5-497 0 0,382-22-10 0 0,-142-3 44 0 0,2 28 115 0 0,-660 5-135 0 0,1610 43 756 0 0,-1350-28-827 0 0,977 0 45 0 0,-760-28-76 0 0,371-11 29 0 0,-333 6 26 0 0,352-16 22 0 0,-8-40-21 0 0,-349 22-17 0 0,951-12-36 0 0,-505 69 1316 0 0,-1070-7-962 0 0,-1-1 1 0 0,65-14 0 0 0,-89 14-334 0 0,18-3 3 0 0,-25 6-5 0 0,14-2 16 0 0,1-2 1 0 0,0 0-1 0 0,-1-1 1 0 0,24-10 0 0 0,-18 4-2244 0 0,-14 7 343 0 0,1-1 0 0 0,-2 0 0 0 0,1-1 0 0 0,-1 0 0 0 0,9-8 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03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46 2720 0 0,'3'0'3381'0'0,"17"3"4313"0"0,-19-3-7830 0 0,0 0 381 0 0,0 1 0 0 0,0-1 0 0 0,0 0 0 0 0,0 0 0 0 0,0-1 0 0 0,0 1 0 0 0,0 0 1 0 0,0 0-1 0 0,0 0 0 0 0,0-1 0 0 0,0 1 0 0 0,0 0 0 0 0,0-1 0 0 0,0 1 0 0 0,0-1 0 0 0,-1 1 0 0 0,1-1 0 0 0,0 1 0 0 0,0-1 0 0 0,2-2 669 0 0,-3 2-909 0 0,0 1 1 0 0,0-1 0 0 0,0 1-1 0 0,0-1 1 0 0,0 0 0 0 0,1 1-1 0 0,-1-1 1 0 0,0 1 0 0 0,0-1-1 0 0,0 1 1 0 0,-1-1 0 0 0,1 0-1 0 0,0 1 1 0 0,0-1 0 0 0,0 1-1 0 0,0-1 1 0 0,0 1 0 0 0,-1-1-1 0 0,1 0 1 0 0,0 1 0 0 0,0-1-1 0 0,-1 1 1 0 0,1-1 0 0 0,0 1-1 0 0,-1 0 1 0 0,1-1 0 0 0,-1 1-1 0 0,1-1 1 0 0,-1 1 0 0 0,1 0-1 0 0,-1-1 1 0 0,1 1 0 0 0,-1 0-1 0 0,0-1 1 0 0,-66-13-7829 0 0,47 10 4411 0 0,-13-1-2621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06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1336 0 0,'32'-15'14490'0'0,"-18"7"-11535"0"0,-12 7-2571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06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1 940 0 0,'0'12'6918'0'0,"1"3"-3280"0"0,1 10 4992 0 0,14-28-9404 0 0,-12 3-49 0 0,0-1 1 0 0,0 0 0 0 0,-1-1-1 0 0,1 1 1 0 0,0-1-1 0 0,0 1 1 0 0,-1-1 0 0 0,7-5-1 0 0,-1 2-2798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06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0 189 2712 0 0,'47'-28'8018'0'0,"-22"12"-6041"0"0,1 1 0 0 0,33-13 1 0 0,5 7-1689 0 0,0 3 1 0 0,89-14 0 0 0,-32 8-9351 0 0,-98 18 2995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11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819 114 744 0 0,'0'0'1558'0'0,"23"16"4055"0"0,-23-14-5463 0 0,1-1-1 0 0,0 0 1 0 0,0 1-1 0 0,-1-1 1 0 0,1 1-1 0 0,0-1 1 0 0,-1 1-1 0 0,0 0 1 0 0,1-1-1 0 0,-1 1 1 0 0,0-1-1 0 0,0 1 1 0 0,0 0-1 0 0,0-1 1 0 0,0 3-1 0 0,-3 18 471 0 0,3-22-613 0 0,-3 10 345 0 0,1 0-1 0 0,-1 0 1 0 0,-1-1 0 0 0,0 0-1 0 0,0 1 1 0 0,-1-1-1 0 0,0-1 1 0 0,0 1-1 0 0,-1-1 1 0 0,-8 10-1 0 0,13-18-303 0 0,1 1 0 0 0,-1 0 0 0 0,1-1-1 0 0,-1 1 1 0 0,1-1 0 0 0,-1 1-1 0 0,1-1 1 0 0,-1 1 0 0 0,0-1 0 0 0,1 1-1 0 0,-1-1 1 0 0,0 1 0 0 0,1-1-1 0 0,-1 0 1 0 0,0 0 0 0 0,1 1 0 0 0,-1-1-1 0 0,0 0 1 0 0,0 0 0 0 0,1 0-1 0 0,-1 0 1 0 0,0 1 0 0 0,0-1 0 0 0,1 0-1 0 0,-1-1 1 0 0,0 1 0 0 0,0 0-1 0 0,1 0 1 0 0,-1 0 0 0 0,0 0 0 0 0,0 0-1 0 0,1-1 1 0 0,-1 1 0 0 0,0 0 0 0 0,1-1-1 0 0,-1 1 1 0 0,0-1 0 0 0,1 1-1 0 0,-1-1 1 0 0,0 1 0 0 0,1-1 0 0 0,-2 0-1 0 0,1-1-21 0 0,-1 0 0 0 0,1 0 1 0 0,-1 0-1 0 0,1 0 0 0 0,0 0 0 0 0,0 0 0 0 0,0 0 0 0 0,0 0 0 0 0,0 0 0 0 0,-1-5 0 0 0,1-4-14 0 0,1 0 1 0 0,0-1-1 0 0,1 1 0 0 0,0 0 0 0 0,0 0 1 0 0,1-1-1 0 0,1 1 0 0 0,0 0 0 0 0,0 1 1 0 0,8-16-1 0 0,-5 12-34 0 0,1 1-1 0 0,0 1 1 0 0,1-1 0 0 0,1 1 0 0 0,0 0-1 0 0,1 1 1 0 0,15-14 0 0 0,-24 24 13 0 0,0-1 0 0 0,1 1 0 0 0,-1 0-1 0 0,0 0 1 0 0,1 0 0 0 0,-1 0 0 0 0,1 0 0 0 0,0 0 0 0 0,-1 0 0 0 0,1 0 0 0 0,0 1 0 0 0,-1-1 0 0 0,1 1-1 0 0,0-1 1 0 0,0 1 0 0 0,-1 0 0 0 0,1-1 0 0 0,0 1 0 0 0,0 0 0 0 0,2 1 0 0 0,-2-1 2 0 0,-1 1 1 0 0,1-1-1 0 0,-1 1 0 0 0,1 0 1 0 0,-1 0-1 0 0,1 0 1 0 0,-1 0-1 0 0,0 0 1 0 0,1 0-1 0 0,-1 1 0 0 0,0-1 1 0 0,0 0-1 0 0,0 0 1 0 0,0 1-1 0 0,0-1 1 0 0,0 1-1 0 0,1 2 0 0 0,1 3-5 0 0,0 1-1 0 0,-1 0 0 0 0,0 0 0 0 0,0 0 0 0 0,0 0 0 0 0,-1 0 0 0 0,0 13 0 0 0,-2 6 6 0 0,-2 0-1 0 0,0-1 0 0 0,-2 1 1 0 0,-1-1-1 0 0,-10 28 0 0 0,-55 122 109 0 0,46-120-64 0 0,-2-3 0 0 0,-2 0 0 0 0,-43 57 0 0 0,58-92 112 0 0,0 0 0 0 0,-1-2-1 0 0,0 1 1 0 0,-2-2 0 0 0,1 0 0 0 0,-2-1 0 0 0,0-1-1 0 0,-1 0 1 0 0,0-2 0 0 0,-1 0 0 0 0,-37 14-1 0 0,46-21-46 0 0,-1-2-1 0 0,0 1 0 0 0,1-2 0 0 0,-1 1 0 0 0,0-2 0 0 0,0 0 1 0 0,0 0-1 0 0,0-1 0 0 0,0 0 0 0 0,1-1 0 0 0,-1-1 1 0 0,0 0-1 0 0,1 0 0 0 0,0-1 0 0 0,-15-7 0 0 0,-12-9-127 0 0,1-1 1 0 0,-66-50-1 0 0,65 44-281 0 0,38 26 150 0 0,-1 1 0 0 0,0 0 0 0 0,1-1-1 0 0,-1 1 1 0 0,0-1 0 0 0,1 1 0 0 0,-1-1 0 0 0,1 1-1 0 0,-1-1 1 0 0,1 1 0 0 0,-1-1 0 0 0,1 0 0 0 0,0 1 0 0 0,-1-1-1 0 0,1 0 1 0 0,0 1 0 0 0,-1-2 0 0 0,1 2 37 0 0,1-1 1 0 0,-1 1-1 0 0,1-1 1 0 0,-1 1-1 0 0,1 0 1 0 0,-1-1 0 0 0,1 1-1 0 0,0 0 1 0 0,-1-1-1 0 0,1 1 1 0 0,-1 0-1 0 0,1 0 1 0 0,0 0-1 0 0,-1-1 1 0 0,1 1-1 0 0,-1 0 1 0 0,1 0 0 0 0,0 0-1 0 0,-1 0 1 0 0,1 0-1 0 0,0 0 1 0 0,-1 0-1 0 0,1 0 1 0 0,1 1-1 0 0,73-6-6637 0 0,-43 1 1827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12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518 140 2196 0 0,'6'-11'1234'0'0,"61"-115"11078"0"0,-66 124-11752 0 0,0 18-191 0 0,-3 1-185 0 0,-1-1 1 0 0,-1 0-1 0 0,-1 0 0 0 0,-12 29 1 0 0,3-9 122 0 0,-105 290 974 0 0,-15 44-899 0 0,114-312-340 0 0,-149 480 243 0 0,168-531-276 0 0,-5 14 69 0 0,1 0 1 0 0,1 1-1 0 0,-2 32 1 0 0,6-53-67 0 0,0 0 0 0 0,0 1 0 0 0,0-1 0 0 0,0 0 1 0 0,0 0-1 0 0,0 0 0 0 0,0 0 0 0 0,1 1 0 0 0,-1-1 1 0 0,0 0-1 0 0,1 0 0 0 0,-1 0 0 0 0,1 0 1 0 0,0 0-1 0 0,-1 0 0 0 0,1 0 0 0 0,0 0 0 0 0,-1 0 1 0 0,1 0-1 0 0,0-1 0 0 0,0 1 0 0 0,0 0 0 0 0,2 1 1 0 0,-1-1-3 0 0,0 0 1 0 0,0-1 0 0 0,0 1-1 0 0,0-1 1 0 0,0 1 0 0 0,0-1-1 0 0,1 0 1 0 0,-1 0 0 0 0,0 0-1 0 0,0 0 1 0 0,5 0 0 0 0,1-2 8 0 0,0 0-1 0 0,0 0 1 0 0,0-1 0 0 0,0 0 0 0 0,12-6 0 0 0,-9 3-11 0 0,-1 0 1 0 0,0-1-1 0 0,0 0 0 0 0,-1-1 0 0 0,0 0 1 0 0,0 0-1 0 0,-1-1 0 0 0,0 0 0 0 0,-1 0 1 0 0,0-1-1 0 0,0 0 0 0 0,-1-1 0 0 0,0 1 1 0 0,-1-1-1 0 0,8-22 0 0 0,-10 20-9 0 0,0 0 1 0 0,-1 0-1 0 0,0-1 0 0 0,-1 1 0 0 0,0 0 0 0 0,-1-1 1 0 0,-1 1-1 0 0,0-1 0 0 0,-1 1 0 0 0,0 0 0 0 0,-1 0 1 0 0,-1 0-1 0 0,0 0 0 0 0,-5-12 0 0 0,-2 2 78 0 0,-1 0-1 0 0,0 1 1 0 0,-2 0 0 0 0,0 1-1 0 0,-24-26 1 0 0,-94-83 180 0 0,93 95-179 0 0,36 32-62 0 0,-1-1-30 0 0,0 1 0 0 0,0-1 0 0 0,1 0 0 0 0,-1 1 0 0 0,1-2-1 0 0,-5-7 1 0 0,8 11-21 0 0,-1-1 0 0 0,1 1 0 0 0,-1-1 0 0 0,1 1-1 0 0,0-1 1 0 0,-1 1 0 0 0,1-1 0 0 0,0 0 0 0 0,0 1-1 0 0,0-1 1 0 0,1 1 0 0 0,-1-1 0 0 0,0 1 0 0 0,1-1-1 0 0,-1 1 1 0 0,0-1 0 0 0,1 1 0 0 0,0-1 0 0 0,-1 1-1 0 0,1-1 1 0 0,0 1 0 0 0,0 0 0 0 0,0 0 0 0 0,0-1-1 0 0,0 1 1 0 0,0 0 0 0 0,2-2 0 0 0,6-5-351 0 0,0 0 0 0 0,0 1 0 0 0,1 0 1 0 0,1 0-1 0 0,-1 1 0 0 0,1 0 0 0 0,0 1 0 0 0,13-5 0 0 0,98-27-3753 0 0,-100 32 3371 0 0,59-15-4411 0 0,-40 11 548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13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278 210 1784 0 0,'10'-14'1657'0'0,"5"-6"146"0"0,-1 0 1 0 0,-1-2-1 0 0,-1 1 0 0 0,14-36 1 0 0,-19 41-693 0 0,-6 13-838 0 0,1 0 0 0 0,-1 0 0 0 0,0-1 0 0 0,0 1 0 0 0,0 0 0 0 0,-1 0 0 0 0,2-7 0 0 0,-2 10-259 0 0,-1-1-1 0 0,1 1 1 0 0,0 0-1 0 0,0-1 0 0 0,0 1 1 0 0,0 0-1 0 0,0-1 0 0 0,0 1 1 0 0,0 0-1 0 0,0-1 1 0 0,-1 1-1 0 0,1 0 0 0 0,0-1 1 0 0,0 1-1 0 0,0 0 0 0 0,-1 0 1 0 0,1-1-1 0 0,0 1 0 0 0,0 0 1 0 0,-1 0-1 0 0,1 0 1 0 0,0-1-1 0 0,0 1 0 0 0,-1 0 1 0 0,1 0-1 0 0,0 0 0 0 0,-1 0 1 0 0,1 0-1 0 0,0-1 1 0 0,-1 1-1 0 0,1 0 0 0 0,0 0 1 0 0,-1 0-1 0 0,1 0 0 0 0,0 0 1 0 0,-1 0-1 0 0,1 0 1 0 0,-1 0-1 0 0,-12 3 90 0 0,13-3-94 0 0,-11 4 30 0 0,1 0-1 0 0,0 2 1 0 0,0-1 0 0 0,0 1-1 0 0,1 0 1 0 0,0 1 0 0 0,0 0-1 0 0,-11 12 1 0 0,6-7-15 0 0,-112 109 161 0 0,106-99-154 0 0,1 1-1 0 0,1 1 1 0 0,-28 49-1 0 0,42-66-20 0 0,1 0-1 0 0,0 0 0 0 0,0 0 0 0 0,-1 10 1 0 0,3-16-5 0 0,1 0 1 0 0,-1 1 0 0 0,1-1 0 0 0,0 0 0 0 0,0 1-1 0 0,-1-1 1 0 0,1 1 0 0 0,0-1 0 0 0,0 1-1 0 0,0-1 1 0 0,1 0 0 0 0,-1 1 0 0 0,0-1 0 0 0,1 0-1 0 0,-1 1 1 0 0,0-1 0 0 0,1 0 0 0 0,0 1 0 0 0,-1-1-1 0 0,1 0 1 0 0,0 0 0 0 0,-1 1 0 0 0,1-1 0 0 0,0 0-1 0 0,0 0 1 0 0,0 0 0 0 0,0 0 0 0 0,0 0-1 0 0,0 0 1 0 0,1-1 0 0 0,-1 1 0 0 0,1 1 0 0 0,4-1 2 0 0,0 0 0 0 0,0 0 0 0 0,-1 0 0 0 0,1 0 0 0 0,0-1 0 0 0,0 0 0 0 0,0 0 1 0 0,0-1-1 0 0,0 0 0 0 0,-1 0 0 0 0,1 0 0 0 0,0-1 0 0 0,-1 1 0 0 0,1-2 0 0 0,-1 1 1 0 0,0 0-1 0 0,8-5 0 0 0,8-5-7 0 0,-1-1 0 0 0,37-31 1 0 0,100-101-156 0 0,-156 144 137 0 0,0 0 0 0 0,0 0-1 0 0,0 0 1 0 0,0 0 0 0 0,1 0-1 0 0,-1 0 1 0 0,0 1 0 0 0,0-1-1 0 0,1 0 1 0 0,-1 1-1 0 0,0-1 1 0 0,1 1 0 0 0,-1 0-1 0 0,1-1 1 0 0,1 1 0 0 0,-2 0 15 0 0,-1 0 0 0 0,1 0 0 0 0,0 0 0 0 0,0 1-1 0 0,-1-1 1 0 0,1 0 0 0 0,0 1 0 0 0,-1-1 0 0 0,1 0 0 0 0,-1 1 0 0 0,1-1 0 0 0,0 1 0 0 0,-1-1 0 0 0,1 1 0 0 0,-1-1 0 0 0,1 1 0 0 0,-1-1 0 0 0,1 1 0 0 0,-1-1 0 0 0,0 1 0 0 0,1 0 0 0 0,-1-1 0 0 0,0 1-1 0 0,1 0 1 0 0,-1-1 0 0 0,0 1 0 0 0,0 0 0 0 0,0-1 0 0 0,0 1 0 0 0,1 0 0 0 0,-1 0 0 0 0,0-1 0 0 0,0 1 0 0 0,-1 1 0 0 0,2 50-389 0 0,-2-33 558 0 0,1-1 0 0 0,1 0-1 0 0,1 1 1 0 0,5 26 0 0 0,-6-41-432 0 0,1 1 0 0 0,-1-1 0 0 0,1 0 0 0 0,0 0 0 0 0,0 0 0 0 0,1 0 0 0 0,-1 0 0 0 0,1 0 0 0 0,5 5 0 0 0,-5-6-252 0 0,-1-1-1 0 0,1 0 1 0 0,0 0 0 0 0,0 0 0 0 0,0 0 0 0 0,1 0 0 0 0,-1 0 0 0 0,0-1 0 0 0,1 0 0 0 0,-1 0 0 0 0,1 0 0 0 0,-1 0 0 0 0,7 0 0 0 0,5 0-4584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14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1 153 1588 0 0,'18'-41'6244'0'0,"-15"34"-5681"0"0,0-1 0 0 0,0 1 0 0 0,0 0 0 0 0,1-1 0 0 0,1 1-1 0 0,5-8 1 0 0,-5 10-425 0 0,0 0-1 0 0,0 1 1 0 0,1-1-1 0 0,-1 1 0 0 0,1 0 1 0 0,0 0-1 0 0,0 1 1 0 0,0 0-1 0 0,1 0 0 0 0,-1 0 1 0 0,1 1-1 0 0,0 0 0 0 0,0 0 1 0 0,8-1-1 0 0,-12 3-105 0 0,0 0-28 0 0,0 0 2 0 0,0 1 0 0 0,0-1 0 0 0,0 1 0 0 0,0-1 0 0 0,0 1 0 0 0,0 0 0 0 0,0 0 0 0 0,-1 0 0 0 0,1 1 0 0 0,0-1 0 0 0,-1 1 0 0 0,1-1 0 0 0,-1 1 0 0 0,1 0 0 0 0,-1 0 0 0 0,0 0 0 0 0,0 0 0 0 0,0 0 0 0 0,0 1 0 0 0,2 2 0 0 0,-1 2 8 0 0,1 0 0 0 0,-2 0 0 0 0,1 1 0 0 0,-1-1 0 0 0,0 1 0 0 0,0-1 0 0 0,-1 1-1 0 0,0 0 1 0 0,-1 0 0 0 0,1-1 0 0 0,-2 1 0 0 0,1 0 0 0 0,-1 0 0 0 0,0-1 0 0 0,-1 1 0 0 0,-3 10 0 0 0,0 1 133 0 0,-2 0 0 0 0,-1-1 0 0 0,0 0 0 0 0,-1-1 0 0 0,-14 22 0 0 0,17-31 295 0 0,-5 7 1720 0 0,11-14-2118 0 0,-1-1 0 0 0,1 1 0 0 0,-1-1-1 0 0,1 0 1 0 0,-1 1 0 0 0,1-1-1 0 0,-1 0 1 0 0,1 0 0 0 0,-1 1 0 0 0,1-1-1 0 0,-1 0 1 0 0,1 0 0 0 0,-1 0-1 0 0,0 0 1 0 0,1 0 0 0 0,-1 0 0 0 0,1 0-1 0 0,-1 0 1 0 0,1 0 0 0 0,-1 0 0 0 0,0 0-1 0 0,1 0 1 0 0,-1 0 0 0 0,0-1-31 0 0,1 0 0 0 0,-1 1 0 0 0,1-1-1 0 0,0 0 1 0 0,0 0 0 0 0,-1 1 0 0 0,1-1 0 0 0,0 0 0 0 0,0 0 0 0 0,0 0 0 0 0,0 1 0 0 0,0-1 0 0 0,0 0 0 0 0,0 0 0 0 0,0 1 0 0 0,0-1 0 0 0,1 0 0 0 0,-1 0 0 0 0,0 0-1 0 0,0 1 1 0 0,1-2 0 0 0,7-23 50 0 0,-7 21-42 0 0,5-12-20 0 0,1 0-1 0 0,1 1 0 0 0,0 0 0 0 0,1 0 0 0 0,0 0 0 0 0,2 1 0 0 0,-1 1 0 0 0,2 0 1 0 0,0 0-1 0 0,20-16 0 0 0,-29 27-16 0 0,0 0 1 0 0,0-1-1 0 0,0 2 1 0 0,1-1-1 0 0,-1 0 1 0 0,0 1-1 0 0,1-1 1 0 0,-1 1-1 0 0,1 0 1 0 0,0 0-1 0 0,0 0 1 0 0,-1 1-1 0 0,1-1 0 0 0,0 1 1 0 0,0 0-1 0 0,-1 0 1 0 0,6 1-1 0 0,-6-1 12 0 0,0 1 0 0 0,1 0-1 0 0,-1 0 1 0 0,0 0-1 0 0,0 0 1 0 0,1 1-1 0 0,-1-1 1 0 0,0 1 0 0 0,0 0-1 0 0,0 0 1 0 0,-1 0-1 0 0,1 0 1 0 0,0 0 0 0 0,-1 0-1 0 0,0 1 1 0 0,1 0-1 0 0,-1-1 1 0 0,0 1 0 0 0,0 0-1 0 0,-1 0 1 0 0,1 0-1 0 0,0 0 1 0 0,-1 0-1 0 0,2 7 1 0 0,1 0-9 0 0,-2 1 1 0 0,1 0-1 0 0,-1 0 0 0 0,-1 0 0 0 0,1 20 1 0 0,-9 9 18 0 0,7-38 15 0 0,-2-1-4 0 0,-3 1-47 0 0,4-13-26 0 0,4-1 27 0 0,0 0 0 0 0,1 1 0 0 0,0-1-1 0 0,0 1 1 0 0,1 0 0 0 0,1 0 0 0 0,0 0-1 0 0,1 1 1 0 0,-1 0 0 0 0,2 0-1 0 0,0 1 1 0 0,0 0 0 0 0,0 0 0 0 0,1 1-1 0 0,1 0 1 0 0,-1 1 0 0 0,1 0 0 0 0,21-11-1 0 0,-27 17 19 0 0,-1 0 0 0 0,1 0 0 0 0,0 1-1 0 0,-1-1 1 0 0,1 1 0 0 0,0 0-1 0 0,0 1 1 0 0,-1-1 0 0 0,1 1 0 0 0,0-1-1 0 0,-1 1 1 0 0,1 0 0 0 0,-1 0 0 0 0,1 1-1 0 0,-1-1 1 0 0,1 1 0 0 0,-1-1-1 0 0,0 1 1 0 0,0 0 0 0 0,1 1 0 0 0,2 2-1 0 0,-3-2 17 0 0,1 1-1 0 0,-1 0 1 0 0,0 0-1 0 0,0 0 0 0 0,0 0 1 0 0,0 0-1 0 0,-1 1 1 0 0,1-1-1 0 0,-1 1 0 0 0,0-1 1 0 0,-1 1-1 0 0,1 0 1 0 0,-1 0-1 0 0,1 7 0 0 0,-1 4-90 0 0,0 1 0 0 0,-1 0 0 0 0,-2 17 0 0 0,0-22-643 0 0,1-1-1 0 0,1 1 1 0 0,0 0-1 0 0,1 0 0 0 0,0-1 1 0 0,0 1-1 0 0,5 14 1 0 0,4-7-4202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14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74 120 0 0,'12'-37'10034'0'0,"-5"13"-6305"0"0,-6 23-3255 0 0,0-3 14 0 0,-1 3-469 0 0,0 1-1 0 0,0 0 1 0 0,0 0 0 0 0,0-1 0 0 0,0 1 0 0 0,0 0 0 0 0,0 0 0 0 0,0-1 0 0 0,0 1-1 0 0,0 0 1 0 0,0 0 0 0 0,0-1 0 0 0,0 1 0 0 0,0 0 0 0 0,0 0 0 0 0,0-1 0 0 0,1 1-1 0 0,-1 0 1 0 0,0 0 0 0 0,0-1 0 0 0,0 1 0 0 0,0 0 0 0 0,0 0 0 0 0,1 0 0 0 0,-1-1 0 0 0,0 1-1 0 0,0 0 1 0 0,0 0 0 0 0,1 0 0 0 0,-1 0 0 0 0,0 0 0 0 0,0 0 0 0 0,1-1 0 0 0,-1 1-1 0 0,0 0 1 0 0,0 0 0 0 0,1 0 0 0 0,3 1 56 0 0,-1 0 0 0 0,1 0 0 0 0,0 0 0 0 0,0 1 0 0 0,-1-1 0 0 0,1 1 0 0 0,-1 0 0 0 0,1 0 0 0 0,-1 0 0 0 0,0 1 0 0 0,0-1 0 0 0,3 4 0 0 0,37 41 363 0 0,-22-21-274 0 0,16 17 31 0 0,-21-23-439 0 0,20 20 1 0 0,-29-34-747 0 0,0-1 0 0 0,0 1 0 0 0,13 7 0 0 0,-6-7-1546 0 0,5-12-5411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14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81 876 0 0,'-2'-20'3534'0'0,"2"14"-2447"0"0,-1 0 0 0 0,1-1-1 0 0,-1 1 1 0 0,0 0 0 0 0,-1 0 0 0 0,0 0 0 0 0,-4-10 0 0 0,6 15-775 0 0,-4 2 54 0 0,-4 1-106 0 0,0 0-1 0 0,0 1 0 0 0,0 0 1 0 0,1 0-1 0 0,-1 1 0 0 0,1 0 1 0 0,-12 9-1 0 0,-51 42 755 0 0,62-48-944 0 0,-29 25 374 0 0,-43 49-1 0 0,63-62-1217 0 0,2 0 0 0 0,0 2 0 0 0,1 0 0 0 0,-16 33 0 0 0,23-33-1500 0 0,5-8-2109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15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2196 0 0,'30'-61'11389'0'0,"-30"60"-11369"0"0,0 1 0 0 0,1 0 0 0 0,-1-1 0 0 0,0 1 0 0 0,0 0 0 0 0,1 0 0 0 0,-1-1 0 0 0,0 1 0 0 0,1 0 0 0 0,-1 0 0 0 0,0-1 0 0 0,1 1 0 0 0,-1 0 0 0 0,0 0 0 0 0,1 0 0 0 0,-1-1 0 0 0,0 1 0 0 0,1 0 0 0 0,-1 0 0 0 0,1 0 0 0 0,-1 0 1 0 0,0 0-1 0 0,1 0 0 0 0,-1 0 0 0 0,1 0 0 0 0,-1 0 0 0 0,0 0 0 0 0,1 0 0 0 0,-1 0 0 0 0,1 0 0 0 0,-1 0 0 0 0,0 1 0 0 0,1-1 0 0 0,-1 0 0 0 0,0 0 0 0 0,1 0 0 0 0,-1 0 0 0 0,0 1 0 0 0,1-1 0 0 0,-1 0 0 0 0,0 0 0 0 0,1 1 0 0 0,-1-1 0 0 0,0 0 0 0 0,1 1 0 0 0,11 13 443 0 0,-9-8-298 0 0,0 0 1 0 0,0 1-1 0 0,-1-1 1 0 0,0 1-1 0 0,-1-1 0 0 0,1 1 1 0 0,-1 0-1 0 0,0 13 1 0 0,0 6 144 0 0,-5 26 1 0 0,2-24-152 0 0,-6 33 162 0 0,6-45 9 0 0,1-13-48 0 0,2-4 102 0 0,4-16-382 0 0,1 1 1 0 0,1 0-1 0 0,1 1 0 0 0,0 0 1 0 0,15-21-1 0 0,-14 22-11 0 0,5-8-11 0 0,1 1 1 0 0,2 0-1 0 0,22-22 1 0 0,-31 35-7 0 0,1 0 1 0 0,1 0-1 0 0,-1 0 1 0 0,1 1-1 0 0,0 1 1 0 0,1 0-1 0 0,-1 0 0 0 0,1 1 1 0 0,12-4-1 0 0,-21 8 18 0 0,1 0 0 0 0,-1 1 0 0 0,1-1 0 0 0,-1 1 0 0 0,1 0 0 0 0,0-1 0 0 0,-1 1 0 0 0,1 0 0 0 0,-1 1-1 0 0,1-1 1 0 0,-1 0 0 0 0,1 1 0 0 0,-1-1 0 0 0,1 1 0 0 0,-1 0 0 0 0,1 0 0 0 0,-1 0 0 0 0,0 0 0 0 0,4 2 0 0 0,-4-1 8 0 0,1 1 0 0 0,0-1 0 0 0,-1 1 0 0 0,0 0 0 0 0,1 0 0 0 0,-1-1 0 0 0,0 2 0 0 0,-1-1 0 0 0,1 0 0 0 0,0 0 0 0 0,-1 0 0 0 0,2 5 0 0 0,0 7 29 0 0,1-1 1 0 0,-2 1-1 0 0,0 0 0 0 0,-1 1 0 0 0,0 15 0 0 0,-5 19 89 0 0,3-35-61 0 0,0 0 0 0 0,1 23-1 0 0,0-38-97 0 0,1 1 0 0 0,-1 0-1 0 0,0 0 1 0 0,0 0 0 0 0,1 0-1 0 0,-1 0 1 0 0,1 0 0 0 0,-1 0-1 0 0,1-1 1 0 0,-1 1-1 0 0,1 0 1 0 0,-1 0 0 0 0,1-1-1 0 0,0 1 1 0 0,-1 0 0 0 0,1-1-1 0 0,0 1 1 0 0,-1 0 0 0 0,1-1-1 0 0,0 1 1 0 0,0-1-1 0 0,0 1 1 0 0,0-1 0 0 0,0 0-1 0 0,-1 1 1 0 0,1-1 0 0 0,0 0-1 0 0,0 0 1 0 0,0 0 0 0 0,2 1-1 0 0,25-2-1097 0 0,-25 0 1071 0 0,33-3-2644 0 0,1-1 0 0 0,50-15 0 0 0,-73 17 1568 0 0,36-10-3211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16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60 1820 0 0,'2'-31'7521'0'0,"-1"2"-3809"0"0,9 59-3341 0 0,-6 6-66 0 0,-2 0 0 0 0,-2 0 1 0 0,-1 0-1 0 0,-2 0 0 0 0,-1-1 0 0 0,-2 1 0 0 0,-2-1 1 0 0,-15 47-1 0 0,23-82-281 0 0,0 1 1 0 0,0-1-1 0 0,0 0 0 0 0,0 1 1 0 0,0-1-1 0 0,-1 0 1 0 0,1 1-1 0 0,0-1 0 0 0,0 0 1 0 0,0 1-1 0 0,0-1 0 0 0,0 1 1 0 0,0-1-1 0 0,-1 0 1 0 0,1 0-1 0 0,0 1 0 0 0,0-1 1 0 0,0 0-1 0 0,-1 1 1 0 0,1-1-1 0 0,0 0 0 0 0,0 0 1 0 0,-1 1-1 0 0,1-1 0 0 0,0 0 1 0 0,-1 0-1 0 0,1 0 1 0 0,0 1-1 0 0,-1-1 0 0 0,1 0 1 0 0,0 0-1 0 0,-1 0 1 0 0,1 0-1 0 0,0 0 0 0 0,-1 0 1 0 0,1 0-1 0 0,0 0 0 0 0,-1 0 1 0 0,1 0-1 0 0,-1 0 1 0 0,1 0-1 0 0,0 0 0 0 0,-1 0 1 0 0,1 0-1 0 0,0 0 1 0 0,-1 0-1 0 0,1 0 0 0 0,-1-1 1 0 0,1 1-8 0 0,-1-1 1 0 0,0 0 0 0 0,0 0 0 0 0,1 0 0 0 0,-1 0-1 0 0,1 0 1 0 0,-1 0 0 0 0,1 0 0 0 0,-1 0-1 0 0,1 0 1 0 0,0 0 0 0 0,0 0 0 0 0,-1 0 0 0 0,1 0-1 0 0,0-1 1 0 0,0 1 0 0 0,0-1 0 0 0,0-9-25 0 0,1 1 1 0 0,1-1 0 0 0,0 0 0 0 0,0 1-1 0 0,1 0 1 0 0,0 0 0 0 0,0 0 0 0 0,1 0 0 0 0,1 0-1 0 0,0 1 1 0 0,0-1 0 0 0,1 1 0 0 0,0 0-1 0 0,13-14 1 0 0,-15 19-11 0 0,0-1-1 0 0,1 1 1 0 0,0 0 0 0 0,0 0-1 0 0,0 1 1 0 0,0-1 0 0 0,1 1-1 0 0,-1 0 1 0 0,1 1-1 0 0,0-1 1 0 0,-1 1 0 0 0,1 0-1 0 0,0 1 1 0 0,0-1-1 0 0,1 1 1 0 0,-1 0 0 0 0,0 1-1 0 0,0-1 1 0 0,1 1 0 0 0,-1 1-1 0 0,0-1 1 0 0,0 1-1 0 0,0 0 1 0 0,1 0 0 0 0,-1 1-1 0 0,11 4 1 0 0,-7-2 20 0 0,-1 1 0 0 0,1 0 1 0 0,-1 1-1 0 0,0 0 0 0 0,0 0 0 0 0,0 1 0 0 0,-1 0 1 0 0,0 1-1 0 0,-1 0 0 0 0,1 0 0 0 0,-1 0 0 0 0,-1 1 1 0 0,0 0-1 0 0,0 0 0 0 0,-1 1 0 0 0,0 0 0 0 0,-1 0 1 0 0,0 0-1 0 0,0 0 0 0 0,3 16 0 0 0,-7-22 25 0 0,1 1 0 0 0,-1-1-1 0 0,0 0 1 0 0,0 0-1 0 0,0 0 1 0 0,-1 1 0 0 0,0-1-1 0 0,0 0 1 0 0,0 0 0 0 0,0 0-1 0 0,0 0 1 0 0,-3 4 0 0 0,3-6 62 0 0,-3-4-46 0 0,3 2-43 0 0,1 0 0 0 0,-1 0 0 0 0,1 0 0 0 0,-1 0 0 0 0,1 0 0 0 0,-1 0 1 0 0,1 0-1 0 0,-1 0 0 0 0,1 0 0 0 0,-1 0 0 0 0,1-1 0 0 0,0 1 0 0 0,-1 0 0 0 0,1 0 0 0 0,-1-1 0 0 0,1 1 1 0 0,-1 0-1 0 0,1 0 0 0 0,0-1 0 0 0,-1 0 0 0 0,-1-3-3 0 0,0-1 0 0 0,0 0 0 0 0,1 0 0 0 0,0 0 0 0 0,0 0 0 0 0,0 0 0 0 0,1 0 0 0 0,-1 0-1 0 0,1 0 1 0 0,0 0 0 0 0,1 0 0 0 0,-1 0 0 0 0,1 0 0 0 0,0 0 0 0 0,1 0 0 0 0,-1 1 0 0 0,4-9 0 0 0,0 0-17 0 0,1 0-1 0 0,1 0 1 0 0,0 0-1 0 0,1 1 1 0 0,9-12 0 0 0,-3 7-2 0 0,1 1 0 0 0,0 0 0 0 0,1 2 0 0 0,0 0 0 0 0,1 0 0 0 0,21-11 0 0 0,-27 18-7 0 0,0 1-1 0 0,0 0 1 0 0,1 1-1 0 0,0 0 1 0 0,0 1-1 0 0,1 1 1 0 0,-1-1-1 0 0,1 2 1 0 0,0 0-1 0 0,-1 0 1 0 0,22 1 0 0 0,-31 1 20 0 0,1 1 1 0 0,0-1 0 0 0,0 1-1 0 0,0-1 1 0 0,-1 1 0 0 0,1 1 0 0 0,0-1-1 0 0,-1 0 1 0 0,1 1 0 0 0,-1 0 0 0 0,1-1-1 0 0,-1 1 1 0 0,0 1 0 0 0,0-1 0 0 0,0 0-1 0 0,0 1 1 0 0,0 0 0 0 0,-1-1 0 0 0,1 1-1 0 0,-1 0 1 0 0,1 1 0 0 0,-1-1-1 0 0,2 4 1 0 0,-1 0 15 0 0,-1 0 0 0 0,1 0 1 0 0,-1 0-1 0 0,-1 0 0 0 0,1 0 0 0 0,-1 1 0 0 0,0-1 0 0 0,-1 0 0 0 0,0 1 1 0 0,0-1-1 0 0,-1 8 0 0 0,-3 12-107 0 0,2-17-370 0 0,0 0-1 0 0,1 0 1 0 0,0 0 0 0 0,1 0-1 0 0,0 0 1 0 0,1 0-1 0 0,0 0 1 0 0,0 0-1 0 0,4 13 1 0 0,-4-21 164 0 0,0 1 0 0 0,0-1 0 0 0,0 0 0 0 0,1 0 1 0 0,-1 0-1 0 0,1 0 0 0 0,0 0 0 0 0,0 0 0 0 0,-1 0 0 0 0,1-1 0 0 0,0 1 1 0 0,0-1-1 0 0,1 1 0 0 0,-1-1 0 0 0,0 0 0 0 0,0 1 0 0 0,1-1 1 0 0,-1-1-1 0 0,0 1 0 0 0,1 0 0 0 0,3 0 0 0 0,9 1-2780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17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195 705 232 0 0,'21'-19'2879'0'0,"-1"-1"1"0"0,-1-1-1 0 0,28-37 0 0 0,-46 56-2705 0 0,0 0 1 0 0,0 0-1 0 0,0 0 1 0 0,0 0-1 0 0,0 0 1 0 0,0 0-1 0 0,0 0 0 0 0,0 0 1 0 0,-1 0-1 0 0,1 0 1 0 0,-1 0-1 0 0,1-1 0 0 0,-1 1 1 0 0,0-4-1 0 0,-1 5-39 0 0,-2 1-44 0 0,-9 3-48 0 0,2 0-1 0 0,-1 1 1 0 0,0 0-1 0 0,1 0 1 0 0,-1 1 0 0 0,1 1-1 0 0,1 0 1 0 0,-18 13-1 0 0,-70 67 92 0 0,92-82-118 0 0,-11 12 8 0 0,1-1 0 0 0,-12 19 0 0 0,22-27-12 0 0,0 0 0 0 0,0 0 0 0 0,1 1 1 0 0,0-1-1 0 0,1 1 0 0 0,-1 0 1 0 0,2 0-1 0 0,-3 9 0 0 0,5-16-8 0 0,-1 1 0 0 0,1-1 0 0 0,0 1 0 0 0,0-1 0 0 0,0 0 0 0 0,0 1 0 0 0,1-1 0 0 0,-1 1 0 0 0,0-1 0 0 0,1 1 0 0 0,-1-1 0 0 0,0 0 0 0 0,1 1 0 0 0,0-1 0 0 0,-1 0 0 0 0,1 0 0 0 0,0 1 0 0 0,0-1 0 0 0,-1 0 1 0 0,1 0-1 0 0,0 0 0 0 0,0 0 0 0 0,0 0 0 0 0,0 0 0 0 0,1 0 0 0 0,-1 0 0 0 0,0-1 0 0 0,0 1 0 0 0,2 0 0 0 0,4 1-23 0 0,-1-2 1 0 0,0 1 0 0 0,1-1-1 0 0,-1 0 1 0 0,1 0-1 0 0,0-1 1 0 0,-1 1 0 0 0,0-2-1 0 0,1 1 1 0 0,-1-1-1 0 0,0 0 1 0 0,0 0 0 0 0,0 0-1 0 0,0-1 1 0 0,0 0-1 0 0,0 0 1 0 0,-1-1 0 0 0,7-5-1 0 0,-1 3-21 0 0,14-13-16 0 0,0-1 0 0 0,-2 0 0 0 0,41-46 0 0 0,-16 16 336 0 0,-47 48-334 0 0,3 3-64 0 0,-4-1 117 0 0,0 0-1 0 0,1 0 0 0 0,-1 0 0 0 0,0 0 0 0 0,0 0 0 0 0,1 0 0 0 0,-1 0 0 0 0,0 0 1 0 0,1 0-1 0 0,-1 0 0 0 0,0 0 0 0 0,1 0 0 0 0,-1 0 0 0 0,0 0 0 0 0,0 0 0 0 0,1 0 0 0 0,-1 0 1 0 0,0 0-1 0 0,1 0 0 0 0,-1 1 0 0 0,0-1 0 0 0,0 0 0 0 0,1 0 0 0 0,-1 0 0 0 0,0 0 1 0 0,0 1-1 0 0,0-1 0 0 0,1 0 0 0 0,-1 0 0 0 0,0 1 0 0 0,0-1 0 0 0,0 1 0 0 0,3 14 3 0 0,-2 1-1 0 0,0-1 1 0 0,-1 1-1 0 0,-1 17 1 0 0,-1-18 27 0 0,2 0 1 0 0,0 0 0 0 0,0 0-1 0 0,2 0 1 0 0,4 26-1 0 0,-4-36-6 0 0,-1 0-1 0 0,1 1 1 0 0,0-1-1 0 0,1 0 0 0 0,-1 0 1 0 0,1-1-1 0 0,0 1 1 0 0,6 7-1 0 0,-8-10-15 0 0,1-1 0 0 0,0 1 0 0 0,0-1 0 0 0,0 1 0 0 0,1-1 0 0 0,-1 1 0 0 0,0-1 0 0 0,0 0 0 0 0,1 0 0 0 0,-1 0 0 0 0,1-1 0 0 0,-1 1 0 0 0,1 0 0 0 0,-1-1 0 0 0,1 0 0 0 0,-1 1 0 0 0,1-1 0 0 0,0 0-1 0 0,-1-1 1 0 0,1 1 0 0 0,2-1 0 0 0,9-2-92 0 0,0-1 0 0 0,0 0 0 0 0,-1-1-1 0 0,1 0 1 0 0,-1-1 0 0 0,-1-1 0 0 0,1 0-1 0 0,-1-1 1 0 0,0 0 0 0 0,-1-1-1 0 0,0 0 1 0 0,-1-1 0 0 0,1 0 0 0 0,11-15-1 0 0,3-8-245 0 0,-1 0 1 0 0,-2-1-1 0 0,32-66 0 0 0,-16 15 546 0 0,-4-1 0 0 0,-4-2 0 0 0,-4-1 0 0 0,27-169 1 0 0,-54 242-197 0 0,1 16-19 0 0,0 0-1 0 0,0 0 1 0 0,0 0 0 0 0,-1 0 0 0 0,1 0-1 0 0,0 0 1 0 0,0 0 0 0 0,0 0 0 0 0,-1 0-1 0 0,1 0 1 0 0,0 0 0 0 0,0 0 0 0 0,-1 0-1 0 0,1 0 1 0 0,0 0 0 0 0,0 0 0 0 0,0 0-1 0 0,-1 0 1 0 0,1 0 0 0 0,0 1 0 0 0,0-1-1 0 0,0 0 1 0 0,-1 0 0 0 0,1 0 0 0 0,0 0-1 0 0,0 0 1 0 0,0 1 0 0 0,0-1-1 0 0,0 0 1 0 0,-1 0 0 0 0,1 0 0 0 0,0 0-1 0 0,0 1 1 0 0,0-1 0 0 0,-16 27-1 0 0,-38 99 670 0 0,-52 181 1 0 0,95-265-548 0 0,-13 81 0 0 0,22-107-89 0 0,1 0 0 0 0,1 0 0 0 0,0 0 0 0 0,1 0 0 0 0,0 0 0 0 0,2-1-1 0 0,0 1 1 0 0,7 23 0 0 0,-7-32-29 0 0,-1 0-1 0 0,1-1 1 0 0,1 1-1 0 0,-1-1 1 0 0,1 1-1 0 0,0-1 1 0 0,1-1-1 0 0,-1 1 1 0 0,1 0-1 0 0,0-1 0 0 0,1 0 1 0 0,-1 0-1 0 0,1-1 1 0 0,0 0-1 0 0,0 0 1 0 0,0 0-1 0 0,1 0 1 0 0,-1-1-1 0 0,1 0 1 0 0,0-1-1 0 0,0 1 0 0 0,0-1 1 0 0,0-1-1 0 0,0 1 1 0 0,1-1-1 0 0,-1-1 1 0 0,0 1-1 0 0,1-1 1 0 0,-1 0-1 0 0,0-1 1 0 0,1 0-1 0 0,-1 0 0 0 0,0 0 1 0 0,0-1-1 0 0,0 0 1 0 0,0-1-1 0 0,10-4 1 0 0,-1-2-30 0 0,-1 0 0 0 0,0-1 1 0 0,-1 0-1 0 0,0-1 1 0 0,0-1-1 0 0,-2 0 0 0 0,1-1 1 0 0,17-24-1 0 0,-13 13 77 0 0,-1-1-1 0 0,-1 0 1 0 0,-1-1-1 0 0,16-42 1 0 0,-27 60 6 0 0,0 1 1 0 0,-1-1-1 0 0,0 0 1 0 0,-1 0 0 0 0,2-12-1 0 0,-3 19-57 0 0,0 1 0 0 0,0-1 0 0 0,0 1 0 0 0,-1-1 0 0 0,1 1 0 0 0,0-1 0 0 0,0 1 0 0 0,0-1 0 0 0,0 1 0 0 0,-1 0 0 0 0,1-1 0 0 0,0 1 0 0 0,0-1 0 0 0,-1 1 0 0 0,1-1 0 0 0,0 1 0 0 0,-1 0 0 0 0,1-1 0 0 0,0 1 0 0 0,-1 0 0 0 0,1-1 0 0 0,0 1 0 0 0,-1 0 0 0 0,1 0 0 0 0,-1-1 0 0 0,1 1 0 0 0,-1 0 0 0 0,1 0 0 0 0,-1 0 0 0 0,1 0 0 0 0,-1-1 0 0 0,1 1 0 0 0,-1 0 1 0 0,1 0-1 0 0,-1 0 0 0 0,1 0 0 0 0,-1 0 0 0 0,1 0 0 0 0,-1 0 0 0 0,1 0 0 0 0,0 1 0 0 0,-2-1 0 0 0,0 0-3 0 0,0 1 0 0 0,0-1 0 0 0,-1 1 0 0 0,1 0 0 0 0,0 0 0 0 0,0-1-1 0 0,0 1 1 0 0,-3 3 0 0 0,0-2 4 0 0,-1 1 8 0 0,-11 17-55 0 0,16-18 47 0 0,0-1-1 0 0,0 0 1 0 0,0 1-1 0 0,0-1 1 0 0,0 1 0 0 0,0-1-1 0 0,0 1 1 0 0,1-1-1 0 0,-1 1 1 0 0,1 0-1 0 0,-1-1 1 0 0,1 1 0 0 0,0 0-1 0 0,0-1 1 0 0,-1 1-1 0 0,1 0 1 0 0,0 0-1 0 0,0-1 1 0 0,1 1-1 0 0,-1 0 1 0 0,0-1 0 0 0,1 1-1 0 0,-1 0 1 0 0,1 1-1 0 0,1-1 2 0 0,-1 0-1 0 0,0 0 0 0 0,1-1 0 0 0,-1 1 1 0 0,1 0-1 0 0,0-1 0 0 0,-1 0 0 0 0,1 1 1 0 0,0-1-1 0 0,0 0 0 0 0,0 0 0 0 0,0 0 1 0 0,0 0-1 0 0,0 0 0 0 0,0 0 0 0 0,0-1 1 0 0,0 1-1 0 0,5 0 0 0 0,9 1-165 0 0,1 0 0 0 0,-1-2 0 0 0,1 1 0 0 0,-1-2 0 0 0,1 0 0 0 0,-1-1-1 0 0,0-1 1 0 0,1-1 0 0 0,-1 0 0 0 0,-1-1 0 0 0,24-10 0 0 0,-3-2 581 0 0,0-2 1 0 0,-1-2-1 0 0,48-37 1 0 0,-79 55-267 0 0,11-7 120 0 0,-12 12-260 0 0,-4 6-18 0 0,-3 1 23 0 0,-1 0 1 0 0,0 0-1 0 0,0-1 1 0 0,-9 12-1 0 0,-5 7 62 0 0,7-8-27 0 0,-2 2 0 0 0,0 1 0 0 0,1 1 1 0 0,2 0-1 0 0,0 1 0 0 0,2 0 1 0 0,-8 29-1 0 0,16-50-37 0 0,1-1 0 0 0,-1 1 0 0 0,1 0 0 0 0,0 0 0 0 0,0 0 0 0 0,0-1 0 0 0,0 1 0 0 0,0 0 0 0 0,1 0 0 0 0,-1 0 0 0 0,1-1 0 0 0,0 1 0 0 0,0 0 0 0 0,0-1 0 0 0,0 1 0 0 0,0 0 0 0 0,1-1 0 0 0,-1 0 0 0 0,3 3 0 0 0,-1-1-84 0 0,0-1 1 0 0,0 0 0 0 0,1 0-1 0 0,0-1 1 0 0,-1 1 0 0 0,1-1-1 0 0,0 0 1 0 0,0 0 0 0 0,0 0-1 0 0,0 0 1 0 0,6 1 0 0 0,2 0-358 0 0,0-1 0 0 0,0 0 1 0 0,1 0-1 0 0,0-1 0 0 0,-1-1 1 0 0,1 0-1 0 0,22-3 0 0 0,-18-1 162 0 0,0-1 0 0 0,0 0 1 0 0,0-2-1 0 0,-1 1 0 0 0,0-2 0 0 0,0 0 0 0 0,-1-1 0 0 0,0-1 0 0 0,0 0 0 0 0,18-17 1 0 0,-5 0 1562 0 0,-1 0 0 0 0,-1-2 0 0 0,38-55 0 0 0,-22 24 2028 0 0,-41 59-3240 0 0,-9 35 1116 0 0,-26 53 58 0 0,22-60-1702 0 0,2 0 0 0 0,0 1 0 0 0,-8 39 0 0 0,18-64 156 0 0,0 0 1 0 0,0 0-1 0 0,0 0 0 0 0,0-1 0 0 0,0 1 1 0 0,1 0-1 0 0,-1 0 0 0 0,1 0 0 0 0,1 3 1 0 0,-2-4-103 0 0,1-1 0 0 0,-1 1 0 0 0,1-1 0 0 0,0 0 1 0 0,-1 0-1 0 0,1 1 0 0 0,0-1 0 0 0,0 0 0 0 0,0 0 1 0 0,0 0-1 0 0,0 0 0 0 0,0 0 0 0 0,0 0 0 0 0,0 0 1 0 0,0 0-1 0 0,0 0 0 0 0,1-1 0 0 0,-1 1 0 0 0,0 0 1 0 0,3 0-1 0 0,14 3-5156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18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1488 0 0,'5'-10'2474'0'0,"0"0"1"0"0,0 1-1 0 0,9-13 0 0 0,-11 19-2111 0 0,-1 0 0 0 0,1-1 1 0 0,0 1-1 0 0,0 1 0 0 0,1-1 0 0 0,4-3 0 0 0,-7 5-213 0 0,2 1-30 0 0,0 0-106 0 0,-1 1 0 0 0,0-1 0 0 0,0 1 0 0 0,1-1-1 0 0,-1 1 1 0 0,0 0 0 0 0,0 0 0 0 0,0 0 0 0 0,0 0 0 0 0,0 0 0 0 0,0 0 0 0 0,0 0 0 0 0,0 1 0 0 0,-1-1 0 0 0,1 1 0 0 0,0-1 0 0 0,-1 1 0 0 0,1 0 0 0 0,-1 0 0 0 0,0 0 0 0 0,2 3 0 0 0,0 0 56 0 0,-2-1 0 0 0,1 2 0 0 0,0-1 0 0 0,-1 0 0 0 0,0 0 0 0 0,0 0 0 0 0,-1 1 0 0 0,0-1 0 0 0,1 0 0 0 0,-2 0 0 0 0,1 1 0 0 0,-1-1 0 0 0,1 0 0 0 0,-1 1 0 0 0,-1-1 0 0 0,1 0 0 0 0,-1 0 0 0 0,0 0-1 0 0,0 0 1 0 0,-3 5 0 0 0,-6 9 231 0 0,-1-1-1 0 0,-1 0 0 0 0,-22 24 1 0 0,19-24-121 0 0,80-70 201 0 0,8-6-447 0 0,84-80 372 0 0,-117 101 152 0 0,-37 36-477 0 0,-3 8-40 0 0,-1-1 52 0 0,0 1 0 0 0,0-1 0 0 0,0 0 1 0 0,-1 1-1 0 0,0-1 0 0 0,0 0 0 0 0,0 0 1 0 0,-1-1-1 0 0,-4 7 0 0 0,-10 16 23 0 0,6-6 76 0 0,2 0 1 0 0,0 1-1 0 0,-10 38 1 0 0,20-60-82 0 0,0 0 0 0 0,0 0 0 0 0,0 1 1 0 0,0-1-1 0 0,0 0 0 0 0,0 0 0 0 0,0 0 1 0 0,0 0-1 0 0,1 1 0 0 0,-1-1 0 0 0,0 0 0 0 0,1 0 1 0 0,-1 0-1 0 0,1 0 0 0 0,-1 0 0 0 0,1 0 1 0 0,0 0-1 0 0,-1 0 0 0 0,1 0 0 0 0,0 0 1 0 0,0 0-1 0 0,0-1 0 0 0,-1 1 0 0 0,1 0 0 0 0,0-1 1 0 0,0 1-1 0 0,0 0 0 0 0,0-1 0 0 0,0 1 1 0 0,0-1-1 0 0,1 1 0 0 0,-1-1 0 0 0,0 0 0 0 0,1 1 1 0 0,3 0 8 0 0,1 1 0 0 0,-1-1 0 0 0,0 0 0 0 0,1 0-1 0 0,6 0 1 0 0,3-1-405 0 0,-1-1-1 0 0,1-1 1 0 0,-1 0 0 0 0,0-1-1 0 0,1 0 1 0 0,-1-1-1 0 0,-1 0 1 0 0,19-10-1 0 0,-20 8-1029 0 0,0-1 0 0 0,0 0 0 0 0,-1-1 0 0 0,0 0 0 0 0,11-11 0 0 0,-4 2-3408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18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74 504 0 0,'-40'-31'10972'0'0,"7"5"-5314"0"0,31 25-5354 0 0,-9-8 640 0 0,4 2-1840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18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9 380 0 0,'-123'6'6832'0'0,"-81"1"2394"0"0,200-7-8706 0 0,9-1-202 0 0,19-1-104 0 0,39-3-178 0 0,433-8-195 0 0,-163 19-3082 0 0,-120-1-3432 0 0,-155-5 1624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1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78 508 0 0,'2'-3'589'0'0,"2"0"535"0"0,-1 0-1 0 0,0 0 0 0 0,0 0 1 0 0,0 0-1 0 0,-1-1 1 0 0,1 0-1 0 0,-1 1 0 0 0,3-9 695 0 0,-4 7-799 0 0,-1 4-895 0 0,0 0 1 0 0,1 0-1 0 0,-1 0 1 0 0,0 0-1 0 0,0 0 1 0 0,0 0-1 0 0,0 0 1 0 0,0 0-1 0 0,0 0 1 0 0,0 0-1 0 0,0 0 1 0 0,0 0-1 0 0,-1 1 1 0 0,1-1 0 0 0,0 0-1 0 0,-1 0 1 0 0,1-1-1 0 0,-2 0-58 0 0,0 1 0 0 0,0 0-1 0 0,0-1 1 0 0,0 1 0 0 0,0 0 0 0 0,0 0-1 0 0,0 0 1 0 0,0 0 0 0 0,0 1 0 0 0,0-1 0 0 0,0 1-1 0 0,0-1 1 0 0,-1 1 0 0 0,1 0 0 0 0,0-1-1 0 0,0 1 1 0 0,-1 1 0 0 0,1-1 0 0 0,0 0-1 0 0,0 0 1 0 0,-1 1 0 0 0,-3 1 0 0 0,-3 0-41 0 0,-1 0-1 0 0,1 1 1 0 0,0 1 0 0 0,-11 5 0 0 0,-6 6-25 0 0,1 1 0 0 0,0 2 0 0 0,1 0 0 0 0,1 2 1 0 0,1 1-1 0 0,1 0 0 0 0,0 2 0 0 0,2 0 0 0 0,1 1 0 0 0,0 1 1 0 0,2 0-1 0 0,-24 52 0 0 0,37-71-2 0 0,1 1 1 0 0,-1-1-1 0 0,1 1 0 0 0,0-1 1 0 0,1 1-1 0 0,0 0 1 0 0,0 0-1 0 0,0 11 0 0 0,1-16-65 0 0,0 0 0 0 0,0 0-1 0 0,1 1 1 0 0,-1-1 0 0 0,1 0 0 0 0,0 0-1 0 0,-1 0 1 0 0,1 0 0 0 0,0 0-1 0 0,0 0 1 0 0,0 0 0 0 0,1-1-1 0 0,-1 1 1 0 0,0 0 0 0 0,1 0-1 0 0,-1-1 1 0 0,1 1 0 0 0,-1-1-1 0 0,1 1 1 0 0,0-1 0 0 0,0 0-1 0 0,-1 0 1 0 0,1 0 0 0 0,0 0-1 0 0,0 0 1 0 0,0 0 0 0 0,0 0-1 0 0,0-1 1 0 0,1 1 0 0 0,1 0-1 0 0,7 1-374 0 0,0-1 0 0 0,1 0 0 0 0,-1 0 0 0 0,0-2 0 0 0,0 1 0 0 0,1-1 0 0 0,15-4 0 0 0,75-23-4826 0 0,-63 16 1777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2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71 1308 0 0,'3'-2'557'0'0,"0"0"-1"0"0,0 0 1 0 0,0-1-1 0 0,-1 1 1 0 0,0-1-1 0 0,1 0 1 0 0,-1 1-1 0 0,0-1 1 0 0,0 0-1 0 0,0 0 1 0 0,-1-1-1 0 0,1 1 1 0 0,-1 0-1 0 0,0-1 1 0 0,0 1-1 0 0,0 0 1 0 0,0-1-1 0 0,0-3 1 0 0,-1 6-490 0 0,-1 0 0 0 0,1 1 0 0 0,-1-1 0 0 0,1 0 0 0 0,-1 1 0 0 0,0-1 0 0 0,1 0 0 0 0,-1 1 0 0 0,0-1 0 0 0,1 1 0 0 0,-1-1 1 0 0,0 1-1 0 0,1-1 0 0 0,-1 1 0 0 0,0-1 0 0 0,0 1 0 0 0,0 0 0 0 0,0 0 0 0 0,1-1 0 0 0,-1 1 0 0 0,0 0 0 0 0,0 0 0 0 0,0 0 0 0 0,0 0 0 0 0,0 0 0 0 0,0 0 1 0 0,1 0-1 0 0,-1 0 0 0 0,0 0 0 0 0,0 0 0 0 0,0 1 0 0 0,0-1 0 0 0,-1 1 0 0 0,-13 4 105 0 0,0 1-1 0 0,0 0 1 0 0,0 2-1 0 0,1-1 1 0 0,0 2 0 0 0,1 0-1 0 0,-22 19 1 0 0,-82 87 457 0 0,102-99-589 0 0,7-8-26 0 0,0 1 0 0 0,1-1 0 0 0,0 2 0 0 0,1-1 0 0 0,0 1 0 0 0,0 0 0 0 0,1 0 0 0 0,0 1 0 0 0,-6 20 0 0 0,11-30-11 0 0,-1-1 0 0 0,1 1 1 0 0,0 0-1 0 0,0 0 0 0 0,0 0 0 0 0,0 0 0 0 0,0 0 0 0 0,0 0 0 0 0,0 0 0 0 0,0 0 1 0 0,0 0-1 0 0,1 0 0 0 0,-1 0 0 0 0,0 0 0 0 0,0-1 0 0 0,1 1 0 0 0,-1 0 1 0 0,1 0-1 0 0,-1 0 0 0 0,1 0 0 0 0,-1-1 0 0 0,1 1 0 0 0,-1 0 0 0 0,1-1 0 0 0,0 1 1 0 0,0 0-1 0 0,-1-1 0 0 0,1 1 0 0 0,0-1 0 0 0,0 1 0 0 0,-1-1 0 0 0,1 1 1 0 0,0-1-1 0 0,0 0 0 0 0,0 1 0 0 0,0-1 0 0 0,0 0 0 0 0,0 0 0 0 0,1 1 0 0 0,1-1-1 0 0,1 1 0 0 0,0-1 0 0 0,0 0 0 0 0,0 0 0 0 0,0 0-1 0 0,0-1 1 0 0,7-1 0 0 0,0-2-17 0 0,1 0 0 0 0,-1-1-1 0 0,-1 0 1 0 0,1-1 0 0 0,-1 0 0 0 0,0 0-1 0 0,0-1 1 0 0,11-11 0 0 0,9-10-34 0 0,27-34 0 0 0,25-46 712 0 0,-80 106-673 0 0,3-1-45 0 0,-4 8 12 0 0,-1 0 43 0 0,-6 44 75 0 0,4-40-185 0 0,0-1-1 0 0,1 1 0 0 0,0 0 0 0 0,0-1 1 0 0,1 1-1 0 0,2 16 0 0 0,-1-19-317 0 0,0 1 0 0 0,1-1 0 0 0,0 1 1 0 0,0-1-1 0 0,1 1 0 0 0,4 7 0 0 0,-5-12-157 0 0,-1 0 0 0 0,1 1 0 0 0,0-1 0 0 0,-1 0 0 0 0,1 0 0 0 0,0 0 0 0 0,0-1-1 0 0,1 1 1 0 0,-1 0 0 0 0,5 2 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2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48 1432 0 0,'25'-45'10054'0'0,"-17"44"-9630"0"0,-8 0-401 0 0,1 1 1 0 0,0 0 0 0 0,-1 0 0 0 0,1 0 0 0 0,0 0 0 0 0,-1 0 0 0 0,1 0 0 0 0,0 0 0 0 0,-1 0-1 0 0,1 0 1 0 0,0 0 0 0 0,-1 0 0 0 0,1 0 0 0 0,-1 0 0 0 0,1 0 0 0 0,0 1 0 0 0,-1-1 0 0 0,1 0-1 0 0,0 0 1 0 0,-1 1 0 0 0,1-1 0 0 0,-1 1 0 0 0,1-1 0 0 0,-1 0 0 0 0,1 1 0 0 0,-1-1 0 0 0,1 1-1 0 0,-1-1 1 0 0,0 1 0 0 0,1-1 0 0 0,-1 1 0 0 0,1-1 0 0 0,-1 1 0 0 0,0 0 0 0 0,0-1 0 0 0,1 1-1 0 0,-1-1 1 0 0,0 2 0 0 0,3 6 44 0 0,0 1-1 0 0,-1-1 1 0 0,0 1-1 0 0,-1 0 1 0 0,0-1-1 0 0,0 1 1 0 0,-1 0-1 0 0,0 0 1 0 0,0-1-1 0 0,-4 18 1 0 0,2-13-27 0 0,-1-1 0 0 0,0 0 0 0 0,-1 0 0 0 0,-1 0 0 0 0,0 0 0 0 0,-1-1 0 0 0,-8 15 1 0 0,10-21 12 0 0,-8 10 70 0 0,12-15-120 0 0,0 1-1 0 0,-1-1 1 0 0,1 0 0 0 0,0 0-1 0 0,-1 0 1 0 0,1 1-1 0 0,0-1 1 0 0,-1 0 0 0 0,1 0-1 0 0,-1 0 1 0 0,1 0-1 0 0,0 0 1 0 0,-1 0 0 0 0,1 0-1 0 0,-1 1 1 0 0,1-1-1 0 0,0 0 1 0 0,-1-1-1 0 0,1 1 1 0 0,-1 0 0 0 0,1 0-1 0 0,-1 0 1 0 0,1 0-1 0 0,0 0 1 0 0,-1 0 0 0 0,1 0-1 0 0,0-1 1 0 0,-1 1-1 0 0,1 0 1 0 0,-1 0 0 0 0,1 0-1 0 0,0-1 1 0 0,-1 1-1 0 0,1-1-2 0 0,-1 0 0 0 0,1 1 0 0 0,-1-1 0 0 0,1 1 0 0 0,0-1 0 0 0,0 0 0 0 0,-1 1 0 0 0,1-1 0 0 0,0 0-1 0 0,0 0 1 0 0,0 1 0 0 0,0-1 0 0 0,0 0 0 0 0,0 1 0 0 0,0-1 0 0 0,0 0 0 0 0,0 0 0 0 0,0 1 0 0 0,0-1 0 0 0,0 0-1 0 0,0 1 1 0 0,1-1 0 0 0,-1-1 0 0 0,8-16-25 0 0,0 5 37 0 0,0 1-1 0 0,0 0 1 0 0,2 0 0 0 0,-1 0-1 0 0,2 1 1 0 0,-1 1-1 0 0,1 0 1 0 0,1 0-1 0 0,0 1 1 0 0,0 1-1 0 0,20-11 1 0 0,-25 15 8 0 0,1 1 1 0 0,-1 0 0 0 0,1 0-1 0 0,-1 0 1 0 0,1 1-1 0 0,0 0 1 0 0,0 1-1 0 0,0-1 1 0 0,0 1 0 0 0,0 1-1 0 0,1 0 1 0 0,-1 0-1 0 0,0 1 1 0 0,0 0-1 0 0,0 0 1 0 0,0 1 0 0 0,0 0-1 0 0,0 0 1 0 0,-1 0-1 0 0,1 1 1 0 0,-1 1-1 0 0,11 5 1 0 0,-14-6-2 0 0,0 0 0 0 0,0 0 0 0 0,-1 0 0 0 0,1 1-1 0 0,-1-1 1 0 0,0 1 0 0 0,0 0 0 0 0,0 0 0 0 0,0 0 0 0 0,-1 0 0 0 0,1 0-1 0 0,-1 1 1 0 0,0-1 0 0 0,-1 1 0 0 0,1 0 0 0 0,-1-1 0 0 0,0 1 0 0 0,1 5 0 0 0,0 7 138 0 0,-1 1 0 0 0,-1 0 1 0 0,-4 29-1 0 0,1 3 3 0 0,3-49-177 0 0,0 0 0 0 0,0 0 1 0 0,0 0-1 0 0,1 0 0 0 0,-1 0 0 0 0,0-1 0 0 0,0 1 0 0 0,1 0 0 0 0,-1 0 1 0 0,0 0-1 0 0,1-1 0 0 0,-1 1 0 0 0,1 0 0 0 0,-1 0 0 0 0,1-1 0 0 0,-1 1 0 0 0,1 0 1 0 0,0-1-1 0 0,-1 1 0 0 0,1-1 0 0 0,0 1 0 0 0,0-1 0 0 0,-1 1 0 0 0,1-1 1 0 0,0 1-1 0 0,0-1 0 0 0,-1 0 0 0 0,1 1 0 0 0,0-1 0 0 0,0 0 0 0 0,0 0 1 0 0,0 0-1 0 0,1 1 0 0 0,30-2-1131 0 0,-30 1 1044 0 0,43-7-3706 0 0,50-14 0 0 0,-43 8-410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3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44 1280 0 0,'0'-3'2266'0'0,"-3"-4"82"0"0,-11-23 5427 0 0,14 29-7717 0 0,0 1 1 0 0,0 0-1 0 0,0 0 0 0 0,0 0 1 0 0,-1-1-1 0 0,1 1 1 0 0,0 0-1 0 0,0 0 0 0 0,0 0 1 0 0,-1-1-1 0 0,1 1 1 0 0,0 0-1 0 0,0 0 0 0 0,-1 0 1 0 0,1 0-1 0 0,0 0 1 0 0,0 0-1 0 0,-1 0 0 0 0,1-1 1 0 0,0 1-1 0 0,0 0 1 0 0,-1 0-1 0 0,1 0 0 0 0,0 0 1 0 0,0 0-1 0 0,-1 0 1 0 0,1 0-1 0 0,0 0 0 0 0,-1 1 1 0 0,1-1-1 0 0,0 0 1 0 0,0 0-1 0 0,-1 0 0 0 0,1 0 1 0 0,-1 1-83 0 0,0 0 0 0 0,0 0 0 0 0,0 0-1 0 0,1 0 1 0 0,-1 0 0 0 0,0 1 0 0 0,0-1 0 0 0,1 0 0 0 0,-1 0 0 0 0,1 1 0 0 0,-1 1-1 0 0,-106 322 858 0 0,0-1-195 0 0,101-313-277 0 0,-1-13-76 0 0,7 1-280 0 0,0 0 0 0 0,0 0 0 0 0,0 0 0 0 0,0 0 0 0 0,0-1 0 0 0,0 1 0 0 0,0 0 0 0 0,0 0 0 0 0,0 0 0 0 0,0 0 0 0 0,1 0 0 0 0,-1 0 0 0 0,1-2 0 0 0,3-12 2 0 0,1 0 0 0 0,0 0 0 0 0,1 1 0 0 0,0-1 1 0 0,1 1-1 0 0,1 1 0 0 0,16-23 0 0 0,-17 28-25 0 0,0 0 1 0 0,0 0-1 0 0,0 1 0 0 0,1 0 1 0 0,0 0-1 0 0,0 1 0 0 0,1 0 0 0 0,0 0 1 0 0,0 1-1 0 0,0 0 0 0 0,1 1 1 0 0,15-6-1 0 0,-18 9 13 0 0,1 0 0 0 0,-1 0 0 0 0,0 1 0 0 0,0-1-1 0 0,1 1 1 0 0,-1 1 0 0 0,0 0 0 0 0,1 0 0 0 0,-1 0 0 0 0,0 1 0 0 0,0 0 0 0 0,0 0 0 0 0,0 1 0 0 0,-1 0-1 0 0,1 0 1 0 0,-1 0 0 0 0,0 1 0 0 0,1 0 0 0 0,-2 0 0 0 0,1 1 0 0 0,0 0 0 0 0,-1 0 0 0 0,0 0 0 0 0,0 0-1 0 0,0 1 1 0 0,-1 0 0 0 0,0 0 0 0 0,0 0 0 0 0,-1 1 0 0 0,1-1 0 0 0,-1 1 0 0 0,-1 0 0 0 0,1 0 0 0 0,-1 0-1 0 0,-1 0 1 0 0,2 10 0 0 0,-2-13 60 0 0,-1 0 1 0 0,0 1-1 0 0,-1-1 0 0 0,1 0 0 0 0,-1 0 0 0 0,0 0 0 0 0,0 0 0 0 0,0 0 0 0 0,-1 0 1 0 0,1 0-1 0 0,-1 0 0 0 0,0 0 0 0 0,0-1 0 0 0,-3 6 0 0 0,0-3 42 0 0,0-1 0 0 0,0 0-1 0 0,0 0 1 0 0,-1 0 0 0 0,1-1 0 0 0,-1 1-1 0 0,-11 5 1 0 0,-1-1 108 0 0,0-2 1 0 0,0 0-1 0 0,0-1 0 0 0,-1 0 0 0 0,-26 3 1 0 0,12-3 49 0 0,-1-2 1 0 0,0-1 0 0 0,0-2 0 0 0,0-1 0 0 0,0-2 0 0 0,0-1 0 0 0,-64-15 0 0 0,96 18-332 0 0,0-1 0 0 0,1 1 0 0 0,-1-1 0 0 0,1 1 0 0 0,-1-1 0 0 0,1 0 0 0 0,-1 1-1 0 0,1-1 1 0 0,-1 0 0 0 0,1 0 0 0 0,0 0 0 0 0,-1 0 0 0 0,1 0 0 0 0,0-1 0 0 0,0 1 0 0 0,0 0 0 0 0,0-1 0 0 0,0 1 0 0 0,0 0 0 0 0,-1-3-1 0 0,2 3-34 0 0,0-1 0 0 0,0 1-1 0 0,0 0 1 0 0,0-1-1 0 0,0 1 1 0 0,0-1-1 0 0,0 1 1 0 0,0 0-1 0 0,1-1 1 0 0,-1 1 0 0 0,0 0-1 0 0,1-1 1 0 0,-1 1-1 0 0,1 0 1 0 0,0 0-1 0 0,-1-1 1 0 0,1 1-1 0 0,0 0 1 0 0,0 0 0 0 0,0 0-1 0 0,0 0 1 0 0,0 0-1 0 0,0 0 1 0 0,1-1-1 0 0,9-7-1632 0 0,0 1 0 0 0,1 0 0 0 0,0 1 1 0 0,22-10-1 0 0,-29 15 769 0 0,20-11-4671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3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1832 0 0,'3'0'2126'0'0,"23"-2"5677"0"0,-23 2-7356 0 0,-1 1-335 0 0,0 0 0 0 0,1-1 0 0 0,-1 1 0 0 0,1 0 0 0 0,-1 0-1 0 0,0 1 1 0 0,0-1 0 0 0,0 0 0 0 0,0 1 0 0 0,0-1-1 0 0,0 1 1 0 0,0 0 0 0 0,0-1 0 0 0,-1 1 0 0 0,1 0 0 0 0,0 0-1 0 0,1 3 1 0 0,0-1-151 0 0,1 1 174 0 0,1-1-1 0 0,-1 0 1 0 0,1 0 0 0 0,0 0-1 0 0,0-1 1 0 0,0 1 0 0 0,0-1-1 0 0,1-1 1 0 0,-1 1 0 0 0,1-1-1 0 0,0 0 1 0 0,-1 0 0 0 0,1 0-1 0 0,0-1 1 0 0,0 0 0 0 0,0 0-1 0 0,0-1 1 0 0,11 0-1 0 0,-8 0-78 0 0,-1-1 0 0 0,1 0 0 0 0,-1 0 0 0 0,1-1 0 0 0,-1 0 0 0 0,0-1 0 0 0,0 0 0 0 0,0 0-1 0 0,0-1 1 0 0,-1 0 0 0 0,1 0 0 0 0,11-9 0 0 0,-15 10-52 0 0,0-1-1 0 0,-1 1 1 0 0,0-1 0 0 0,0 0-1 0 0,0 0 1 0 0,0 0 0 0 0,0-1-1 0 0,-1 1 1 0 0,1 0 0 0 0,-1-1-1 0 0,-1 0 1 0 0,1 1 0 0 0,-1-1 0 0 0,1 0-1 0 0,-1 0 1 0 0,-1 0 0 0 0,1 0-1 0 0,-1-10 1 0 0,0 14-8 0 0,0-1 0 0 0,0 1 0 0 0,-1-1 0 0 0,1 1 0 0 0,-1-1 0 0 0,1 1 0 0 0,-1-1 0 0 0,0 1 0 0 0,0 0 0 0 0,1-1 0 0 0,-1 1 1 0 0,0 0-1 0 0,0 0 0 0 0,0-1 0 0 0,0 1 0 0 0,0 0 0 0 0,-1 0 0 0 0,1 0 0 0 0,0 0 0 0 0,-1 1 0 0 0,1-1 0 0 0,0 0 0 0 0,-1 0 0 0 0,1 1 0 0 0,-1-1 0 0 0,1 1 0 0 0,-1-1 0 0 0,1 1 0 0 0,-1 0 0 0 0,-1-1 0 0 0,-2 1 1 0 0,0-1 0 0 0,1 1-1 0 0,-1 0 1 0 0,0 0 0 0 0,0 1-1 0 0,0-1 1 0 0,-8 3 0 0 0,-5 3 36 0 0,1 1 1 0 0,-1 1 0 0 0,1 0 0 0 0,1 1 0 0 0,-1 1 0 0 0,2 1 0 0 0,-1 0 0 0 0,2 1-1 0 0,-1 0 1 0 0,2 1 0 0 0,0 1 0 0 0,0 0 0 0 0,1 1 0 0 0,-16 26 0 0 0,26-37-25 0 0,0 0 0 0 0,0 1 0 0 0,0 0-1 0 0,0-1 1 0 0,1 1 0 0 0,0 0 0 0 0,0-1 0 0 0,0 1 0 0 0,0 0 0 0 0,1 0 0 0 0,0 0 0 0 0,0 0 0 0 0,1 8 0 0 0,0-9 3 0 0,0-1 0 0 0,0 1-1 0 0,1-1 1 0 0,-1 0 0 0 0,1 1 0 0 0,0-1 0 0 0,0 0-1 0 0,0 0 1 0 0,0 0 0 0 0,0 0 0 0 0,1 0-1 0 0,0 0 1 0 0,-1-1 0 0 0,1 1 0 0 0,0-1 0 0 0,0 0-1 0 0,0 0 1 0 0,6 3 0 0 0,3 0 12 0 0,0 0 0 0 0,0 0 0 0 0,1-1 1 0 0,0-1-1 0 0,0 0 0 0 0,0-1 0 0 0,0 0 0 0 0,0-1 0 0 0,0-1 0 0 0,20-1 1 0 0,8-3-5 0 0,81-18 1 0 0,-101 17-390 0 0,-1 0 0 0 0,0-2 0 0 0,38-18 0 0 0,-47 19-1513 0 0,-1 0 0 0 0,0-1 1 0 0,0 0-1 0 0,16-16 0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5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191 410 1244 0 0,'-13'-22'12442'0'0,"9"19"-11405"0"0,0 5-957 0 0,0 0 1 0 0,0 0 0 0 0,0 1 0 0 0,0-1 0 0 0,1 1-1 0 0,-1 0 1 0 0,1 0 0 0 0,0 1 0 0 0,0-1 0 0 0,0 1-1 0 0,0-1 1 0 0,-4 8 0 0 0,-32 57 480 0 0,34-58-487 0 0,-6 10 33 0 0,-25 54 81 0 0,33-66-164 0 0,0-1 0 0 0,1 0 1 0 0,0 1-1 0 0,0 0 0 0 0,1 0 0 0 0,0-1 1 0 0,-1 17-1 0 0,3-22-11 0 0,-1 0 0 0 0,0 1 0 0 0,0-1 0 0 0,1 0 0 0 0,0 0 0 0 0,-1 0 0 0 0,1 0 0 0 0,0 1 0 0 0,0-1 1 0 0,0 0-1 0 0,0 0 0 0 0,0 0 0 0 0,1-1 0 0 0,-1 1 0 0 0,1 0 0 0 0,-1 0 0 0 0,1-1 0 0 0,3 3 0 0 0,-2-1 3 0 0,1-1-1 0 0,0 0 1 0 0,0-1 0 0 0,0 1-1 0 0,0 0 1 0 0,0-1-1 0 0,0 0 1 0 0,0 0-1 0 0,7 0 1 0 0,2 0 13 0 0,0 0 0 0 0,0-1-1 0 0,0-1 1 0 0,-1-1 0 0 0,25-4 0 0 0,-20 1-1 0 0,1-1 1 0 0,-1 0-1 0 0,-1-2 1 0 0,1 0-1 0 0,-1 0 1 0 0,0-2-1 0 0,-1 0 1 0 0,0 0-1 0 0,-1-2 1 0 0,22-21-1 0 0,-29 25-14 0 0,0 0 1 0 0,-1 0-1 0 0,0 0 0 0 0,0-1 0 0 0,-1 0 1 0 0,0 0-1 0 0,-1 0 0 0 0,6-20 0 0 0,-8 21-15 0 0,0 0-1 0 0,-1 0 0 0 0,0 1 1 0 0,-1-1-1 0 0,1 0 1 0 0,-2 0-1 0 0,1 0 0 0 0,-1 0 1 0 0,0 0-1 0 0,-1 1 1 0 0,0-1-1 0 0,-5-13 0 0 0,5 14-6 0 0,-1 1 0 0 0,0 0 0 0 0,0 0-1 0 0,-1 0 1 0 0,0 1 0 0 0,0-1-1 0 0,0 1 1 0 0,0 0 0 0 0,-1 0 0 0 0,0 0-1 0 0,0 1 1 0 0,-1 0 0 0 0,1 0 0 0 0,-1 0-1 0 0,1 0 1 0 0,-1 1 0 0 0,-1 0-1 0 0,1 0 1 0 0,0 1 0 0 0,-1 0 0 0 0,1 0-1 0 0,-1 0 1 0 0,1 1 0 0 0,-1 0 0 0 0,0 0-1 0 0,0 1 1 0 0,1 0 0 0 0,-12 1 0 0 0,2 0-4 0 0,0 1 0 0 0,1 1 0 0 0,0 1 1 0 0,0 0-1 0 0,0 1 0 0 0,0 1 0 0 0,1 0 1 0 0,-1 0-1 0 0,2 2 0 0 0,-1 0 0 0 0,-18 14 1 0 0,24-15-3 0 0,0 0 1 0 0,0 1 0 0 0,1-1-1 0 0,0 2 1 0 0,0-1 0 0 0,1 1-1 0 0,-8 13 1 0 0,13-21 12 0 0,0 1 1 0 0,0 0-1 0 0,0 0 1 0 0,0 1-1 0 0,0-1 0 0 0,0 0 1 0 0,1 0-1 0 0,-1 0 0 0 0,1 0 1 0 0,-1 1-1 0 0,1-1 1 0 0,0 0-1 0 0,0 1 0 0 0,0-1 1 0 0,0 0-1 0 0,0 0 0 0 0,1 1 1 0 0,-1-1-1 0 0,1 0 1 0 0,-1 0-1 0 0,1 0 0 0 0,0 1 1 0 0,0-1-1 0 0,0 0 1 0 0,0 0-1 0 0,0 0 0 0 0,1-1 1 0 0,-1 1-1 0 0,0 0 0 0 0,1 0 1 0 0,-1-1-1 0 0,1 1 1 0 0,0-1-1 0 0,0 1 0 0 0,-1-1 1 0 0,1 0-1 0 0,0 1 0 0 0,0-1 1 0 0,0 0-1 0 0,4 1 1 0 0,5 2-55 0 0,1 0 1 0 0,0 0-1 0 0,0-2 1 0 0,1 1 0 0 0,-1-2-1 0 0,1 1 1 0 0,22-2 0 0 0,0-1-330 0 0,53-10 1 0 0,-53 4 70 0 0,-1-1-1 0 0,1-1 0 0 0,-1-2 1 0 0,-1-1-1 0 0,0-2 1 0 0,33-19-1 0 0,-45 21 170 0 0,0-2 0 0 0,-2 0 0 0 0,1-1 0 0 0,-2-1 1 0 0,0-1-1 0 0,-1 0 0 0 0,0-1 0 0 0,-2-1 0 0 0,23-36 0 0 0,-13 8 1005 0 0,36-97 0 0 0,-40 90-10 0 0,-20 53-847 0 0,0 3 13 0 0,0 4 20 0 0,0 0-1 0 0,0-1 0 0 0,0 1 1 0 0,0 0-1 0 0,-1 0 1 0 0,0 0-1 0 0,0 0 1 0 0,-2 7-1 0 0,-10 55 721 0 0,6-41-468 0 0,-179 692 3009 0 0,185-718-3258 0 0,-9 21 1178 0 0,9-22-1184 0 0,-1 1 1 0 0,1-1-1 0 0,0 1 0 0 0,0-1 1 0 0,-1 1-1 0 0,1-1 0 0 0,-1 1 0 0 0,1-1 1 0 0,0 0-1 0 0,-1 1 0 0 0,1-1 1 0 0,-1 0-1 0 0,1 1 0 0 0,-1-1 0 0 0,1 0 1 0 0,-1 1-1 0 0,1-1 0 0 0,-1 0 1 0 0,1 0-1 0 0,-1 0 0 0 0,0 0 1 0 0,1 0-1 0 0,-1 0 0 0 0,1 0 0 0 0,-1 0 1 0 0,1 0-1 0 0,-1 0 0 0 0,0 0 1 0 0,1 0-1 0 0,-1 0 0 0 0,0 0 0 0 0,0-2-19 0 0,0 1 0 0 0,1 0 0 0 0,-1-1 0 0 0,0 1 0 0 0,1 0 0 0 0,-1-1 0 0 0,1 1 0 0 0,0-1 0 0 0,0 1 0 0 0,-1-1 0 0 0,1 0 0 0 0,0 1 0 0 0,0-1 0 0 0,0 1 0 0 0,1-3 0 0 0,-1 2 10 0 0,1-11-27 0 0,0 0 1 0 0,1 1-1 0 0,0-1 0 0 0,1 0 1 0 0,0 1-1 0 0,2 0 0 0 0,-1 0 0 0 0,1 0 1 0 0,1 1-1 0 0,0-1 0 0 0,0 1 1 0 0,14-17-1 0 0,-14 20-16 0 0,0 1 0 0 0,1-1 0 0 0,0 2-1 0 0,0-1 1 0 0,0 1 0 0 0,1 0 0 0 0,-1 0 0 0 0,1 1 0 0 0,1 0 0 0 0,-1 0 0 0 0,1 1 0 0 0,0 0 0 0 0,0 1-1 0 0,0 0 1 0 0,0 0 0 0 0,1 1 0 0 0,12-2 0 0 0,-17 4 11 0 0,0 0-1 0 0,0 0 1 0 0,0 1-1 0 0,0-1 1 0 0,0 1-1 0 0,-1 0 1 0 0,1 1-1 0 0,0-1 1 0 0,-1 1-1 0 0,1 0 1 0 0,-1 0-1 0 0,1 0 1 0 0,-1 0-1 0 0,0 1 1 0 0,0 0 0 0 0,0 0-1 0 0,0 0 1 0 0,-1 0-1 0 0,1 1 1 0 0,-1-1-1 0 0,0 1 1 0 0,0 0-1 0 0,0 0 1 0 0,2 4-1 0 0,-2-2 11 0 0,-1-1 0 0 0,1 1 0 0 0,-1-1 0 0 0,0 1 0 0 0,0 0 0 0 0,-1 0-1 0 0,0-1 1 0 0,0 1 0 0 0,0 0 0 0 0,-1 0 0 0 0,1 0 0 0 0,-2 1 0 0 0,1-1 0 0 0,-1 0-1 0 0,0 0 1 0 0,0-1 0 0 0,0 1 0 0 0,-5 10 0 0 0,2-6 28 0 0,-2-1 0 0 0,1 0 0 0 0,-1 0 1 0 0,-1 0-1 0 0,0-1 0 0 0,0 0 0 0 0,0-1 0 0 0,-1 1 0 0 0,0-1 1 0 0,-1-1-1 0 0,1 0 0 0 0,-1 0 0 0 0,0 0 0 0 0,-1-1 0 0 0,0-1 0 0 0,1 1 1 0 0,-1-2-1 0 0,-17 5 0 0 0,16-5-88 0 0,0 0 1 0 0,0-1-1 0 0,0-1 1 0 0,-1 0-1 0 0,1 0 1 0 0,0-1-1 0 0,-1 0 1 0 0,1-1-1 0 0,0-1 0 0 0,0 1 1 0 0,-1-2-1 0 0,1 0 1 0 0,1 0-1 0 0,-1-1 1 0 0,0 0-1 0 0,1-1 1 0 0,-14-8-1 0 0,22 12-119 0 0,0 0 0 0 0,0-1 1 0 0,0 1-1 0 0,0-1 0 0 0,0 0 0 0 0,1 0 0 0 0,-1 0 0 0 0,0 0 1 0 0,1 0-1 0 0,0 0 0 0 0,-1 0 0 0 0,1 0 0 0 0,0 0 1 0 0,0-1-1 0 0,0 1 0 0 0,0-1 0 0 0,1 1 0 0 0,-1 0 0 0 0,0-1 1 0 0,1 1-1 0 0,0-1 0 0 0,0 1 0 0 0,0-1 0 0 0,0-4 1 0 0,1 1-670 0 0,1 0 0 0 0,0 0 0 0 0,0 0 0 0 0,0 0 1 0 0,1 1-1 0 0,-1-1 0 0 0,2 1 0 0 0,-1-1 1 0 0,6-6-1 0 0,11-15-5434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5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65 2684 0 0,'6'-7'1566'0'0,"31"-50"12510"0"0,-32 69-13180 0 0,-5-7-694 0 0,0 0 0 0 0,-1 0 0 0 0,1 0 0 0 0,-1 0 0 0 0,0 0 0 0 0,-1 0 0 0 0,-3 9 0 0 0,1 0 186 0 0,-97 282 3482 0 0,58-181-3055 0 0,-40 168 0 0 0,81-273-821 0 0,0-4 38 0 0,1 1 0 0 0,-1-1 0 0 0,2 1 0 0 0,-1-1 0 0 0,1 1 0 0 0,0 7 1 0 0,0-12-42 0 0,1-1 1 0 0,-1 1-1 0 0,0-1 1 0 0,1 1-1 0 0,0-1 1 0 0,-1 1-1 0 0,1-1 1 0 0,0 1-1 0 0,0-1 1 0 0,-1 0-1 0 0,1 0 1 0 0,0 1-1 0 0,1-1 1 0 0,-1 0-1 0 0,0 0 1 0 0,0 0-1 0 0,0 0 1 0 0,1 0-1 0 0,-1 0 1 0 0,0-1-1 0 0,1 1 1 0 0,-1 0-1 0 0,0-1 1 0 0,1 1-1 0 0,-1-1 1 0 0,1 1 0 0 0,-1-1-1 0 0,1 0 1 0 0,0 1-1 0 0,-1-1 1 0 0,3 0-1 0 0,8 0-427 0 0,0 0 0 0 0,0 0 0 0 0,0-1 0 0 0,0-1 0 0 0,0 0 0 0 0,0-1 0 0 0,0 0 0 0 0,-1-1 0 0 0,1 0 0 0 0,11-6 0 0 0,-3 0-1559 0 0,26-17-1 0 0,12-14-5548 0 0,-31 17-394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5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22 2028 0 0,'-123'-9'13494'0'0,"127"8"-13271"0"0,20-3-104 0 0,-1 0-1 0 0,1 2 1 0 0,-1 1-1 0 0,46 2 1 0 0,-17 0-300 0 0,331 18-5241 0 0,-281-12 4163 0 0,-74-5 1095 0 0,-11 0 906 0 0,0-1-1 0 0,-1 0 0 0 0,1-2 1 0 0,0 0-1 0 0,25-4 1 0 0,-27-7 1746 0 0,-15 12-2453 0 0,0 0-1 0 0,-1 0 1 0 0,1 0 0 0 0,0 0-1 0 0,0 0 1 0 0,-1 0 0 0 0,1 0 0 0 0,0 0-1 0 0,0 0 1 0 0,0 0 0 0 0,-1 0 0 0 0,1 0-1 0 0,0 0 1 0 0,0 0 0 0 0,0 0 0 0 0,-1 0-1 0 0,1 0 1 0 0,0 0 0 0 0,0 0 0 0 0,0 0-1 0 0,-1-1 1 0 0,1 1 0 0 0,0 0 0 0 0,0 0-1 0 0,0 0 1 0 0,0 0 0 0 0,-1 0-1 0 0,1-1 1 0 0,0 1 0 0 0,0 0 0 0 0,0 0-1 0 0,0 0 1 0 0,0 0 0 0 0,0-1 0 0 0,0 1-1 0 0,-1 0 1 0 0,1 0 0 0 0,0 0 0 0 0,0-1-1 0 0,0 1 1 0 0,0 0 0 0 0,0 0 0 0 0,0-1-1 0 0,0 1 1 0 0,0 0 0 0 0,0 0 0 0 0,0 0-1 0 0,0-1 1 0 0,0 1 0 0 0,0 0-1 0 0,0 0 1 0 0,0 0 0 0 0,1-1 0 0 0,-1 1-1 0 0,0 0 1 0 0,0 0 0 0 0,0 0 0 0 0,0-1-1 0 0,0 1 1 0 0,0 0 0 0 0,1 0 0 0 0,-1 0-1 0 0,0 0 1 0 0,0-1 0 0 0,0 1 0 0 0,0 0-1 0 0,1 0 1 0 0,-8 1 75 0 0,-1 1 1 0 0,1 0-1 0 0,0 1 0 0 0,1-1 1 0 0,-1 1-1 0 0,0 0 0 0 0,1 1 1 0 0,0 0-1 0 0,-1 0 0 0 0,2 0 1 0 0,-10 8-1 0 0,-10 12 107 0 0,-26 30 0 0 0,32-32-101 0 0,-3 2-10 0 0,-36 54 1 0 0,49-64-74 0 0,1 1 0 0 0,0 0 0 0 0,1 0 0 0 0,0 1 0 0 0,-6 25 1 0 0,12-38-26 0 0,0-1 1 0 0,1 0 0 0 0,0 1 0 0 0,-1-1 0 0 0,1 1 0 0 0,0-1 0 0 0,0 0-1 0 0,0 1 1 0 0,0-1 0 0 0,1 1 0 0 0,-1-1 0 0 0,1 0 0 0 0,-1 1 0 0 0,1-1-1 0 0,0 0 1 0 0,0 1 0 0 0,0-1 0 0 0,0 0 0 0 0,0 0 0 0 0,1 0 0 0 0,-1 0-1 0 0,1 0 1 0 0,-1 0 0 0 0,1 0 0 0 0,0-1 0 0 0,0 1 0 0 0,-1-1 0 0 0,4 2-1 0 0,-2-1-29 0 0,0 0 0 0 0,0-1 0 0 0,1 0-1 0 0,-1 1 1 0 0,0-2 0 0 0,1 1 0 0 0,-1 0-1 0 0,1 0 1 0 0,-1-1 0 0 0,1 0-1 0 0,-1 0 1 0 0,1 0 0 0 0,-1 0 0 0 0,1 0-1 0 0,-1-1 1 0 0,1 0 0 0 0,-1 0 0 0 0,6-1-1 0 0,3-3-106 0 0,0-1 0 0 0,0 0 0 0 0,0-1 0 0 0,-1 0 0 0 0,0-1 0 0 0,-1 0 0 0 0,1 0 0 0 0,-1-1 0 0 0,10-12 0 0 0,6-11 475 0 0,36-57 0 0 0,-43 60 540 0 0,-11 15-254 0 0,9-9-346 0 0,-16 22-252 0 0,-2 14-13 0 0,-1-1 0 0 0,0 0 0 0 0,-1 0 0 0 0,-6 19-1 0 0,3-14-206 0 0,2-1-1 0 0,-3 22 0 0 0,6-33-110 0 0,1 0 1 0 0,-1 0-1 0 0,1 0 1 0 0,1 0-1 0 0,-1-1 1 0 0,1 1-1 0 0,0 0 1 0 0,0 0-1 0 0,0 0 1 0 0,1-1-1 0 0,-1 1 0 0 0,4 5 1 0 0,-4-8-36 0 0,1 0-1 0 0,-1 0 1 0 0,1 0 0 0 0,-1 0-1 0 0,1 0 1 0 0,0 0 0 0 0,0 0 0 0 0,0-1-1 0 0,0 1 1 0 0,3 1 0 0 0,15 5-5101 0 0,-5-6-803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6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99 2708 0 0,'3'-16'2421'0'0,"0"7"433"0"0,-1 0 0 0 0,0-1 0 0 0,0-15 1 0 0,1 1 900 0 0,-2 18-2587 0 0,-2 14 441 0 0,-10 35-239 0 0,-31 77-1 0 0,23-72-3376 0 0,-14 57 0 0 0,27-86 465 0 0,-1 5-2232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6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2644 0 0,'44'-69'15339'0'0,"-39"73"-14575"0"0,6 6-11 0 0,-7 5-270 0 0,-1 0-1 0 0,-1-1 0 0 0,0 1 0 0 0,-1 1 0 0 0,0-1 0 0 0,-4 25 0 0 0,-1-4-13 0 0,-15 57-1 0 0,18-91-459 0 0,1 2 34 0 0,-1 0-1 0 0,0 0 1 0 0,-1 0 0 0 0,1 0 0 0 0,-1 0-1 0 0,1 0 1 0 0,-1 0 0 0 0,-1 0-1 0 0,-4 6 1 0 0,6-9-93 0 0,-3-5-400 0 0,4 3 438 0 0,-1 1 0 0 0,1 0 0 0 0,0 0 0 0 0,-1 0 0 0 0,1 0 0 0 0,0 0 1 0 0,0 0-1 0 0,-1-1 0 0 0,1 1 0 0 0,0 0 0 0 0,-1 0 0 0 0,1 0 0 0 0,0-1 0 0 0,0 1 1 0 0,0 0-1 0 0,-1 0 0 0 0,1-1 0 0 0,0 1 0 0 0,0 0 0 0 0,0 0 0 0 0,0-1 1 0 0,-1 1-1 0 0,1 0 0 0 0,0-1 0 0 0,0 1 0 0 0,0 0 0 0 0,0 0 0 0 0,0-1 0 0 0,0 1 1 0 0,0 0-1 0 0,0-1 0 0 0,0 1 0 0 0,0-1 0 0 0,1-9-106 0 0,0 0-1 0 0,1 1 1 0 0,0-1 0 0 0,1 1-1 0 0,0-1 1 0 0,1 1 0 0 0,0 0-1 0 0,0 0 1 0 0,1 0 0 0 0,0 1-1 0 0,0 0 1 0 0,1 0-1 0 0,8-9 1 0 0,12-13-60 0 0,57-49 0 0 0,-67 64 133 0 0,0 2-1 0 0,1 0 1 0 0,1 1 0 0 0,0 0 0 0 0,1 2 0 0 0,0 0 0 0 0,35-12 0 0 0,-50 21 41 0 0,-1 0 0 0 0,1 0 1 0 0,-1 0-1 0 0,1 1 0 0 0,0-1 0 0 0,-1 1 1 0 0,1 0-1 0 0,0 0 0 0 0,0 1 0 0 0,-1-1 1 0 0,1 1-1 0 0,-1 0 0 0 0,1 0 0 0 0,-1 0 0 0 0,1 0 1 0 0,-1 0-1 0 0,1 1 0 0 0,-1 0 0 0 0,0-1 1 0 0,0 1-1 0 0,0 0 0 0 0,0 1 0 0 0,5 4 1 0 0,-5-4 67 0 0,0 1 0 0 0,0 1 0 0 0,0-1 0 0 0,-1 0 0 0 0,1 1 0 0 0,-1-1 0 0 0,0 1 0 0 0,-1 0 0 0 0,1-1 0 0 0,-1 1 0 0 0,0 0 0 0 0,0 0 0 0 0,0 0 0 0 0,-1 0 0 0 0,0 0 0 0 0,0 0 0 0 0,-1 6 0 0 0,-2 10 117 0 0,0-1 1 0 0,-2 1-1 0 0,-1-1 1 0 0,0-1-1 0 0,-2 1 0 0 0,0-1 1 0 0,-16 27-1 0 0,-20 45 444 0 0,44-89-645 0 0,3-2-41 0 0,9-2-66 0 0,1 0 0 0 0,-1-1 0 0 0,1-1 0 0 0,-1 0 0 0 0,0-1 0 0 0,-1 0 1 0 0,16-9-1 0 0,7-3-92 0 0,2 1 67 0 0,159-76-405 0 0,-154 70 563 0 0,-2-2-1 0 0,61-46 1 0 0,-95 66 40 0 0,-1 0 0 0 0,1 0-1 0 0,-1 0 1 0 0,0-1 0 0 0,0 0 0 0 0,0 1-1 0 0,0-1 1 0 0,-1-1 0 0 0,0 1-1 0 0,0 0 1 0 0,0-1 0 0 0,2-8-1 0 0,-5 13-44 0 0,0 0-1 0 0,0 1 1 0 0,0-1-1 0 0,0 1 1 0 0,0-1-1 0 0,0 0 1 0 0,0 1-1 0 0,0-1 1 0 0,0 0-1 0 0,0 1 1 0 0,0-1-1 0 0,0 0 1 0 0,-1 1-1 0 0,1-1 1 0 0,0 1-1 0 0,0-1 1 0 0,-1 1-1 0 0,1-1 1 0 0,-1 1-1 0 0,1-1 1 0 0,0 1-1 0 0,-1-1 1 0 0,1 1-1 0 0,-1-1 1 0 0,1 1-1 0 0,-1-1 1 0 0,1 1-1 0 0,-1 0 1 0 0,1-1-1 0 0,-1 1 1 0 0,1 0-1 0 0,-1 0 1 0 0,0-1-1 0 0,1 1 1 0 0,-1 0-1 0 0,0 0 1 0 0,1 0-1 0 0,-1 0 1 0 0,1 0-1 0 0,-1 0 1 0 0,0 0-1 0 0,1 0 1 0 0,-2 0-1 0 0,-25 2-16 0 0,16 2 15 0 0,-1 0 0 0 0,1 0-1 0 0,0 1 1 0 0,1 1 0 0 0,-1 0-1 0 0,1 0 1 0 0,1 1-1 0 0,-1 0 1 0 0,-12 13 0 0 0,2 1 4 0 0,0 0 1 0 0,-29 42-1 0 0,45-57 5 0 0,0 0-1 0 0,0 0 1 0 0,1 1-1 0 0,0-1 1 0 0,0 1-1 0 0,1 0 1 0 0,-1-1-1 0 0,1 1 1 0 0,-1 12-1 0 0,2-16-18 0 0,1 0-1 0 0,0 0 0 0 0,0 0 0 0 0,1 0 1 0 0,-1 0-1 0 0,1 0 0 0 0,-1 0 0 0 0,1 0 1 0 0,0 0-1 0 0,0 0 0 0 0,0 0 0 0 0,0 0 1 0 0,1-1-1 0 0,-1 1 0 0 0,1 0 0 0 0,0-1 1 0 0,-1 1-1 0 0,1-1 0 0 0,0 0 0 0 0,1 0 0 0 0,-1 1 1 0 0,0-2-1 0 0,1 1 0 0 0,4 3 0 0 0,10 5-424 0 0,1-1 0 0 0,0-1 0 0 0,0-1-1 0 0,0-1 1 0 0,1 0 0 0 0,28 4 0 0 0,-3-3-1766 0 0,78 1 1 0 0,-82-8-385 0 0,-1-3 0 0 0,55-8 0 0 0,-36-2-2275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7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242 629 2236 0 0,'4'-7'1207'0'0,"0"0"1"0"0,-1 0-1 0 0,0 0 0 0 0,0-1 1 0 0,0 0-1 0 0,-1 1 0 0 0,0-1 1 0 0,-1 0-1 0 0,0 0 0 0 0,0 0 0 0 0,-1 0 1 0 0,0-11-1 0 0,0 19-1185 0 0,-1-1-1 0 0,1 1 1 0 0,0 0-1 0 0,-1 0 1 0 0,1 0 0 0 0,0-1-1 0 0,-1 1 1 0 0,1 0-1 0 0,-1 0 1 0 0,1 0 0 0 0,-1 0-1 0 0,1 0 1 0 0,0 0 0 0 0,-1 0-1 0 0,1 0 1 0 0,-1 0-1 0 0,1 0 1 0 0,0 0 0 0 0,-1 0-1 0 0,1 0 1 0 0,-1 0-1 0 0,1 0 1 0 0,-1 0 0 0 0,1 0-1 0 0,0 0 1 0 0,-1 1-1 0 0,1-1 1 0 0,-1 0 0 0 0,1 1-1 0 0,-17 4 182 0 0,16-4-185 0 0,-19 13 242 0 0,1 1 1 0 0,1 1-1 0 0,0 1 0 0 0,0 1 0 0 0,-28 39 0 0 0,24-30-74 0 0,6-7-33 0 0,-17 27 1 0 0,29-41-116 0 0,0 1 0 0 0,0 0 0 0 0,1 0 0 0 0,0 0 0 0 0,0 1 0 0 0,1-1 0 0 0,0 1 0 0 0,-2 9 0 0 0,4-15-31 0 0,0-1 0 0 0,0 1 0 0 0,0-1 0 0 0,1 1 0 0 0,-1-1 0 0 0,0 0 0 0 0,0 1 0 0 0,1-1 0 0 0,-1 1 0 0 0,1-1 0 0 0,-1 0 0 0 0,1 1 0 0 0,0-1 0 0 0,-1 0 0 0 0,1 0 0 0 0,0 0 0 0 0,0 1 0 0 0,0-1 0 0 0,0 0 0 0 0,0 0 0 0 0,0 0 0 0 0,0 0 0 0 0,0-1 0 0 0,0 1 0 0 0,1 0 0 0 0,-1 0 0 0 0,0-1 0 0 0,1 1 0 0 0,-1-1 0 0 0,0 1 0 0 0,1-1 0 0 0,-1 1 0 0 0,0-1 0 0 0,1 0 0 0 0,-1 0 0 0 0,1 0 1 0 0,1 0-1 0 0,4 1-15 0 0,-1-1 0 0 0,1 0 0 0 0,0 0 0 0 0,0-1 0 0 0,-1 0 0 0 0,12-3 0 0 0,-4-1-107 0 0,1-1 1 0 0,-1 0 0 0 0,-1-1-1 0 0,1 0 1 0 0,-1-1 0 0 0,0-1-1 0 0,11-10 1 0 0,78-77-743 0 0,-99 92 829 0 0,60-65-388 0 0,-4-3 0 0 0,-2-3-1 0 0,-5-2 1 0 0,76-145 0 0 0,-44 45 3115 0 0,-83 175-2647 0 0,-2 5-2 0 0,0 0 1 0 0,0 0 0 0 0,0-1 0 0 0,-1 1 0 0 0,1-1 0 0 0,-1 1 0 0 0,-3 4 0 0 0,-4 5 179 0 0,-49 108 1654 0 0,6 2 0 0 0,-54 188 0 0 0,103-297-1917 0 0,0-5-245 0 0,0 1-1 0 0,1 0 0 0 0,0-1 1 0 0,1 1-1 0 0,-1 0 0 0 0,2 0 0 0 0,-1 1 1 0 0,3 14-1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7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55 2592 0 0,'-105'-15'6427'0'0,"-106"-19"5639"0"0,194 31-11342 0 0,-5 0-1544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8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32 910 924 0 0,'-32'23'16132'0'0,"45"-26"-16088"0"0,13-6 142 0 0,-1 0 1 0 0,0-2 0 0 0,0-1 0 0 0,-1-1 0 0 0,-1-1 0 0 0,27-21 0 0 0,-12 5-130 0 0,-2-2 1 0 0,53-58-1 0 0,-50 43-62 0 0,-1-2-1 0 0,-3-2 0 0 0,38-71 0 0 0,-31 37-14 0 0,47-129 1 0 0,-51 110-214 0 0,-37 102 178 0 0,-3 9 30 0 0,1-1-1 0 0,0 1 1 0 0,-1 0 0 0 0,-1-1 0 0 0,-3 10 0 0 0,0 0 3 0 0,-153 455 1433 0 0,-77 211 1412 0 0,14-85-1781 0 0,207-555-943 0 0,-37 118 1275 0 0,52-160-1358 0 0,-1 1 0 0 0,1-1 0 0 0,0 1 0 0 0,0-1 1 0 0,0 1-1 0 0,-1 0 0 0 0,1-1 0 0 0,0 1 0 0 0,0-1 0 0 0,0 1 0 0 0,0 0 0 0 0,0-1 0 0 0,0 1 0 0 0,0-1 0 0 0,0 1 0 0 0,0-1 0 0 0,1 1 0 0 0,-1 0 0 0 0,0-1 0 0 0,0 1 0 0 0,0-1 1 0 0,1 1-1 0 0,-1-1 0 0 0,0 1 0 0 0,1-1 0 0 0,-1 1 0 0 0,0-1 0 0 0,1 1 0 0 0,-1-1 0 0 0,1 0 0 0 0,-1 1 0 0 0,0-1 0 0 0,1 1 0 0 0,-1-1 0 0 0,1 0 0 0 0,-1 0 0 0 0,1 1 0 0 0,0-1 0 0 0,-1 0 1 0 0,1 0-1 0 0,-1 1 0 0 0,1-1 0 0 0,-1 0 0 0 0,1 0 0 0 0,0 0 0 0 0,-1 0 0 0 0,1 0 0 0 0,-1 0 0 0 0,1 0 0 0 0,-1 0 0 0 0,1 0 0 0 0,0 0 0 0 0,-1-1 0 0 0,1 1 0 0 0,0 0 0 0 0,32-11 165 0 0,-12-2-144 0 0,1 0-1 0 0,-2-1 1 0 0,0-1 0 0 0,36-34 0 0 0,-18 9-38 0 0,39-52-1 0 0,-62 73 41 0 0,-1-1 0 0 0,-1 0 0 0 0,-1-1 0 0 0,-1 0 0 0 0,12-30 0 0 0,-20 41-32 0 0,1-1-1 0 0,-2 0 1 0 0,1 1 0 0 0,-2-1-1 0 0,1 0 1 0 0,-1 0-1 0 0,-1-1 1 0 0,0 1 0 0 0,-1 0-1 0 0,0 0 1 0 0,0 0 0 0 0,-1 0-1 0 0,-6-18 1 0 0,0 11 31 0 0,0 0 1 0 0,0 0-1 0 0,-2 0 0 0 0,0 1 1 0 0,-17-21-1 0 0,-70-72 109 0 0,36 44-258 0 0,59 65-82 0 0,1-1 0 0 0,0 1 1 0 0,0-1-1 0 0,0 1 0 0 0,0-1 1 0 0,1 1-1 0 0,-1-1 0 0 0,0 0 0 0 0,1 0 1 0 0,-1 1-1 0 0,1-1 0 0 0,-1 0 1 0 0,1 0-1 0 0,0 1 0 0 0,0-1 1 0 0,0 0-1 0 0,0 0 0 0 0,0 1 0 0 0,0-1 1 0 0,1-2-1 0 0,0 0-171 0 0,0 0 1 0 0,0 1-1 0 0,1-1 0 0 0,-1 0 1 0 0,1 1-1 0 0,0 0 0 0 0,0-1 1 0 0,6-5-1 0 0,2-2-2097 0 0,1 0 1 0 0,0 1-1 0 0,24-16 0 0 0,-4 5-4632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9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54 107 1276 0 0,'-3'-35'9407'0'0,"-1"-5"-2341"0"0,7 41-7025 0 0,0 0 0 0 0,0-1-1 0 0,0 1 1 0 0,0 0 0 0 0,0 1 0 0 0,-1-1 0 0 0,1 0 0 0 0,0 1-1 0 0,-1-1 1 0 0,1 1 0 0 0,-1 0 0 0 0,0 0 0 0 0,1 0 0 0 0,-1 0-1 0 0,0 0 1 0 0,3 4 0 0 0,28 42 220 0 0,-25-35-191 0 0,-1 1 0 0 0,0 0 0 0 0,-1 0 0 0 0,-1 0 0 0 0,0 0 0 0 0,-1 1-1 0 0,3 19 1 0 0,-6-27-24 0 0,0 0 0 0 0,0 1 0 0 0,-1-1-1 0 0,-1 0 1 0 0,1 0 0 0 0,-1 1 0 0 0,0-1-1 0 0,-1 0 1 0 0,0 0 0 0 0,0 0 0 0 0,0 0 0 0 0,-1 0-1 0 0,0 0 1 0 0,0-1 0 0 0,-1 0 0 0 0,0 1-1 0 0,-5 6 1 0 0,4-8-4 0 0,0 1 0 0 0,0-1 0 0 0,-1 0 0 0 0,1 0-1 0 0,-1-1 1 0 0,0 0 0 0 0,-10 6 0 0 0,12-8-21 0 0,0-1 0 0 0,0 1-1 0 0,0 0 1 0 0,-1-1 0 0 0,1 0 0 0 0,0 0 0 0 0,-1 0-1 0 0,1-1 1 0 0,0 1 0 0 0,-1-1 0 0 0,1 0 0 0 0,-8-1 0 0 0,11 1-19 0 0,-1-1 0 0 0,1 1-1 0 0,0-1 1 0 0,-1 0 0 0 0,1 1 0 0 0,0-1 0 0 0,0 0 0 0 0,0 0 0 0 0,-1 1 0 0 0,1-1 0 0 0,0 0 0 0 0,0 0 0 0 0,1 0 0 0 0,-1-1 0 0 0,0 1 0 0 0,0 0 0 0 0,0 0 0 0 0,1 0 0 0 0,-1-1 0 0 0,0 1 0 0 0,1 0 0 0 0,-1-1 0 0 0,1 1 0 0 0,0 0 0 0 0,0-1 0 0 0,-1 1 0 0 0,1 0 0 0 0,0-1 0 0 0,0-1 0 0 0,0-3-7 0 0,0 1 0 0 0,0 0 1 0 0,0-1-1 0 0,1 1 0 0 0,2-10 0 0 0,2 2-6 0 0,0 1 1 0 0,1-1-1 0 0,1 1 0 0 0,0 1 0 0 0,0-1 0 0 0,1 1 0 0 0,0 0 0 0 0,1 1 1 0 0,1 0-1 0 0,-1 1 0 0 0,1 0 0 0 0,1 0 0 0 0,0 1 0 0 0,0 0 0 0 0,0 1 1 0 0,20-9-1 0 0,-11 6-19 0 0,1 2-1 0 0,-1 0 1 0 0,2 1 0 0 0,-1 1 0 0 0,1 1 0 0 0,0 1 0 0 0,0 1-1 0 0,0 1 1 0 0,32 0 0 0 0,-49 2 24 0 0,0 1 1 0 0,1-1-1 0 0,-1 1 0 0 0,0 0 0 0 0,0 0 0 0 0,1 0 0 0 0,-1 0 0 0 0,0 1 1 0 0,0 0-1 0 0,0 0 0 0 0,-1 1 0 0 0,1-1 0 0 0,-1 1 0 0 0,1 0 1 0 0,-1 0-1 0 0,0 1 0 0 0,0-1 0 0 0,0 1 0 0 0,0 0 0 0 0,-1 0 0 0 0,0 0 1 0 0,0 1-1 0 0,0-1 0 0 0,0 1 0 0 0,0-1 0 0 0,-1 1 0 0 0,0 0 1 0 0,0 0-1 0 0,-1 0 0 0 0,1 0 0 0 0,-1 0 0 0 0,0 1 0 0 0,1 7 1 0 0,-2 35-10 0 0,-1-35 23 0 0,1 0-1 0 0,1 1 0 0 0,0-1 1 0 0,6 26-1 0 0,-6-37 3 0 0,-1 0 0 0 0,1-1 0 0 0,0 1 0 0 0,0 0 0 0 0,0-1 0 0 0,0 1 0 0 0,0-1 0 0 0,0 1 0 0 0,1-1-1 0 0,-1 0 1 0 0,0 1 0 0 0,1-1 0 0 0,-1 0 0 0 0,1 0 0 0 0,-1 0 0 0 0,1 0 0 0 0,-1 0 0 0 0,1-1 0 0 0,0 1 0 0 0,0 0 0 0 0,-1-1 0 0 0,1 1-1 0 0,3 0 1 0 0,1 0 5 0 0,-1-1 0 0 0,1 0 0 0 0,-1 1-1 0 0,0-2 1 0 0,1 1 0 0 0,-1-1-1 0 0,6-1 1 0 0,1-1 4 0 0,-1-1 1 0 0,-1 0-1 0 0,1 0 0 0 0,0-2 0 0 0,-1 1 0 0 0,0-1 1 0 0,-1 0-1 0 0,1-1 0 0 0,14-14 0 0 0,-11 8 12 0 0,0 0 0 0 0,-1-1 1 0 0,0 0-1 0 0,-2-1 0 0 0,14-23 0 0 0,-20 30-11 0 0,0 0 0 0 0,0-1 1 0 0,0 1-1 0 0,-1-1 0 0 0,-1 0 0 0 0,1 0 0 0 0,-1 0 1 0 0,-1 0-1 0 0,0-1 0 0 0,0-10 0 0 0,-1 15-19 0 0,0-1-1 0 0,-1 1 1 0 0,0 0-1 0 0,0 0 1 0 0,-1 0 0 0 0,1 0-1 0 0,-1 1 1 0 0,0-1-1 0 0,0 0 1 0 0,-1 1-1 0 0,1-1 1 0 0,-1 1-1 0 0,0 0 1 0 0,0 0 0 0 0,-1 0-1 0 0,1 0 1 0 0,-1 0-1 0 0,0 1 1 0 0,-8-6-1 0 0,7 6-8 0 0,0 0 0 0 0,0 0-1 0 0,0 0 1 0 0,0 1 0 0 0,-1 0 0 0 0,1 0-1 0 0,-1 1 1 0 0,0-1 0 0 0,0 1 0 0 0,1 0-1 0 0,-1 1 1 0 0,-9-1 0 0 0,6 2-30 0 0,0 0 1 0 0,0 0-1 0 0,0 0 0 0 0,0 1 1 0 0,0 1-1 0 0,0 0 0 0 0,-13 6 1 0 0,12-5-327 0 0,0 1-1 0 0,1 1 1 0 0,0 0 0 0 0,0 0 0 0 0,0 0 0 0 0,1 1 0 0 0,0 1 0 0 0,0-1 0 0 0,1 1-1 0 0,0 1 1 0 0,0-1 0 0 0,1 1 0 0 0,0 1 0 0 0,-5 10 0 0 0,5 5-2063 0 0,7-7-2182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29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62 1020 0 0,'17'-25'6826'0'0,"4"-10"651"0"0,-20 34-6904 0 0,4 2-267 0 0,-5-1-299 0 0,0 0 0 0 0,0 0 1 0 0,1 0-1 0 0,-1 0 0 0 0,0 0 1 0 0,0 0-1 0 0,1 0 0 0 0,-1 0 1 0 0,0 0-1 0 0,0 0 0 0 0,1 0 1 0 0,-1 0-1 0 0,0 0 0 0 0,0 0 1 0 0,1 0-1 0 0,-1 1 0 0 0,0-1 1 0 0,0 0-1 0 0,0 0 0 0 0,1 0 1 0 0,-1 0-1 0 0,0 0 0 0 0,0 0 1 0 0,0 1-1 0 0,1-1 0 0 0,-1 0 1 0 0,0 0-1 0 0,0 0 0 0 0,0 1 1 0 0,0-1-1 0 0,0 0 0 0 0,1 0 1 0 0,-1 0-1 0 0,0 1 0 0 0,0-1 1 0 0,0 0-1 0 0,0 0 0 0 0,0 1 1 0 0,2 13 221 0 0,0 1 1 0 0,-1-1 0 0 0,-1 1-1 0 0,0 0 1 0 0,-1-1 0 0 0,-1 1 0 0 0,0-1-1 0 0,-5 19 1 0 0,0-8-91 0 0,-1-1 0 0 0,-1-1 0 0 0,-1 1-1 0 0,-14 23 1 0 0,22-43-108 0 0,1-1-1 0 0,-1 0 0 0 0,-1 1 1 0 0,1-1-1 0 0,0 0 1 0 0,-1 0-1 0 0,1-1 1 0 0,-1 1-1 0 0,0 0 1 0 0,0-1-1 0 0,0 0 1 0 0,0 1-1 0 0,-1-1 1 0 0,1-1-1 0 0,-1 1 0 0 0,1 0 1 0 0,-1-1-1 0 0,-6 2 1 0 0,9-3-28 0 0,0 0 0 0 0,0 0-1 0 0,0 0 1 0 0,0 0 0 0 0,0 0 0 0 0,0 0 0 0 0,0-1 0 0 0,0 1 0 0 0,1 0-1 0 0,-1 0 1 0 0,0-1 0 0 0,0 1 0 0 0,0-1 0 0 0,1 1 0 0 0,-1-1 0 0 0,0 1-1 0 0,0-1 1 0 0,1 1 0 0 0,-1-1 0 0 0,0 0 0 0 0,1 1 0 0 0,-1-1-1 0 0,1 0 1 0 0,-1 0 0 0 0,1 0 0 0 0,-1 1 0 0 0,1-1 0 0 0,-1 0 0 0 0,1 0-1 0 0,0 0 1 0 0,0 0 0 0 0,-1 0 0 0 0,1 1 0 0 0,0-2 0 0 0,-1-2-1 0 0,1 0 1 0 0,-1 1-1 0 0,1-1 0 0 0,0 0 1 0 0,0 1-1 0 0,1-7 1 0 0,1-2-8 0 0,2 1 0 0 0,0-1 0 0 0,0 1 0 0 0,1-1 1 0 0,0 1-1 0 0,1 1 0 0 0,0-1 0 0 0,1 1 1 0 0,0 0-1 0 0,1 1 0 0 0,0-1 0 0 0,0 1 0 0 0,1 1 1 0 0,0 0-1 0 0,0 0 0 0 0,1 1 0 0 0,0 0 1 0 0,17-8-1 0 0,-19 10-11 0 0,1 1 1 0 0,0 0-1 0 0,0 0 1 0 0,0 1 0 0 0,0 0-1 0 0,1 1 1 0 0,-1 0-1 0 0,1 1 1 0 0,-1 0-1 0 0,1 0 1 0 0,-1 1-1 0 0,1 0 1 0 0,0 1 0 0 0,-1 0-1 0 0,1 0 1 0 0,-1 1-1 0 0,1 0 1 0 0,-1 1-1 0 0,0 0 1 0 0,0 1-1 0 0,0-1 1 0 0,0 2 0 0 0,14 9-1 0 0,-6-2 11 0 0,-1 2 1 0 0,0 0-1 0 0,-1 1 0 0 0,-1 0 1 0 0,0 2-1 0 0,-1-1 0 0 0,-1 1 1 0 0,0 1-1 0 0,-2 0 0 0 0,15 34 1 0 0,-23-48 24 0 0,-1 1 0 0 0,0-1 0 0 0,1 1 0 0 0,-2 0 0 0 0,1 0 0 0 0,-1-1 0 0 0,1 1 0 0 0,-1 0 0 0 0,-1 0 0 0 0,0 5 0 0 0,1-8 0 0 0,-1 1 1 0 0,0-1-1 0 0,1 1 0 0 0,-1-1 1 0 0,0 1-1 0 0,-1-1 0 0 0,1 0 1 0 0,0 1-1 0 0,-1-1 0 0 0,1 0 0 0 0,-1 0 1 0 0,0 0-1 0 0,0 0 0 0 0,0 0 1 0 0,0-1-1 0 0,0 1 0 0 0,0 0 1 0 0,-3 1-1 0 0,3-2-11 0 0,1-1 1 0 0,0 1 0 0 0,0 0-1 0 0,0-1 1 0 0,0 1 0 0 0,0-1-1 0 0,0 1 1 0 0,-1-1 0 0 0,1 0-1 0 0,0 1 1 0 0,0-1 0 0 0,-1 0-1 0 0,1 0 1 0 0,0 0 0 0 0,0 0-1 0 0,-1 0 1 0 0,1 0 0 0 0,0 0-1 0 0,0 0 1 0 0,-1-1-1 0 0,1 1 1 0 0,0 0 0 0 0,0-1-1 0 0,0 1 1 0 0,0-1 0 0 0,-1 1-1 0 0,1-1 1 0 0,0 0 0 0 0,0 0-1 0 0,0 1 1 0 0,0-1 0 0 0,0 0-1 0 0,0 0 1 0 0,1 0 0 0 0,-1 0-1 0 0,0 0 1 0 0,0 0-1 0 0,1 0 1 0 0,-1 0 0 0 0,0 0-1 0 0,1 0 1 0 0,-1-1 0 0 0,0-1-1 0 0,0-1-3 0 0,0 0-1 0 0,0 0 0 0 0,0 0 1 0 0,0 0-1 0 0,0 0 0 0 0,1-1 0 0 0,0 1 1 0 0,0 0-1 0 0,0 0 0 0 0,0-1 1 0 0,2-5-1 0 0,2-4 2 0 0,2-1 1 0 0,0 1-1 0 0,1 0 1 0 0,0 1-1 0 0,1-1 1 0 0,0 2-1 0 0,1-1 0 0 0,0 1 1 0 0,1 0-1 0 0,21-17 1 0 0,-13 13-26 0 0,1 1-1 0 0,0 1 1 0 0,1 1 0 0 0,1 1-1 0 0,0 0 1 0 0,26-9 0 0 0,-37 17-9 0 0,0 0 1 0 0,0 1-1 0 0,1 1 0 0 0,-1 0 1 0 0,1 0-1 0 0,-1 1 1 0 0,1 0-1 0 0,-1 1 0 0 0,1 1 1 0 0,0-1-1 0 0,14 4 0 0 0,-20-3 38 0 0,0 0 0 0 0,0 1-1 0 0,-1-1 1 0 0,1 1-1 0 0,-1 0 1 0 0,1 0-1 0 0,-1 1 1 0 0,0-1-1 0 0,0 1 1 0 0,0 0-1 0 0,0 0 1 0 0,0 0 0 0 0,-1 1-1 0 0,1-1 1 0 0,-1 1-1 0 0,0 0 1 0 0,0 0-1 0 0,-1 0 1 0 0,1 0-1 0 0,-1 1 1 0 0,0-1-1 0 0,0 1 1 0 0,0-1 0 0 0,0 1-1 0 0,-1 0 1 0 0,1 7-1 0 0,0 3 87 0 0,-2 1 0 0 0,0 0 0 0 0,-1-1 0 0 0,-1 1 0 0 0,0 0 0 0 0,-1-1-1 0 0,0 0 1 0 0,-9 21 0 0 0,8-22-303 0 0,4-14 151 0 0,0 1 0 0 0,0-1-1 0 0,-1 1 1 0 0,1-1 0 0 0,0 1-1 0 0,0-1 1 0 0,0 1 0 0 0,0-1-1 0 0,0 1 1 0 0,0-1 0 0 0,0 1 0 0 0,0-1-1 0 0,0 1 1 0 0,0-1 0 0 0,0 1-1 0 0,0-1 1 0 0,0 1 0 0 0,0-1-1 0 0,0 1 1 0 0,1-1 0 0 0,-1 0-1 0 0,0 1 1 0 0,0-1 0 0 0,1 1-1 0 0,-1-1 1 0 0,0 1 0 0 0,1-1 0 0 0,-1 0-1 0 0,0 1 1 0 0,1-1 0 0 0,-1 0-1 0 0,0 1 1 0 0,1-1 0 0 0,-1 0-1 0 0,1 1 1 0 0,-1-1 0 0 0,1 0-1 0 0,-1 0 1 0 0,0 0 0 0 0,1 1-1 0 0,-1-1 1 0 0,1 0 0 0 0,-1 0 0 0 0,1 0-1 0 0,-1 0 1 0 0,1 0 0 0 0,-1 0-1 0 0,1 0 1 0 0,-1 0 0 0 0,1 0-1 0 0,-1 0 1 0 0,1 0 0 0 0,-1 0-1 0 0,1 0 1 0 0,-1-1 0 0 0,1 1-1 0 0,0 0 1 0 0,31-11-3968 0 0,-30 11 3577 0 0,16-9-3940 0 0,0-2-2258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33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213 127 2200 0 0,'1'-2'1809'0'0,"5"-5"-282"0"0,0-1 0 0 0,0 1 0 0 0,-1-1 0 0 0,0 0 0 0 0,6-13 0 0 0,-5 4 350 0 0,0-2-520 0 0,-6 17-1186 0 0,-13-17 581 0 0,13 18-748 0 0,-1 0-1 0 0,1 1 0 0 0,-1-1 1 0 0,1 0-1 0 0,-1 1 1 0 0,0-1-1 0 0,1 1 1 0 0,-1-1-1 0 0,0 1 0 0 0,1-1 1 0 0,-1 1-1 0 0,0 0 1 0 0,0-1-1 0 0,0 1 0 0 0,1 0 1 0 0,-1 0-1 0 0,0-1 1 0 0,0 1-1 0 0,0 0 0 0 0,1 0 1 0 0,-1 0-1 0 0,0 0 1 0 0,-1 0-1 0 0,-1 1-3 0 0,1-1 0 0 0,0 1 0 0 0,0 0 0 0 0,0-1-1 0 0,0 1 1 0 0,0 0 0 0 0,0 1 0 0 0,-4 1 0 0 0,-3 5-17 0 0,0 0 0 0 0,-14 16-1 0 0,16-17 30 0 0,-11 13-28 0 0,0 2 1 0 0,1 0-1 0 0,1 0 0 0 0,1 2 0 0 0,1 0 1 0 0,1 1-1 0 0,2 0 0 0 0,0 1 1 0 0,2 0-1 0 0,-9 36 0 0 0,17-58 13 0 0,0 0 0 0 0,1 0 0 0 0,-1 0 0 0 0,1 0 0 0 0,0 0 1 0 0,0 0-1 0 0,1 5 0 0 0,0 0 4 0 0,0-5 9 0 0,0-3-8 0 0,-1 0 0 0 0,1 0-1 0 0,0 1 1 0 0,0-1 0 0 0,0 0-1 0 0,0 0 1 0 0,0 0 0 0 0,0 0 0 0 0,0 0-1 0 0,0 0 1 0 0,0 0 0 0 0,0 0-1 0 0,0-1 1 0 0,0 1 0 0 0,1 0-1 0 0,-1-1 1 0 0,0 1 0 0 0,1-1 0 0 0,-1 1-1 0 0,0-1 1 0 0,1 0 0 0 0,-1 1-1 0 0,1-1 1 0 0,-1 0 0 0 0,2 0 0 0 0,1 0-1 0 0,0-1 0 0 0,0 1 0 0 0,0-1 0 0 0,0 0 0 0 0,0 0 0 0 0,3-2 0 0 0,-2 1-2 0 0,14-4 0 0 0,-1-1-1 0 0,0 0 1 0 0,0-2 0 0 0,-1 0 0 0 0,0-1-1 0 0,24-19 1 0 0,0-5 38 0 0,41-44-1 0 0,-71 68-33 0 0,-1-1 0 0 0,0-1 0 0 0,16-24 0 0 0,-22 29 12 0 0,6-5 1 0 0,-8 11-10 0 0,-1 1 1 0 0,0-1-1 0 0,0 0 1 0 0,0 0-1 0 0,0-1 1 0 0,0 1 0 0 0,0 0-1 0 0,0 0 1 0 0,0 0-1 0 0,-1-1 1 0 0,1 1-1 0 0,0 0 1 0 0,0-3 126 0 0,19-24 1871 0 0,-26 67-2008 0 0,6-37 7 0 0,0 0-9 0 0,0 51 32 0 0,-1-32-23 0 0,1 0 0 0 0,2-1 0 0 0,3 23 0 0 0,-5-41-12 0 0,1 1-1 0 0,0-1 1 0 0,0 0 0 0 0,0 0-1 0 0,0 0 1 0 0,0 0 0 0 0,0 0-1 0 0,0 0 1 0 0,1 0 0 0 0,-1 0 0 0 0,1-1-1 0 0,-1 1 1 0 0,1 0 0 0 0,0-1-1 0 0,-1 1 1 0 0,1-1 0 0 0,0 0-1 0 0,0 1 1 0 0,0-1 0 0 0,0 0-1 0 0,0 0 1 0 0,1-1 0 0 0,-1 1-1 0 0,0 0 1 0 0,0-1 0 0 0,4 1-1 0 0,5 1-253 0 0,1-1 0 0 0,-1 0 0 0 0,22-2 0 0 0,-23 1 26 0 0,30-2-1406 0 0,0-2-1 0 0,50-12 0 0 0,21-15-4969 0 0,-70 18 2507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35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1464 0 0,'19'-38'6088'0'0,"5"8"-3414"0"0,-23 29-2643 0 0,0 0 0 0 0,0 0 0 0 0,0 0 0 0 0,0 0 0 0 0,0 1 0 0 0,0-1 0 0 0,1 0 0 0 0,-1 1 0 0 0,0-1 0 0 0,1 0 0 0 0,-1 1 0 0 0,1 0 0 0 0,-1-1 0 0 0,0 1 0 0 0,1 0 0 0 0,-1 0 0 0 0,1-1 0 0 0,-1 1 0 0 0,1 0 0 0 0,-1 1 0 0 0,1-1 0 0 0,-1 0 0 0 0,1 0 0 0 0,-1 1 0 0 0,0-1 0 0 0,1 1 0 0 0,-1-1 0 0 0,0 1 0 0 0,1-1 0 0 0,-1 1 0 0 0,2 1 0 0 0,1 0-15 0 0,-1 1 0 0 0,0-1 0 0 0,0 1 0 0 0,0 0 0 0 0,-1 0 0 0 0,1 0 0 0 0,0 0 0 0 0,-1 0 0 0 0,4 7 0 0 0,-3-1-6 0 0,1 0-1 0 0,-1 0 0 0 0,-1 0 1 0 0,1 1-1 0 0,-2-1 0 0 0,1 1 1 0 0,-1-1-1 0 0,-1 1 1 0 0,0-1-1 0 0,0 1 0 0 0,-1 0 1 0 0,-3 17-1 0 0,-2 0 221 0 0,-2 0 1 0 0,0-1-1 0 0,-14 28 0 0 0,22-53-208 0 0,0-1-1 0 0,0 0 1 0 0,0 1 0 0 0,0-1-1 0 0,0 0 1 0 0,0 1-1 0 0,0-1 1 0 0,0 0 0 0 0,-1 1-1 0 0,1-1 1 0 0,0 0-1 0 0,0 1 1 0 0,0-1 0 0 0,0 0-1 0 0,-1 1 1 0 0,1-1-1 0 0,0 0 1 0 0,0 1 0 0 0,0-1-1 0 0,-1 0 1 0 0,1 0-1 0 0,0 0 1 0 0,-1 1 0 0 0,1-1-1 0 0,0 0 1 0 0,0 0-1 0 0,-1 0 1 0 0,1 1 0 0 0,0-1-1 0 0,-1 0 1 0 0,1 0-1 0 0,0 0 1 0 0,-1 0 0 0 0,1 0-1 0 0,0 0 1 0 0,-1 0-1 0 0,1 0 1 0 0,-1 0 0 0 0,1 0-1 0 0,0 0 1 0 0,-1 0-1 0 0,1 0 1 0 0,0 0 0 0 0,-1 0-1 0 0,1 0 1 0 0,0 0-1 0 0,-1-1 1 0 0,1 1 0 0 0,0 0-1 0 0,-1 0 1 0 0,1 0-1 0 0,-1-1 1 0 0,1 0-16 0 0,-1 0 1 0 0,0 0-1 0 0,1 0 1 0 0,-1 0-1 0 0,1 0 0 0 0,-1 0 1 0 0,1 0-1 0 0,0 0 1 0 0,-1-1-1 0 0,1 1 1 0 0,0 0-1 0 0,0 0 0 0 0,0 0 1 0 0,-1 0-1 0 0,2-3 1 0 0,1-11 5 0 0,0-1 0 0 0,2 1 1 0 0,0 0-1 0 0,0 0 1 0 0,2 1-1 0 0,-1-1 1 0 0,2 1-1 0 0,0 0 0 0 0,15-21 1 0 0,-17 27-29 0 0,1 0 1 0 0,0 1 0 0 0,0 0 0 0 0,1 0-1 0 0,0 0 1 0 0,0 1 0 0 0,1 0-1 0 0,-1 0 1 0 0,1 1 0 0 0,1 0-1 0 0,-1 0 1 0 0,0 1 0 0 0,1 0-1 0 0,0 1 1 0 0,0 0 0 0 0,0 0 0 0 0,11-1-1 0 0,-16 4 13 0 0,0-1 1 0 0,1 1-1 0 0,-1 0 0 0 0,0 0 0 0 0,1 1 0 0 0,-1-1 1 0 0,0 1-1 0 0,1 0 0 0 0,-1 0 0 0 0,0 1 0 0 0,0-1 1 0 0,0 1-1 0 0,0 0 0 0 0,0 0 0 0 0,0 0 0 0 0,-1 0 0 0 0,1 1 1 0 0,-1-1-1 0 0,0 1 0 0 0,1 0 0 0 0,-1 0 0 0 0,0 0 1 0 0,-1 1-1 0 0,1-1 0 0 0,4 8 0 0 0,-3-4 16 0 0,0 1 1 0 0,-1 0-1 0 0,0 0 0 0 0,0 0 0 0 0,0 1 0 0 0,-1-1 1 0 0,-1 0-1 0 0,1 1 0 0 0,-1 0 0 0 0,-1-1 0 0 0,0 16 1 0 0,-2-12 71 0 0,0 0 1 0 0,-7 21 0 0 0,7-25 27 0 0,2-8-104 0 0,0 1 1 0 0,0-1-1 0 0,0 0 1 0 0,0 0 0 0 0,0 1-1 0 0,0-1 1 0 0,0 0-1 0 0,0 0 1 0 0,0 1 0 0 0,0-1-1 0 0,0 0 1 0 0,0 0-1 0 0,0 0 1 0 0,0 1 0 0 0,0-1-1 0 0,0 0 1 0 0,0 0-1 0 0,0 1 1 0 0,-1-1 0 0 0,1 0-1 0 0,0 0 1 0 0,0 0-1 0 0,0 1 1 0 0,0-1 0 0 0,0 0-1 0 0,-1 0 1 0 0,1 0-1 0 0,0 0 1 0 0,0 1 0 0 0,0-1-1 0 0,-1 0 1 0 0,1 0-1 0 0,0 0 1 0 0,0 0 0 0 0,0 0-1 0 0,-1 0 1 0 0,1 0-1 0 0,0 0 1 0 0,0 1 0 0 0,-1-1-1 0 0,1 0 1 0 0,0 0-1 0 0,0 0 1 0 0,0 0 0 0 0,-1 0-1 0 0,1 0 1 0 0,0 0-1 0 0,0 0 1 0 0,-1-1 0 0 0,1 1-1 0 0,0 0 1 0 0,0 0-1 0 0,-1 0 1 0 0,1 0 0 0 0,0 0-1 0 0,0 0 1 0 0,0 0-1 0 0,-1 0 1 0 0,1-1 0 0 0,0 1-1 0 0,0 0 1 0 0,0 0-1 0 0,0 0 1 0 0,-1 0 0 0 0,1-1-1 0 0,0 1 1 0 0,-1-1 6 0 0,1 0-1 0 0,-1 0 1 0 0,1 0 0 0 0,-1 0-1 0 0,1 0 1 0 0,0-1 0 0 0,-1 1-1 0 0,1 0 1 0 0,0 0 0 0 0,0 0 0 0 0,0-1-1 0 0,0 1 1 0 0,0 0 0 0 0,0-2-1 0 0,2-6-6 0 0,1 0-1 0 0,-1 0 1 0 0,2 1-1 0 0,-1-1 0 0 0,1 1 1 0 0,0 0-1 0 0,1 0 1 0 0,0 0-1 0 0,11-13 0 0 0,-11 16-14 0 0,-1 1-1 0 0,1-1 1 0 0,0 1-1 0 0,0 0 0 0 0,0 0 1 0 0,0 1-1 0 0,1-1 0 0 0,-1 1 1 0 0,1 1-1 0 0,0-1 1 0 0,0 1-1 0 0,0 0 0 0 0,0 0 1 0 0,0 0-1 0 0,8 0 0 0 0,-12 2 6 0 0,1 0 0 0 0,0 0 0 0 0,-1 0-1 0 0,1 0 1 0 0,0 1 0 0 0,-1-1-1 0 0,1 1 1 0 0,0 0 0 0 0,-1 0 0 0 0,1 0-1 0 0,-1 0 1 0 0,1 0 0 0 0,-1 1 0 0 0,0-1-1 0 0,1 1 1 0 0,-1-1 0 0 0,0 1-1 0 0,0 0 1 0 0,0 0 0 0 0,0 0 0 0 0,-1 0-1 0 0,1 0 1 0 0,0 0 0 0 0,-1 0 0 0 0,1 1-1 0 0,-1-1 1 0 0,0 1 0 0 0,0-1-1 0 0,0 1 1 0 0,1 2 0 0 0,1 5 16 0 0,0 0 0 0 0,-1 0 1 0 0,0 0-1 0 0,0 1 0 0 0,-1-1 0 0 0,0 12 1 0 0,-1-11-139 0 0,-1 9-400 0 0,5 34 0 0 0,-3-49-35 0 0,0 0-1 0 0,0 0 0 0 0,0 0 1 0 0,1 0-1 0 0,0-1 1 0 0,-1 1-1 0 0,2 0 0 0 0,-1-1 1 0 0,0 0-1 0 0,1 1 1 0 0,0-1-1 0 0,4 5 1 0 0,3 1-3505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35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1988 0 0,'20'-46'11943'0'0,"-20"44"-11475"0"0,0 2-413 0 0,1 0 0 0 0,-1-1 0 0 0,0 1 0 0 0,1-1-1 0 0,-1 1 1 0 0,0 0 0 0 0,1-1 0 0 0,-1 1 0 0 0,0 0 0 0 0,1-1-1 0 0,-1 1 1 0 0,1 0 0 0 0,-1 0 0 0 0,0-1 0 0 0,1 1 0 0 0,-1 0-1 0 0,1 0 1 0 0,-1 0 0 0 0,1 0 0 0 0,0-1 0 0 0,6 7 84 0 0,-1-1 0 0 0,1 1 1 0 0,-1 0-1 0 0,0 1 0 0 0,-1-1 1 0 0,1 1-1 0 0,8 15 0 0 0,2 1-19 0 0,37 46-708 0 0,-2-2-5853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35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68 2596 0 0,'3'-58'9812'0'0,"-3"56"-9209"0"0,0 2-554 0 0,0 0 0 0 0,0-1 0 0 0,0 1 1 0 0,0 0-1 0 0,0-1 0 0 0,0 1 0 0 0,0 0 0 0 0,0 0 1 0 0,0-1-1 0 0,-1 1 0 0 0,1 0 0 0 0,0-1 1 0 0,0 1-1 0 0,0 0 0 0 0,0-1 0 0 0,-1 1 1 0 0,1 0-1 0 0,0 0 0 0 0,0-1 0 0 0,-1 1 1 0 0,1 0-1 0 0,0 0 0 0 0,0 0 0 0 0,-1 0 1 0 0,1-1-1 0 0,0 1 0 0 0,-1 0 0 0 0,1 0 1 0 0,-9 4 414 0 0,0 1 1 0 0,1 0 0 0 0,-1 1 0 0 0,1 0-1 0 0,-12 11 1 0 0,-37 43 574 0 0,26-27-662 0 0,-22 24 115 0 0,-60 81-1 0 0,87-101-1602 0 0,-36 70 0 0 0,59-102 755 0 0,1 0 0 0 0,0 0 0 0 0,0 0 0 0 0,0 0 1 0 0,-1 9-1 0 0,3-12-74 0 0,0 0 0 0 0,0 1 0 0 0,0-1 0 0 0,0 0 0 0 0,0 1 0 0 0,0-1 0 0 0,1 0-1 0 0,-1 0 1 0 0,2 3 0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36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65 1888 0 0,'6'-8'2440'0'0,"0"-1"0"0"0,1 2 0 0 0,0-1-1 0 0,11-8 671 0 0,-18 17-3030 0 0,1-1 0 0 0,0 1 0 0 0,-1-1 0 0 0,1 0 0 0 0,-1 1 0 0 0,1-1 0 0 0,0 1-1 0 0,-1 0 1 0 0,1-1 0 0 0,-1 1 0 0 0,1-1 0 0 0,-1 1 0 0 0,0 0 0 0 0,1-1 0 0 0,-1 2-1 0 0,2 23 537 0 0,-1 1-1 0 0,-2 0 1 0 0,0-1-1 0 0,-2 1 1 0 0,-9 37-1 0 0,4-28-113 0 0,-3-1 0 0 0,0 0 0 0 0,-24 46 0 0 0,29-74 363 0 0,1-12-594 0 0,4-17-184 0 0,7 0-101 0 0,1 0 0 0 0,0 0 0 0 0,2 1 0 0 0,1 0 0 0 0,1 1 0 0 0,1 0 0 0 0,0 1 0 0 0,2 0 0 0 0,0 1 0 0 0,1 0 0 0 0,1 2 0 0 0,1-1 0 0 0,0 2 0 0 0,1 1 0 0 0,1 0 0 0 0,0 1 0 0 0,27-15 0 0 0,-38 26-9 0 0,-1 0-1 0 0,1 0 0 0 0,0 0 0 0 0,-1 1 0 0 0,1 0 0 0 0,1 0 0 0 0,-1 1 1 0 0,0 0-1 0 0,13 1 0 0 0,-17 0 19 0 0,-1 0 0 0 0,1 0 0 0 0,-1 1 1 0 0,1 0-1 0 0,-1 0 0 0 0,1 0 0 0 0,-1 0 1 0 0,1 0-1 0 0,-1 1 0 0 0,0-1 0 0 0,0 1 0 0 0,0 0 1 0 0,0 0-1 0 0,0 0 0 0 0,0 0 0 0 0,0 1 1 0 0,-1-1-1 0 0,1 1 0 0 0,-1-1 0 0 0,0 1 0 0 0,1 0 1 0 0,-1 0-1 0 0,3 6 0 0 0,-2 0 5 0 0,1 1-1 0 0,-1-1 0 0 0,-1 1 1 0 0,0 0-1 0 0,0-1 1 0 0,-1 1-1 0 0,1 13 1 0 0,-2 0-9 0 0,-2-1 0 0 0,-3 26 0 0 0,2 11-665 0 0,3-57 404 0 0,44-19-4333 0 0,110-71-5742 0 0,-113 68 6318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37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1512 0 0,'1'-6'731'0'0,"1"1"-1"0"0,0 0 0 0 0,-1 0 1 0 0,2 0-1 0 0,-1 0 1 0 0,1 0-1 0 0,-1 0 0 0 0,1 1 1 0 0,1-1-1 0 0,-1 1 1 0 0,7-7-1 0 0,-10 11-691 0 0,1-1 0 0 0,-1 1 0 0 0,1-1 0 0 0,-1 1 0 0 0,0 0 0 0 0,1-1 0 0 0,-1 1 0 0 0,1 0 0 0 0,-1-1 0 0 0,1 1 0 0 0,-1 0 0 0 0,1 0 0 0 0,0-1 0 0 0,-1 1 0 0 0,1 0 0 0 0,-1 0 0 0 0,1 0 0 0 0,-1 0 0 0 0,1 0 0 0 0,0 0 0 0 0,-1 0 0 0 0,1 0 0 0 0,-1 0 0 0 0,1 0 0 0 0,0 0 0 0 0,-1 0 0 0 0,1 0 0 0 0,0 1 0 0 0,0-1 3 0 0,0 1-1 0 0,0 0 1 0 0,1 0 0 0 0,-1 0 0 0 0,0 0-1 0 0,0 0 1 0 0,0 0 0 0 0,-1 0 0 0 0,1 0-1 0 0,0 0 1 0 0,1 2 0 0 0,11 32 375 0 0,-11-14-282 0 0,0 1 0 0 0,-1-1 1 0 0,-2 1-1 0 0,0-1 0 0 0,-1 0 0 0 0,-1 0 1 0 0,-7 28-1 0 0,-1 8 488 0 0,-2-12 3479 0 0,15-61-3715 0 0,-1 11-353 0 0,-1-1 1 0 0,1 0-1 0 0,0 1 0 0 0,0-1 0 0 0,1 0 1 0 0,0 1-1 0 0,2-6 0 0 0,5-6-28 0 0,-1 0-1 0 0,2 1 0 0 0,0 0 1 0 0,19-21-1 0 0,-24 31-23 0 0,0 1 0 0 0,0-1 0 0 0,1 1 1 0 0,-1 1-1 0 0,1-1 0 0 0,0 1 0 0 0,0 0 0 0 0,0 0 0 0 0,1 1 0 0 0,0 0 1 0 0,-1 0-1 0 0,1 1 0 0 0,0-1 0 0 0,10-1 0 0 0,-12 4 11 0 0,-1-1 0 0 0,1 1 1 0 0,-1 0-1 0 0,1 1 0 0 0,-1-1 0 0 0,0 1 1 0 0,1 0-1 0 0,-1 0 0 0 0,0 0 0 0 0,1 1 1 0 0,-1-1-1 0 0,0 1 0 0 0,0 0 0 0 0,0 0 0 0 0,0 0 1 0 0,-1 1-1 0 0,1 0 0 0 0,-1-1 0 0 0,1 1 1 0 0,-1 0-1 0 0,0 1 0 0 0,0-1 0 0 0,0 0 0 0 0,-1 1 1 0 0,1 0-1 0 0,-1 0 0 0 0,0-1 0 0 0,0 1 1 0 0,3 7-1 0 0,-1 1 12 0 0,0 0 0 0 0,0 1-1 0 0,-1-1 1 0 0,0 1 0 0 0,-2 0 0 0 0,1 0 0 0 0,-1-1 0 0 0,-2 26 0 0 0,0-34 2 0 0,1 0 23 0 0,0 1-1 0 0,0-1 1 0 0,-1 0-1 0 0,0 0 1 0 0,0 0 0 0 0,0 0-1 0 0,0 0 1 0 0,0 0-1 0 0,-1 0 1 0 0,-2 4-1 0 0,3-7 34 0 0,-4-12-10 0 0,6 1-54 0 0,0 1-1 0 0,0-1 0 0 0,1 0 0 0 0,1 1 0 0 0,0-1 0 0 0,0 1 0 0 0,1 0 0 0 0,0 0 1 0 0,0 1-1 0 0,1-1 0 0 0,0 1 0 0 0,1 0 0 0 0,7-9 0 0 0,-1 4-25 0 0,0 0-1 0 0,0 0 1 0 0,1 1 0 0 0,1 1-1 0 0,-1 1 1 0 0,27-16-1 0 0,-31 21 6 0 0,0 1 0 0 0,0-1-1 0 0,1 2 1 0 0,-1-1-1 0 0,1 1 1 0 0,0 1 0 0 0,0 0-1 0 0,17-2 1 0 0,-23 4 14 0 0,0 0 1 0 0,0 0 0 0 0,0 1-1 0 0,0-1 1 0 0,0 1 0 0 0,0 0-1 0 0,-1 0 1 0 0,1 0 0 0 0,0 1-1 0 0,0-1 1 0 0,-1 1 0 0 0,1 0-1 0 0,-1 0 1 0 0,1 0-1 0 0,-1 0 1 0 0,0 1 0 0 0,0-1-1 0 0,0 1 1 0 0,0 0 0 0 0,-1 0-1 0 0,1 0 1 0 0,-1 0 0 0 0,1 0-1 0 0,2 7 1 0 0,-1-2 11 0 0,-1 0 1 0 0,-1 1-1 0 0,1-1 0 0 0,-1 1 1 0 0,-1 0-1 0 0,0-1 0 0 0,0 1 0 0 0,0 0 1 0 0,-1 0-1 0 0,-1 0 0 0 0,1 0 1 0 0,-3 9-1 0 0,-4 18 20 0 0,-16 53 0 0 0,22-86-25 0 0,-9 31-681 0 0,10-32 400 0 0,1 1-360 0 0,-1-2 590 0 0,0-1 1 0 0,0 0 0 0 0,0 0-1 0 0,0 1 1 0 0,0-1-1 0 0,0 0 1 0 0,0 0-1 0 0,0 0 1 0 0,0 1-1 0 0,0-1 1 0 0,0 0 0 0 0,0 0-1 0 0,0 1 1 0 0,0-1-1 0 0,0 0 1 0 0,0 0-1 0 0,1 0 1 0 0,-1 1-1 0 0,0-1 1 0 0,0 0 0 0 0,0 0-1 0 0,0 0 1 0 0,0 1-1 0 0,1-1 1 0 0,-1 0-1 0 0,0 0 1 0 0,0 0-1 0 0,0 0 1 0 0,0 0 0 0 0,1 1-1 0 0,-1-1 1 0 0,0 0-1 0 0,0 0 1 0 0,0 0-1 0 0,1 0 1 0 0,-1 0-1 0 0,0 0 1 0 0,0 0 0 0 0,1 0-1 0 0,-1 0 1 0 0,6-1-879 0 0,0 0 1 0 0,0 0-1 0 0,0 0 0 0 0,0-1 1 0 0,0 0-1 0 0,0-1 1 0 0,7-3-1 0 0,2-2-3856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38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414 127 1668 0 0,'7'-34'8085'0'0,"-7"31"-7782"0"0,0-3 424 0 0,0 0-1 0 0,0 0 1 0 0,0 0-1 0 0,-1 0 1 0 0,0 0-1 0 0,-3-8 1 0 0,3 12-649 0 0,0 0 0 0 0,0-1 0 0 0,-1 1 0 0 0,1 0 0 0 0,0 0 0 0 0,-1 0 0 0 0,0 0-1 0 0,1 0 1 0 0,-1 1 0 0 0,0-1 0 0 0,0 1 0 0 0,0-1 0 0 0,0 1 0 0 0,0-1 0 0 0,-1 1 0 0 0,1 0 0 0 0,0 0 0 0 0,0 0 0 0 0,-1 0 0 0 0,-3 0 0 0 0,0-1-58 0 0,1 1 1 0 0,-1 0-1 0 0,0 0 0 0 0,0 1 0 0 0,0-1 1 0 0,0 1-1 0 0,0 1 0 0 0,0-1 1 0 0,0 1-1 0 0,0 0 0 0 0,0 1 1 0 0,-7 1-1 0 0,3 1-16 0 0,1 0-1 0 0,0 1 1 0 0,0 0-1 0 0,1 0 1 0 0,-1 1 0 0 0,-12 11-1 0 0,-1 4-14 0 0,1 1-1 0 0,1 2 1 0 0,-32 46-1 0 0,38-49 14 0 0,1 0 0 0 0,1 0 0 0 0,0 1 1 0 0,2 1-1 0 0,0 0 0 0 0,2 1 0 0 0,1-1 0 0 0,-5 28 0 0 0,12-50 5 0 0,-1 1 1 0 0,1-1-1 0 0,0 1 1 0 0,0 0-1 0 0,0-1 0 0 0,1 1 1 0 0,-1-1-1 0 0,0 1 1 0 0,1-1-1 0 0,-1 1 0 0 0,1-1 1 0 0,-1 1-1 0 0,1-1 1 0 0,-1 1-1 0 0,1-1 0 0 0,0 0 1 0 0,0 1-1 0 0,0-1 1 0 0,0 0-1 0 0,0 0 0 0 0,0 1 1 0 0,0-1-1 0 0,0 0 1 0 0,0 0-1 0 0,1 0 0 0 0,-1-1 1 0 0,0 1-1 0 0,1 0 1 0 0,-1 0-1 0 0,1-1 0 0 0,-1 1 1 0 0,1-1-1 0 0,-1 1 1 0 0,1-1-1 0 0,-1 1 0 0 0,1-1 1 0 0,-1 0-1 0 0,1 0 1 0 0,-1 0-1 0 0,3 0 0 0 0,3 0 13 0 0,0 1-1 0 0,0-2 0 0 0,0 1 1 0 0,0-1-1 0 0,0 0 0 0 0,0 0 1 0 0,11-5-1 0 0,-3 0 5 0 0,-2-1 0 0 0,1-1 0 0 0,-1 0 1 0 0,0-1-1 0 0,-1 0 0 0 0,0-1 0 0 0,21-22 0 0 0,66-90 87 0 0,-97 118-106 0 0,92-143 2878 0 0,-91 142-2841 0 0,-2 3-49 0 0,4-3-103 0 0,-6 14 134 0 0,0 1 1 0 0,0-1-1 0 0,-1 0 0 0 0,-1-1 0 0 0,-4 12 1 0 0,-5 23 54 0 0,2-1-55 0 0,7-31-11 0 0,0 0 1 0 0,0 0-1 0 0,1 1 1 0 0,1-1 0 0 0,0 1-1 0 0,0-1 1 0 0,2 15-1 0 0,-1-23-10 0 0,1 0 0 0 0,0 0 0 0 0,0 1 0 0 0,0-1 0 0 0,0 0 1 0 0,0 0-1 0 0,1 0 0 0 0,-1 0 0 0 0,1 0 0 0 0,0 0 0 0 0,0 0 0 0 0,0-1 0 0 0,0 1 0 0 0,0-1 0 0 0,0 1 0 0 0,1-1 0 0 0,3 3 0 0 0,-2-3-150 0 0,0 0 0 0 0,1 0 0 0 0,-1 0 0 0 0,0 0 0 0 0,1-1 0 0 0,-1 0 0 0 0,1 0 0 0 0,-1 0 0 0 0,1 0 0 0 0,-1-1 0 0 0,7 0 0 0 0,2-1-1055 0 0,0 0-1 0 0,0-1 1 0 0,-1-1-1 0 0,1 0 1 0 0,-1 0-1 0 0,0-1 1 0 0,0-1-1 0 0,15-7 0 0 0,-1-3-4834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38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250 135 1628 0 0,'5'-126'13920'0'0,"-5"123"-13505"0"0,-2 0 741 0 0,1 1-415 0 0,-1 9-460 0 0,-25 117 2748 0 0,-60 170 1 0 0,80-273-2880 0 0,-26 75 77 0 0,-32 110 454 0 0,56-170-840 0 0,1 0 0 0 0,3 0 0 0 0,-3 67 0 0 0,7-99-44 0 0,1 0-1 0 0,0 1 1 0 0,1-1 0 0 0,-1 0 0 0 0,1 0 0 0 0,0 0 0 0 0,0 0 0 0 0,0 0 0 0 0,1 0 0 0 0,-1 0 0 0 0,1 0 0 0 0,3 6 0 0 0,-4-9 36 0 0,0-1-1 0 0,0 1 1 0 0,0 0 0 0 0,0-1 0 0 0,0 1-1 0 0,0 0 1 0 0,0-1 0 0 0,0 1-1 0 0,0-1 1 0 0,0 1 0 0 0,0-1 0 0 0,0 0-1 0 0,0 0 1 0 0,0 1 0 0 0,1-1-1 0 0,-1 0 1 0 0,0 0 0 0 0,0 0 0 0 0,0 0-1 0 0,0 0 1 0 0,1 0 0 0 0,-1-1-1 0 0,2 1 1 0 0,0-1-539 0 0,0 0 0 0 0,0 0 0 0 0,1 0-1 0 0,-1 0 1 0 0,0-1 0 0 0,5-3 0 0 0,4-4-3552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39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117 113 920 0 0,'-25'-16'7013'0'0,"-47"-19"0"0"0,70 34-6912 0 0,1 1-1 0 0,-1-1 1 0 0,1 0 0 0 0,-1 0-1 0 0,1 0 1 0 0,-1 1-1 0 0,1-1 1 0 0,0 0 0 0 0,-1-1-1 0 0,1 1 1 0 0,0 0 0 0 0,-2-2-1 0 0,3 3-79 0 0,0 0 0 0 0,0-1 0 0 0,0 1-1 0 0,0 0 1 0 0,0-1 0 0 0,0 1 0 0 0,0 0-1 0 0,0 0 1 0 0,1-1 0 0 0,-1 1 0 0 0,0 0-1 0 0,0-1 1 0 0,0 1 0 0 0,0 0 0 0 0,0 0-1 0 0,0-1 1 0 0,1 1 0 0 0,-1 0 0 0 0,0 0-1 0 0,0-1 1 0 0,0 1 0 0 0,1 0 0 0 0,-1 0 0 0 0,0 0-1 0 0,0-1 1 0 0,1 1 0 0 0,-1 0 0 0 0,0 0-1 0 0,1 0 1 0 0,-1 0 0 0 0,0 0 0 0 0,0 0-1 0 0,1-1 1 0 0,-1 1 0 0 0,0 0 0 0 0,1 0-1 0 0,-1 0 1 0 0,46-6 475 0 0,-35 5-521 0 0,73-9 156 0 0,175-12-26 0 0,-251 22-77 0 0,1 0 0 0 0,-1 0 0 0 0,0 1 0 0 0,1 0 0 0 0,-1 1 0 0 0,0 0 0 0 0,0 0 0 0 0,0 0 0 0 0,0 1 0 0 0,-1 1 0 0 0,1-1 0 0 0,-1 1 0 0 0,0 0 0 0 0,0 1 0 0 0,0 0 0 0 0,0 0 0 0 0,-1 0 0 0 0,0 1-1 0 0,0 0 1 0 0,-1 0 0 0 0,1 0 0 0 0,-1 1 0 0 0,-1 0 0 0 0,1 0 0 0 0,-1 0 0 0 0,0 1 0 0 0,-1-1 0 0 0,5 14 0 0 0,-3-5 127 0 0,-1 0 0 0 0,0 0 0 0 0,-1 0 0 0 0,-1 0 1 0 0,-1 1-1 0 0,0-1 0 0 0,-1 1 0 0 0,-4 31 0 0 0,3-39 108 0 0,-1 1 0 0 0,-1 0 0 0 0,0-1 1 0 0,0 1-1 0 0,0-1 0 0 0,-1 0 0 0 0,-1 0 0 0 0,0 0 0 0 0,0-1 0 0 0,0 1 0 0 0,-1-1 0 0 0,-1-1 1 0 0,1 1-1 0 0,-1-1 0 0 0,-14 12 0 0 0,19-18-219 0 0,1 0 0 0 0,0 0 0 0 0,0 0 0 0 0,0-1-1 0 0,-1 1 1 0 0,1 0 0 0 0,0 0 0 0 0,-1-1 0 0 0,1 1 0 0 0,-1-1 0 0 0,1 1 0 0 0,-1-1 0 0 0,1 0 0 0 0,-1 0 0 0 0,1 1-1 0 0,-1-1 1 0 0,1 0 0 0 0,-1 0 0 0 0,1-1 0 0 0,-1 1 0 0 0,1 0 0 0 0,-1 0 0 0 0,1-1 0 0 0,0 1 0 0 0,-1-1 0 0 0,1 1-1 0 0,-1-1 1 0 0,1 0 0 0 0,0 1 0 0 0,-1-1 0 0 0,1 0 0 0 0,0 0 0 0 0,0 0 0 0 0,-1-1 0 0 0,0 0-40 0 0,0 0 1 0 0,1 0-1 0 0,-1 0 1 0 0,1 0-1 0 0,-1-1 0 0 0,1 1 1 0 0,0 0-1 0 0,0-1 1 0 0,0 1-1 0 0,0-1 1 0 0,1 1-1 0 0,-1-1 0 0 0,1 0 1 0 0,0 1-1 0 0,-1-1 1 0 0,1 1-1 0 0,1-6 1 0 0,1-1-48 0 0,0-1 0 0 0,1 1 0 0 0,0-1 1 0 0,1 1-1 0 0,0 0 0 0 0,0 0 0 0 0,1 0 1 0 0,0 1-1 0 0,1-1 0 0 0,0 1 0 0 0,0 1 1 0 0,1-1-1 0 0,-1 1 0 0 0,2 0 0 0 0,9-7 1 0 0,3-1-43 0 0,1 0 1 0 0,1 1-1 0 0,0 1 0 0 0,41-16 1 0 0,-52 24 38 0 0,1 1 0 0 0,0 1 0 0 0,0 0 0 0 0,0 1 1 0 0,0 0-1 0 0,0 1 0 0 0,0 0 0 0 0,0 1 0 0 0,1 0 0 0 0,12 2 0 0 0,-21-1 18 0 0,1 0 0 0 0,0 0 0 0 0,0 1 0 0 0,-1-1-1 0 0,1 1 1 0 0,0 0 0 0 0,-1 0 0 0 0,0 1 0 0 0,1-1-1 0 0,-1 1 1 0 0,7 6 0 0 0,-9-6 26 0 0,1 0-1 0 0,-1 0 1 0 0,1 0-1 0 0,-1 1 1 0 0,0-1 0 0 0,0 1-1 0 0,-1-1 1 0 0,1 1-1 0 0,-1 0 1 0 0,0 0-1 0 0,0-1 1 0 0,0 1 0 0 0,0 0-1 0 0,-1 0 1 0 0,1 0-1 0 0,-1 7 1 0 0,-1 15 57 0 0,-10 51 0 0 0,1-4-44 0 0,10-70-95 0 0,-1-1 0 0 0,1 1 0 0 0,0 0 0 0 0,0-1 0 0 0,0 1 0 0 0,1 0 0 0 0,-1-1 0 0 0,1 1 0 0 0,-1 0 0 0 0,1-1 0 0 0,0 1 0 0 0,0-1 0 0 0,0 1 0 0 0,0-1 0 0 0,0 1-1 0 0,1-1 1 0 0,-1 0 0 0 0,1 0 0 0 0,-1 1 0 0 0,1-1 0 0 0,0 0 0 0 0,0-1 0 0 0,0 1 0 0 0,0 0 0 0 0,0 0 0 0 0,1-1 0 0 0,-1 1 0 0 0,0-1 0 0 0,5 2 0 0 0,-3-2-547 0 0,0 0 1 0 0,1 0-1 0 0,-1 0 0 0 0,0-1 1 0 0,0 0-1 0 0,1 1 1 0 0,-1-2-1 0 0,0 1 1 0 0,1 0-1 0 0,-1-1 0 0 0,0 0 1 0 0,0 0-1 0 0,1 0 1 0 0,-1 0-1 0 0,0-1 0 0 0,0 0 1 0 0,0 0-1 0 0,4-3 1 0 0,10-6-6378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39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114 148 1368 0 0,'-47'-75'9485'0'0,"34"57"-7273"0"0,-30-32 0 0 0,43 50-2246 0 0,0 0 0 0 0,0 0 1 0 0,0-1-1 0 0,0 1 0 0 0,0 0 0 0 0,-1 0 1 0 0,1 0-1 0 0,0-1 0 0 0,0 1 1 0 0,0 0-1 0 0,0 0 0 0 0,0 0 0 0 0,0-1 1 0 0,-1 1-1 0 0,1 0 0 0 0,0 0 1 0 0,0 0-1 0 0,0 0 0 0 0,0 0 0 0 0,-1 0 1 0 0,1-1-1 0 0,0 1 0 0 0,0 0 1 0 0,0 0-1 0 0,-1 0 0 0 0,1 0 0 0 0,0 0 1 0 0,0 0-1 0 0,-1 0 0 0 0,1 0 1 0 0,0 0-1 0 0,0 0 0 0 0,0 0 0 0 0,-1 0 1 0 0,1 0-1 0 0,0 0 0 0 0,0 0 1 0 0,-1 0-1 0 0,1 0 0 0 0,0 0 0 0 0,0 0 1 0 0,0 0-1 0 0,-1 1 0 0 0,1-1 1 0 0,0 0-1 0 0,0 0 0 0 0,0 0 0 0 0,0 0 1 0 0,-1 0-1 0 0,1 0 0 0 0,0 1 1 0 0,0-1-1 0 0,0 0 0 0 0,0 0 0 0 0,0 0 1 0 0,-1 1-1 0 0,1-1 0 0 0,0 0 1 0 0,0 0-1 0 0,0 0 0 0 0,0 1 0 0 0,0-1 1 0 0,0 0-1 0 0,0 0 0 0 0,0 0 1 0 0,0 1-1 0 0,0-1 0 0 0,0 0 0 0 0,0 1 1 0 0,1 15-2211 0 0,6 0-2208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39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70 2752 0 0,'0'0'2008'0'0,"20"11"4072"0"0,-14-5-5416 0 0,0 1 0 0 0,-1 0 1 0 0,1 0-1 0 0,-1 1 0 0 0,-1-1 1 0 0,1 1-1 0 0,-1 0 0 0 0,3 9 1 0 0,-4-7-283 0 0,0-1 0 0 0,-1 0 0 0 0,0 1 0 0 0,-1 0 0 0 0,0-1 0 0 0,0 19 0 0 0,-2-14-147 0 0,-1 1 0 0 0,-1 0 0 0 0,0-1 0 0 0,0 0 0 0 0,-2 0 0 0 0,0 0 0 0 0,0 0 1 0 0,-1-1-1 0 0,-1 1 0 0 0,-9 11 0 0 0,11-16 321 0 0,-2 0 1 0 0,1-1-1 0 0,-13 12 670 0 0,19-20-1217 0 0,-1 0 0 0 0,1 0 1 0 0,0 0-1 0 0,-1 0 0 0 0,1 0 1 0 0,0 0-1 0 0,-1 0 1 0 0,1 0-1 0 0,0 0 0 0 0,-1 0 1 0 0,1 0-1 0 0,0 0 0 0 0,-1 0 1 0 0,1-1-1 0 0,0 1 0 0 0,-1 0 1 0 0,1 0-1 0 0,0 0 1 0 0,0 0-1 0 0,-1-1 0 0 0,1 1 1 0 0,0 0-1 0 0,0 0 0 0 0,-1-1 1 0 0,1 1-1 0 0,0 0 1 0 0,0 0-1 0 0,0-1 0 0 0,-1 1 1 0 0,1 0-1 0 0,0-1 0 0 0,0 1 1 0 0,0 0-1 0 0,0-1 0 0 0,0 1 1 0 0,0 0-1 0 0,-1-1 1 0 0,6-15 52 0 0,17-17-125 0 0,-21 32 75 0 0,46-54-66 0 0,105-96 0 0 0,-20 23 189 0 0,-119 113-309 0 0,1 1 1 0 0,24-18 0 0 0,-37 31 23 0 0,-3 2 36 0 0,1 0 95 0 0,-1 0-1 0 0,0 0 0 0 0,1 0 0 0 0,-1 1 1 0 0,1-1-1 0 0,-1 0 0 0 0,1 1 0 0 0,0-1 0 0 0,0 1 1 0 0,-3 3-1 0 0,-2 2-19 0 0,-95 103-186 0 0,92-98 215 0 0,0 0 1 0 0,0 1-1 0 0,1 0 0 0 0,1 0 1 0 0,0 1-1 0 0,1 0 0 0 0,-8 25 1 0 0,13-35 21 0 0,0 0 0 0 0,0 0 0 0 0,1 0 0 0 0,-1 1 0 0 0,1-1 0 0 0,0 0 0 0 0,1 1 0 0 0,-1-1 0 0 0,1 0 0 0 0,-1 0 1 0 0,1 0-1 0 0,1 1 0 0 0,-1-1 0 0 0,0 0 0 0 0,5 6 0 0 0,-3-5 4 0 0,0 0 0 0 0,1 0 0 0 0,0 0 0 0 0,0-1 0 0 0,0 0 0 0 0,1 0 0 0 0,0 0 0 0 0,-1 0 0 0 0,1-1 0 0 0,6 4 0 0 0,6 1-332 0 0,-1-1-1 0 0,1-1 0 0 0,0 0 1 0 0,1-1-1 0 0,-1-1 1 0 0,28 3-1 0 0,-22-4-1287 0 0,-1-2-1 0 0,44-3 0 0 0,-45 0-2141 0 0,30-8-1 0 0,-10-1-3721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40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137 697 1176 0 0,'-3'1'1711'0'0,"-3"4"-506"0"0,0 0-1 0 0,0 0 1 0 0,0 0 0 0 0,1 1-1 0 0,0 0 1 0 0,-15 22 8030 0 0,67-81-7822 0 0,-7 9-1179 0 0,344-489 70 0 0,-370 512-303 0 0,-7 11-4 0 0,9-14-123 0 0,1 1 0 0 0,24-26 0 0 0,-40 48 74 0 0,0 1 47 0 0,0 0-1 0 0,0 0 1 0 0,-1 0 0 0 0,1 1-1 0 0,0-1 1 0 0,0 0-1 0 0,0 0 1 0 0,0 1-1 0 0,0-1 1 0 0,0 0-1 0 0,-1 1 1 0 0,1-1 0 0 0,0 1-1 0 0,0-1 1 0 0,-1 1-1 0 0,1 0 1 0 0,0-1-1 0 0,-1 1 1 0 0,1 0 0 0 0,0-1-1 0 0,-1 1 1 0 0,1 0-1 0 0,-1 0 1 0 0,1 0-1 0 0,0 2 0 0 0,1 0-1 0 0,-1 0 0 0 0,0 0 0 0 0,-1 1 1 0 0,1-1-1 0 0,0 0 0 0 0,-1 4 0 0 0,1 6 9 0 0,-2 0-1 0 0,-2 23 1 0 0,-19 70 388 0 0,-48 147 1 0 0,7-35-68 0 0,53-178-272 0 0,-14 50 526 0 0,24-88-398 0 0,-1-4-294 0 0,0-1 1 0 0,0 0-1 0 0,0 1 0 0 0,1-1 1 0 0,-1 1-1 0 0,1-1 1 0 0,-1-3-1 0 0,1 5 114 0 0,-4-19-297 0 0,-1 0 1 0 0,-2 0-1 0 0,0 0 0 0 0,-1 1 0 0 0,0 0 0 0 0,-2 1 0 0 0,0 0 1 0 0,-22-29-1 0 0,6 15 233 0 0,0 1 1 0 0,-2 1-1 0 0,-46-37 0 0 0,62 58 101 0 0,1 0-1 0 0,-1 1 0 0 0,-1 0 1 0 0,-25-11-1 0 0,31 16-28 0 0,-1 0 1 0 0,1 1-1 0 0,-1 0 0 0 0,0 0 0 0 0,1 1 1 0 0,-1 0-1 0 0,0 0 0 0 0,0 1 1 0 0,0 0-1 0 0,0 0 0 0 0,-9 2 0 0 0,2 1-6 0 0,-7 5 16 0 0,18-4 4 0 0,4-4 2 0 0,0 0-19 0 0,1 2 6 0 0,1-1 1 0 0,-1 1 0 0 0,0 0-1 0 0,1-1 1 0 0,0 1 0 0 0,-1-1-1 0 0,1 1 1 0 0,0-1-1 0 0,0 0 1 0 0,0 0 0 0 0,0 0-1 0 0,0 0 1 0 0,0 0 0 0 0,0 0-1 0 0,0 0 1 0 0,0-1 0 0 0,4 2-1 0 0,46 3-202 0 0,-34-3-33 0 0,186 6-4673 0 0,-68-13-1433 0 0,-65 1 1122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41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294 309 976 0 0,'-5'-7'612'0'0,"0"0"0"0"0,0 0-1 0 0,1-1 1 0 0,-1 1 0 0 0,2-1-1 0 0,-1 0 1 0 0,1 0 0 0 0,1 0 0 0 0,-1-1-1 0 0,1 1 1 0 0,1-1 0 0 0,0 1-1 0 0,0-1 1 0 0,0-12 0 0 0,2-6 734 0 0,2 1 0 0 0,0 0 1 0 0,10-38-1 0 0,-7 34-539 0 0,-6 26-547 0 0,-3 19 282 0 0,-14 54 1038 0 0,-35 91 0 0 0,-40 63-1088 0 0,44-111-36 0 0,32-83 329 0 0,15-28-575 0 0,11-30-8 0 0,-4 17-199 0 0,-1 1-1 0 0,2-1 1 0 0,-1 1-1 0 0,1 1 1 0 0,1-1-1 0 0,0 1 0 0 0,1 0 1 0 0,0 1-1 0 0,0 0 1 0 0,1 1-1 0 0,0 0 0 0 0,21-13 1 0 0,-25 17-21 0 0,0 1 1 0 0,0 0-1 0 0,0 0 0 0 0,1 1 1 0 0,-1 0-1 0 0,1 0 0 0 0,0 0 1 0 0,0 1-1 0 0,-1 0 0 0 0,1 1 1 0 0,0-1-1 0 0,0 1 0 0 0,0 0 1 0 0,0 1-1 0 0,0 0 1 0 0,0 0-1 0 0,0 0 0 0 0,-1 1 1 0 0,1 0-1 0 0,-1 0 0 0 0,1 1 1 0 0,-1 0-1 0 0,0 0 0 0 0,0 0 1 0 0,7 6-1 0 0,-3-1 3 0 0,0 0 0 0 0,-1 0 1 0 0,0 1-1 0 0,-1 1 0 0 0,0-1 0 0 0,0 1 0 0 0,11 20 1 0 0,-16-24 43 0 0,0 0 0 0 0,0 0 0 0 0,0 0 0 0 0,-1 0 0 0 0,0 1 1 0 0,0-1-1 0 0,0 1 0 0 0,-1-1 0 0 0,0 1 0 0 0,0 0 0 0 0,-1 0 1 0 0,0-1-1 0 0,0 1 0 0 0,-1 0 0 0 0,1 0 0 0 0,-3 7 0 0 0,1-10 64 0 0,1-1 0 0 0,-1 1 0 0 0,0-1-1 0 0,0 0 1 0 0,-1 0 0 0 0,1 0 0 0 0,-1 0-1 0 0,1 0 1 0 0,-1 0 0 0 0,0-1-1 0 0,0 1 1 0 0,0-1 0 0 0,0 0 0 0 0,-1 1-1 0 0,1-2 1 0 0,-1 1 0 0 0,1 0 0 0 0,-1-1-1 0 0,0 0 1 0 0,1 1 0 0 0,-1-1-1 0 0,-5 0 1 0 0,-5 2 161 0 0,0-1 0 0 0,0-1 0 0 0,0 0 0 0 0,-25-2 0 0 0,-10-5 819 0 0,0-3 0 0 0,-81-25 0 0 0,112 29-806 0 0,-8-7 94 0 0,24 11-468 0 0,1 0 1 0 0,0 1-1 0 0,0-1 0 0 0,0 0 1 0 0,-1 0-1 0 0,1 0 1 0 0,0 0-1 0 0,0 0 0 0 0,0 0 1 0 0,0 0-1 0 0,1 0 1 0 0,-1 0-1 0 0,0 0 0 0 0,0-1 1 0 0,1 1-1 0 0,-1 0 0 0 0,0-3 1 0 0,1 3-121 0 0,0 0 1 0 0,0 0-1 0 0,1 0 1 0 0,-1-1 0 0 0,1 1-1 0 0,-1 0 1 0 0,1 0-1 0 0,-1 0 1 0 0,1 0-1 0 0,0 0 1 0 0,-1 0-1 0 0,1 0 1 0 0,0 0-1 0 0,0 0 1 0 0,0 0-1 0 0,0 0 1 0 0,-1 1 0 0 0,1-1-1 0 0,0 0 1 0 0,1 1-1 0 0,-1-1 1 0 0,0 0-1 0 0,0 1 1 0 0,0 0-1 0 0,0-1 1 0 0,3 0-1 0 0,36-7-3901 0 0,-30 6 2728 0 0,37-3-5747 0 0,-20 0 609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42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27 1416 0 0,'12'-27'14416'0'0,"-11"41"-12810"0"0,-1 27-1239 0 0,0-29 150 0 0,0 5-379 0 0,1-1 1 0 0,0 0-1 0 0,2 1 1 0 0,0-1 0 0 0,1 0-1 0 0,0-1 1 0 0,8 19-1 0 0,-9-29-107 0 0,-1 1 0 0 0,1-1 0 0 0,1 1 0 0 0,-1-1 0 0 0,1 0 0 0 0,0 0 0 0 0,0 0 0 0 0,0-1 0 0 0,8 7 0 0 0,-9-9-13 0 0,1 0 1 0 0,-1 0 0 0 0,1 0-1 0 0,0 0 1 0 0,-1-1 0 0 0,1 1-1 0 0,0-1 1 0 0,0 0 0 0 0,0 0-1 0 0,0 0 1 0 0,0-1 0 0 0,0 1-1 0 0,0-1 1 0 0,0 0 0 0 0,8-1-1 0 0,-2 0-2 0 0,0-1-1 0 0,-1-1 1 0 0,1 0-1 0 0,0 0 0 0 0,-1-1 1 0 0,0 0-1 0 0,0-1 0 0 0,0 1 1 0 0,0-2-1 0 0,-1 1 0 0 0,9-8 1 0 0,9-11 17 0 0,44-49 0 0 0,-20 19 1 0 0,2-4-235 0 0,-52 58 194 0 0,1 0 0 0 0,-1-1 0 0 0,0 1 0 0 0,1 0 0 0 0,-1-1-1 0 0,0 1 1 0 0,1-1 0 0 0,-1 1 0 0 0,0 0 0 0 0,1 0 0 0 0,-1-1 0 0 0,1 1 0 0 0,-1 0 0 0 0,1 0 0 0 0,-1-1 0 0 0,0 1 0 0 0,1 0 0 0 0,-1 0 0 0 0,1 0 0 0 0,-1 0-1 0 0,1 0 1 0 0,-1 0 0 0 0,1 0 0 0 0,-1 0 0 0 0,1 0 0 0 0,-1 0 0 0 0,1 0 0 0 0,-1 0 0 0 0,1 0 0 0 0,5 13-64 0 0,-7 17 153 0 0,-5 8 291 0 0,-2 0 0 0 0,-2-1 0 0 0,-24 61 0 0 0,19-59-117 0 0,-1 6-28 0 0,-117 307 1042 0 0,93-259-604 0 0,-89 148-1 0 0,110-210 0 0 0,-1-1 0 0 0,-36 39 0 0 0,48-60-374 0 0,0-1 1 0 0,-1 0 0 0 0,1 0-1 0 0,-2-1 1 0 0,1-1 0 0 0,-1 1-1 0 0,0-2 1 0 0,0 1 0 0 0,0-1-1 0 0,-1-1 1 0 0,-22 7 0 0 0,30-10-260 0 0,-1-1 0 0 0,0 1-1 0 0,0-1 1 0 0,0 0 0 0 0,0 0 0 0 0,0 0 0 0 0,0 0 0 0 0,0-1 0 0 0,0 1 0 0 0,0-1-1 0 0,0 0 1 0 0,0-1 0 0 0,0 1 0 0 0,1-1 0 0 0,-1 1 0 0 0,-3-3 0 0 0,2 1 52 0 0,1-1 0 0 0,-1 0 0 0 0,1 0 0 0 0,0 0 0 0 0,0 0 1 0 0,0-1-1 0 0,0 1 0 0 0,1-1 0 0 0,0 0 0 0 0,-3-6 0 0 0,1 1 22 0 0,1 0-1 0 0,0 0 0 0 0,1 0 0 0 0,0-1 0 0 0,0 1 1 0 0,1-1-1 0 0,1 0 0 0 0,0 1 0 0 0,0-1 1 0 0,1 0-1 0 0,2-15 0 0 0,1 7-337 0 0,2-1 1 0 0,0 1-1 0 0,1 0 0 0 0,1 0 1 0 0,1 1-1 0 0,17-31 1 0 0,-10 25-502 0 0,2 0 1 0 0,0 1-1 0 0,2 1 1 0 0,23-23-1 0 0,-3 10-515 0 0,2 2 0 0 0,1 2 1 0 0,1 1-1 0 0,82-41 0 0 0,6 13-7230 0 0,-118 52 6650 0 0,36-15-6662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42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537 149 1832 0 0,'-4'-29'6261'0'0,"-4"-30"1569"0"0,6 52-7192 0 0,1 0 1 0 0,-1 0 0 0 0,-1 0-1 0 0,1 1 1 0 0,-6-11-1 0 0,7 16-611 0 0,-1 0 0 0 0,1 0-1 0 0,0 0 1 0 0,-1 0-1 0 0,1 0 1 0 0,-1 1 0 0 0,0-1-1 0 0,1 1 1 0 0,-1-1-1 0 0,1 1 1 0 0,-1-1 0 0 0,0 1-1 0 0,1 0 1 0 0,-1 0-1 0 0,0 0 1 0 0,1 0 0 0 0,-1 0-1 0 0,0 0 1 0 0,1 0-1 0 0,-3 1 1 0 0,2-1-17 0 0,-13 3 23 0 0,0 1 0 0 0,0 0 0 0 0,0 1 0 0 0,0 1 0 0 0,1 0 1 0 0,-25 15-1 0 0,38-20-33 0 0,-51 27 2 0 0,2 3 0 0 0,0 2 0 0 0,-80 70 0 0 0,121-94 15 0 0,1-1 0 0 0,0 1-1 0 0,0 0 1 0 0,1 1 0 0 0,-9 15-1 0 0,16-24-10 0 0,-1 0 0 0 0,1-1 1 0 0,0 1-1 0 0,0-1 0 0 0,-1 1 0 0 0,1 0 0 0 0,0-1 0 0 0,0 1 0 0 0,0 0 0 0 0,0-1 0 0 0,0 1 0 0 0,0 0 0 0 0,0-1 1 0 0,0 1-1 0 0,0 0 0 0 0,0-1 0 0 0,0 1 0 0 0,0 0 0 0 0,0-1 0 0 0,0 1 0 0 0,1 0 0 0 0,-1-1 0 0 0,0 1 0 0 0,1-1 1 0 0,-1 1-1 0 0,0 0 0 0 0,1 0 0 0 0,0 0 2 0 0,1 0 1 0 0,-1 0 0 0 0,0 0-1 0 0,0 0 1 0 0,1 0 0 0 0,-1-1-1 0 0,1 1 1 0 0,-1 0 0 0 0,1-1-1 0 0,-1 1 1 0 0,3 0 0 0 0,1 0 14 0 0,1 0 0 0 0,0 0 1 0 0,0-1-1 0 0,12 0 1 0 0,0-3 14 0 0,1 0-1 0 0,-1-2 1 0 0,0 0 0 0 0,0-1 0 0 0,-1-1 0 0 0,29-14 0 0 0,94-66 72 0 0,-111 67-84 0 0,20-14 6 0 0,43-26-367 0 0,-90 59 310 0 0,3 2-49 0 0,-4-1 70 0 0,-1 0 1 0 0,1 0-1 0 0,-1 0 1 0 0,0 0-1 0 0,1 0 1 0 0,-1 0-1 0 0,1 0 1 0 0,-1 0-1 0 0,1 0 1 0 0,-1 0-1 0 0,1 0 1 0 0,-1 0-1 0 0,0 0 1 0 0,1 1-1 0 0,-1-1 1 0 0,1 0-1 0 0,-1 0 0 0 0,0 0 1 0 0,1 1-1 0 0,-1-1 1 0 0,0 0-1 0 0,1 1 1 0 0,-1-1-1 0 0,1 1 1 0 0,0 8-16 0 0,0 0 0 0 0,0 0 0 0 0,-1 0 0 0 0,0 0 0 0 0,-1 1 0 0 0,0-1 0 0 0,0 0 0 0 0,-1 0 0 0 0,-4 13 1 0 0,-4 24-58 0 0,9-38 85 0 0,0-1 0 0 0,1 1-1 0 0,0-1 1 0 0,0 0-1 0 0,0 1 1 0 0,1-1 0 0 0,3 11-1 0 0,-3-14 0 0 0,0-1-1 0 0,1 0 1 0 0,-1 0-1 0 0,1 0 1 0 0,-1 0-1 0 0,1 0 1 0 0,0 0-1 0 0,0 0 1 0 0,1-1-1 0 0,-1 1 1 0 0,0-1-1 0 0,1 1 1 0 0,0-1-1 0 0,-1 0 1 0 0,1 0-1 0 0,0 0 1 0 0,0-1-1 0 0,4 3 1 0 0,5 0-584 0 0,-1 1 0 0 0,1-1 0 0 0,1-1 0 0 0,-1 0 0 0 0,0-1 0 0 0,26 1 0 0 0,77-7-8576 0 0,-71 1 3827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44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353 655 1604 0 0,'3'-4'1658'0'0,"9"-12"4976"0"0,-4 9-4976 0 0,40-27 610 0 0,-35 26-2252 0 0,24-20 0 0 0,-12 3 70 0 0,0-1 1 0 0,-2-1-1 0 0,-1-1 1 0 0,-1-1-1 0 0,31-57 1 0 0,-33 45-120 0 0,-1 1 0 0 0,-3-2 1 0 0,-1 0-1 0 0,11-56 0 0 0,-10 26-290 0 0,-15 70 267 0 0,-8 20 81 0 0,-10 39-64 0 0,3 1 0 0 0,-9 70 0 0 0,7-32-34 0 0,-24 127-12 0 0,-46 211 485 0 0,1-96-2 0 0,-5 29 49 0 0,90-358-393 0 0,-1-1 0 0 0,1 1 0 0 0,0-1 0 0 0,1 1 0 0 0,0-1 0 0 0,2 17 0 0 0,-2-24-47 0 0,0 1 0 0 0,1-1 0 0 0,0 0 0 0 0,-1 0 1 0 0,1 1-1 0 0,0-1 0 0 0,0 0 0 0 0,0 0 0 0 0,-1 0 1 0 0,1 0-1 0 0,0 0 0 0 0,1 0 0 0 0,-1 0 0 0 0,0 0 0 0 0,0 0 1 0 0,0 0-1 0 0,0-1 0 0 0,1 1 0 0 0,-1 0 0 0 0,0-1 1 0 0,1 1-1 0 0,-1-1 0 0 0,0 0 0 0 0,1 1 0 0 0,2-1 0 0 0,3 2 6 0 0,1-1-1 0 0,-1 0 0 0 0,1-1 0 0 0,0 0 0 0 0,-1 0 1 0 0,1-1-1 0 0,-1 0 0 0 0,1 0 0 0 0,-1 0 1 0 0,1-1-1 0 0,-1 0 0 0 0,12-6 0 0 0,-1 1 31 0 0,-5 2-31 0 0,-1 0 0 0 0,0-1 0 0 0,0-1-1 0 0,0 0 1 0 0,-1 0 0 0 0,0-1-1 0 0,-1-1 1 0 0,0 0 0 0 0,0 0 0 0 0,-1-1-1 0 0,0 0 1 0 0,0-1 0 0 0,-2 0 0 0 0,1 0-1 0 0,-1 0 1 0 0,8-20 0 0 0,-10 20-18 0 0,0-1-1 0 0,-1 1 1 0 0,-1-1 0 0 0,0 0 0 0 0,0 0 0 0 0,-1-1 0 0 0,-1 1 0 0 0,0 0 0 0 0,-1-1 0 0 0,0 1 0 0 0,-1 0-1 0 0,0-1 1 0 0,-1 1 0 0 0,-1 0 0 0 0,1 0 0 0 0,-2 0 0 0 0,0 0 0 0 0,-7-14 0 0 0,4 14-11 0 0,0 1 0 0 0,-1 0 0 0 0,0 0 0 0 0,-1 0 0 0 0,0 2 1 0 0,0-1-1 0 0,-1 1 0 0 0,-1 0 0 0 0,1 1 0 0 0,-1 0 0 0 0,-1 1 0 0 0,1 0 1 0 0,-22-9-1 0 0,-13-2 136 0 0,-1 2 1 0 0,-67-15 0 0 0,75 21 75 0 0,-71-14 270 0 0,-21-5-45 0 0,122 26-399 0 0,5 2-23 0 0,0 0 0 0 0,0 0 0 0 0,0 0 1 0 0,0-1-1 0 0,0 0 0 0 0,-5-3 0 0 0,8 5-4 0 0,1 0 1 0 0,-1-1-1 0 0,1 1 0 0 0,0 0 1 0 0,-1-1-1 0 0,1 1 1 0 0,0-1-1 0 0,-1 1 0 0 0,1-1 1 0 0,0 1-1 0 0,-1-1 1 0 0,1 1-1 0 0,0-1 1 0 0,0 1-1 0 0,0-1 0 0 0,0 1 1 0 0,0-1-1 0 0,-1 1 1 0 0,1-1-1 0 0,0 1 0 0 0,0-2 1 0 0,1 1-14 0 0,-1 0 0 0 0,1-1 0 0 0,-1 1 0 0 0,1 0 0 0 0,-1 0 0 0 0,1 0 0 0 0,0-1 0 0 0,-1 1 0 0 0,1 0 0 0 0,0 0 0 0 0,0 0 0 0 0,2-1 0 0 0,8-9-342 0 0,1 1-1 0 0,1 0 1 0 0,0 1 0 0 0,20-10-1 0 0,60-26-1580 0 0,-73 37 1556 0 0,227-104-7123 0 0,-211 95 5041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45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0 112 436 0 0,'11'-13'2270'0'0,"0"-1"-1"0"0,-1-1 1 0 0,0 0 0 0 0,-2 0-1 0 0,11-25 1 0 0,-58 228-211 0 0,35-166-1985 0 0,1 0 0 0 0,1 0-1 0 0,1-1 1 0 0,1 1 0 0 0,3 27 0 0 0,-3-47-59 0 0,0-1 0 0 0,0 1 0 0 0,1 0 0 0 0,-1 0 0 0 0,1-1 0 0 0,-1 1 0 0 0,1 0 0 0 0,0-1 0 0 0,0 1 0 0 0,-1 0 0 0 0,1-1 0 0 0,0 1 0 0 0,1-1 0 0 0,-1 0 0 0 0,0 1 0 0 0,0-1 0 0 0,0 0 0 0 0,1 0 0 0 0,-1 1 0 0 0,1-1 0 0 0,2 1 0 0 0,-2-1-9 0 0,1 0-1 0 0,-1-1 0 0 0,1 1 0 0 0,-1-1 0 0 0,0 0 0 0 0,1 0 0 0 0,-1 0 0 0 0,1 0 0 0 0,-1 0 0 0 0,1 0 0 0 0,-1-1 0 0 0,0 1 0 0 0,1-1 0 0 0,2-1 0 0 0,3-1-268 0 0,1-1-1 0 0,-1 0 1 0 0,0 0 0 0 0,0-1 0 0 0,0 0 0 0 0,-1-1 0 0 0,11-10 0 0 0,-7 5-956 0 0,-2 0 1 0 0,1-1 0 0 0,-1 0 0 0 0,-1-1 0 0 0,0 0-1 0 0,11-28 1 0 0,-7 12-2707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45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23 1308 0 0,'-9'-7'3296'0'0,"-4"-2"-1251"0"0,-1 4-781 0 0,-1 4-432 0 0,5 4-312 0 0,-2 7-336 0 0,5-3-56 0 0,4 0-124 0 0,-1 3-196 0 0,3 0-320 0 0,-1 0-388 0 0,2 4-1608 0 0,0-4-557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45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1 712 0 0,'0'0'2067'0'0,"-11"21"3393"0"0,11-2-4855 0 0,1-1 0 0 0,0 1-1 0 0,1-1 1 0 0,1 1 0 0 0,8 26 0 0 0,3 18-129 0 0,-10-34-114 0 0,-2 0 0 0 0,-1 0 0 0 0,-2 0 0 0 0,-4 35 1 0 0,5-63-335 0 0,0 0 1 0 0,0-1 0 0 0,0 1 0 0 0,0-1-1 0 0,0 1 1 0 0,-1-1 0 0 0,1 0 0 0 0,0 1-1 0 0,0-1 1 0 0,0 1 0 0 0,-1-1 0 0 0,1 1-1 0 0,0-1 1 0 0,-1 1 0 0 0,1-1 0 0 0,0 0 0 0 0,-1 1-1 0 0,1-1 1 0 0,0 0 0 0 0,-1 1 0 0 0,1-1-1 0 0,-1 0 1 0 0,1 1 0 0 0,0-1 0 0 0,-1 0-1 0 0,1 0 1 0 0,-1 1 0 0 0,0-1-25 0 0,1 0 0 0 0,0 0 1 0 0,-1 0-1 0 0,1 0 0 0 0,0 0 0 0 0,0-1 1 0 0,-1 1-1 0 0,1 0 0 0 0,0 0 0 0 0,-1 0 1 0 0,1 0-1 0 0,0 0 0 0 0,0 0 0 0 0,-1 0 0 0 0,1-1 1 0 0,0 1-1 0 0,0 0 0 0 0,-1 0 0 0 0,1 0 1 0 0,0 0-1 0 0,0-1 0 0 0,0 1 0 0 0,0 0 1 0 0,-1 0-1 0 0,1-1 0 0 0,0 1 0 0 0,0 0 1 0 0,0 0-1 0 0,0-1 0 0 0,0 1 0 0 0,-1 0 1 0 0,1-1-1 0 0,0 1 0 0 0,0 0 0 0 0,0 0 1 0 0,0-1-1 0 0,0 1 0 0 0,0 0 0 0 0,0-1 1 0 0,0 1-1 0 0,0-1 0 0 0,1-12-10 0 0,1 0 0 0 0,0 0 0 0 0,1 0-1 0 0,0 0 1 0 0,1 1 0 0 0,1-1 0 0 0,0 1 0 0 0,0 0 0 0 0,1 0-1 0 0,1 0 1 0 0,0 1 0 0 0,15-19 0 0 0,-10 16-7 0 0,0 0 0 0 0,0 1-1 0 0,1 1 1 0 0,1 0 0 0 0,0 0 0 0 0,1 2 0 0 0,0 0-1 0 0,1 0 1 0 0,17-7 0 0 0,-27 14 2 0 0,-1 1 0 0 0,1 0 1 0 0,0 1-1 0 0,0-1 0 0 0,1 1 0 0 0,-1 0 0 0 0,0 1 1 0 0,0-1-1 0 0,0 1 0 0 0,1 1 0 0 0,-1-1 1 0 0,0 1-1 0 0,0 0 0 0 0,0 0 0 0 0,0 1 0 0 0,0 0 1 0 0,0 0-1 0 0,6 3 0 0 0,-7-3 10 0 0,-1 1 0 0 0,0 0 0 0 0,0 0 0 0 0,0 0 0 0 0,0 0 0 0 0,0 1 1 0 0,-1-1-1 0 0,1 1 0 0 0,-1 0 0 0 0,0 0 0 0 0,0 0 0 0 0,-1 1 0 0 0,1-1 0 0 0,-1 1 0 0 0,0-1 0 0 0,0 1 0 0 0,0 0 1 0 0,-1 0-1 0 0,0-1 0 0 0,0 1 0 0 0,0 0 0 0 0,0 9 0 0 0,-1 4-108 0 0,-1 0-1 0 0,0 0 1 0 0,-2-1-1 0 0,0 1 1 0 0,-1 0-1 0 0,-1-1 1 0 0,-9 24 0 0 0,13-40-54 0 0,1 0-1 0 0,-1 0 1 0 0,1 0 0 0 0,0 0 0 0 0,-1 0 0 0 0,1 0 0 0 0,0 0 0 0 0,0 1 0 0 0,-1-1 0 0 0,1 0 0 0 0,0 0 0 0 0,0 0 0 0 0,1 0 0 0 0,-1 2 0 0 0,0-2 93 0 0,0-1 1 0 0,1 0-1 0 0,-1 1 1 0 0,0-1-1 0 0,0 0 1 0 0,1 0-1 0 0,-1 1 1 0 0,0-1-1 0 0,0 0 1 0 0,1 0-1 0 0,-1 1 1 0 0,0-1-1 0 0,1 0 1 0 0,-1 0-1 0 0,0 0 1 0 0,1 1-1 0 0,-1-1 1 0 0,1 0-1 0 0,-1 0 1 0 0,0 0 0 0 0,1 0-1 0 0,-1 0 1 0 0,0 0-1 0 0,1 0 1 0 0,-1 0-1 0 0,1 0 1 0 0,0 0-1 0 0,1-1-387 0 0,1 1-1 0 0,0-1 1 0 0,0 0-1 0 0,-1 0 1 0 0,1 0 0 0 0,0 0-1 0 0,-1-1 1 0 0,1 1 0 0 0,2-3-1 0 0,9-7-1997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46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68 464 0 0,'45'-65'15150'0'0,"-38"63"-13851"0"0,-39 108 923 0 0,22-80-1966 0 0,2 1 0 0 0,0 0 0 0 0,2 0 0 0 0,1 1 0 0 0,-2 35 0 0 0,7-60-243 0 0,0 0 0 0 0,0 0 0 0 0,0 0 0 0 0,0 0 0 0 0,1 0 1 0 0,-1 0-1 0 0,1-1 0 0 0,0 1 0 0 0,0 0 0 0 0,0 0 1 0 0,0 0-1 0 0,1-1 0 0 0,-1 1 0 0 0,1-1 0 0 0,-1 1 0 0 0,1-1 1 0 0,0 1-1 0 0,0-1 0 0 0,0 0 0 0 0,0 0 0 0 0,1 0 1 0 0,-1 0-1 0 0,3 1 0 0 0,-2-2-149 0 0,0 1-1 0 0,-1-2 1 0 0,1 1 0 0 0,0 0-1 0 0,0-1 1 0 0,0 1 0 0 0,0-1-1 0 0,-1 0 1 0 0,1 0 0 0 0,0 0-1 0 0,0 0 1 0 0,0 0 0 0 0,0-1-1 0 0,0 1 1 0 0,0-1 0 0 0,-1 0-1 0 0,1 0 1 0 0,0 0 0 0 0,0 0-1 0 0,-1 0 1 0 0,1-1 0 0 0,-1 1-1 0 0,5-4 1 0 0,1-2-1208 0 0,0 0 1 0 0,0 0 0 0 0,0 0-1 0 0,-1-1 1 0 0,0 0-1 0 0,7-11 1 0 0,1-4-4564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46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48 2752 0 0,'-30'-13'6171'0'0,"-62"-21"0"0"0,90 34-5952 0 0,2 0-225 0 0,-1 0 0 0 0,1-1-1 0 0,0 1 1 0 0,-1 0 0 0 0,1 0-1 0 0,0 0 1 0 0,-1 0 0 0 0,1 0-1 0 0,-1 0 1 0 0,1 0-1 0 0,0 0 1 0 0,-1 0 0 0 0,1 0-1 0 0,0 0 1 0 0,-1 0 0 0 0,1 0-1 0 0,-1 1 1 0 0,1-1 0 0 0,0 0-1 0 0,-1 0 1 0 0,1 0 0 0 0,0 0-1 0 0,0 1 1 0 0,-1-1-1 0 0,1 0 1 0 0,0 0 0 0 0,-1 1-1 0 0,1-1 1 0 0,0 0 0 0 0,0 1-1 0 0,-1-1 1 0 0,1 0 0 0 0,0 0-1 0 0,0 1 1 0 0,0-1 0 0 0,0 0-1 0 0,-1 1 1 0 0,1-1-1 0 0,0 1 1 0 0,0-1 0 0 0,0 0-1 0 0,0 1 1 0 0,0-1 0 0 0,0 0-1 0 0,0 1 1 0 0,0-1 0 0 0,0 0-1 0 0,0 1 1 0 0,0-1 0 0 0,0 1-1 0 0,0-1 1 0 0,0 0-1 0 0,1 1 1 0 0,-1-1 0 0 0,0 0-1 0 0,0 1 1 0 0,14 17-1386 0 0,-9-13 419 0 0,1-1 1 0 0,0 1-1 0 0,0-1 0 0 0,0 0 0 0 0,0-1 0 0 0,12 6 0 0 0,-1-4-3372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46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29 2364 0 0,'7'-29'17886'0'0,"-8"32"-17734"0"0,-33 111 1804 0 0,17-50-1265 0 0,-16 42-5 0 0,-19 69-252 0 0,42-136-371 0 0,3-1 1 0 0,-5 64 0 0 0,12-97-93 0 0,0 1 0 0 0,0-1 0 0 0,0 0 0 0 0,1 0 0 0 0,0 1 0 0 0,0-1 0 0 0,0 0 0 0 0,0 0 1 0 0,1 0-1 0 0,0 0 0 0 0,0 0 0 0 0,0-1 0 0 0,1 1 0 0 0,-1 0 0 0 0,1-1 0 0 0,0 0 1 0 0,1 0-1 0 0,-1 0 0 0 0,1 0 0 0 0,0 0 0 0 0,0-1 0 0 0,0 1 0 0 0,0-1 0 0 0,0 0 0 0 0,1 0 1 0 0,-1-1-1 0 0,1 1 0 0 0,0-1 0 0 0,0 0 0 0 0,0-1 0 0 0,0 1 0 0 0,0-1 0 0 0,0 0 0 0 0,0 0 1 0 0,1 0-1 0 0,5-1 0 0 0,5-1-200 0 0,1 0 1 0 0,0-1-1 0 0,-1-1 1 0 0,1-1-1 0 0,-1 0 1 0 0,0-1 0 0 0,0 0-1 0 0,-1-2 1 0 0,0 0-1 0 0,0-1 1 0 0,0 0-1 0 0,-1-1 1 0 0,-1 0-1 0 0,1-2 1 0 0,12-11-1 0 0,-14 10 353 0 0,-1 0 1 0 0,0-1-1 0 0,0 0 0 0 0,-2 0 0 0 0,1-1 0 0 0,-2 0 0 0 0,0-1 0 0 0,0 0 0 0 0,6-21 0 0 0,-14 35-99 0 0,1 0 0 0 0,-1 0 0 0 0,1 0 0 0 0,-1 0 1 0 0,0 0-1 0 0,0 0 0 0 0,0-1 0 0 0,1 1 0 0 0,-1 0 0 0 0,0 0 0 0 0,-1 0 1 0 0,1-1-1 0 0,0 1 0 0 0,0 0 0 0 0,0 0 0 0 0,-1 0 0 0 0,1 0 0 0 0,0 0 1 0 0,-1-1-1 0 0,1 1 0 0 0,-1 0 0 0 0,0 0 0 0 0,1 0 0 0 0,-1 0 0 0 0,0 0 0 0 0,1 1 1 0 0,-1-1-1 0 0,0 0 0 0 0,-1-1 0 0 0,1 2-22 0 0,0 0 0 0 0,0 0 0 0 0,0 0 0 0 0,0 0 0 0 0,1 0 0 0 0,-1 0 0 0 0,0 1 0 0 0,0-1 0 0 0,0 0 0 0 0,1 0 0 0 0,-1 1 0 0 0,0-1 0 0 0,0 0 0 0 0,1 1 0 0 0,-1-1 0 0 0,0 1 0 0 0,0-1 0 0 0,1 1 0 0 0,-2 1 0 0 0,-12 11 40 0 0,13-11-31 0 0,-11 12 67 0 0,0 2 0 0 0,1 0 0 0 0,0 0 0 0 0,2 1 0 0 0,0 0-1 0 0,1 1 1 0 0,0-1 0 0 0,2 2 0 0 0,0-1 0 0 0,-7 39 0 0 0,13-55-65 0 0,0 0 1 0 0,0 0-1 0 0,-1 0 1 0 0,1 0-1 0 0,1 0 1 0 0,-1 0-1 0 0,0 0 1 0 0,0 0-1 0 0,1 0 1 0 0,-1 0-1 0 0,1 0 1 0 0,0 0-1 0 0,-1-1 1 0 0,1 1-1 0 0,0 0 1 0 0,0 0-1 0 0,0 0 1 0 0,1-1-1 0 0,1 3 1 0 0,0-1 2 0 0,-1-1 1 0 0,1 0 0 0 0,0 0 0 0 0,0 0 0 0 0,0-1 0 0 0,0 1-1 0 0,0-1 1 0 0,1 1 0 0 0,-1-1 0 0 0,6 1 0 0 0,4 0-2 0 0,0 0 1 0 0,0-1-1 0 0,1 0 0 0 0,25-3 1 0 0,-9-1-515 0 0,0-2 0 0 0,-1-1 0 0 0,1-1 0 0 0,-1-1 0 0 0,33-15 0 0 0,-39 12-899 0 0,0-1 0 0 0,28-18 0 0 0,-35 19-632 0 0,0-1-1 0 0,-1-1 1 0 0,19-20 0 0 0,-16 12-3452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47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65 2820 0 0,'-347'-21'17965'0'0,"343"21"-17134"0"0,10 0-701 0 0,272-17-1784 0 0,-155 7-1046 0 0,19-2-4828 0 0,-69 7 68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48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0 140 1428 0 0,'0'-11'1661'0'0,"1"1"1"0"0,0-1-1 0 0,1 0 0 0 0,0 1 1 0 0,4-15-1 0 0,-5 21-1495 0 0,1 0-1 0 0,-1 1 1 0 0,1-1 0 0 0,0 1 0 0 0,-1-1-1 0 0,1 1 1 0 0,1 0 0 0 0,-1-1-1 0 0,0 1 1 0 0,1 0 0 0 0,0 1-1 0 0,0-1 1 0 0,0 0 0 0 0,0 1 0 0 0,0 0-1 0 0,0-1 1 0 0,6-1 0 0 0,-5 3-134 0 0,0 0 0 0 0,0 0 0 0 0,0 0 0 0 0,1 1 0 0 0,-1-1-1 0 0,0 1 1 0 0,1 1 0 0 0,-1-1 0 0 0,0 0 0 0 0,0 1 0 0 0,1 0 0 0 0,-1 0 0 0 0,0 0 0 0 0,0 1 0 0 0,0-1 0 0 0,0 1 0 0 0,0 0 0 0 0,-1 0 0 0 0,1 0 0 0 0,5 5 0 0 0,0 0-20 0 0,0 0 1 0 0,-1 0-1 0 0,0 1 1 0 0,0 0-1 0 0,-1 0 0 0 0,11 17 1 0 0,-11-14 9 0 0,-1 1 1 0 0,0 0 0 0 0,0 0-1 0 0,-2 0 1 0 0,1 1 0 0 0,-2-1-1 0 0,1 1 1 0 0,-2 0 0 0 0,0 0-1 0 0,1 18 1 0 0,-3-21 137 0 0,-1 1 0 0 0,1-1 0 0 0,-1 1 0 0 0,-1-1 1 0 0,0 0-1 0 0,-1 0 0 0 0,0 1 0 0 0,0-2 0 0 0,-1 1 0 0 0,0 0 0 0 0,-1-1 0 0 0,0 0 0 0 0,-8 12 1 0 0,12-20-146 0 0,1-1 1 0 0,-1 1-1 0 0,1 0 0 0 0,-1-1 1 0 0,0 1-1 0 0,1 0 1 0 0,-1-1-1 0 0,0 1 1 0 0,1-1-1 0 0,-1 1 1 0 0,0-1-1 0 0,0 0 0 0 0,1 1 1 0 0,-1-1-1 0 0,0 0 1 0 0,0 1-1 0 0,0-1 1 0 0,0 0-1 0 0,1 0 1 0 0,-1 0-1 0 0,0 0 0 0 0,0 0 1 0 0,0 0-1 0 0,0 0 1 0 0,0 0-1 0 0,1 0 1 0 0,-1 0-1 0 0,0 0 1 0 0,0 0-1 0 0,0-1 1 0 0,0 1-1 0 0,1 0 0 0 0,-1-1 1 0 0,0 1-1 0 0,0 0 1 0 0,0-1-1 0 0,1 1 1 0 0,-1-1-1 0 0,0 0 1 0 0,1 1-1 0 0,-1-1 0 0 0,1 1 1 0 0,-1-1-1 0 0,1 0 1 0 0,-1 1-1 0 0,1-1 1 0 0,-1 0-1 0 0,1 0 1 0 0,-1 0-1 0 0,1 1 1 0 0,0-1-1 0 0,-1 0 0 0 0,1 0 1 0 0,0 0-1 0 0,0 0 1 0 0,0 1-1 0 0,0-1 1 0 0,0 0-1 0 0,0 0 1 0 0,0 0-1 0 0,0 0 0 0 0,0 0 1 0 0,0-1-1 0 0,2-9-16 0 0,1 0 1 0 0,0 0-1 0 0,0 0 0 0 0,1 1 0 0 0,0-1 0 0 0,1 1 0 0 0,0 0 0 0 0,0 0 0 0 0,1 0 1 0 0,1 1-1 0 0,0 0 0 0 0,0 0 0 0 0,0 1 0 0 0,11-9 0 0 0,1 0-14 0 0,0 1-1 0 0,1 1 1 0 0,0 0-1 0 0,2 2 1 0 0,33-16-1 0 0,-43 23-6 0 0,-1 2-1 0 0,1 0 1 0 0,0 0-1 0 0,1 1 0 0 0,-1 0 1 0 0,1 1-1 0 0,-1 1 1 0 0,22-1-1 0 0,-29 2 15 0 0,-1 1-1 0 0,1-1 1 0 0,0 1 0 0 0,0 0 0 0 0,0 0-1 0 0,0 0 1 0 0,-1 0 0 0 0,1 1-1 0 0,0 0 1 0 0,-1 0 0 0 0,1 0-1 0 0,-1 1 1 0 0,0-1 0 0 0,0 1 0 0 0,0 0-1 0 0,0 0 1 0 0,-1 1 0 0 0,1-1-1 0 0,-1 1 1 0 0,0 0 0 0 0,0 0 0 0 0,0 0-1 0 0,0 0 1 0 0,3 8 0 0 0,-3-6 12 0 0,-2 0 0 0 0,1 0 0 0 0,-1 0 0 0 0,1 1 0 0 0,-2-1 0 0 0,1 0 0 0 0,-1 0 0 0 0,0 1 0 0 0,0-1 0 0 0,-2 11 0 0 0,-3 6 40 0 0,-11 35 0 0 0,7-25-6 0 0,-8 28 26 0 0,17-60-62 0 0,0 0 0 0 0,-1-1 0 0 0,1 1 0 0 0,0 0 0 0 0,0 0 0 0 0,0-1 0 0 0,0 1 0 0 0,0 0 0 0 0,0-1 0 0 0,0 1 0 0 0,0 0 0 0 0,0-1-1 0 0,0 1 1 0 0,1 0 0 0 0,-1 0 0 0 0,0-1 0 0 0,0 1 0 0 0,1 0 0 0 0,-1-1 0 0 0,0 1 0 0 0,1-1 0 0 0,-1 1 0 0 0,0 0 0 0 0,1-1 0 0 0,-1 1 0 0 0,1-1-1 0 0,-1 1 1 0 0,1-1 0 0 0,0 1 0 0 0,-1-1 0 0 0,1 0 0 0 0,-1 1 0 0 0,1-1 0 0 0,0 0 0 0 0,-1 1 0 0 0,1-1 0 0 0,0 0 0 0 0,-1 0 0 0 0,1 0 0 0 0,0 1 0 0 0,-1-1-1 0 0,1 0 1 0 0,0 0 0 0 0,0 0 0 0 0,-1 0 0 0 0,1 0 0 0 0,0 0 0 0 0,-1-1 0 0 0,2 1 0 0 0,2 0-10 0 0,0 0 1 0 0,1-1-1 0 0,-1 0 0 0 0,0 0 1 0 0,0 0-1 0 0,0 0 0 0 0,4-2 1 0 0,8-6-72 0 0,-1 0 1 0 0,-1-1-1 0 0,0 0 1 0 0,0-1 0 0 0,-1-1-1 0 0,0 0 1 0 0,15-19-1 0 0,-9 7 363 0 0,-2-1 0 0 0,0 0 0 0 0,18-38 0 0 0,-35 63-289 0 0,0 0 0 0 0,0 0 1 0 0,0-1-1 0 0,0 1 1 0 0,0 0-1 0 0,0-1 0 0 0,0 1 1 0 0,0 0-1 0 0,0-1 0 0 0,0 1 1 0 0,1 0-1 0 0,-1-1 0 0 0,0 1 1 0 0,0 0-1 0 0,0 0 1 0 0,0-1-1 0 0,1 1 0 0 0,-1 0 1 0 0,0 0-1 0 0,0-1 0 0 0,1 1 1 0 0,-1 0-1 0 0,0 0 0 0 0,0 0 1 0 0,1 0-1 0 0,-1-1 1 0 0,0 1-1 0 0,1 0 0 0 0,-1 0 1 0 0,0 0-1 0 0,1 0 0 0 0,-1 0 1 0 0,1 0-1 0 0,0 12-32 0 0,-5 21 50 0 0,0-20 8 0 0,1 0 0 0 0,0 0 0 0 0,1 1 1 0 0,1-1-1 0 0,0 1 0 0 0,3 25 0 0 0,-2-34-6 0 0,1-1 0 0 0,-1 1 0 0 0,2-1-1 0 0,-1 0 1 0 0,0 1 0 0 0,1-1 0 0 0,-1 0-1 0 0,1 0 1 0 0,0 0 0 0 0,1 0 0 0 0,-1-1 0 0 0,1 1-1 0 0,-1-1 1 0 0,1 1 0 0 0,0-1 0 0 0,1 0 0 0 0,-1 0-1 0 0,0 0 1 0 0,1 0 0 0 0,0-1 0 0 0,-1 0-1 0 0,1 1 1 0 0,0-1 0 0 0,7 2 0 0 0,-5-2-18 0 0,-1 0-1 0 0,1-1 1 0 0,0 0 0 0 0,0 0 0 0 0,0 0 0 0 0,0-1-1 0 0,0 1 1 0 0,0-2 0 0 0,0 1 0 0 0,0-1 0 0 0,0 1-1 0 0,9-4 1 0 0,-7 1-21 0 0,1 0 0 0 0,-1 0 0 0 0,0-1 0 0 0,0-1-1 0 0,0 1 1 0 0,-1-1 0 0 0,12-9 0 0 0,0-4-13 0 0,-1-1 1 0 0,0-1-1 0 0,-2 0 0 0 0,25-39 1 0 0,17-40 2737 0 0,-52 92-2672 0 0,-5 12-9 0 0,-2 12 4 0 0,-20 43-24 0 0,-6 26-114 0 0,25-77-340 0 0,0 1-1 0 0,1-1 1 0 0,0 0-1 0 0,0 0 0 0 0,1 1 1 0 0,0-1-1 0 0,3 13 1 0 0,-2-20 21 0 0,0 0 0 0 0,0 1 1 0 0,0-1-1 0 0,0 0 0 0 0,1 1 1 0 0,-1-1-1 0 0,1 0 0 0 0,-1 0 1 0 0,1 0-1 0 0,0-1 0 0 0,0 1 0 0 0,0 0 1 0 0,0-1-1 0 0,0 1 0 0 0,0-1 1 0 0,0 1-1 0 0,1-1 0 0 0,-1 0 1 0 0,1 0-1 0 0,-1 0 0 0 0,0 0 1 0 0,1-1-1 0 0,-1 1 0 0 0,4 0 1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48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93 1864 0 0,'30'-74'11028'0'0,"-30"73"-10971"0"0,1 0 1 0 0,-1 0-1 0 0,0 0 1 0 0,1 0-1 0 0,-1 0 1 0 0,1 0-1 0 0,0 0 1 0 0,-1 0-1 0 0,1 0 1 0 0,0 0-1 0 0,0 1 0 0 0,-1-1 1 0 0,1 0-1 0 0,0 0 1 0 0,0 1-1 0 0,0-1 1 0 0,0 1-1 0 0,0-1 1 0 0,0 1-1 0 0,0-1 1 0 0,0 1-1 0 0,0 0 1 0 0,0-1-1 0 0,0 1 0 0 0,0 0 1 0 0,0 0-1 0 0,0 0 1 0 0,0 0-1 0 0,0 0 1 0 0,0 0-1 0 0,0 0 1 0 0,1 0-1 0 0,-1 0 1 0 0,0 0-1 0 0,0 1 1 0 0,0-1-1 0 0,0 0 1 0 0,1 1-1 0 0,1 1 4 0 0,-1-1 0 0 0,0 1 0 0 0,0-1 1 0 0,0 1-1 0 0,0 0 0 0 0,0-1 0 0 0,0 1 0 0 0,-1 0 0 0 0,1 0 0 0 0,0 1 1 0 0,-1-1-1 0 0,0 0 0 0 0,1 0 0 0 0,0 4 0 0 0,0 2 46 0 0,0-1 0 0 0,0 1 0 0 0,-1-1-1 0 0,0 1 1 0 0,-1 0 0 0 0,1 0 0 0 0,-2-1 0 0 0,1 1-1 0 0,-1 0 1 0 0,0-1 0 0 0,0 1 0 0 0,-1 0 0 0 0,0-1-1 0 0,-1 0 1 0 0,-3 8 0 0 0,2-5-81 0 0,-1 0-1 0 0,-1 0 1 0 0,1-1-1 0 0,-1 0 1 0 0,-1 0 0 0 0,0 0-1 0 0,0-1 1 0 0,-1 0-1 0 0,-14 12 1 0 0,21-20-76 0 0,0 1 0 0 0,1 0 0 0 0,-1-1 0 0 0,0 1 0 0 0,0-1 0 0 0,0 1-1 0 0,0-1 1 0 0,0 1 0 0 0,0-1 0 0 0,0 0 0 0 0,0 0 0 0 0,0 1 0 0 0,0-1 0 0 0,0 0 0 0 0,0 0 0 0 0,-1 0 0 0 0,1 0 22 0 0,1 0 0 0 0,-1 0 0 0 0,1-1 0 0 0,-1 1 0 0 0,1 0 0 0 0,0 0 0 0 0,-1-1 0 0 0,1 1 0 0 0,-1 0 0 0 0,1 0 0 0 0,0-1 0 0 0,-1 1 0 0 0,1-1 0 0 0,0 1 0 0 0,-1 0 0 0 0,1-1 0 0 0,0 1 0 0 0,0-1 0 0 0,0 1 0 0 0,-1 0 0 0 0,1-1 0 0 0,0 1 0 0 0,0-1 0 0 0,-1-1-28 0 0,1-1 0 0 0,0 1 0 0 0,0 0 0 0 0,0 0-1 0 0,0 0 1 0 0,0 0 0 0 0,0 0 0 0 0,0 0 0 0 0,1 0-1 0 0,0-3 1 0 0,4-5-12 0 0,0 1-1 0 0,1 0 0 0 0,0 0 1 0 0,1 0-1 0 0,0 1 1 0 0,0 0-1 0 0,1 0 0 0 0,-1 1 1 0 0,2 0-1 0 0,-1 0 1 0 0,14-7-1 0 0,-4 3 90 0 0,1 1-1 0 0,0 1 1 0 0,0 1-1 0 0,37-11 1 0 0,-48 18 1 0 0,0-1 1 0 0,0 1-1 0 0,0 0 0 0 0,1 1 0 0 0,-1 0 1 0 0,0 1-1 0 0,0-1 0 0 0,0 1 1 0 0,1 1-1 0 0,-1 0 0 0 0,0 0 0 0 0,-1 0 1 0 0,1 1-1 0 0,0 1 0 0 0,-1-1 0 0 0,0 1 1 0 0,1 0-1 0 0,6 6 0 0 0,-8-6 66 0 0,1 1-1 0 0,-1 1 0 0 0,0-1 1 0 0,0 1-1 0 0,0 1 0 0 0,-1-1 0 0 0,0 0 1 0 0,0 1-1 0 0,0 0 0 0 0,-1 1 1 0 0,0-1-1 0 0,-1 1 0 0 0,0-1 1 0 0,0 1-1 0 0,0 0 0 0 0,-1 0 1 0 0,2 15-1 0 0,-4-20-11 0 0,1 1 1 0 0,-1 0-1 0 0,0-1 1 0 0,0 1-1 0 0,0-1 1 0 0,0 1-1 0 0,-1 0 1 0 0,0-1-1 0 0,1 1 0 0 0,-1-1 1 0 0,-1 1-1 0 0,1-1 1 0 0,0 1-1 0 0,-3 3 1 0 0,3-6 92 0 0,-1-2-116 0 0,1 1-51 0 0,0 0 1 0 0,0 0-1 0 0,0-1 1 0 0,0 1-1 0 0,0 0 1 0 0,1-1-1 0 0,-1 1 1 0 0,0-1 0 0 0,0 1-1 0 0,1-1 1 0 0,-1 1-1 0 0,0-1 1 0 0,0 1-1 0 0,1-1 1 0 0,-1 0-1 0 0,1 0 1 0 0,-1 1-1 0 0,1-1 1 0 0,-1 0 0 0 0,1 0-1 0 0,-1 1 1 0 0,1-1-1 0 0,-1 0 1 0 0,1 0-1 0 0,0 0 1 0 0,0 0-1 0 0,0 0 1 0 0,-1-1-1 0 0,1-2-11 0 0,0 1 0 0 0,0-1-1 0 0,1 1 1 0 0,-1-1-1 0 0,1 1 1 0 0,-1-1-1 0 0,1 1 1 0 0,2-4-1 0 0,2-6-47 0 0,1 0 0 0 0,0 1 0 0 0,10-15 0 0 0,-7 14 24 0 0,1 1 0 0 0,0 0-1 0 0,1 1 1 0 0,0 0-1 0 0,1 0 1 0 0,0 1 0 0 0,1 1-1 0 0,0 0 1 0 0,0 1 0 0 0,1 0-1 0 0,0 1 1 0 0,0 1-1 0 0,1 0 1 0 0,20-5 0 0 0,-33 10 35 0 0,0 1 1 0 0,-1-1-1 0 0,1 0 0 0 0,0 1 1 0 0,-1-1-1 0 0,1 1 1 0 0,0 0-1 0 0,0 0 1 0 0,-1 0-1 0 0,1 0 1 0 0,0 0-1 0 0,0 0 0 0 0,-1 0 1 0 0,1 0-1 0 0,0 1 1 0 0,0-1-1 0 0,-1 1 1 0 0,1-1-1 0 0,0 1 1 0 0,-1 0-1 0 0,1-1 1 0 0,-1 1-1 0 0,1 0 0 0 0,-1 0 1 0 0,1 0-1 0 0,-1 0 1 0 0,0 0-1 0 0,1 1 1 0 0,-1-1-1 0 0,0 0 1 0 0,0 1-1 0 0,0-1 1 0 0,0 1-1 0 0,0-1 0 0 0,0 1 1 0 0,-1-1-1 0 0,1 1 1 0 0,0 0-1 0 0,-1-1 1 0 0,1 1-1 0 0,-1 0 1 0 0,1-1-1 0 0,-1 1 0 0 0,0 0 1 0 0,0 2-1 0 0,1 4 100 0 0,-1 0-1 0 0,0 1 0 0 0,-1-1 0 0 0,0 0 1 0 0,0 0-1 0 0,-1 1 0 0 0,-5 14 0 0 0,-25 55 286 0 0,-5 10-462 0 0,37-87 23 0 0,-1 0-1 0 0,1 1 0 0 0,0-1 0 0 0,-1 0 0 0 0,1 0 1 0 0,0 0-1 0 0,0 1 0 0 0,0-1 0 0 0,0 0 0 0 0,0 0 1 0 0,0 0-1 0 0,0 1 0 0 0,1-1 0 0 0,-1 0 0 0 0,0 0 1 0 0,1 0-1 0 0,-1 0 0 0 0,0 1 0 0 0,1-1 0 0 0,0 0 0 0 0,-1 0 1 0 0,1 0-1 0 0,0 0 0 0 0,-1 0 0 0 0,1 0 0 0 0,0-1 1 0 0,0 1-1 0 0,0 0 0 0 0,0 0 0 0 0,0 0 0 0 0,0-1 1 0 0,0 1-1 0 0,0 0 0 0 0,0-1 0 0 0,0 1 0 0 0,0-1 1 0 0,0 0-1 0 0,3 1 0 0 0,1 1-369 0 0,1-1-1 0 0,0 0 1 0 0,0 0 0 0 0,0 0 0 0 0,0-1 0 0 0,7 0-1 0 0,1-1-582 0 0,-1-2 0 0 0,0 1 0 0 0,0-1 0 0 0,0-1 0 0 0,0-1 0 0 0,-1 1 0 0 0,17-10 0 0 0,2-2-2548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50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92 253 1672 0 0,'87'-251'16397'0'0,"-86"249"-16120"0"0,-1 5-199 0 0,0 1 0 0 0,0-1 0 0 0,0 1 0 0 0,-1-1 0 0 0,1 0 0 0 0,-1 1 1 0 0,1-1-1 0 0,-3 6 0 0 0,1-2 115 0 0,-16 53 976 0 0,-27 64 0 0 0,5-14-470 0 0,33-90-617 0 0,-12 35 232 0 0,-22 112 0 0 0,40-163-299 0 0,0 0 0 0 0,1 0 0 0 0,0 0 1 0 0,0 0-1 0 0,0 1 0 0 0,0-1 0 0 0,1 0 1 0 0,0 0-1 0 0,0 0 0 0 0,0 0 0 0 0,0 0 1 0 0,1 0-1 0 0,-1 0 0 0 0,1-1 0 0 0,0 1 1 0 0,0 0-1 0 0,3 4 0 0 0,-1-4-3 0 0,0 0 0 0 0,0 0 0 0 0,0-1 0 0 0,1 1 0 0 0,-1-1 0 0 0,1 0 0 0 0,0 0 0 0 0,0 0-1 0 0,0-1 1 0 0,0 1 0 0 0,9 1 0 0 0,-5-1-31 0 0,0-1 0 0 0,1 0 0 0 0,-1-1 0 0 0,0 0 0 0 0,0 0 0 0 0,1-1 1 0 0,-1 0-1 0 0,0-1 0 0 0,1 0 0 0 0,-1 0 0 0 0,0-1 0 0 0,0 0 0 0 0,0-1 0 0 0,0 0 0 0 0,9-5 0 0 0,-13 6-27 0 0,0-2 0 0 0,0 1 0 0 0,0 0 0 0 0,-1-1 0 0 0,0 0 0 0 0,1 0 0 0 0,-1 0 1 0 0,-1-1-1 0 0,1 1 0 0 0,-1-1 0 0 0,4-5 0 0 0,-6 7 28 0 0,0 1 0 0 0,0-1 0 0 0,0 1 0 0 0,0-1 0 0 0,0 1 0 0 0,-1-1 0 0 0,1 0 1 0 0,-1 1-1 0 0,1-1 0 0 0,-1 0 0 0 0,0 0 0 0 0,0 1 0 0 0,-1-1 0 0 0,1 0 0 0 0,0 1 0 0 0,-1-1 0 0 0,0 0 0 0 0,1 1 0 0 0,-1-1 1 0 0,0 1-1 0 0,0-1 0 0 0,-1 1 0 0 0,1-1 0 0 0,0 1 0 0 0,-3-3 0 0 0,-3-3-4 0 0,-1 0 0 0 0,1 0 1 0 0,-1 1-1 0 0,0 1 0 0 0,-1 0 0 0 0,0 0 0 0 0,0 0 1 0 0,0 1-1 0 0,-11-4 0 0 0,-11-4-88 0 0,-47-12 0 0 0,76 24 86 0 0,0 1 11 0 0,0-1 0 0 0,1 0-1 0 0,-1 1 1 0 0,0-1-1 0 0,0 1 1 0 0,0 0 0 0 0,1 0-1 0 0,-1 0 1 0 0,0 0-1 0 0,0 0 1 0 0,0 0 0 0 0,1 0-1 0 0,-1 0 1 0 0,0 1-1 0 0,0-1 1 0 0,-3 2 0 0 0,5-2 13 0 0,0 0 0 0 0,-1 0 0 0 0,1 0 0 0 0,0 1 0 0 0,-1-1 0 0 0,1 0 0 0 0,0 0 0 0 0,0 0 0 0 0,-1 0 0 0 0,1 1 0 0 0,0-1 0 0 0,0 0 0 0 0,-1 0 0 0 0,1 1 0 0 0,0-1 0 0 0,0 0 1 0 0,0 1-1 0 0,0-1 0 0 0,-1 0 0 0 0,1 0 0 0 0,0 1 0 0 0,0-1 0 0 0,0 0 0 0 0,0 1 0 0 0,0-1 0 0 0,0 0 0 0 0,0 1 0 0 0,0-1 0 0 0,0 0 0 0 0,0 1 0 0 0,0-1 0 0 0,0 0 0 0 0,0 1 0 0 0,0-1 0 0 0,0 0 1 0 0,0 1-1 0 0,0-1 0 0 0,1 0 0 0 0,-1 1 0 0 0,0-1 0 0 0,0 0 0 0 0,0 0 0 0 0,0 1 0 0 0,1-1 0 0 0,-1 0 0 0 0,0 0 0 0 0,0 1 0 0 0,1-1 0 0 0,-1 0 0 0 0,0 0 0 0 0,0 1 0 0 0,1-1 0 0 0,-1 0 0 0 0,0 0 1 0 0,1 0-1 0 0,-1 0 0 0 0,0 0 0 0 0,0 0 0 0 0,1 1 0 0 0,13 4-9 0 0,22 3 11 0 0,1-2-1 0 0,-1 0 0 0 0,71-1 0 0 0,-73-4-41 0 0,-12 0 1 0 0,199 2-984 0 0,-181-5 709 0 0,0-1 1 0 0,-1-2-1 0 0,59-16 0 0 0,-90 19 277 0 0,-1-1 1 0 0,0 1-1 0 0,0-1 0 0 0,0-1 1 0 0,-1 1-1 0 0,13-10 0 0 0,-16 11 22 0 0,0-1 0 0 0,0 0-1 0 0,0 1 1 0 0,0-1 0 0 0,-1 0 0 0 0,0-1-1 0 0,1 1 1 0 0,-1 0 0 0 0,0-1-1 0 0,0 1 1 0 0,-1-1 0 0 0,1 0 0 0 0,-1 1-1 0 0,1-6 1 0 0,-1 7 18 0 0,-1 0 0 0 0,1 1 0 0 0,-1-1 0 0 0,0 1 0 0 0,1-1 0 0 0,-1 0 0 0 0,0 0 0 0 0,0 1 0 0 0,0-1 0 0 0,-1 0 0 0 0,1 1 0 0 0,0-1 0 0 0,-1 0 0 0 0,1 1 0 0 0,-1-1 0 0 0,1 1 0 0 0,-1-1 0 0 0,0 1 0 0 0,0-1 0 0 0,1 1 0 0 0,-1-1 0 0 0,0 1 0 0 0,0 0 0 0 0,-1-1 0 0 0,1 1 0 0 0,0 0 0 0 0,0 0 0 0 0,-1 0 0 0 0,1 0 0 0 0,0 0 0 0 0,-1 0 0 0 0,1 0 0 0 0,-1 0 0 0 0,1 1 1 0 0,-1-1-1 0 0,-2 0 0 0 0,1 0 2 0 0,0 1 1 0 0,0-1-1 0 0,-1 1 1 0 0,1 0-1 0 0,0 0 1 0 0,0 0-1 0 0,-1 1 1 0 0,1-1-1 0 0,0 1 1 0 0,0-1 0 0 0,0 1-1 0 0,0 0 1 0 0,0 0-1 0 0,0 1 1 0 0,0-1-1 0 0,0 1 1 0 0,-5 3-1 0 0,-7 7 78 0 0,1 2-1 0 0,0 0 0 0 0,1 1 0 0 0,1 0 0 0 0,0 1 0 0 0,1 0 0 0 0,1 1 1 0 0,0 0-1 0 0,1 1 0 0 0,1 0 0 0 0,1 0 0 0 0,1 1 0 0 0,-5 20 0 0 0,10-35-51 0 0,0 0-1 0 0,1 0 0 0 0,-1 0 0 0 0,1 0 0 0 0,0 0 1 0 0,0 1-1 0 0,0-1 0 0 0,0 0 0 0 0,1 0 0 0 0,0 0 0 0 0,0 0 1 0 0,0 0-1 0 0,0 0 0 0 0,1 0 0 0 0,-1 0 0 0 0,1-1 0 0 0,0 1 1 0 0,0-1-1 0 0,1 1 0 0 0,3 5 0 0 0,-1-5 1 0 0,0 0-1 0 0,0 0 1 0 0,0 0 0 0 0,1 0 0 0 0,-1-1-1 0 0,1 0 1 0 0,0 0 0 0 0,-1-1-1 0 0,1 1 1 0 0,1-1 0 0 0,-1-1 0 0 0,11 3-1 0 0,7-1-11 0 0,0 0 0 0 0,0-2-1 0 0,1 0 1 0 0,-1-2 0 0 0,1-1-1 0 0,-1-1 1 0 0,0-1 0 0 0,0-1 0 0 0,0-1-1 0 0,-1-1 1 0 0,0-1 0 0 0,0-1-1 0 0,-1-1 1 0 0,0 0 0 0 0,-1-2 0 0 0,0-1-1 0 0,-1-1 1 0 0,30-26 0 0 0,-44 35-25 0 0,0-2 1 0 0,0 1-1 0 0,0-1 0 0 0,-1 0 1 0 0,0 0-1 0 0,0 0 1 0 0,0-1-1 0 0,-1 1 1 0 0,-1-1-1 0 0,1 0 1 0 0,3-15-1 0 0,-6 18 0 0 0,0 1-1 0 0,0-1 0 0 0,-1 0 0 0 0,0 0 1 0 0,0 1-1 0 0,0-1 0 0 0,0 0 0 0 0,-1 0 1 0 0,0 0-1 0 0,0 1 0 0 0,0-1 0 0 0,0 0 1 0 0,-1 1-1 0 0,0-1 0 0 0,0 1 0 0 0,0 0 1 0 0,0 0-1 0 0,-1-1 0 0 0,0 1 0 0 0,0 1 1 0 0,0-1-1 0 0,-4-4 0 0 0,6 7 0 0 0,-1 0-1 0 0,1 0 0 0 0,-1 0 1 0 0,1-1-1 0 0,-1 1 0 0 0,1 1 1 0 0,-1-1-1 0 0,0 0 0 0 0,1 0 1 0 0,-1 1-1 0 0,0-1 0 0 0,0 1 0 0 0,1-1 1 0 0,-1 1-1 0 0,0 0 0 0 0,0 0 1 0 0,0 0-1 0 0,0 0 0 0 0,1 0 1 0 0,-1 0-1 0 0,0 0 0 0 0,0 0 1 0 0,0 1-1 0 0,0-1 0 0 0,1 1 1 0 0,-1 0-1 0 0,0-1 0 0 0,1 1 1 0 0,-1 0-1 0 0,0 0 0 0 0,1 0 1 0 0,-1 0-1 0 0,1 0 0 0 0,-1 0 1 0 0,1 1-1 0 0,0-1 0 0 0,0 0 1 0 0,-1 1-1 0 0,1-1 0 0 0,0 1 1 0 0,0-1-1 0 0,0 1 0 0 0,0 0 1 0 0,-1 3-1 0 0,2-3 11 0 0,-1 0 0 0 0,1 0 1 0 0,-1 0-1 0 0,1 0 0 0 0,0 0 0 0 0,0 0 1 0 0,-1 0-1 0 0,1 0 0 0 0,1 0 0 0 0,-1 0 1 0 0,0 1-1 0 0,1-1 0 0 0,-1 0 0 0 0,1 0 1 0 0,-1 0-1 0 0,1 0 0 0 0,0 0 0 0 0,0-1 0 0 0,2 5 1 0 0,0-3 5 0 0,0 1 0 0 0,0-1 1 0 0,0 0-1 0 0,0 0 0 0 0,1 0 1 0 0,-1 0-1 0 0,1-1 1 0 0,8 5-1 0 0,4 0 21 0 0,0 0 0 0 0,0-1 0 0 0,32 7 0 0 0,-13-7 0 0 0,0-2-1 0 0,52 1 0 0 0,31 3-46 0 0,-116-8-1 0 0,-3 2 11 0 0,1 0 0 0 0,-1 0 1 0 0,1 1-1 0 0,-1-1 0 0 0,0 0 1 0 0,1 0-1 0 0,-1 0 0 0 0,0-1 0 0 0,0 1 1 0 0,-1 0-1 0 0,1 0 0 0 0,0 0 0 0 0,-1-1 1 0 0,-2 3-1 0 0,-28 24-1 0 0,18-16 58 0 0,-17 16 31 0 0,-31 34 0 0 0,53-52-69 0 0,1 1-1 0 0,0 0 0 0 0,0 0 1 0 0,1 1-1 0 0,1 0 0 0 0,0 0 1 0 0,-7 19-1 0 0,13-29-22 0 0,-1 0 0 0 0,1 0 0 0 0,-1 0 0 0 0,1 0 0 0 0,0 0 0 0 0,-1 0 0 0 0,1 0 1 0 0,0 0-1 0 0,1 0 0 0 0,-1 0 0 0 0,0 0 0 0 0,0 0 0 0 0,1 0 0 0 0,0 0 0 0 0,-1 0 0 0 0,1 0 0 0 0,0 0 0 0 0,0 0 0 0 0,0 0 0 0 0,0 0 1 0 0,0-1-1 0 0,0 1 0 0 0,0 0 0 0 0,1-1 0 0 0,-1 1 0 0 0,1-1 0 0 0,-1 1 0 0 0,1-1 0 0 0,-1 0 0 0 0,1 0 0 0 0,0 0 0 0 0,0 0 0 0 0,0 0 0 0 0,-1 0 1 0 0,1 0-1 0 0,0-1 0 0 0,4 2 0 0 0,6 2-598 0 0,1-1-1 0 0,0-1 1 0 0,1 0 0 0 0,20 1 0 0 0,2-3-3709 0 0,44-4-1 0 0,-33-1-2431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51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120 260 1408 0 0,'8'-15'5429'0'0,"-1"0"1"0"0,8-28-1 0 0,-11 31-3893 0 0,-4 10-1028 0 0,-3 5-472 0 0,0-1 0 0 0,0 1 0 0 0,0 0-1 0 0,0-1 1 0 0,1 1 0 0 0,-1 0-1 0 0,1 1 1 0 0,-4 6 0 0 0,2-4 8 0 0,-7 8 15 0 0,-54 82 9 0 0,57-84-54 0 0,1 2-1 0 0,0-1 1 0 0,1 1-1 0 0,1 0 0 0 0,-6 25 1 0 0,10-37-7 0 0,1 0 0 0 0,0 0 0 0 0,-1 0 0 0 0,1 0 1 0 0,0 1-1 0 0,0-1 0 0 0,0 0 0 0 0,0 0 0 0 0,1 0 0 0 0,-1 0 1 0 0,1 0-1 0 0,-1 0 0 0 0,1 0 0 0 0,0 0 0 0 0,-1 0 0 0 0,1 0 0 0 0,0 0 1 0 0,0 0-1 0 0,1 0 0 0 0,-1-1 0 0 0,2 3 0 0 0,0-1 2 0 0,0-1 0 0 0,0 0 1 0 0,0 0-1 0 0,0 0 0 0 0,0 0 0 0 0,0-1 0 0 0,0 1 0 0 0,1-1 0 0 0,-1 0 0 0 0,1 0 0 0 0,5 1 1 0 0,3-1 5 0 0,-1 0 0 0 0,0 0 0 0 0,1-1 1 0 0,-1-1-1 0 0,1 0 0 0 0,-1 0 0 0 0,13-4 1 0 0,-9 1-6 0 0,-1-1 1 0 0,1-1 0 0 0,-1 0-1 0 0,0 0 1 0 0,0-2 0 0 0,-1 0-1 0 0,0 0 1 0 0,-1-1 0 0 0,0-1-1 0 0,0 0 1 0 0,-1-1 0 0 0,11-13-1 0 0,-15 15-14 0 0,0 0 1 0 0,0-1-1 0 0,-1 0 0 0 0,0 0 0 0 0,-1 0 1 0 0,-1-1-1 0 0,1 0 0 0 0,-2 0 0 0 0,1 0 1 0 0,-2 0-1 0 0,1 0 0 0 0,-1-1 0 0 0,-1 0 1 0 0,0 1-1 0 0,-1-1 0 0 0,-2-19 0 0 0,1 19-9 0 0,-2 1 0 0 0,1-1 0 0 0,-1 0 0 0 0,-6-14 0 0 0,8 23 3 0 0,0 0 0 0 0,-1 0 0 0 0,1 0 0 0 0,0 1 0 0 0,-1-1 0 0 0,1 0 0 0 0,-1 1 0 0 0,0-1 0 0 0,0 1-1 0 0,0 0 1 0 0,0 0 0 0 0,-1 0 0 0 0,1 0 0 0 0,0 0 0 0 0,-1 0 0 0 0,0 0 0 0 0,1 1 0 0 0,-1-1 0 0 0,0 1 0 0 0,0 0 0 0 0,-3-1 0 0 0,1 1-1 0 0,1 1 1 0 0,-1 1 0 0 0,1-1-1 0 0,-1 1 1 0 0,1-1 0 0 0,-1 1-1 0 0,1 1 1 0 0,-1-1 0 0 0,1 0 0 0 0,0 1-1 0 0,0 0 1 0 0,0 0 0 0 0,0 1-1 0 0,0-1 1 0 0,0 1 0 0 0,0-1-1 0 0,1 1 1 0 0,0 0 0 0 0,-1 1 0 0 0,-3 4-1 0 0,-2 2 9 0 0,1 1 0 0 0,0 0 0 0 0,1 0 0 0 0,1 0 0 0 0,-10 21 1 0 0,13-24 10 0 0,0 0 0 0 0,1-1 0 0 0,0 1 0 0 0,0 0 0 0 0,1 0 0 0 0,0 0 0 0 0,0 0 0 0 0,0 0 0 0 0,2 0 0 0 0,-1 1 0 0 0,1-1 0 0 0,0 0 0 0 0,3 11 0 0 0,-2-13 3 0 0,0 0 0 0 0,0 0 0 0 0,1 0 0 0 0,0 0 0 0 0,0-1 0 0 0,0 0 1 0 0,1 1-1 0 0,0-1 0 0 0,0 0 0 0 0,0-1 0 0 0,1 1 0 0 0,-1-1 0 0 0,1 0 0 0 0,0 0 0 0 0,1 0 0 0 0,-1-1 0 0 0,10 5 1 0 0,1-1 7 0 0,0-1 0 0 0,0-1 0 0 0,1-1 0 0 0,0 0 0 0 0,-1-1 0 0 0,1-1 1 0 0,1-1-1 0 0,-1 0 0 0 0,0-1 0 0 0,0-1 0 0 0,0 0 0 0 0,0-1 0 0 0,0-1 0 0 0,0-1 1 0 0,27-10-1 0 0,-18 5-4 0 0,0-2 1 0 0,-1-1 0 0 0,-1 0-1 0 0,0-2 1 0 0,-1-1-1 0 0,0-1 1 0 0,-1-1-1 0 0,-1 0 1 0 0,21-23 0 0 0,9-17 597 0 0,58-81 0 0 0,-102 127-481 0 0,-5 8-112 0 0,0-1 1 0 0,1 0 0 0 0,-1 1 0 0 0,1-1 0 0 0,0 1-1 0 0,0 0 1 0 0,5-3 0 0 0,-6 4-34 0 0,-2 5 18 0 0,1-1 0 0 0,-1 0-1 0 0,1 1 1 0 0,-1-1 0 0 0,0 0 0 0 0,0 1-1 0 0,0 3 1 0 0,-4 18 329 0 0,-1 1-1 0 0,0-1 1 0 0,-17 41 0 0 0,15-44-162 0 0,-204 495 3515 0 0,-38-16-1520 0 0,85-144-699 0 0,163-353-1465 0 0,-4 9 72 0 0,1 0 0 0 0,0 0 0 0 0,1 1 0 0 0,-3 19 0 0 0,5-30-66 0 0,1 0 0 0 0,0-1 0 0 0,-1 1 0 0 0,1 0 0 0 0,0-1 0 0 0,0 1 0 0 0,1 0 0 0 0,-1-1 1 0 0,0 1-1 0 0,0 0 0 0 0,1-1 0 0 0,-1 1 0 0 0,1-1 0 0 0,-1 1 0 0 0,1-1 0 0 0,0 1 0 0 0,0-1 0 0 0,0 1 0 0 0,0-1 1 0 0,0 1-1 0 0,0-1 0 0 0,0 0 0 0 0,0 0 0 0 0,0 0 0 0 0,0 1 0 0 0,1-1 0 0 0,-1 0 0 0 0,1-1 0 0 0,-1 1 1 0 0,1 0-1 0 0,-1 0 0 0 0,1-1 0 0 0,-1 1 0 0 0,1 0 0 0 0,-1-1 0 0 0,1 0 0 0 0,0 1 0 0 0,-1-1 0 0 0,1 0 0 0 0,0 0 1 0 0,-1 0-1 0 0,1 0 0 0 0,0 0 0 0 0,2-1 0 0 0,3 0-1 0 0,-1 0-1 0 0,1 0 1 0 0,-1-1-1 0 0,0 0 1 0 0,1 0 0 0 0,-1-1-1 0 0,0 0 1 0 0,0 0-1 0 0,-1 0 1 0 0,1-1 0 0 0,6-5-1 0 0,5-5-63 0 0,30-31 0 0 0,-31 27-71 0 0,-1-1 1 0 0,0 0-1 0 0,-1-1 1 0 0,-1-1 0 0 0,-1 0-1 0 0,-1 0 1 0 0,16-45-1 0 0,-23 54 62 0 0,0 0-1 0 0,-1-1 1 0 0,-1 1-1 0 0,0-1 1 0 0,0 0 0 0 0,-1 0-1 0 0,-1 1 1 0 0,0-1-1 0 0,-1 0 1 0 0,-1 0-1 0 0,0 1 1 0 0,0-1-1 0 0,-1 1 1 0 0,-1-1-1 0 0,0 1 1 0 0,-9-19-1 0 0,2 12 3 0 0,-1 1-1 0 0,0 1 1 0 0,-1 0-1 0 0,-1 1 1 0 0,-1 0-1 0 0,0 1 1 0 0,-19-13-1 0 0,-127-83-515 0 0,35 28-1512 0 0,123 81 1882 0 0,1 0 0 0 0,-1 0 0 0 0,0 0 0 0 0,1 0 0 0 0,0-1 0 0 0,-1 1-1 0 0,1-1 1 0 0,0 1 0 0 0,0-1 0 0 0,1 0 0 0 0,-1 0 0 0 0,0 0 0 0 0,1 0-1 0 0,0 0 1 0 0,-1-5 0 0 0,1 6 11 0 0,1-1 0 0 0,0 0 0 0 0,0 0-1 0 0,0 1 1 0 0,1-1 0 0 0,-1 0 0 0 0,1 1 0 0 0,-1-1 0 0 0,1 1 0 0 0,0-1-1 0 0,0 0 1 0 0,0 1 0 0 0,0 0 0 0 0,1-1 0 0 0,-1 1 0 0 0,1 0 0 0 0,-1-1-1 0 0,1 1 1 0 0,3-3 0 0 0,3-3-433 0 0,1 0 1 0 0,0 0-1 0 0,1 1 0 0 0,0 1 0 0 0,0 0 0 0 0,19-10 0 0 0,69-22-3560 0 0,-94 37 3936 0 0,54-18-3353 0 0,4 0-1320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52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167 563 180 0 0,'-61'1'6866'0'0,"-20"8"-1418"0"0,79-9-5089 0 0,-11 1 775 0 0,3-2 1998 0 0,23-11-2291 0 0,24-14-548 0 0,-2-1 0 0 0,-2-3 0 0 0,0 0 0 0 0,41-51 0 0 0,-55 57-280 0 0,-2 0 1 0 0,-1-1 0 0 0,-1 0 0 0 0,-1-1 0 0 0,-1-1-1 0 0,-1 0 1 0 0,13-50 0 0 0,-22 69-7 0 0,-1 0 0 0 0,0 0-1 0 0,-1 0 1 0 0,0-1 0 0 0,0 1 0 0 0,-1 0-1 0 0,0-1 1 0 0,-1 1 0 0 0,-1-13-1 0 0,1 20-10 0 0,1 0-1 0 0,-1 0 0 0 0,1 0 1 0 0,-1 0-1 0 0,0 0 0 0 0,1 0 1 0 0,-1 0-1 0 0,0 0 0 0 0,0 1 1 0 0,0-1-1 0 0,1 0 0 0 0,-1 0 1 0 0,0 1-1 0 0,0-1 0 0 0,0 1 0 0 0,0-1 1 0 0,0 1-1 0 0,0-1 0 0 0,0 1 1 0 0,0-1-1 0 0,-1 1 0 0 0,1 0 1 0 0,0 0-1 0 0,0-1 0 0 0,0 1 1 0 0,-2 0-1 0 0,-1 0-10 0 0,-1 0 0 0 0,1 1 0 0 0,0-1 0 0 0,-1 1 0 0 0,-7 2 0 0 0,7-1 3 0 0,-1 0-1 0 0,1 0 0 0 0,0 1 0 0 0,0 0 0 0 0,0 0 0 0 0,1 0 1 0 0,-1 0-1 0 0,1 1 0 0 0,0-1 0 0 0,0 1 0 0 0,0 0 1 0 0,0 1-1 0 0,-6 8 0 0 0,9-11 13 0 0,0 0 1 0 0,0-1-1 0 0,0 1 0 0 0,1 0 1 0 0,-1 0-1 0 0,0 0 1 0 0,1 0-1 0 0,-1 0 0 0 0,1 0 1 0 0,0 0-1 0 0,-1 0 1 0 0,1 0-1 0 0,0 0 0 0 0,0 0 1 0 0,1 0-1 0 0,-1 0 1 0 0,0 0-1 0 0,1 0 0 0 0,-1 0 1 0 0,1 0-1 0 0,0 0 1 0 0,-1 0-1 0 0,1-1 0 0 0,0 1 1 0 0,0 0-1 0 0,0 0 1 0 0,0-1-1 0 0,1 1 0 0 0,-1 0 1 0 0,0-1-1 0 0,1 0 1 0 0,-1 1-1 0 0,1-1 0 0 0,-1 0 1 0 0,1 1-1 0 0,0-1 1 0 0,-1 0-1 0 0,1 0 0 0 0,0-1 1 0 0,2 2-1 0 0,9 4 8 0 0,1 0-1 0 0,-1-1 0 0 0,1-1 1 0 0,0 0-1 0 0,0-1 1 0 0,1-1-1 0 0,19 2 1 0 0,-10-3 2 0 0,0-1 1 0 0,0-1 0 0 0,40-8 0 0 0,-49 6-4 0 0,0 0 1 0 0,-1-2-1 0 0,0 0 0 0 0,0-1 1 0 0,0 0-1 0 0,-1-1 1 0 0,0 0-1 0 0,0-1 0 0 0,13-11 1 0 0,-11 7-58 0 0,-20 13-42 0 0,-21 15 4 0 0,-2 4 74 0 0,2 0 0 0 0,1 2 0 0 0,0 1 0 0 0,2 1 0 0 0,0 1 0 0 0,2 1 0 0 0,-34 53 0 0 0,53-74 16 0 0,-1-1-1 0 0,1 1 0 0 0,0 0 0 0 0,0 0 0 0 0,0 0 0 0 0,1 1 0 0 0,-1-1 0 0 0,1 0 0 0 0,1 0 0 0 0,-1 1 0 0 0,1 5 1 0 0,0-9-11 0 0,0 1 0 0 0,1-1 0 0 0,0 1 0 0 0,-1-1 0 0 0,1 1 0 0 0,0-1 1 0 0,0 0-1 0 0,0 1 0 0 0,1-1 0 0 0,-1 0 0 0 0,1 0 0 0 0,-1 0 1 0 0,1 0-1 0 0,0 0 0 0 0,-1 0 0 0 0,1 0 0 0 0,0-1 0 0 0,0 1 0 0 0,0 0 1 0 0,1-1-1 0 0,-1 0 0 0 0,0 0 0 0 0,0 1 0 0 0,5 0 0 0 0,5 2-187 0 0,0 0 0 0 0,0-1 0 0 0,1-1 0 0 0,-1 1 1 0 0,1-2-1 0 0,0 0 0 0 0,-1-1 0 0 0,1 0 0 0 0,0-1 0 0 0,-1 0 0 0 0,1-1 0 0 0,12-3 0 0 0,-4 0-44 0 0,-1-2 1 0 0,1 0 0 0 0,-1-1-1 0 0,0-1 1 0 0,-1 0 0 0 0,23-16-1 0 0,-23 12 174 0 0,0 0-1 0 0,-1-2 0 0 0,17-18 1 0 0,-28 26 306 0 0,0-1 1 0 0,-1 0-1 0 0,0 0 1 0 0,0-1-1 0 0,-1 1 1 0 0,0-1-1 0 0,0-1 1 0 0,-1 1-1 0 0,4-14 1 0 0,-8 22-194 0 0,1-1 0 0 0,0 1 1 0 0,-1 0-1 0 0,1-1 1 0 0,-1 1-1 0 0,0-1 0 0 0,1 1 1 0 0,-1-1-1 0 0,0 1 1 0 0,0 0-1 0 0,0-1 0 0 0,0 1 1 0 0,0-1-1 0 0,0 1 1 0 0,-1-1-1 0 0,1 1 0 0 0,0 0 1 0 0,-1-1-1 0 0,1 1 1 0 0,-1 0-1 0 0,1-1 0 0 0,-1 1 1 0 0,0 0-1 0 0,0-1 1 0 0,1 1-1 0 0,-1 0 0 0 0,0 0 1 0 0,0 0-1 0 0,-2-1 1 0 0,2 1 35 0 0,-2 1-22 0 0,-2 0-48 0 0,0 1 0 0 0,0 1-1 0 0,0-1 1 0 0,0 1-1 0 0,0-1 1 0 0,0 1 0 0 0,1 1-1 0 0,-1-1 1 0 0,0 1-1 0 0,1 0 1 0 0,0 0 0 0 0,0 0-1 0 0,0 0 1 0 0,0 1-1 0 0,0 0 1 0 0,1 0 0 0 0,0 0-1 0 0,-1 0 1 0 0,2 0 0 0 0,-5 7-1 0 0,3-4-8 0 0,0 0 1 0 0,0 1-1 0 0,0-1 1 0 0,1 1-1 0 0,0 0 0 0 0,1-1 1 0 0,0 1-1 0 0,0 1 0 0 0,0-1 1 0 0,1 0-1 0 0,1 0 0 0 0,-1 14 1 0 0,2-18 7 0 0,0 0 1 0 0,-1 0-1 0 0,1 0 1 0 0,1 0 0 0 0,-1 0-1 0 0,0 0 1 0 0,1-1-1 0 0,0 1 1 0 0,0-1 0 0 0,0 1-1 0 0,0-1 1 0 0,1 1-1 0 0,-1-1 1 0 0,1 0 0 0 0,0 0-1 0 0,5 4 1 0 0,-3-4 6 0 0,0 1 0 0 0,1-1 0 0 0,-1-1 0 0 0,0 1 0 0 0,1-1 0 0 0,0 0 0 0 0,0 0 0 0 0,0 0 0 0 0,-1-1-1 0 0,10 1 1 0 0,-3-1 7 0 0,0-1 0 0 0,-1 0 0 0 0,1-1 0 0 0,0 0 0 0 0,0-1-1 0 0,0 0 1 0 0,-1 0 0 0 0,1-2 0 0 0,-1 1 0 0 0,21-11-1 0 0,-22 8-10 0 0,0-1-1 0 0,0 0 1 0 0,-1 0-1 0 0,0-1 1 0 0,0-1-1 0 0,-1 1 0 0 0,0-1 1 0 0,-1-1-1 0 0,0 1 1 0 0,0-1-1 0 0,-1-1 0 0 0,6-13 1 0 0,-8 15 1 0 0,0 1 1 0 0,0-1-1 0 0,-2-1 1 0 0,1 1-1 0 0,-1 0 1 0 0,0-1-1 0 0,-1 1 0 0 0,0-1 1 0 0,0 0-1 0 0,-1 1 1 0 0,0-1-1 0 0,-1 0 1 0 0,0 1-1 0 0,-1-1 1 0 0,-4-13-1 0 0,5 19-20 0 0,-1 0 0 0 0,1 0 0 0 0,-1 0 0 0 0,0 0 0 0 0,0 1 0 0 0,-1-1 0 0 0,1 1 0 0 0,-1-1 0 0 0,1 1 1 0 0,-1 0-1 0 0,0 0 0 0 0,-1 0 0 0 0,1 0 0 0 0,0 1 0 0 0,-1-1 0 0 0,1 1 0 0 0,-7-3 0 0 0,4 3 9 0 0,1 0 0 0 0,0 1-1 0 0,-1 0 1 0 0,0 0 0 0 0,1 0 0 0 0,-1 0 0 0 0,1 1 0 0 0,-1 0 0 0 0,0 0 0 0 0,1 1-1 0 0,-12 2 1 0 0,6 0-80 0 0,1 0 0 0 0,-1 0-1 0 0,1 1 1 0 0,0 1 0 0 0,0 0-1 0 0,0 0 1 0 0,1 1 0 0 0,0 0-1 0 0,0 1 1 0 0,0-1 0 0 0,1 2-1 0 0,0-1 1 0 0,-8 11 0 0 0,13-15-93 0 0,1 1 1 0 0,-1 0 0 0 0,1 0 0 0 0,-1 1-1 0 0,1-1 1 0 0,0 0 0 0 0,1 1-1 0 0,-1-1 1 0 0,1 1 0 0 0,0-1-1 0 0,0 1 1 0 0,0 0 0 0 0,1 0 0 0 0,0-1-1 0 0,0 1 1 0 0,0 0 0 0 0,1 8-1 0 0,0-9-264 0 0,1 0-1 0 0,-1 0 1 0 0,1 0-1 0 0,0 0 1 0 0,0 0-1 0 0,0 0 1 0 0,0 0-1 0 0,1-1 0 0 0,-1 1 1 0 0,1-1-1 0 0,0 0 1 0 0,0 0-1 0 0,0 0 1 0 0,1 0-1 0 0,-1 0 1 0 0,1-1-1 0 0,-1 1 0 0 0,1-1 1 0 0,6 3-1 0 0,8 2-4244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53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70 189 1904 0 0,'0'-1'221'0'0,"19"-20"7476"0"0,28-43 1145 0 0,-61 83-8510 0 0,-3 5-221 0 0,0-1 0 0 0,2 2-1 0 0,0 0 1 0 0,2 1-1 0 0,1 1 1 0 0,-16 50-1 0 0,27-73-90 0 0,0 0 0 0 0,0 1-1 0 0,1-1 1 0 0,-1 0 0 0 0,1 1-1 0 0,0-1 1 0 0,0 1 0 0 0,0-1-1 0 0,1 0 1 0 0,1 6 0 0 0,-1-8-8 0 0,-1 0 0 0 0,1 1 1 0 0,0-1-1 0 0,0 0 1 0 0,1 0-1 0 0,-1-1 1 0 0,0 1-1 0 0,1 0 0 0 0,-1 0 1 0 0,1-1-1 0 0,0 1 1 0 0,-1-1-1 0 0,1 1 0 0 0,0-1 1 0 0,0 0-1 0 0,0 0 1 0 0,0 1-1 0 0,0-1 0 0 0,0-1 1 0 0,0 1-1 0 0,1 0 1 0 0,-1 0-1 0 0,3 0 1 0 0,0 0-6 0 0,0-1 1 0 0,0 1 0 0 0,0-1 0 0 0,0 0 0 0 0,0 0 0 0 0,0 0-1 0 0,0-1 1 0 0,0 1 0 0 0,0-1 0 0 0,0-1 0 0 0,0 1 0 0 0,6-3-1 0 0,-3 0 2 0 0,1-1 0 0 0,-1 1-1 0 0,1-2 1 0 0,-2 1-1 0 0,15-13 1 0 0,1-6-7 0 0,0-1 1 0 0,32-49-1 0 0,-46 62-5 0 0,41-63 464 0 0,-49 73-479 0 0,-2 9-34 0 0,0 0 43 0 0,-1 0 0 0 0,1 0 0 0 0,-2 0 1 0 0,1 0-1 0 0,-4 7 0 0 0,-3 10 5 0 0,4-12 6 0 0,2 1 0 0 0,0-1 0 0 0,0 1 0 0 0,1 0 0 0 0,0 17-1 0 0,2-27 7 0 0,0 0-1 0 0,0 0 0 0 0,0 0 0 0 0,1 0 0 0 0,-1 0 0 0 0,1 0 1 0 0,0 0-1 0 0,0 0 0 0 0,0 0 0 0 0,0 0 0 0 0,1 0 0 0 0,-1-1 1 0 0,1 1-1 0 0,0-1 0 0 0,0 1 0 0 0,-1-1 0 0 0,2 1 0 0 0,-1-1 1 0 0,0 0-1 0 0,0 0 0 0 0,1 0 0 0 0,-1-1 0 0 0,1 1 0 0 0,-1 0 1 0 0,1-1-1 0 0,0 0 0 0 0,0 1 0 0 0,3 0 0 0 0,4 0 9 0 0,-1 1 1 0 0,1-2-1 0 0,0 1 0 0 0,1-1 0 0 0,-1-1 0 0 0,0 0 0 0 0,0 0 1 0 0,0-1-1 0 0,0 0 0 0 0,0-1 0 0 0,0 0 0 0 0,-1-1 0 0 0,1 0 1 0 0,0 0-1 0 0,-1-1 0 0 0,0 0 0 0 0,12-8 0 0 0,-1 0 3 0 0,-1 0 0 0 0,-1-2-1 0 0,0 0 1 0 0,-1-1 0 0 0,0 0 0 0 0,25-32-1 0 0,-34 36-22 0 0,0-1 0 0 0,-1 0 0 0 0,0 0 0 0 0,0-1 0 0 0,-1 1 0 0 0,4-17 0 0 0,-8 22-4 0 0,0 1 0 0 0,0 0 0 0 0,-1-1 0 0 0,1 1 0 0 0,-2-1-1 0 0,1 0 1 0 0,-1 1 0 0 0,0-1 0 0 0,0 0 0 0 0,-1 1 0 0 0,0-1 0 0 0,0 1 0 0 0,0-1 0 0 0,-1 1-1 0 0,-3-8 1 0 0,3 10-3 0 0,-1 1 0 0 0,1-1 0 0 0,-1 1 0 0 0,0 0 0 0 0,0-1-1 0 0,0 1 1 0 0,0 1 0 0 0,0-1 0 0 0,-1 0 0 0 0,1 1 0 0 0,-1 0-1 0 0,0-1 1 0 0,0 2 0 0 0,1-1 0 0 0,-2 0 0 0 0,1 1 0 0 0,0 0 0 0 0,0 0-1 0 0,0 0 1 0 0,-7-1 0 0 0,5 2-11 0 0,-1-1 0 0 0,1 1 0 0 0,-1 0 0 0 0,1 0 0 0 0,-1 1 0 0 0,1 0-1 0 0,-1 0 1 0 0,1 0 0 0 0,0 1 0 0 0,0 0 0 0 0,0 0 0 0 0,-10 6 0 0 0,13-6 9 0 0,2-1 14 0 0,0 0 1 0 0,0-1-1 0 0,1 1 1 0 0,-1 0 0 0 0,0 0-1 0 0,1-1 1 0 0,-1 1 0 0 0,0 0-1 0 0,1 0 1 0 0,-1 0 0 0 0,1 0-1 0 0,0 0 1 0 0,-1 0-1 0 0,1 0 1 0 0,0 0 0 0 0,-1 0-1 0 0,1 0 1 0 0,0 0 0 0 0,0 0-1 0 0,0 0 1 0 0,0 0-1 0 0,0 0 1 0 0,0 0 0 0 0,0 0-1 0 0,0 0 1 0 0,1 0 0 0 0,-1 0-1 0 0,0 0 1 0 0,1 0-1 0 0,-1 0 1 0 0,0 0 0 0 0,1 0-1 0 0,-1-1 1 0 0,1 1 0 0 0,0 0-1 0 0,-1 0 1 0 0,1 0 0 0 0,-1-1-1 0 0,1 1 1 0 0,0 0-1 0 0,0 0 1 0 0,0-1 0 0 0,-1 1-1 0 0,1-1 1 0 0,0 1 0 0 0,1 0-1 0 0,4 3-20 0 0,1-1-1 0 0,-1 0 0 0 0,1 0 1 0 0,0-1-1 0 0,0 1 1 0 0,0-1-1 0 0,0-1 1 0 0,0 1-1 0 0,11 0 0 0 0,70-1-1514 0 0,-74-2 1099 0 0,102-10-3725 0 0,-40-3-1832 0 0,-33 6-88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53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319 181 2384 0 0,'26'-31'3701'0'0,"22"-29"1668"0"0,-43 53-4659 0 0,-1 0 0 0 0,1 0 0 0 0,-2-1 0 0 0,1 1 0 0 0,-1-1 0 0 0,4-13 0 0 0,-7 20-686 0 0,0 0-1 0 0,0 0 0 0 0,1 0 1 0 0,-1 1-1 0 0,0-1 0 0 0,0 0 1 0 0,0 0-1 0 0,0 0 0 0 0,0 1 1 0 0,-1-1-1 0 0,1 0 0 0 0,0 0 1 0 0,0 1-1 0 0,0-1 1 0 0,-1 0-1 0 0,1 0 0 0 0,0 1 1 0 0,-1-1-1 0 0,1 0 0 0 0,-1 1 1 0 0,1-1-1 0 0,-1 0 0 0 0,1 1 1 0 0,-1-1-1 0 0,1 1 1 0 0,-1-1-1 0 0,0 1 0 0 0,1-1 1 0 0,-1 1-1 0 0,0-1 0 0 0,1 1 1 0 0,-1-1-1 0 0,0 1 0 0 0,0 0 1 0 0,1 0-1 0 0,-1-1 1 0 0,0 1-1 0 0,0 0 0 0 0,1 0 1 0 0,-1 0-1 0 0,0 0 0 0 0,0 0 1 0 0,0 0-1 0 0,1 0 0 0 0,-1 0 1 0 0,0 0-1 0 0,-1 1 1 0 0,-3-1-2 0 0,0 0 1 0 0,0 1 0 0 0,0 0-1 0 0,0 0 1 0 0,-8 3 0 0 0,-18 11 5 0 0,0 0 0 0 0,2 3 1 0 0,0 0-1 0 0,1 2 0 0 0,1 0 0 0 0,0 3 1 0 0,2 0-1 0 0,1 1 0 0 0,1 1 1 0 0,-29 41-1 0 0,47-58-28 0 0,0-1 0 0 0,0 1 0 0 0,1 0 0 0 0,0 0 0 0 0,1 0-1 0 0,-5 15 1 0 0,7-21 4 0 0,1 0-1 0 0,0 0 0 0 0,-1 0 0 0 0,1 0 0 0 0,0 1 0 0 0,0-1 1 0 0,0 0-1 0 0,0 0 0 0 0,0 0 0 0 0,0 0 0 0 0,1 1 1 0 0,-1-1-1 0 0,1 0 0 0 0,0 0 0 0 0,-1 0 0 0 0,1 0 1 0 0,0 0-1 0 0,0 0 0 0 0,0 0 0 0 0,0-1 0 0 0,1 1 1 0 0,-1 0-1 0 0,0-1 0 0 0,1 1 0 0 0,0 0 0 0 0,-1-1 1 0 0,1 0-1 0 0,0 1 0 0 0,-1-1 0 0 0,1 0 0 0 0,0 0 0 0 0,2 1 1 0 0,3 1-6 0 0,0-1 0 0 0,1 0 1 0 0,-1-1-1 0 0,0 1 0 0 0,0-2 1 0 0,1 1-1 0 0,-1-1 0 0 0,1 0 1 0 0,-1 0-1 0 0,0-1 1 0 0,1 0-1 0 0,-1 0 0 0 0,0-1 1 0 0,0 0-1 0 0,14-5 0 0 0,-4 0-5 0 0,0-1 0 0 0,-1 0 0 0 0,0-1 0 0 0,0-1 0 0 0,17-15 0 0 0,-5 0 5 0 0,-2-1 0 0 0,-1-2-1 0 0,34-47 1 0 0,-6 7-52 0 0,-51 67 6 0 0,-1 0 6 0 0,-1 0 40 0 0,0 1 0 0 0,0 0 0 0 0,1 0 0 0 0,-1 0 0 0 0,0-1 0 0 0,0 1 1 0 0,1 0-1 0 0,-1 0 0 0 0,0 0 0 0 0,1-1 0 0 0,-1 1 0 0 0,0 0 0 0 0,0 0 0 0 0,1 0 0 0 0,-1 0 0 0 0,0 0 0 0 0,1 0 0 0 0,-1 0 1 0 0,0 0-1 0 0,1 0 0 0 0,-1 0 0 0 0,0 0 0 0 0,1 0 0 0 0,-1 0 0 0 0,0 0 0 0 0,1 0 0 0 0,-1 0 0 0 0,1 2 2 0 0,0 0 0 0 0,0 0 0 0 0,0 0-1 0 0,0 0 1 0 0,0 0 0 0 0,-1 0 0 0 0,1 0-1 0 0,-1 0 1 0 0,1 0 0 0 0,-1 0 0 0 0,0 0-1 0 0,0 0 1 0 0,0 1 0 0 0,0-1 0 0 0,0 0-1 0 0,0 0 1 0 0,0 0 0 0 0,-1 0 0 0 0,-1 4-1 0 0,0 4 7 0 0,-1 8-9 0 0,-5 51-1476 0 0,8-61 675 0 0,-1 0 0 0 0,2 0 0 0 0,-1-1 0 0 0,1 1 0 0 0,0 0 1 0 0,3 10-1 0 0,4-6-3941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54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2380 0 0,'27'-18'3557'0'0,"-18"10"-2701"0"0,1 1 0 0 0,0 1 1 0 0,0 0-1 0 0,0 0 0 0 0,0 1 1 0 0,1 0-1 0 0,0 1 1 0 0,20-5-1 0 0,-27 9-808 0 0,-1-1 0 0 0,1 1-1 0 0,-1 0 1 0 0,1 0 0 0 0,0 1 0 0 0,-1-1 0 0 0,1 1 0 0 0,-1 0 0 0 0,1 0-1 0 0,-1 0 1 0 0,1 0 0 0 0,-1 1 0 0 0,0-1 0 0 0,1 1 0 0 0,-1 0-1 0 0,0 0 1 0 0,0 0 0 0 0,0 0 0 0 0,-1 1 0 0 0,1-1 0 0 0,0 1-1 0 0,-1-1 1 0 0,0 1 0 0 0,1 0 0 0 0,2 6 0 0 0,0 0 10 0 0,0 0 0 0 0,-1 0 1 0 0,0 1-1 0 0,0-1 0 0 0,-1 1 1 0 0,-1 0-1 0 0,3 16 0 0 0,-4-19 27 0 0,-1 1 0 0 0,0-1 0 0 0,0 1 0 0 0,0-1 0 0 0,-1 1 0 0 0,-1-1 0 0 0,1 0 0 0 0,-1 1 0 0 0,0-1 0 0 0,-1 0 0 0 0,1 0 0 0 0,-2 0 0 0 0,1-1 0 0 0,-1 1 0 0 0,0-1 0 0 0,-7 10 0 0 0,10-15 99 0 0,1-1-177 0 0,-1 0 1 0 0,1 0-1 0 0,-1 0 0 0 0,1 0 1 0 0,-1 0-1 0 0,1-1 0 0 0,-1 1 1 0 0,1 0-1 0 0,0 0 0 0 0,-1 0 1 0 0,1 0-1 0 0,-1-1 0 0 0,1 1 1 0 0,-1 0-1 0 0,1 0 0 0 0,0-1 1 0 0,-1 1-1 0 0,1 0 0 0 0,0 0 1 0 0,-1-1-1 0 0,1 1 0 0 0,0-1 1 0 0,-1 1-1 0 0,1 0 0 0 0,0-1 1 0 0,0 1-1 0 0,0-1 0 0 0,-1 1 1 0 0,1-1-1 0 0,0-17 77 0 0,11-16-23 0 0,-5 23-59 0 0,1 0 1 0 0,0 0-1 0 0,1 0 1 0 0,0 1 0 0 0,1 0-1 0 0,0 1 1 0 0,0 0 0 0 0,1 0-1 0 0,0 1 1 0 0,1 0-1 0 0,14-8 1 0 0,-9 7-2 0 0,1 1-1 0 0,-1 1 1 0 0,1 1-1 0 0,0 0 0 0 0,0 1 1 0 0,1 0-1 0 0,26-2 1 0 0,-39 7 3 0 0,-1-1-1 0 0,1 1 1 0 0,0 0 0 0 0,0 0 0 0 0,-1 1-1 0 0,1 0 1 0 0,0-1 0 0 0,-1 2 0 0 0,1-1-1 0 0,0 0 1 0 0,-1 1 0 0 0,0 0 0 0 0,9 4-1 0 0,-11-4 6 0 0,1 0 1 0 0,-1 0-1 0 0,0 0 0 0 0,1 0 0 0 0,-1 0 0 0 0,0 1 0 0 0,-1-1 0 0 0,1 1 0 0 0,0-1 0 0 0,-1 1 0 0 0,1 0 0 0 0,-1-1 0 0 0,0 1 0 0 0,0 0 0 0 0,0 0 1 0 0,0 0-1 0 0,0 0 0 0 0,-1 0 0 0 0,1 0 0 0 0,-1 0 0 0 0,0 4 0 0 0,-1 2 0 0 0,0 0 0 0 0,0 0 1 0 0,-1 0-1 0 0,0 0 0 0 0,-1 0 0 0 0,-4 9 0 0 0,4-10-482 0 0,0 0-1 0 0,0 1 1 0 0,1-1 0 0 0,0 1-1 0 0,1 0 1 0 0,-1 9-1 0 0,2-16 144 0 0,0 0-1 0 0,1 0 0 0 0,-1 0 1 0 0,1 0-1 0 0,-1 0 0 0 0,1 0 0 0 0,0 0 1 0 0,0 0-1 0 0,0 0 0 0 0,0 0 1 0 0,0 0-1 0 0,0 0 0 0 0,0 0 1 0 0,1-1-1 0 0,-1 1 0 0 0,1-1 0 0 0,-1 1 1 0 0,1-1-1 0 0,0 0 0 0 0,0 1 1 0 0,-1-1-1 0 0,1 0 0 0 0,3 1 1 0 0,7 3-3715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54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287 593 244 0 0,'19'-20'3046'0'0,"0"0"-1"0"0,-2-1 1 0 0,0-1-1 0 0,-1 0 1 0 0,20-41-1 0 0,-35 62-2974 0 0,0 0-1 0 0,-1 0 1 0 0,1 0-1 0 0,-1 0 1 0 0,1 0-1 0 0,-1-1 1 0 0,0 1-1 0 0,1 0 1 0 0,-1 0 0 0 0,0 0-1 0 0,0-1 1 0 0,0 1-1 0 0,0 0 1 0 0,0 0-1 0 0,0-2 1 0 0,0 2-44 0 0,0 0-1 0 0,-1 1 1 0 0,1-1-1 0 0,0 1 1 0 0,-1-1 0 0 0,1 1-1 0 0,0-1 1 0 0,-1 0-1 0 0,1 1 1 0 0,-1-1 0 0 0,1 1-1 0 0,-1 0 1 0 0,1-1 0 0 0,-1 1-1 0 0,1-1 1 0 0,-1 1-1 0 0,0 0 1 0 0,1-1 0 0 0,-1 1-1 0 0,0-1 1 0 0,-2 1-12 0 0,0-1 1 0 0,0 1-1 0 0,1 0 1 0 0,-1-1-1 0 0,0 1 1 0 0,0 0-1 0 0,0 1 1 0 0,1-1-1 0 0,-1 0 0 0 0,0 1 1 0 0,0 0-1 0 0,-3 1 1 0 0,-22 9 14 0 0,1 2 0 0 0,0 1 0 0 0,-45 32 0 0 0,30-15-31 0 0,-51 50 0 0 0,80-69-15 0 0,0 2 0 0 0,-13 16 0 0 0,23-26 20 0 0,1-1 0 0 0,-1 1 0 0 0,1 0 0 0 0,-1 0 0 0 0,1 0 0 0 0,0 1 0 0 0,1-1 0 0 0,-1 0 0 0 0,1 1 0 0 0,0 0-1 0 0,0-1 1 0 0,0 1 0 0 0,1-1 0 0 0,0 6 0 0 0,0-8 1 0 0,1 0 0 0 0,-1 0 0 0 0,1 0 0 0 0,0-1 0 0 0,0 1 0 0 0,0 0 0 0 0,0-1 0 0 0,0 1 0 0 0,0 0 0 0 0,0-1 0 0 0,0 0 0 0 0,1 1 0 0 0,-1-1 0 0 0,1 0 0 0 0,-1 1 0 0 0,1-1 0 0 0,-1 0 0 0 0,1 0 0 0 0,0 0 0 0 0,-1 0 0 0 0,1-1 0 0 0,0 1 0 0 0,0 0 0 0 0,0-1 0 0 0,0 1 0 0 0,-1-1 0 0 0,1 0 0 0 0,0 0 0 0 0,3 1 0 0 0,2-1 6 0 0,1 1 1 0 0,-1-1-1 0 0,1 0 1 0 0,-1 0 0 0 0,1-1-1 0 0,9-2 1 0 0,6-3 4 0 0,0-2 1 0 0,-1 0-1 0 0,0-2 1 0 0,-1 0-1 0 0,0-2 1 0 0,31-21-1 0 0,-13 3-32 0 0,-2-1 0 0 0,40-43 0 0 0,-38 31-123 0 0,-2-1 1 0 0,40-62-1 0 0,50-106-180 0 0,-72 99 678 0 0,-55 113-360 0 0,1-1 1 0 0,-1 1 0 0 0,0 0-1 0 0,0 0 1 0 0,0-1 0 0 0,1 1-1 0 0,-1 0 1 0 0,0-1 0 0 0,0 1-1 0 0,0 0 1 0 0,0 0 0 0 0,0-1-1 0 0,0 1 1 0 0,0 0 0 0 0,0-1-1 0 0,0 1 1 0 0,0 0 0 0 0,0-1-1 0 0,0 1 1 0 0,0 0 0 0 0,0-1-1 0 0,0 1 1 0 0,0 0 0 0 0,0-1-1 0 0,0 1 1 0 0,0 0 0 0 0,-1 0-1 0 0,1-1 1 0 0,0 1 0 0 0,0-1-1 0 0,-9 3-21 0 0,-11 11-11 0 0,0 4 45 0 0,2 1-1 0 0,0 1 0 0 0,1 1 1 0 0,1 0-1 0 0,-24 39 0 0 0,12-8 29 0 0,-33 78 0 0 0,52-107-16 0 0,2 0 0 0 0,-9 40 0 0 0,14-54-198 0 0,0 0 0 0 0,1 1 0 0 0,1-1 0 0 0,-1 0 0 0 0,1 0 0 0 0,1 1 0 0 0,-1-1 0 0 0,2 0 0 0 0,-1 0 1 0 0,1 0-1 0 0,3 10 0 0 0,-2-13-135 0 0,-1 0 0 0 0,1-1 0 0 0,0 1 0 0 0,1-1 0 0 0,-1 0 1 0 0,1 0-1 0 0,-1 0 0 0 0,1 0 0 0 0,0-1 0 0 0,1 1 0 0 0,6 3 1 0 0,1 0-1434 0 0,0-1 1 0 0,1 0-1 0 0,18 5 1 0 0,1 0-3707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56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217 251 1156 0 0,'12'-17'6061'0'0,"21"-36"0"0"0,-19 28-2861 0 0,-15 25-3183 0 0,1-1 0 0 0,-1 1 0 0 0,0 0 1 0 0,1-1-1 0 0,-1 1 0 0 0,0 0 1 0 0,0-1-1 0 0,1 1 0 0 0,-1 0 0 0 0,0 0 1 0 0,0 0-1 0 0,0 0 0 0 0,1 0 1 0 0,-1 0-1 0 0,0 0 0 0 0,0 0 1 0 0,0 0-1 0 0,-25 15 36 0 0,2 2 0 0 0,0 0 0 0 0,1 2 0 0 0,0 0 0 0 0,2 1 0 0 0,1 2 0 0 0,0 0 0 0 0,2 1 0 0 0,-21 34 0 0 0,35-52-50 0 0,1 1 0 0 0,0 0 0 0 0,0 0 0 0 0,1 0 0 0 0,0 1 0 0 0,0-1 0 0 0,1 1 1 0 0,-1-1-1 0 0,1 1 0 0 0,1-1 0 0 0,-1 10 0 0 0,1-13-34 0 0,1 0 1 0 0,-1 1 0 0 0,1-1-1 0 0,0 0 1 0 0,0 1-1 0 0,0-1 1 0 0,0 0 0 0 0,1 0-1 0 0,-1 0 1 0 0,1 0-1 0 0,-1 0 1 0 0,1 0 0 0 0,0 0-1 0 0,1-1 1 0 0,-1 1-1 0 0,0-1 1 0 0,1 1 0 0 0,-1-1-1 0 0,1 0 1 0 0,0 0-1 0 0,0 0 1 0 0,-1 0 0 0 0,7 2-1 0 0,5 2-200 0 0,0-1 0 0 0,0 0-1 0 0,1-1 1 0 0,0-1 0 0 0,0 0 0 0 0,0-1-1 0 0,0-1 1 0 0,0 0 0 0 0,0-1 0 0 0,0-1-1 0 0,0 0 1 0 0,0-1 0 0 0,0 0 0 0 0,0-1-1 0 0,-1-1 1 0 0,1-1 0 0 0,-1 0 0 0 0,19-10-1 0 0,-9 4 210 0 0,-1-2 0 0 0,-1-1 0 0 0,0-1 0 0 0,-1 0 0 0 0,0-2 0 0 0,-2 0 0 0 0,0-2 0 0 0,-1 0 0 0 0,28-38 0 0 0,-23 24 1381 0 0,-1-1-1 0 0,27-58 0 0 0,-48 90-1203 0 0,-4 0-77 0 0,3 2-77 0 0,0 0 0 0 0,0-1 0 0 0,-1 1 0 0 0,1 0 0 0 0,0 0 0 0 0,0 0 0 0 0,0 0 0 0 0,0-1 0 0 0,-1 1 0 0 0,1 0 0 0 0,0 0 0 0 0,0 0 0 0 0,0 0 0 0 0,-1 0 0 0 0,1 0 0 0 0,0 0 0 0 0,0-1 0 0 0,0 1 0 0 0,-1 0 0 0 0,1 0 0 0 0,0 0 0 0 0,0 0 0 0 0,0 0 0 0 0,-1 0 0 0 0,1 0 0 0 0,0 0 0 0 0,0 0 0 0 0,-1 0 0 0 0,1 0 0 0 0,0 1 0 0 0,0-1 0 0 0,0 0 0 0 0,-1 0 0 0 0,1 0 0 0 0,0 0 0 0 0,0 0 0 0 0,0 0 0 0 0,-1 1 0 0 0,-12 8 35 0 0,1 1 0 0 0,0 1 0 0 0,1 0 0 0 0,0 1-1 0 0,0 0 1 0 0,-12 20 0 0 0,11-14-23 0 0,1 2 1 0 0,0-1-1 0 0,1 2 1 0 0,-8 24-1 0 0,16-40-1 0 0,0 0-1 0 0,1 0 1 0 0,0 0 0 0 0,0 0-1 0 0,0 0 1 0 0,1 0 0 0 0,-1 1-1 0 0,1-1 1 0 0,0 0 0 0 0,1 0-1 0 0,-1 1 1 0 0,1-1 0 0 0,0 0-1 0 0,0 0 1 0 0,1 0 0 0 0,0 0-1 0 0,0 0 1 0 0,0-1 0 0 0,0 1-1 0 0,1 0 1 0 0,-1-1 0 0 0,1 1-1 0 0,0-1 1 0 0,1 0 0 0 0,-1 0-1 0 0,1-1 1 0 0,0 1 0 0 0,0-1-1 0 0,0 1 1 0 0,0-1 0 0 0,0 0-1 0 0,1-1 1 0 0,-1 1 0 0 0,1-1 0 0 0,0 0-1 0 0,0 0 1 0 0,0 0 0 0 0,6 0-1 0 0,-4 0 7 0 0,1 0-1 0 0,0-1 0 0 0,0-1 1 0 0,0 1-1 0 0,-1-1 0 0 0,1-1 1 0 0,0 1-1 0 0,0-1 0 0 0,0-1 1 0 0,-1 0-1 0 0,1 0 0 0 0,10-4 0 0 0,-8 1 0 0 0,0 0 0 0 0,0 0 0 0 0,-1-1 0 0 0,0 0 0 0 0,0-1 0 0 0,0 0 0 0 0,-1 0 0 0 0,9-11-1 0 0,-5 4-6 0 0,0-1-1 0 0,-2-1 0 0 0,1 0 0 0 0,-2 0 0 0 0,0-1 0 0 0,-1 0 1 0 0,-1 0-1 0 0,0-1 0 0 0,-2 0 0 0 0,5-22 0 0 0,-8 31-8 0 0,-1 0-1 0 0,0 0 1 0 0,-1 0-1 0 0,0 0 1 0 0,0 0-1 0 0,-1 0 1 0 0,0 1-1 0 0,-5-17 1 0 0,5 22-8 0 0,0 0 1 0 0,0 0 0 0 0,0 0 0 0 0,0 0-1 0 0,-1 0 1 0 0,1 0 0 0 0,-1 1 0 0 0,0-1-1 0 0,0 1 1 0 0,0-1 0 0 0,0 1 0 0 0,0 0-1 0 0,-1-1 1 0 0,1 1 0 0 0,-1 0 0 0 0,1 1-1 0 0,-1-1 1 0 0,0 0 0 0 0,0 1 0 0 0,0-1-1 0 0,1 1 1 0 0,-1 0 0 0 0,-1 0 0 0 0,1 0-1 0 0,0 1 1 0 0,0-1 0 0 0,-5 0 0 0 0,-2 1-3 0 0,0 1 0 0 0,0 0 1 0 0,0 0-1 0 0,0 1 1 0 0,1 0-1 0 0,-1 0 1 0 0,1 1-1 0 0,-1 1 1 0 0,-15 7-1 0 0,18-7 4 0 0,1-1-1 0 0,0 1 1 0 0,-1 0-1 0 0,2 1 1 0 0,-1-1-1 0 0,0 1 1 0 0,1 0-1 0 0,0 1 1 0 0,0-1-1 0 0,0 1 1 0 0,1 0 0 0 0,0 0-1 0 0,-6 13 1 0 0,8-17-4 0 0,1 1 1 0 0,1-1 0 0 0,-1 1 0 0 0,0-1-1 0 0,1 1 1 0 0,-1-1 0 0 0,1 1 0 0 0,0-1 0 0 0,0 1-1 0 0,0-1 1 0 0,0 1 0 0 0,0-1 0 0 0,0 1-1 0 0,1 0 1 0 0,-1-1 0 0 0,1 1 0 0 0,0-1-1 0 0,0 0 1 0 0,0 1 0 0 0,1 2 0 0 0,1-1-25 0 0,-1-1 0 0 0,1 0 0 0 0,0 0 0 0 0,0 0 0 0 0,0-1 0 0 0,0 1 0 0 0,0-1 0 0 0,1 1 0 0 0,-1-1 0 0 0,1 0 0 0 0,6 2 0 0 0,7 2-112 0 0,0-1 0 0 0,0 0 0 0 0,1-1 0 0 0,29 2 0 0 0,-8-3-151 0 0,1-1-1 0 0,0-2 1 0 0,-1-2-1 0 0,1-2 1 0 0,-1-1-1 0 0,0-2 1 0 0,0-2-1 0 0,-1-1 1 0 0,0-3-1 0 0,0 0 1 0 0,-2-3-1 0 0,0-1 1 0 0,37-23-1 0 0,-44 18 1010 0 0,-1-1 0 0 0,-1-1 0 0 0,0-1 0 0 0,44-57 1 0 0,-43 48 941 0 0,-26 32-1449 0 0,-3 17-163 0 0,-4 1-25 0 0,-1-1 0 0 0,0 0-1 0 0,-1-1 1 0 0,-12 20 0 0 0,-5 10 17 0 0,10-15-12 0 0,-36 79-51 0 0,44-92 44 0 0,1-1 1 0 0,0 1-1 0 0,1 0 1 0 0,-3 33-1 0 0,6-46-14 0 0,1-1-1 0 0,0 1 0 0 0,0 0 0 0 0,0 0 1 0 0,1 0-1 0 0,-1 0 0 0 0,1 0 1 0 0,-1 0-1 0 0,1-1 0 0 0,0 1 1 0 0,0 0-1 0 0,0-1 0 0 0,1 1 0 0 0,-1 0 1 0 0,1-1-1 0 0,-1 0 0 0 0,1 1 1 0 0,0-1-1 0 0,0 0 0 0 0,0 0 1 0 0,0 0-1 0 0,0 0 0 0 0,0 0 0 0 0,1 0 1 0 0,-1-1-1 0 0,0 1 0 0 0,1-1 1 0 0,0 1-1 0 0,-1-1 0 0 0,1 0 0 0 0,0 0 1 0 0,-1-1-1 0 0,1 1 0 0 0,0 0 1 0 0,0-1-1 0 0,4 1 0 0 0,3 0-74 0 0,1-1 0 0 0,0 0 0 0 0,-1 0 0 0 0,1-1 0 0 0,-1-1 0 0 0,1 1 0 0 0,-1-2 1 0 0,18-5-1 0 0,-10 0-9 0 0,1 0 1 0 0,-2-2 0 0 0,1 0 0 0 0,-1-1 0 0 0,-1-1 0 0 0,21-17-1 0 0,80-92 533 0 0,-87 88 166 0 0,-14 13 74 0 0,13-15 50 0 0,-28 34-751 0 0,-1 2 7 0 0,1 1 2 0 0,-1 0 1 0 0,0-1-1 0 0,0 1 0 0 0,0-1 0 0 0,-1 1 0 0 0,1-1 0 0 0,0 1 1 0 0,-1-1-1 0 0,1 1 0 0 0,-2 2 0 0 0,-16 42 39 0 0,10-27-33 0 0,0 1 0 0 0,1-1 0 0 0,1 1 0 0 0,1 0-1 0 0,0 1 1 0 0,-1 23 0 0 0,6-42-3 0 0,0 0 0 0 0,0 0 0 0 0,0 0 0 0 0,0-1 0 0 0,0 1 0 0 0,1 0 0 0 0,-1 0 0 0 0,1 0 0 0 0,-1-1 0 0 0,1 1 0 0 0,-1 0 0 0 0,1-1 0 0 0,0 1 0 0 0,0-1 0 0 0,0 1 0 0 0,0-1 0 0 0,0 1 0 0 0,0-1 0 0 0,0 1 0 0 0,1-1 0 0 0,-1 0 0 0 0,0 0 0 0 0,1 0 0 0 0,-1 0 0 0 0,4 2 0 0 0,0-2-78 0 0,0 0 0 0 0,1 0 0 0 0,-1 0-1 0 0,0-1 1 0 0,0 0 0 0 0,1 0 0 0 0,-1 0 0 0 0,0-1 0 0 0,1 0 0 0 0,-1 0-1 0 0,0 0 1 0 0,0-1 0 0 0,0 1 0 0 0,0-1 0 0 0,0 0 0 0 0,0-1-1 0 0,-1 1 1 0 0,8-6 0 0 0,8-6-135 0 0,-1-2-1 0 0,32-30 1 0 0,-33 28 186 0 0,8-9 131 0 0,34-47 0 0 0,-15 17 1711 0 0,-39 50-1712 0 0,-6 7-104 0 0,0 0 0 0 0,0 0 1 0 0,0 0-1 0 0,0 0 0 0 0,0 0 1 0 0,0 0-1 0 0,0 0 0 0 0,0 1 1 0 0,0-1-1 0 0,0 0 0 0 0,0 0 1 0 0,0 0-1 0 0,0 0 0 0 0,0 0 1 0 0,0 0-1 0 0,0 0 0 0 0,1 0 1 0 0,-1 0-1 0 0,0 0 0 0 0,0 0 1 0 0,0 0-1 0 0,0 0 0 0 0,0 0 1 0 0,0 0-1 0 0,0 0 0 0 0,0 0 1 0 0,0 0-1 0 0,0 0 0 0 0,0 0 1 0 0,1 1-1 0 0,-1-1 0 0 0,0 0 1 0 0,0 0-1 0 0,0 0 0 0 0,0 0 1 0 0,0-1-1 0 0,0 1 0 0 0,0 0 1 0 0,0 0-1 0 0,0 0 0 0 0,0 0 1 0 0,1 0-1 0 0,-1 0 0 0 0,0 0 1 0 0,0 0-1 0 0,0 0 0 0 0,0 0 1 0 0,0 0-1 0 0,0 0 0 0 0,0 0 1 0 0,1 3 5 0 0,-1-1-3 0 0,-1 1 0 0 0,0 0 0 0 0,1-1 0 0 0,-1 1-1 0 0,0-1 1 0 0,0 1 0 0 0,0-1 0 0 0,-1 1 0 0 0,1-1-1 0 0,0 1 1 0 0,-4 2 0 0 0,2 1 4 0 0,-4 6-34 0 0,-35 66 23 0 0,37-68-474 0 0,1 0 0 0 0,0 0-1 0 0,1 1 1 0 0,0-1 0 0 0,-2 21-1 0 0,6-12-589 0 0,-1-16 280 0 0,1 0 0 0 0,0-1 0 0 0,0 1 1 0 0,0 0-1 0 0,0 0 0 0 0,1-1 0 0 0,-1 1 0 0 0,1-1 0 0 0,0 1 0 0 0,2 2 1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3:57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65 1848 0 0,'35'-41'10967'0'0,"-34"41"-10929"0"0,0 0-1 0 0,0 0 0 0 0,-1 0 1 0 0,1 0-1 0 0,0 1 0 0 0,0-1 1 0 0,0 0-1 0 0,-1 0 0 0 0,1 1 1 0 0,0-1-1 0 0,0 0 0 0 0,-1 1 1 0 0,1-1-1 0 0,0 1 0 0 0,-1-1 1 0 0,1 1-1 0 0,0-1 0 0 0,-1 1 1 0 0,1 0-1 0 0,-1-1 1 0 0,1 1-1 0 0,-1 0 0 0 0,1-1 1 0 0,0 2-1 0 0,0 0 43 0 0,0 0 1 0 0,-1 1-1 0 0,1-1 1 0 0,0 1-1 0 0,-1-1 1 0 0,1 1-1 0 0,-1-1 1 0 0,0 4-1 0 0,0 3 167 0 0,0 0-1 0 0,-1 0 0 0 0,-3 16 1 0 0,1-9-108 0 0,-1 1 0 0 0,0-1 0 0 0,-2 1-1 0 0,0-1 1 0 0,-1-1 0 0 0,0 1 0 0 0,-1-1 0 0 0,-1-1 0 0 0,0 1 0 0 0,-20 22 0 0 0,2-15 220 0 0,25-21-304 0 0,0-1 4 0 0,1 1-53 0 0,1-1 0 0 0,-1 0-1 0 0,0 0 1 0 0,0 0-1 0 0,1 0 1 0 0,-1 0 0 0 0,0 0-1 0 0,0 0 1 0 0,1 0-1 0 0,-1 0 1 0 0,0-1 0 0 0,1 1-1 0 0,-1 0 1 0 0,0 0-1 0 0,0-1 1 0 0,0 1 0 0 0,0-3-3 0 0,0 1 1 0 0,1 0 0 0 0,-1-1-1 0 0,1 1 1 0 0,-1-1 0 0 0,1 1-1 0 0,0 0 1 0 0,0-1 0 0 0,0 1 0 0 0,0-1-1 0 0,1 1 1 0 0,-1-1 0 0 0,1 1-1 0 0,-1 0 1 0 0,1-1 0 0 0,0 1-1 0 0,0 0 1 0 0,0 0 0 0 0,0-1-1 0 0,0 1 1 0 0,0 0 0 0 0,1 0 0 0 0,2-3-1 0 0,4-6 3 0 0,0-1 0 0 0,19-17 0 0 0,-15 17-23 0 0,1 1 1 0 0,0 0 0 0 0,1 1 0 0 0,0 0 0 0 0,1 1 0 0 0,0 1-1 0 0,0 0 1 0 0,1 1 0 0 0,19-6 0 0 0,-28 11 4 0 0,0 0 0 0 0,0 0 0 0 0,0 1 0 0 0,1 0 0 0 0,-1 0-1 0 0,1 1 1 0 0,-1 0 0 0 0,0 0 0 0 0,1 0 0 0 0,-1 1 0 0 0,0 0 0 0 0,1 1 0 0 0,-1 0 0 0 0,0 0 0 0 0,0 0 0 0 0,0 1 0 0 0,-1 0 0 0 0,1 0 0 0 0,-1 1 0 0 0,1 0-1 0 0,-1 0 1 0 0,0 0 0 0 0,8 9 0 0 0,-7-7 15 0 0,0 1 0 0 0,0 1 1 0 0,-1-1-1 0 0,0 1 0 0 0,0 0 0 0 0,-1 1 0 0 0,0-1 0 0 0,-1 1 0 0 0,0 0 0 0 0,0 0 0 0 0,3 11 1 0 0,-7-18 15 0 0,0 1 1 0 0,1-1-1 0 0,-1 0 1 0 0,0 0 0 0 0,0 0-1 0 0,-1 1 1 0 0,1-1 0 0 0,0 0-1 0 0,-1 0 1 0 0,1 0 0 0 0,-1 0-1 0 0,0 1 1 0 0,0-1-1 0 0,0 0 1 0 0,0 0 0 0 0,0 0-1 0 0,0-1 1 0 0,0 1 0 0 0,-1 0-1 0 0,1 0 1 0 0,0-1 0 0 0,-1 1-1 0 0,0-1 1 0 0,1 1-1 0 0,-1-1 1 0 0,0 0 0 0 0,0 1-1 0 0,-3 0 1 0 0,3-1 57 0 0,-15 0 255 0 0,16-2-324 0 0,0 1 1 0 0,0-1-1 0 0,0 0 1 0 0,0 1-1 0 0,1-1 1 0 0,-1 0-1 0 0,0 0 1 0 0,0 0 0 0 0,0 0-1 0 0,1 0 1 0 0,-1 0-1 0 0,1 0 1 0 0,-1 0-1 0 0,0 0 1 0 0,1 0-1 0 0,0 0 1 0 0,-1 0-1 0 0,1 0 1 0 0,0 0 0 0 0,0-1-1 0 0,-1 1 1 0 0,1-2-1 0 0,0-1 2 0 0,1 1 0 0 0,-1-1-1 0 0,1 1 1 0 0,0-1 0 0 0,-1 1 0 0 0,1-1 0 0 0,3-5-1 0 0,3-4 8 0 0,0 0 0 0 0,17-22 0 0 0,-10 16-33 0 0,2 0 1 0 0,0 1-1 0 0,1 1 0 0 0,0 0 0 0 0,2 2 1 0 0,0 0-1 0 0,0 1 0 0 0,2 1 0 0 0,42-21 1 0 0,-52 29-17 0 0,1 1 1 0 0,0 0-1 0 0,-1 1 1 0 0,21-2-1 0 0,-26 4 17 0 0,0 0-1 0 0,0 1 0 0 0,0 1 1 0 0,0-1-1 0 0,1 1 1 0 0,-1 0-1 0 0,0 0 1 0 0,0 0-1 0 0,0 1 1 0 0,0 0-1 0 0,6 4 1 0 0,-9-5 26 0 0,1 1 0 0 0,-1 0 0 0 0,-1 1 0 0 0,1-1 0 0 0,0 0 1 0 0,0 1-1 0 0,-1 0 0 0 0,1 0 0 0 0,-1-1 0 0 0,0 1 0 0 0,0 1 1 0 0,0-1-1 0 0,0 0 0 0 0,-1 0 0 0 0,1 1 0 0 0,-1-1 0 0 0,0 1 1 0 0,0-1-1 0 0,0 1 0 0 0,0-1 0 0 0,-1 1 0 0 0,0 0 0 0 0,1-1 1 0 0,-2 7-1 0 0,0 8 117 0 0,0-1 0 0 0,-2 0 0 0 0,-8 32 1 0 0,7-35-119 0 0,-3 9 34 0 0,5-17-331 0 0,0-1 0 0 0,1 1-1 0 0,-1-1 1 0 0,1 1 0 0 0,0 8 0 0 0,1-13 128 0 0,0 0-1 0 0,0 0 1 0 0,0 0 0 0 0,0-1 0 0 0,1 1 0 0 0,-1 0-1 0 0,0 0 1 0 0,1-1 0 0 0,-1 1 0 0 0,1 0 0 0 0,-1-1-1 0 0,1 1 1 0 0,-1-1 0 0 0,1 1 0 0 0,-1 0 0 0 0,1-1-1 0 0,0 1 1 0 0,-1-1 0 0 0,1 1 0 0 0,0-1-1 0 0,-1 0 1 0 0,1 1 0 0 0,0-1 0 0 0,0 1 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01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56 2060 0 0,'18'-18'15591'0'0,"-18"19"-15508"0"0,0-1 1 0 0,0 0-1 0 0,0 0 0 0 0,0 0 1 0 0,0 1-1 0 0,0-1 0 0 0,0 0 1 0 0,0 0-1 0 0,0 0 0 0 0,0 1 0 0 0,0-1 1 0 0,1 32 931 0 0,-4-5-897 0 0,-1-1-1 0 0,-1 1 0 0 0,-17 48 0 0 0,4-26 80 0 0,-26 48 0 0 0,37-89-27 0 0,3-11 45 0 0,3-14-92 0 0,5 4-105 0 0,0 0 0 0 0,2 1 1 0 0,-1-1-1 0 0,1 1 0 0 0,15-21 1 0 0,-2 7-40 0 0,29-31 0 0 0,-24 32 4 0 0,1 1 1 0 0,49-35-1 0 0,-59 48-13 0 0,2 0 0 0 0,-1 1-1 0 0,1 1 1 0 0,1 1 0 0 0,0 0 0 0 0,24-6-1 0 0,-40 13 25 0 0,0 1 0 0 0,0-1 0 0 0,0 1 0 0 0,0-1 0 0 0,0 1 0 0 0,0 0 0 0 0,0 0 0 0 0,0 0 0 0 0,0 0 1 0 0,0 0-1 0 0,0 0 0 0 0,0 1 0 0 0,0-1 0 0 0,0 0 0 0 0,0 1 0 0 0,0 0 0 0 0,0 0 0 0 0,0-1 0 0 0,0 1 0 0 0,-1 0 0 0 0,1 0 0 0 0,0 1 0 0 0,-1-1 0 0 0,1 0 0 0 0,0 0 0 0 0,-1 1 0 0 0,0-1 0 0 0,1 1 0 0 0,-1 0 0 0 0,0-1 0 0 0,0 1 0 0 0,0 0 0 0 0,0 0 0 0 0,0-1 0 0 0,0 1 0 0 0,1 3 0 0 0,-1 1 9 0 0,0-1 0 0 0,0 1 0 0 0,0-1 1 0 0,0 1-1 0 0,-1 0 0 0 0,0-1 0 0 0,0 1 0 0 0,-1 0 0 0 0,0-1 0 0 0,0 1 0 0 0,-3 10 0 0 0,-40 90-1 0 0,23-59 102 0 0,21-47-103 0 0,0 1 0 0 0,-1-1 0 0 0,1 1 0 0 0,0 0 0 0 0,0-1 0 0 0,0 1 0 0 0,0-1 0 0 0,0 1 0 0 0,0-1 0 0 0,0 1 0 0 0,0-1 0 0 0,0 1 0 0 0,0 0 0 0 0,0-1 0 0 0,0 1 0 0 0,0-1 0 0 0,0 1 0 0 0,0-1 0 0 0,1 1 0 0 0,-1-1 0 0 0,0 1 0 0 0,0-1 0 0 0,1 1 0 0 0,-1-1 0 0 0,0 1 0 0 0,1-1 0 0 0,-1 1 0 0 0,0-1 0 0 0,1 0 0 0 0,-1 1 0 0 0,1-1 0 0 0,-1 0 0 0 0,1 1 0 0 0,-1-1 0 0 0,0 0 0 0 0,1 1 0 0 0,-1-1 0 0 0,1 0 0 0 0,0 0 0 0 0,-1 0 0 0 0,1 0 0 0 0,-1 1 0 0 0,1-1 0 0 0,-1 0 0 0 0,1 0 0 0 0,-1 0 0 0 0,1 0 1 0 0,0 0-1 0 0,-1 0 0 0 0,1 0 0 0 0,-1 0 0 0 0,2-1 0 0 0,34-2-306 0 0,-31 2 187 0 0,176-38-4900 0 0,-64 5-1877 0 0,-61 15 816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05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95 304 1548 0 0,'74'-46'12375'0'0,"-71"45"-11973"0"0,3-3 1327 0 0,-6 11-1510 0 0,-2-2-195 0 0,-1 1 1 0 0,1-1 0 0 0,-1 0-1 0 0,0 0 1 0 0,-6 7 0 0 0,0 3 15 0 0,-23 36 49 0 0,-33 60 31 0 0,55-92-119 0 0,2 0 0 0 0,0 0 1 0 0,1 0-1 0 0,-5 24 0 0 0,11-38 5 0 0,0 0 0 0 0,0 1 0 0 0,0-1-1 0 0,1 0 1 0 0,0 1 0 0 0,0-1 0 0 0,0 0-1 0 0,1 1 1 0 0,0-1 0 0 0,0 0 0 0 0,0 0-1 0 0,1 0 1 0 0,0 0 0 0 0,2 6 0 0 0,-2-8 3 0 0,0 0-1 0 0,0 0 1 0 0,1 0 0 0 0,-1 0-1 0 0,1 0 1 0 0,0 0 0 0 0,0-1 0 0 0,0 1-1 0 0,0-1 1 0 0,0 0 0 0 0,0 0 0 0 0,1 0-1 0 0,-1 0 1 0 0,1-1 0 0 0,-1 1 0 0 0,1-1-1 0 0,0 0 1 0 0,-1 0 0 0 0,8 1 0 0 0,-3-1 9 0 0,1 0 1 0 0,-1-1-1 0 0,1 0 1 0 0,-1 0 0 0 0,1-1-1 0 0,-1 0 1 0 0,0-1-1 0 0,1 1 1 0 0,-1-2 0 0 0,0 1-1 0 0,0-1 1 0 0,9-4-1 0 0,-7 1-6 0 0,0 0-1 0 0,-1 0 0 0 0,1-1 0 0 0,-1 0 0 0 0,0 0 0 0 0,-1-1 0 0 0,0 0 0 0 0,11-14 0 0 0,-12 12-16 0 0,0-1 0 0 0,0 1 0 0 0,-1-1 1 0 0,0 0-1 0 0,-1 0 0 0 0,0-1 0 0 0,0 0 0 0 0,-2 0 0 0 0,1 0 0 0 0,-2 0 0 0 0,0 0 0 0 0,0-1 0 0 0,-1 1 0 0 0,0-1 0 0 0,-1 1 0 0 0,-1-1 0 0 0,-2-15 0 0 0,2 23-4 0 0,0 1-1 0 0,0-1 0 0 0,-1 1 1 0 0,1 0-1 0 0,-1 0 1 0 0,0 0-1 0 0,0 0 0 0 0,-1 0 1 0 0,1 0-1 0 0,-1 0 0 0 0,0 1 1 0 0,0-1-1 0 0,0 1 1 0 0,0 0-1 0 0,0 0 0 0 0,-1 0 1 0 0,0 0-1 0 0,-3-2 0 0 0,1 3 3 0 0,1-1 0 0 0,-1 1 0 0 0,0 0 0 0 0,0 1 0 0 0,0-1 0 0 0,0 1 0 0 0,0 0 0 0 0,0 0 0 0 0,0 1 0 0 0,0 0 0 0 0,0 0 0 0 0,-8 2-1 0 0,5-1-22 0 0,0 0-1 0 0,0 1 1 0 0,0 1-1 0 0,0-1 1 0 0,0 1-1 0 0,1 1 1 0 0,0 0-1 0 0,-1 0 1 0 0,1 1-1 0 0,1 0 1 0 0,-1 0-1 0 0,1 0 1 0 0,0 1-1 0 0,0 0 1 0 0,0 1-1 0 0,1 0 1 0 0,-11 14-1 0 0,16-20 12 0 0,1 1 1 0 0,-1-1-1 0 0,0 1 0 0 0,0 0 1 0 0,0-1-1 0 0,1 1 0 0 0,-1 0 1 0 0,1-1-1 0 0,0 1 0 0 0,-1 0 1 0 0,1-1-1 0 0,0 1 0 0 0,0 0 1 0 0,0 0-1 0 0,0 0 1 0 0,0-1-1 0 0,0 1 0 0 0,1 0 1 0 0,-1-1-1 0 0,1 1 0 0 0,0 3 0 0 0,1-3 6 0 0,-1 0-1 0 0,1 0 0 0 0,0 0 0 0 0,-1 0 0 0 0,1 0 0 0 0,0 0 0 0 0,0 0 0 0 0,0-1 0 0 0,0 1 0 0 0,1-1 0 0 0,-1 0 0 0 0,0 1 0 0 0,3 0 0 0 0,7 2-11 0 0,-1 0 0 0 0,1-1 1 0 0,0 0-1 0 0,0-1 0 0 0,13 1 0 0 0,6-1 12 0 0,0-2-1 0 0,0-1 0 0 0,0-1 0 0 0,0-2 0 0 0,0-1 0 0 0,-1-1 0 0 0,0-1 0 0 0,0-2 0 0 0,-1-2 0 0 0,0 0 1 0 0,-1-2-1 0 0,0-1 0 0 0,-1-1 0 0 0,0-1 0 0 0,-2-1 0 0 0,0-2 0 0 0,-1-1 0 0 0,-1 0 0 0 0,0-2 1 0 0,-2 0-1 0 0,-1-2 0 0 0,0 0 0 0 0,-2-1 0 0 0,25-48 0 0 0,-27 42 107 0 0,-7 12 1 0 0,1-1 0 0 0,14-19 0 0 0,-23 38-114 0 0,-2 8 18 0 0,0 0-1 0 0,-1-1 1 0 0,0 1-1 0 0,0 0 1 0 0,-5 10-1 0 0,-1 4 12 0 0,-141 495 421 0 0,-23 69 521 0 0,122-441-574 0 0,-122 245 1 0 0,108-278 2158 0 0,64-110-2516 0 0,0 0-1 0 0,0-1 0 0 0,0 1 0 0 0,-1 0 1 0 0,1-1-1 0 0,0 1 0 0 0,-1-1 1 0 0,1 1-1 0 0,-1 0 0 0 0,1-1 1 0 0,-1 1-1 0 0,1-1 0 0 0,-1 1 1 0 0,1-1-1 0 0,-1 1 0 0 0,1-1 0 0 0,-1 0 1 0 0,0 1-1 0 0,1-1 0 0 0,-1 0 1 0 0,1 1-1 0 0,-1-1 0 0 0,0 0 1 0 0,1 0-1 0 0,-1 0 0 0 0,0 0 1 0 0,0 1-1 0 0,1-1 0 0 0,-1 0 1 0 0,0 0-1 0 0,1 0 0 0 0,-1 0 0 0 0,0-1 1 0 0,0 1-1 0 0,1 0 0 0 0,-1 0 1 0 0,0 0-1 0 0,1 0 0 0 0,-1-1 1 0 0,0 1-1 0 0,1 0 0 0 0,-1-1 1 0 0,1 1-1 0 0,-1-1 0 0 0,0 1 1 0 0,1 0-1 0 0,-1-1 0 0 0,1 1 0 0 0,-1-1 1 0 0,1 1-1 0 0,-1-1 0 0 0,1 0 1 0 0,0 1-1 0 0,-1-1 0 0 0,1 0 1 0 0,-3-3 2 0 0,1 0 0 0 0,0 0 0 0 0,1 0 0 0 0,-1 0 0 0 0,1 0 0 0 0,-2-9 0 0 0,0-8-5 0 0,2 1 0 0 0,1-1 0 0 0,0 1 0 0 0,4-22 0 0 0,18-81-84 0 0,-17 99 58 0 0,11-46-23 0 0,3 0 0 0 0,3 0 1 0 0,3 2-1 0 0,3 1 0 0 0,2 2 0 0 0,70-109 0 0 0,-72 132 10 0 0,3 0 0 0 0,1 3-1 0 0,2 0 1 0 0,1 2-1 0 0,2 2 1 0 0,2 1-1 0 0,1 2 1 0 0,1 2-1 0 0,2 2 1 0 0,64-33 0 0 0,-87 52-8 0 0,-1 1 0 0 0,1 1 0 0 0,0 0 0 0 0,28-4 0 0 0,-39 9 12 0 0,1 1-1 0 0,-1 0 1 0 0,1 1 0 0 0,-1 0 0 0 0,1 0 0 0 0,-1 1-1 0 0,0 0 1 0 0,1 1 0 0 0,-1 0 0 0 0,0 1 0 0 0,18 7 0 0 0,-24-9 17 0 0,0 0 1 0 0,0 1 0 0 0,-1 0 0 0 0,1 0 0 0 0,0 0 0 0 0,-1 0 0 0 0,1 0 0 0 0,-1 0 0 0 0,1 1 0 0 0,-1-1 0 0 0,0 1 0 0 0,0-1 0 0 0,0 1 0 0 0,-1 0 0 0 0,1 0 0 0 0,-1 0 0 0 0,1 0 0 0 0,-1 0-1 0 0,0 0 1 0 0,0 0 0 0 0,0 0 0 0 0,-1 1 0 0 0,1-1 0 0 0,-1 0 0 0 0,0 0 0 0 0,0 1 0 0 0,0-1 0 0 0,0 4 0 0 0,-1-1 6 0 0,0 1-1 0 0,-1-1 1 0 0,0 0 0 0 0,0 0-1 0 0,0 1 1 0 0,0-1 0 0 0,-1-1-1 0 0,0 1 1 0 0,-1 0 0 0 0,1-1-1 0 0,-1 1 1 0 0,0-1 0 0 0,-6 5 0 0 0,-4 4 32 0 0,-1-1 1 0 0,0-1 0 0 0,-1 0 0 0 0,0-1 0 0 0,-1-1 0 0 0,-1-1 0 0 0,-24 11 0 0 0,31-16-59 0 0,-1 0 0 0 0,0 0 1 0 0,0-1-1 0 0,0-1 0 0 0,0 0 0 0 0,0 0 0 0 0,-1-1 1 0 0,1-1-1 0 0,0 0 0 0 0,-1-1 0 0 0,1 0 0 0 0,-22-6 1 0 0,33 7-87 0 0,0 0 1 0 0,0 0 0 0 0,0-1-1 0 0,0 1 1 0 0,0 0 0 0 0,-1-1 0 0 0,1 1-1 0 0,0-1 1 0 0,0 1 0 0 0,0-1-1 0 0,0 0 1 0 0,0 1 0 0 0,0-1 0 0 0,0 0-1 0 0,1 0 1 0 0,-1 0 0 0 0,0 0 0 0 0,0 1-1 0 0,1-1 1 0 0,-1 0 0 0 0,0 0-1 0 0,1-1 1 0 0,-1 1 0 0 0,1 0 0 0 0,-1 0-1 0 0,1 0 1 0 0,0 0 0 0 0,0 0-1 0 0,-1 0 1 0 0,1-1 0 0 0,0 1 0 0 0,0 0-1 0 0,0 0 1 0 0,0 0 0 0 0,0-1-1 0 0,0 1 1 0 0,0 0 0 0 0,1 0 0 0 0,-1 0-1 0 0,0 0 1 0 0,1 0 0 0 0,-1-1 0 0 0,1 1-1 0 0,-1 0 1 0 0,1 0 0 0 0,-1 0-1 0 0,2-1 1 0 0,1-4-1032 0 0,1 1-1 0 0,0-1 0 0 0,0 1 1 0 0,1 0-1 0 0,-1 0 1 0 0,10-7-1 0 0,3 0-4266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06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174 214 968 0 0,'0'0'9685'0'0,"-18"28"-8024"0"0,18-27-1624 0 0,-2 1 32 0 0,1 0 0 0 0,0 1 0 0 0,0-1 0 0 0,0 0 0 0 0,1 1 0 0 0,-1-1 0 0 0,0 5 0 0 0,1-6-31 0 0,0-1 0 0 0,0 1 0 0 0,0 0 0 0 0,0 0 0 0 0,1 0 0 0 0,-1-1 0 0 0,0 1 0 0 0,0 0 0 0 0,1 0 0 0 0,-1-1 0 0 0,1 1 0 0 0,-1 0-1 0 0,0 0 1 0 0,1-1 0 0 0,-1 1 0 0 0,1-1 0 0 0,-1 1 0 0 0,1 0 0 0 0,0-1 0 0 0,-1 1 0 0 0,1-1 0 0 0,0 1 0 0 0,-1-1 0 0 0,1 0 0 0 0,0 1 0 0 0,0-1 0 0 0,-1 0 0 0 0,1 1 0 0 0,0-1 0 0 0,0 0 0 0 0,-1 0-1 0 0,1 0 1 0 0,0 0 0 0 0,1 1 0 0 0,6 0 40 0 0,0-1 0 0 0,0 0 0 0 0,0 0 0 0 0,0 0 0 0 0,0-1 0 0 0,0 0 0 0 0,0 0 0 0 0,0-1 0 0 0,0 0 0 0 0,0-1 0 0 0,-1 0 0 0 0,1 0 0 0 0,-1 0 0 0 0,0-1 0 0 0,0 0-1 0 0,0 0 1 0 0,-1-1 0 0 0,1 0 0 0 0,-1 0 0 0 0,0-1 0 0 0,0 0 0 0 0,7-9 0 0 0,-8 9-41 0 0,0 0 0 0 0,-1-1-1 0 0,1 0 1 0 0,-1 0 0 0 0,-1 0 0 0 0,1 0-1 0 0,-1 0 1 0 0,-1-1 0 0 0,1 1-1 0 0,1-11 1 0 0,-4 14-15 0 0,-4-15-46 0 0,-4 15 1 0 0,7 4 21 0 0,-1-1 0 0 0,0 0 0 0 0,0 0 0 0 0,0 1 0 0 0,0 0-1 0 0,0-1 1 0 0,0 1 0 0 0,0 0 0 0 0,0 0-1 0 0,0 0 1 0 0,0 0 0 0 0,0 0 0 0 0,0 0-1 0 0,-1 1 1 0 0,1-1 0 0 0,-2 1 0 0 0,-2 2-3 0 0,-12 2 9 0 0,1 2-1 0 0,0 0 0 0 0,0 1 1 0 0,1 1-1 0 0,0 0 0 0 0,0 1 1 0 0,-15 13-1 0 0,25-18 2 0 0,-16 11 8 0 0,0 1 1 0 0,-31 34-1 0 0,42-39-22 0 0,1-1-1 0 0,1 2 1 0 0,0 0-1 0 0,1 0 1 0 0,0 0-1 0 0,-8 19 1 0 0,15-29 13 0 0,0 0 0 0 0,0 0 0 0 0,0 0 0 0 0,0 0 0 0 0,0 0 0 0 0,0 0 0 0 0,1 0 1 0 0,-1 1-1 0 0,1-1 0 0 0,0 0 0 0 0,0 0 0 0 0,0 1 0 0 0,1-1 0 0 0,-1 0 0 0 0,1 0 0 0 0,0 0 0 0 0,-1 0 1 0 0,1 0-1 0 0,1 1 0 0 0,-1-2 0 0 0,0 1 0 0 0,1 0 0 0 0,0 0 0 0 0,-1 0 0 0 0,1-1 0 0 0,0 1 0 0 0,5 4 0 0 0,-2-3 8 0 0,0-1 0 0 0,1 1-1 0 0,-1-1 1 0 0,1 0-1 0 0,0 0 1 0 0,0 0 0 0 0,0-1-1 0 0,1 0 1 0 0,-1 0-1 0 0,0-1 1 0 0,1 0 0 0 0,11 1-1 0 0,6-1 0 0 0,-1-2-1 0 0,0 0 1 0 0,1-1-1 0 0,-1-2 1 0 0,0 0-1 0 0,-1-2 1 0 0,1 0-1 0 0,-1-1 1 0 0,0-2-1 0 0,-1 0 1 0 0,0-1-1 0 0,0-1 0 0 0,-1-1 1 0 0,19-15-1 0 0,-10 5-23 0 0,-2-1-1 0 0,-1-2 0 0 0,0 0 0 0 0,-2-2 1 0 0,-1-1-1 0 0,-1 0 0 0 0,-2-2 0 0 0,25-45 1 0 0,-41 68 0 0 0,-1-1 0 0 0,1 1 0 0 0,-1 0 0 0 0,-1-1 0 0 0,1 0 0 0 0,-1 0 0 0 0,0 1 0 0 0,-1-1 0 0 0,0 0 0 0 0,0-11 1 0 0,-1 18 8 0 0,0 1 0 0 0,-1-1 0 0 0,1 1 1 0 0,0-1-1 0 0,0 1 0 0 0,-1-1 0 0 0,1 1 1 0 0,0-1-1 0 0,-1 1 0 0 0,1 0 0 0 0,-1-1 1 0 0,1 1-1 0 0,0-1 0 0 0,-1 1 0 0 0,1 0 1 0 0,-1-1-1 0 0,1 1 0 0 0,-1 0 0 0 0,1 0 1 0 0,-1-1-1 0 0,1 1 0 0 0,-1 0 0 0 0,0 0 1 0 0,1 0-1 0 0,-1 0 0 0 0,1 0 1 0 0,-1 0-1 0 0,1 0 0 0 0,-2 0 0 0 0,1 0-3 0 0,-1 0 0 0 0,0 0 0 0 0,1 0 0 0 0,-1 0 0 0 0,0 0 0 0 0,1 0 0 0 0,-1 1 0 0 0,0-1 0 0 0,1 1 0 0 0,-3 0-1 0 0,0 2 3 0 0,0 0-1 0 0,-1 0 0 0 0,1 0 0 0 0,1 0 0 0 0,-1 1 0 0 0,0-1 0 0 0,1 1 0 0 0,0 0 0 0 0,0 0 0 0 0,0 0 0 0 0,0 1 1 0 0,1-1-1 0 0,-1 1 0 0 0,-2 7 0 0 0,5-10 5 0 0,-1 1 1 0 0,0-1-1 0 0,1 1 0 0 0,-1-1 1 0 0,1 1-1 0 0,0 0 1 0 0,0 0-1 0 0,0-1 0 0 0,0 1 1 0 0,0 0-1 0 0,1-1 1 0 0,-1 1-1 0 0,1-1 0 0 0,0 1 1 0 0,0-1-1 0 0,0 1 1 0 0,0-1-1 0 0,0 1 0 0 0,0-1 1 0 0,0 0-1 0 0,1 1 1 0 0,0-1-1 0 0,-1 0 0 0 0,1 0 1 0 0,0 0-1 0 0,0 0 1 0 0,0-1-1 0 0,0 1 0 0 0,0 0 1 0 0,5 2-1 0 0,4 1-19 0 0,0 1-1 0 0,0-1 1 0 0,1-1 0 0 0,-1 0-1 0 0,1-1 1 0 0,0 0 0 0 0,0-1-1 0 0,19 2 1 0 0,-7-3-121 0 0,-1 0 0 0 0,0-2 1 0 0,37-6-1 0 0,-44 5 127 0 0,-1-2 0 0 0,0 0-1 0 0,0-1 1 0 0,0 0 0 0 0,0-1 0 0 0,-1-1 0 0 0,0 0-1 0 0,0-1 1 0 0,-1-1 0 0 0,0 0 0 0 0,0 0 0 0 0,20-21-1 0 0,-32 29 27 0 0,0 0-1 0 0,1-1 0 0 0,-1 1 0 0 0,0 0 0 0 0,0-1 0 0 0,0 1 0 0 0,0-1 0 0 0,0 1 0 0 0,0-1 1 0 0,-1 0-1 0 0,1 1 0 0 0,0-1 0 0 0,-1 0 0 0 0,1 1 0 0 0,-1-1 0 0 0,0 0 0 0 0,0 0 0 0 0,1 0 1 0 0,-1 1-1 0 0,0-1 0 0 0,0 0 0 0 0,-1 0 0 0 0,0-3 0 0 0,1 4-10 0 0,-1 1 0 0 0,0 0 0 0 0,1-1 0 0 0,-1 1 0 0 0,0-1 0 0 0,0 1 0 0 0,0 0 0 0 0,1 0 1 0 0,-1-1-1 0 0,0 1 0 0 0,0 0 0 0 0,0 0 0 0 0,1 0 0 0 0,-1 0 0 0 0,0 0 0 0 0,0 0 0 0 0,0 0 0 0 0,0 0 0 0 0,1 0 0 0 0,-1 1 0 0 0,0-1 0 0 0,0 0 0 0 0,0 1 0 0 0,-20 5 11 0 0,-3 5 13 0 0,0 1 0 0 0,1 1 0 0 0,1 1 0 0 0,-35 28-1 0 0,41-29-6 0 0,1 1-1 0 0,0 1 0 0 0,1 0 0 0 0,1 1 1 0 0,0 0-1 0 0,-16 28 0 0 0,26-39-91 0 0,0 0-1 0 0,1 1 1 0 0,0-1-1 0 0,0 1 1 0 0,1-1-1 0 0,-1 1 0 0 0,1-1 1 0 0,0 1-1 0 0,0 0 1 0 0,1 0-1 0 0,0 9 1 0 0,1-12 19 0 0,-1 1-1 0 0,1-1 1 0 0,0 1 0 0 0,0-1-1 0 0,0 0 1 0 0,0 1 0 0 0,1-1-1 0 0,-1 0 1 0 0,1 0 0 0 0,0 0 0 0 0,0 0-1 0 0,0 0 1 0 0,0 0 0 0 0,1-1-1 0 0,-1 1 1 0 0,1-1 0 0 0,-1 0-1 0 0,1 1 1 0 0,0-1 0 0 0,4 2 0 0 0,9 4-358 0 0,-1-1 1 0 0,2 0 0 0 0,-1-1 0 0 0,1-1 0 0 0,-1 0 0 0 0,1-2 0 0 0,19 3 0 0 0,8-2-2222 0 0,72-3 1 0 0,-64-4-188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07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318 708 496 0 0,'11'-12'1702'0'0,"0"-2"1"0"0,0 1-1 0 0,12-22 1 0 0,-21 32-1475 0 0,-1 0-1 0 0,1 0 1 0 0,0 0 0 0 0,-1 0 0 0 0,1-1 0 0 0,-1 1-1 0 0,0-1 1 0 0,0 1 0 0 0,0-1 0 0 0,-1 1 0 0 0,1-1-1 0 0,-1 1 1 0 0,0-1 0 0 0,0 0 0 0 0,0 1 0 0 0,0-1-1 0 0,-1 1 1 0 0,0-1 0 0 0,1 0 0 0 0,-1 1 0 0 0,-1 0 0 0 0,1-1-1 0 0,-2-4 1 0 0,1 7-173 0 0,0-1 0 0 0,1 1 0 0 0,-1-1 0 0 0,0 1-1 0 0,0-1 1 0 0,0 1 0 0 0,0 0 0 0 0,0 0 0 0 0,0 0 0 0 0,0 0 0 0 0,0 0-1 0 0,-1 1 1 0 0,1-1 0 0 0,0 0 0 0 0,0 1 0 0 0,-1 0 0 0 0,1 0 0 0 0,0-1-1 0 0,-1 1 1 0 0,1 1 0 0 0,0-1 0 0 0,-1 0 0 0 0,1 1 0 0 0,0-1 0 0 0,-1 1-1 0 0,-2 1 1 0 0,-8 1 83 0 0,0 2 0 0 0,-24 11-1 0 0,36-16-130 0 0,-23 13 101 0 0,0 0 0 0 0,1 2 0 0 0,0 0 1 0 0,-23 22-1 0 0,32-25-75 0 0,0 2 0 0 0,1-1 0 0 0,1 2 0 0 0,0 0-1 0 0,1 0 1 0 0,-16 31 0 0 0,25-44-25 0 0,0 1 0 0 0,1-1 0 0 0,0 1 0 0 0,0 0 0 0 0,0-1 0 0 0,0 1 0 0 0,0 0 0 0 0,1 0 0 0 0,-1 0 0 0 0,1 0 0 0 0,0 0 0 0 0,-1 0 0 0 0,2 0 0 0 0,-1 0 0 0 0,0 0 0 0 0,0 0 0 0 0,1 0 0 0 0,0-1 0 0 0,-1 1 0 0 0,1 0-1 0 0,0 0 1 0 0,1 0 0 0 0,-1-1 0 0 0,0 1 0 0 0,1-1 0 0 0,-1 1 0 0 0,1-1 0 0 0,0 1 0 0 0,0-1 0 0 0,0 0 0 0 0,0 0 0 0 0,0 0 0 0 0,0 0 0 0 0,5 3 0 0 0,-2-3-1 0 0,0 1 1 0 0,0-1-1 0 0,0 0 0 0 0,0 0 1 0 0,0 0-1 0 0,0-1 1 0 0,0 0-1 0 0,1 0 0 0 0,-1 0 1 0 0,1-1-1 0 0,-1 0 0 0 0,0 0 1 0 0,1 0-1 0 0,-1 0 1 0 0,1-1-1 0 0,-1 0 0 0 0,0 0 1 0 0,8-3-1 0 0,2-3-17 0 0,-1 0-1 0 0,0 0 1 0 0,-1-1 0 0 0,0-1-1 0 0,0 0 1 0 0,-1-1 0 0 0,0 0-1 0 0,20-23 1 0 0,1-7 523 0 0,36-59-1 0 0,-56 80-28 0 0,-12 18-422 0 0,-10 11-35 0 0,1 0 0 0 0,1 0 0 0 0,-11 20 0 0 0,-5 6 45 0 0,13-20-50 0 0,0 1-1 0 0,-12 24 0 0 0,19-32-7 0 0,-1 0 0 0 0,1 0-1 0 0,1 0 1 0 0,-1 0 0 0 0,1 0-1 0 0,1 0 1 0 0,-1 11 0 0 0,2-18-7 0 0,0 0 0 0 0,0 0 0 0 0,0 1 0 0 0,1-1 0 0 0,-1 0 0 0 0,0 0 0 0 0,1 0 0 0 0,0 0 0 0 0,-1 0 0 0 0,1 0 0 0 0,0 0 0 0 0,0 0 0 0 0,0 0 0 0 0,0 0 0 0 0,0-1 0 0 0,1 1 0 0 0,-1 0 0 0 0,1-1 0 0 0,1 3 0 0 0,0-2 0 0 0,0-1 1 0 0,-1 1-1 0 0,1-1 1 0 0,0 1 0 0 0,0-1-1 0 0,0 0 1 0 0,0 0-1 0 0,0-1 1 0 0,0 1-1 0 0,0-1 1 0 0,0 1 0 0 0,4-1-1 0 0,3 0-72 0 0,1-1 0 0 0,0 0 1 0 0,-1-1-1 0 0,0 0 0 0 0,1 0 0 0 0,18-8 0 0 0,-7 0-262 0 0,1-2-1 0 0,-2 0 0 0 0,1-1 1 0 0,-2-1-1 0 0,0-1 1 0 0,0-1-1 0 0,19-21 0 0 0,2-7-514 0 0,65-91-1 0 0,-41 41 528 0 0,81-160 1 0 0,-109 178 2367 0 0,31-98 1 0 0,-68 174-2045 0 0,0-1-1 0 0,0 1 1 0 0,1 0-1 0 0,-1 0 0 0 0,0 0 1 0 0,0-1-1 0 0,0 1 1 0 0,0 0-1 0 0,0 0 1 0 0,1-1-1 0 0,-1 1 1 0 0,0 0-1 0 0,0 0 1 0 0,0-1-1 0 0,0 1 1 0 0,0 0-1 0 0,0 0 0 0 0,0-1 1 0 0,0 1-1 0 0,0 0 1 0 0,0 0-1 0 0,0-1 1 0 0,0 1-1 0 0,0 0 1 0 0,0 0-1 0 0,0-1 1 0 0,-1 1-1 0 0,1 0 0 0 0,0 0 1 0 0,0-1-1 0 0,0 1 1 0 0,0 0-1 0 0,0 0 1 0 0,0 0-1 0 0,-1-1 1 0 0,1 1-1 0 0,0 0 1 0 0,0 0-1 0 0,0 0 1 0 0,-1-1-1 0 0,-10 7 128 0 0,-11 14 101 0 0,-9 17 395 0 0,-49 76 0 0 0,-14 48 23 0 0,83-141-591 0 0,-80 155 308 0 0,75-138-301 0 0,1 1 1 0 0,-18 73-1 0 0,31-101-55 0 0,0 0 0 0 0,1 0 0 0 0,0 1-1 0 0,1-1 1 0 0,0 0 0 0 0,0 0 0 0 0,1 0-1 0 0,0 0 1 0 0,1 0 0 0 0,5 16 0 0 0,-6-21-76 0 0,1-1-1 0 0,1 1 1 0 0,-1 0 0 0 0,1-1 0 0 0,-1 0 0 0 0,1 1 0 0 0,1-1 0 0 0,-1 0-1 0 0,1 0 1 0 0,-1-1 0 0 0,1 1 0 0 0,0-1 0 0 0,0 0 0 0 0,1 0-1 0 0,-1 0 1 0 0,1 0 0 0 0,-1-1 0 0 0,1 0 0 0 0,0 0 0 0 0,0 0-1 0 0,0-1 1 0 0,8 2 0 0 0,-4-1-188 0 0,1-1 0 0 0,1 0 0 0 0,-1 0 0 0 0,0-1 0 0 0,0-1 0 0 0,0 0 1 0 0,0 0-1 0 0,0-1 0 0 0,16-4 0 0 0,-11 0 6 0 0,0 0 1 0 0,0-1-1 0 0,0 0 1 0 0,-1-1 0 0 0,19-14-1 0 0,-4 0 321 0 0,-2-2-1 0 0,0-1 1 0 0,-2-1-1 0 0,36-48 1 0 0,19-47 5295 0 0,-78 119-5115 0 0,-14 25-223 0 0,-45 80 7 0 0,51-90-31 0 0,1 1 0 0 0,0-1 1 0 0,1 1-1 0 0,0 0 0 0 0,1 0 0 0 0,-1 17 0 0 0,4-28-50 0 0,-1 1 0 0 0,1-1-1 0 0,0 1 1 0 0,0-1-1 0 0,1 1 1 0 0,-1-1 0 0 0,1 1-1 0 0,0-1 1 0 0,0 1 0 0 0,0-1-1 0 0,0 0 1 0 0,0 0-1 0 0,1 1 1 0 0,0-1 0 0 0,-1 0-1 0 0,1 0 1 0 0,0-1 0 0 0,0 1-1 0 0,1 0 1 0 0,-1-1-1 0 0,1 1 1 0 0,-1-1 0 0 0,1 0-1 0 0,0 0 1 0 0,0 0 0 0 0,0 0-1 0 0,0 0 1 0 0,0 0 0 0 0,0-1-1 0 0,0 0 1 0 0,1 0-1 0 0,-1 0 1 0 0,0 0 0 0 0,5 1-1 0 0,1-1-269 0 0,1 0-1 0 0,-1 0 1 0 0,1-1-1 0 0,0 0 1 0 0,-1-1 0 0 0,1 0-1 0 0,-1 0 1 0 0,1-1-1 0 0,-1 0 1 0 0,0-1-1 0 0,13-4 1 0 0,-1-4-148 0 0,0 1 0 0 0,-1-2 0 0 0,0-1 0 0 0,-1-1 0 0 0,29-25 0 0 0,-22 14 899 0 0,-2-1 0 0 0,43-58 0 0 0,-12 2 3713 0 0,-54 81-3900 0 0,-3 2-240 0 0,-1 1 0 0 0,1-1 0 0 0,0 1 0 0 0,1-1 0 0 0,-1 1 0 0 0,0 0 0 0 0,0 0 0 0 0,1 0 0 0 0,-1 0-1 0 0,-1 5 1 0 0,2-7-13 0 0,-4 9 93 0 0,-17 25 250 0 0,-25 51 0 0 0,42-74-304 0 0,1 0 1 0 0,0 0-1 0 0,0 0 1 0 0,1 0-1 0 0,1 1 1 0 0,-1-1-1 0 0,2 1 1 0 0,0 0-1 0 0,1 19 1 0 0,0-29-30 0 0,0 0 0 0 0,0 0 1 0 0,0 0-1 0 0,1-1 1 0 0,-1 1-1 0 0,1 0 1 0 0,0 0-1 0 0,-1 0 0 0 0,1 0 1 0 0,0 0-1 0 0,0-1 1 0 0,0 1-1 0 0,0 0 1 0 0,1-1-1 0 0,-1 1 0 0 0,0-1 1 0 0,1 1-1 0 0,-1-1 1 0 0,1 0-1 0 0,1 2 1 0 0,0-2 0 0 0,0 1 1 0 0,0-1-1 0 0,0 0 1 0 0,0 0-1 0 0,0 0 1 0 0,0 0 0 0 0,0-1-1 0 0,0 1 1 0 0,0-1-1 0 0,1 0 1 0 0,3 0 0 0 0,4-1 10 0 0,-1 0 0 0 0,1-1 0 0 0,-1 0 0 0 0,0-1 1 0 0,0 0-1 0 0,16-8 0 0 0,-8 0 6 0 0,0 0 1 0 0,-1-1-1 0 0,-1-1 1 0 0,0 0-1 0 0,-1-1 0 0 0,-1-1 1 0 0,0-1-1 0 0,19-26 1 0 0,-23 27-17 0 0,0 1 0 0 0,-1-2 1 0 0,-1 1-1 0 0,-1-1 0 0 0,9-25 1 0 0,-14 35-24 0 0,0 0 0 0 0,0-1 0 0 0,-1 1 0 0 0,0-1 0 0 0,0 1 0 0 0,0-1-1 0 0,-1 1 1 0 0,0-1 0 0 0,0 1 0 0 0,-1-1 0 0 0,0 1 0 0 0,0-1 0 0 0,0 1 0 0 0,-1 0 0 0 0,0-1 0 0 0,0 1 0 0 0,-6-10 0 0 0,6 12-5 0 0,0 1 1 0 0,-1 0-1 0 0,0 0 0 0 0,1 0 1 0 0,-1 0-1 0 0,-1 0 0 0 0,1 1 1 0 0,0-1-1 0 0,-1 1 0 0 0,1 0 1 0 0,-1 0-1 0 0,1 0 0 0 0,-1 1 1 0 0,-5-2-1 0 0,2 1-2 0 0,-1 0 1 0 0,1 1-1 0 0,0 0 0 0 0,-1 1 0 0 0,1-1 1 0 0,-1 1-1 0 0,-10 2 0 0 0,3 0-3 0 0,0 1 1 0 0,1 1-1 0 0,0 0 0 0 0,0 1 1 0 0,0 1-1 0 0,0 0 0 0 0,-17 11 1 0 0,22-12-152 0 0,0 1 1 0 0,0 1 0 0 0,1 0-1 0 0,0 0 1 0 0,0 1-1 0 0,1 0 1 0 0,0 0 0 0 0,-9 14-1 0 0,14-20 31 0 0,1 1-1 0 0,0-1 0 0 0,-1 1 0 0 0,1-1 0 0 0,0 1 1 0 0,0-1-1 0 0,1 1 0 0 0,-1 0 0 0 0,0-1 0 0 0,1 1 1 0 0,0 0-1 0 0,-1-1 0 0 0,1 1 0 0 0,0 0 1 0 0,1-1-1 0 0,-1 1 0 0 0,0 0 0 0 0,1 0 0 0 0,0-1 1 0 0,-1 1-1 0 0,1-1 0 0 0,0 1 0 0 0,0-1 0 0 0,0 1 1 0 0,1-1-1 0 0,-1 1 0 0 0,1-1 0 0 0,-1 0 0 0 0,1 0 1 0 0,0 0-1 0 0,0 0 0 0 0,0 0 0 0 0,0 0 1 0 0,0 0-1 0 0,0-1 0 0 0,0 1 0 0 0,1-1 0 0 0,2 2 1 0 0,4 2-625 0 0,-1-1 1 0 0,1 0-1 0 0,0-1 1 0 0,0 0 0 0 0,0 0-1 0 0,1-1 1 0 0,-1 0-1 0 0,1-1 1 0 0,11 1 0 0 0,6 0-3041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08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49 908 0 0,'65'-42'9985'0'0,"-65"41"-9939"0"0,1 1 1 0 0,-1-1-1 0 0,1 1 0 0 0,-1-1 1 0 0,1 1-1 0 0,0-1 0 0 0,-1 1 0 0 0,1 0 1 0 0,-1-1-1 0 0,1 1 0 0 0,0 0 1 0 0,0 0-1 0 0,-1-1 0 0 0,1 1 1 0 0,0 0-1 0 0,-1 0 0 0 0,1 0 1 0 0,0 0-1 0 0,0 0 0 0 0,-1 0 1 0 0,1 0-1 0 0,0 0 0 0 0,-1 0 0 0 0,1 0 1 0 0,0 0-1 0 0,0 1 0 0 0,-1-1 1 0 0,2 1-1 0 0,-1 0 12 0 0,0 0 0 0 0,0 0 1 0 0,-1 0-1 0 0,1 0 0 0 0,0 0 0 0 0,-1 0 0 0 0,1 0 1 0 0,-1 0-1 0 0,0 1 0 0 0,1-1 0 0 0,-1 0 0 0 0,0 0 1 0 0,1 1-1 0 0,-1 1 0 0 0,0 5 253 0 0,0 1 1 0 0,0-1-1 0 0,-2 13 1 0 0,-3 1 60 0 0,0 1 0 0 0,-2-1 0 0 0,0-1 0 0 0,-2 0 0 0 0,0 0 0 0 0,-1 0 0 0 0,-1-1 0 0 0,-1-1 1 0 0,-21 26-1 0 0,30-40-166 0 0,1-3-108 0 0,1 0 1 0 0,-1 0 0 0 0,0 1 0 0 0,1-1 0 0 0,-1-1 0 0 0,0 1-1 0 0,0 0 1 0 0,-1 0 0 0 0,1-1 0 0 0,0 1 0 0 0,0-1 0 0 0,-5 3-1 0 0,5-4 208 0 0,-2-2-156 0 0,4 2-146 0 0,0 0-1 0 0,-1 0 1 0 0,1 0 0 0 0,0 0-1 0 0,-1 0 1 0 0,1 0 0 0 0,0 0-1 0 0,-1 0 1 0 0,1 0 0 0 0,0 0 0 0 0,-1 0-1 0 0,1-1 1 0 0,0 1 0 0 0,-1 0-1 0 0,1 0 1 0 0,0 0 0 0 0,0 0-1 0 0,-1-1 1 0 0,1 1 0 0 0,0 0 0 0 0,0 0-1 0 0,-1-1 1 0 0,1 1 0 0 0,0 0-1 0 0,0-1 1 0 0,0 1 0 0 0,0 0-1 0 0,-1 0 1 0 0,1-1 0 0 0,0 0 0 0 0,1-7 14 0 0,0 1 1 0 0,1-1-1 0 0,-1 0 1 0 0,2 0 0 0 0,-1 1-1 0 0,1-1 1 0 0,0 1-1 0 0,1-1 1 0 0,0 1 0 0 0,0 1-1 0 0,9-13 1 0 0,1 0-38 0 0,2 1 0 0 0,32-29 0 0 0,-39 39-7 0 0,0 1 1 0 0,0 0 0 0 0,1 1 0 0 0,0 0 0 0 0,0 0 0 0 0,0 1 0 0 0,1 1 0 0 0,0-1 0 0 0,0 2-1 0 0,20-5 1 0 0,-27 7 14 0 0,1 1 0 0 0,0-1 0 0 0,0 1 0 0 0,0 0 0 0 0,0 0 0 0 0,-1 0-1 0 0,1 1 1 0 0,0 0 0 0 0,0 0 0 0 0,-1 0 0 0 0,1 1 0 0 0,-1-1-1 0 0,1 1 1 0 0,-1 0 0 0 0,1 0 0 0 0,-1 1 0 0 0,0-1 0 0 0,0 1 0 0 0,0 0-1 0 0,-1 0 1 0 0,1 0 0 0 0,-1 0 0 0 0,1 1 0 0 0,-1 0 0 0 0,0-1 0 0 0,-1 1-1 0 0,1 0 1 0 0,2 5 0 0 0,-2-2-20 0 0,0 0 0 0 0,-1 0-1 0 0,1-1 1 0 0,-2 1 0 0 0,1 1-1 0 0,-1-1 1 0 0,0 0 0 0 0,0 0-1 0 0,-1 0 1 0 0,0 1 0 0 0,0-1 0 0 0,-1 0-1 0 0,0 0 1 0 0,0 0 0 0 0,-4 11-1 0 0,4-13-468 0 0,1 0-1 0 0,-1 0 0 0 0,1 0 1 0 0,-1 0-1 0 0,1 0 1 0 0,1 0-1 0 0,-1-1 0 0 0,1 1 1 0 0,0 0-1 0 0,1 5 0 0 0,-1-9 142 0 0,0 0-1 0 0,0 0 0 0 0,1 0 1 0 0,-1 0-1 0 0,0 0 0 0 0,0 0 1 0 0,0-1-1 0 0,1 1 1 0 0,-1-1-1 0 0,0 1 0 0 0,1-1 1 0 0,-1 1-1 0 0,0-1 0 0 0,1 0 1 0 0,-1 1-1 0 0,1-1 1 0 0,-1 0-1 0 0,1 0 0 0 0,2 0 1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08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200 148 1576 0 0,'31'-30'5660'0'0,"-2"-1"1"0"0,39-54-1 0 0,-67 84-5256 0 0,-18 3-94 0 0,13 0-269 0 0,1-1-1 0 0,-1 1 1 0 0,1-1-1 0 0,0 1 1 0 0,-1 0-1 0 0,1 1 1 0 0,0-1-1 0 0,1 0 1 0 0,-1 1-1 0 0,0 0 1 0 0,1-1 0 0 0,-1 1-1 0 0,1 0 1 0 0,0 0-1 0 0,0 1 1 0 0,0-1-1 0 0,0 0 1 0 0,1 1-1 0 0,-1-1 1 0 0,1 1-1 0 0,0-1 1 0 0,0 1-1 0 0,-1 5 1 0 0,2-4 79 0 0,0 1 1 0 0,-1-1-1 0 0,2 1 0 0 0,-1-1 1 0 0,1 1-1 0 0,0-1 0 0 0,0 1 1 0 0,0-1-1 0 0,1 0 0 0 0,0 1 1 0 0,0-1-1 0 0,0 0 0 0 0,0 0 1 0 0,1 0-1 0 0,6 7 0 0 0,25 32 736 0 0,48 49 0 0 0,-80-92-842 0 0,-1 1 0 0 0,0-1 0 0 0,0 0 0 0 0,1 0 0 0 0,-1 1 0 0 0,0-1 0 0 0,0 1 1 0 0,0-1-1 0 0,0 1 0 0 0,-1-1 0 0 0,1 1 0 0 0,0-1 0 0 0,0 1 0 0 0,-1 0 0 0 0,0 0 0 0 0,1-1 0 0 0,-1 1 0 0 0,0 0 0 0 0,1 0 0 0 0,-1-1 1 0 0,0 1-1 0 0,0 0 0 0 0,-1 1 0 0 0,0-1 8 0 0,0 0 1 0 0,0 0 0 0 0,0 0 0 0 0,0 0-1 0 0,0 0 1 0 0,-1 0 0 0 0,1-1-1 0 0,-1 1 1 0 0,1 0 0 0 0,-1-1-1 0 0,0 1 1 0 0,1-1 0 0 0,-1 0-1 0 0,0 0 1 0 0,-3 2 0 0 0,-6 2 26 0 0,0 0 0 0 0,-1-1 0 0 0,0 0 0 0 0,1-1 0 0 0,-14 2 0 0 0,5-2-498 0 0,0-1 1 0 0,-1-1-1 0 0,1 0 1 0 0,0-1 0 0 0,-29-5-1 0 0,36 3-754 0 0,0-2 1 0 0,-1 1-1 0 0,-17-8 0 0 0,21 6-527 0 0,0 0-1 0 0,0 0 1 0 0,1-1 0 0 0,-16-11 0 0 0,6 0-4589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09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78 2316 0 0,'-290'-45'13621'0'0,"218"36"-9129"0"0,69 9-4088 0 0,-15-3 919 0 0,15 0-701 0 0,9-1-541 0 0,-4 4-53 0 0,32-6-737 0 0,-6 1-3715 0 0,-17 3 2262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09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52 2580 0 0,'-155'26'13677'0'0,"153"-25"-13296"0"0,25-7 216 0 0,-3 0-474 0 0,205-15 290 0 0,-152 16-357 0 0,446-15-2444 0 0,-91 6-6121 0 0,-318 8 3983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14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17 897 288 0 0,'-10'-44'8302'0'0,"10"42"-7624"0"0,-3-6 616 0 0,-1 0-231 0 0,5 20-824 0 0,0 0-93 0 0,2 0 1 0 0,-1 0-1 0 0,2-1 0 0 0,-1 1 1 0 0,2-1-1 0 0,7 16 0 0 0,-9-21-39 0 0,1 0 0 0 0,-1 0-1 0 0,1-1 1 0 0,0 1 0 0 0,0-1-1 0 0,1 0 1 0 0,-1 0 0 0 0,1-1-1 0 0,0 1 1 0 0,1-1-1 0 0,-1 0 1 0 0,1-1 0 0 0,8 5-1 0 0,-6-5-41 0 0,0-1-1 0 0,0 0 0 0 0,0-1 0 0 0,1 0 1 0 0,-1 0-1 0 0,0 0 0 0 0,0-1 0 0 0,0-1 0 0 0,1 1 1 0 0,-1-1-1 0 0,0-1 0 0 0,8-2 0 0 0,14-4 46 0 0,50-22 1 0 0,-78 29-105 0 0,29-13 23 0 0,-1-1 1 0 0,0-1-1 0 0,-1-1 0 0 0,-1-2 0 0 0,-1-1 0 0 0,-1-2 0 0 0,0 0 0 0 0,43-50 0 0 0,-43 39-34 0 0,-1-1 1 0 0,-2-2-1 0 0,-1 0 0 0 0,-2-1 0 0 0,-1-1 1 0 0,23-70-1 0 0,-11 10 35 0 0,-4 0 0 0 0,18-130-1 0 0,-45 211-116 0 0,-6 23-8 0 0,-10 27-7 0 0,-44 108-5 0 0,-104 283 194 0 0,157-402-80 0 0,0 0-1 0 0,2 0 0 0 0,1 1 1 0 0,1 0-1 0 0,-1 30 0 0 0,4-46-4 0 0,1-1 1 0 0,-1 1-1 0 0,1 0 0 0 0,1-1 0 0 0,-1 1 1 0 0,1-1-1 0 0,0 1 0 0 0,1-1 0 0 0,5 11 1 0 0,-5-12 1 0 0,0-1 0 0 0,0 0 0 0 0,1-1 0 0 0,-1 1 0 0 0,1-1 0 0 0,0 1 0 0 0,-1-1 0 0 0,1 0 0 0 0,1 0 0 0 0,-1-1 0 0 0,0 1 0 0 0,1-1 0 0 0,-1 0 0 0 0,10 3 0 0 0,-2-2-29 0 0,-1 0-1 0 0,1-1 1 0 0,0-1 0 0 0,0 1 0 0 0,0-2-1 0 0,0 0 1 0 0,-1 0 0 0 0,1-1-1 0 0,23-4 1 0 0,-18 0-62 0 0,-1 0 1 0 0,0 0-1 0 0,0-2 1 0 0,-1 0-1 0 0,0 0 0 0 0,20-15 1 0 0,-12 5-59 0 0,0 0 0 0 0,-2-2 0 0 0,0 0 0 0 0,-2-1 1 0 0,0-1-1 0 0,-1-1 0 0 0,-1-1 0 0 0,16-29 0 0 0,-6 2 2 0 0,-2-1 1 0 0,34-106-1 0 0,-35 72 223 0 0,16-103 0 0 0,-21 89 93 0 0,-19 97-184 0 0,-2 5-37 0 0,1 0 37 0 0,-1 0-1 0 0,1 0 1 0 0,0 0 0 0 0,-1 0 0 0 0,0 6 0 0 0,1-6-8 0 0,-90 306-76 0 0,-12 81 763 0 0,103-382-81 0 0,7-17-399 0 0,12-27-227 0 0,-17 31 87 0 0,9-17-74 0 0,1 1 0 0 0,1 0 0 0 0,1 1 0 0 0,1 1 0 0 0,1 0 0 0 0,0 1 0 0 0,1 1 0 0 0,1 1 0 0 0,0 0 0 0 0,39-24 0 0 0,-52 37 14 0 0,0 0 0 0 0,0 1 0 0 0,1-1 0 0 0,-1 1 0 0 0,0 0 0 0 0,1 1 0 0 0,-1 0 0 0 0,1 0 0 0 0,0 0 0 0 0,0 0 0 0 0,-1 1 0 0 0,1 0 0 0 0,0 0 0 0 0,-1 0 0 0 0,1 1 0 0 0,0 0 0 0 0,7 2 0 0 0,-9-2 12 0 0,-1 1 0 0 0,1 0 0 0 0,0-1 0 0 0,0 1 0 0 0,-1 1 0 0 0,1-1 0 0 0,-1 0 0 0 0,0 1 0 0 0,1 0 0 0 0,-1 0 0 0 0,-1 0 0 0 0,1 0 0 0 0,0 0 0 0 0,-1 1 0 0 0,1-1 0 0 0,-1 1 0 0 0,0-1 0 0 0,-1 1 0 0 0,1 0 0 0 0,0 0 0 0 0,-1 0 0 0 0,0 0 0 0 0,0 0 0 0 0,1 6 0 0 0,-1 6 35 0 0,0 1 1 0 0,-1-1-1 0 0,0 1 1 0 0,-1-1-1 0 0,-1 1 0 0 0,-6 21 1 0 0,-5 44 51 0 0,13-81-82 0 0,0 0 0 0 0,0 0 0 0 0,-1 1 0 0 0,1-1 0 0 0,0 0-1 0 0,0 0 1 0 0,0 0 0 0 0,1 0 0 0 0,-1 1 0 0 0,0-1 0 0 0,0 0 0 0 0,1 0-1 0 0,-1 0 1 0 0,0 0 0 0 0,1 0 0 0 0,-1 0 0 0 0,1 0 0 0 0,-1 0-1 0 0,1 0 1 0 0,0 0 0 0 0,-1 0 0 0 0,1 0 0 0 0,0 0 0 0 0,0-1 0 0 0,1 2-1 0 0,0-1 0 0 0,-1-1 0 0 0,1 1 0 0 0,0-1 0 0 0,-1 1 0 0 0,1-1-1 0 0,0 0 1 0 0,0 1 0 0 0,0-1 0 0 0,-1 0 0 0 0,1 0 0 0 0,0-1-1 0 0,0 1 1 0 0,0 0 0 0 0,2-1 0 0 0,5-2 3 0 0,1 0 0 0 0,-1-1 0 0 0,0 0 1 0 0,14-8-1 0 0,1-3-28 0 0,-1-2 1 0 0,-1 0-1 0 0,0-2 1 0 0,-1 0 0 0 0,-1-2-1 0 0,19-24 1 0 0,-14 12 17 0 0,-2 0 1 0 0,-1-1-1 0 0,29-63 1 0 0,-14 7-145 0 0,-36 88 99 0 0,-3 3 27 0 0,0 0 14 0 0,0 0 0 0 0,0 0 0 0 0,1 0 1 0 0,-1 1-1 0 0,0-1 0 0 0,1 0 0 0 0,-1 1 1 0 0,1-1-1 0 0,0 1 0 0 0,-1 0 0 0 0,-1 2 0 0 0,2-2-8 0 0,-81 121-27 0 0,53-74 36 0 0,-27 51 60 0 0,50-87-45 0 0,0 2 1 0 0,1-1 0 0 0,0 1-1 0 0,1-1 1 0 0,-2 23 0 0 0,5-34-2 0 0,1 1 0 0 0,0-1-1 0 0,-1 0 1 0 0,1 1 0 0 0,1-1 0 0 0,-1 1 0 0 0,1-1 0 0 0,-1 0 0 0 0,1 0 0 0 0,0 1 0 0 0,0-1 0 0 0,0 0 0 0 0,1 0 0 0 0,-1 0 0 0 0,1 0 0 0 0,-1 0 0 0 0,1 0 0 0 0,4 4 0 0 0,-3-4-1 0 0,1 0 0 0 0,-1-1 0 0 0,1 0 0 0 0,-1 1 0 0 0,1-1 1 0 0,0 0-1 0 0,0-1 0 0 0,0 1 0 0 0,0-1 0 0 0,0 0 0 0 0,0 0 0 0 0,0 0 1 0 0,5 0-1 0 0,5 0 6 0 0,0 0 1 0 0,0-2 0 0 0,0 0 0 0 0,0 0 0 0 0,0-1-1 0 0,0-1 1 0 0,25-8 0 0 0,-18 2-17 0 0,-1 0 1 0 0,0-1-1 0 0,-1-1 0 0 0,0-1 1 0 0,0-1-1 0 0,17-15 0 0 0,97-100-107 0 0,-43 38 44 0 0,-84 84 43 0 0,-4 4 14 0 0,0 0 0 0 0,0 0 1 0 0,1 0-1 0 0,-1 0 0 0 0,0 0 0 0 0,1 0 1 0 0,0 1-1 0 0,-1-1 0 0 0,1 1 0 0 0,0-1 1 0 0,0 1-1 0 0,0 0 0 0 0,0 0 0 0 0,0 1 1 0 0,3-2-1 0 0,-5 2 8 0 0,0 0 0 0 0,-1 1 1 0 0,1-1-1 0 0,0 0 0 0 0,0 0 0 0 0,0 0 1 0 0,0 1-1 0 0,-1-1 0 0 0,1 0 0 0 0,0 1 1 0 0,0-1-1 0 0,0 1 0 0 0,-1-1 1 0 0,1 1-1 0 0,0-1 0 0 0,-1 1 0 0 0,1 0 1 0 0,0-1-1 0 0,-1 1 0 0 0,1 0 0 0 0,-1-1 1 0 0,1 1-1 0 0,-1 0 0 0 0,0 0 0 0 0,1 0 1 0 0,-1-1-1 0 0,0 1 0 0 0,1 1 0 0 0,4 25 58 0 0,-6-12-30 0 0,0-1-1 0 0,-1 1 0 0 0,-1-1 1 0 0,-1 1-1 0 0,0-1 0 0 0,0 0 1 0 0,-9 17-1 0 0,-2 0 655 0 0,-37 56-1 0 0,45-79-239 0 0,5-12-112 0 0,4-12-163 0 0,9-10-174 0 0,2 0 1 0 0,0 1-1 0 0,2 1 1 0 0,1 0-1 0 0,1 1 1 0 0,1 1-1 0 0,0 0 1 0 0,2 2-1 0 0,42-35 1 0 0,-55 50-24 0 0,0 0 0 0 0,1 0 1 0 0,-1 0-1 0 0,1 1 0 0 0,0 0 1 0 0,0 1-1 0 0,1 0 0 0 0,-1 0 1 0 0,1 0-1 0 0,15-1 0 0 0,-21 4 36 0 0,-1 0 0 0 0,0 0 1 0 0,1 0-1 0 0,-1 1 0 0 0,1-1 0 0 0,-1 1 0 0 0,0-1 0 0 0,1 1 0 0 0,-1 0 1 0 0,0 0-1 0 0,0 0 0 0 0,1 0 0 0 0,-1 0 0 0 0,0 1 0 0 0,0-1 0 0 0,0 1 1 0 0,-1-1-1 0 0,1 1 0 0 0,0 0 0 0 0,-1-1 0 0 0,1 1 0 0 0,-1 0 0 0 0,1 0 1 0 0,-1 0-1 0 0,0 0 0 0 0,0 1 0 0 0,0-1 0 0 0,0 0 0 0 0,0 0 0 0 0,0 1 1 0 0,-1-1-1 0 0,1 3 0 0 0,1 3 98 0 0,0 0 0 0 0,-1 0 0 0 0,0 0 0 0 0,-1 0 0 0 0,0 0 0 0 0,0 0 0 0 0,0 0 0 0 0,-3 8 0 0 0,-14 53 461 0 0,-4 18-150 0 0,21-84-407 0 0,-2 22 188 0 0,2-24-188 0 0,0 0 0 0 0,1 0 0 0 0,-1 0 0 0 0,0 0-1 0 0,0-1 1 0 0,1 1 0 0 0,-1 0 0 0 0,1 0 0 0 0,-1-1 0 0 0,1 1 0 0 0,-1 0-1 0 0,1-1 1 0 0,-1 1 0 0 0,1 0 0 0 0,0-1 0 0 0,-1 1 0 0 0,1-1 0 0 0,0 1-1 0 0,-1-1 1 0 0,1 1 0 0 0,0-1 0 0 0,0 1 0 0 0,-1-1 0 0 0,1 0 0 0 0,0 1-1 0 0,0-1 1 0 0,1 0 0 0 0,10 2 2 0 0,0-1-1 0 0,1 0 1 0 0,-1-1 0 0 0,0-1-1 0 0,0 0 1 0 0,0 0 0 0 0,0-1-1 0 0,0-1 1 0 0,0 0 0 0 0,20-8-1 0 0,-16 5-631 0 0,1-2-1 0 0,-1 0 1 0 0,0-1-1 0 0,0-1 1 0 0,-1 0-1 0 0,24-22 1 0 0,-32 25-708 0 0,-1 0-1 0 0,0 0 1 0 0,0-1 0 0 0,-1 0-1 0 0,9-15 1 0 0,-7 9-2793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14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38 2068 0 0,'-43'3'3409'0'0,"-60"3"4010"0"0,159-14-8031 0 0,-21 2-138 0 0,104-17-4593 0 0,-76 14 1556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16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55 1244 0 0,'0'-3'2170'0'0,"7"-48"6607"0"0,-9 75-7664 0 0,0-1-527 0 0,-1 0 0 0 0,-2 0 0 0 0,-12 40 0 0 0,-33 64 539 0 0,34-87-834 0 0,-70 143 526 0 0,55-123-641 0 0,2 2 1 0 0,-41 130-1 0 0,69-185-165 0 0,-1-1-1 0 0,1 1 0 0 0,0-1 0 0 0,0 1 0 0 0,1-1 1 0 0,0 1-1 0 0,0-1 0 0 0,2 12 0 0 0,-1-16-6 0 0,-1 0 0 0 0,1 0 1 0 0,0 0-1 0 0,0 0 0 0 0,0 1 0 0 0,0-1 0 0 0,0-1 0 0 0,0 1 0 0 0,1 0 0 0 0,-1 0 0 0 0,1 0 0 0 0,-1-1 0 0 0,1 1 0 0 0,0-1 0 0 0,0 1 0 0 0,-1-1 1 0 0,1 0-1 0 0,0 1 0 0 0,0-1 0 0 0,0 0 0 0 0,0-1 0 0 0,1 1 0 0 0,-1 0 0 0 0,0 0 0 0 0,0-1 0 0 0,0 1 0 0 0,5-1 0 0 0,10 1-34 0 0,-1 0 0 0 0,1-1 0 0 0,0-1 0 0 0,-1-1 0 0 0,1-1 0 0 0,-1 0 0 0 0,0-1 0 0 0,0 0 0 0 0,22-10 0 0 0,-3-1-183 0 0,-1-2 0 0 0,0-1 0 0 0,32-23 0 0 0,-31 15 16 0 0,-2 0 1 0 0,-1-3 0 0 0,-1 0-1 0 0,-1-2 1 0 0,34-46 0 0 0,-31 31 90 0 0,-2-1 1 0 0,-2-2-1 0 0,36-81 0 0 0,-51 97 150 0 0,-1-1 0 0 0,-1-1-1 0 0,14-70 1 0 0,-26 103-42 0 0,0 1 0 0 0,0 0 0 0 0,1 0 0 0 0,-1-1 0 0 0,0 1 0 0 0,0 0 0 0 0,0-1 0 0 0,0 1-1 0 0,0 0 1 0 0,0 0 0 0 0,-1-1 0 0 0,1 1 0 0 0,0 0 0 0 0,-1 0 0 0 0,1 0 0 0 0,-1-1 0 0 0,0-1 0 0 0,0 3-3 0 0,1 0 1 0 0,-1 0-1 0 0,1 0 0 0 0,-1 0 1 0 0,1-1-1 0 0,-1 1 0 0 0,1 0 1 0 0,-1 0-1 0 0,1 0 0 0 0,-1 0 1 0 0,1 0-1 0 0,-1 0 0 0 0,1 1 1 0 0,-1-1-1 0 0,1 0 0 0 0,-1 0 1 0 0,1 0-1 0 0,-1 0 0 0 0,1 1 1 0 0,-1-1-1 0 0,1 0 0 0 0,-1 0 1 0 0,1 1-1 0 0,-1-1 0 0 0,1 0 1 0 0,0 1-1 0 0,-1 0 0 0 0,-5 4-4 0 0,0 0-1 0 0,1 1 0 0 0,-1-1 0 0 0,-4 8 0 0 0,-44 67 129 0 0,-80 161 0 0 0,114-200-83 0 0,2 0 1 0 0,-23 75 0 0 0,38-102-26 0 0,-1 1 0 0 0,2 0 0 0 0,0 0 0 0 0,0 0 0 0 0,2 0 0 0 0,0 0 0 0 0,0 0 0 0 0,2 0 0 0 0,0 0 0 0 0,0 0 0 0 0,2-1 0 0 0,4 16 0 0 0,-6-27-2 0 0,-1 1 1 0 0,1 0-1 0 0,0-1 0 0 0,0 1 0 0 0,0-1 0 0 0,0 1 1 0 0,1-1-1 0 0,-1 0 0 0 0,1 0 0 0 0,0 0 1 0 0,0-1-1 0 0,0 1 0 0 0,0 0 0 0 0,0-1 0 0 0,8 4 1 0 0,-9-5-8 0 0,0-1 0 0 0,0 1 1 0 0,0-1-1 0 0,0 1 0 0 0,0-1 1 0 0,0 1-1 0 0,0-1 1 0 0,1 0-1 0 0,-1 0 0 0 0,0 0 1 0 0,0 0-1 0 0,0-1 0 0 0,0 1 1 0 0,1-1-1 0 0,-1 1 1 0 0,0-1-1 0 0,0 0 0 0 0,0 0 1 0 0,0 1-1 0 0,0-1 0 0 0,0-1 1 0 0,-1 1-1 0 0,1 0 1 0 0,0 0-1 0 0,-1-1 0 0 0,1 1 1 0 0,0-1-1 0 0,-1 1 0 0 0,3-4 1 0 0,10-16-14 0 0,0-1 0 0 0,-1-1 0 0 0,-1 0 1 0 0,-2 0-1 0 0,16-50 0 0 0,-1 6-37 0 0,-15 42 2 0 0,22-40 0 0 0,-29 59 23 0 0,0 1 0 0 0,1-1 0 0 0,0 1 0 0 0,0 0 0 0 0,1 0 0 0 0,-1 0 0 0 0,1 0 0 0 0,0 1 0 0 0,0 0 1 0 0,0 0-1 0 0,1 0 0 0 0,8-4 0 0 0,-11 7 11 0 0,-1 0 1 0 0,1 0 0 0 0,0 1 0 0 0,0-1 0 0 0,0 1-1 0 0,0-1 1 0 0,-1 1 0 0 0,1 0 0 0 0,0 0 0 0 0,0 1-1 0 0,0-1 1 0 0,0 0 0 0 0,0 1 0 0 0,-1 0 0 0 0,1-1 0 0 0,0 1-1 0 0,0 0 1 0 0,-1 1 0 0 0,1-1 0 0 0,-1 0 0 0 0,1 1-1 0 0,-1-1 1 0 0,0 1 0 0 0,1 0 0 0 0,-1 0 0 0 0,0 0 0 0 0,0 0-1 0 0,0 0 1 0 0,0 0 0 0 0,-1 1 0 0 0,1-1 0 0 0,1 5-1 0 0,3 2 18 0 0,-1 1 0 0 0,0 0-1 0 0,-1 0 1 0 0,0 1 0 0 0,-1-1-1 0 0,4 21 1 0 0,-4-3 13 0 0,-1-1 0 0 0,-2 0 0 0 0,-3 36 0 0 0,0 8 1 0 0,3-70-21 0 0,0 0 1 0 0,0 0 0 0 0,0 0 0 0 0,0 0 0 0 0,0 0 0 0 0,0 0-1 0 0,1 0 1 0 0,-1-1 0 0 0,0 1 0 0 0,1 0 0 0 0,-1 0 0 0 0,1 0-1 0 0,-1 0 1 0 0,1 0 0 0 0,-1-1 0 0 0,1 1 0 0 0,0 0 0 0 0,-1 0-1 0 0,1-1 1 0 0,0 1 0 0 0,-1 0 0 0 0,1-1 0 0 0,0 1 0 0 0,0-1 0 0 0,0 1-1 0 0,0-1 1 0 0,0 1 0 0 0,-1-1 0 0 0,1 0 0 0 0,0 1 0 0 0,0-1-1 0 0,0 0 1 0 0,0 0 0 0 0,0 0 0 0 0,0 0 0 0 0,0 0 0 0 0,0 0-1 0 0,0 0 1 0 0,0 0 0 0 0,0 0 0 0 0,0 0 0 0 0,1-1 0 0 0,7 0 7 0 0,-1-1 0 0 0,0 0 1 0 0,15-6-1 0 0,-17 6 9 0 0,18-7-21 0 0,-1-2 0 0 0,0 0 0 0 0,-1-1 0 0 0,-1-2 0 0 0,0 0 0 0 0,-1-1 0 0 0,24-22 0 0 0,-22 15-11 0 0,0 0 1 0 0,-2-2 0 0 0,0 0-1 0 0,-2-1 1 0 0,24-43 0 0 0,-39 62-2 0 0,-1 0 1 0 0,1 0 0 0 0,-1 0-1 0 0,0 0 1 0 0,-1-1 0 0 0,1 1-1 0 0,-1 0 1 0 0,0-11 0 0 0,-1 17 9 0 0,0-1 1 0 0,0 1 0 0 0,0-1-1 0 0,0 1 1 0 0,-1-1-1 0 0,1 1 1 0 0,0 0 0 0 0,0-1-1 0 0,-1 1 1 0 0,1-1-1 0 0,0 1 1 0 0,0 0 0 0 0,-1-1-1 0 0,1 1 1 0 0,0 0-1 0 0,-1-1 1 0 0,1 1 0 0 0,-1 0-1 0 0,1 0 1 0 0,0-1-1 0 0,-1 1 1 0 0,1 0 0 0 0,-1 0-1 0 0,1 0 1 0 0,-1-1-1 0 0,1 1 1 0 0,-1 0 0 0 0,1 0-1 0 0,0 0 1 0 0,-1 0-1 0 0,1 0 1 0 0,-1 0 0 0 0,1 0-1 0 0,-1 0 1 0 0,1 0-1 0 0,-1 0 1 0 0,1 0 0 0 0,-1 1-1 0 0,1-1 1 0 0,-1 0-1 0 0,0 0 1 0 0,-18 6-46 0 0,8-1 39 0 0,2 1-1 0 0,-1 0 1 0 0,1 0 0 0 0,-1 1-1 0 0,2 0 1 0 0,-1 0 0 0 0,-10 13-1 0 0,-4 6 34 0 0,-20 33-1 0 0,39-54-17 0 0,0 1 1 0 0,1-1-1 0 0,0 1 0 0 0,0 0 1 0 0,0 0-1 0 0,1 0 0 0 0,0 0 1 0 0,0 1-1 0 0,1-1 0 0 0,-1 0 1 0 0,2 1-1 0 0,-1-1 0 0 0,1 1 1 0 0,-1-1-1 0 0,2 1 0 0 0,0 8 1 0 0,0-10 3 0 0,1 1 0 0 0,0-1 1 0 0,0 0-1 0 0,0 0 1 0 0,0 0-1 0 0,1 0 1 0 0,0 0-1 0 0,0 0 0 0 0,0 0 1 0 0,1-1-1 0 0,-1 0 1 0 0,1 0-1 0 0,0 0 1 0 0,0 0-1 0 0,1 0 0 0 0,-1-1 1 0 0,1 0-1 0 0,0 0 1 0 0,6 3-1 0 0,6 2 3 0 0,0-1 0 0 0,0 0 0 0 0,1-2 1 0 0,0 0-1 0 0,0-1 0 0 0,0 0 0 0 0,21 0 0 0 0,-24-3-699 0 0,1 0-1 0 0,0-2 1 0 0,-1 0 0 0 0,1 0-1 0 0,-1-2 1 0 0,1 1 0 0 0,-1-2 0 0 0,27-10-1 0 0,-24 4-2734 0 0,0-1-1386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16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52 2976 0 0,'-42'5'2771'0'0,"23"-3"-1474"0"0,-1 0 1 0 0,1 2 0 0 0,0 0-1 0 0,-22 8 1 0 0,79-14-326 0 0,377-41-1552 0 0,-164 18-4951 0 0,-154 15 839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17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74 68 0 0,'-28'-22'7351'0'0,"26"21"-7121"0"0,1 0 1 0 0,0-1-1 0 0,0 1 0 0 0,0 0 1 0 0,0-1-1 0 0,0 0 1 0 0,0 1-1 0 0,1-1 0 0 0,-1 1 1 0 0,0-1-1 0 0,1 0 0 0 0,-1 1 1 0 0,1-1-1 0 0,0 0 0 0 0,-1 0 1 0 0,1-1-1 0 0,1 2-179 0 0,-1 0 1 0 0,0 0-1 0 0,1 0 1 0 0,0 1-1 0 0,-1-1 0 0 0,1 0 1 0 0,-1 1-1 0 0,1-1 0 0 0,0 0 1 0 0,-1 1-1 0 0,1-1 1 0 0,0 1-1 0 0,0-1 0 0 0,-1 1 1 0 0,1-1-1 0 0,0 1 1 0 0,0 0-1 0 0,0-1 0 0 0,0 1 1 0 0,-1 0-1 0 0,1 0 0 0 0,0 0 1 0 0,0-1-1 0 0,0 1 1 0 0,0 0-1 0 0,0 0 0 0 0,0 0 1 0 0,1 1-1 0 0,6 0-4 0 0,0 1-1 0 0,-1 0 0 0 0,1 0 1 0 0,-1 1-1 0 0,0 0 1 0 0,0 1-1 0 0,0-1 0 0 0,0 1 1 0 0,0 1-1 0 0,-1-1 1 0 0,0 1-1 0 0,0 0 1 0 0,0 0-1 0 0,-1 1 0 0 0,1 0 1 0 0,-1 0-1 0 0,8 13 1 0 0,-10-14-33 0 0,0 0 1 0 0,0 0 0 0 0,0 0 0 0 0,0 1 0 0 0,-1 0-1 0 0,0-1 1 0 0,0 1 0 0 0,-1 0 0 0 0,1 0 0 0 0,-1 0-1 0 0,-1 0 1 0 0,1 0 0 0 0,-1 0 0 0 0,0 0 0 0 0,0 0-1 0 0,-1 0 1 0 0,0 0 0 0 0,0 0 0 0 0,0 0 0 0 0,-1-1 0 0 0,1 1-1 0 0,-1 0 1 0 0,-6 10 0 0 0,6-13 2 0 0,0 1-1 0 0,0-1 1 0 0,0 0-1 0 0,0 0 1 0 0,0 0 0 0 0,-1 0-1 0 0,0-1 1 0 0,1 1-1 0 0,-1-1 1 0 0,0 0 0 0 0,0 1-1 0 0,0-1 1 0 0,0-1 0 0 0,-1 1-1 0 0,1 0 1 0 0,0-1-1 0 0,-1 1 1 0 0,0-1 0 0 0,1 0-1 0 0,-1-1 1 0 0,1 1-1 0 0,-1 0 1 0 0,-4-1 0 0 0,6 0-11 0 0,1 0 1 0 0,-1-1 0 0 0,1 1-1 0 0,-1-1 1 0 0,1 1 0 0 0,0-1-1 0 0,-1 0 1 0 0,1 1 0 0 0,0-1-1 0 0,0 0 1 0 0,-1 0 0 0 0,1 0-1 0 0,0 0 1 0 0,0 0 0 0 0,0 0-1 0 0,0 0 1 0 0,0 0 0 0 0,0-1-1 0 0,0 1 1 0 0,1 0 0 0 0,-1-1-1 0 0,0 1 1 0 0,1 0 0 0 0,-1-1-1 0 0,1 1 1 0 0,-1-2 0 0 0,0-1-5 0 0,0 0 0 0 0,0 0 0 0 0,1 1 0 0 0,-1-1 0 0 0,1 0 0 0 0,0 0 0 0 0,0 0 0 0 0,1-4 0 0 0,2-1-6 0 0,-1 0 1 0 0,2 0 0 0 0,-1 1 0 0 0,1-1 0 0 0,0 1 0 0 0,1 0-1 0 0,0 0 1 0 0,0 1 0 0 0,1-1 0 0 0,-1 1 0 0 0,2 0-1 0 0,-1 1 1 0 0,1-1 0 0 0,0 1 0 0 0,0 1 0 0 0,1-1-1 0 0,0 1 1 0 0,0 1 0 0 0,0-1 0 0 0,11-3 0 0 0,-6 2-3 0 0,0 2 1 0 0,0-1 0 0 0,1 1-1 0 0,-1 1 1 0 0,1 1-1 0 0,-1 0 1 0 0,1 0 0 0 0,0 2-1 0 0,0-1 1 0 0,0 2 0 0 0,-1 0-1 0 0,28 6 1 0 0,-23-3-2 0 0,-1 2 1 0 0,0 0-1 0 0,26 13 1 0 0,-39-17 9 0 0,0 0 0 0 0,0 0 0 0 0,-1 1 1 0 0,1-1-1 0 0,-1 1 0 0 0,1 0 0 0 0,-1 0 1 0 0,0 0-1 0 0,0 0 0 0 0,0 1 0 0 0,0-1 0 0 0,-1 1 1 0 0,1 0-1 0 0,-1 0 0 0 0,0-1 0 0 0,0 1 0 0 0,0 1 1 0 0,-1-1-1 0 0,1 0 0 0 0,0 7 0 0 0,-2-8 5 0 0,0 1 0 0 0,0 0 1 0 0,-1-1-1 0 0,1 1 0 0 0,-1-1 0 0 0,0 0 0 0 0,0 1 0 0 0,0-1 0 0 0,0 1 0 0 0,-1-1 0 0 0,1 0 0 0 0,-1 0 0 0 0,0 0 0 0 0,0 0 0 0 0,0 0 0 0 0,0 0 0 0 0,0-1 1 0 0,-5 5-1 0 0,3-4 16 0 0,0 1-1 0 0,0 0 1 0 0,-1-1 0 0 0,0 0 0 0 0,1 0 0 0 0,-1-1 0 0 0,0 1 0 0 0,-1-1 0 0 0,1 0 0 0 0,-8 2 0 0 0,12-4-19 0 0,0 0 1 0 0,0 1-1 0 0,-1-1 1 0 0,1 0-1 0 0,0 0 0 0 0,0 0 1 0 0,0 0-1 0 0,0 0 1 0 0,0 0-1 0 0,0 0 1 0 0,0-1-1 0 0,0 1 0 0 0,0 0 1 0 0,0-1-1 0 0,0 1 1 0 0,0 0-1 0 0,0-1 0 0 0,0 1 1 0 0,0-1-1 0 0,0 0 1 0 0,1 1-1 0 0,-1-1 0 0 0,0 0 1 0 0,0 1-1 0 0,1-1 1 0 0,-1 0-1 0 0,0 0 0 0 0,1 0 1 0 0,-1 0-1 0 0,1 1 1 0 0,-1-1-1 0 0,1 0 0 0 0,-1-2 1 0 0,0 1-5 0 0,0 0 0 0 0,1 0 0 0 0,-1-1 0 0 0,1 1 0 0 0,0 0 0 0 0,0 0 0 0 0,0 0 0 0 0,0 0 1 0 0,0-1-1 0 0,0 1 0 0 0,1 0 0 0 0,-1 0 0 0 0,1 0 0 0 0,0-3 0 0 0,5-6-8 0 0,-1 1 1 0 0,2 0-1 0 0,0 0 0 0 0,0 1 1 0 0,0 0-1 0 0,1 0 0 0 0,1 0 1 0 0,-1 1-1 0 0,18-12 0 0 0,-3 4-10 0 0,-1 2 0 0 0,2 0-1 0 0,31-12 1 0 0,-35 17 6 0 0,0 2 0 0 0,1 0 0 0 0,39-7 0 0 0,-52 13 8 0 0,0-1 0 0 0,0 2 0 0 0,0-1 0 0 0,-1 1 0 0 0,1 0-1 0 0,0 1 1 0 0,0 0 0 0 0,0 0 0 0 0,-1 1 0 0 0,1 0 0 0 0,-1 0 0 0 0,1 1 0 0 0,-1 0 0 0 0,9 5 0 0 0,-13-7 11 0 0,-1 1-1 0 0,1 0 1 0 0,-1 0-1 0 0,1 1 1 0 0,-1-1 0 0 0,0 0-1 0 0,0 1 1 0 0,0-1-1 0 0,0 1 1 0 0,-1 0 0 0 0,1 0-1 0 0,-1 0 1 0 0,1 0-1 0 0,-1 0 1 0 0,0 0 0 0 0,0 0-1 0 0,0 0 1 0 0,-1 0-1 0 0,1 0 1 0 0,-1 1-1 0 0,0-1 1 0 0,0 0 0 0 0,0 0-1 0 0,0 0 1 0 0,0 1-1 0 0,-1-1 1 0 0,0 3 0 0 0,-3 10-26 0 0,-1 0 1 0 0,0 0 0 0 0,-1-1-1 0 0,-10 18 1 0 0,0 2-652 0 0,8-18-364 0 0,-2 9-749 0 0,7-9-3159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18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352 582 2752 0 0,'3'-7'919'0'0,"-1"4"-310"0"0,0 0 1 0 0,0-1-1 0 0,0 1 0 0 0,-1 0 0 0 0,1-1 0 0 0,-1 1 0 0 0,0-1 1 0 0,0 0-1 0 0,-1 1 0 0 0,1-1 0 0 0,-1 0 0 0 0,1 0 0 0 0,-1 1 1 0 0,0-1-1 0 0,-1-7 0 0 0,0 10-534 0 0,1 0 0 0 0,-1 0 0 0 0,0-1 1 0 0,1 1-1 0 0,-1 0 0 0 0,0 0 0 0 0,0 0 0 0 0,0 0 1 0 0,0 0-1 0 0,0 0 0 0 0,0 0 0 0 0,0 0 0 0 0,0 0 1 0 0,0 1-1 0 0,0-1 0 0 0,0 0 0 0 0,0 1 0 0 0,-1-1 0 0 0,1 1 1 0 0,0-1-1 0 0,0 1 0 0 0,-1-1 0 0 0,1 1 0 0 0,0 0 1 0 0,-3 0-1 0 0,-10 2 23 0 0,-1 1 0 0 0,1 0 1 0 0,0 1-1 0 0,0 1 1 0 0,0 0-1 0 0,1 1 0 0 0,0 0 1 0 0,-20 13-1 0 0,5 0-37 0 0,0 1 0 0 0,-42 40 0 0 0,57-48-57 0 0,-21 26 1 0 0,32-35-2 0 0,-1 1 1 0 0,1-1-1 0 0,-1 1 1 0 0,1-1-1 0 0,0 1 0 0 0,0 0 1 0 0,1 0-1 0 0,-1 0 1 0 0,1 0-1 0 0,0 0 1 0 0,0 0-1 0 0,0 0 1 0 0,1 0-1 0 0,-1 5 1 0 0,2-7 2 0 0,-1 1 0 0 0,1-1 1 0 0,0 1-1 0 0,0-1 0 0 0,0 0 1 0 0,0 1-1 0 0,0-1 0 0 0,1 0 1 0 0,-1 0-1 0 0,1 1 1 0 0,-1-1-1 0 0,1-1 0 0 0,0 1 1 0 0,0 0-1 0 0,0 0 0 0 0,0-1 1 0 0,0 1-1 0 0,0-1 0 0 0,0 1 1 0 0,1-1-1 0 0,-1 0 1 0 0,0 0-1 0 0,1 0 0 0 0,-1 0 1 0 0,1-1-1 0 0,-1 1 0 0 0,5 0 1 0 0,2 1-21 0 0,0-1 1 0 0,0 0-1 0 0,0 0 1 0 0,0-1-1 0 0,0 0 1 0 0,16-2 0 0 0,-12-1-47 0 0,0-1 0 0 0,-1 1 0 0 0,1-2 1 0 0,-1 0-1 0 0,0 0 0 0 0,-1-1 1 0 0,1-1-1 0 0,-1 0 0 0 0,0 0 1 0 0,17-17-1 0 0,-13 10 24 0 0,-1-1 0 0 0,-1 0 0 0 0,-1-1 0 0 0,0 0 0 0 0,-1-1 0 0 0,13-26 0 0 0,10-21 697 0 0,-30 58-666 0 0,-3 4-7 0 0,-8 11 60 0 0,0 1 0 0 0,1-1 0 0 0,0 1-1 0 0,1 0 1 0 0,0 0 0 0 0,-4 13-1 0 0,-4 5 100 0 0,0 2-23 0 0,-16 45 0 0 0,26-66-104 0 0,0 1-1 0 0,1-1 1 0 0,0 1-1 0 0,1 0 1 0 0,0 0-1 0 0,0-1 1 0 0,1 1-1 0 0,1 0 0 0 0,1 13 1 0 0,-2-21-10 0 0,1 1 0 0 0,0 0 0 0 0,0-1 0 0 0,0 1-1 0 0,0 0 1 0 0,0-1 0 0 0,0 1 0 0 0,1-1 0 0 0,-1 0 0 0 0,1 0 0 0 0,-1 1 0 0 0,1-1 0 0 0,0 0 0 0 0,0 0 0 0 0,0 0-1 0 0,0-1 1 0 0,5 4 0 0 0,-3-3 1 0 0,0 0-1 0 0,0-1 0 0 0,0 0 0 0 0,0 1 0 0 0,0-1 0 0 0,0-1 1 0 0,1 1-1 0 0,-1 0 0 0 0,0-1 0 0 0,7 0 0 0 0,4-2-41 0 0,-1 0 0 0 0,0-1 0 0 0,0 0 0 0 0,0-1-1 0 0,24-10 1 0 0,-11 1-229 0 0,0-1-1 0 0,-2-2 1 0 0,0 0 0 0 0,-1-2-1 0 0,0 0 1 0 0,-2-2 0 0 0,0 0-1 0 0,30-38 1 0 0,-8 2-167 0 0,-2-2 0 0 0,49-92 1 0 0,82-220 2783 0 0,-154 326-1756 0 0,-19 42-560 0 0,0 4-8 0 0,-20 56 559 0 0,-31 64 0 0 0,27-67-256 0 0,-52 113 450 0 0,-73 187-147 0 0,144-341-625 0 0,-23 77 42 0 0,26-84-41 0 0,0 1 1 0 0,1-1-1 0 0,0 1 0 0 0,1-1 1 0 0,0 1-1 0 0,0-1 0 0 0,0 1 1 0 0,1-1-1 0 0,3 15 0 0 0,-2-19-9 0 0,-1 0 1 0 0,0 0-1 0 0,1 0 0 0 0,0 0 0 0 0,0 0 0 0 0,0-1 1 0 0,0 1-1 0 0,0-1 0 0 0,1 1 0 0 0,-1-1 1 0 0,1 0-1 0 0,0 0 0 0 0,-1 0 0 0 0,1 0 0 0 0,0 0 1 0 0,0-1-1 0 0,0 1 0 0 0,0-1 0 0 0,0 0 0 0 0,1 0 1 0 0,-1 0-1 0 0,0 0 0 0 0,1 0 0 0 0,-1-1 1 0 0,0 0-1 0 0,6 0 0 0 0,2 0-13 0 0,0 0 0 0 0,-1-1 0 0 0,1 0 0 0 0,-1-1 1 0 0,1 0-1 0 0,-1 0 0 0 0,13-6 0 0 0,-3-1-73 0 0,-2 0-1 0 0,1-1 1 0 0,-1-1 0 0 0,-1-1 0 0 0,0 0-1 0 0,27-26 1 0 0,-23 17 29 0 0,-1-1 0 0 0,-1-1 1 0 0,-1-1-1 0 0,18-31 0 0 0,-26 38 43 0 0,-1 0 0 0 0,-1 0 0 0 0,9-32 0 0 0,-16 48 1 0 0,-1 0 0 0 0,1-1 0 0 0,-1 1 0 0 0,1-1 0 0 0,-1 1 0 0 0,0-1 0 0 0,1 1 0 0 0,-1-1 0 0 0,0 1 0 0 0,0-1 0 0 0,0 1 0 0 0,0-1 0 0 0,-1 1 0 0 0,1-1 0 0 0,0 0-1 0 0,-1 1 1 0 0,1 0 0 0 0,-1-1 0 0 0,1 1 0 0 0,-1-1 0 0 0,0 1 0 0 0,1 0 0 0 0,-1-1 0 0 0,0 1 0 0 0,0 0 0 0 0,0 0 0 0 0,0 0 0 0 0,0 0 0 0 0,0-1 0 0 0,-1 2 0 0 0,1-1-1 0 0,-3-2 1 0 0,2 2-4 0 0,0 1-1 0 0,-1-1 1 0 0,1 0-1 0 0,-1 1 0 0 0,0 0 1 0 0,1 0-1 0 0,-1-1 0 0 0,1 1 1 0 0,-1 1-1 0 0,1-1 0 0 0,-1 0 1 0 0,1 1-1 0 0,-1-1 1 0 0,1 1-1 0 0,-1 0 0 0 0,1 0 1 0 0,-1 0-1 0 0,-3 2 0 0 0,3-2 13 0 0,2 0-4 0 0,-1-1 1 0 0,0 1-1 0 0,1 0 1 0 0,-1 0-1 0 0,1-1 1 0 0,-1 1-1 0 0,1 0 1 0 0,-1 0 0 0 0,1 1-1 0 0,0-1 1 0 0,-1 0-1 0 0,1 0 1 0 0,0 1-1 0 0,0-1 1 0 0,0 0 0 0 0,0 1-1 0 0,0-1 1 0 0,0 1-1 0 0,0 0 1 0 0,1-1-1 0 0,-1 1 1 0 0,1 0 0 0 0,-1-1-1 0 0,1 1 1 0 0,-1 0-1 0 0,1-1 1 0 0,0 1-1 0 0,0 0 1 0 0,0 0-1 0 0,0 2 1 0 0,1-2 1 0 0,-1 0 0 0 0,1 0-1 0 0,-1 0 1 0 0,1 0 0 0 0,0 0 0 0 0,0 0 0 0 0,0 0-1 0 0,0 0 1 0 0,0 0 0 0 0,1 0 0 0 0,-1-1 0 0 0,0 1-1 0 0,1 0 1 0 0,-1-1 0 0 0,1 1 0 0 0,0-1 0 0 0,-1 0-1 0 0,1 1 1 0 0,0-1 0 0 0,0 0 0 0 0,0 0 0 0 0,0 0 0 0 0,0-1-1 0 0,0 1 1 0 0,3 0 0 0 0,6 3-69 0 0,0-1 0 0 0,1 0 0 0 0,14 0 0 0 0,-3 0-96 0 0,1-1-1 0 0,-1-2 0 0 0,0 0 1 0 0,0-2-1 0 0,0-1 0 0 0,0 0 0 0 0,0-2 1 0 0,32-10-1 0 0,-40 10 230 0 0,0-1 0 0 0,-1-1 0 0 0,0 0-1 0 0,0-1 1 0 0,0 0 0 0 0,-1-1 0 0 0,0-1 0 0 0,-1 0 0 0 0,0-1-1 0 0,0 0 1 0 0,-1-1 0 0 0,18-25 0 0 0,-29 37-58 0 0,0 0 1 0 0,0 0-1 0 0,0 0 0 0 0,0 0 1 0 0,1-1-1 0 0,-1 1 0 0 0,0 0 1 0 0,0 0-1 0 0,0 0 0 0 0,0 0 1 0 0,0-1-1 0 0,0 1 0 0 0,0 0 1 0 0,0 0-1 0 0,0 0 0 0 0,1-1 1 0 0,-1 1-1 0 0,0 0 1 0 0,0 0-1 0 0,0-1 0 0 0,0 1 1 0 0,0 0-1 0 0,0 0 0 0 0,0 0 1 0 0,0-1-1 0 0,-1 1 0 0 0,1 0 1 0 0,0 0-1 0 0,0 0 0 0 0,0-1 1 0 0,0 1-1 0 0,0 0 0 0 0,0 0 1 0 0,0-1-1 0 0,-9 1 26 0 0,-11 8-30 0 0,2 6 70 0 0,1 2 0 0 0,0 0 1 0 0,2 0-1 0 0,-1 2 0 0 0,2 0 0 0 0,-15 25 1 0 0,9-15-14 0 0,4-6-24 0 0,1 1 0 0 0,-14 29-1 0 0,25-43-15 0 0,0 0 0 0 0,1 0 0 0 0,-1 0 0 0 0,2 1 0 0 0,0-1 0 0 0,0 1-1 0 0,0-1 1 0 0,1 1 0 0 0,1 16 0 0 0,0-24-10 0 0,0 0 0 0 0,0 0 0 0 0,1 1 0 0 0,-1-1 0 0 0,1 0 0 0 0,0 0 0 0 0,-1 0 0 0 0,1 0 1 0 0,0 0-1 0 0,0 0 0 0 0,0 0 0 0 0,1 0 0 0 0,-1 0 0 0 0,0 0 0 0 0,1-1 0 0 0,-1 1 0 0 0,1 0 0 0 0,2 1 0 0 0,-1-1-17 0 0,0 0-1 0 0,0 0 1 0 0,1-1-1 0 0,-1 1 1 0 0,1-1-1 0 0,0 1 1 0 0,-1-1-1 0 0,1 0 1 0 0,7 0-1 0 0,0 0-155 0 0,1-1 0 0 0,-1 0 0 0 0,1 0 0 0 0,-1-1 0 0 0,1-1 0 0 0,11-3 0 0 0,-9 1-72 0 0,0-1 0 0 0,0-1 0 0 0,-1 0 0 0 0,0-1 0 0 0,0-1 0 0 0,0 0 0 0 0,-1 0 1 0 0,0-1-1 0 0,0-1 0 0 0,10-11 0 0 0,9-13-210 0 0,53-72 1 0 0,-55 62 2422 0 0,37-75 1 0 0,-66 117-1773 0 0,-2 4-86 0 0,-6 7 38 0 0,-1 0-1 0 0,1 1 1 0 0,0 0 0 0 0,1 0 0 0 0,0 1 0 0 0,-5 11 0 0 0,-32 73 270 0 0,44-95-424 0 0,-7 16 33 0 0,0 0 0 0 0,1 0-1 0 0,1 1 1 0 0,1 0 0 0 0,-4 24 0 0 0,8-36-182 0 0,0 0 0 0 0,0 0 0 0 0,0 0 0 0 0,0 0 0 0 0,1-1 0 0 0,0 1-1 0 0,0 0 1 0 0,0 0 0 0 0,1-1 0 0 0,2 6 0 0 0,-2-6-211 0 0,1 0-1 0 0,-1 0 0 0 0,1-1 0 0 0,0 0 1 0 0,0 1-1 0 0,0-1 0 0 0,0 0 0 0 0,0 0 1 0 0,1 0-1 0 0,-1-1 0 0 0,1 1 0 0 0,0-1 1 0 0,4 2-1 0 0,19 6-5500 0 0,-10-8 632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19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1672 0 0,'5'-16'6122'0'0,"0"-2"-3036"0"0,-2 10-1705 0 0,-2 7-1317 0 0,-1 0 0 0 0,0 0 0 0 0,1 0 0 0 0,-1 1 0 0 0,1-1 0 0 0,0 0 0 0 0,-1 0 0 0 0,1 1 0 0 0,-1-1 0 0 0,1 0-1 0 0,0 1 1 0 0,0-1 0 0 0,-1 1 0 0 0,1-1 0 0 0,0 1 0 0 0,0-1 0 0 0,0 1 0 0 0,0-1 0 0 0,0 1 0 0 0,-1 0 0 0 0,1-1 0 0 0,0 1 0 0 0,0 0 0 0 0,0 0 0 0 0,0 0 0 0 0,0 0 0 0 0,0 0 0 0 0,0 0-1 0 0,0 0 1 0 0,0 0 0 0 0,0 0 0 0 0,0 0 0 0 0,0 1 0 0 0,0-1 0 0 0,-1 0 0 0 0,1 1 0 0 0,0-1 0 0 0,0 0 0 0 0,0 1 0 0 0,1 0 0 0 0,3 2 65 0 0,1 0 0 0 0,-1 0 0 0 0,0 0-1 0 0,7 5 1 0 0,-8-4-4 0 0,0 0-1 0 0,0 1 0 0 0,0-1 0 0 0,-1 1 0 0 0,0-1 0 0 0,0 1 0 0 0,0 0 0 0 0,0 0 0 0 0,-1 1 0 0 0,1-1 0 0 0,-1 0 0 0 0,-1 1 1 0 0,1-1-1 0 0,-1 1 0 0 0,0 0 0 0 0,0-1 0 0 0,-1 1 0 0 0,0 8 0 0 0,0-5-8 0 0,0-1 0 0 0,-1 1-1 0 0,-1-1 1 0 0,1 0 0 0 0,-1 1 0 0 0,-1-1 0 0 0,1 0-1 0 0,-1 0 1 0 0,-1 0 0 0 0,0-1 0 0 0,-8 14-1 0 0,-2-1 59 0 0,3-4 79 0 0,0-1 0 0 0,-14 15 1 0 0,23-29 188 0 0,4-11-360 0 0,2 2-76 0 0,0 0 0 0 0,1 0 1 0 0,0 0-1 0 0,0 0 0 0 0,1 1 1 0 0,11-11-1 0 0,0-2-24 0 0,194-214-453 0 0,-210 233 416 0 0,-2 4-37 0 0,0-1 86 0 0,0 1 0 0 0,-1-1-1 0 0,1 1 1 0 0,-1-1 0 0 0,1 0-1 0 0,-1 1 1 0 0,-3 2 0 0 0,-5 8 21 0 0,-5 12 60 0 0,5-11-29 0 0,1 0 0 0 0,1 1 0 0 0,0 0 0 0 0,1 0 0 0 0,0 0 1 0 0,-8 32-1 0 0,14-43-20 0 0,1 0 1 0 0,-1 0-1 0 0,1 0 1 0 0,0 0 0 0 0,0 0-1 0 0,0 0 1 0 0,1 0 0 0 0,0 0-1 0 0,-1 0 1 0 0,1 0-1 0 0,0 0 1 0 0,1-1 0 0 0,-1 1-1 0 0,3 4 1 0 0,-4-7-48 0 0,1 0-1 0 0,0 0 1 0 0,0-1 0 0 0,0 1-1 0 0,0 0 1 0 0,0 0 0 0 0,0 0-1 0 0,0-1 1 0 0,0 1 0 0 0,0 0 0 0 0,0-1-1 0 0,0 1 1 0 0,0-1 0 0 0,0 1-1 0 0,0-1 1 0 0,1 0 0 0 0,-1 1-1 0 0,0-1 1 0 0,0 0 0 0 0,0 0-1 0 0,1 0 1 0 0,-1 0 0 0 0,0 0-1 0 0,3 0 1 0 0,25-7-1771 0 0,-27 6 1611 0 0,4-1-850 0 0,-1-1 1 0 0,0 0 0 0 0,0 0 0 0 0,0 0 0 0 0,0 0-1 0 0,0-1 1 0 0,-1 0 0 0 0,0 0 0 0 0,8-8-1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19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332 141 852 0 0,'-207'-106'15669'0'0,"206"105"-15533"0"0,-48-21-923 0 0,41 19-766 0 0,1 1-1 0 0,-1 0 1 0 0,0 1 0 0 0,0-1-1 0 0,-9 1 1 0 0,-2 0-2593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19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0 1248 0 0,'-23'4'1587'0'0,"3"-2"122"0"0,0 1 0 0 0,0 2 1 0 0,1-1-1 0 0,-34 15 0 0 0,51-18-1076 0 0,60 10-188 0 0,0-2 1 0 0,70 2 0 0 0,-49-5-1092 0 0,203 11-5443 0 0,-180-12 1877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0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7 2532 0 0,'-10'-5'8080'0'0,"10"5"-7962"0"0,-1-1 0 0 0,0 1 0 0 0,0 0 0 0 0,1 0-1 0 0,-1 0 1 0 0,0 0 0 0 0,1 0 0 0 0,-1 0 0 0 0,0 0 0 0 0,0 0-1 0 0,1 0 1 0 0,-1 0 0 0 0,0 1 0 0 0,1-1 0 0 0,-1 0 0 0 0,0 0-1 0 0,1 1 1 0 0,-1-1 0 0 0,0 0 0 0 0,1 1 0 0 0,-1-1 0 0 0,1 1-1 0 0,-2 0 1 0 0,-11 18 1509 0 0,-5 37-143 0 0,12-38-821 0 0,-90 249 2153 0 0,28-80-3661 0 0,60-160-538 0 0,-9 19-4685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0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26 143 2860 0 0,'1'-7'1061'0'0,"0"0"1"0"0,0 0-1 0 0,1 0 0 0 0,0 0 0 0 0,1 1 0 0 0,-1-1 0 0 0,5-7 0 0 0,-4 10-811 0 0,0-1-1 0 0,0 1 1 0 0,1 0-1 0 0,0 0 1 0 0,-1 0-1 0 0,1 0 1 0 0,1 1-1 0 0,-1 0 1 0 0,0 0-1 0 0,1 0 1 0 0,0 0-1 0 0,-1 1 1 0 0,1-1-1 0 0,0 1 1 0 0,9-2-1 0 0,16-4-52 0 0,0 2 0 0 0,1 1-1 0 0,-1 2 1 0 0,1 1-1 0 0,0 1 1 0 0,-1 1-1 0 0,1 2 1 0 0,0 1-1 0 0,-1 2 1 0 0,1 1-1 0 0,-2 1 1 0 0,1 1 0 0 0,-1 2-1 0 0,51 24 1 0 0,-74-30-177 0 0,1-1 0 0 0,-1 1 0 0 0,0 1 0 0 0,0-1 0 0 0,0 1 0 0 0,0 0 0 0 0,-1 0 0 0 0,9 11 0 0 0,-13-14-7 0 0,1 0 0 0 0,-1 1 0 0 0,0-1 0 0 0,0 0 0 0 0,0 0 0 0 0,0 0 0 0 0,0 1 1 0 0,0-1-1 0 0,-1 1 0 0 0,1-1 0 0 0,-1 0 0 0 0,0 1 0 0 0,1-1 0 0 0,-1 1 0 0 0,0-1 0 0 0,0 1 1 0 0,-1-1-1 0 0,1 1 0 0 0,-1-1 0 0 0,1 0 0 0 0,-1 1 0 0 0,0-1 0 0 0,1 0 0 0 0,-1 1 1 0 0,-1-1-1 0 0,1 0 0 0 0,0 0 0 0 0,0 0 0 0 0,-4 4 0 0 0,-1 1 54 0 0,-1 0 1 0 0,0-1-1 0 0,-1 1 0 0 0,0-1 0 0 0,0-1 1 0 0,0 0-1 0 0,0 0 0 0 0,-1 0 1 0 0,0-1-1 0 0,-11 3 0 0 0,-15 5 102 0 0,-48 8-1 0 0,66-16-120 0 0,-15 2 198 0 0,-1 0 0 0 0,-45 1 0 0 0,81-10-262 0 0,-3 3 16 0 0,0 0-1 0 0,0-1 1 0 0,0 1 0 0 0,0 0-1 0 0,0 0 1 0 0,0-1-1 0 0,0 1 1 0 0,0 0-1 0 0,0-1 1 0 0,0 1 0 0 0,0 0-1 0 0,0 0 1 0 0,1 0-1 0 0,-1-1 1 0 0,0 1-1 0 0,0 0 1 0 0,0 0-1 0 0,0 0 1 0 0,1-1 0 0 0,-1 1-1 0 0,0 0 1 0 0,0 0-1 0 0,0 0 1 0 0,1 0-1 0 0,-1-1 1 0 0,0 1 0 0 0,0 0-1 0 0,1 0 1 0 0,-1 0-1 0 0,0 0 1 0 0,0 0-1 0 0,1 0 1 0 0,-1 0-1 0 0,0 0 1 0 0,1 0 0 0 0,12-2-21 0 0,0 1 0 0 0,0 1 0 0 0,1 0 1 0 0,-1 1-1 0 0,0 1 0 0 0,0 0 0 0 0,0 0 1 0 0,0 1-1 0 0,-1 1 0 0 0,1 0 1 0 0,22 11-1 0 0,-20-7 12 0 0,-1 0 0 0 0,0 0 0 0 0,-1 1 0 0 0,1 1 0 0 0,-2 1 0 0 0,1 0 0 0 0,-2 0 0 0 0,1 1 0 0 0,14 20 0 0 0,-22-25 43 0 0,1-1 0 0 0,-1 1 0 0 0,-1 0 0 0 0,1 0 1 0 0,-1 1-1 0 0,0-1 0 0 0,-1 1 0 0 0,0 0 0 0 0,0-1 0 0 0,0 1 0 0 0,-1 0 0 0 0,0 10 1 0 0,-1-13 41 0 0,-1 0-1 0 0,1 1 1 0 0,-1-1 0 0 0,0 0 0 0 0,-1 1 0 0 0,1-1 0 0 0,-1 0 0 0 0,0 0 0 0 0,0 0-1 0 0,-1 0 1 0 0,0-1 0 0 0,0 1 0 0 0,0-1 0 0 0,0 1 0 0 0,0-1 0 0 0,-1 0 0 0 0,0 0 0 0 0,-8 6-1 0 0,0-2 46 0 0,0 0 0 0 0,0-1 0 0 0,-1 0 0 0 0,0-1 0 0 0,-1-1 0 0 0,1 0 0 0 0,-1 0 0 0 0,0-2 0 0 0,0 1 0 0 0,-25 1 0 0 0,4-2 101 0 0,1-2 0 0 0,0-2 0 0 0,-49-6 0 0 0,59 3-93 0 0,-1 0 0 0 0,1-2 0 0 0,-37-14 0 0 0,48 15-165 0 0,1 0 0 0 0,-1-1 0 0 0,1-1 0 0 0,1 0 0 0 0,-1-1 0 0 0,1 0 0 0 0,0 0 0 0 0,-10-12 0 0 0,20 19-89 0 0,-1 0 0 0 0,1-1 0 0 0,-1 1 0 0 0,1-1-1 0 0,0 1 1 0 0,0-1 0 0 0,0 1 0 0 0,0-1 0 0 0,0 0-1 0 0,0 1 1 0 0,0-1 0 0 0,1 0 0 0 0,-1 0 0 0 0,0 0-1 0 0,1 0 1 0 0,0 0 0 0 0,-1 1 0 0 0,1-1 0 0 0,0 0 0 0 0,0 0-1 0 0,0 0 1 0 0,0 0 0 0 0,0 0 0 0 0,1 0 0 0 0,-1 0-1 0 0,0 0 1 0 0,1 0 0 0 0,0 1 0 0 0,-1-1 0 0 0,1 0 0 0 0,0 0-1 0 0,0 1 1 0 0,0-1 0 0 0,0 0 0 0 0,0 1 0 0 0,0-1-1 0 0,1 1 1 0 0,-1-1 0 0 0,0 1 0 0 0,1 0 0 0 0,-1 0 0 0 0,1-1-1 0 0,0 1 1 0 0,1-1 0 0 0,7-4-862 0 0,0 1-1 0 0,0 0 1 0 0,0 0 0 0 0,1 1-1 0 0,-1 0 1 0 0,15-2 0 0 0,2-1-2962 0 0,2 2-1806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1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97 1324 0 0,'-5'-15'4619'0'0,"2"0"-1"0"0,-4-28 1 0 0,5 29-3402 0 0,2 12-754 0 0,-1 1-438 0 0,1 1 1 0 0,0 0 0 0 0,0 0 0 0 0,0 0-1 0 0,-1 0 1 0 0,1 0 0 0 0,0-1 0 0 0,0 1 0 0 0,0 0-1 0 0,0 0 1 0 0,0 0 0 0 0,-1-1 0 0 0,1 1-1 0 0,0 0 1 0 0,0 0 0 0 0,0-1 0 0 0,0 1 0 0 0,0 0-1 0 0,0 0 1 0 0,0 0 0 0 0,0-1 0 0 0,0 1 0 0 0,0 0-1 0 0,0 0 1 0 0,0-1 0 0 0,0 1 0 0 0,0 0-1 0 0,0 0 1 0 0,0-1 0 0 0,0 1 0 0 0,-1 2 437 0 0,-1 5-326 0 0,-15 41 89 0 0,-8 26-727 0 0,-20 95-1 0 0,43-157-206 0 0,0 0-1 0 0,1 0 1 0 0,0 17 0 0 0,1-25-158 0 0,1 1 1 0 0,0-1-1 0 0,-1 0 1 0 0,1 0 0 0 0,0 1-1 0 0,1-1 1 0 0,3 7-1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1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391 107 2532 0 0,'20'-29'6889'0'0,"20"-39"-1"0"0,-39 66-6555 0 0,-2 2-312 0 0,1 0 0 0 0,0-1 0 0 0,0 1 0 0 0,0-1 0 0 0,0 1 0 0 0,0 0 0 0 0,-1-1 0 0 0,1 1 0 0 0,0 0 0 0 0,0-1 1 0 0,0 1-1 0 0,-1 0 0 0 0,1-1 0 0 0,0 1 0 0 0,-1 0 0 0 0,1 0 0 0 0,0-1 0 0 0,-1 1 0 0 0,1 0 0 0 0,0 0 0 0 0,-1 0 0 0 0,1-1 0 0 0,0 1 0 0 0,-1 0 0 0 0,1 0 0 0 0,-1 0 0 0 0,1 0 0 0 0,0 0 0 0 0,-1 0 0 0 0,1 0 0 0 0,0 0 0 0 0,-1 0 0 0 0,1 0 0 0 0,-1 0 0 0 0,0 0 0 0 0,-15 2 199 0 0,15-2-233 0 0,-18 4 92 0 0,0 0 1 0 0,1 1-1 0 0,-1 1 1 0 0,1 1-1 0 0,-19 10 1 0 0,36-17-80 0 0,0 1 0 0 0,0-1 0 0 0,0 0 0 0 0,0 1 0 0 0,0-1 0 0 0,0 1 0 0 0,0-1 0 0 0,0 1 0 0 0,0 0 0 0 0,0-1 0 0 0,0 1 0 0 0,0 0 0 0 0,0 0 0 0 0,0 0 0 0 0,1 0 0 0 0,-1 0 0 0 0,0 0 0 0 0,1 0 0 0 0,-1 0 0 0 0,1 0 0 0 0,-1 0 0 0 0,1 0 0 0 0,-1 0 0 0 0,1 0 0 0 0,0 0 0 0 0,-1 0 0 0 0,1 0 0 0 0,0 1 0 0 0,0-1 0 0 0,0 0 0 0 0,0 0 0 0 0,0 0 0 0 0,0 0 0 0 0,0 1 0 0 0,1-1 0 0 0,-1 0 0 0 0,0 0 0 0 0,1 0 0 0 0,-1 0 0 0 0,0 0 0 0 0,1 0 0 0 0,-1 0 0 0 0,1 0 0 0 0,0 0 0 0 0,-1 0 0 0 0,1 0 0 0 0,0 0 0 0 0,0 0 0 0 0,0 0 0 0 0,1 1 0 0 0,5 5 10 0 0,1 0 0 0 0,0-1 0 0 0,1 1 0 0 0,13 6 0 0 0,-17-10-23 0 0,19 12 29 0 0,-7-6-33 0 0,-1 1 0 0 0,0 1 0 0 0,0 0 1 0 0,-1 1-1 0 0,0 1 0 0 0,15 18 0 0 0,-28-30 76 0 0,-1 1 0 0 0,1 0 0 0 0,-1 0 0 0 0,0-1 0 0 0,0 1 1 0 0,0 0-1 0 0,0 0 0 0 0,0 0 0 0 0,-1 0 0 0 0,1 0 0 0 0,-1 0 0 0 0,1 1 0 0 0,-1-1 0 0 0,0 0 0 0 0,1 0 0 0 0,-1 0 0 0 0,0 0 0 0 0,0 0 0 0 0,-1 1 0 0 0,1-1 0 0 0,-1 2 0 0 0,0-1 2 0 0,-1 0 0 0 0,1 0 1 0 0,-1 0-1 0 0,0 0 0 0 0,0 0 0 0 0,0-1 0 0 0,0 1 1 0 0,0-1-1 0 0,0 1 0 0 0,-1-1 0 0 0,1 0 0 0 0,-5 3 1 0 0,-4 2 35 0 0,-1-1 0 0 0,0 1 0 0 0,0-2 0 0 0,-1 0 1 0 0,-20 6-1 0 0,14-7-178 0 0,0 0 0 0 0,-1-1 0 0 0,0-1-1 0 0,0-1 1 0 0,1-1 0 0 0,-1 0 0 0 0,-25-5 0 0 0,31 3-604 0 0,1 0 1 0 0,0-1-1 0 0,-1-1 0 0 0,1 0 0 0 0,1-1 1 0 0,-1-1-1 0 0,1 0 0 0 0,0 0 1 0 0,0-1-1 0 0,1-1 0 0 0,-15-11 0 0 0,9 1-3156 0 0,2-3-1744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1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1848 0 0,'30'-97'11286'0'0,"-30"95"-11072"0"0,4 3-1345 0 0,41 12-4398 0 0,-24-8 1245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2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324 207 980 0 0,'23'-52'4901'0'0,"27"-55"1978"0"0,-40 82-5111 0 0,-10 24-1730 0 0,1 0 1 0 0,-1 1-1 0 0,0-1 0 0 0,0 0 0 0 0,0 0 0 0 0,0 0 1 0 0,0 0-1 0 0,0 1 0 0 0,0-1 0 0 0,0 0 1 0 0,0 0-1 0 0,0 0 0 0 0,-1 1 0 0 0,1-1 0 0 0,0 0 1 0 0,0 0-1 0 0,-1 0 0 0 0,1 1 0 0 0,-1-1 1 0 0,1 0-1 0 0,-1 1 0 0 0,1-1 0 0 0,-1 0 0 0 0,1 1 1 0 0,-1-1-1 0 0,-1 0 0 0 0,1 0-31 0 0,0 1-1 0 0,1 0 0 0 0,-1 0 1 0 0,0-1-1 0 0,0 1 1 0 0,0 0-1 0 0,0 0 1 0 0,0 0-1 0 0,0 0 1 0 0,0 0-1 0 0,0 1 0 0 0,0-1 1 0 0,0 0-1 0 0,0 0 1 0 0,0 1-1 0 0,0-1 1 0 0,0 0-1 0 0,-1 1 1 0 0,1 0 9 0 0,-20 7 35 0 0,0 0 0 0 0,1 1 0 0 0,0 1 0 0 0,-26 19 0 0 0,15-10-1 0 0,15-11-41 0 0,1 1-1 0 0,-1 1 0 0 0,2 1 0 0 0,0 0 0 0 0,0 1 0 0 0,-19 21 0 0 0,33-32-4 0 0,0-1-1 0 0,-1 1 0 0 0,1 0 0 0 0,0 0 1 0 0,-1 0-1 0 0,1 0 0 0 0,0 0 0 0 0,0 0 1 0 0,0 0-1 0 0,0 0 0 0 0,0 0 0 0 0,0 0 1 0 0,0-1-1 0 0,0 1 0 0 0,0 0 0 0 0,0 0 1 0 0,1 0-1 0 0,-1 0 0 0 0,0 0 0 0 0,1 0 1 0 0,-1 0-1 0 0,1-1 0 0 0,0 3 0 0 0,14 16 46 0 0,0-10-38 0 0,0 0-1 0 0,0-1 1 0 0,1-1-1 0 0,0 0 1 0 0,0-1-1 0 0,18 4 1 0 0,11 5-18 0 0,-32-11 16 0 0,50 21-53 0 0,-57-22 44 0 0,-1 0-1 0 0,0 0 1 0 0,0 0 0 0 0,0 0-1 0 0,0 1 1 0 0,0 0-1 0 0,0 0 1 0 0,5 6-1 0 0,-9-8 37 0 0,0-1 0 0 0,0 0 0 0 0,0 1 0 0 0,-1-1 0 0 0,1 1 0 0 0,0-1 0 0 0,-1 1 0 0 0,1 0 0 0 0,-1-1-1 0 0,1 1 1 0 0,-1-1 0 0 0,0 1 0 0 0,1 0 0 0 0,-1-1 0 0 0,0 1 0 0 0,0 0 0 0 0,0-1 0 0 0,-1 1 0 0 0,1 0 0 0 0,0-1 0 0 0,-1 4 0 0 0,-1-2 61 0 0,1 0 0 0 0,-1 0 1 0 0,0 0-1 0 0,0 0 0 0 0,0 0 1 0 0,0 0-1 0 0,0-1 0 0 0,-1 1 1 0 0,-5 4-1 0 0,-1-1 118 0 0,0 1 0 0 0,0-1 0 0 0,0-1 0 0 0,-1 0 0 0 0,-18 6 0 0 0,7-3-92 0 0,0-2 0 0 0,-1-1-1 0 0,0 0 1 0 0,0-2 0 0 0,0-1-1 0 0,0 0 1 0 0,0-1 0 0 0,-1-2 0 0 0,-36-5-1 0 0,40 3-172 0 0,17 3-204 0 0,-1-1-1 0 0,0 1 0 0 0,1 0 0 0 0,-1-1 0 0 0,1 0 0 0 0,-1 1 0 0 0,0-1 0 0 0,1 0 0 0 0,0 0 0 0 0,-1 0 1 0 0,1-1-1 0 0,0 1 0 0 0,-1-1 0 0 0,1 1 0 0 0,0-1 0 0 0,-3-3 0 0 0,5 4 60 0 0,-1 1 1 0 0,1-1-1 0 0,0 0 0 0 0,0 0 1 0 0,-1 1-1 0 0,1-1 0 0 0,0 0 0 0 0,0 0 1 0 0,0 1-1 0 0,0-1 0 0 0,0 0 0 0 0,0 0 1 0 0,0 0-1 0 0,0 1 0 0 0,0-1 1 0 0,1 0-1 0 0,-1 0 0 0 0,0 1 0 0 0,0-1 1 0 0,1 0-1 0 0,-1 0 0 0 0,0 1 1 0 0,1-1-1 0 0,0-1 0 0 0,12-15-4592 0 0,-4 9 732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3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83 2008 0 0,'18'-13'3175'0'0,"-13"10"-2245"0"0,1 0 0 0 0,-1-1 0 0 0,1 0 0 0 0,-1-1 0 0 0,-1 1 0 0 0,1-1 0 0 0,-1 0 0 0 0,1 0 0 0 0,-1 0 0 0 0,-1-1 0 0 0,6-10 660 0 0,-10 16-1559 0 0,0-1 1 0 0,0 0-1 0 0,0 1 1 0 0,-1-1-1 0 0,1 1 1 0 0,0 0-1 0 0,-1-1 0 0 0,1 1 1 0 0,0 0-1 0 0,-1 0 1 0 0,1 0-1 0 0,0 0 1 0 0,-1 0-1 0 0,1 0 1 0 0,0 0-1 0 0,-1 0 1 0 0,1 0-1 0 0,0 1 0 0 0,-1-1 1 0 0,1 1-1 0 0,0-1 1 0 0,0 1-1 0 0,-1-1 1 0 0,0 2-1 0 0,-38 21 58 0 0,28-16-13 0 0,-117 79 90 0 0,112-73-160 0 0,0 0 1 0 0,1 2 0 0 0,1 0 0 0 0,1 1 0 0 0,-16 21-1 0 0,27-32-5 0 0,0-1 0 0 0,0 1 0 0 0,0 0-1 0 0,1 0 1 0 0,0 0 0 0 0,0 1 0 0 0,0-1 0 0 0,1 0-1 0 0,-2 12 1 0 0,3-15-2 0 0,0 1 0 0 0,0-1 1 0 0,0 0-1 0 0,0 1 0 0 0,1-1 0 0 0,-1 1 0 0 0,1-1 0 0 0,-1 0 0 0 0,1 1 1 0 0,0-1-1 0 0,0 0 0 0 0,0 0 0 0 0,0 0 0 0 0,1 0 0 0 0,-1 0 0 0 0,0 0 0 0 0,1 0 1 0 0,-1 0-1 0 0,1 0 0 0 0,0-1 0 0 0,0 1 0 0 0,0-1 0 0 0,0 1 0 0 0,0-1 1 0 0,3 2-1 0 0,5 2-117 0 0,0 0 1 0 0,0-1 0 0 0,0-1 0 0 0,0 1-1 0 0,1-2 1 0 0,0 1 0 0 0,-1-2 0 0 0,1 1-1 0 0,0-1 1 0 0,0-1 0 0 0,0 0 0 0 0,0-1-1 0 0,-1 0 1 0 0,1 0 0 0 0,0-1 0 0 0,-1 0-1 0 0,1-1 1 0 0,-1-1 0 0 0,15-6 0 0 0,-9 3 8 0 0,-1-1 1 0 0,0-1 0 0 0,0 0-1 0 0,-1-2 1 0 0,0 1 0 0 0,-1-1-1 0 0,0-1 1 0 0,-1-1 0 0 0,-1 1-1 0 0,1-2 1 0 0,12-20 0 0 0,33-67 1392 0 0,-56 99-1180 0 0,-2 6-34 0 0,0-1 0 0 0,-1 1-1 0 0,1 0 1 0 0,-1-1-1 0 0,0 0 1 0 0,-4 6 0 0 0,-1 2 81 0 0,-9 21 154 0 0,2-6-128 0 0,-13 33 1 0 0,25-51-160 0 0,-1-1 0 0 0,1 1 0 0 0,0 0 0 0 0,1 0 1 0 0,-1 0-1 0 0,2 0 0 0 0,-1 1 0 0 0,1-1 0 0 0,1 10 0 0 0,-1-15-73 0 0,1 0 0 0 0,-1-1 0 0 0,1 1-1 0 0,0 0 1 0 0,0 0 0 0 0,0 0 0 0 0,0-1 0 0 0,0 1 0 0 0,0 0 0 0 0,1-1 0 0 0,-1 1-1 0 0,1-1 1 0 0,0 1 0 0 0,-1-1 0 0 0,1 0 0 0 0,0 0 0 0 0,1 0 0 0 0,-1 0 0 0 0,0 0 0 0 0,1-1-1 0 0,-1 1 1 0 0,1-1 0 0 0,-1 1 0 0 0,1-1 0 0 0,-1 0 0 0 0,1 0 0 0 0,0 0 0 0 0,0 0-1 0 0,0 0 1 0 0,0-1 0 0 0,-1 1 0 0 0,1-1 0 0 0,0 0 0 0 0,4 0 0 0 0,2-1-298 0 0,1 0 0 0 0,-1 0 1 0 0,1-1-1 0 0,-1 0 0 0 0,1 0 1 0 0,-1-1-1 0 0,0-1 0 0 0,0 1 1 0 0,10-7-1 0 0,6-6 22 0 0,0 0 0 0 0,-1-2 0 0 0,-1 0 0 0 0,0-2 0 0 0,21-25 1 0 0,-13 10 1898 0 0,-1-1 1 0 0,37-62 0 0 0,-55 79-103 0 0,12-20 1018 0 0,-24 38-2224 0 0,-21 33 752 0 0,8-12-730 0 0,-7 8 9 0 0,-16 34-1 0 0,32-54-258 0 0,0 1 0 0 0,0 0 0 0 0,1 0 0 0 0,0 1 0 0 0,1-1-1 0 0,0 1 1 0 0,0-1 0 0 0,0 16 0 0 0,2-21-22 0 0,0-1 1 0 0,0 0-1 0 0,0 0 0 0 0,1 0 0 0 0,-1 1 1 0 0,1-1-1 0 0,0 0 0 0 0,0 0 1 0 0,0 0-1 0 0,1 0 0 0 0,-1 0 1 0 0,1 0-1 0 0,-1 0 0 0 0,1-1 0 0 0,0 1 1 0 0,0-1-1 0 0,0 1 0 0 0,3 2 1 0 0,-1-2-80 0 0,0 0 1 0 0,0-1-1 0 0,1 1 0 0 0,-1-1 1 0 0,0 0-1 0 0,1 0 1 0 0,0 0-1 0 0,-1-1 1 0 0,1 1-1 0 0,0-1 1 0 0,5 0-1 0 0,0 0-571 0 0,1 0 0 0 0,-1-1-1 0 0,0 0 1 0 0,1-1 0 0 0,-1 0-1 0 0,0-1 1 0 0,0 0 0 0 0,0-1-1 0 0,0 0 1 0 0,18-7 0 0 0,4-13-5275 0 0,-17 9 898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3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75 2664 0 0,'-17'-15'2280'0'0,"-1"1"1"0"0,0 0-1 0 0,-24-13 0 0 0,41 26-2225 0 0,0 1 0 0 0,0-1 0 0 0,-1 1 1 0 0,1-1-1 0 0,0 1 0 0 0,0 0 0 0 0,0-1 0 0 0,0 1 0 0 0,-1 0 0 0 0,1 0 0 0 0,0 0 0 0 0,0-1 1 0 0,0 2-1 0 0,-1-1 0 0 0,1 0 0 0 0,-2 0 0 0 0,2 1-53 0 0,0-1-1 0 0,1 0 1 0 0,-1 1 0 0 0,0-1-1 0 0,1 1 1 0 0,-1-1-1 0 0,1 1 1 0 0,-1-1 0 0 0,1 1-1 0 0,-1-1 1 0 0,1 1 0 0 0,-1 0-1 0 0,1-1 1 0 0,0 1 0 0 0,-1 0-1 0 0,1-1 1 0 0,0 1 0 0 0,-1 0-1 0 0,1-1 1 0 0,0 2 0 0 0,-1 1-110 0 0,1 1 0 0 0,0-1 0 0 0,0 1 1 0 0,0-1-1 0 0,0 0 0 0 0,0 1 0 0 0,1-1 1 0 0,0 0-1 0 0,1 6 0 0 0,2 1-792 0 0,0-1 1 0 0,1 0-1 0 0,7 11 1 0 0,-5-10-661 0 0,5 12-2557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3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329 601 1172 0 0,'4'-2'1019'0'0,"-1"1"0"0"0,0-1 1 0 0,-1 0-1 0 0,1 0 0 0 0,0 0 0 0 0,0 0 0 0 0,-1 0 0 0 0,0-1 0 0 0,4-3 1 0 0,-5 5-807 0 0,0 0-1 0 0,0 0 1 0 0,-1 0 0 0 0,1 0 0 0 0,-1 0 0 0 0,1 0 0 0 0,-1-1 0 0 0,1 1 0 0 0,-1 0 0 0 0,0 0 0 0 0,0 0 0 0 0,1 0-1 0 0,-1-1 1 0 0,0 1 0 0 0,0 0 0 0 0,0 0 0 0 0,0 0 0 0 0,-1 0 0 0 0,1-1 0 0 0,0 1 0 0 0,0 0 0 0 0,-1 0 0 0 0,1 0-1 0 0,0 0 1 0 0,-1 0 0 0 0,1 0 0 0 0,-1 0 0 0 0,0 0 0 0 0,0-2 0 0 0,-1 2-156 0 0,1 0 0 0 0,0 1 0 0 0,-1-1 0 0 0,1 0 1 0 0,-1 0-1 0 0,1 1 0 0 0,-1-1 0 0 0,0 1 0 0 0,1-1 0 0 0,-1 1 0 0 0,0 0 0 0 0,1 0 0 0 0,-1-1 1 0 0,0 1-1 0 0,1 0 0 0 0,-1 1 0 0 0,0-1 0 0 0,1 0 0 0 0,-1 0 0 0 0,0 1 0 0 0,1-1 0 0 0,-1 1 1 0 0,-1 0-1 0 0,-38 15 83 0 0,12-2-115 0 0,1 2 1 0 0,0 0 0 0 0,2 2-1 0 0,0 1 1 0 0,1 2-1 0 0,0 0 1 0 0,-21 26-1 0 0,41-41-17 0 0,-1 1-1 0 0,1 0 1 0 0,0 0-1 0 0,1 0 0 0 0,0 1 1 0 0,0 0-1 0 0,0 0 0 0 0,-3 12 1 0 0,6-18-5 0 0,1 0 1 0 0,-1 0 0 0 0,1 0 0 0 0,0 0-1 0 0,-1 0 1 0 0,1 0 0 0 0,0 0-1 0 0,0 0 1 0 0,1 0 0 0 0,-1 0 0 0 0,0 0-1 0 0,1 0 1 0 0,-1 0 0 0 0,1 0-1 0 0,-1 0 1 0 0,1 0 0 0 0,0 0 0 0 0,0 0-1 0 0,0 0 1 0 0,0-1 0 0 0,0 1 0 0 0,0 0-1 0 0,0-1 1 0 0,1 1 0 0 0,-1-1-1 0 0,1 0 1 0 0,-1 1 0 0 0,1-1 0 0 0,0 0-1 0 0,-1 0 1 0 0,1 0 0 0 0,0 0-1 0 0,0 0 1 0 0,-1 0 0 0 0,1 0 0 0 0,0-1-1 0 0,0 1 1 0 0,0-1 0 0 0,0 1-1 0 0,4-1 1 0 0,0 1-34 0 0,1 0 1 0 0,-1 0-1 0 0,1-1 0 0 0,-1 0 1 0 0,1 0-1 0 0,-1-1 0 0 0,1 0 0 0 0,-1 0 1 0 0,1-1-1 0 0,11-4 0 0 0,-7 2-97 0 0,-1-1 0 0 0,1-1 0 0 0,-1 0-1 0 0,-1 0 1 0 0,16-13 0 0 0,-3-1-217 0 0,-1-2 1 0 0,-1 0-1 0 0,32-46 0 0 0,10-29 24 0 0,-5-3 1 0 0,59-142-1 0 0,-73 136 661 0 0,13-29 1348 0 0,-88 189-1548 0 0,-26 71 301 0 0,-50 160 0 0 0,98-256-404 0 0,-1 4-9 0 0,-12 55 0 0 0,21-78-278 0 0,0 0 0 0 0,1 1-1 0 0,0-1 1 0 0,1 1 0 0 0,0-1-1 0 0,1 1 1 0 0,0-1 0 0 0,1 1-1 0 0,4 17 1 0 0,-4-24-58 0 0,0 1 0 0 0,0-1 0 0 0,1 1 0 0 0,0-1 0 0 0,-1 0 0 0 0,2 0 0 0 0,-1-1 1 0 0,0 1-1 0 0,1 0 0 0 0,7 5 0 0 0,24 13-4787 0 0,-6-11-951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4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112 628 1364 0 0,'-4'1'519'0'0,"-1"0"-1"0"0,0 0 1 0 0,0 1-1 0 0,0 0 1 0 0,1 0-1 0 0,-1 0 1 0 0,1 1 0 0 0,0-1-1 0 0,-1 1 1 0 0,1 0-1 0 0,0 0 1 0 0,1 1-1 0 0,-1-1 1 0 0,1 1-1 0 0,-4 4 1 0 0,1 1-102 0 0,0 0-1 0 0,0 0 1 0 0,1 1-1 0 0,1 0 1 0 0,-7 18-1 0 0,11-27-359 0 0,-1 0-1 0 0,1 0 0 0 0,0 0 1 0 0,-1 0-1 0 0,1 0 0 0 0,0 0 1 0 0,0 0-1 0 0,0 0 0 0 0,0 0 0 0 0,0 0 1 0 0,0 0-1 0 0,0 0 0 0 0,0 0 1 0 0,0 0-1 0 0,1 0 0 0 0,-1 0 1 0 0,0 0-1 0 0,0 0 0 0 0,1-1 1 0 0,-1 1-1 0 0,1 0 0 0 0,-1 0 0 0 0,1 0 1 0 0,-1 0-1 0 0,1-1 0 0 0,0 1 1 0 0,-1 0-1 0 0,1 0 0 0 0,0-1 1 0 0,-1 1-1 0 0,1 0 0 0 0,0-1 0 0 0,0 1 1 0 0,0-1-1 0 0,0 1 0 0 0,0-1 1 0 0,-1 0-1 0 0,1 1 0 0 0,0-1 1 0 0,0 0-1 0 0,0 0 0 0 0,0 1 1 0 0,0-1-1 0 0,2 0 0 0 0,3 1 96 0 0,1-1 0 0 0,0 0-1 0 0,0 0 1 0 0,11-1 0 0 0,-4-2-102 0 0,0 0 0 0 0,0-1 0 0 0,-1 0 1 0 0,1-1-1 0 0,-1 0 0 0 0,0-1 0 0 0,0-1 0 0 0,-1 0 0 0 0,1-1 1 0 0,-2 0-1 0 0,1-1 0 0 0,-1 0 0 0 0,-1-1 0 0 0,0 0 1 0 0,16-21-1 0 0,-1-2-51 0 0,-2 0 1 0 0,-2-2 0 0 0,-1-1-1 0 0,20-49 1 0 0,-15 24 29 0 0,-2 0 1 0 0,-3-2-1 0 0,-3 0 0 0 0,13-93 1 0 0,-30 154-34 0 0,0 1 0 0 0,0 0 0 0 0,1-1 1 0 0,-1 1-1 0 0,0-1 0 0 0,0 1 0 0 0,0-1 0 0 0,-1 1 1 0 0,1 0-1 0 0,0-1 0 0 0,0 1 0 0 0,-1-1 1 0 0,1 1-1 0 0,-1-2 0 0 0,0 3 3 0 0,1 0 0 0 0,0 0 0 0 0,0 0 0 0 0,-1-1 0 0 0,1 1 0 0 0,0 0 0 0 0,-1 0 0 0 0,1 0 0 0 0,0 0 0 0 0,-1 0 0 0 0,1-1 0 0 0,0 1 0 0 0,-1 0 1 0 0,1 0-1 0 0,0 0 0 0 0,-1 0 0 0 0,1 0 0 0 0,0 0 0 0 0,-1 0 0 0 0,1 0 0 0 0,0 0 0 0 0,-1 1 0 0 0,1-1 0 0 0,0 0 0 0 0,-1 0 0 0 0,1 0 0 0 0,0 0 0 0 0,-1 0 0 0 0,1 0 0 0 0,0 1 0 0 0,-1-1 0 0 0,1 0 0 0 0,-22 21-30 0 0,21-20 27 0 0,-22 29-12 0 0,1 1 1 0 0,1 0 0 0 0,-18 41-1 0 0,24-46 14 0 0,15-25 2 0 0,-95 181 18 0 0,74-138 8 0 0,2 1-1 0 0,-15 58 1 0 0,31-90-9 0 0,0-1 0 0 0,1 1 0 0 0,0 1 1 0 0,1-1-1 0 0,0 0 0 0 0,1 0 0 0 0,1 14 0 0 0,0-23-27 0 0,0 1 1 0 0,0 0-1 0 0,0 0 0 0 0,0-1 1 0 0,1 1-1 0 0,0-1 0 0 0,0 1 0 0 0,0-1 1 0 0,0 0-1 0 0,1 0 0 0 0,0 0 1 0 0,-1 0-1 0 0,2 0 0 0 0,-1 0 1 0 0,0-1-1 0 0,1 0 0 0 0,-1 1 1 0 0,1-2-1 0 0,0 1 0 0 0,0 0 1 0 0,0-1-1 0 0,5 3 0 0 0,3 0-138 0 0,0-1-1 0 0,1-1 1 0 0,-1 0 0 0 0,1-1-1 0 0,-1 0 1 0 0,1 0 0 0 0,-1-2-1 0 0,1 0 1 0 0,0 0 0 0 0,0-1-1 0 0,-1 0 1 0 0,20-5-1 0 0,-8-1-61 0 0,1 0-1 0 0,-1-1 1 0 0,-1-1-1 0 0,0-1 0 0 0,30-18 1 0 0,-33 15 122 0 0,0-1 1 0 0,-1-1-1 0 0,0-1 0 0 0,32-35 1 0 0,52-81 2534 0 0,-103 131-2420 0 0,3-2 43 0 0,10-15 497 0 0,-11 17-371 0 0,-7 12-161 0 0,-37 57 166 0 0,-17 32-4 0 0,53-87-168 0 0,0 0 1 0 0,0 1-1 0 0,1 0 1 0 0,1 0-1 0 0,-4 23 1 0 0,8-34-13 0 0,-1 0 0 0 0,1 0-1 0 0,0-1 1 0 0,0 1 0 0 0,0 0 0 0 0,0 0 0 0 0,1-1 0 0 0,-1 1 0 0 0,1 0 0 0 0,0-1-1 0 0,-1 1 1 0 0,1 0 0 0 0,0-1 0 0 0,1 1 0 0 0,-1-1 0 0 0,0 1 0 0 0,1-1 0 0 0,-1 0-1 0 0,3 3 1 0 0,-1-2 22 0 0,0 0 1 0 0,1-1-1 0 0,-1 0 0 0 0,0 0 0 0 0,1 0 0 0 0,-1 0 1 0 0,1 0-1 0 0,-1-1 0 0 0,1 0 0 0 0,0 1 1 0 0,0-2-1 0 0,5 2 0 0 0,0-1 72 0 0,-1 0 1 0 0,1 0-1 0 0,0-1 1 0 0,0-1-1 0 0,0 1 0 0 0,0-2 1 0 0,-1 1-1 0 0,1-1 1 0 0,0 0-1 0 0,-1-1 1 0 0,12-5-1 0 0,-8 2 2 0 0,-1-2-1 0 0,0 1 1 0 0,-1-1-1 0 0,0-1 1 0 0,0 1-1 0 0,0-2 1 0 0,-2 0 0 0 0,1 0-1 0 0,12-20 1 0 0,-15 22-12 0 0,-1-1 1 0 0,0 0 0 0 0,-1-1-1 0 0,0 1 1 0 0,-1-1 0 0 0,0 1-1 0 0,0-1 1 0 0,-1 0 0 0 0,0 0-1 0 0,-1 0 1 0 0,0-1 0 0 0,0 1-1 0 0,-2-12 1 0 0,0 15-80 0 0,0 1-1 0 0,-1-1 1 0 0,0 1 0 0 0,0 0-1 0 0,0 0 1 0 0,-1 0 0 0 0,0 0-1 0 0,0 0 1 0 0,-1 0 0 0 0,0 1-1 0 0,0 0 1 0 0,0-1 0 0 0,0 2-1 0 0,-1-1 1 0 0,0 0 0 0 0,0 1-1 0 0,0 0 1 0 0,0 0 0 0 0,-1 0-1 0 0,1 1 1 0 0,-1 0-1 0 0,0 0 1 0 0,-9-3 0 0 0,3 2-451 0 0,1 0 0 0 0,-1 1 1 0 0,0 0-1 0 0,0 1 0 0 0,0 1 1 0 0,0-1-1 0 0,0 2 0 0 0,0 0 1 0 0,0 0-1 0 0,0 1 0 0 0,0 1 0 0 0,-13 3 1 0 0,3 3-1672 0 0,5 0-4292 0 0,3-3 1099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5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63 2412 0 0,'-106'-8'9372'0'0,"103"7"-8484"0"0,5 0-840 0 0,-1 0-1 0 0,0 0 1 0 0,0 0 0 0 0,1 0 0 0 0,-1 0 0 0 0,1 0-1 0 0,-1 0 1 0 0,1 1 0 0 0,-1-1 0 0 0,1 0 0 0 0,0 1 0 0 0,-1-1-1 0 0,1 1 1 0 0,0 0 0 0 0,1-1 0 0 0,-2 1-24 0 0,90-14-592 0 0,0 3 0 0 0,109 2-1 0 0,-75 4-3946 0 0,-55 2-322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6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137 188 2268 0 0,'9'-47'4817'0'0,"18"-51"-1"0"0,-15 57-2952 0 0,-11 39-1469 0 0,-1 2-385 0 0,1 1-1 0 0,-1-1 1 0 0,1 0-1 0 0,-1 1 1 0 0,1-1 0 0 0,-1 0-1 0 0,0 1 1 0 0,1-1 0 0 0,-1 1-1 0 0,0-1 1 0 0,1 1-1 0 0,-1-1 1 0 0,0 1 0 0 0,1-1-1 0 0,-1 1 1 0 0,0-1-1 0 0,0 1 1 0 0,0-1 0 0 0,1 1-1 0 0,-1-1 1 0 0,0 1 0 0 0,0-1-1 0 0,0 1 1 0 0,0-1-1 0 0,0 1 1 0 0,0 0 0 0 0,0-1-1 0 0,0 1 1 0 0,0-1 0 0 0,-1 2-1 0 0,0 18 216 0 0,1-20-215 0 0,-24 116 1338 0 0,-73 215-1 0 0,51-191-1040 0 0,35-109-156 0 0,0 0 372 0 0,10-25-104 0 0,5-12 113 0 0,1-4-533 0 0,0 1-1 0 0,1 0 0 0 0,0 1 1 0 0,1-1-1 0 0,0 1 0 0 0,0 1 1 0 0,1-1-1 0 0,0 1 0 0 0,0 0 0 0 0,1 1 1 0 0,-1 0-1 0 0,1 0 0 0 0,13-5 1 0 0,-15 8-15 0 0,1 1 0 0 0,0-1 0 0 0,-1 1 1 0 0,1 0-1 0 0,0 1 0 0 0,0 0 0 0 0,0 0 1 0 0,0 1-1 0 0,0 0 0 0 0,0 0 1 0 0,0 1-1 0 0,0 0 0 0 0,0 1 0 0 0,0 0 1 0 0,-1 0-1 0 0,1 0 0 0 0,-1 1 0 0 0,8 3 1 0 0,-4 0 18 0 0,-1 0 0 0 0,0 0 1 0 0,0 1-1 0 0,0 0 0 0 0,-1 1 0 0 0,0 0 1 0 0,-1 0-1 0 0,1 1 0 0 0,-2 0 1 0 0,1 0-1 0 0,-1 1 0 0 0,-1 0 0 0 0,0 0 1 0 0,5 13-1 0 0,-8-17 106 0 0,-1 0 0 0 0,1 0 0 0 0,-2 1 0 0 0,1-1 0 0 0,-1 0 0 0 0,0 1 0 0 0,0 0 0 0 0,0-1 0 0 0,-1 1 0 0 0,0-1 0 0 0,-1 1 0 0 0,0 0 0 0 0,0-1 0 0 0,0 1 0 0 0,0-1 0 0 0,-1 1 0 0 0,0-1 0 0 0,-1 0 0 0 0,1 0 0 0 0,-1 0-1 0 0,-1 0 1 0 0,1 0 0 0 0,-1-1 0 0 0,0 0 0 0 0,0 1 0 0 0,-8 6 0 0 0,7-7-23 0 0,-1-1 0 0 0,0 0 0 0 0,0 0 0 0 0,0-1-1 0 0,0 1 1 0 0,-1-1 0 0 0,1-1 0 0 0,-1 1 0 0 0,0-1 0 0 0,0-1-1 0 0,0 1 1 0 0,0-1 0 0 0,0 0 0 0 0,0-1 0 0 0,0 1-1 0 0,0-1 1 0 0,-14-2 0 0 0,5 0-26 0 0,0-1-1 0 0,0 0 0 0 0,0-1 1 0 0,0-1-1 0 0,1-1 1 0 0,-26-12-1 0 0,26 11-66 0 0,11 5-148 0 0,0 0 0 0 0,0 1-1 0 0,0-2 1 0 0,0 1-1 0 0,0 0 1 0 0,0-1 0 0 0,1 1-1 0 0,-1-1 1 0 0,1 0 0 0 0,0-1-1 0 0,-1 1 1 0 0,2 0-1 0 0,-1-1 1 0 0,0 0 0 0 0,-2-4-1 0 0,5 6-7 0 0,0 1-1 0 0,0 0 1 0 0,-1-1 0 0 0,1 1-1 0 0,1 0 1 0 0,-1-1-1 0 0,0 1 1 0 0,0 0-1 0 0,0-1 1 0 0,1 1 0 0 0,-1 0-1 0 0,1 0 1 0 0,-1-1-1 0 0,1 1 1 0 0,-1 0 0 0 0,1 0-1 0 0,0 0 1 0 0,-1-1-1 0 0,1 1 1 0 0,0 0-1 0 0,0 0 1 0 0,0 0 0 0 0,0 0-1 0 0,0 1 1 0 0,1-2-1 0 0,27-18-3293 0 0,11 3-2757 0 0,-16 6 1081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6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321 100 1648 0 0,'-15'13'7588'0'0,"-6"9"-4626"0"0,20-21-2900 0 0,0 1 1 0 0,0-1 0 0 0,0 1 0 0 0,1-1-1 0 0,-1 1 1 0 0,0-1 0 0 0,1 1-1 0 0,-1-1 1 0 0,1 1 0 0 0,-1 0 0 0 0,1-1-1 0 0,0 1 1 0 0,-1 0 0 0 0,1-1 0 0 0,0 1-1 0 0,0 0 1 0 0,0-1 0 0 0,1 1-1 0 0,-1 0 1 0 0,0-1 0 0 0,0 1 0 0 0,1 0-1 0 0,0-1 1 0 0,-1 1 0 0 0,1-1 0 0 0,1 4-1 0 0,0-3 51 0 0,0 1 0 0 0,0 0-1 0 0,1-1 1 0 0,-1 0 0 0 0,1 1 0 0 0,-1-1-1 0 0,1 0 1 0 0,0 0 0 0 0,0 0 0 0 0,0-1-1 0 0,0 1 1 0 0,0-1 0 0 0,0 0 0 0 0,0 1-1 0 0,1-2 1 0 0,-1 1 0 0 0,0 0 0 0 0,1 0-1 0 0,-1-1 1 0 0,0 0 0 0 0,6 0 0 0 0,-3 0-50 0 0,-1 0 1 0 0,1-1 0 0 0,0 0 0 0 0,0 0 0 0 0,0 0 0 0 0,-1-1 0 0 0,1 0 0 0 0,-1 0 0 0 0,1-1 0 0 0,-1 1-1 0 0,0-1 1 0 0,7-5 0 0 0,-6 3-55 0 0,-1 0 1 0 0,0 0-1 0 0,0-1 0 0 0,-1 0 0 0 0,1 0 0 0 0,-1 0 0 0 0,-1 0 0 0 0,1-1 1 0 0,-1 1-1 0 0,0-1 0 0 0,0 0 0 0 0,-1 0 0 0 0,0 0 0 0 0,0-1 1 0 0,-1 1-1 0 0,0 0 0 0 0,0 0 0 0 0,-1-1 0 0 0,0 1 0 0 0,0-1 0 0 0,-2-8 1 0 0,2 15-17 0 0,-1-1 1 0 0,0 0 0 0 0,0 0-1 0 0,0 0 1 0 0,0 0 0 0 0,0 0-1 0 0,0 1 1 0 0,0-1 0 0 0,0 1-1 0 0,-1-1 1 0 0,1 1 0 0 0,-1-1-1 0 0,1 1 1 0 0,-1 0 0 0 0,1-1-1 0 0,-1 1 1 0 0,0 0 0 0 0,0 0-1 0 0,0 0 1 0 0,1 0 0 0 0,-1 1-1 0 0,0-1 1 0 0,0 1 0 0 0,0-1-1 0 0,0 1 1 0 0,0-1 0 0 0,0 1-1 0 0,0 0 1 0 0,0 0 0 0 0,0 0-1 0 0,0 0 1 0 0,0 0 0 0 0,0 1-1 0 0,-3 0 1 0 0,-5 1 8 0 0,0 0 0 0 0,0 1-1 0 0,0 0 1 0 0,0 1 0 0 0,-14 8 0 0 0,-19 12 320 0 0,0 2 1 0 0,-41 34-1 0 0,60-41-144 0 0,2 1 0 0 0,0 0 1 0 0,1 2-1 0 0,-31 42 0 0 0,46-55-145 0 0,0 0 0 0 0,1 0 0 0 0,0 1 0 0 0,0-1 0 0 0,1 1 0 0 0,0 0 0 0 0,-2 11-1 0 0,5-17-22 0 0,1-1 0 0 0,-1 0-1 0 0,1 1 1 0 0,0 0-1 0 0,0-1 1 0 0,0 1-1 0 0,0-1 1 0 0,1 1-1 0 0,-1-1 1 0 0,1 0-1 0 0,0 1 1 0 0,0-1-1 0 0,0 1 1 0 0,0-1-1 0 0,1 0 1 0 0,-1 0-1 0 0,1 0 1 0 0,0 0-1 0 0,0 0 1 0 0,0 0-1 0 0,0 0 1 0 0,1-1-1 0 0,-1 1 1 0 0,5 3-1 0 0,5 3-21 0 0,1-2 0 0 0,-1 1 0 0 0,1-2 0 0 0,0 1 0 0 0,1-2 0 0 0,-1 0 0 0 0,1-1 1 0 0,0 0-1 0 0,0-1 0 0 0,28 3 0 0 0,-14-4-530 0 0,0-2 0 0 0,-1 0 0 0 0,1-2 0 0 0,50-9 0 0 0,-36 2-1685 0 0,-1-2 1 0 0,-1-2-1 0 0,53-24 1 0 0,-39 11-3175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7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445 216 256 0 0,'-10'-27'6120'0'0,"-15"-29"208"0"0,25 55-5858 0 0,0 0-416 0 0,0 1 1 0 0,0 0-1 0 0,-1-1 0 0 0,1 1 1 0 0,0-1-1 0 0,0 1 0 0 0,0 0 1 0 0,0-1-1 0 0,0 1 1 0 0,0 0-1 0 0,0-1 0 0 0,-1 1 1 0 0,1 0-1 0 0,0-1 0 0 0,0 1 1 0 0,-1 0-1 0 0,1 0 1 0 0,0-1-1 0 0,0 1 0 0 0,-1 0 1 0 0,1 0-1 0 0,0-1 0 0 0,-1 1 1 0 0,1 0-1 0 0,0 0 0 0 0,-1 0 1 0 0,1 0-1 0 0,0-1 1 0 0,-1 1-1 0 0,1 0 0 0 0,0 0 1 0 0,-1 0-1 0 0,1 0 0 0 0,0 0 1 0 0,-1 0-1 0 0,1 0 1 0 0,-1 0-1 0 0,1 0 0 0 0,-1 0-4 0 0,0 0-1 0 0,0 0 1 0 0,0-1 0 0 0,0 1-1 0 0,0 0 1 0 0,0 0-1 0 0,0 0 1 0 0,0 1-1 0 0,0-1 1 0 0,0 0 0 0 0,0 0-1 0 0,0 0 1 0 0,0 1-1 0 0,0-1 1 0 0,0 0-1 0 0,1 1 1 0 0,-1-1 0 0 0,-2 2-1 0 0,-5 7 47 0 0,0 0 0 0 0,0 1 0 0 0,-8 14 0 0 0,15-23-93 0 0,0 0-1 0 0,0 0 0 0 0,0 1 1 0 0,1-1-1 0 0,-1 0 1 0 0,0 1-1 0 0,1-1 1 0 0,-1 0-1 0 0,1 1 1 0 0,0-1-1 0 0,-1 1 0 0 0,1-1 1 0 0,0 1-1 0 0,0-1 1 0 0,0 1-1 0 0,0-1 1 0 0,0 1-1 0 0,0-1 0 0 0,0 1 1 0 0,1-1-1 0 0,-1 1 1 0 0,0-1-1 0 0,1 1 1 0 0,0 1-1 0 0,0-2 1 0 0,1 1-1 0 0,0 0 1 0 0,-1 0 0 0 0,1-1-1 0 0,0 1 1 0 0,-1-1 0 0 0,1 1 0 0 0,0-1-1 0 0,0 0 1 0 0,0 0 0 0 0,1 0-1 0 0,-1 0 1 0 0,4 1 0 0 0,3 1-2 0 0,1 0 1 0 0,0-2 0 0 0,-1 1 0 0 0,1-1-1 0 0,19 0 1 0 0,-20-2-3 0 0,0 0 1 0 0,1-1 0 0 0,-1 0-1 0 0,0 0 1 0 0,0-1 0 0 0,0 0-1 0 0,-1-1 1 0 0,1 0-1 0 0,-1 0 1 0 0,0 0 0 0 0,0-1-1 0 0,0-1 1 0 0,12-10 0 0 0,-15 11-3 0 0,-1 1 1 0 0,0-1 0 0 0,0 0 0 0 0,0 0 0 0 0,0 0-1 0 0,-1 0 1 0 0,0-1 0 0 0,0 0 0 0 0,0 1 0 0 0,-1-1 0 0 0,0 0-1 0 0,0 0 1 0 0,-1 0 0 0 0,1 0 0 0 0,-1-1 0 0 0,-1 1-1 0 0,1 0 1 0 0,-1 0 0 0 0,0-1 0 0 0,0 1 0 0 0,-2-10 0 0 0,1 14-2 0 0,1-1 0 0 0,0 1 0 0 0,-1-1 0 0 0,0 1 0 0 0,1 0 0 0 0,-1-1 0 0 0,0 1 0 0 0,0 0 0 0 0,0-1 0 0 0,-1 1 0 0 0,1 0 0 0 0,0 0 0 0 0,-1 0 0 0 0,1 0 0 0 0,-1 0 0 0 0,0 0 0 0 0,0 1 0 0 0,0-1 0 0 0,0 0 0 0 0,0 1 0 0 0,0 0 0 0 0,0-1 1 0 0,0 1-1 0 0,-1 0 0 0 0,1 0 0 0 0,0 0 0 0 0,-1 0 0 0 0,1 1 0 0 0,-1-1 0 0 0,1 1 0 0 0,-1-1 0 0 0,1 1 0 0 0,-1 0 0 0 0,1 0 0 0 0,-1 0 0 0 0,1 0 0 0 0,-1 1 0 0 0,1-1 0 0 0,-1 1 0 0 0,-2 0 0 0 0,-10 3 1 0 0,1 1 0 0 0,-1 0 0 0 0,2 1 0 0 0,-1 1-1 0 0,-18 11 1 0 0,-19 14 117 0 0,2 2 1 0 0,-71 62-1 0 0,90-69-56 0 0,2 2 0 0 0,1 0 1 0 0,2 2-1 0 0,-41 63 0 0 0,60-83-51 0 0,-1 1 1 0 0,2 0-1 0 0,0 0 0 0 0,0 0 0 0 0,1 0 0 0 0,0 1 0 0 0,1-1 1 0 0,1 1-1 0 0,-2 17 0 0 0,4-24-12 0 0,0 1 0 0 0,0-1 0 0 0,1 0 0 0 0,0 0-1 0 0,0-1 1 0 0,1 1 0 0 0,-1 0 0 0 0,1 0 0 0 0,0 0 0 0 0,1-1 0 0 0,-1 1 0 0 0,1-1 0 0 0,0 0 0 0 0,1 0 0 0 0,-1 0-1 0 0,1 0 1 0 0,0-1 0 0 0,0 1 0 0 0,1-1 0 0 0,-1 0 0 0 0,1 0 0 0 0,5 3 0 0 0,6 2-263 0 0,0 0 0 0 0,0-1 0 0 0,1-1 0 0 0,-1-1 0 0 0,2 0 0 0 0,-1-1 0 0 0,0-1 0 0 0,1-1 0 0 0,31 2 0 0 0,-5-3-1226 0 0,-1-2-1 0 0,85-11 1 0 0,-10-11-2789 0 0,-60 7 1050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8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533 261 564 0 0,'24'-27'3125'0'0,"31"-48"-1"0"0,-48 64-2466 0 0,0 0 0 0 0,-1-1 0 0 0,0 1 0 0 0,-1-1 0 0 0,-1 0 0 0 0,0-1 0 0 0,0 1 0 0 0,1-14 0 0 0,-5 25-572 0 0,0-1 0 0 0,1 0 0 0 0,-1 1 0 0 0,0-1 0 0 0,0 1 0 0 0,0-1 0 0 0,0 1 0 0 0,0-1 0 0 0,-1 0 0 0 0,1 1 0 0 0,0-1 0 0 0,-1 1-1 0 0,1-1 1 0 0,-1 1 0 0 0,0-1 0 0 0,1 1 0 0 0,-1 0 0 0 0,0-1 0 0 0,-1 0 0 0 0,1 1-35 0 0,0 0-1 0 0,0 0 1 0 0,-1 0-1 0 0,1 1 1 0 0,0-1-1 0 0,0 1 1 0 0,-1-1-1 0 0,1 1 1 0 0,0-1-1 0 0,-1 1 1 0 0,1 0-1 0 0,0-1 1 0 0,-1 1-1 0 0,1 0 1 0 0,-1 0-1 0 0,1 0 1 0 0,-2 1-1 0 0,-6 0 87 0 0,0 1 0 0 0,0 0 1 0 0,0 1-1 0 0,1 0 0 0 0,-12 6 0 0 0,-30 15 376 0 0,1 2-1 0 0,-80 57 1 0 0,97-58-422 0 0,0 1 0 0 0,2 2 0 0 0,0 1-1 0 0,-35 46 1 0 0,60-69-85 0 0,0 0 0 0 0,1 1 0 0 0,0 0 0 0 0,0 0 0 0 0,1 0 0 0 0,0 0 0 0 0,-3 8 0 0 0,6-13-7 0 0,-1 0 1 0 0,1 0 0 0 0,0-1-1 0 0,-1 1 1 0 0,1 0-1 0 0,0 0 1 0 0,0 0-1 0 0,0-1 1 0 0,0 1-1 0 0,1 0 1 0 0,-1 0-1 0 0,0 0 1 0 0,1-1-1 0 0,-1 1 1 0 0,1 0-1 0 0,0-1 1 0 0,-1 1-1 0 0,1 0 1 0 0,0-1 0 0 0,0 1-1 0 0,0-1 1 0 0,0 1-1 0 0,0-1 1 0 0,0 0-1 0 0,1 1 1 0 0,-1-1-1 0 0,0 0 1 0 0,1 0-1 0 0,-1 0 1 0 0,1 0-1 0 0,-1 0 1 0 0,1 0-1 0 0,0 0 1 0 0,-1-1-1 0 0,4 2 1 0 0,4 1-33 0 0,1-1 0 0 0,-1 0 0 0 0,1-1 0 0 0,0 0 0 0 0,0 0 0 0 0,0-1 0 0 0,-1 0 0 0 0,1-1-1 0 0,0 0 1 0 0,0-1 0 0 0,-1 0 0 0 0,16-5 0 0 0,-2 0-83 0 0,-1-2 0 0 0,0 0 0 0 0,0-2-1 0 0,20-13 1 0 0,-16 6 39 0 0,-1 0 0 0 0,-1-1-1 0 0,0-2 1 0 0,31-36-1 0 0,72-105 262 0 0,-113 143-187 0 0,-12 18-7 0 0,-1 12 67 0 0,-3 2 94 0 0,0-1 0 0 0,-1 1 0 0 0,0-1 0 0 0,-1 0 0 0 0,0 0 0 0 0,-10 20 0 0 0,3-7 70 0 0,-285 648 2380 0 0,-41 100-2043 0 0,330-756-987 0 0,0 1 1 0 0,2 0-1 0 0,0 0 1 0 0,1 0-1 0 0,-4 32 0 0 0,8-49 369 0 0,0 0-1 0 0,0-1 1 0 0,0 1-1 0 0,0-1 1 0 0,1 1-1 0 0,-1-1 1 0 0,0 1-1 0 0,0-1 0 0 0,0 1 1 0 0,0-1-1 0 0,1 1 1 0 0,-1-1-1 0 0,0 1 1 0 0,0-1-1 0 0,1 0 1 0 0,-1 1-1 0 0,0-1 1 0 0,1 1-1 0 0,-1-1 0 0 0,0 0 1 0 0,1 1-1 0 0,-1-1 1 0 0,1 0-1 0 0,-1 1 1 0 0,0-1-1 0 0,1 0 1 0 0,-1 0-1 0 0,1 1 1 0 0,-1-1-1 0 0,1 0 0 0 0,-1 0 1 0 0,1 0-1 0 0,-1 0 1 0 0,1 0-1 0 0,-1 0 1 0 0,1 0-1 0 0,-1 0 1 0 0,1 0-1 0 0,0 0 1 0 0,0 0-1 0 0,21-7-2032 0 0,-12 1 317 0 0,0-1 1 0 0,0-1-1 0 0,17-17 0 0 0,-4-1-3046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9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16 388 744 0 0,'61'-239'10051'0'0,"-33"120"-6517"0"0,-28 116-3297 0 0,-1 6-174 0 0,-24 53 347 0 0,-32 109 0 0 0,51-143-360 0 0,1 0 0 0 0,-4 38 0 0 0,8-51-34 0 0,1 1 0 0 0,0 0-1 0 0,0 0 1 0 0,1 0-1 0 0,0 0 1 0 0,1 0-1 0 0,0 0 1 0 0,5 14-1 0 0,-5-21-11 0 0,-1 1 0 0 0,1-1 0 0 0,0 1 0 0 0,0-1 0 0 0,0 0 0 0 0,0 0 0 0 0,1 0 0 0 0,-1 0 0 0 0,1 0 0 0 0,0 0-1 0 0,0-1 1 0 0,0 1 0 0 0,0-1 0 0 0,0 0 0 0 0,1 0 0 0 0,5 3 0 0 0,-3-3-21 0 0,-1-1 1 0 0,1 1-1 0 0,0-1 0 0 0,0 0 0 0 0,-1-1 1 0 0,1 1-1 0 0,0-1 0 0 0,0 0 1 0 0,0 0-1 0 0,6-2 0 0 0,4-1-60 0 0,0-1-1 0 0,0-1 1 0 0,-1 0-1 0 0,0-1 1 0 0,0-1 0 0 0,0 0-1 0 0,14-10 1 0 0,-8 3 2 0 0,-1-2 1 0 0,0 0 0 0 0,-2-1-1 0 0,0-1 1 0 0,0-1-1 0 0,-2 0 1 0 0,23-35 0 0 0,-19 22 394 0 0,-2-2 1 0 0,0 0 0 0 0,-3 0 0 0 0,17-53 0 0 0,-28 76-190 0 0,0-2 78 0 0,-5 12-149 0 0,-5 7-63 0 0,0 2 14 0 0,0 0 0 0 0,1 1 0 0 0,1 0 0 0 0,0 0 0 0 0,0 0 0 0 0,0 0 0 0 0,-2 13 0 0 0,-1 0 1 0 0,2-7 3 0 0,1-1 1 0 0,1 1-1 0 0,0 0 1 0 0,1 0-1 0 0,1 0 1 0 0,0 0-1 0 0,1 1 1 0 0,1-1 0 0 0,4 23-1 0 0,-4-31-45 0 0,1 0-1 0 0,0 0 1 0 0,0 0 0 0 0,1 0 0 0 0,0 0-1 0 0,0-1 1 0 0,0 0 0 0 0,1 1-1 0 0,8 9 1 0 0,-9-13-56 0 0,1 1 0 0 0,0 0 0 0 0,0-1 0 0 0,0 0-1 0 0,0 0 1 0 0,1 0 0 0 0,-1 0 0 0 0,1-1 0 0 0,0 0 0 0 0,-1 0-1 0 0,1 0 1 0 0,0-1 0 0 0,0 1 0 0 0,10 0 0 0 0,-6 0-122 0 0,0-2 1 0 0,0 1 0 0 0,0-1 0 0 0,0-1-1 0 0,0 0 1 0 0,0 0 0 0 0,0 0 0 0 0,0-1-1 0 0,0-1 1 0 0,0 0 0 0 0,-1 0 0 0 0,13-6-1 0 0,-9 2 51 0 0,-1 0 0 0 0,0-1 0 0 0,0 0 0 0 0,-1-1 0 0 0,0 0 0 0 0,0 0 0 0 0,14-20 0 0 0,-7 5 396 0 0,-2 0-1 0 0,0-1 0 0 0,-2 0 1 0 0,-1-1-1 0 0,-1-1 0 0 0,-1 0 1 0 0,8-37-1 0 0,-4-27 2214 0 0,-14 89-2288 0 0,-1 3-156 0 0,-1-1 0 0 0,1 0-1 0 0,-1 1 1 0 0,1-1 0 0 0,0 1-1 0 0,-1 0 1 0 0,1-1 0 0 0,0 1-1 0 0,-1 0 1 0 0,1 0 0 0 0,0 0-1 0 0,0 0 1 0 0,0 0 0 0 0,0 0-1 0 0,0 0 1 0 0,0 0 0 0 0,0 0-1 0 0,0 0 1 0 0,1 1 0 0 0,-1-1-1 0 0,-1 2 1 0 0,-13 34 54 0 0,12-30-41 0 0,-2 8 16 0 0,1 0 0 0 0,0 0-1 0 0,1 1 1 0 0,0-1 0 0 0,2 0 0 0 0,-1 31 0 0 0,2-40-158 0 0,1 1 1 0 0,-1-1 0 0 0,1 1-1 0 0,0-1 1 0 0,1 0 0 0 0,-1 1-1 0 0,1-1 1 0 0,1 0-1 0 0,-1 0 1 0 0,1 0 0 0 0,0 0-1 0 0,0-1 1 0 0,1 1 0 0 0,0-1-1 0 0,0 0 1 0 0,0 0-1 0 0,0 0 1 0 0,1 0 0 0 0,6 4-1 0 0,-11-8-20 0 0,3 1-113 0 0,0-1 0 0 0,0 1 1 0 0,0 0-1 0 0,0-1 0 0 0,0 1 1 0 0,6 1-1 0 0,7-2-4577 0 0,7-2 240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9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77 2004 0 0,'-17'-16'1720'0'0,"0"1"-380"0"0,2 0-319 0 0,0 5-213 0 0,3 0-184 0 0,0 3-120 0 0,2 3-128 0 0,-11 4-520 0 0,8 12-1536 0 0,6-7-381 0 0,4 4-47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29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2604 0 0,'7'11'5446'0'0,"2"5"-3958"0"0,13 26 163 0 0,32 46 0 0 0,5 10-867 0 0,-47-76-636 0 0,61 105 759 0 0,-66-115 232 0 0,-6-10-841 0 0,1 0-1 0 0,-1 1 1 0 0,1-1-1 0 0,-1 0 0 0 0,1 0 1 0 0,0 0-1 0 0,0 0 1 0 0,5 4 676 0 0,-3-8-645 0 0,-4 2-319 0 0,1 0-1 0 0,-1 0 0 0 0,0 0 0 0 0,1 0 1 0 0,-1 0-1 0 0,1 0 0 0 0,-1 0 1 0 0,0 0-1 0 0,1 0 0 0 0,-1-1 1 0 0,0 1-1 0 0,1 0 0 0 0,-1 0 1 0 0,1 0-1 0 0,-1-1 0 0 0,0 1 0 0 0,0 0 1 0 0,1 0-1 0 0,-1-1 0 0 0,0 1 1 0 0,1 0-1 0 0,-1-1 0 0 0,0 1 1 0 0,0 0-1 0 0,0-1 0 0 0,1 0 0 0 0,76-197-463 0 0,-76 195 172 0 0,1 1-1 0 0,-1-1 1 0 0,1 1-1 0 0,-1 0 1 0 0,1-1-1 0 0,0 1 1 0 0,0 0-1 0 0,0 0 1 0 0,0 0 0 0 0,0 1-1 0 0,0-1 1 0 0,1 0-1 0 0,-1 1 1 0 0,0 0-1 0 0,1-1 1 0 0,-1 1-1 0 0,1 0 1 0 0,0 0-1 0 0,4-1 1 0 0,6 1-1289 0 0,0 0 1 0 0,0 0-1 0 0,1 1 1 0 0,16 2 0 0 0,-8 0-1823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31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269 682 2356 0 0,'3'-4'585'0'0,"-1"-1"-1"0"0,1 1 1 0 0,-2 0 0 0 0,1-1-1 0 0,0 0 1 0 0,-1 1 0 0 0,0-1-1 0 0,0 0 1 0 0,0 0-1 0 0,0 0 1 0 0,-1 1 0 0 0,0-1-1 0 0,0 0 1 0 0,0 0-1 0 0,-1 0 1 0 0,0 0 0 0 0,0 0-1 0 0,-1-5 1 0 0,1 8-532 0 0,1 1 1 0 0,-1 0-1 0 0,0 0 1 0 0,1 0-1 0 0,-1 0 0 0 0,0 0 1 0 0,1 0-1 0 0,-1 0 1 0 0,0 0-1 0 0,0 0 1 0 0,0 0-1 0 0,0 0 0 0 0,0 1 1 0 0,0-1-1 0 0,0 0 1 0 0,0 1-1 0 0,0-1 1 0 0,0 1-1 0 0,-2-2 0 0 0,-22-4 304 0 0,19 7-322 0 0,0-1 0 0 0,0 1-1 0 0,0 0 1 0 0,0 0 0 0 0,0 1 0 0 0,1 0-1 0 0,-1 0 1 0 0,0 0 0 0 0,1 1-1 0 0,-1-1 1 0 0,-4 5 0 0 0,-7 4 23 0 0,-30 26 0 0 0,35-27-40 0 0,1 1-1 0 0,0 0 1 0 0,1 1-1 0 0,0 0 1 0 0,-11 19 0 0 0,17-25-7 0 0,1-1 1 0 0,0 1 0 0 0,1 0 0 0 0,-1 0 0 0 0,1 0-1 0 0,0 0 1 0 0,1 0 0 0 0,-1 1 0 0 0,1-1-1 0 0,1 0 1 0 0,-1 1 0 0 0,1-1 0 0 0,0 1 0 0 0,0-1-1 0 0,3 12 1 0 0,-2-15-4 0 0,0 1 1 0 0,0-1-1 0 0,1 0 1 0 0,-1 1-1 0 0,1-1 0 0 0,0 0 1 0 0,0 0-1 0 0,0-1 0 0 0,0 1 1 0 0,0 0-1 0 0,1-1 1 0 0,-1 1-1 0 0,1-1 0 0 0,0 0 1 0 0,-1 1-1 0 0,1-1 0 0 0,0-1 1 0 0,0 1-1 0 0,1 0 0 0 0,-1-1 1 0 0,0 0-1 0 0,1 1 1 0 0,4 0-1 0 0,-2-1-5 0 0,-1 0 0 0 0,1 0 0 0 0,0-1 1 0 0,-1 0-1 0 0,1 0 0 0 0,-1 0 0 0 0,1 0 0 0 0,-1-1 0 0 0,1 0 0 0 0,-1 0 1 0 0,1-1-1 0 0,-1 1 0 0 0,0-1 0 0 0,6-3 0 0 0,-2 0-10 0 0,-1 0 0 0 0,0-1 0 0 0,0 0 1 0 0,-1 0-1 0 0,0-1 0 0 0,0 0 0 0 0,-1 0 0 0 0,7-10 0 0 0,6-10 123 0 0,15-32 0 0 0,-16 28 354 0 0,-4 5-18 0 0,-9 15-358 0 0,-12 28-132 0 0,2-5 40 0 0,1 1 0 0 0,0-1-1 0 0,1 1 1 0 0,0 0 0 0 0,0 0-1 0 0,2 0 1 0 0,0 0 0 0 0,0 17 0 0 0,1-26 5 0 0,0 0 0 0 0,1 0 0 0 0,-1 0 1 0 0,1 0-1 0 0,0 0 0 0 0,0 0 1 0 0,1-1-1 0 0,-1 1 0 0 0,1 0 0 0 0,-1 0 1 0 0,1-1-1 0 0,0 1 0 0 0,1-1 1 0 0,-1 0-1 0 0,1 0 0 0 0,-1 0 1 0 0,1 0-1 0 0,0 0 0 0 0,0 0 0 0 0,0-1 1 0 0,0 1-1 0 0,1-1 0 0 0,-1 0 1 0 0,1 0-1 0 0,-1 0 0 0 0,1 0 0 0 0,0-1 1 0 0,-1 0-1 0 0,1 0 0 0 0,6 2 1 0 0,1-2-7 0 0,-1 1 0 0 0,0-1 0 0 0,1-1 0 0 0,-1 1 1 0 0,1-2-1 0 0,-1 0 0 0 0,1 0 0 0 0,-1-1 0 0 0,0 0 0 0 0,0 0 1 0 0,16-7-1 0 0,-12 2-17 0 0,0 0 1 0 0,0 0 0 0 0,-1-2-1 0 0,-1 0 1 0 0,1 0 0 0 0,-1-1-1 0 0,11-12 1 0 0,8-12-23 0 0,-3-1 0 0 0,0-2 0 0 0,-3-1-1 0 0,28-53 1 0 0,-16 21 295 0 0,-3-3 0 0 0,-4 0 0 0 0,-2-2 0 0 0,18-81-1 0 0,-44 148-192 0 0,2-13 136 0 0,-9 17-141 0 0,-6 7-64 0 0,5 1 7 0 0,0 1 0 0 0,0 0 0 0 0,0 0 0 0 0,1 1 0 0 0,0 0 0 0 0,0 0 0 0 0,0 0 0 0 0,1 0 0 0 0,0 1 0 0 0,-4 7 0 0 0,-17 30 29 0 0,3 1 0 0 0,1 0 0 0 0,2 2 0 0 0,-17 66 0 0 0,30-92-16 0 0,2 1 1 0 0,0-1 0 0 0,2 1-1 0 0,0 0 1 0 0,1 1 0 0 0,1-1-1 0 0,2 0 1 0 0,0 0 0 0 0,1 0-1 0 0,1 0 1 0 0,1-1 0 0 0,11 30-1 0 0,-11-39-3 0 0,1-1 1 0 0,0 0-1 0 0,1 0 0 0 0,0-1 0 0 0,0 0 0 0 0,1 0 0 0 0,1 0 0 0 0,-1-1 0 0 0,2-1 0 0 0,-1 1 0 0 0,1-2 0 0 0,0 1 0 0 0,1-1 0 0 0,0-1 0 0 0,0 0 0 0 0,20 8 0 0 0,-21-10-17 0 0,1-1 0 0 0,0 0 1 0 0,0 0-1 0 0,0-1 0 0 0,0 0 0 0 0,0-1 0 0 0,0-1 0 0 0,0 0 0 0 0,1 0 0 0 0,-1-1 0 0 0,0 0 1 0 0,0-1-1 0 0,0 0 0 0 0,0-1 0 0 0,0 0 0 0 0,-1-1 0 0 0,0 0 0 0 0,20-11 0 0 0,-15 5-23 0 0,-1-1 0 0 0,0 0 0 0 0,0-1 0 0 0,-1 0 0 0 0,-1-1 0 0 0,14-19 0 0 0,-8 8 4 0 0,-1-1 0 0 0,25-53 0 0 0,-40 74 13 0 0,0 0 1 0 0,0 0 0 0 0,0 0-1 0 0,-1 0 1 0 0,1 0 0 0 0,-1-1-1 0 0,0 1 1 0 0,-1 0-1 0 0,1-1 1 0 0,-1 1 0 0 0,0-1-1 0 0,0-6 1 0 0,-1 10 6 0 0,1 1 1 0 0,-1-1-1 0 0,1 1 0 0 0,-1-1 1 0 0,1 1-1 0 0,-1 0 1 0 0,1-1-1 0 0,-1 1 0 0 0,1 0 1 0 0,-1-1-1 0 0,1 1 0 0 0,-1 0 1 0 0,0-1-1 0 0,1 1 0 0 0,-1 0 1 0 0,1 0-1 0 0,-1 0 0 0 0,0 0 1 0 0,1 0-1 0 0,-1 0 0 0 0,0 0 1 0 0,1 0-1 0 0,-1 0 1 0 0,0 0-1 0 0,1 0 0 0 0,-1 0 1 0 0,0 0-1 0 0,1 0 0 0 0,-1 1 1 0 0,0-1-1 0 0,-15 5-34 0 0,3 1 31 0 0,1 0-1 0 0,0 2 1 0 0,1-1 0 0 0,0 1-1 0 0,0 1 1 0 0,1 0-1 0 0,0 0 1 0 0,1 1-1 0 0,0 1 1 0 0,0-1-1 0 0,1 1 1 0 0,0 1 0 0 0,1-1-1 0 0,1 1 1 0 0,0 1-1 0 0,-8 20 1 0 0,13-30 9 0 0,0 0 1 0 0,0 0 0 0 0,1 0-1 0 0,-1 0 1 0 0,1 0 0 0 0,0 0-1 0 0,-1 0 1 0 0,1 0 0 0 0,1 0-1 0 0,-1 0 1 0 0,0 0 0 0 0,1 1-1 0 0,-1-2 1 0 0,1 1 0 0 0,0 0-1 0 0,0 0 1 0 0,0 0 0 0 0,1 0-1 0 0,-1 0 1 0 0,0-1-1 0 0,1 1 1 0 0,0-1 0 0 0,0 1-1 0 0,0-1 1 0 0,0 0 0 0 0,0 1-1 0 0,5 2 1 0 0,-2-1-3 0 0,0-1 0 0 0,1-1 0 0 0,-1 1 0 0 0,1-1-1 0 0,0 1 1 0 0,0-2 0 0 0,0 1 0 0 0,0-1 0 0 0,0 0 0 0 0,0 0 0 0 0,0 0 0 0 0,0-1-1 0 0,8 0 1 0 0,1-2-68 0 0,0 0-1 0 0,0-1 1 0 0,0-1-1 0 0,0 0 0 0 0,0-1 1 0 0,-1 0-1 0 0,0-1 0 0 0,0-1 1 0 0,-1 0-1 0 0,17-12 1 0 0,16-15-143 0 0,60-55 1 0 0,-59 48 105 0 0,-37 32 96 0 0,-3 2-32 0 0,0 1 1 0 0,1-1-1 0 0,-1 1 0 0 0,1 1 1 0 0,1 0-1 0 0,-1 0 1 0 0,1 0-1 0 0,0 1 0 0 0,11-4 1 0 0,-19 8 35 0 0,1 0 1 0 0,-1 0-1 0 0,0 0 0 0 0,1 1 1 0 0,-1-1-1 0 0,1 0 0 0 0,-1 0 1 0 0,0 1-1 0 0,1-1 0 0 0,-1 1 1 0 0,0-1-1 0 0,0 1 0 0 0,1 0 1 0 0,-1-1-1 0 0,0 1 1 0 0,0 0-1 0 0,0 0 0 0 0,0 0 1 0 0,0 0-1 0 0,0 0 0 0 0,0 0 1 0 0,0 0-1 0 0,0 0 0 0 0,0 0 1 0 0,1 2-1 0 0,13 30-25 0 0,-12-24 55 0 0,0-1 1 0 0,-1 1-1 0 0,0 0 1 0 0,0 0-1 0 0,-1 0 1 0 0,-1 1 0 0 0,1-1-1 0 0,-1 0 1 0 0,-1 0-1 0 0,0 0 1 0 0,0 0-1 0 0,-1 0 1 0 0,0 0 0 0 0,0 0-1 0 0,-1 0 1 0 0,-5 11-1 0 0,8-19-6 0 0,0-1-11 0 0,-1 0-1 0 0,1 1 0 0 0,0-1 0 0 0,0 1 1 0 0,0-1-1 0 0,-1 0 0 0 0,1 1 0 0 0,0-1 0 0 0,0 1 1 0 0,-1-1-1 0 0,1 0 0 0 0,0 1 0 0 0,-1-1 1 0 0,1 0-1 0 0,0 0 0 0 0,-1 1 0 0 0,1-1 0 0 0,-1 0 1 0 0,1 0-1 0 0,0 1 0 0 0,-1-1 0 0 0,1 0 0 0 0,-1 0 1 0 0,1 0-1 0 0,0 0 0 0 0,-1 0 0 0 0,0 0 1 0 0,0 0-7 0 0,1 0 1 0 0,-1 0 0 0 0,0 0 0 0 0,1-1-1 0 0,-1 1 1 0 0,1 0 0 0 0,-1 0 0 0 0,0-1-1 0 0,1 1 1 0 0,-1 0 0 0 0,1-1 0 0 0,-1 1-1 0 0,1-1 1 0 0,0 1 0 0 0,-1-1 0 0 0,1 1-1 0 0,-1-1 1 0 0,1 1 0 0 0,0-1 0 0 0,-1 1-1 0 0,1-1 1 0 0,0 0 0 0 0,0 1 0 0 0,-1-1-1 0 0,1 1 1 0 0,0-1 0 0 0,0 0 0 0 0,0 1-1 0 0,0-1 1 0 0,0 0 0 0 0,0 1 0 0 0,0-1-1 0 0,0 1 1 0 0,0-1 0 0 0,0 0 0 0 0,0 1-1 0 0,0-1 1 0 0,1-1 0 0 0,6-20-4 0 0,-7 21 5 0 0,11-24-15 0 0,1 0 0 0 0,2 1 0 0 0,0 1 0 0 0,1 0 0 0 0,28-31 0 0 0,-20 28-18 0 0,2 2 0 0 0,1 0 0 0 0,53-38 0 0 0,-66 53-8 0 0,2 0 1 0 0,-1 1 0 0 0,1 1-1 0 0,0 1 1 0 0,30-9-1 0 0,-43 14 35 0 0,0 0 0 0 0,0 1 0 0 0,1-1 0 0 0,-1 1 0 0 0,0 0 0 0 0,1 0 0 0 0,-1 0 0 0 0,0 0 0 0 0,1 0 0 0 0,-1 0 0 0 0,0 1-1 0 0,1-1 1 0 0,-1 1 0 0 0,0 0 0 0 0,1-1 0 0 0,-1 1 0 0 0,0 0 0 0 0,0 0 0 0 0,0 0 0 0 0,0 1 0 0 0,0-1 0 0 0,0 0 0 0 0,0 1 0 0 0,-1 0 0 0 0,1-1 0 0 0,0 1-1 0 0,-1 0 1 0 0,1 0 0 0 0,-1 0 0 0 0,0 0 0 0 0,0 0 0 0 0,1 0 0 0 0,-1 0 0 0 0,-1 0 0 0 0,1 0 0 0 0,0 0 0 0 0,0 1 0 0 0,0 3 0 0 0,1 6 12 0 0,0-1 0 0 0,-1 1 1 0 0,0 0-1 0 0,0 0 1 0 0,-3 23-1 0 0,-6 13 16 0 0,5-36-9 0 0,1 0 1 0 0,0 1-1 0 0,1-1 0 0 0,1 24 1 0 0,1-32-15 0 0,-1 0 1 0 0,1-1 0 0 0,0 1-1 0 0,0 0 1 0 0,1 0 0 0 0,-1-1-1 0 0,1 1 1 0 0,0-1 0 0 0,-1 1 0 0 0,2-1-1 0 0,-1 0 1 0 0,0 0 0 0 0,1 0-1 0 0,-1 0 1 0 0,1 0 0 0 0,0-1-1 0 0,0 1 1 0 0,0-1 0 0 0,0 0 0 0 0,4 3-1 0 0,-2-2-66 0 0,1 0-1 0 0,0 0 1 0 0,1 0-1 0 0,-1 0 1 0 0,0-1-1 0 0,1 0 1 0 0,-1-1-1 0 0,1 1 1 0 0,0-1-1 0 0,-1-1 1 0 0,1 1-1 0 0,0-1 1 0 0,-1 0-1 0 0,1-1 1 0 0,0 1-1 0 0,0-1 1 0 0,-1-1-1 0 0,1 1 1 0 0,-1-1-1 0 0,1 0 1 0 0,-1-1-1 0 0,0 1 1 0 0,0-1-1 0 0,0-1 0 0 0,7-4 1 0 0,3-4-65 0 0,-1 0 1 0 0,-1 0-1 0 0,0-2 0 0 0,-1 1 0 0 0,0-2 1 0 0,-1 0-1 0 0,18-29 0 0 0,26-55 675 0 0,-3-3 0 0 0,72-201-1 0 0,-111 268 333 0 0,-7 17-336 0 0,0 0 1 0 0,-1-1-1 0 0,3-20 1 0 0,-9 37-495 0 0,-8 8 33 0 0,-2 7-11 0 0,1-1-1 0 0,1 1 1 0 0,0 1 0 0 0,1-1-1 0 0,0 2 1 0 0,-8 24-1 0 0,3-9 123 0 0,-23 58 304 0 0,5 2 0 0 0,-24 113 0 0 0,54-202-495 0 0,-5 18 40 0 0,1 1 1 0 0,1-1 0 0 0,1 1-1 0 0,0 31 1 0 0,2-47-28 0 0,1 1 0 0 0,-1 0-1 0 0,1 0 1 0 0,0-1 0 0 0,0 1 0 0 0,1-1 0 0 0,-1 1 0 0 0,1-1 0 0 0,0 1 0 0 0,0-1 0 0 0,1 0-1 0 0,-1 0 1 0 0,1 0 0 0 0,0 0 0 0 0,0-1 0 0 0,0 1 0 0 0,0-1 0 0 0,1 0 0 0 0,-1 1 0 0 0,1-2-1 0 0,0 1 1 0 0,0 0 0 0 0,0-1 0 0 0,7 3 0 0 0,-3-1-135 0 0,0-2-1 0 0,1 1 1 0 0,-1-1-1 0 0,1 0 1 0 0,0-1 0 0 0,-1 0-1 0 0,1-1 1 0 0,0 1-1 0 0,0-2 1 0 0,0 1-1 0 0,-1-1 1 0 0,1-1 0 0 0,0 1-1 0 0,-1-1 1 0 0,1-1-1 0 0,10-4 1 0 0,-8 2-796 0 0,0 0 1 0 0,-1-1-1 0 0,0 0 1 0 0,19-14-1 0 0,-21 13-467 0 0,0 0 0 0 0,-1-1 0 0 0,0 0-1 0 0,0 0 1 0 0,8-13 0 0 0,-4 2-3192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31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67 206 2616 0 0,'-6'-4'1098'0'0,"-2"0"301"0"0,1-1 0 0 0,-1-1 1 0 0,1 1-1 0 0,-12-13 0 0 0,18 17-1301 0 0,0 0 1 0 0,0-1-1 0 0,0 1 1 0 0,0 0-1 0 0,0 0 0 0 0,0 0 1 0 0,1 0-1 0 0,-1-1 1 0 0,0 1-1 0 0,1 0 1 0 0,-1-1-1 0 0,1 1 1 0 0,0 0-1 0 0,-1-1 1 0 0,1 1-1 0 0,0-1 0 0 0,0 1 1 0 0,0-1-1 0 0,0 1 1 0 0,0 0-1 0 0,0-1 1 0 0,0 1-1 0 0,1-1 1 0 0,-1 1-1 0 0,0 0 1 0 0,1-1-1 0 0,-1 1 1 0 0,1 0-1 0 0,0-1 0 0 0,-1 1 1 0 0,1 0-1 0 0,0 0 1 0 0,0-1-1 0 0,0 1 1 0 0,0 0-1 0 0,0 0 1 0 0,0 0-1 0 0,0 0 1 0 0,2-1-1 0 0,7-5-12 0 0,0 0 0 0 0,1 0 0 0 0,0 1 0 0 0,0 0 0 0 0,0 1 0 0 0,23-7 0 0 0,76-15-2850 0 0,-102 25 2442 0 0,73-18-5046 0 0,-40 8 976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32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30 992 0 0,'9'-12'4160'0'0,"-7"10"-3637"0"0,1 0 0 0 0,-1 0 0 0 0,1 0-1 0 0,0 0 1 0 0,0 0 0 0 0,0 1 0 0 0,0-1 0 0 0,5-1 0 0 0,-7 3-461 0 0,0 0 0 0 0,0 0-1 0 0,0 0 1 0 0,0 0 0 0 0,0 0 0 0 0,0 0-1 0 0,0 1 1 0 0,0-1 0 0 0,0 0 0 0 0,0 1-1 0 0,0-1 1 0 0,-1 0 0 0 0,1 1 0 0 0,0-1-1 0 0,0 1 1 0 0,0-1 0 0 0,0 1 0 0 0,0 0-1 0 0,-1-1 1 0 0,1 1 0 0 0,0 0 0 0 0,-1-1-1 0 0,1 1 1 0 0,0 0 0 0 0,-1 0 0 0 0,1 0-1 0 0,-1 0 1 0 0,1 0 0 0 0,-1 0 0 0 0,0 0-1 0 0,1-1 1 0 0,-1 1 0 0 0,1 2 0 0 0,1 6 157 0 0,1 0 0 0 0,-1 1 0 0 0,-1-1 0 0 0,0 0-1 0 0,0 1 1 0 0,-1-1 0 0 0,0 0 0 0 0,-2 16 0 0 0,-17 75 487 0 0,17-92-647 0 0,-19 73 341 0 0,-44 107 1 0 0,-47 72-71 0 0,42-103-140 0 0,70-155-195 0 0,-14 29 61 0 0,-13 47 1 0 0,25-69-197 0 0,0-1 1 0 0,0 0-1 0 0,1 0 0 0 0,0 1 1 0 0,0-1-1 0 0,1 0 0 0 0,0 1 1 0 0,1-1-1 0 0,0 0 0 0 0,0 1 1 0 0,4 12-1 0 0,-4-18-35 0 0,0 0-1 0 0,1 0 1 0 0,-1 0-1 0 0,1 0 1 0 0,0-1-1 0 0,0 1 1 0 0,0 0-1 0 0,0-1 1 0 0,1 0-1 0 0,-1 1 1 0 0,0-1 0 0 0,1 0-1 0 0,0 0 1 0 0,0 0-1 0 0,-1 0 1 0 0,6 1-1 0 0,-2 0-771 0 0,0-1 0 0 0,0 0 0 0 0,1 0 0 0 0,10 1 0 0 0,7-1-3377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33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166 258 216 0 0,'5'-17'1746'0'0,"4"-10"2191"0"0,7-42 1 0 0,-15 68-3860 0 0,-1 1 0 0 0,0-1 1 0 0,0 1-1 0 0,0-1 0 0 0,0 1 0 0 0,0-1 0 0 0,0 1 1 0 0,0-1-1 0 0,0 1 0 0 0,0-1 0 0 0,0 1 0 0 0,0-1 1 0 0,0 1-1 0 0,0-1 0 0 0,0 1 0 0 0,0-1 1 0 0,0 1-1 0 0,-1-1 0 0 0,1 1 0 0 0,0-1 0 0 0,0 1 1 0 0,-1-1-1 0 0,1 1 0 0 0,0-1 0 0 0,-1 1 0 0 0,1 0 1 0 0,0-1-1 0 0,-1 0 0 0 0,0 1-39 0 0,0 0 1 0 0,0 0-1 0 0,0 0 1 0 0,1 0-1 0 0,-1 0 0 0 0,0 0 1 0 0,0 0-1 0 0,1 0 0 0 0,-1 1 1 0 0,0-1-1 0 0,0 0 1 0 0,0 0-1 0 0,1 1 0 0 0,-1-1 1 0 0,0 1-1 0 0,0 0 0 0 0,-26 20 493 0 0,8-1-309 0 0,0 1 0 0 0,2 2 0 0 0,0 0 0 0 0,2 0 0 0 0,0 1 0 0 0,2 1-1 0 0,-15 37 1 0 0,26-57-200 0 0,1 0 0 0 0,-1 0-1 0 0,1-1 1 0 0,0 1 0 0 0,1 0 0 0 0,-1 0-1 0 0,1 0 1 0 0,0 0 0 0 0,0 0-1 0 0,0 0 1 0 0,1 0 0 0 0,0 0-1 0 0,0 0 1 0 0,0 0 0 0 0,0-1 0 0 0,1 1-1 0 0,2 5 1 0 0,-1-5-10 0 0,0-1-1 0 0,0 1 1 0 0,0-1-1 0 0,1 0 1 0 0,-1-1 0 0 0,1 1-1 0 0,0-1 1 0 0,0 1-1 0 0,1-1 1 0 0,-1 0-1 0 0,0-1 1 0 0,1 1 0 0 0,0-1-1 0 0,0 0 1 0 0,0 0-1 0 0,6 2 1 0 0,1-1-6 0 0,0 0 1 0 0,1-1-1 0 0,-1 0 0 0 0,1-1 1 0 0,-1 0-1 0 0,1-1 0 0 0,-1-1 1 0 0,1 0-1 0 0,-1 0 0 0 0,1-1 1 0 0,-1-1-1 0 0,23-8 0 0 0,-29 9-3 0 0,0 0 0 0 0,-1-1-1 0 0,1 0 1 0 0,-1 0-1 0 0,0 0 1 0 0,0-1-1 0 0,0 0 1 0 0,0 1 0 0 0,-1-2-1 0 0,0 1 1 0 0,1-1-1 0 0,-1 1 1 0 0,-1-1 0 0 0,1 0-1 0 0,-1 0 1 0 0,0-1-1 0 0,0 1 1 0 0,0-1 0 0 0,-1 1-1 0 0,0-1 1 0 0,0 0-1 0 0,-1 0 1 0 0,1 0-1 0 0,-1 0 1 0 0,-1 0 0 0 0,1 0-1 0 0,-1-1 1 0 0,0-5-1 0 0,-1 1 3 0 0,-1-1-1 0 0,0 1 1 0 0,0 0-1 0 0,-1 0 1 0 0,-1 0-1 0 0,0 0 1 0 0,-1 1-1 0 0,1-1 1 0 0,-2 1-1 0 0,-10-16 1 0 0,-2 2 27 0 0,-1 1 1 0 0,-41-40 0 0 0,33 40-384 0 0,-35-24 0 0 0,-7-5-7767 0 0,58 43 3265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33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21 2048 0 0,'-72'13'6202'0'0,"69"-13"-5362"0"0,5 1-796 0 0,1 0 1 0 0,-1 0-1 0 0,0 0 1 0 0,1-1-1 0 0,-1 1 1 0 0,1-1-1 0 0,-1 0 1 0 0,1 0 0 0 0,-1 1-1 0 0,0-1 1 0 0,4-1-1 0 0,290-22-995 0 0,-148 13-2662 0 0,-69 4 957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34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262 846 452 0 0,'-43'10'3294'0'0,"-48"18"-1"0"0,78-23-2705 0 0,0 0-1 0 0,0 1 1 0 0,0 1 0 0 0,1 0-1 0 0,0 1 1 0 0,0 0 0 0 0,-16 15-1 0 0,17-6 572 0 0,11-17-1118 0 0,0 1 0 0 0,0-1 0 0 0,-1 1 0 0 0,1-1 0 0 0,0 1 0 0 0,0-1 0 0 0,0 0 0 0 0,1 1 0 0 0,-1-1 0 0 0,0 1 0 0 0,0-1 0 0 0,0 1 0 0 0,0-1 0 0 0,0 0 0 0 0,0 1 0 0 0,1-1 0 0 0,-1 1 0 0 0,0-1 0 0 0,0 0 0 0 0,0 1 0 0 0,1-1 0 0 0,-1 0 0 0 0,0 1 0 0 0,1-1 1 0 0,0 1 15 0 0,1 0 1 0 0,-1-1-1 0 0,1 1 1 0 0,-1 0 0 0 0,0-1-1 0 0,1 1 1 0 0,-1-1 0 0 0,1 0-1 0 0,-1 0 1 0 0,1 1 0 0 0,0-1-1 0 0,-1 0 1 0 0,1 0-1 0 0,-1-1 1 0 0,3 1 0 0 0,10-3 27 0 0,-1-1 1 0 0,0 0 0 0 0,0-1-1 0 0,0 0 1 0 0,20-12 0 0 0,57-41 38 0 0,-84 54-108 0 0,33-25-8 0 0,-2-1 0 0 0,-1-2 0 0 0,-1-1 0 0 0,-2-2-1 0 0,-1-1 1 0 0,-2-2 0 0 0,-2-1 0 0 0,-1-1-1 0 0,-2-1 1 0 0,-2-1 0 0 0,-2-2 0 0 0,-2 0 0 0 0,-2-1-1 0 0,-1 0 1 0 0,-3-1 0 0 0,-1-1 0 0 0,5-59-1 0 0,-14 87-11 0 0,5-68-56 0 0,-8 87 60 0 0,0 0-1 0 0,0-1 1 0 0,0 1-1 0 0,0 0 1 0 0,0 0 0 0 0,0 0-1 0 0,0 0 1 0 0,0-1-1 0 0,0 1 1 0 0,0 0-1 0 0,0 0 1 0 0,0 0-1 0 0,0 0 1 0 0,0-1-1 0 0,0 1 1 0 0,0 0-1 0 0,0 0 1 0 0,0 0-1 0 0,0-1 1 0 0,0 1-1 0 0,0 0 1 0 0,0 0-1 0 0,0 0 1 0 0,0 0-1 0 0,0-1 1 0 0,0 1-1 0 0,0 0 1 0 0,0 0-1 0 0,-1 0 1 0 0,1 0-1 0 0,0 0 1 0 0,0-1-1 0 0,0 1 1 0 0,0 0-1 0 0,0 0 1 0 0,-1 0-1 0 0,1 0 1 0 0,0 0-1 0 0,0 0 1 0 0,0 0-1 0 0,0 0 1 0 0,0 0 0 0 0,-1-1-1 0 0,1 1 1 0 0,0 0-1 0 0,0 0 1 0 0,0 0-1 0 0,-1 0 1 0 0,1 0-1 0 0,0 0 1 0 0,0 0-1 0 0,0 0 1 0 0,0 0-1 0 0,-1 0 1 0 0,1 0-1 0 0,0 0 1 0 0,0 1-1 0 0,0-1 1 0 0,-1 0-1 0 0,1 0 1 0 0,0 0-1 0 0,0 0 1 0 0,0 0-1 0 0,0 0 1 0 0,0 0-1 0 0,-1 0 1 0 0,1 0-1 0 0,0 1 1 0 0,0-1-1 0 0,-8 9 7 0 0,0 6 11 0 0,1 0-1 0 0,0 0 0 0 0,1 1 0 0 0,-4 19 1 0 0,-4 9 12 0 0,0-4-12 0 0,-48 134 181 0 0,-43 199 0 0 0,103-361-178 0 0,0 0 0 0 0,0 0 0 0 0,1 0-1 0 0,0 0 1 0 0,1 0 0 0 0,1 0-1 0 0,3 17 1 0 0,-4-25-17 0 0,1 0 0 0 0,0-1-1 0 0,0 1 1 0 0,1-1 0 0 0,-1 1 0 0 0,1-1-1 0 0,0 0 1 0 0,-1 0 0 0 0,2 1-1 0 0,-1-1 1 0 0,0 0 0 0 0,1-1 0 0 0,-1 1-1 0 0,1 0 1 0 0,0-1 0 0 0,-1 0 0 0 0,1 1-1 0 0,1-1 1 0 0,-1 0 0 0 0,0-1-1 0 0,0 1 1 0 0,1 0 0 0 0,-1-1 0 0 0,1 0-1 0 0,-1 0 1 0 0,1 0 0 0 0,6 1-1 0 0,7-1-77 0 0,-1 0 0 0 0,1-1-1 0 0,0 0 1 0 0,0-2-1 0 0,0 0 1 0 0,-1 0-1 0 0,1-2 1 0 0,-1 0-1 0 0,0-1 1 0 0,0-1-1 0 0,26-12 1 0 0,-10 1-141 0 0,-2-1 1 0 0,0-1 0 0 0,0-2 0 0 0,39-36 0 0 0,-45 33 151 0 0,-1-1 0 0 0,-1-1 1 0 0,-1-1-1 0 0,-1-1 0 0 0,-2-1 0 0 0,0-1 1 0 0,14-36-1 0 0,-3-1 138 0 0,-4-2 1 0 0,22-91-1 0 0,-44 140-50 0 0,-8 26 10 0 0,-12 32 9 0 0,-140 408 550 0 0,125-335-446 0 0,27-90-107 0 0,1 1 0 0 0,1-1 0 0 0,0 28 0 0 0,2-48-36 0 0,1 0 0 0 0,0 0 0 0 0,0 0-1 0 0,0 0 1 0 0,0 0 0 0 0,0 0 0 0 0,0 0 0 0 0,0 0 0 0 0,0 0-1 0 0,1 0 1 0 0,-1 0 0 0 0,0 0 0 0 0,1 0 0 0 0,-1 0 0 0 0,0 0-1 0 0,1 0 1 0 0,-1-1 0 0 0,1 1 0 0 0,0 0 0 0 0,-1 0 0 0 0,1 0-1 0 0,0-1 1 0 0,-1 1 0 0 0,3 1 0 0 0,-2-2-3 0 0,0 0 0 0 0,0 0 1 0 0,0 0-1 0 0,0 0 0 0 0,0 0 0 0 0,0 0 0 0 0,0 0 1 0 0,0 0-1 0 0,0-1 0 0 0,0 1 0 0 0,0 0 0 0 0,0-1 1 0 0,0 1-1 0 0,0-1 0 0 0,0 1 0 0 0,0-1 0 0 0,0 1 1 0 0,1-2-1 0 0,7-5-8 0 0,-2 0-1 0 0,1 0 1 0 0,9-11 0 0 0,25-35-66 0 0,34-39-5 0 0,-66 81 61 0 0,1 1-1 0 0,0 0 0 0 0,0 1 1 0 0,1 0-1 0 0,24-13 0 0 0,-34 21 17 0 0,0 0-1 0 0,0 0 1 0 0,-1 0-1 0 0,1 0 1 0 0,0 0-1 0 0,0 1 0 0 0,0-1 1 0 0,0 1-1 0 0,0-1 1 0 0,0 1-1 0 0,0 0 1 0 0,0 0-1 0 0,0 0 1 0 0,0 0-1 0 0,0 0 1 0 0,0 0-1 0 0,0 1 0 0 0,0-1 1 0 0,0 1-1 0 0,0-1 1 0 0,0 1-1 0 0,0 0 1 0 0,0-1-1 0 0,0 1 1 0 0,2 2-1 0 0,-1 0 15 0 0,-1-1 0 0 0,0 1 0 0 0,1 0-1 0 0,-1 0 1 0 0,0 0 0 0 0,-1 0 0 0 0,1 0 0 0 0,-1 0 0 0 0,1 0 0 0 0,-1 1 0 0 0,0-1-1 0 0,0 0 1 0 0,0 1 0 0 0,0 4 0 0 0,2 12 55 0 0,-1 33 0 0 0,-3-41-50 0 0,1-1-1 0 0,1 1 0 0 0,0 0 0 0 0,0-1 0 0 0,1 1 0 0 0,1-1 1 0 0,0 0-1 0 0,0 0 0 0 0,8 17 0 0 0,-8-25-9 0 0,-1 0-1 0 0,0 0 1 0 0,1-1-1 0 0,-1 1 1 0 0,1-1-1 0 0,0 0 1 0 0,0 0-1 0 0,0 0 1 0 0,0 0-1 0 0,0 0 1 0 0,0-1-1 0 0,0 1 1 0 0,1-1-1 0 0,-1 0 1 0 0,0 0-1 0 0,1 0 1 0 0,-1-1-1 0 0,1 1 1 0 0,-1-1-1 0 0,1 0 1 0 0,0 0-1 0 0,-1 0 1 0 0,7-1-1 0 0,0 0-5 0 0,0 0 0 0 0,0-1 0 0 0,0-1 0 0 0,0 1 0 0 0,0-2 0 0 0,-1 1 0 0 0,12-7-1 0 0,-9 3-6 0 0,-1-1-1 0 0,0 0 0 0 0,-1 0 0 0 0,0-1 0 0 0,0 0 0 0 0,-1-1 1 0 0,0 0-1 0 0,0-1 0 0 0,-1 0 0 0 0,-1 0 0 0 0,0 0 1 0 0,9-21-1 0 0,-8 13 5 0 0,-1 0 0 0 0,-1 0 0 0 0,-1 0 0 0 0,0-1 0 0 0,-1 0 0 0 0,-1 0 0 0 0,0-36 0 0 0,-3 55 5 0 0,-3-26 67 0 0,3 27-68 0 0,0-1 0 0 0,0 0 0 0 0,-1 0 0 0 0,1 1 0 0 0,0-1 0 0 0,0 0 0 0 0,-1 1 0 0 0,1-1 0 0 0,0 0 0 0 0,-1 1 0 0 0,1-1 0 0 0,-1 1 0 0 0,1-1 0 0 0,-1 1 0 0 0,1-1 0 0 0,-1 1 0 0 0,1-1 0 0 0,-1 1 0 0 0,0-1 0 0 0,1 1 0 0 0,-1 0 0 0 0,0-1 0 0 0,1 1 0 0 0,-1 0 0 0 0,0-1 0 0 0,1 1 0 0 0,-1 0 0 0 0,0 0 0 0 0,1 0 0 0 0,-1 0 0 0 0,0 0-1 0 0,0 0 1 0 0,1 0 0 0 0,-1 0 0 0 0,0 0 0 0 0,0 0 0 0 0,-5 2 17 0 0,1 0-1 0 0,0 0 0 0 0,0 1 0 0 0,0 0 0 0 0,0 0 0 0 0,0 0 0 0 0,0 0 0 0 0,1 1 1 0 0,0 0-1 0 0,0 0 0 0 0,0 0 0 0 0,0 0 0 0 0,-6 10 0 0 0,-3 5 67 0 0,0 1-1 0 0,-9 22 1 0 0,16-31-42 0 0,1 1-1 0 0,1-1 1 0 0,0 1-1 0 0,0 0 1 0 0,2 0-1 0 0,-1 0 1 0 0,1 0-1 0 0,0 19 0 0 0,2-26-22 0 0,0 0-1 0 0,0 0 1 0 0,1 1-1 0 0,0-1 0 0 0,0 0 1 0 0,0 0-1 0 0,0 0 0 0 0,1 0 1 0 0,0 0-1 0 0,0 0 0 0 0,0 0 1 0 0,1-1-1 0 0,0 1 0 0 0,0-1 1 0 0,0 0-1 0 0,0 0 0 0 0,1 0 1 0 0,-1 0-1 0 0,1 0 0 0 0,0-1 1 0 0,0 1-1 0 0,5 2 1 0 0,4 1-19 0 0,1 0 1 0 0,0-1 0 0 0,1-1 0 0 0,-1 0 0 0 0,1-1-1 0 0,0 0 1 0 0,0-1 0 0 0,0-1 0 0 0,19 1 0 0 0,-6-2-719 0 0,-1-2 1 0 0,1 0-1 0 0,0-2 1 0 0,33-7 0 0 0,-50 7-406 0 0,-1 0 0 0 0,1 0 1 0 0,-1-1-1 0 0,0 0 0 0 0,18-10 1 0 0,-7 1-3219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34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9 2084 0 0,'-19'1'829'0'0,"-21"0"1351"0"0,-1 2-1 0 0,-56 10 1 0 0,86-8-1021 0 0,21-2-907 0 0,24-2-369 0 0,257-25-5316 0 0,-202 13 2524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35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2 166 1452 0 0,'-1'-9'765'0'0,"1"0"-1"0"0,0 0 1 0 0,0 0 0 0 0,1 0-1 0 0,1 0 1 0 0,-1 0 0 0 0,1 0-1 0 0,1 0 1 0 0,3-9-1 0 0,-4 14-588 0 0,0 0 0 0 0,0-1 0 0 0,0 2 0 0 0,0-1 0 0 0,1 0 0 0 0,-1 0 0 0 0,1 1 0 0 0,0-1 0 0 0,0 1-1 0 0,0 0 1 0 0,1 0 0 0 0,-1 0 0 0 0,1 0 0 0 0,0 1 0 0 0,-1-1 0 0 0,1 1 0 0 0,0 0 0 0 0,0 0 0 0 0,7-1-1 0 0,-7 2-113 0 0,0 0 0 0 0,-1 1 0 0 0,1 0 0 0 0,0 0 0 0 0,-1 0 0 0 0,1 1 0 0 0,-1-1 0 0 0,1 1-1 0 0,0-1 1 0 0,-1 1 0 0 0,1 1 0 0 0,-1-1 0 0 0,0 0 0 0 0,1 1 0 0 0,-1-1 0 0 0,0 1 0 0 0,0 0-1 0 0,0 0 1 0 0,0 1 0 0 0,0-1 0 0 0,0 0 0 0 0,-1 1 0 0 0,1 0 0 0 0,3 5 0 0 0,-1-2-4 0 0,0 1 0 0 0,0 1 0 0 0,-1-1 0 0 0,0 1-1 0 0,-1-1 1 0 0,1 1 0 0 0,-1 0 0 0 0,-1 1 0 0 0,3 9 0 0 0,-4-5-21 0 0,0 0-1 0 0,-1 0 1 0 0,0 0 0 0 0,-1 0-1 0 0,0-1 1 0 0,-2 1-1 0 0,1 0 1 0 0,-1-1-1 0 0,-1 1 1 0 0,0-1-1 0 0,-1 0 1 0 0,-9 17-1 0 0,4-11 14 0 0,-1 0 0 0 0,0-1 0 0 0,-1 0 0 0 0,-1-1 0 0 0,-1 0 0 0 0,-30 27-1 0 0,23-32 26 0 0,20-11-75 0 0,1 0 1 0 0,-1 0 0 0 0,0 0-1 0 0,1 0 1 0 0,-1 0 0 0 0,1 0-1 0 0,-1 0 1 0 0,1 0-1 0 0,-1 0 1 0 0,0 0 0 0 0,1 0-1 0 0,-1 0 1 0 0,1 0 0 0 0,-1-1-1 0 0,1 1 1 0 0,-1 0 0 0 0,1 0-1 0 0,-1-1 1 0 0,1 1 0 0 0,-1-1-1 0 0,0 1-1 0 0,0-1 0 0 0,1 0 0 0 0,-1 0 1 0 0,1 0-1 0 0,-1 0 0 0 0,1 0 0 0 0,-1 0 0 0 0,1 0 0 0 0,0 0 0 0 0,0 0 0 0 0,-1 0 0 0 0,1 0 0 0 0,0 0 0 0 0,0 0 0 0 0,0 0 0 0 0,0-2 0 0 0,1-6-6 0 0,0 0 0 0 0,1 0 0 0 0,0 0 0 0 0,0 0 0 0 0,1 1-1 0 0,0-1 1 0 0,0 1 0 0 0,1-1 0 0 0,0 1 0 0 0,1 0-1 0 0,0 1 1 0 0,0-1 0 0 0,1 1 0 0 0,6-8 0 0 0,1 2 0 0 0,0 0 0 0 0,1 0 0 0 0,0 1 0 0 0,0 1 0 0 0,2 1 0 0 0,16-10 0 0 0,-21 15 8 0 0,0 0 0 0 0,0 1 0 0 0,1 0 0 0 0,-1 1 0 0 0,1 0 0 0 0,0 1 0 0 0,0 0 0 0 0,0 1 0 0 0,0 1 0 0 0,0-1 0 0 0,0 2 0 0 0,-1 0 0 0 0,19 3 0 0 0,-23-2 9 0 0,-1-1 0 0 0,0 1 1 0 0,1 0-1 0 0,-1 0 0 0 0,0 0 0 0 0,0 1 0 0 0,0 0 1 0 0,-1 1-1 0 0,1-1 0 0 0,-1 1 0 0 0,1 0 0 0 0,-1 0 1 0 0,-1 1-1 0 0,1-1 0 0 0,0 1 0 0 0,-1 0 1 0 0,0 0-1 0 0,0 1 0 0 0,-1-1 0 0 0,0 1 0 0 0,0 0 1 0 0,0 0-1 0 0,0 0 0 0 0,-1 0 0 0 0,0 0 1 0 0,1 7-1 0 0,-2-8 5 0 0,0 0 0 0 0,-1 0 1 0 0,0 0-1 0 0,0 0 0 0 0,0 0 0 0 0,-1 0 1 0 0,1 0-1 0 0,-1 0 0 0 0,-1 0 1 0 0,1 0-1 0 0,-1 0 0 0 0,1-1 0 0 0,-1 1 1 0 0,0-1-1 0 0,-1 1 0 0 0,1-1 1 0 0,-1 0-1 0 0,0 0 0 0 0,0 0 0 0 0,0 0 1 0 0,-1 0-1 0 0,1-1 0 0 0,-1 1 1 0 0,0-1-1 0 0,-7 4 0 0 0,11-6-13 0 0,-1-1-1 0 0,0 1 1 0 0,1 0-1 0 0,-1-1 1 0 0,0 1-1 0 0,1-1 1 0 0,-1 0-1 0 0,0 1 1 0 0,0-1 0 0 0,1 0-1 0 0,-1 1 1 0 0,0-1-1 0 0,0 0 1 0 0,0 0-1 0 0,0 1 1 0 0,1-1-1 0 0,-1 0 1 0 0,0 0-1 0 0,0 0 1 0 0,0 0-1 0 0,0 0 1 0 0,1 0-1 0 0,-1-1 1 0 0,0 1 0 0 0,0 0-1 0 0,0 0 1 0 0,0-1-1 0 0,1 1 1 0 0,-1 0-1 0 0,0-1 1 0 0,0 1-1 0 0,1-1 1 0 0,-1 1-1 0 0,0-1 1 0 0,1 1-1 0 0,-1-1 1 0 0,0 1 0 0 0,0-2-1 0 0,0 0 0 0 0,0 0 0 0 0,0 0-1 0 0,1 0 1 0 0,-1 0 0 0 0,1 0 0 0 0,-1 0-1 0 0,1 0 1 0 0,0 0 0 0 0,0 0 0 0 0,0 0 0 0 0,0 0-1 0 0,0 0 1 0 0,1-4 0 0 0,2-5-10 0 0,1 1 0 0 0,0-1 0 0 0,1 1 0 0 0,0 0-1 0 0,0 0 1 0 0,1 1 0 0 0,0 0 0 0 0,1 0 0 0 0,0 0 0 0 0,0 1 0 0 0,12-11 0 0 0,1 2-11 0 0,0 0-1 0 0,1 1 1 0 0,39-22-1 0 0,-27 20-14 0 0,48-19 0 0 0,-70 33 48 0 0,0 0 0 0 0,1 0 1 0 0,-1 2-1 0 0,1-1 1 0 0,0 1-1 0 0,-1 1 1 0 0,1 0-1 0 0,18 1 1 0 0,-27 0 4 0 0,0 1 0 0 0,0-1 0 0 0,0 1 0 0 0,0-1 1 0 0,0 1-1 0 0,0 0 0 0 0,-1 0 0 0 0,1 0 0 0 0,0 0 0 0 0,-1 1 0 0 0,1-1 0 0 0,0 1 1 0 0,-1-1-1 0 0,0 1 0 0 0,1 0 0 0 0,-1 0 0 0 0,0 0 0 0 0,0 0 0 0 0,0 1 1 0 0,0-1-1 0 0,-1 0 0 0 0,1 1 0 0 0,-1-1 0 0 0,3 5 0 0 0,-3-2 4 0 0,1 1-1 0 0,-1-1 0 0 0,-1 0 1 0 0,1 1-1 0 0,-1-1 1 0 0,1 1-1 0 0,-1-1 0 0 0,-1 0 1 0 0,1 1-1 0 0,-1-1 0 0 0,0 1 1 0 0,-3 7-1 0 0,-4 11 49 0 0,-1-1-1 0 0,-13 24 1 0 0,13-30-252 0 0,1 0 1 0 0,0 1-1 0 0,2-1 0 0 0,-9 37 1 0 0,14-53 63 0 0,1 1 1 0 0,0 0-1 0 0,0-1 1 0 0,0 1-1 0 0,0-1 1 0 0,0 1-1 0 0,0-1 1 0 0,1 1 0 0 0,-1-1-1 0 0,0 1 1 0 0,1-1-1 0 0,-1 1 1 0 0,1-1-1 0 0,0 1 1 0 0,-1-1-1 0 0,1 1 1 0 0,0-1-1 0 0,0 0 1 0 0,0 0-1 0 0,1 2 1 0 0,1-1-80 0 0,-1 0 1 0 0,1 0-1 0 0,-1 0 1 0 0,1-1-1 0 0,-1 1 1 0 0,1-1-1 0 0,0 0 1 0 0,0 0-1 0 0,0 0 1 0 0,3 1-1 0 0,3 0-656 0 0,0-1 0 0 0,0 0 0 0 0,0 0 1 0 0,1-1-1 0 0,-1 0 0 0 0,10-2 0 0 0,5-2-2277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37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256 658 436 0 0,'18'-18'2204'0'0,"0"0"-1"0"0,22-31 1 0 0,-31 38-1591 0 0,-2-1 0 0 0,1 1 0 0 0,-2-2 1 0 0,1 1-1 0 0,-2-1 0 0 0,5-13 0 0 0,-10 25-562 0 0,1-1 0 0 0,-1 1 0 0 0,0 0 0 0 0,1-1 1 0 0,-1 1-1 0 0,0 0 0 0 0,0-1 0 0 0,0 1 0 0 0,0 0 0 0 0,0-1 0 0 0,0 1 0 0 0,0 0 1 0 0,-1-1-1 0 0,1 1 0 0 0,0 0 0 0 0,-1-1 0 0 0,0-1 0 0 0,0 2-22 0 0,1 1-1 0 0,-1-1 1 0 0,0 0-1 0 0,0 0 1 0 0,1 1-1 0 0,-1-1 1 0 0,0 1-1 0 0,0-1 1 0 0,0 1 0 0 0,0-1-1 0 0,1 1 1 0 0,-1-1-1 0 0,0 1 1 0 0,0 0-1 0 0,0 0 1 0 0,0-1-1 0 0,0 1 1 0 0,-2 0-1 0 0,-2 0 34 0 0,0 0 0 0 0,0 0-1 0 0,0 1 1 0 0,0 0 0 0 0,0 0-1 0 0,1 0 1 0 0,-9 3 0 0 0,-17 9 54 0 0,0 1 0 0 0,1 2 0 0 0,1 1 0 0 0,0 1 0 0 0,1 1 0 0 0,2 2 0 0 0,0 0 0 0 0,-27 30 0 0 0,47-45-100 0 0,0-1 1 0 0,0 1-1 0 0,1 0 0 0 0,-1 1 0 0 0,2-1 0 0 0,-1 1 0 0 0,1 0 0 0 0,-4 8 0 0 0,7-13-12 0 0,-1 0 0 0 0,1 0 0 0 0,-1-1 0 0 0,1 1 0 0 0,0 0-1 0 0,-1 0 1 0 0,1 0 0 0 0,0 0 0 0 0,0 0 0 0 0,1 0 0 0 0,-1-1 0 0 0,0 1-1 0 0,1 0 1 0 0,-1 0 0 0 0,1 0 0 0 0,-1 0 0 0 0,1-1 0 0 0,0 1 0 0 0,0 0-1 0 0,0-1 1 0 0,0 1 0 0 0,0 0 0 0 0,0-1 0 0 0,0 1 0 0 0,1-1-1 0 0,-1 0 1 0 0,0 1 0 0 0,1-1 0 0 0,-1 0 0 0 0,1 0 0 0 0,-1 0 0 0 0,1 0-1 0 0,0 0 1 0 0,0 0 0 0 0,-1-1 0 0 0,1 1 0 0 0,2 0 0 0 0,7 2-1 0 0,0 0 1 0 0,0-1 0 0 0,0 0 0 0 0,0 0 0 0 0,0-2 0 0 0,0 1-1 0 0,0-1 1 0 0,1-1 0 0 0,-1 0 0 0 0,0-1 0 0 0,0 0-1 0 0,0 0 1 0 0,17-7 0 0 0,-14 4 1 0 0,0-1-1 0 0,0 0 1 0 0,0-2-1 0 0,-1 1 1 0 0,0-1-1 0 0,0-1 1 0 0,-1-1-1 0 0,0 1 1 0 0,15-18-1 0 0,-7 2 50 0 0,-2-1 0 0 0,-1-1 0 0 0,26-55 0 0 0,-40 77-52 0 0,-2 3 90 0 0,-18 28 128 0 0,4 2-3 0 0,-48 112 385 0 0,56-125-552 0 0,0 1 0 0 0,1 1 0 0 0,0-1 0 0 0,2 1 0 0 0,0-1 0 0 0,0 34 0 0 0,2-48-47 0 0,0 0-1 0 0,0 1 1 0 0,1-1-1 0 0,-1 0 1 0 0,1 1 0 0 0,-1-1-1 0 0,1 0 1 0 0,0 0-1 0 0,0 0 1 0 0,0 0 0 0 0,0 1-1 0 0,0-1 1 0 0,0-1-1 0 0,1 1 1 0 0,-1 0-1 0 0,1 0 1 0 0,-1 0 0 0 0,1-1-1 0 0,2 3 1 0 0,-1-2 4 0 0,0-1 1 0 0,0 1-1 0 0,0-1 1 0 0,1 0-1 0 0,-1 0 1 0 0,0 0-1 0 0,1 0 1 0 0,-1 0-1 0 0,0-1 1 0 0,1 1-1 0 0,6-1 1 0 0,1-1 7 0 0,0 0 1 0 0,0 0-1 0 0,-1-1 1 0 0,1-1-1 0 0,0 0 1 0 0,-1 0-1 0 0,13-6 1 0 0,0-4-67 0 0,0 0 1 0 0,-1-2-1 0 0,0-1 1 0 0,-1 0-1 0 0,-1-2 1 0 0,0 0-1 0 0,-1-1 0 0 0,-2-1 1 0 0,23-32-1 0 0,10-22-210 0 0,59-117-1 0 0,72-212 188 0 0,-379 887 1108 0 0,144-330-850 0 0,45-124-123 0 0,2 1 1 0 0,2-1-1 0 0,-3 39 0 0 0,8-65-56 0 0,-1-1-1 0 0,1 1 0 0 0,1-1 1 0 0,-1 1-1 0 0,0 0 0 0 0,1-1 1 0 0,0 1-1 0 0,0-1 1 0 0,0 1-1 0 0,0-1 0 0 0,0 0 1 0 0,1 1-1 0 0,0-1 0 0 0,-1 0 1 0 0,1 0-1 0 0,1 0 0 0 0,3 5 1 0 0,-2-5-2 0 0,0 0 1 0 0,0 0 0 0 0,0 0-1 0 0,1 0 1 0 0,-1-1 0 0 0,1 1-1 0 0,-1-1 1 0 0,1 0 0 0 0,0-1-1 0 0,0 1 1 0 0,7 0 0 0 0,3 0 0 0 0,-1 0 1 0 0,1-1 0 0 0,0-1 0 0 0,0-1-1 0 0,0 0 1 0 0,0-1 0 0 0,25-6-1 0 0,-25 3-18 0 0,-1 0 1 0 0,0-1-1 0 0,0 0 0 0 0,-1-1 0 0 0,1-1 0 0 0,-2 0 1 0 0,1-1-1 0 0,-1 0 0 0 0,0-1 0 0 0,-1 0 0 0 0,0-1 1 0 0,-1 0-1 0 0,12-17 0 0 0,-7 7-5 0 0,-1-1 0 0 0,-1-1 1 0 0,-1 0-1 0 0,-1 0 0 0 0,-1-1 0 0 0,-1-1 1 0 0,6-26-1 0 0,-7-3-10 0 0,-7 51 27 0 0,-1 0-1 0 0,0 0 0 0 0,0 1 1 0 0,0-1-1 0 0,0 0 1 0 0,0 0-1 0 0,-1 0 1 0 0,1 0-1 0 0,-1 0 1 0 0,0 1-1 0 0,0-1 1 0 0,0 0-1 0 0,0 0 1 0 0,0 1-1 0 0,-3-5 1 0 0,3 6 0 0 0,0 0 0 0 0,0 0 1 0 0,0 0-1 0 0,0 0 0 0 0,-1 0 1 0 0,1 0-1 0 0,0 1 1 0 0,0-1-1 0 0,0 0 0 0 0,-1 1 1 0 0,1-1-1 0 0,0 1 0 0 0,-1-1 1 0 0,1 1-1 0 0,0 0 1 0 0,-1-1-1 0 0,1 1 0 0 0,-1 0 1 0 0,1 0-1 0 0,-1 0 0 0 0,1 0 1 0 0,0 0-1 0 0,-1 0 0 0 0,1 1 1 0 0,-1-1-1 0 0,1 0 1 0 0,0 1-1 0 0,-1-1 0 0 0,1 1 1 0 0,0-1-1 0 0,-1 1 0 0 0,1 0 1 0 0,0-1-1 0 0,0 1 1 0 0,0 0-1 0 0,0 0 0 0 0,0 0 1 0 0,0 0-1 0 0,0 0 0 0 0,0 0 1 0 0,0 0-1 0 0,0 1 1 0 0,0-1-1 0 0,0 0 0 0 0,1 0 1 0 0,-1 1-1 0 0,1-1 0 0 0,-1 0 1 0 0,0 2-1 0 0,1-1 3 0 0,-1 0-1 0 0,1 0 1 0 0,-1 0 0 0 0,1 0-1 0 0,0 1 1 0 0,0-1-1 0 0,0 0 1 0 0,0 0-1 0 0,0 0 1 0 0,1 0 0 0 0,-1 0-1 0 0,1 0 1 0 0,-1 0-1 0 0,1 0 1 0 0,-1 0-1 0 0,1 0 1 0 0,0-1 0 0 0,0 1-1 0 0,0 0 1 0 0,0 0-1 0 0,1-1 1 0 0,-1 1 0 0 0,0 0-1 0 0,1-1 1 0 0,-1 1-1 0 0,1-1 1 0 0,-1 0-1 0 0,1 0 1 0 0,0 1 0 0 0,3 0-1 0 0,4 4-75 0 0,0-2 1 0 0,1 0-1 0 0,0 0 0 0 0,0 0 0 0 0,0-1 0 0 0,0-1 0 0 0,0 0 1 0 0,0 0-1 0 0,1-1 0 0 0,-1 0 0 0 0,1-1 0 0 0,11-1 1 0 0,7-1-244 0 0,-1-1 0 0 0,0-2 0 0 0,34-10 0 0 0,-48 11 221 0 0,0-1-1 0 0,-1 0 1 0 0,0-1-1 0 0,16-10 1 0 0,-22 12 108 0 0,-1 0 0 0 0,1-1 0 0 0,-1 0 0 0 0,0-1 0 0 0,0 1-1 0 0,0-1 1 0 0,-1 0 0 0 0,8-12 0 0 0,-5-2 202 0 0,-8 20-204 0 0,0-1 0 0 0,0 1 0 0 0,0 0 1 0 0,0-1-1 0 0,0 1 0 0 0,0-1 1 0 0,0 1-1 0 0,0 0 0 0 0,0-1 0 0 0,-1 1 1 0 0,1-1-1 0 0,0 1 0 0 0,0 0 1 0 0,0-1-1 0 0,0 1 0 0 0,-1 0 0 0 0,1-1 1 0 0,0 1-1 0 0,0 0 0 0 0,-1-1 0 0 0,1 1 1 0 0,0 0-1 0 0,-1 0 0 0 0,1-1 1 0 0,-1 1-1 0 0,0-1 9 0 0,-1 1 1 0 0,1 0-1 0 0,0 0 1 0 0,-1 0-1 0 0,1 0 1 0 0,0 0-1 0 0,-1 0 0 0 0,1 1 1 0 0,0-1-1 0 0,-1 0 1 0 0,1 1-1 0 0,0-1 1 0 0,0 1-1 0 0,-1-1 1 0 0,1 1-1 0 0,0-1 0 0 0,0 1 1 0 0,0 0-1 0 0,0 0 1 0 0,0-1-1 0 0,-2 3 1 0 0,-31 30 323 0 0,1 1 0 0 0,2 1 0 0 0,1 2 0 0 0,-38 63 1 0 0,53-77-211 0 0,-22 46 0 0 0,34-62-115 0 0,0 0 0 0 0,1 0 0 0 0,-1 0 0 0 0,1 0 0 0 0,1 1 0 0 0,-1-1 0 0 0,1 1 0 0 0,1-1 0 0 0,-1 1 0 0 0,1-1 0 0 0,2 14 0 0 0,-2-19-8 0 0,1 1 1 0 0,0-1 0 0 0,-1 1 0 0 0,1-1-1 0 0,0 1 1 0 0,0-1 0 0 0,1 0 0 0 0,-1 1-1 0 0,0-1 1 0 0,1 0 0 0 0,-1 0 0 0 0,1 0-1 0 0,0 0 1 0 0,0 0 0 0 0,0 0 0 0 0,0-1-1 0 0,0 1 1 0 0,0 0 0 0 0,3 1 0 0 0,-2-2-17 0 0,1 0 1 0 0,0 1 0 0 0,-1-1-1 0 0,1 0 1 0 0,0-1 0 0 0,0 1 0 0 0,0-1-1 0 0,0 0 1 0 0,0 0 0 0 0,0 0-1 0 0,6-1 1 0 0,2-1-173 0 0,1-1-1 0 0,-1-1 1 0 0,0 0 0 0 0,0 0-1 0 0,-1-1 1 0 0,22-13-1 0 0,-7 1 89 0 0,-1-2-1 0 0,-1-1 0 0 0,0-1 1 0 0,-2-1-1 0 0,0-1 0 0 0,-2-1 1 0 0,-1-1-1 0 0,0-1 0 0 0,-2 0 1 0 0,-1-1-1 0 0,-1-1 0 0 0,-2 0 1 0 0,16-46-1 0 0,-25 63 299 0 0,2-7 489 0 0,-7 15-383 0 0,-5 9-148 0 0,0 2-33 0 0,0 1-1 0 0,0-1 0 0 0,1 1 0 0 0,0 1 0 0 0,-3 8 0 0 0,-8 16 114 0 0,-46 86 224 0 0,52-98-399 0 0,1 0 0 0 0,1 1 0 0 0,-7 37 0 0 0,14-54-212 0 0,0 0-1 0 0,0 0 0 0 0,1 1 0 0 0,0-1 1 0 0,0 0-1 0 0,0 0 0 0 0,1 0 0 0 0,0 0 1 0 0,3 11-1 0 0,-2-13-301 0 0,-1-1 1 0 0,1 1-1 0 0,0-1 1 0 0,0 1-1 0 0,0-1 0 0 0,4 6 1 0 0,-3-6-474 0 0,0 0 0 0 0,0-1 1 0 0,1 1-1 0 0,-1 0 1 0 0,0-1-1 0 0,8 4 0 0 0,1 0-3616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37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1 163 552 0 0,'2'-9'1635'0'0,"0"1"0"0"0,1-1 0 0 0,8-14 0 0 0,-9 18-1313 0 0,1 1 1 0 0,0 0-1 0 0,0 0 1 0 0,0 0-1 0 0,1 0 1 0 0,-1 1-1 0 0,1-1 1 0 0,0 1-1 0 0,0 0 1 0 0,0 0-1 0 0,1 0 1 0 0,6-3-1 0 0,-8 5-175 0 0,1 0 0 0 0,-1 1-1 0 0,1 0 1 0 0,-1 0 0 0 0,1 0-1 0 0,-1 0 1 0 0,1 0 0 0 0,-1 0-1 0 0,1 1 1 0 0,-1 0 0 0 0,0 0 0 0 0,1 0-1 0 0,-1 0 1 0 0,0 0 0 0 0,1 1-1 0 0,-1-1 1 0 0,0 1 0 0 0,0 0-1 0 0,4 3 1 0 0,-3-2-34 0 0,0 1-1 0 0,-1-1 1 0 0,1 1-1 0 0,-1 0 1 0 0,1 0-1 0 0,-1 0 1 0 0,0 0 0 0 0,-1 1-1 0 0,1-1 1 0 0,-1 1-1 0 0,0 0 1 0 0,0 0 0 0 0,3 9-1 0 0,-4-6-24 0 0,0 0 0 0 0,0 0 0 0 0,0 0 0 0 0,-1 1-1 0 0,0-1 1 0 0,-1 0 0 0 0,0 0 0 0 0,-2 10 0 0 0,-1-4-33 0 0,1-1 0 0 0,-2 0 0 0 0,0-1 0 0 0,0 1 0 0 0,-1-1 0 0 0,-1 0 0 0 0,0 0 0 0 0,-1-1 0 0 0,0 0 0 0 0,-12 13 0 0 0,12-16-19 0 0,3-3 6 0 0,0 0 1 0 0,-1 0-1 0 0,1 0 1 0 0,-8 4-1 0 0,12-8-36 0 0,1-2-23 0 0,0-1 9 0 0,0 1 1 0 0,1 0-1 0 0,-1 0 1 0 0,0 0 0 0 0,1 0-1 0 0,-1 0 1 0 0,0 0-1 0 0,1 0 1 0 0,0 0-1 0 0,-1 0 1 0 0,1 0-1 0 0,-1 0 1 0 0,1 0 0 0 0,0 1-1 0 0,0-1 1 0 0,-1 0-1 0 0,2 0 1 0 0,19-18-252 0 0,-14 14 158 0 0,136-105-708 0 0,-15 15 649 0 0,-90 64 142 0 0,-10 9 107 0 0,0-2-1 0 0,-2 0 0 0 0,34-42 1 0 0,-59 65-71 0 0,-6 4-4 0 0,1-1 1 0 0,0 1-1 0 0,-1 0 0 0 0,1 0 0 0 0,0 0 0 0 0,0 1 1 0 0,1-1-1 0 0,-1 1 0 0 0,1 0 0 0 0,0 0 0 0 0,-5 7 1 0 0,-6 7 55 0 0,0-1-13 0 0,0 0 0 0 0,1 1 1 0 0,-18 34-1 0 0,27-44-26 0 0,0-1-1 0 0,1 1 1 0 0,0 0 0 0 0,0 0-1 0 0,1 0 1 0 0,0 0-1 0 0,0 1 1 0 0,1-1 0 0 0,0 0-1 0 0,0 1 1 0 0,1-1 0 0 0,1 1-1 0 0,0 8 1 0 0,0-14-19 0 0,1 1 0 0 0,-1 0 0 0 0,1 0 0 0 0,0-1 0 0 0,0 1 0 0 0,1-1 0 0 0,-1 0 0 0 0,0 1 0 0 0,1-1 0 0 0,0 0 0 0 0,0 0 0 0 0,0-1 0 0 0,0 1 0 0 0,0-1 0 0 0,1 1 0 0 0,-1-1 0 0 0,1 0 0 0 0,-1-1 0 0 0,1 1 0 0 0,7 2 0 0 0,1 0-17 0 0,0 0 0 0 0,1-1 0 0 0,-1 0 0 0 0,1-1 0 0 0,17 1 0 0 0,-20-3-379 0 0,0 0 1 0 0,1-1 0 0 0,-1 0-1 0 0,0-1 1 0 0,0 0-1 0 0,0 0 1 0 0,14-6-1 0 0,-17 5-675 0 0,-1 0 0 0 0,1 0 0 0 0,-1-1 0 0 0,1 0 1 0 0,-1 0-1 0 0,9-8 0 0 0,0-3-3496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37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70 460 0 0,'-103'-40'9933'0'0,"40"13"-6568"0"0,61 26-3118 0 0,1 1-342 0 0,-14-2-1834 0 0,13 4 1499 0 0,-1 0 148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38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1 364 0 0,'-189'59'11974'0'0,"188"-59"-11512"0"0,6 0-96 0 0,196-15 733 0 0,-49 1-1075 0 0,-1 7-1086 0 0,40-2-4881 0 0,-118 5 1063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39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316 393 120 0 0,'31'-77'8128'0'0,"11"-24"-110"0"0,-43 112-7780 0 0,0-1 0 0 0,-1 1-1 0 0,0-1 1 0 0,0 0 0 0 0,-1 1-1 0 0,0-1 1 0 0,-8 15 0 0 0,-39 67 337 0 0,40-75-424 0 0,-58 93 496 0 0,-91 112-1 0 0,131-182-576 0 0,19-26 216 0 0,-2 0 1 0 0,-12 15-1 0 0,21-28 143 0 0,2-1-421 0 0,-1 0-1 0 0,1-1 1 0 0,0 1 0 0 0,-1 0 0 0 0,1-1 0 0 0,0 1 0 0 0,0-1 0 0 0,-1 1 0 0 0,1 0-1 0 0,0-1 1 0 0,0 1 0 0 0,0-1 0 0 0,0 1 0 0 0,0-1 0 0 0,0 1 0 0 0,0-1 0 0 0,0 1-1 0 0,0-1 1 0 0,0 1 0 0 0,0 0 0 0 0,0-1 0 0 0,0 1 0 0 0,0-1 0 0 0,0 1 0 0 0,0-1-1 0 0,0 1 1 0 0,0-1 0 0 0,1 1 0 0 0,-1 0 0 0 0,0-1 0 0 0,7-20 36 0 0,-7 19-28 0 0,21-54 48 0 0,49-95-1 0 0,44-44-79 0 0,-81 144-5 0 0,3 1 0 0 0,1 2-1 0 0,2 2 1 0 0,3 1 0 0 0,1 3 0 0 0,92-70-1 0 0,-132 110 13 0 0,0-1 0 0 0,0 1 0 0 0,0 0 0 0 0,1 1 0 0 0,-1-1 0 0 0,1 1 0 0 0,-1-1 0 0 0,1 1 0 0 0,0 0 0 0 0,-1 0 0 0 0,1 1 0 0 0,0-1-1 0 0,6 0 1 0 0,-8 2 7 0 0,0-1 0 0 0,1 1 0 0 0,-1-1 0 0 0,0 1 0 0 0,1 0 0 0 0,-1 0 0 0 0,0 0 1 0 0,0 0-1 0 0,0 0 0 0 0,0 0 0 0 0,0 1 0 0 0,0-1 0 0 0,0 1 0 0 0,0-1 0 0 0,0 1 0 0 0,-1 0 0 0 0,1 0 0 0 0,-1 0 0 0 0,1 0 0 0 0,-1 0 0 0 0,0 0 0 0 0,2 3 0 0 0,4 11 2 0 0,-1 0 1 0 0,0 1-1 0 0,-1-1 0 0 0,0 1 1 0 0,-2 0-1 0 0,0 1 1 0 0,-1-1-1 0 0,0 35 1 0 0,-4 11 5 0 0,-12 68-1 0 0,12-118-1 0 0,-33 191 67 0 0,-7 66-3 0 0,42-268-60 0 0,-1-1 1 0 0,1 1-1 0 0,0-1 1 0 0,0 1-1 0 0,0 0 1 0 0,0-1-1 0 0,0 1 1 0 0,0-1-1 0 0,0 1 1 0 0,1-1-1 0 0,-1 1 1 0 0,1-1-1 0 0,-1 1 1 0 0,1-1-1 0 0,-1 1 0 0 0,1-1 1 0 0,0 1-1 0 0,0-1 1 0 0,-1 0-1 0 0,1 0 1 0 0,0 1-1 0 0,0-1 1 0 0,1 0-1 0 0,-1 0 1 0 0,0 0-1 0 0,0 0 1 0 0,0 0-1 0 0,1 0 1 0 0,-1 0-1 0 0,3 1 1 0 0,-1-2-2 0 0,0 1-1 0 0,1-1 1 0 0,-1 0 0 0 0,0 0-1 0 0,1 0 1 0 0,-1 0 0 0 0,0 0 0 0 0,1-1-1 0 0,-1 1 1 0 0,0-1 0 0 0,0 0 0 0 0,0 0-1 0 0,0 0 1 0 0,4-2 0 0 0,8-4-22 0 0,0-1 1 0 0,0-1-1 0 0,-1 0 1 0 0,-1-1-1 0 0,18-15 1 0 0,-23 18-607 0 0,-1 0-1 0 0,0-1 1 0 0,0 1 0 0 0,-1-2-1 0 0,0 1 1 0 0,0 0 0 0 0,-1-1-1 0 0,0 0 1 0 0,-1-1 0 0 0,4-10-1 0 0,-7 17-322 0 0,0-1-1 0 0,0 1 0 0 0,-1-1 0 0 0,0 0 0 0 0,1 1 0 0 0,-2-7 0 0 0,-2-6-5276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39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5 1392 0 0,'-64'10'9789'0'0,"81"-16"-9239"0"0,7 3-628 0 0,0 0 0 0 0,0 1 1 0 0,0 1-1 0 0,27 3 0 0 0,-10 0-1248 0 0,5-1-1825 0 0,1-1-1310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40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32 0 0,'3'-1'3166'0'0,"21"-8"5732"0"0,-9-4-3801 0 0,-11 4-4782 0 0,-4 8-354 0 0,1 0 1 0 0,-1 1 0 0 0,1-1 0 0 0,-1 1 0 0 0,0-1-1 0 0,1 0 1 0 0,-1 1 0 0 0,1 0 0 0 0,0-1 0 0 0,-1 1-1 0 0,1-1 1 0 0,-1 1 0 0 0,1-1 0 0 0,0 1 0 0 0,-1 0-1 0 0,1 0 1 0 0,0-1 0 0 0,-1 1 0 0 0,1 0 0 0 0,0 0-1 0 0,-1 0 1 0 0,2 0 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46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352 388 908 0 0,'-6'-48'4600'0'0,"4"38"-3756"0"0,0 0 0 0 0,1 1 0 0 0,0-1 0 0 0,1-12 0 0 0,-4 41-495 0 0,0 0 0 0 0,-13 33 1 0 0,13-43-280 0 0,-36 99 298 0 0,-5-3 0 0 0,-97 168 0 0 0,99-213-107 0 0,43-59-256 0 0,0-1 0 0 0,-1 1 0 0 0,1-1 0 0 0,0 1 0 0 0,-1-1 0 0 0,1 1 1 0 0,-1-1-1 0 0,1 1 0 0 0,0-1 0 0 0,-1 1 0 0 0,1-1 0 0 0,-1 1 0 0 0,1-1 0 0 0,-1 0 0 0 0,0 1 0 0 0,1-1 0 0 0,-1 0 0 0 0,1 1 0 0 0,-1-1 0 0 0,1 0 0 0 0,-1 0 0 0 0,0 0 1 0 0,1 0-1 0 0,-1 1 0 0 0,0-1 0 0 0,1 0 0 0 0,-1 0 0 0 0,0 0 0 0 0,1 0 0 0 0,-1 0 0 0 0,1-1 0 0 0,-1 1 0 0 0,0 0 0 0 0,1 0 0 0 0,-1 0 0 0 0,0-1 0 0 0,1 1 0 0 0,-1 0 0 0 0,1 0 1 0 0,-1-1-1 0 0,1 1 0 0 0,-1 0 0 0 0,1-1 0 0 0,-1 1 0 0 0,1-1 0 0 0,-1 1 0 0 0,1-1 0 0 0,-1 1 0 0 0,1-1 0 0 0,0 1 0 0 0,-1-1 0 0 0,1 0 0 0 0,-2-2 1 0 0,0 0 0 0 0,1 0 0 0 0,-1 0 0 0 0,1-1-1 0 0,0 1 1 0 0,0 0 0 0 0,-1-6 0 0 0,1-3-20 0 0,0-1-1 0 0,1 0 1 0 0,1 0 0 0 0,0 0 0 0 0,6-23-1 0 0,21-61-81 0 0,-11 54 89 0 0,1 1 0 0 0,3 0 0 0 0,1 2 0 0 0,1 0 0 0 0,50-61 1 0 0,-35 56 45 0 0,1 2 0 0 0,2 2 0 0 0,2 1 0 0 0,54-37 0 0 0,-61 51-17 0 0,1 2 0 0 0,52-25 0 0 0,-73 42-37 0 0,0 0 1 0 0,1 0-1 0 0,0 2 1 0 0,0 0-1 0 0,0 1 1 0 0,0 1-1 0 0,1 0 1 0 0,29 0-1 0 0,-43 3 7 0 0,1 1 1 0 0,-1-1-1 0 0,1 1 0 0 0,-1-1 0 0 0,1 1 1 0 0,-1 1-1 0 0,0-1 0 0 0,1 0 1 0 0,-1 1-1 0 0,0 0 0 0 0,0 0 0 0 0,0 0 1 0 0,0 1-1 0 0,6 5 0 0 0,-8-6 4 0 0,0 1 0 0 0,0-1 0 0 0,0 1-1 0 0,-1 0 1 0 0,1-1 0 0 0,-1 1 0 0 0,1 0-1 0 0,-1 0 1 0 0,0 0 0 0 0,0 0 0 0 0,0 0 0 0 0,-1 0-1 0 0,1 0 1 0 0,-1 0 0 0 0,0 0 0 0 0,0 0 0 0 0,0 1-1 0 0,0-1 1 0 0,0 0 0 0 0,-1 0 0 0 0,-1 6-1 0 0,-1 3-4 0 0,-1 0 1 0 0,0-1-1 0 0,-1 1 0 0 0,-1-1 0 0 0,0 0 0 0 0,0 0 0 0 0,-1-1 0 0 0,-11 14 0 0 0,-3 0-6 0 0,-1 0 0 0 0,-27 22 0 0 0,17-20 18 0 0,-1-1 0 0 0,-1-1 1 0 0,-54 28-1 0 0,62-39 16 0 0,0-2 0 0 0,-1 0 0 0 0,0-2 1 0 0,0 0-1 0 0,-55 8 0 0 0,75-17-13 0 0,0 1 0 0 0,1-1 0 0 0,-1 0-1 0 0,0-1 1 0 0,1 0 0 0 0,-1 0 0 0 0,0 0 0 0 0,1-1 0 0 0,-1 1-1 0 0,1-2 1 0 0,0 1 0 0 0,0-1 0 0 0,-9-5 0 0 0,11 6-13 0 0,0-1 1 0 0,1 1-1 0 0,0-1 1 0 0,0 0-1 0 0,0 0 0 0 0,0 0 1 0 0,0 0-1 0 0,0-1 1 0 0,1 1-1 0 0,-1-1 1 0 0,1 1-1 0 0,0-1 1 0 0,0 0-1 0 0,1 0 1 0 0,-1 0-1 0 0,1 0 1 0 0,0 0-1 0 0,0 0 1 0 0,0-1-1 0 0,0 1 1 0 0,1-7-1 0 0,0 10 3 0 0,0 0 1 0 0,-1-1-1 0 0,1 1 0 0 0,0 0 1 0 0,1 0-1 0 0,-1 0 0 0 0,0 0 0 0 0,0 0 1 0 0,0 0-1 0 0,1 0 0 0 0,-1 0 1 0 0,0 0-1 0 0,1 0 0 0 0,-1 0 1 0 0,1 1-1 0 0,-1-1 0 0 0,1 0 0 0 0,-1 0 1 0 0,1 0-1 0 0,0 0 0 0 0,-1 1 1 0 0,1-1-1 0 0,0 0 0 0 0,0 1 1 0 0,-1-1-1 0 0,1 0 0 0 0,0 1 0 0 0,0-1 1 0 0,0 1-1 0 0,0-1 0 0 0,0 1 1 0 0,0 0-1 0 0,0-1 0 0 0,0 1 0 0 0,0 0 1 0 0,0 0-1 0 0,0 0 0 0 0,0 0 1 0 0,0 0-1 0 0,0 0 0 0 0,0 0 1 0 0,0 0-1 0 0,0 0 0 0 0,0 0 0 0 0,0 0 1 0 0,0 1-1 0 0,1-1 0 0 0,4 2 1 0 0,-1 0 0 0 0,0-1-1 0 0,0 2 1 0 0,0-1 0 0 0,0 0 0 0 0,0 1-1 0 0,5 4 1 0 0,3 4-11 0 0,-1 0 1 0 0,0 0-1 0 0,-1 2 0 0 0,17 22 0 0 0,32 60 337 0 0,-41-63-217 0 0,44 59 0 0 0,-55-81-214 0 0,1-1-1 0 0,0 0 0 0 0,1 0 1 0 0,-1-1-1 0 0,2 0 0 0 0,-1-1 1 0 0,1 0-1 0 0,0-1 1 0 0,20 9-1 0 0,-13-9-187 0 0,-1 0 0 0 0,1-2 0 0 0,0 0 0 0 0,0-1 0 0 0,0 0 0 0 0,0-2 0 0 0,0 0 0 0 0,1-1 0 0 0,-1-1 0 0 0,0-1 0 0 0,0 0 0 0 0,20-6 0 0 0,-26 5 283 0 0,0-1-1 0 0,0 0 1 0 0,0-1 0 0 0,0 0 0 0 0,-1-1 0 0 0,0 0 0 0 0,0-1 0 0 0,0 0 0 0 0,-1-1 0 0 0,0 0 0 0 0,-1-1 0 0 0,0 0 0 0 0,0 0-1 0 0,-1-1 1 0 0,0 0 0 0 0,0 0 0 0 0,-2-1 0 0 0,8-13 0 0 0,-7 9 307 0 0,-1 0 0 0 0,0 0-1 0 0,5-23 1 0 0,-10 33-211 0 0,0 0-1 0 0,0 0 1 0 0,-1 0 0 0 0,1 0-1 0 0,-1 0 1 0 0,0 0-1 0 0,0 0 1 0 0,-1 1 0 0 0,1-1-1 0 0,-1 0 1 0 0,0 0-1 0 0,-1 0 1 0 0,1 0 0 0 0,-1 1-1 0 0,-3-7 1 0 0,4 10-57 0 0,0-1 0 0 0,0 1 0 0 0,0-1 1 0 0,-1 1-1 0 0,1 0 0 0 0,0 0 0 0 0,-1 0 0 0 0,1 0 0 0 0,-1 0 0 0 0,1 0 1 0 0,-1 0-1 0 0,0 0 0 0 0,1 0 0 0 0,-1 1 0 0 0,0-1 0 0 0,1 1 1 0 0,-1-1-1 0 0,0 1 0 0 0,0 0 0 0 0,1 0 0 0 0,-1-1 0 0 0,0 1 1 0 0,0 1-1 0 0,0-1 0 0 0,1 0 0 0 0,-1 0 0 0 0,0 1 0 0 0,0-1 0 0 0,1 1 1 0 0,-1-1-1 0 0,0 1 0 0 0,1 0 0 0 0,-1-1 0 0 0,-1 2 0 0 0,-7 3 89 0 0,1 1-1 0 0,0 0 1 0 0,0 0-1 0 0,-11 10 0 0 0,-10 11 195 0 0,-51 57 0 0 0,67-66-254 0 0,1 0-1 0 0,0 0 1 0 0,1 1 0 0 0,1 1 0 0 0,-8 21-1 0 0,18-39-42 0 0,0 1-1 0 0,0-1 0 0 0,0 1 0 0 0,1-1 0 0 0,-1 1 0 0 0,1-1 0 0 0,-1 1 0 0 0,1 0 0 0 0,0-1 0 0 0,0 1 0 0 0,0-1 0 0 0,1 1 1 0 0,-1 0-1 0 0,1-1 0 0 0,-1 1 0 0 0,3 4 0 0 0,-2-5-8 0 0,0 0 0 0 0,0-1 0 0 0,1 1 1 0 0,-1 0-1 0 0,1-1 0 0 0,-1 1 0 0 0,1-1 0 0 0,-1 0 1 0 0,1 0-1 0 0,0 1 0 0 0,0-1 0 0 0,0 0 0 0 0,0-1 0 0 0,0 1 1 0 0,0 0-1 0 0,0 0 0 0 0,0-1 0 0 0,0 1 0 0 0,0-1 1 0 0,0 0-1 0 0,0 1 0 0 0,0-1 0 0 0,0 0 0 0 0,4-1 0 0 0,0 1-1 0 0,1-1-1 0 0,0 0 1 0 0,0 0-1 0 0,0 0 0 0 0,0-1 1 0 0,-1 0-1 0 0,1 0 0 0 0,-1-1 1 0 0,0 0-1 0 0,0 0 0 0 0,0-1 1 0 0,0 1-1 0 0,0-1 1 0 0,0-1-1 0 0,-1 1 0 0 0,0-1 1 0 0,5-6-1 0 0,9-10-55 0 0,-2-2 1 0 0,-1 0-1 0 0,15-27 0 0 0,24-35-111 0 0,-54 84 155 0 0,1-1 0 0 0,-1 1 0 0 0,1-1 0 0 0,0 1 0 0 0,-1 0 0 0 0,1 0 0 0 0,0 0 0 0 0,-1 0 0 0 0,3-1 0 0 0,-4 2 12 0 0,3-1-21 0 0,0 2 5 0 0,-1-1 13 0 0,0 1-1 0 0,-1 0 1 0 0,1 0-1 0 0,0-1 0 0 0,-1 1 1 0 0,1 0-1 0 0,0 0 1 0 0,-1 1-1 0 0,1-1 1 0 0,-1 0-1 0 0,0 0 0 0 0,1 1 1 0 0,-1-1-1 0 0,0 1 1 0 0,0-1-1 0 0,0 1 0 0 0,0-1 1 0 0,1 4-1 0 0,0-1 14 0 0,0 1-1 0 0,-1 0 0 0 0,0 0 1 0 0,0 0-1 0 0,0 0 0 0 0,0 9 1 0 0,-1 6 54 0 0,-1 0 1 0 0,-6 32 0 0 0,7-52-67 0 0,-1 6 12 0 0,-4 26 140 0 0,-2 35 0 0 0,7-65-124 0 0,1-2-27 0 0,0 0 0 0 0,-1 0 0 0 0,1 1 0 0 0,0-1 0 0 0,0 0 0 0 0,0 0 0 0 0,0 0-1 0 0,0 0 1 0 0,0-1 0 0 0,0 1 0 0 0,0 0 0 0 0,0 0 0 0 0,0 0 0 0 0,0-1 0 0 0,-1 1 0 0 0,1-1 0 0 0,0 1 0 0 0,0 0 0 0 0,0-1 0 0 0,-1 0 0 0 0,1 1 0 0 0,0-1 0 0 0,0 1 0 0 0,-1-1 0 0 0,1 0 0 0 0,0 1 0 0 0,-1-1 0 0 0,1 0 0 0 0,-1 0 0 0 0,1-1 0 0 0,21-35-144 0 0,-12 18 128 0 0,8-10-43 0 0,2 1-1 0 0,43-48 1 0 0,-55 68 41 0 0,1-1 1 0 0,-1 2-1 0 0,2-1 1 0 0,-1 1-1 0 0,1 1 1 0 0,0-1-1 0 0,0 2 1 0 0,1 0-1 0 0,-1 0 1 0 0,1 0-1 0 0,1 2 1 0 0,12-4-1 0 0,-20 6 17 0 0,-1 1 0 0 0,1 0-1 0 0,0-1 1 0 0,0 1-1 0 0,0 0 1 0 0,-1 1-1 0 0,1-1 1 0 0,0 1-1 0 0,-1 0 1 0 0,1 0-1 0 0,0 0 1 0 0,-1 0-1 0 0,1 0 1 0 0,-1 1 0 0 0,1 0-1 0 0,-1 0 1 0 0,0 0-1 0 0,0 0 1 0 0,0 0-1 0 0,0 0 1 0 0,0 1-1 0 0,0 0 1 0 0,4 5-1 0 0,-3-2 26 0 0,-1-1-1 0 0,1 1 0 0 0,-1 0 0 0 0,0 0 1 0 0,-1 0-1 0 0,0 0 0 0 0,0 1 0 0 0,0-1 1 0 0,0 0-1 0 0,-1 1 0 0 0,0 0 0 0 0,0 12 0 0 0,-1 0 64 0 0,-1-1 0 0 0,-1 1 0 0 0,-7 37 0 0 0,5-42 82 0 0,4-14-169 0 0,0 0 0 0 0,0 0 0 0 0,0 0 0 0 0,0 0 0 0 0,0 0 0 0 0,0 0 0 0 0,0 0 0 0 0,0 0 0 0 0,0 0 0 0 0,0 0 0 0 0,0 0 0 0 0,0 0 0 0 0,-1 0 1 0 0,1 0-1 0 0,0 0 0 0 0,0 0 0 0 0,0 0 0 0 0,0 0 0 0 0,0 0 0 0 0,0 0 0 0 0,0 0 0 0 0,0 0 0 0 0,0 0 0 0 0,0 0 0 0 0,0 0 0 0 0,0 0 0 0 0,0 0 1 0 0,0 0-1 0 0,0 0 0 0 0,0 0 0 0 0,0 0 0 0 0,0 0 0 0 0,0 0 0 0 0,0 0 0 0 0,0 0 0 0 0,0 0 0 0 0,0 0 0 0 0,0 0 0 0 0,-1 0 0 0 0,1 0 1 0 0,0 0-1 0 0,0 0 0 0 0,0 0 0 0 0,0 0 0 0 0,0 0 0 0 0,0 0 0 0 0,4-19-40 0 0,2 3-5 0 0,2 0 0 0 0,0 0 0 0 0,1 1 0 0 0,0 1 1 0 0,1-1-1 0 0,23-23 0 0 0,-14 19 20 0 0,0 1-1 0 0,1 1 1 0 0,41-27-1 0 0,-57 42 17 0 0,0-1 0 0 0,0 1-1 0 0,0 0 1 0 0,1 0-1 0 0,-1 1 1 0 0,1-1 0 0 0,-1 1-1 0 0,1 0 1 0 0,0 0-1 0 0,0 0 1 0 0,-1 1-1 0 0,1 0 1 0 0,9 0 0 0 0,-11 1 20 0 0,-1-1 1 0 0,0 1-1 0 0,0-1 1 0 0,0 1-1 0 0,0 0 1 0 0,0 0-1 0 0,0 0 1 0 0,0 0-1 0 0,0 0 1 0 0,0 1-1 0 0,-1-1 1 0 0,1 0-1 0 0,0 1 1 0 0,-1 0-1 0 0,1-1 1 0 0,-1 1-1 0 0,0 0 1 0 0,1-1-1 0 0,-1 1 1 0 0,0 0-1 0 0,0 0 1 0 0,0 0 0 0 0,0 0-1 0 0,-1 0 1 0 0,1 1-1 0 0,0-1 1 0 0,-1 0-1 0 0,0 0 1 0 0,1 0-1 0 0,-1 0 1 0 0,0 4-1 0 0,0 10 72 0 0,-1 1 0 0 0,-1-1 0 0 0,-1 0 0 0 0,0 0 0 0 0,-1 0 0 0 0,0 0 0 0 0,-10 22 0 0 0,-7 23 104 0 0,21-59-181 0 0,-1 0-1 0 0,1-1 0 0 0,-1 1 0 0 0,1 0 1 0 0,0 0-1 0 0,0 0 0 0 0,0-1 0 0 0,-1 1 1 0 0,2 0-1 0 0,-1 0 0 0 0,0 0 0 0 0,0-1 1 0 0,1 1-1 0 0,-1 0 0 0 0,1 0 0 0 0,-1-1 1 0 0,1 1-1 0 0,0 0 0 0 0,-1-1 0 0 0,1 1 1 0 0,2 2-1 0 0,-1-2-27 0 0,0-1 1 0 0,0 1-1 0 0,0-1 0 0 0,0 1 1 0 0,0-1-1 0 0,0 0 1 0 0,0 0-1 0 0,1 0 0 0 0,-1 0 1 0 0,0-1-1 0 0,1 1 1 0 0,-1 0-1 0 0,0-1 0 0 0,4 1 1 0 0,3-1-127 0 0,0 0 1 0 0,1 0-1 0 0,-1-1 0 0 0,0 0 1 0 0,1 0-1 0 0,-1-1 1 0 0,13-4-1 0 0,0-3-5 0 0,-1-1 1 0 0,-1-1-1 0 0,0-1 0 0 0,0 0 0 0 0,-1-1 1 0 0,0-2-1 0 0,-1 0 0 0 0,-1 0 0 0 0,-1-2 1 0 0,0 0-1 0 0,-1-1 0 0 0,22-35 1 0 0,-2-3 132 0 0,-4-3 0 0 0,-2 0 0 0 0,27-79 1 0 0,-34 72 714 0 0,21-116 0 0 0,-44 176-669 0 0,-3 7 20 0 0,-4 8 51 0 0,1 2 46 0 0,1 1 0 0 0,1 1 1 0 0,-1-1-1 0 0,-2 15 0 0 0,-5 9 98 0 0,-78 183 946 0 0,-41 109-349 0 0,45-91-427 0 0,73-213-222 0 0,14-23-188 0 0,0-1 0 0 0,0 0 0 0 0,0 0 1 0 0,0 0-1 0 0,0 0 0 0 0,-1 0 0 0 0,1 0 0 0 0,0 0 1 0 0,0 0-1 0 0,0 1 0 0 0,0-1 0 0 0,0 0 0 0 0,0 0 1 0 0,0 0-1 0 0,0 0 0 0 0,0 0 0 0 0,0 0 0 0 0,0 0 0 0 0,0 0 1 0 0,-1 0-1 0 0,1 0 0 0 0,0 0 0 0 0,0 0 0 0 0,0 0 1 0 0,0 0-1 0 0,0 0 0 0 0,0 0 0 0 0,0 0 0 0 0,0 1 1 0 0,-1-1-1 0 0,1 0 0 0 0,0 0 0 0 0,0 0 0 0 0,0 0 1 0 0,0-1-1 0 0,0 1 0 0 0,0 0 0 0 0,0 0 0 0 0,-1 0 0 0 0,1 0 1 0 0,0 0-1 0 0,0 0 0 0 0,0 0 0 0 0,0 0 0 0 0,0 0 1 0 0,0 0-1 0 0,0 0 0 0 0,0 0 0 0 0,0 0 0 0 0,-1 0 1 0 0,1 0-1 0 0,0 0 0 0 0,0 0 0 0 0,0-1 0 0 0,3-14 24 0 0,11-26-48 0 0,2 2 0 0 0,2 0 0 0 0,2 1-1 0 0,1 1 1 0 0,2 0 0 0 0,29-35 0 0 0,-20 31-3 0 0,3 1 0 0 0,40-36 0 0 0,-52 55 14 0 0,2 0 0 0 0,0 2 0 0 0,2 1 0 0 0,45-24 0 0 0,-63 38 2 0 0,-1 1-1 0 0,1-1 1 0 0,-1 2-1 0 0,1-1 0 0 0,0 1 1 0 0,15-1-1 0 0,-22 3 8 0 0,0 0 0 0 0,-1-1 0 0 0,1 1-1 0 0,-1 0 1 0 0,1 0 0 0 0,-1 0 0 0 0,1 1 0 0 0,0-1 0 0 0,-1 0 0 0 0,1 1-1 0 0,-1-1 1 0 0,1 0 0 0 0,-1 1 0 0 0,1 0 0 0 0,-1-1 0 0 0,0 1 0 0 0,1 0-1 0 0,-1 0 1 0 0,0 0 0 0 0,1 0 0 0 0,-1 0 0 0 0,0 0 0 0 0,0 0 0 0 0,0 0-1 0 0,0 0 1 0 0,0 1 0 0 0,0-1 0 0 0,0 0 0 0 0,-1 1 0 0 0,1-1 0 0 0,0 1-1 0 0,-1-1 1 0 0,1 1 0 0 0,-1-1 0 0 0,1 1 0 0 0,-1-1 0 0 0,0 1 0 0 0,0-1-1 0 0,0 1 1 0 0,0-1 0 0 0,0 1 0 0 0,0 0 0 0 0,0-1 0 0 0,0 1 0 0 0,-1 2-1 0 0,0 2 5 0 0,-1 0-1 0 0,0 0 0 0 0,0 0 0 0 0,0 0 0 0 0,-1-1 0 0 0,0 1 1 0 0,0-1-1 0 0,0 0 0 0 0,-1 1 0 0 0,-6 6 0 0 0,-5 4 10 0 0,-26 23-1 0 0,23-25 9 0 0,1 0 0 0 0,-39 21 0 0 0,45-29-3 0 0,0 0 1 0 0,-1-1 0 0 0,1-1 0 0 0,-1 0-1 0 0,0 0 1 0 0,-21 2 0 0 0,30-5-16 0 0,0-1 0 0 0,-1 0 1 0 0,1 0-1 0 0,0 0 1 0 0,-1 0-1 0 0,1 0 0 0 0,0-1 1 0 0,-1 1-1 0 0,1-1 1 0 0,0 0-1 0 0,0 0 0 0 0,-1-1 1 0 0,1 1-1 0 0,0 0 0 0 0,0-1 1 0 0,0 0-1 0 0,1 0 1 0 0,-1 0-1 0 0,0 0 0 0 0,1 0 1 0 0,-1 0-1 0 0,1-1 0 0 0,0 1 1 0 0,0-1-1 0 0,0 0 1 0 0,0 1-1 0 0,-3-6 0 0 0,5 8-5 0 0,0-1 0 0 0,-1 1 0 0 0,1-1 0 0 0,0 1 0 0 0,0-1-1 0 0,-1 1 1 0 0,1-1 0 0 0,0 1 0 0 0,0-1 0 0 0,0 1-1 0 0,0-1 1 0 0,-1 1 0 0 0,1-1 0 0 0,0 1 0 0 0,0-1 0 0 0,0 0-1 0 0,0 1 1 0 0,0-1 0 0 0,0 1 0 0 0,0-1 0 0 0,1 1 0 0 0,-1-1-1 0 0,0 1 1 0 0,0-1 0 0 0,1 0 0 0 0,-1 0 0 0 0,1 1 1 0 0,-1 0 0 0 0,1 0-1 0 0,-1 0 1 0 0,1-1-1 0 0,0 1 1 0 0,-1 0-1 0 0,1 0 1 0 0,-1 0-1 0 0,1 0 1 0 0,-1 0 0 0 0,1 0-1 0 0,0 0 1 0 0,-1 0-1 0 0,1 0 1 0 0,-1 0-1 0 0,1 1 1 0 0,-1-1-1 0 0,2 0 1 0 0,1 2-2 0 0,1-1-1 0 0,-1 0 1 0 0,0 1 0 0 0,0-1-1 0 0,0 1 1 0 0,0 0 0 0 0,0 0-1 0 0,3 4 1 0 0,8 11 55 0 0,-1 0 0 0 0,-1 2 0 0 0,14 27 0 0 0,-16-26-301 0 0,1-2-1 0 0,1 1 0 0 0,23 26 1 0 0,-21-30-866 0 0,0-1-1 0 0,2-1 1 0 0,0 0-1 0 0,0-1 1 0 0,1-1-1 0 0,27 14 1 0 0,-7-9-2939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47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312 464 1440 0 0,'-38'-20'5056'0'0,"29"15"-4047"0"0,0 0 0 0 0,0 0 0 0 0,0 1 0 0 0,-17-5-1 0 0,25 9-978 0 0,0 0-1 0 0,0 0 0 0 0,0 0 1 0 0,-1 0-1 0 0,1 0 1 0 0,0 1-1 0 0,0-1 0 0 0,0 1 1 0 0,0-1-1 0 0,-1 0 0 0 0,1 1 1 0 0,0 0-1 0 0,0-1 0 0 0,0 1 1 0 0,0 0-1 0 0,0-1 0 0 0,-1 2 1 0 0,-14 15 177 0 0,-5 12 1 0 0,2 0 0 0 0,1 1 0 0 0,-15 35 1 0 0,29-57-175 0 0,1-3-4 0 0,1 0 0 0 0,-1 1 0 0 0,1-1 0 0 0,0 1 0 0 0,1 0 0 0 0,0-1 0 0 0,-1 1 1 0 0,1 10-1 0 0,1-14-24 0 0,0 0 0 0 0,0 0 1 0 0,1 0-1 0 0,-1-1 1 0 0,0 1-1 0 0,1 0 1 0 0,-1-1-1 0 0,1 1 0 0 0,0 0 1 0 0,0-1-1 0 0,0 1 1 0 0,0-1-1 0 0,0 1 0 0 0,0-1 1 0 0,0 1-1 0 0,0-1 1 0 0,0 0-1 0 0,1 1 0 0 0,-1-1 1 0 0,0 0-1 0 0,1 0 1 0 0,-1 0-1 0 0,1 0 1 0 0,-1 0-1 0 0,1-1 0 0 0,0 1 1 0 0,-1 0-1 0 0,1-1 1 0 0,0 1-1 0 0,0-1 0 0 0,-1 1 1 0 0,5-1-1 0 0,5 1-1 0 0,1 0-1 0 0,-1 0 1 0 0,1-2 0 0 0,0 1-1 0 0,-1-1 1 0 0,1-1-1 0 0,-1 0 1 0 0,1-1-1 0 0,-1 0 1 0 0,0-1-1 0 0,0 0 1 0 0,-1-1 0 0 0,1 0-1 0 0,-1 0 1 0 0,10-8-1 0 0,-13 9-2 0 0,-1 0 0 0 0,0 0 0 0 0,-1-1 0 0 0,1 0 0 0 0,-1 0 0 0 0,0-1 0 0 0,0 1 0 0 0,0-1 0 0 0,-1 0 0 0 0,0-1 0 0 0,0 1 0 0 0,-1 0 0 0 0,0-1 0 0 0,0 0 0 0 0,0 0 0 0 0,-1 0 0 0 0,0 0 1 0 0,0 0-1 0 0,-1-1 0 0 0,0 1 0 0 0,0 0 0 0 0,-1-1 0 0 0,0 1 0 0 0,-1-12 0 0 0,-1 11-17 0 0,1-1 1 0 0,-2 0-1 0 0,1 0 1 0 0,-1 1-1 0 0,0-1 1 0 0,-1 1-1 0 0,0 0 1 0 0,-1 0 0 0 0,-8-13-1 0 0,10 18 6 0 0,0-1 1 0 0,0 1-1 0 0,-1 0 0 0 0,1 0 0 0 0,0 0 0 0 0,-1 0 1 0 0,0 1-1 0 0,0-1 0 0 0,0 1 0 0 0,0 0 1 0 0,0 0-1 0 0,0 0 0 0 0,0 1 0 0 0,-1 0 1 0 0,1-1-1 0 0,0 1 0 0 0,-1 1 0 0 0,1-1 1 0 0,-1 1-1 0 0,1 0 0 0 0,-7 0 0 0 0,0 2 13 0 0,-1 0-1 0 0,1 1 1 0 0,0 0 0 0 0,0 0-1 0 0,0 1 1 0 0,0 1-1 0 0,1 0 1 0 0,-14 9 0 0 0,18-11-2 0 0,0 1 1 0 0,0 0 0 0 0,1 0 0 0 0,-1 1 0 0 0,1-1 0 0 0,0 1-1 0 0,0 1 1 0 0,1-1 0 0 0,0 1 0 0 0,0-1 0 0 0,0 1-1 0 0,0 0 1 0 0,1 1 0 0 0,-5 11 0 0 0,8-15-1 0 0,-1-1 0 0 0,1 0 0 0 0,-1 0 1 0 0,1 0-1 0 0,0 0 0 0 0,0 0 0 0 0,0 0 0 0 0,0 1 1 0 0,1-1-1 0 0,-1 0 0 0 0,0 0 0 0 0,1 0 0 0 0,-1 0 1 0 0,1 0-1 0 0,0 0 0 0 0,0 0 0 0 0,0 0 0 0 0,0 0 1 0 0,0-1-1 0 0,2 4 0 0 0,0-2 2 0 0,0 0 0 0 0,0-1 0 0 0,0 1 0 0 0,1-1 0 0 0,-1 1 0 0 0,1-1-1 0 0,-1 0 1 0 0,1 0 0 0 0,8 2 0 0 0,1 0 7 0 0,0 0 0 0 0,0-1 0 0 0,0-1 0 0 0,1 0 0 0 0,19 0 0 0 0,-7-3-4 0 0,-1-2-1 0 0,0 0 0 0 0,0-1 1 0 0,0-2-1 0 0,-1 0 1 0 0,0-2-1 0 0,0 0 0 0 0,-1-2 1 0 0,0-1-1 0 0,0 0 0 0 0,-1-2 1 0 0,-1-1-1 0 0,0 0 1 0 0,-1-1-1 0 0,-1-2 0 0 0,0 0 1 0 0,-1-1-1 0 0,-1 0 0 0 0,-1-2 1 0 0,0 0-1 0 0,-2 0 1 0 0,16-30-1 0 0,58-135-6 0 0,-58 120-11 0 0,-20 52-77 0 0,-10 13 86 0 0,1 0-1 0 0,-1 0 1 0 0,0-1 0 0 0,0 1 0 0 0,1 0-1 0 0,-1 0 1 0 0,0 0 0 0 0,0 0 0 0 0,1 0-1 0 0,-1 0 1 0 0,0 0 0 0 0,0 0 0 0 0,1 0-1 0 0,-1 0 1 0 0,0 0 0 0 0,1 1 0 0 0,-1-1 0 0 0,0 0-1 0 0,0 0 1 0 0,1 0 0 0 0,-1 0 0 0 0,0 0-1 0 0,0 0 1 0 0,0 1 0 0 0,1-1 0 0 0,-1 0-1 0 0,0 0 1 0 0,0 0 0 0 0,0 0 0 0 0,1 1-1 0 0,-1-1 1 0 0,1 2-2 0 0,0 0 1 0 0,0 0-1 0 0,0 0 0 0 0,-1 0 0 0 0,1 0 1 0 0,0 0-1 0 0,-1 0 0 0 0,0 0 0 0 0,1 0 0 0 0,-1 0 1 0 0,0 2-1 0 0,-3 52 904 0 0,-12 74 1 0 0,3-44-46 0 0,12-81-820 0 0,-74 601 3171 0 0,-24-3-2331 0 0,92-566-804 0 0,-2 0-1 0 0,-2 0 1 0 0,-2-2 0 0 0,-16 38-1 0 0,27-71-32 0 0,0 1 0 0 0,-1-1 0 0 0,1 1 0 0 0,-1-1-1 0 0,0 0 1 0 0,1 1 0 0 0,-1-1 0 0 0,0 0 0 0 0,0 0-1 0 0,-1 0 1 0 0,1 0 0 0 0,0-1 0 0 0,0 1 0 0 0,-1 0 0 0 0,1-1-1 0 0,-1 0 1 0 0,0 0 0 0 0,-4 2 0 0 0,3-3-5 0 0,0 1-1 0 0,1-1 1 0 0,-1 0 0 0 0,0 0-1 0 0,0 0 1 0 0,0 0 0 0 0,0-1-1 0 0,0 0 1 0 0,0 1 0 0 0,1-1 0 0 0,-1-1-1 0 0,-4-1 1 0 0,-8-5 39 0 0,0-1-1 0 0,0 0 1 0 0,1-2 0 0 0,-23-19-1 0 0,-138-122 19 0 0,138 115-81 0 0,1-2 0 0 0,-43-58-1 0 0,74 88-15 0 0,0 0 0 0 0,0-1 0 0 0,0 0 0 0 0,1 0 0 0 0,1 0 0 0 0,0 0 0 0 0,0-1 0 0 0,-3-19 0 0 0,6 23-4 0 0,0 0-1 0 0,1 0 1 0 0,0 0-1 0 0,0 0 1 0 0,1 0-1 0 0,0 0 1 0 0,0 0-1 0 0,0 0 1 0 0,1 0-1 0 0,0 0 1 0 0,1 1-1 0 0,-1-1 1 0 0,1 1-1 0 0,1-1 1 0 0,4-6-1 0 0,3-2-4 0 0,1 0 1 0 0,0 1-1 0 0,1 0 1 0 0,1 1-1 0 0,0 1 1 0 0,0 0-1 0 0,19-11 1 0 0,119-63-147 0 0,-143 81 143 0 0,114-54-1510 0 0,153-51 0 0 0,139-23-6216 0 0,-286 93 3600 0 0,-63 21-262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47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74 272 0 0,'-36'-35'5107'0'0,"28"27"-3962"0"0,1 0-1 0 0,-1 1 1 0 0,-10-7 0 0 0,17 13-687 0 0,-10 11 513 0 0,7-4-696 0 0,0 0-1 0 0,1 1 1 0 0,0 0-1 0 0,0 0 1 0 0,0 0-1 0 0,1 0 1 0 0,-3 11-1 0 0,-5 16 246 0 0,-78 170 778 0 0,-24 61-3257 0 0,108-252 938 0 0,-2 8-567 0 0,-2-8-3324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48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23 178 476 0 0,'7'-13'699'0'0,"-1"1"1"0"0,2 0-1 0 0,0 0 1 0 0,0 0-1 0 0,1 1 0 0 0,0 0 1 0 0,1 1-1 0 0,1 0 1 0 0,-1 0-1 0 0,1 1 0 0 0,15-9 1 0 0,-19 13-568 0 0,0 1 0 0 0,1-1 0 0 0,0 1 0 0 0,0 1 0 0 0,0-1 0 0 0,1 1 0 0 0,-1 1 0 0 0,1 0 0 0 0,-1 0 0 0 0,1 0 0 0 0,0 1 0 0 0,0 1 0 0 0,0-1 0 0 0,0 1 0 0 0,0 1 1 0 0,-1 0-1 0 0,1 0 0 0 0,0 1 0 0 0,10 3 0 0 0,-15-4-97 0 0,0 0 1 0 0,-1 1-1 0 0,1 0 1 0 0,-1 0 0 0 0,1 0-1 0 0,-1 0 1 0 0,0 0-1 0 0,0 1 1 0 0,0 0 0 0 0,0-1-1 0 0,0 1 1 0 0,-1 0-1 0 0,1 0 1 0 0,-1 1-1 0 0,0-1 1 0 0,0 0 0 0 0,0 1-1 0 0,0-1 1 0 0,2 7-1 0 0,-3-5 0 0 0,0 0-1 0 0,0 0 1 0 0,-1 0-1 0 0,1 0 1 0 0,-1 0-1 0 0,0 0 1 0 0,0 0 0 0 0,-1 0-1 0 0,0 0 1 0 0,0 0-1 0 0,0 0 1 0 0,0 0-1 0 0,-1 0 1 0 0,-3 8-1 0 0,-3 3 13 0 0,-1-1 0 0 0,0 0 1 0 0,-1 0-1 0 0,-1-1 0 0 0,0-1 0 0 0,-1 1 0 0 0,-22 18 0 0 0,2-6 62 0 0,-1-1 1 0 0,-41 22-1 0 0,66-39-81 0 0,15-6 12 0 0,22-4 25 0 0,-24 2-59 0 0,34-3 55 0 0,-1 3 1 0 0,1 1 0 0 0,0 1-1 0 0,75 16 1 0 0,-92-12-13 0 0,0 0 1 0 0,-1 1-1 0 0,0 1 1 0 0,0 0-1 0 0,-1 2 1 0 0,0 1-1 0 0,-1 0 0 0 0,0 1 1 0 0,33 29-1 0 0,-49-38 57 0 0,0-1 1 0 0,-1 0-1 0 0,0 1 0 0 0,1 0 0 0 0,-1 0 0 0 0,0 0 0 0 0,0 0 0 0 0,-1 0 0 0 0,1 0 0 0 0,-1 0 1 0 0,1 0-1 0 0,-1 1 0 0 0,0-1 0 0 0,0 0 0 0 0,0 1 0 0 0,-1-1 0 0 0,1 1 0 0 0,-1-1 1 0 0,0 1-1 0 0,0-1 0 0 0,0 1 0 0 0,-2 6 0 0 0,1-5-5 0 0,-1 1 1 0 0,0-1-1 0 0,-1 1 1 0 0,1-1-1 0 0,-1 0 1 0 0,0 0-1 0 0,-1 0 1 0 0,1 0-1 0 0,-1-1 1 0 0,0 1-1 0 0,0-1 0 0 0,0 0 1 0 0,-6 4-1 0 0,-6 4 41 0 0,-1 0 0 0 0,0-1-1 0 0,-1-1 1 0 0,0-1-1 0 0,-1 0 1 0 0,0-2 0 0 0,-1 0-1 0 0,1-1 1 0 0,-1-1 0 0 0,0-1-1 0 0,-34 3 1 0 0,25-5-79 0 0,0-1 0 0 0,-1-1 0 0 0,1-2-1 0 0,0-2 1 0 0,0 0 0 0 0,0-2 0 0 0,-44-14 0 0 0,58 15-32 0 0,0-1 0 0 0,-27-14 0 0 0,39 18-31 0 0,0 0 0 0 0,0 0-1 0 0,0 0 1 0 0,0 0 0 0 0,0-1-1 0 0,0 1 1 0 0,1-1 0 0 0,-1 0 0 0 0,1 1-1 0 0,-1-1 1 0 0,1 0 0 0 0,0-1-1 0 0,1 1 1 0 0,-1 0 0 0 0,0 0-1 0 0,1-1 1 0 0,0 1 0 0 0,-2-6 0 0 0,3 6-31 0 0,0 1 0 0 0,0-1 0 0 0,1 1-1 0 0,-1-1 1 0 0,1 1 0 0 0,-1-1 0 0 0,1 1 0 0 0,0-1 0 0 0,0 1 0 0 0,0 0 0 0 0,0-1 0 0 0,0 1 0 0 0,0 0 0 0 0,1 0 0 0 0,-1 0 0 0 0,1 0 0 0 0,-1 0 0 0 0,1 0 0 0 0,0 0 0 0 0,0 1 0 0 0,2-3 0 0 0,6-3-728 0 0,0 0 0 0 0,22-11-1 0 0,-29 16 559 0 0,23-10-2081 0 0,0 1 1 0 0,46-12-1 0 0,-38 13-953 0 0,6-2-1656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48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23 628 0 0,'22'-12'11780'0'0,"-14"9"-11462"0"0,1 1-1 0 0,0 0 0 0 0,-1 1 0 0 0,1-1 0 0 0,0 2 0 0 0,0-1 1 0 0,11 2-1 0 0,-10-1-163 0 0,181 9-499 0 0,-64 7-7215 0 0,-102-12 2769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48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 1104 0 0,'-75'24'7485'0'0,"72"-23"-6372"0"0,47 3 37 0 0,164-5-1924 0 0,-32 2-3645 0 0,-97-3 1164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50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373 490 316 0 0,'-16'-12'1584'0'0,"0"-1"0"0"0,1 0-1 0 0,1-1 1 0 0,0 0 0 0 0,0-1 0 0 0,-11-18-1 0 0,21 28-1216 0 0,-6-5 510 0 0,10 10-866 0 0,0 0 0 0 0,0 0-1 0 0,-1 0 1 0 0,1 0 0 0 0,0 0 0 0 0,0 0 0 0 0,-1 0 0 0 0,1 0 0 0 0,0 0 0 0 0,0 0-1 0 0,-1 0 1 0 0,1 0 0 0 0,0 0 0 0 0,0 0 0 0 0,-1 0 0 0 0,1 0 0 0 0,0 0 0 0 0,0 1-1 0 0,-1-1 1 0 0,1 0 0 0 0,0 0 0 0 0,0 0 0 0 0,0 0 0 0 0,-1 1 0 0 0,1-1-1 0 0,0 0 1 0 0,0 0 0 0 0,0 0 0 0 0,0 1 0 0 0,-1-1 0 0 0,1 0 0 0 0,0 0 0 0 0,0 1-1 0 0,0-1 1 0 0,0 0 0 0 0,0 0 0 0 0,0 1 0 0 0,0-1 0 0 0,0 0 0 0 0,0 0-1 0 0,0 1 1 0 0,0-1 0 0 0,-1 5 112 0 0,0-1-1 0 0,1 0 0 0 0,0 0 1 0 0,-1 1-1 0 0,2-1 0 0 0,0 7 1 0 0,0 5 186 0 0,-14 190 992 0 0,6-155-1159 0 0,-2-1 0 0 0,-3-1 0 0 0,-2 1 1 0 0,-21 50-1 0 0,2-29 32 0 0,30-65-149 0 0,-1 0 0 0 0,1-1 1 0 0,-1 1-1 0 0,-1-1 0 0 0,1 0 0 0 0,0 0 1 0 0,-1 0-1 0 0,0-1 0 0 0,-7 5 1 0 0,11-8-21 0 0,0 0 1 0 0,0 0-1 0 0,0-1 1 0 0,-1 1-1 0 0,1-1 1 0 0,0 1-1 0 0,0-1 1 0 0,-1 1-1 0 0,1-1 1 0 0,0 0-1 0 0,-1 0 1 0 0,1 1-1 0 0,0-1 1 0 0,-1 0 0 0 0,1 0-1 0 0,0 0 1 0 0,-1-1-1 0 0,1 1 1 0 0,0 0-1 0 0,-1 0 1 0 0,1-1-1 0 0,0 1 1 0 0,0-1-1 0 0,-1 1 1 0 0,1-1-1 0 0,0 1 1 0 0,0-1 0 0 0,0 0-1 0 0,0 0 1 0 0,0 1-1 0 0,0-1 1 0 0,0 0-1 0 0,0 0 1 0 0,0 0-1 0 0,0 0 1 0 0,0 0-1 0 0,0 0 1 0 0,1-1-1 0 0,-1 1 1 0 0,0 0-1 0 0,1 0 1 0 0,-1 0 0 0 0,1-1-1 0 0,0 1 1 0 0,-1-2-1 0 0,-2-7 8 0 0,-1-1 0 0 0,2 0 0 0 0,0 0 0 0 0,-1-13 0 0 0,2 20-7 0 0,0-15-3 0 0,1 1 0 0 0,0 0 0 0 0,1-1 0 0 0,1 1 1 0 0,7-29-1 0 0,32-88-63 0 0,-22 87 55 0 0,2 1 1 0 0,2 0 0 0 0,2 2 0 0 0,2 0-1 0 0,2 2 1 0 0,2 1 0 0 0,2 2 0 0 0,1 1-1 0 0,2 2 1 0 0,2 1 0 0 0,1 2 0 0 0,2 1-1 0 0,81-48 1 0 0,-100 69-6 0 0,0 1-1 0 0,2 0 1 0 0,-1 2-1 0 0,1 1 1 0 0,40-8-1 0 0,-52 14 8 0 0,0 0 0 0 0,0 1-1 0 0,0 1 1 0 0,0 0 0 0 0,0 1-1 0 0,13 2 1 0 0,-18-2-2 0 0,0 1 0 0 0,0 0 1 0 0,0 0-1 0 0,-1 1 0 0 0,1 0 0 0 0,0 0 1 0 0,-1 0-1 0 0,0 1 0 0 0,0 0 0 0 0,11 9 1 0 0,-13-10 3 0 0,-1 1 0 0 0,1 0 0 0 0,-1 0 1 0 0,1 0-1 0 0,-1 1 0 0 0,0-1 0 0 0,-1 1 1 0 0,1 0-1 0 0,-1 0 0 0 0,0 0 1 0 0,0 0-1 0 0,0 0 0 0 0,-1 0 0 0 0,2 8 1 0 0,-3-5 1 0 0,1 0 0 0 0,-1-1 0 0 0,-1 1 0 0 0,1 0 0 0 0,-2 0 0 0 0,1-1 0 0 0,-1 1 0 0 0,0-1 0 0 0,-3 9 0 0 0,-3 2 3 0 0,-1 0 0 0 0,0-1-1 0 0,-2 0 1 0 0,0 0-1 0 0,0-1 1 0 0,-2-1 0 0 0,-14 15-1 0 0,-2-3 13 0 0,-1-1 0 0 0,-1-1 0 0 0,-1-1 0 0 0,-1-2-1 0 0,-66 32 1 0 0,52-32 10 0 0,-2-2 0 0 0,0-2 0 0 0,-102 21 0 0 0,139-37-16 0 0,-1 0 1 0 0,-1-1-1 0 0,1-1 1 0 0,0 0-1 0 0,-22-2 1 0 0,30 1-12 0 0,0 0 1 0 0,1 0-1 0 0,-1-1 0 0 0,0 0 1 0 0,0 1-1 0 0,1-1 0 0 0,-9-6 0 0 0,11 7-4 0 0,0-1-1 0 0,0 1 1 0 0,0-1-1 0 0,0 0 0 0 0,0 0 1 0 0,1 0-1 0 0,-1 0 0 0 0,1 0 1 0 0,-1 0-1 0 0,1 0 1 0 0,0 0-1 0 0,0-1 0 0 0,0 1 1 0 0,0-1-1 0 0,0 1 1 0 0,0-3-1 0 0,0 4 1 0 0,1 0 1 0 0,0 0-1 0 0,0-1 0 0 0,-1 1 1 0 0,1 0-1 0 0,0 0 0 0 0,0 0 1 0 0,0 0-1 0 0,0 0 0 0 0,0 0 1 0 0,0 0-1 0 0,1 0 1 0 0,-1 0-1 0 0,0 0 0 0 0,0 0 1 0 0,1 0-1 0 0,-1 0 0 0 0,1 0 1 0 0,-1 0-1 0 0,1 0 0 0 0,-1 0 1 0 0,1 1-1 0 0,0-1 0 0 0,-1 0 1 0 0,1 0-1 0 0,0 0 0 0 0,0 1 1 0 0,-1-1-1 0 0,1 0 1 0 0,0 1-1 0 0,0-1 0 0 0,0 1 1 0 0,0-1-1 0 0,0 1 0 0 0,0-1 1 0 0,0 1-1 0 0,0 0 0 0 0,0 0 1 0 0,0-1-1 0 0,0 1 0 0 0,0 0 1 0 0,1 0-1 0 0,2 0-2 0 0,0 0-1 0 0,0 0 1 0 0,0 0-1 0 0,-1 1 0 0 0,1-1 1 0 0,0 1-1 0 0,0 0 1 0 0,-1 0-1 0 0,1 0 1 0 0,5 3-1 0 0,1 3 2 0 0,0-1 0 0 0,0 1 0 0 0,-1 1 0 0 0,0-1 0 0 0,0 2 0 0 0,-1-1 0 0 0,0 1-1 0 0,0 0 1 0 0,7 13 0 0 0,7 14 42 0 0,22 49-1 0 0,-21-40 30 0 0,-6-12-132 0 0,1 0 0 0 0,35 46 0 0 0,-42-67-247 0 0,-1 0-1 0 0,2 0 1 0 0,-1-1 0 0 0,2-1-1 0 0,-1 0 1 0 0,1 0-1 0 0,1-2 1 0 0,23 13 0 0 0,-15-12-113 0 0,1 0 1 0 0,0-1-1 0 0,0-2 1 0 0,1 0-1 0 0,0-1 1 0 0,0-2-1 0 0,0 0 1 0 0,1-2-1 0 0,-1-1 1 0 0,0 0-1 0 0,1-2 1 0 0,-1-1-1 0 0,0-1 1 0 0,36-10-1 0 0,-29 4 440 0 0,0-1 0 0 0,-1-1 0 0 0,0-2-1 0 0,-1-1 1 0 0,-1-1 0 0 0,0-2 0 0 0,-2 0 0 0 0,0-2-1 0 0,-1-1 1 0 0,31-32 0 0 0,-39 35 550 0 0,-1-1-1 0 0,27-41 1 0 0,-40 55-449 0 0,1 0 0 0 0,-2 0 0 0 0,1 0 1 0 0,0-1-1 0 0,-1 1 0 0 0,0-1 0 0 0,-1 0 1 0 0,1 0-1 0 0,-1 0 0 0 0,0 1 0 0 0,0-1 1 0 0,-1 0-1 0 0,0 0 0 0 0,0 0 0 0 0,0 0 1 0 0,-1 0-1 0 0,0 0 0 0 0,-2-7 0 0 0,3 11-80 0 0,-1 0-1 0 0,-1-1 0 0 0,1 1 0 0 0,0 0 1 0 0,0 0-1 0 0,-1 1 0 0 0,1-1 1 0 0,-1 0-1 0 0,0 0 0 0 0,1 1 0 0 0,-1-1 1 0 0,0 1-1 0 0,0-1 0 0 0,0 1 0 0 0,0 0 1 0 0,0 0-1 0 0,0 0 0 0 0,-1 0 0 0 0,1 0 1 0 0,0 1-1 0 0,0-1 0 0 0,-1 0 1 0 0,1 1-1 0 0,0 0 0 0 0,-1 0 0 0 0,1-1 1 0 0,-1 1-1 0 0,1 1 0 0 0,0-1 0 0 0,-1 0 1 0 0,-3 2-1 0 0,-7 0 148 0 0,1 1 0 0 0,0 0-1 0 0,0 1 1 0 0,-17 9 0 0 0,3-1-1 0 0,0 2 0 0 0,2 0-1 0 0,-1 2 1 0 0,-25 23 0 0 0,33-25-117 0 0,2 0 0 0 0,0 1 1 0 0,0 1-1 0 0,2 1 0 0 0,0 0 0 0 0,-14 25 1 0 0,25-38-61 0 0,-1 0 0 0 0,2 0 0 0 0,-1 0 0 0 0,0 0 0 0 0,1 0 0 0 0,0 0 1 0 0,0 0-1 0 0,0 1 0 0 0,0-1 0 0 0,1 0 0 0 0,0 1 0 0 0,0-1 0 0 0,0 7 0 0 0,1-8 5 0 0,0-1 0 0 0,-1 0-1 0 0,1 0 1 0 0,0 0 0 0 0,0 0-1 0 0,1 1 1 0 0,-1-1 0 0 0,0-1-1 0 0,1 1 1 0 0,-1 0 0 0 0,1 0-1 0 0,-1 0 1 0 0,1-1 0 0 0,0 1-1 0 0,0-1 1 0 0,0 1 0 0 0,0-1-1 0 0,0 0 1 0 0,0 0 0 0 0,0 0-1 0 0,0 0 1 0 0,0 0 0 0 0,0 0-1 0 0,1-1 1 0 0,-1 1 0 0 0,5 0-1 0 0,0 0 4 0 0,1-1 0 0 0,-1 0-1 0 0,1 0 1 0 0,-1 0-1 0 0,1-1 1 0 0,-1 0-1 0 0,0-1 1 0 0,1 1 0 0 0,-1-1-1 0 0,0-1 1 0 0,0 1-1 0 0,7-5 1 0 0,6-3-21 0 0,0-1 1 0 0,31-24 0 0 0,-19 9-27 0 0,51-54 0 0 0,17-16-131 0 0,-98 95 155 0 0,0-1-1 0 0,0 1 1 0 0,1-1 0 0 0,-1 1-1 0 0,0 0 1 0 0,1 0 0 0 0,-1 0-1 0 0,5-1 1 0 0,-7 2 12 0 0,1 0 0 0 0,-1 0 0 0 0,1 0 1 0 0,-1 0-1 0 0,1 0 0 0 0,-1 0 0 0 0,1 0 0 0 0,0 0 0 0 0,-1 0 0 0 0,1 0 0 0 0,-1 0 1 0 0,1 0-1 0 0,-1 0 0 0 0,1 1 0 0 0,-1-1 0 0 0,1 0 0 0 0,-1 0 0 0 0,1 1 1 0 0,-1-1-1 0 0,1 0 0 0 0,-1 1 0 0 0,1-1 0 0 0,-1 0 0 0 0,1 1 0 0 0,-1-1 1 0 0,0 1-1 0 0,1-1 0 0 0,-1 1 0 0 0,0-1 0 0 0,1 1 0 0 0,-1-1 0 0 0,0 1 0 0 0,0-1 1 0 0,0 1-1 0 0,1-1 0 0 0,-1 1 0 0 0,0-1 0 0 0,0 1 0 0 0,0 0 0 0 0,0-1 1 0 0,0 1-1 0 0,0-1 0 0 0,0 1 0 0 0,0-1 0 0 0,0 1 0 0 0,0 0 0 0 0,-2 14 40 0 0,1 1-1 0 0,-2-1 0 0 0,-7 26 0 0 0,5-26 13 0 0,2 0-1 0 0,-1 0 0 0 0,-1 27 0 0 0,6-37-43 0 0,2 8-4 0 0,0-11-12 0 0,-2-1 2 0 0,0 0-52 0 0,2-2 4 0 0,2 0 20 0 0,-1 0 0 0 0,1 0 0 0 0,0-1 0 0 0,-1 1 0 0 0,1-1 0 0 0,-1 0 0 0 0,0-1 0 0 0,0 1 0 0 0,0-1 0 0 0,0 0 0 0 0,5-4 0 0 0,42-44-202 0 0,-28 26 181 0 0,16-13-64 0 0,64-49-1 0 0,-88 76 102 0 0,0 0 0 0 0,1 1 1 0 0,0 1-1 0 0,1 1 0 0 0,0 0 0 0 0,0 1 0 0 0,1 1 0 0 0,18-5 1 0 0,-32 10 33 0 0,1 1 0 0 0,-1-1 0 0 0,0 0 0 0 0,0 1 0 0 0,1 0 1 0 0,-1 0-1 0 0,0 0 0 0 0,1 1 0 0 0,-1-1 0 0 0,0 1 1 0 0,0 0-1 0 0,0 0 0 0 0,1 1 0 0 0,-1-1 0 0 0,-1 1 0 0 0,1 0 1 0 0,0 0-1 0 0,0 0 0 0 0,-1 1 0 0 0,1-1 0 0 0,-1 1 1 0 0,0 0-1 0 0,1 0 0 0 0,-1 0 0 0 0,-1 0 0 0 0,1 0 0 0 0,0 1 1 0 0,-1-1-1 0 0,0 1 0 0 0,0 0 0 0 0,0 0 0 0 0,0 0 1 0 0,0 0-1 0 0,-1 0 0 0 0,0 0 0 0 0,0 0 0 0 0,0 0 0 0 0,0 0 1 0 0,-1 1-1 0 0,1-1 0 0 0,-1 0 0 0 0,0 1 0 0 0,-1-1 0 0 0,0 5 1 0 0,-1 3 35 0 0,0-1 0 0 0,-1 1 0 0 0,0-1 0 0 0,-1 0 0 0 0,-1 0 0 0 0,-10 20 0 0 0,11-23-17 0 0,-1 0-1 0 0,0 0 1 0 0,0-1 0 0 0,-1 0-1 0 0,0 0 1 0 0,0 0 0 0 0,-1-1-1 0 0,0 0 1 0 0,-10 7-1 0 0,13-8 17 0 0,0-3-46 0 0,-14-1 29 0 0,18-1-36 0 0,0 0 1 0 0,-1 0 0 0 0,1-1 0 0 0,0 1-1 0 0,0 0 1 0 0,-1 0 0 0 0,1 0-1 0 0,0-1 1 0 0,0 1 0 0 0,-1 0-1 0 0,1 0 1 0 0,0-1 0 0 0,0 1 0 0 0,0 0-1 0 0,0 0 1 0 0,-1-1 0 0 0,1 1-1 0 0,0 0 1 0 0,0-1 0 0 0,0 1 0 0 0,0 0-1 0 0,0 0 1 0 0,0-1 0 0 0,0 1-1 0 0,0 0 1 0 0,0-1 0 0 0,0 1-1 0 0,0 0 1 0 0,0-1 0 0 0,0 1 0 0 0,0 0-1 0 0,0-1 1 0 0,0 1 0 0 0,2-12-19 0 0,8-7 0 0 0,-1 0 0 0 0,2 1 0 0 0,1 0 0 0 0,0 0 0 0 0,28-30 0 0 0,-19 26-8 0 0,1 2 0 0 0,1 0-1 0 0,42-28 1 0 0,-51 40 3 0 0,-1 1 0 0 0,1 0-1 0 0,1 0 1 0 0,-1 2 0 0 0,22-6 0 0 0,-33 10 23 0 0,0 1 0 0 0,1 0 0 0 0,-1 0 0 0 0,0 0 0 0 0,0 0 1 0 0,0 0-1 0 0,0 1 0 0 0,1-1 0 0 0,-1 1 0 0 0,0 0 0 0 0,0 0 0 0 0,0 0 1 0 0,0 0-1 0 0,-1 1 0 0 0,1-1 0 0 0,0 1 0 0 0,0 0 0 0 0,-1 0 1 0 0,1 0-1 0 0,3 3 0 0 0,2 4 10 0 0,1 1 1 0 0,-1-1-1 0 0,10 18 0 0 0,-3-6 19 0 0,4 10-58 0 0,1-2 0 0 0,2-1 0 0 0,34 35 0 0 0,-49-56-296 0 0,0-1 0 0 0,0 0 0 0 0,0 0 0 0 0,1-1 0 0 0,-1 0 0 0 0,1 0 0 0 0,1-1 0 0 0,-1 0 0 0 0,1 0 1 0 0,-1-1-1 0 0,1 0 0 0 0,0-1 0 0 0,0 0 0 0 0,0 0 0 0 0,0-1 0 0 0,1 0 0 0 0,-1-1 0 0 0,12 0 0 0 0,-12-2 104 0 0,0 0-1 0 0,0 0 1 0 0,0-1-1 0 0,-1 0 1 0 0,1-1-1 0 0,-1 0 1 0 0,0 0-1 0 0,0-1 1 0 0,0 0-1 0 0,-1 0 1 0 0,0-1-1 0 0,0 0 1 0 0,0 0-1 0 0,-1-1 1 0 0,0 1-1 0 0,7-12 1 0 0,7-9 272 0 0,-2 0 1 0 0,-2-2 0 0 0,16-34-1 0 0,73-183 2571 0 0,-7 17 841 0 0,-53 136-1744 0 0,-45 93-1702 0 0,0 0 1 0 0,0-1-1 0 0,1 1 0 0 0,-1-1 0 0 0,0 1 0 0 0,0 0 1 0 0,0-1-1 0 0,0 1 0 0 0,0 0 0 0 0,0-1 0 0 0,1 1 1 0 0,-1 0-1 0 0,0-1 0 0 0,0 1 0 0 0,1 0 0 0 0,-1 0 1 0 0,0-1-1 0 0,0 1 0 0 0,1 0 0 0 0,-1 0 1 0 0,0 0-1 0 0,1-1 0 0 0,-1 1 0 0 0,0 0 0 0 0,1 0 1 0 0,-1 0-1 0 0,0 0 0 0 0,1 0 0 0 0,-1-1 0 0 0,0 1 1 0 0,1 0-1 0 0,-1 0 0 0 0,0 0 0 0 0,1 0 0 0 0,-1 0 1 0 0,1 0-1 0 0,-1 0 0 0 0,0 0 0 0 0,1 0 0 0 0,-1 1 1 0 0,0-1-1 0 0,1 0 0 0 0,-1 0 0 0 0,0 0 0 0 0,1 0 1 0 0,-1 0-1 0 0,0 1 0 0 0,1-1 0 0 0,-1 0 0 0 0,0 0 1 0 0,1 1-1 0 0,-1-1 0 0 0,0 0 0 0 0,0 0 1 0 0,1 1-1 0 0,-1-1 0 0 0,6 19 720 0 0,-6-4-462 0 0,0 0 0 0 0,-1 1 0 0 0,-1-1 0 0 0,-1 0 0 0 0,-5 17 0 0 0,-27 70 352 0 0,32-95-579 0 0,-28 66 412 0 0,-76 124 1 0 0,64-123-1108 0 0,-41 96-1 0 0,70-130-1784 0 0,13-37 1344 0 0,1 0 1 0 0,-1 1 0 0 0,1-1-1 0 0,0 0 1 0 0,0 1-1 0 0,1 4 1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51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431 104 1292 0 0,'77'-92'9568'0'0,"-76"91"-9138"0"0,-2-2 96 0 0,1 3-514 0 0,0 0-1 0 0,0-1 0 0 0,1 1 1 0 0,-1 0-1 0 0,0 0 1 0 0,0-1-1 0 0,0 1 0 0 0,0 0 1 0 0,0 0-1 0 0,0 0 1 0 0,0-1-1 0 0,0 1 0 0 0,0 0 1 0 0,0 0-1 0 0,-1-1 0 0 0,1 1 1 0 0,0 0-1 0 0,0 0 1 0 0,0 0-1 0 0,0-1 0 0 0,0 1 1 0 0,0 0-1 0 0,0 0 1 0 0,0 0-1 0 0,-1 0 0 0 0,1-1 1 0 0,0 1-1 0 0,0 0 0 0 0,0 0 1 0 0,0 0-1 0 0,-1 0 1 0 0,1 0-1 0 0,0-1 0 0 0,0 1 1 0 0,0 0-1 0 0,-1 0 1 0 0,1 0-1 0 0,0 0 0 0 0,0 0 1 0 0,0 0-1 0 0,-1 0 0 0 0,-28 2 360 0 0,0 2-1 0 0,1 1 1 0 0,0 1-1 0 0,-30 11 0 0 0,-15 3-141 0 0,-18 5-59 0 0,-27 6 8 0 0,80-18-169 0 0,35-12-7 0 0,2-1-3 0 0,1 0-1 0 0,-1 0 1 0 0,1 0 0 0 0,-1 1-1 0 0,1-1 1 0 0,-1 0 0 0 0,1 1-1 0 0,-1-1 1 0 0,1 0 0 0 0,-1 1-1 0 0,1-1 1 0 0,-1 1 0 0 0,1-1-1 0 0,0 1 1 0 0,-1-1 0 0 0,1 1-1 0 0,0-1 1 0 0,-1 1 0 0 0,28 21-30 0 0,-1 1 0 0 0,38 42 0 0 0,-7 12-14 0 0,-38-48-48 0 0,29 31 0 0 0,-41-51 49 0 0,2-1-1 0 0,-1 0 1 0 0,1-1-1 0 0,0 0 0 0 0,1 0 1 0 0,0-1-1 0 0,16 9 1 0 0,-7-8-1277 0 0,0 0 0 0 0,0-1 1 0 0,0 0-1 0 0,0-2 0 0 0,33 4 1 0 0,-17-5-2381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52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233 540 2012 0 0,'69'-118'9176'0'0,"-27"50"-6141"0"0,-36 58-2674 0 0,1-3 495 0 0,-8 13-845 0 0,1 0 0 0 0,-1 0 0 0 0,1 0 0 0 0,-1 0 0 0 0,1 0-1 0 0,-1 0 1 0 0,1 0 0 0 0,-1 0 0 0 0,1 0 0 0 0,-1 0 0 0 0,1 1 0 0 0,-1-1-1 0 0,1 0 1 0 0,-1 0 0 0 0,1 0 0 0 0,-1 1 0 0 0,1-1 0 0 0,-1 0 0 0 0,1 0-1 0 0,0 1 1 0 0,-1-1 0 0 0,1 0 0 0 0,-1 1 0 0 0,1-1 0 0 0,0 1 0 0 0,-1 0-1 0 0,-32 23 140 0 0,0 2-1 0 0,-34 35 0 0 0,25-21-65 0 0,-48 47 46 0 0,78-73-99 0 0,0 1-1 0 0,1 0 1 0 0,0 0-1 0 0,-14 28 1 0 0,24-41-25 0 0,0 0 1 0 0,0 0-1 0 0,0 0 1 0 0,1 0-1 0 0,-1-1 1 0 0,0 1-1 0 0,1 0 1 0 0,0 0-1 0 0,-1 0 1 0 0,1 1-1 0 0,0-1 1 0 0,0 0 0 0 0,0 0-1 0 0,0 0 1 0 0,0 0-1 0 0,1 0 1 0 0,-1 0-1 0 0,1 0 1 0 0,-1 0-1 0 0,1 0 1 0 0,0 0-1 0 0,-1 0 1 0 0,1-1-1 0 0,0 1 1 0 0,2 2 0 0 0,-1-2-1 0 0,0 0 1 0 0,1 0 0 0 0,0 0 0 0 0,-1 0 0 0 0,1 0 0 0 0,0-1 0 0 0,0 1 0 0 0,0-1 0 0 0,0 0 0 0 0,0 1 0 0 0,0-2 0 0 0,0 1 0 0 0,0 0 0 0 0,0-1 0 0 0,6 1 0 0 0,5 0 0 0 0,-1-2 0 0 0,1 0 0 0 0,0 0 1 0 0,0-1-1 0 0,0-1 0 0 0,-1 0 0 0 0,0-1 0 0 0,1 0 0 0 0,-1-1 1 0 0,-1-1-1 0 0,1 0 0 0 0,-1-1 0 0 0,16-11 0 0 0,0-1 5 0 0,-1-2-1 0 0,-1-1 1 0 0,-1-1-1 0 0,30-36 1 0 0,-30 29 10 0 0,39-63 1 0 0,-53 75-18 0 0,-1 0 0 0 0,-1-1-1 0 0,-1 0 1 0 0,-1 0 0 0 0,7-28 0 0 0,-13 45-11 0 0,-1 1 5 0 0,1 0 0 0 0,-1 0 0 0 0,0 0 0 0 0,0 0-1 0 0,0 0 1 0 0,0 0 0 0 0,0 0 0 0 0,0 1 0 0 0,0-1-1 0 0,0 0 1 0 0,0 0 0 0 0,0 0 0 0 0,0 0 0 0 0,0 0-1 0 0,-1 0 1 0 0,1 0 0 0 0,0 0 0 0 0,-1 0 0 0 0,1 1-1 0 0,0-1 1 0 0,-1 0 0 0 0,1 0 0 0 0,-1 0 0 0 0,0 1 0 0 0,1-1-1 0 0,-1 0 1 0 0,0 1 0 0 0,1-1 0 0 0,-2 0 0 0 0,1 0-2 0 0,0 0 0 0 0,0 0 1 0 0,0 1-1 0 0,0-1 1 0 0,-1 0-1 0 0,1 1 1 0 0,0-1-1 0 0,0 1 1 0 0,-1-1-1 0 0,1 1 1 0 0,0 0-1 0 0,-1-1 1 0 0,1 1-1 0 0,0 0 0 0 0,-1 0 1 0 0,1 0-1 0 0,-1 0 1 0 0,1 0-1 0 0,0 0 1 0 0,-1 0-1 0 0,-1 1 1 0 0,-1 1-2 0 0,0-1-1 0 0,0 1 1 0 0,0 0 0 0 0,1-1 0 0 0,-1 2 0 0 0,0-1 0 0 0,-3 3 0 0 0,-4 5-6 0 0,0 0 1 0 0,0 1 0 0 0,-9 13 0 0 0,18-22 9 0 0,0 1 0 0 0,0-1 0 0 0,0 0 0 0 0,1 1 0 0 0,-1 0 0 0 0,1-1 0 0 0,-1 1 0 0 0,1 0 0 0 0,0 0 0 0 0,0 0 1 0 0,1 0-1 0 0,-1 0 0 0 0,0-1 0 0 0,1 1 0 0 0,0 1 0 0 0,0-1 0 0 0,0 0 0 0 0,0 0 0 0 0,0 0 0 0 0,1 0 0 0 0,-1 0 0 0 0,2 2 1 0 0,-1-1-1 0 0,1 0 0 0 0,0-1 1 0 0,0 1-1 0 0,0-1 0 0 0,1 0 1 0 0,-1 0-1 0 0,1 0 0 0 0,0 0 1 0 0,0 0-1 0 0,0 0 0 0 0,0-1 1 0 0,0 1-1 0 0,0-1 0 0 0,1 0 1 0 0,-1 0-1 0 0,5 1 1 0 0,6 3-2 0 0,0-1 1 0 0,1-1-1 0 0,-1 0 1 0 0,1 0 0 0 0,0-2-1 0 0,0 0 1 0 0,30 0 0 0 0,-22-3-1 0 0,0 0 1 0 0,-1-2 0 0 0,1 0-1 0 0,35-11 1 0 0,-32 5 4 0 0,-1-1-1 0 0,-1-1 1 0 0,1-1 0 0 0,-2-1-1 0 0,0-1 1 0 0,0-1 0 0 0,-2-1-1 0 0,38-35 1 0 0,-4-8 11 0 0,78-105 1 0 0,-85 101-44 0 0,-38 53-49 0 0,-12 20 27 0 0,-13 22-2 0 0,-68 133 668 0 0,6 5 0 0 0,-98 324 0 0 0,116-277-245 0 0,-142 478 307 0 0,133-482 828 0 0,68-213-1482 0 0,0 0-1 0 0,0 1 1 0 0,-1-1-1 0 0,1 0 1 0 0,0 0-1 0 0,0 1 1 0 0,0-1-1 0 0,0 0 1 0 0,0 1-1 0 0,-1-1 1 0 0,1 0-1 0 0,0 1 1 0 0,0-1-1 0 0,0 0 1 0 0,0 0-1 0 0,0 1 1 0 0,0-1-1 0 0,0 0 1 0 0,0 1-1 0 0,0-1 1 0 0,0 0-1 0 0,0 1 1 0 0,0-1-1 0 0,0 0 1 0 0,1 1-1 0 0,-1-1 1 0 0,0 0-1 0 0,0 0 1 0 0,0 1-1 0 0,0-1 1 0 0,0 0-1 0 0,1 1 1 0 0,-1-1-1 0 0,0 0 1 0 0,0 0-1 0 0,1 0 1 0 0,-1 1-1 0 0,0-1 1 0 0,0 0-1 0 0,1 1 1 0 0,13-8 228 0 0,15-16-178 0 0,-5-2 12 0 0,0 0 1 0 0,-2-1-1 0 0,-1-1 1 0 0,28-47-1 0 0,-42 60-80 0 0,0 1 0 0 0,-1-1 1 0 0,-1 0-1 0 0,0 0 0 0 0,-1-1 0 0 0,-1 1 0 0 0,0-1 0 0 0,-1 0 1 0 0,0 0-1 0 0,-1 0 0 0 0,-1 0 0 0 0,0 0 0 0 0,-3-15 0 0 0,-2 6-15 0 0,0 0-1 0 0,-2 0 1 0 0,-1 1-1 0 0,0 0 1 0 0,-2 1-1 0 0,-1 0 1 0 0,0 0-1 0 0,-2 1 1 0 0,0 1-1 0 0,-19-23 1 0 0,-21-17-69 0 0,-106-94 0 0 0,91 92 63 0 0,63 57-19 0 0,-1-1-217 0 0,0 0-1 0 0,0 0 1 0 0,0 0 0 0 0,-7-12 0 0 0,12 17 206 0 0,1 0-1 0 0,-1-1 1 0 0,0 1 0 0 0,0 0-1 0 0,1-1 1 0 0,-1 1 0 0 0,1-1 0 0 0,-1 1-1 0 0,1 0 1 0 0,0-1 0 0 0,0 1-1 0 0,0-1 1 0 0,-1 1 0 0 0,1-1 0 0 0,1 1-1 0 0,-1-1 1 0 0,0 1 0 0 0,0-1-1 0 0,0 1 1 0 0,1-1 0 0 0,-1 1-1 0 0,1-1 1 0 0,-1 1 0 0 0,1 0 0 0 0,0-1-1 0 0,-1 1 1 0 0,1 0 0 0 0,0-1-1 0 0,0 1 1 0 0,0 0 0 0 0,0 0-1 0 0,2-2 1 0 0,4-3-619 0 0,1 0 0 0 0,0 1 0 0 0,0 0-1 0 0,1 0 1 0 0,0 0 0 0 0,18-6 0 0 0,61-14-3581 0 0,-42 13 817 0 0,6-3-1751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52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504 189 828 0 0,'8'-54'5662'0'0,"-5"34"-2443"0"0,3-38-1 0 0,-19 70-2506 0 0,0 6-135 0 0,0 0 1 0 0,-14 28 0 0 0,3-4-204 0 0,-62 90 632 0 0,-7-4 0 0 0,-110 120 0 0 0,166-207 729 0 0,35-39-1431 0 0,-7 1 419 0 0,9-5-698 0 0,0-1-1 0 0,-1 0 1 0 0,1 1 0 0 0,0-1 0 0 0,1 1-1 0 0,-1-1 1 0 0,0 1 0 0 0,1-1-1 0 0,-1 1 1 0 0,1-1 0 0 0,0 1-1 0 0,1-5 1 0 0,19-35 66 0 0,-12 24-64 0 0,32-59-23 0 0,3 2 1 0 0,65-83-1 0 0,-59 90-65 0 0,2 3-1 0 0,4 1 1 0 0,72-62 0 0 0,-127 124 51 0 0,1 1 0 0 0,0-1 1 0 0,0 1-1 0 0,0-1 1 0 0,1 1-1 0 0,-1 0 1 0 0,0 0-1 0 0,0 0 0 0 0,1 0 1 0 0,-1 0-1 0 0,0 1 1 0 0,1-1-1 0 0,-1 0 1 0 0,5 1-1 0 0,-6 0 8 0 0,1 0 1 0 0,-1 1 0 0 0,1-1-1 0 0,-1 0 1 0 0,0 1-1 0 0,1 0 1 0 0,-1-1-1 0 0,0 1 1 0 0,0 0-1 0 0,1-1 1 0 0,-1 1-1 0 0,0 0 1 0 0,0 0-1 0 0,0 0 1 0 0,0 0-1 0 0,0 0 1 0 0,0 0-1 0 0,0 0 1 0 0,-1 1-1 0 0,1-1 1 0 0,0 0-1 0 0,0 0 1 0 0,-1 1-1 0 0,1-1 1 0 0,-1 0-1 0 0,1 1 1 0 0,-1-1-1 0 0,0 2 1 0 0,5 15 18 0 0,-2 0 0 0 0,0 0-1 0 0,-1 1 1 0 0,-1-1 0 0 0,-2 31 0 0 0,-16 94 69 0 0,13-117-90 0 0,-16 85-17 0 0,11-66 1 0 0,1 1 0 0 0,2-1 0 0 0,0 69 1 0 0,7-103 25 0 0,0 0 1 0 0,0 0 0 0 0,1 0 0 0 0,5 18-1 0 0,-6-25-3 0 0,0-1-1 0 0,1 1 0 0 0,0-1 1 0 0,0 1-1 0 0,0-1 0 0 0,0 0 1 0 0,0 1-1 0 0,1-1 0 0 0,-1 0 1 0 0,1-1-1 0 0,0 1 0 0 0,0 0 1 0 0,0-1-1 0 0,0 0 0 0 0,1 1 1 0 0,4 1-1 0 0,2 1-7 0 0,1-1 0 0 0,0 0 0 0 0,0-1 0 0 0,0 0-1 0 0,1 0 1 0 0,-1-1 0 0 0,0-1 0 0 0,1 0 0 0 0,22-1 0 0 0,-25-1-555 0 0,0 0 0 0 0,0-1 1 0 0,0 0-1 0 0,0 0 0 0 0,14-7 1 0 0,-17 7-535 0 0,0-1 0 0 0,0 0 0 0 0,-1-1 0 0 0,1 0 0 0 0,-1 0 1 0 0,0 0-1 0 0,0 0 0 0 0,6-7 0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53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73 1200 0 0,'-103'-27'8623'0'0,"102"27"-8546"0"0,0 0 0 0 0,0-1 0 0 0,0 1 0 0 0,0 0 0 0 0,0-1 0 0 0,0 1 0 0 0,0 0 1 0 0,0-1-1 0 0,0 1 0 0 0,0-1 0 0 0,1 0 0 0 0,-1 1 0 0 0,0-1 0 0 0,0 0 0 0 0,1 1 0 0 0,-2-2 0 0 0,2 1-45 0 0,0 1 0 0 0,0 0 0 0 0,0-1-1 0 0,0 1 1 0 0,0-1 0 0 0,0 1 0 0 0,0 0-1 0 0,0-1 1 0 0,0 1 0 0 0,0 0 0 0 0,0-1-1 0 0,0 1 1 0 0,0-1 0 0 0,0 1 0 0 0,0 0-1 0 0,1-1 1 0 0,-1 1 0 0 0,0 0 0 0 0,0-1 0 0 0,0 1-1 0 0,1 0 1 0 0,-1-1 0 0 0,0 1 0 0 0,0 0-1 0 0,1 0 1 0 0,-1-1 0 0 0,1 1 0 0 0,1-2 36 0 0,1 0 1 0 0,0 0-1 0 0,0 0 1 0 0,0 1-1 0 0,0-1 1 0 0,0 1 0 0 0,6-2-1 0 0,12-1 44 0 0,0 1-1 0 0,0 0 1 0 0,33 1-1 0 0,65 8-1120 0 0,-105-5 667 0 0,88 10-5503 0 0,-70-7 2428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4:53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1920 0 0,'12'-3'3613'0'0,"5"-6"-1429"0"0,-5 4-780 0 0,-2 0-692 0 0,-1 0-700 0 0,-2-2-2020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10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695 121 832 0 0,'0'0'4022'0'0,"-3"0"-3057"0"0,-11 0 2223 0 0,-1 1-1581 0 0,14-1-1575 0 0,0 1 0 0 0,1-1 0 0 0,-1 1 0 0 0,0-1 0 0 0,1 0 0 0 0,-1 1 0 0 0,1-1 1 0 0,-1 1-1 0 0,1-1 0 0 0,-1 1 0 0 0,1-1 0 0 0,0 1 0 0 0,-1 0 0 0 0,1-1 0 0 0,0 1 0 0 0,-1 0 1 0 0,1-1-1 0 0,0 1 0 0 0,-1 0 0 0 0,1-1 0 0 0,0 1 0 0 0,0 0 0 0 0,0-1 0 0 0,0 1 0 0 0,0 0 1 0 0,0-1-1 0 0,0 1 0 0 0,0 0 0 0 0,0 0 0 0 0,0-1 0 0 0,0 1 0 0 0,0 0 0 0 0,1-1 1 0 0,-1 1-1 0 0,0 0 0 0 0,0-1 0 0 0,1 1 0 0 0,-1 0 0 0 0,1-1 0 0 0,-1 1 0 0 0,1 0 0 0 0,3 2 42 0 0,0-1-1 0 0,0 0 0 0 0,0 0 1 0 0,1 0-1 0 0,-1 0 0 0 0,1-1 1 0 0,-1 1-1 0 0,1-1 0 0 0,-1 0 0 0 0,1-1 1 0 0,0 1-1 0 0,-1-1 0 0 0,1 0 1 0 0,0 0-1 0 0,6-1 0 0 0,14-1 69 0 0,36-9 0 0 0,-47 9-122 0 0,0-1 0 0 0,0-1 0 0 0,-1-1 1 0 0,1 0-1 0 0,-1 0 0 0 0,-1-1 0 0 0,1-1 1 0 0,-1 0-1 0 0,0-1 0 0 0,15-12 0 0 0,-26 19-16 0 0,1 0 1 0 0,-1 0-1 0 0,0 0 0 0 0,0 0 0 0 0,0 0 1 0 0,-1 0-1 0 0,1 0 0 0 0,0 0 0 0 0,0 0 0 0 0,0 0 1 0 0,-1-1-1 0 0,1 1 0 0 0,-1 0 0 0 0,1 0 0 0 0,-1-1 1 0 0,1 1-1 0 0,-1 0 0 0 0,0-1 0 0 0,0 1 0 0 0,1 0 1 0 0,-1-1-1 0 0,0 1 0 0 0,0-1 0 0 0,0 1 1 0 0,-1 0-1 0 0,1-1 0 0 0,0 1 0 0 0,-1 0 0 0 0,1-1 1 0 0,0 1-1 0 0,-2-3 0 0 0,0 2-2 0 0,1 0 0 0 0,-1 0-1 0 0,0 0 1 0 0,0 0 0 0 0,0 0 0 0 0,0 0 0 0 0,-1 0 0 0 0,1 1-1 0 0,0-1 1 0 0,-1 1 0 0 0,1-1 0 0 0,-1 1 0 0 0,0 0-1 0 0,-4-1 1 0 0,-9-2 1 0 0,-1 1-1 0 0,1 1 0 0 0,-1 0 0 0 0,0 1 1 0 0,1 1-1 0 0,-1 0 0 0 0,0 2 1 0 0,-28 5-1 0 0,-8 5 38 0 0,-68 25-1 0 0,92-27-34 0 0,0 2 0 0 0,0 2-1 0 0,-46 29 1 0 0,58-32-15 0 0,2 0 1 0 0,-1 2 0 0 0,2-1 0 0 0,-1 2-1 0 0,2 0 1 0 0,0 1 0 0 0,-13 19-1 0 0,23-30 4 0 0,0-1 0 0 0,1 1 0 0 0,0 0 0 0 0,0 0 0 0 0,0 0 0 0 0,0 0 0 0 0,1 0 0 0 0,0 1 0 0 0,0-1 0 0 0,0 0 0 0 0,0 1-1 0 0,1-1 1 0 0,-1 1 0 0 0,1-1 0 0 0,0 1 0 0 0,1-1 0 0 0,-1 1 0 0 0,1-1 0 0 0,-1 0 0 0 0,2 1 0 0 0,-1-1 0 0 0,0 0 0 0 0,1 0 0 0 0,0 0 0 0 0,0 1-1 0 0,0-2 1 0 0,0 1 0 0 0,0 0 0 0 0,1 0 0 0 0,0-1 0 0 0,0 0 0 0 0,0 1 0 0 0,0-1 0 0 0,0 0 0 0 0,1 0 0 0 0,-1-1 0 0 0,1 1 0 0 0,6 2 0 0 0,4 2 13 0 0,0 0 1 0 0,1-1 0 0 0,0-1 0 0 0,0-1-1 0 0,0 0 1 0 0,0-1 0 0 0,26 3 0 0 0,112-4 97 0 0,-90-3-76 0 0,-58 1-9 0 0,0-1 0 0 0,1 1 0 0 0,-1-1-1 0 0,0 0 1 0 0,8-2 0 0 0,-10 2 39 0 0,-12-4-39 0 0,-8 4-16 0 0,-1 2 0 0 0,1 0 0 0 0,-1 1 0 0 0,1 0 0 0 0,0 2 0 0 0,-1 0 0 0 0,-26 11 0 0 0,-115 56 3 0 0,101-41 8 0 0,-87 60 0 0 0,119-71-2 0 0,0 1 0 0 0,2 1 1 0 0,0 2-1 0 0,1 0 0 0 0,-24 33 0 0 0,42-49-16 0 0,0 1 0 0 0,0-1-1 0 0,1 1 1 0 0,0 0 0 0 0,0 0-1 0 0,1 1 1 0 0,-4 13 0 0 0,7-20 12 0 0,-1 1 1 0 0,1-1 0 0 0,-1 1 0 0 0,1-1 0 0 0,0 1 0 0 0,0-1-1 0 0,0 0 1 0 0,1 1 0 0 0,-1-1 0 0 0,1 1 0 0 0,-1-1-1 0 0,1 0 1 0 0,0 1 0 0 0,0-1 0 0 0,0 0 0 0 0,0 0 0 0 0,0 1-1 0 0,0-1 1 0 0,0 0 0 0 0,1 0 0 0 0,-1 0 0 0 0,1-1-1 0 0,0 1 1 0 0,0 0 0 0 0,-1 0 0 0 0,1-1 0 0 0,0 1 0 0 0,0-1-1 0 0,0 0 1 0 0,1 0 0 0 0,-1 0 0 0 0,3 1 0 0 0,7 3 25 0 0,0-1 0 0 0,0 0 1 0 0,1-1-1 0 0,0-1 0 0 0,0 0 1 0 0,-1-1-1 0 0,20 0 0 0 0,93-10-243 0 0,-88 5-252 0 0,239-42-7427 0 0,-230 36 4113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12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340 528 2036 0 0,'1'-4'648'0'0,"0"1"0"0"0,0 0 0 0 0,-1 0 0 0 0,1-1 0 0 0,-1 1 0 0 0,0 0 0 0 0,0 0-1 0 0,0-1 1 0 0,0 1 0 0 0,-1 0 0 0 0,1-1 0 0 0,-3-4 0 0 0,3 7-560 0 0,-1-1 0 0 0,1 1 0 0 0,-1 0 0 0 0,0-1 0 0 0,0 1 0 0 0,1 0 0 0 0,-1 0 0 0 0,0 0 1 0 0,0 0-1 0 0,0 0 0 0 0,0 0 0 0 0,-1 0 0 0 0,1 0 0 0 0,0 0 0 0 0,0 0 0 0 0,0 0 0 0 0,-1 1 0 0 0,1-1 0 0 0,0 1 0 0 0,-1-1 0 0 0,1 1 0 0 0,-1-1 0 0 0,1 1 1 0 0,0 0-1 0 0,-1 0 0 0 0,1-1 0 0 0,-1 1 0 0 0,1 0 0 0 0,-1 0 0 0 0,1 1 0 0 0,-1-1 0 0 0,1 0 0 0 0,-2 1 0 0 0,-11 3 108 0 0,0 0-1 0 0,0 1 0 0 0,0 1 1 0 0,1 0-1 0 0,0 1 1 0 0,1 0-1 0 0,-1 1 0 0 0,1 0 1 0 0,-16 16-1 0 0,2-1 1 0 0,2 1 0 0 0,0 2-1 0 0,-20 28 1 0 0,40-49-184 0 0,0 1 0 0 0,0-1 0 0 0,1 1-1 0 0,0 0 1 0 0,0 0 0 0 0,1 0 0 0 0,-1 1 0 0 0,1-1-1 0 0,1 0 1 0 0,-1 1 0 0 0,0 11 0 0 0,2-15-11 0 0,0 1 0 0 0,0-1 1 0 0,0 0-1 0 0,1 0 0 0 0,-1 0 0 0 0,1 0 1 0 0,0-1-1 0 0,0 1 0 0 0,0 0 1 0 0,0 0-1 0 0,1 0 0 0 0,-1-1 0 0 0,1 1 1 0 0,0-1-1 0 0,0 1 0 0 0,-1-1 0 0 0,1 1 1 0 0,1-1-1 0 0,-1 0 0 0 0,0 0 1 0 0,1 0-1 0 0,-1-1 0 0 0,1 1 0 0 0,-1 0 1 0 0,1-1-1 0 0,0 0 0 0 0,4 2 0 0 0,5 1-214 0 0,1 0-1 0 0,-1-1 0 0 0,1 0 0 0 0,-1-2 0 0 0,1 1 1 0 0,0-1-1 0 0,-1-1 0 0 0,1 0 0 0 0,0-1 0 0 0,0-1 1 0 0,15-3-1 0 0,-1-1-255 0 0,0-2-1 0 0,0-1 1 0 0,-1 0 0 0 0,28-16 0 0 0,-25 9 146 0 0,-1-2 0 0 0,0-1 1 0 0,-1-1-1 0 0,-1-1 0 0 0,-1-1 1 0 0,-1-1-1 0 0,-1-2 0 0 0,-1 0 1 0 0,34-51-1 0 0,-25 26 609 0 0,-3-1 0 0 0,-1-2 0 0 0,-3 0-1 0 0,31-100 1 0 0,-21 9 3457 0 0,-34 142-3598 0 0,-5 10-3 0 0,-1-1 1 0 0,1 1-1 0 0,1-1 1 0 0,-1 1 0 0 0,2 1-1 0 0,-1-1 1 0 0,1 1-1 0 0,-3 8 1 0 0,-4 12 87 0 0,-76 212 755 0 0,33-90-638 0 0,14-40-136 0 0,-43 112 322 0 0,81-218-569 0 0,3-6 7 0 0,10-15-16 0 0,14-25-25 0 0,-1 0-26 0 0,3 0-1 0 0,45-51 1 0 0,-60 78 59 0 0,1 0 0 0 0,0 0 0 0 0,1 1 0 0 0,1 1 1 0 0,0 1-1 0 0,1 0 0 0 0,0 1 0 0 0,34-14 0 0 0,-47 22 59 0 0,0 1 1 0 0,-1-1-1 0 0,1 1 0 0 0,0 1 1 0 0,0-1-1 0 0,0 0 0 0 0,0 1 1 0 0,0 0-1 0 0,0 0 0 0 0,0 0 0 0 0,0 1 1 0 0,0-1-1 0 0,0 1 0 0 0,-1 0 1 0 0,1 0-1 0 0,0 0 0 0 0,5 3 0 0 0,-6-3 7 0 0,-1 1 0 0 0,0 0-1 0 0,0-1 1 0 0,0 1 0 0 0,0 0-1 0 0,0 0 1 0 0,0 0-1 0 0,-1 0 1 0 0,1 1 0 0 0,-1-1-1 0 0,0 0 1 0 0,1 1 0 0 0,-1-1-1 0 0,0 1 1 0 0,0-1-1 0 0,-1 1 1 0 0,1 0 0 0 0,0-1-1 0 0,-1 1 1 0 0,0 0 0 0 0,1-1-1 0 0,-1 1 1 0 0,0 0-1 0 0,-1 0 1 0 0,1-1 0 0 0,-1 4-1 0 0,-4 23 127 0 0,-1 0-1 0 0,-17 48 1 0 0,-3 12-11 0 0,25-88-144 0 0,1 1 0 0 0,-1 0-1 0 0,1 0 1 0 0,0 0 0 0 0,-1 0 0 0 0,1 0 0 0 0,0 0 0 0 0,0 0 0 0 0,0 0 0 0 0,1 0 0 0 0,-1 0 0 0 0,0-1 0 0 0,1 1 0 0 0,-1 0 0 0 0,1 0 0 0 0,0 0-1 0 0,-1 0 1 0 0,1-1 0 0 0,0 1 0 0 0,0 0 0 0 0,0-1 0 0 0,0 1 0 0 0,1 0 0 0 0,-1-1 0 0 0,0 0 0 0 0,4 3 0 0 0,-2-2-1 0 0,0 0 0 0 0,1 0 0 0 0,-1-1 1 0 0,1 0-1 0 0,0 0 0 0 0,0 0 0 0 0,-1 0 1 0 0,1 0-1 0 0,0-1 0 0 0,0 1 0 0 0,0-1 0 0 0,7-1 1 0 0,7-1-52 0 0,-1 0 1 0 0,1-2 0 0 0,0 0 0 0 0,-1-1 0 0 0,0 0-1 0 0,0-2 1 0 0,0 0 0 0 0,16-10 0 0 0,-5 1-196 0 0,-1-1 0 0 0,-1-2 1 0 0,40-35-1 0 0,-50 39 162 0 0,0-1-1 0 0,-2-1 0 0 0,23-31 1 0 0,-32 40 85 0 0,0 0 0 0 0,0-1 0 0 0,-1 1 0 0 0,0-1 0 0 0,-1 0 0 0 0,1 0 0 0 0,-2 0 0 0 0,1-1 0 0 0,-1 1 0 0 0,1-19 0 0 0,-4 24 16 0 0,1 4-16 0 0,-1-1 1 0 0,1 0-1 0 0,0 0 0 0 0,0 1 1 0 0,-1-1-1 0 0,1 0 0 0 0,-1 1 0 0 0,1-1 1 0 0,-1 0-1 0 0,1 1 0 0 0,-1-1 1 0 0,1 1-1 0 0,-1-1 0 0 0,1 1 0 0 0,-1-1 1 0 0,0 1-1 0 0,1-1 0 0 0,-1 1 1 0 0,0 0-1 0 0,1-1 0 0 0,-1 1 0 0 0,0 0 1 0 0,1 0-1 0 0,-1-1 0 0 0,0 1 0 0 0,0 0 1 0 0,1 0-1 0 0,-1 0 0 0 0,0 0 1 0 0,0 0-1 0 0,0 0 0 0 0,1 0 0 0 0,-1 0 1 0 0,0 0-1 0 0,0 1 0 0 0,1-1 1 0 0,-1 0-1 0 0,0 0 0 0 0,1 1 0 0 0,-1-1 1 0 0,0 0-1 0 0,1 1 0 0 0,-1-1 1 0 0,0 1-1 0 0,1-1 0 0 0,-1 0 0 0 0,0 2 1 0 0,0-2 1 0 0,-8 6 6 0 0,-1 1-1 0 0,1 1 1 0 0,0-1-1 0 0,0 1 0 0 0,1 1 1 0 0,0 0-1 0 0,0 0 1 0 0,-10 17-1 0 0,4-7 14 0 0,-1 2 1 0 0,0 1 1 0 0,-17 36-1 0 0,27-48-18 0 0,0 1 0 0 0,0 0-1 0 0,2 0 1 0 0,-1 1 0 0 0,1-1 0 0 0,1 1 0 0 0,-2 23 0 0 0,4-33-3 0 0,0 1 1 0 0,0-1-1 0 0,1 1 1 0 0,-1-1-1 0 0,1 0 1 0 0,-1 1-1 0 0,1-1 1 0 0,0 1-1 0 0,0-1 1 0 0,0 0-1 0 0,0 0 1 0 0,0 1 0 0 0,1-1-1 0 0,-1 0 1 0 0,1 0-1 0 0,2 3 1 0 0,0-2 3 0 0,-1 0 0 0 0,1-1 0 0 0,-1 1 1 0 0,1-1-1 0 0,0 0 0 0 0,0 0 1 0 0,0 0-1 0 0,0-1 0 0 0,5 2 0 0 0,4 0-36 0 0,1-1-1 0 0,0 0 0 0 0,0 0 0 0 0,0-2 0 0 0,17 0 1 0 0,0-3-364 0 0,-1-1 1 0 0,0-1-1 0 0,0-2 1 0 0,0-1 0 0 0,-1-1-1 0 0,0-2 1 0 0,-1 0 0 0 0,0-2-1 0 0,-1-2 1 0 0,0 0 0 0 0,-2-1-1 0 0,1-2 1 0 0,-2-1 0 0 0,24-23-1 0 0,-22 16 300 0 0,-1 0 0 0 0,-1-2 1 0 0,-2-1-1 0 0,-1 0 0 0 0,-1-2 0 0 0,-1 0 0 0 0,-2-2 0 0 0,-1 0 0 0 0,-2 0 0 0 0,-1-1 0 0 0,13-57 0 0 0,-20 53 790 0 0,-1 1 0 0 0,-2-1 1 0 0,-1-38-1 0 0,-2 76-686 0 0,0 0-1 0 0,0-1 1 0 0,0 1 0 0 0,0 0 0 0 0,0-1 0 0 0,0 1 0 0 0,0 0-1 0 0,0-1 1 0 0,0 1 0 0 0,0-1 0 0 0,0 1 0 0 0,0 0 0 0 0,0-1 0 0 0,0 1-1 0 0,0 0 1 0 0,0-1 0 0 0,0 1 0 0 0,0 0 0 0 0,0-1 0 0 0,-1 1-1 0 0,1 0 1 0 0,0-1 0 0 0,0 1 0 0 0,0 0 0 0 0,-1-1 0 0 0,1 1-1 0 0,0 0 1 0 0,0 0 0 0 0,-1-1 0 0 0,1 1 0 0 0,0 0 0 0 0,-1 0-1 0 0,1 0 1 0 0,0-1 0 0 0,-1 1 0 0 0,1 0 0 0 0,0 0 0 0 0,-1 0-1 0 0,1 0 1 0 0,0 0 0 0 0,-1 0 0 0 0,1 0 0 0 0,-1 0 0 0 0,1 0-1 0 0,0 0 1 0 0,-1 0 0 0 0,1 0 0 0 0,0 0 0 0 0,-1 0 0 0 0,1 0-1 0 0,0 0 1 0 0,-1 0 0 0 0,1 0 0 0 0,-1 0 0 0 0,1 1 0 0 0,0-1 0 0 0,0 0-1 0 0,-1 0 1 0 0,0 1 0 0 0,-18 16 464 0 0,-19 40 483 0 0,3 2 0 0 0,-43 97 0 0 0,51-100-552 0 0,-66 149 639 0 0,72-150-725 0 0,-27 103 0 0 0,45-147-348 0 0,1 0 1 0 0,1 0-1 0 0,-1 0 1 0 0,2 0-1 0 0,-1 0 1 0 0,2 1-1 0 0,1 13 0 0 0,-1-21-91 0 0,0 0 0 0 0,0 0 0 0 0,0-1 0 0 0,0 1-1 0 0,1 0 1 0 0,-1-1 0 0 0,1 1 0 0 0,0-1-1 0 0,0 0 1 0 0,1 0 0 0 0,-1 1 0 0 0,0-1 0 0 0,1-1-1 0 0,0 1 1 0 0,0 0 0 0 0,0-1 0 0 0,0 1-1 0 0,0-1 1 0 0,0 0 0 0 0,1 0 0 0 0,-1 0-1 0 0,1-1 1 0 0,6 3 0 0 0,-3-2-150 0 0,0 0-1 0 0,0 0 1 0 0,1-1 0 0 0,-1 0 0 0 0,0-1-1 0 0,0 0 1 0 0,1 0 0 0 0,-1 0-1 0 0,0-1 1 0 0,11-2 0 0 0,-6 0-59 0 0,-1 0 0 0 0,0-1 1 0 0,0-1-1 0 0,0 0 0 0 0,19-12 1 0 0,-10 3 210 0 0,0-1 0 0 0,0-1 0 0 0,-2-1 1 0 0,0-1-1 0 0,22-28 0 0 0,-17 14 2138 0 0,0 0 0 0 0,33-70 0 0 0,-49 88-503 0 0,-17 29-894 0 0,-16 32-62 0 0,1 3-5 0 0,14-32-454 0 0,2 1 0 0 0,0 0 1 0 0,1 0-1 0 0,1 1 0 0 0,0 0 1 0 0,-3 24-1 0 0,9-41-97 0 0,1-1 1 0 0,0 1-1 0 0,0-1 1 0 0,0 1-1 0 0,0-1 0 0 0,0 1 1 0 0,1-1-1 0 0,-1 1 1 0 0,1-1-1 0 0,-1 0 1 0 0,1 1-1 0 0,0-1 0 0 0,0 1 1 0 0,0-1-1 0 0,0 0 1 0 0,0 0-1 0 0,1 0 1 0 0,-1 0-1 0 0,1 0 0 0 0,0 0 1 0 0,-1 0-1 0 0,1 0 1 0 0,0 0-1 0 0,0-1 1 0 0,0 1-1 0 0,0-1 1 0 0,0 0-1 0 0,0 1 0 0 0,0-1 1 0 0,1 0-1 0 0,-1 0 1 0 0,0 0-1 0 0,1-1 1 0 0,-1 1-1 0 0,1-1 0 0 0,-1 1 1 0 0,4-1-1 0 0,3 2-5 0 0,0-2 0 0 0,0 1 1 0 0,0-2-1 0 0,-1 1 0 0 0,1-1 0 0 0,0 0 0 0 0,0-1 0 0 0,-1 0 0 0 0,13-4 0 0 0,-9 0-55 0 0,-1 0 1 0 0,0 0-1 0 0,0-1 0 0 0,0-1 0 0 0,-1 0 1 0 0,0 0-1 0 0,-1-1 0 0 0,0 0 0 0 0,0 0 1 0 0,-1-1-1 0 0,0-1 0 0 0,12-19 0 0 0,-13 18 38 0 0,-1 0-1 0 0,0-1 0 0 0,0 1 0 0 0,-2-1 1 0 0,1 0-1 0 0,-2 0 0 0 0,1-1 1 0 0,-2 1-1 0 0,0-1 0 0 0,-1 0 0 0 0,0-25 1 0 0,-2 31 17 0 0,0 0 1 0 0,0 1 0 0 0,0-1-1 0 0,-1 1 1 0 0,-1-1 0 0 0,1 1-1 0 0,-1 0 1 0 0,0 0-1 0 0,-1 0 1 0 0,0 0 0 0 0,0 0-1 0 0,-6-7 1 0 0,7 11 6 0 0,0 0 0 0 0,0 0 0 0 0,-1 0 0 0 0,1 1 0 0 0,0-1 0 0 0,-1 1 0 0 0,0 0 0 0 0,1 0 1 0 0,-1 0-1 0 0,0 1 0 0 0,0-1 0 0 0,0 1 0 0 0,0 0 0 0 0,0 0 0 0 0,0 0 0 0 0,-1 1 0 0 0,1 0 0 0 0,0-1 0 0 0,0 1 0 0 0,0 1 0 0 0,-1-1 0 0 0,1 0 0 0 0,-7 3 0 0 0,-2 1-33 0 0,0 0-1 0 0,0 1 0 0 0,1 0 0 0 0,0 1 1 0 0,0 0-1 0 0,1 1 0 0 0,0 0 0 0 0,-14 12 1 0 0,17-13 12 0 0,1 1 0 0 0,-1 0 1 0 0,1 1-1 0 0,0-1 0 0 0,1 2 1 0 0,0-1-1 0 0,0 1 0 0 0,1-1 0 0 0,0 1 1 0 0,0 1-1 0 0,-3 11 0 0 0,7-19 11 0 0,0 1 0 0 0,1-1-1 0 0,-1 1 1 0 0,1-1 0 0 0,-1 1 0 0 0,1-1-1 0 0,0 1 1 0 0,0-1 0 0 0,0 1-1 0 0,0-1 1 0 0,1 0 0 0 0,-1 1 0 0 0,1-1-1 0 0,-1 1 1 0 0,1-1 0 0 0,0 0-1 0 0,0 1 1 0 0,0-1 0 0 0,2 4 0 0 0,-1-4-70 0 0,1 1 1 0 0,-1-1-1 0 0,1 0 1 0 0,-1 0 0 0 0,1 0-1 0 0,0 0 1 0 0,-1 0-1 0 0,1 0 1 0 0,0-1 0 0 0,0 1-1 0 0,0-1 1 0 0,7 2 0 0 0,1-1-177 0 0,-1 0 0 0 0,1 0 0 0 0,0-1 0 0 0,1-1 0 0 0,-1 1 1 0 0,0-2-1 0 0,19-2 0 0 0,-13-1-40 0 0,1-1 0 0 0,-1 0 0 0 0,-1-1 0 0 0,24-12 0 0 0,57-38-641 0 0,-68 37 775 0 0,1 2 0 0 0,0 1 1 0 0,34-12-1 0 0,-61 26 222 0 0,0 1 0 0 0,1 0-1 0 0,-1 0 1 0 0,0 1 0 0 0,1-1 0 0 0,-1 1 0 0 0,1-1 0 0 0,-1 1 0 0 0,0 0 0 0 0,1 1 0 0 0,-1-1-1 0 0,1 0 1 0 0,-1 1 0 0 0,1 0 0 0 0,-1 0 0 0 0,6 2 0 0 0,-7-1-5 0 0,1-1 0 0 0,-1 1-1 0 0,0-1 1 0 0,0 1 0 0 0,-1 0 0 0 0,1 0-1 0 0,0 0 1 0 0,0 0 0 0 0,-1 0 0 0 0,1 0 0 0 0,-1 1-1 0 0,0-1 1 0 0,0 0 0 0 0,0 1 0 0 0,0-1 0 0 0,0 1-1 0 0,0-1 1 0 0,-1 1 0 0 0,1-1 0 0 0,-1 1-1 0 0,0 0 1 0 0,0 3 0 0 0,1 6 46 0 0,-2 1 1 0 0,1-1-1 0 0,-2 0 1 0 0,0 1-1 0 0,0-1 1 0 0,-1 0-1 0 0,0 0 1 0 0,-1-1-1 0 0,-1 1 1 0 0,0-1-1 0 0,0 0 0 0 0,-1 0 1 0 0,-1 0-1 0 0,0-1 1 0 0,0 0-1 0 0,-1 0 1 0 0,-12 11-1 0 0,19-19-87 0 0,-16-1-3 0 0,17-4-22 0 0,-1 1 0 0 0,0 0 1 0 0,0-1-1 0 0,1 1 0 0 0,-1 0 1 0 0,1-1-1 0 0,-1 1 0 0 0,1-1 0 0 0,0 1 1 0 0,0-1-1 0 0,0 1 0 0 0,1 0 1 0 0,-1-1-1 0 0,1 1 0 0 0,-1-1 0 0 0,1 1 1 0 0,1-3-1 0 0,17-44-41 0 0,-18 47 44 0 0,8-16-27 0 0,1 0 0 0 0,0 1 1 0 0,2 0-1 0 0,0 1 1 0 0,0 1-1 0 0,2 0 1 0 0,0 0-1 0 0,0 2 0 0 0,2-1 1 0 0,-1 2-1 0 0,2 0 1 0 0,30-16-1 0 0,-39 24 110 0 0,0 0 0 0 0,0 1 1 0 0,0 0-1 0 0,0 0 0 0 0,1 1 0 0 0,-1 0 0 0 0,1 1 1 0 0,-1 0-1 0 0,16 0 0 0 0,-20 1 2 0 0,0 0 1 0 0,-1 1 0 0 0,1 0-1 0 0,-1 0 1 0 0,1 0-1 0 0,-1 0 1 0 0,1 0 0 0 0,-1 0-1 0 0,1 1 1 0 0,-1 0-1 0 0,0 0 1 0 0,0 0 0 0 0,0 0-1 0 0,0 0 1 0 0,0 1-1 0 0,-1-1 1 0 0,1 1-1 0 0,-1-1 1 0 0,1 1 0 0 0,-1 0-1 0 0,0 0 1 0 0,0 0-1 0 0,0 1 1 0 0,-1-1 0 0 0,3 5-1 0 0,-1 2 69 0 0,0 0 0 0 0,-1 1-1 0 0,0 0 1 0 0,-1-1 0 0 0,0 1 0 0 0,0 0 0 0 0,-1-1-1 0 0,-1 1 1 0 0,0 0 0 0 0,-3 17 0 0 0,-5 10 119 0 0,-18 53 1 0 0,27-90-301 0 0,0-1 0 0 0,-1 1-1 0 0,1 0 1 0 0,0 0 0 0 0,0-1 0 0 0,-1 1 0 0 0,1 0 0 0 0,0 0-1 0 0,0-1 1 0 0,0 1 0 0 0,0 0 0 0 0,0 0 0 0 0,0-1 0 0 0,0 1-1 0 0,0 0 1 0 0,0 0 0 0 0,1-1 0 0 0,-1 1 0 0 0,0 0-1 0 0,0-1 1 0 0,1 1 0 0 0,-1 0 0 0 0,1 0 0 0 0,-1-1-16 0 0,1 1-1 0 0,0-1 1 0 0,-1 0 0 0 0,1 1-1 0 0,0-1 1 0 0,-1 0 0 0 0,1 0 0 0 0,0 0-1 0 0,-1 1 1 0 0,1-1 0 0 0,0 0 0 0 0,-1 0-1 0 0,1 0 1 0 0,0 0 0 0 0,0 0-1 0 0,-1-1 1 0 0,1 1 0 0 0,0 0 0 0 0,0 0-1 0 0,8-3-517 0 0,-1 0-1 0 0,0-1 0 0 0,9-5 0 0 0,-9 5-162 0 0,133-58-8602 0 0,-93 40 4285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13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659 925 656 0 0,'-130'26'15895'0'0,"128"-25"-15217"0"0,3-3-562 0 0,-1 1-1 0 0,1 0 1 0 0,0-1-1 0 0,0 1 1 0 0,0 0 0 0 0,0 0-1 0 0,0 0 1 0 0,0 0 0 0 0,0 0-1 0 0,0 0 1 0 0,0 0-1 0 0,1 0 1 0 0,1-1 0 0 0,-1 0-73 0 0,43-34 355 0 0,-1-2 0 0 0,51-59 0 0 0,-71 69-448 0 0,-2-1 0 0 0,-1-1 0 0 0,-1-1 0 0 0,28-61-1 0 0,-18 18-133 0 0,-4 0-1 0 0,-3-1 0 0 0,-4-2 1 0 0,12-92-1 0 0,-28 150 139 0 0,4-42-430 0 0,-7 59 414 0 0,-12 31 175 0 0,1 0 0 0 0,-12 50 0 0 0,5-15 195 0 0,-297 734 2193 0 0,-68-29-1839 0 0,366-736-640 0 0,-1 0-4 0 0,-171 370 164 0 0,186-395-169 0 0,0 1 0 0 0,0 0-1 0 0,1 0 1 0 0,0 0 0 0 0,0 0 0 0 0,1 14 0 0 0,1-22-9 0 0,0 1-1 0 0,0 0 1 0 0,0-1 0 0 0,0 1 0 0 0,1-1-1 0 0,-1 1 1 0 0,0 0 0 0 0,1-1-1 0 0,0 1 1 0 0,-1-1 0 0 0,1 1 0 0 0,0-1-1 0 0,0 0 1 0 0,0 1 0 0 0,0-1-1 0 0,0 0 1 0 0,2 2 0 0 0,-2-2-1 0 0,1 0 0 0 0,0 0 0 0 0,-1 0 0 0 0,1 0 0 0 0,0-1 0 0 0,0 1 0 0 0,0-1 0 0 0,0 1 0 0 0,0-1 0 0 0,0 0 1 0 0,0 0-1 0 0,0 0 0 0 0,0 0 0 0 0,-1 0 0 0 0,1 0 0 0 0,0-1 0 0 0,0 1 0 0 0,3-1 0 0 0,14-5-10 0 0,0 0 1 0 0,0-1-1 0 0,-1-1 0 0 0,0-1 1 0 0,0-1-1 0 0,-1 0 0 0 0,18-15 0 0 0,-1-1-73 0 0,-1-2 0 0 0,36-41-1 0 0,-37 36 40 0 0,-3-1 0 0 0,-1-2 0 0 0,-1-1 0 0 0,-2-1 0 0 0,37-78 0 0 0,-54 98 28 0 0,-1-1 0 0 0,0 1 0 0 0,-2-1 0 0 0,0 0 0 0 0,-2-1 0 0 0,0 1 0 0 0,0-1 0 0 0,-2 1 0 0 0,-1-1 0 0 0,0 0 0 0 0,-2 1 0 0 0,0-1 0 0 0,-1 1 0 0 0,-1-1 1 0 0,0 1-1 0 0,-9-21 0 0 0,3 18-12 0 0,-1 0-1 0 0,0 1 1 0 0,-2 0 0 0 0,-1 0 0 0 0,0 2 0 0 0,-1 0 0 0 0,-1 0 0 0 0,-1 1 0 0 0,-37-29-1 0 0,21 22 31 0 0,-1 1-1 0 0,-2 2 0 0 0,0 1 0 0 0,-77-31 1 0 0,31 13-188 0 0,51 23-688 0 0,30 16 828 0 0,1-1 0 0 0,-1 1 1 0 0,1 0-1 0 0,-1-1 1 0 0,1 1-1 0 0,0-1 1 0 0,-1 1-1 0 0,1-1 1 0 0,-1 1-1 0 0,1-1 0 0 0,0 1 1 0 0,-1-1-1 0 0,1 1 1 0 0,0-1-1 0 0,-1 1 1 0 0,1-1-1 0 0,0 1 1 0 0,0-1-1 0 0,0 0 0 0 0,0 1 1 0 0,0-1-1 0 0,-1 1 1 0 0,1-1-1 0 0,0 0 1 0 0,0 1-1 0 0,0-1 0 0 0,1 1 1 0 0,-1-1-1 0 0,0 0 1 0 0,0 1-1 0 0,0-1 1 0 0,0 1-1 0 0,1-1 1 0 0,-1 0-1 0 0,13-19-1093 0 0,-3 11 553 0 0,1 0 0 0 0,1 0 0 0 0,-1 1-1 0 0,1 1 1 0 0,14-7 0 0 0,67-27-1980 0 0,-82 36 2276 0 0,154-58-5439 0 0,-108 41 2302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14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173 181 392 0 0,'5'-4'1032'0'0,"0"0"1"0"0,-1-1-1 0 0,1 0 0 0 0,-1 0 0 0 0,0 0 1 0 0,0-1-1 0 0,3-6 0 0 0,-6 9-275 0 0,-2 0 241 0 0,1 3-961 0 0,0 0-1 0 0,0 0 0 0 0,0-1 0 0 0,0 1 0 0 0,0 0 0 0 0,0 0 0 0 0,0 0 0 0 0,0-1 0 0 0,0 1 0 0 0,0 0 0 0 0,0 0 0 0 0,0 0 0 0 0,0-1 0 0 0,0 1 0 0 0,0 0 0 0 0,0 0 0 0 0,-1 0 0 0 0,1-1 0 0 0,0 1 0 0 0,0 0 0 0 0,0 0 0 0 0,0 0 0 0 0,0 0 0 0 0,0-1 0 0 0,-1 1 0 0 0,1 0 0 0 0,0 0 1 0 0,0 0-1 0 0,0 0 0 0 0,0 0 0 0 0,-1 0 0 0 0,1 0 0 0 0,0 0 0 0 0,0-1 0 0 0,0 1 0 0 0,-1 0 0 0 0,1 0 0 0 0,0 0 0 0 0,0 0 0 0 0,0 0 0 0 0,-1 0 0 0 0,1 0 0 0 0,0 0 0 0 0,-8 4 244 0 0,0 1-1 0 0,0 0 0 0 0,1 0 1 0 0,-1 1-1 0 0,1 0 1 0 0,1 0-1 0 0,-1 0 1 0 0,1 1-1 0 0,-7 9 1 0 0,-47 73 915 0 0,47-68-1043 0 0,1 1 1 0 0,0 0 0 0 0,-7 24-1 0 0,16-39-114 0 0,1 1 1 0 0,0-1-1 0 0,1 1 0 0 0,-1 0 0 0 0,1 15 0 0 0,1-19-18 0 0,0 0 1 0 0,1 0-1 0 0,-1 0 0 0 0,1 0 1 0 0,0 0-1 0 0,0 0 0 0 0,0-1 0 0 0,1 1 1 0 0,0 0-1 0 0,-1-1 0 0 0,1 1 0 0 0,4 5 1 0 0,-2-5-7 0 0,-1-1 1 0 0,1 0 0 0 0,0 0 0 0 0,0 0-1 0 0,0 0 1 0 0,0 0 0 0 0,0-1 0 0 0,1 0-1 0 0,-1 0 1 0 0,1 0 0 0 0,-1 0 0 0 0,1-1-1 0 0,0 0 1 0 0,0 0 0 0 0,0 0 0 0 0,-1 0-1 0 0,1-1 1 0 0,7 0 0 0 0,1 0 1 0 0,1-1 0 0 0,-1 0-1 0 0,1-1 1 0 0,-1-1 0 0 0,20-5 0 0 0,-18 2-12 0 0,1-1 1 0 0,-1 0-1 0 0,-1-1 1 0 0,1-1 0 0 0,-1 0-1 0 0,-1-1 1 0 0,0 0-1 0 0,0-1 1 0 0,-1 0-1 0 0,0-1 1 0 0,-1-1-1 0 0,15-21 1 0 0,-16 19-7 0 0,-1 0 1 0 0,0 0 0 0 0,-1-1-1 0 0,-1 0 1 0 0,0 0 0 0 0,-1-1-1 0 0,-1 0 1 0 0,0 0 0 0 0,-1 0-1 0 0,-1-1 1 0 0,1-31 0 0 0,-4 42-7 0 0,0 0 1 0 0,-1 0-1 0 0,0 0 1 0 0,0 0-1 0 0,-1 0 1 0 0,1 0-1 0 0,-2 0 1 0 0,1 1-1 0 0,-1-1 1 0 0,-6-11 0 0 0,7 15 9 0 0,0 0 1 0 0,0 0 0 0 0,-1 0 0 0 0,1 0 0 0 0,-1 1 0 0 0,0-1 0 0 0,1 1-1 0 0,-1 0 1 0 0,0 0 0 0 0,0 0 0 0 0,-1 0 0 0 0,1 1 0 0 0,0-1 0 0 0,0 1 0 0 0,-1 0-1 0 0,1-1 1 0 0,-1 2 0 0 0,1-1 0 0 0,-1 0 0 0 0,0 1 0 0 0,1 0 0 0 0,-1-1-1 0 0,-4 2 1 0 0,-3 0 9 0 0,-1 1 0 0 0,1 0 1 0 0,-1 1-1 0 0,1 0 0 0 0,0 1 0 0 0,0 0 0 0 0,0 1 0 0 0,0 0 0 0 0,-17 11 0 0 0,12-4-3 0 0,-1 0 0 0 0,1 1 0 0 0,1 0 0 0 0,-25 29 0 0 0,33-34 9 0 0,0 1-1 0 0,1 0 1 0 0,0 0-1 0 0,1 0 1 0 0,0 0-1 0 0,0 1 1 0 0,-6 19-1 0 0,10-25-32 0 0,1 0 0 0 0,-1-1 0 0 0,0 1 0 0 0,1 0 1 0 0,0-1-1 0 0,-1 1 0 0 0,1 0 0 0 0,1 0 0 0 0,-1-1 0 0 0,1 1 0 0 0,-1 0 0 0 0,1-1 1 0 0,0 1-1 0 0,0-1 0 0 0,1 1 0 0 0,-1-1 0 0 0,1 1 0 0 0,0-1 0 0 0,0 0 0 0 0,0 0 1 0 0,0 0-1 0 0,0 0 0 0 0,1 0 0 0 0,-1-1 0 0 0,1 1 0 0 0,3 2 0 0 0,-1-1-136 0 0,0-1-1 0 0,0 1 0 0 0,0-1 1 0 0,1 0-1 0 0,-1-1 0 0 0,1 1 1 0 0,0-1-1 0 0,0 0 1 0 0,0-1-1 0 0,-1 0 0 0 0,14 2 1 0 0,-10-3-11 0 0,1 0 0 0 0,0-1 1 0 0,-1 1-1 0 0,1-2 1 0 0,0 0-1 0 0,17-5 0 0 0,-6-1 23 0 0,-1-1 0 0 0,0-1 0 0 0,0-1 0 0 0,-1 0 0 0 0,32-27 0 0 0,38-38-88 0 0,-57 46 245 0 0,2 1 1 0 0,1 2-1 0 0,61-37 1 0 0,-91 62 54 0 0,-1 0 0 0 0,0-1-1 0 0,1 2 1 0 0,-1-1 0 0 0,1 1 0 0 0,0-1 0 0 0,-1 1 0 0 0,1 1-1 0 0,0-1 1 0 0,0 1 0 0 0,0-1 0 0 0,0 1 0 0 0,0 1 0 0 0,-1-1-1 0 0,1 1 1 0 0,0 0 0 0 0,0 0 0 0 0,6 2 0 0 0,-7-1 30 0 0,1 1-1 0 0,-1-1 1 0 0,0 1 0 0 0,0 0 0 0 0,0 0 0 0 0,0 0 0 0 0,-1 1-1 0 0,1 0 1 0 0,-1-1 0 0 0,0 1 0 0 0,0 0 0 0 0,0 0 0 0 0,-1 1-1 0 0,1-1 1 0 0,-1 0 0 0 0,0 1 0 0 0,0 0 0 0 0,1 5 0 0 0,1 2-59 0 0,-1 1 0 0 0,-1-1 0 0 0,0 1 0 0 0,-1 0 0 0 0,0-1 0 0 0,-1 1 0 0 0,0 0 0 0 0,-1 0 0 0 0,0-1 0 0 0,-1 1 0 0 0,-1-1 0 0 0,0 1 0 0 0,0-1 0 0 0,-1 0 0 0 0,-1 0 0 0 0,0 0 0 0 0,-1-1 0 0 0,0 1 1 0 0,-1-2-1 0 0,0 1 0 0 0,0-1 0 0 0,-1 0 0 0 0,-1 0 0 0 0,1-1 0 0 0,-2 0 0 0 0,1-1 0 0 0,-12 8 0 0 0,18-14-39 0 0,-1 0 0 0 0,0 0 0 0 0,0 0-1 0 0,-1 0 1 0 0,1-1 0 0 0,0 0 0 0 0,0 0 0 0 0,-1 0 0 0 0,1 0-1 0 0,-1-1 1 0 0,1 0 0 0 0,-1 0 0 0 0,1 0 0 0 0,0 0 0 0 0,-1-1 0 0 0,1 1-1 0 0,-1-1 1 0 0,1-1 0 0 0,0 1 0 0 0,0 0 0 0 0,0-1 0 0 0,0 0-1 0 0,0 0 1 0 0,0 0 0 0 0,0 0 0 0 0,0-1 0 0 0,1 0 0 0 0,-1 1 0 0 0,1-1-1 0 0,0 0 1 0 0,0-1 0 0 0,0 1 0 0 0,0-1 0 0 0,1 1 0 0 0,-1-1-1 0 0,-2-5 1 0 0,5 7-18 0 0,-1 0 0 0 0,1 0 0 0 0,-1-1-1 0 0,1 1 1 0 0,0 0 0 0 0,0 0 0 0 0,0 0 0 0 0,0 0-1 0 0,1-1 1 0 0,-1 1 0 0 0,1 0 0 0 0,-1 0 0 0 0,1 0-1 0 0,-1 0 1 0 0,1 0 0 0 0,0 0 0 0 0,0 0 0 0 0,0 0-1 0 0,0 0 1 0 0,1 1 0 0 0,-1-1 0 0 0,0 0-1 0 0,1 1 1 0 0,-1-1 0 0 0,1 1 0 0 0,0-1 0 0 0,-1 1-1 0 0,1 0 1 0 0,2-2 0 0 0,7-4-248 0 0,-1 0 0 0 0,2 1 1 0 0,16-8-1 0 0,26-7-1427 0 0,2 2 0 0 0,63-12 0 0 0,-56 16-799 0 0,85-33 0 0 0,-130 40 2449 0 0,0-1 1 0 0,0 0-1 0 0,0-1 0 0 0,-1-1 0 0 0,30-26 0 0 0,-35 25 1295 0 0,0 0 1 0 0,-1 0-1 0 0,0-1 0 0 0,11-19 0 0 0,-11 16 102 0 0,-11 16-1345 0 0,0 0 0 0 0,0 0 0 0 0,0 0 0 0 0,0 0 1 0 0,1 1-1 0 0,-1-1 0 0 0,0 0 0 0 0,0 0 0 0 0,0 0 0 0 0,0 0 1 0 0,0 0-1 0 0,0 0 0 0 0,0 0 0 0 0,0 0 0 0 0,0 0 0 0 0,1 0 1 0 0,-1 0-1 0 0,0 0 0 0 0,0 0 0 0 0,0 0 0 0 0,0 0 0 0 0,0 0 1 0 0,0 0-1 0 0,0 1 0 0 0,0-1 0 0 0,0 0 0 0 0,0 0 0 0 0,0 0 1 0 0,0 0-1 0 0,0 0 0 0 0,0 0 0 0 0,0 0 0 0 0,0 0 0 0 0,0 0 1 0 0,0 1-1 0 0,0-1 0 0 0,0 0 0 0 0,0 0 0 0 0,0 0 0 0 0,0 0 1 0 0,0 0-1 0 0,0 0 0 0 0,0 0 0 0 0,0 0 0 0 0,0 1 0 0 0,0-1 1 0 0,0 0-1 0 0,0 0 0 0 0,0 0 0 0 0,0 0 0 0 0,0 0 0 0 0,0 0 1 0 0,0 0-1 0 0,0 0 0 0 0,0 0 0 0 0,0 0 0 0 0,0 0 0 0 0,0 1 1 0 0,-1-1-1 0 0,1 0 0 0 0,0 0 0 0 0,0 0 0 0 0,0 0 0 0 0,0 0 1 0 0,0 0-1 0 0,-11 31 1133 0 0,9-27-989 0 0,-177 403 3605 0 0,158-353-3325 0 0,20-51-275 0 0,2-4-168 0 0,1 0 1 0 0,0 1 0 0 0,-1-1 0 0 0,1 0-1 0 0,-1 0 1 0 0,1 0 0 0 0,-1 0 0 0 0,0 0-1 0 0,1 0 1 0 0,-1 0 0 0 0,0 0 0 0 0,0 0-1 0 0,0-1 1 0 0,0 1 0 0 0,0-1 0 0 0,0 1 0 0 0,2-3-1 0 0,1-2-58 0 0,27-33-295 0 0,72-81-279 0 0,-91 108 573 0 0,0 2 0 0 0,0-1 0 0 0,1 1 0 0 0,0 1 0 0 0,1 1-1 0 0,0-1 1 0 0,24-8 0 0 0,-35 15 53 0 0,-1 1 0 0 0,1 0-1 0 0,0 0 1 0 0,0 1 0 0 0,0-1 0 0 0,0 1-1 0 0,0-1 1 0 0,1 1 0 0 0,-1 0 0 0 0,0 0 0 0 0,0 0-1 0 0,0 1 1 0 0,0-1 0 0 0,0 1 0 0 0,0 0-1 0 0,0-1 1 0 0,0 1 0 0 0,0 1 0 0 0,3 1 0 0 0,-2-1 6 0 0,-1 1 1 0 0,0-1-1 0 0,0 1 1 0 0,0 0-1 0 0,0 0 1 0 0,-1 0-1 0 0,1 0 1 0 0,-1 1-1 0 0,0-1 1 0 0,0 1-1 0 0,0 0 1 0 0,0-1-1 0 0,1 5 1 0 0,0 2 25 0 0,0 0 0 0 0,-1 0 0 0 0,0 1 0 0 0,0-1 0 0 0,-1 0 0 0 0,0 1 0 0 0,-1 0 0 0 0,0-1 0 0 0,-1 1 0 0 0,-3 16 0 0 0,1-18 64 0 0,1 0 1 0 0,-2 0-1 0 0,1-1 0 0 0,-6 12 1 0 0,8-19-34 0 0,6-24-94 0 0,5 7 30 0 0,0 0-1 0 0,1 0 1 0 0,0 1 0 0 0,1 0 0 0 0,15-14 0 0 0,-1 5 74 0 0,50-38 0 0 0,-57 49-114 0 0,1 1 0 0 0,-1 0 0 0 0,43-16-1 0 0,-59 28 51 0 0,0-1 1 0 0,0 1-1 0 0,0-1 0 0 0,0 1 0 0 0,1 0 0 0 0,-1 0 0 0 0,0 0 0 0 0,0 1 0 0 0,0-1 0 0 0,0 1 0 0 0,0 0 0 0 0,0-1 0 0 0,0 1 0 0 0,0 1 0 0 0,0-1 0 0 0,0 0 0 0 0,0 1 0 0 0,0-1 0 0 0,-1 1 0 0 0,1 0 1 0 0,-1 0-1 0 0,1 0 0 0 0,-1 0 0 0 0,0 1 0 0 0,2 2 0 0 0,-1-1 49 0 0,-1 1 1 0 0,0 0-1 0 0,0 0 1 0 0,0 0-1 0 0,0 0 1 0 0,-1 1-1 0 0,0-1 0 0 0,0 0 1 0 0,0 1-1 0 0,-1-1 1 0 0,0 0-1 0 0,0 1 1 0 0,0-1-1 0 0,-1 0 1 0 0,-1 10-1 0 0,-3 6 163 0 0,-1 1-1 0 0,-13 29 1 0 0,13-37-149 0 0,2-3 64 0 0,2-7-455 0 0,1-1-1 0 0,-1 1 0 0 0,1 0 1 0 0,0-1-1 0 0,0 1 0 0 0,0 0 1 0 0,0 4-1 0 0,1-6 70 0 0,1-1-1 0 0,-1 1 0 0 0,0-1 0 0 0,1 0 0 0 0,-1 1 1 0 0,1-1-1 0 0,-1 0 0 0 0,1 1 0 0 0,0-1 1 0 0,-1 0-1 0 0,1 1 0 0 0,0-1 0 0 0,0 0 0 0 0,0 0 1 0 0,0 0-1 0 0,0 0 0 0 0,0 0 0 0 0,0 0 1 0 0,0 0-1 0 0,1 0 0 0 0,-1-1 0 0 0,3 2 0 0 0,9 4-3693 0 0,3-1-1868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14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2936 0 0,'95'4'19284'0'0,"-92"-4"-17944"0"0,4 0 951 0 0,25 1-3288 0 0,-23-3-1645 0 0,-22-2-170 0 0,-23 2-5643 0 0,13 0-86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15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1308 0 0,'-2'2'817'0'0,"0"-1"-1"0"0,0 1 1 0 0,0 0 0 0 0,0 0-1 0 0,0 0 1 0 0,0 0 0 0 0,0 0-1 0 0,-2 5 1163 0 0,4 26 2958 0 0,2-30-4788 0 0,0 0 0 0 0,-1 0-1 0 0,1 0 1 0 0,1 0-1 0 0,-1 0 1 0 0,0-1 0 0 0,1 1-1 0 0,-1-1 1 0 0,1 1-1 0 0,0-1 1 0 0,-1 0 0 0 0,1 0-1 0 0,0 0 1 0 0,1-1-1 0 0,-1 1 1 0 0,0-1 0 0 0,0 1-1 0 0,1-1 1 0 0,-1 0-1 0 0,6 1 1 0 0,12 2 13 0 0,-1-1 1 0 0,29 1-1 0 0,-31-2-14 0 0,461 15 251 0 0,-138-9-338 0 0,821 58 35 0 0,-679-37-113 0 0,1169 51 31 0 0,-1022-63 11 0 0,600 24-36 0 0,-969-28 20 0 0,378 16 30 0 0,271-17 71 0 0,-775-15 2599 0 0,-132 3-2656 0 0,38-2 275 0 0,-25-2-2772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19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221 299 136 0 0,'-13'-1'1331'0'0,"-164"-8"8782"0"0,154 12-9340 0 0,23-3-747 0 0,-1 1 1 0 0,1-1-1 0 0,-1 0 0 0 0,1 0 0 0 0,-1 1 0 0 0,1-1 0 0 0,0 0 0 0 0,-1 1 0 0 0,1-1 0 0 0,0 0 0 0 0,-1 1 0 0 0,1-1 0 0 0,0 1 0 0 0,-1-1 0 0 0,1 1 0 0 0,0-1 1 0 0,0 1-1 0 0,0-1 0 0 0,-1 0 0 0 0,1 1 0 0 0,0-1 0 0 0,0 1 0 0 0,0-1 0 0 0,0 1 0 0 0,0 0 0 0 0,0 0 0 0 0,1 0-7 0 0,-1-1-1 0 0,1 1 1 0 0,0 0 0 0 0,-1-1-1 0 0,1 1 1 0 0,0-1-1 0 0,0 1 1 0 0,0-1-1 0 0,0 1 1 0 0,0-1 0 0 0,0 1-1 0 0,-1-1 1 0 0,1 0-1 0 0,0 0 1 0 0,0 1-1 0 0,2-1 1 0 0,-2 0 13 0 0,16 3 32 0 0,0-1 0 0 0,0-1 0 0 0,0 0 1 0 0,1-2-1 0 0,-1 0 0 0 0,0 0 0 0 0,18-5 0 0 0,-5 2-3 0 0,81-10-36 0 0,-1-5-1 0 0,195-60 1 0 0,-292 75-30 0 0,-1-1 0 0 0,0 0 0 0 0,-1-1 0 0 0,0 0 1 0 0,1-1-1 0 0,17-15 0 0 0,-23 17 92 0 0,-1-1 1 0 0,1 0-1 0 0,-1 0 0 0 0,0 0 1 0 0,-1 0-1 0 0,0-1 1 0 0,0 0-1 0 0,0 0 0 0 0,-1 0 1 0 0,0 0-1 0 0,0 0 0 0 0,2-14 1 0 0,-4 16 6 0 0,-1 2-47 0 0,0-1 1 0 0,0 1-1 0 0,1 0 0 0 0,0 0 0 0 0,-1 0 0 0 0,1 0 0 0 0,0 0 0 0 0,3-5 0 0 0,-4 8-47 0 0,0 0 0 0 0,0 0 0 0 0,0-1 0 0 0,0 1 0 0 0,0 0-1 0 0,0 0 1 0 0,0 0 0 0 0,0 0 0 0 0,0 0 0 0 0,0 0 0 0 0,0 0-1 0 0,0 0 1 0 0,0 0 0 0 0,0 0 0 0 0,0 0 0 0 0,0-1 0 0 0,0 1 0 0 0,0 0-1 0 0,0 0 1 0 0,0 0 0 0 0,0 0 0 0 0,1 0 0 0 0,-1 0 0 0 0,0 0-1 0 0,0 0 1 0 0,0 0 0 0 0,0 0 0 0 0,0 0 0 0 0,0 0 0 0 0,0 0-1 0 0,0 0 1 0 0,0 0 0 0 0,0 0 0 0 0,0 0 0 0 0,0 0 0 0 0,1 0-1 0 0,-1 0 1 0 0,0 0 0 0 0,0 0 0 0 0,0 0 0 0 0,0 0 0 0 0,0 0-1 0 0,0 0 1 0 0,0 0 0 0 0,0 0 0 0 0,0 0 0 0 0,0 0 0 0 0,0 0-1 0 0,0 0 1 0 0,1 0 0 0 0,-1 0 0 0 0,0 0 0 0 0,0 0 0 0 0,0 0-1 0 0,0 0 1 0 0,0 0 0 0 0,0 0 0 0 0,0 0 0 0 0,0 0 0 0 0,0 1-1 0 0,0-1 1 0 0,0 0 0 0 0,0 0 0 0 0,0 0 0 0 0,0 0 0 0 0,0 0 0 0 0,0 0-1 0 0,0 0 1 0 0,0 0 0 0 0,4 10 19 0 0,0 11 25 0 0,-5-4 1 0 0,-1-1-1 0 0,0 0 0 0 0,-2 0 1 0 0,1 0-1 0 0,-2 0 0 0 0,0 0 0 0 0,-1-1 1 0 0,0 0-1 0 0,-12 20 0 0 0,-13 16-546 0 0,-45 57-1 0 0,42-62-669 0 0,29-39 852 0 0,-28 40-2284 0 0,14-15-2119 0 0,13-20 783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0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255 898 2032 0 0,'-9'5'1431'0'0,"1"1"0"0"0,0 0-1 0 0,0 0 1 0 0,0 1 0 0 0,-7 9 0 0 0,7-7-718 0 0,1 0 0 0 0,0 0 0 0 0,1 0 0 0 0,-6 13 1 0 0,36-63 2206 0 0,33-61-2918 0 0,89-238 53 0 0,26-53-309 0 0,-166 379 232 0 0,29-48-168 0 0,-32 57 178 0 0,0 0 0 0 0,1 1 0 0 0,-1-1 0 0 0,1 1 1 0 0,0 0-1 0 0,1 0 0 0 0,-1 1 0 0 0,1-1 0 0 0,8-4 1 0 0,-12 7 23 0 0,0 1 1 0 0,1-1-1 0 0,-1 1 1 0 0,0-1 0 0 0,1 1-1 0 0,-1 0 1 0 0,1 0-1 0 0,-1 0 1 0 0,0 0 0 0 0,1 0-1 0 0,-1 0 1 0 0,1 0-1 0 0,-1 0 1 0 0,0 0 0 0 0,1 1-1 0 0,-1-1 1 0 0,1 1-1 0 0,-1-1 1 0 0,0 1 0 0 0,1-1-1 0 0,-1 1 1 0 0,0 0-1 0 0,0-1 1 0 0,0 1 0 0 0,1 0-1 0 0,-1 0 1 0 0,0 0-1 0 0,0 0 1 0 0,0 0 0 0 0,0 0-1 0 0,-1 0 1 0 0,1 1-1 0 0,0-1 1 0 0,0 2 0 0 0,3 3 76 0 0,-1 0 1 0 0,0 0 0 0 0,0 0-1 0 0,0 1 1 0 0,2 8 0 0 0,-1 5 2 0 0,0 1 0 0 0,-2-1 0 0 0,0 1 0 0 0,-1-1 0 0 0,-3 35-1 0 0,-20 103 146 0 0,14-112-165 0 0,-24 123 124 0 0,-12 75 4 0 0,38-200-667 0 0,5-42 155 0 0,-6-21-3047 0 0,1 7 3119 0 0,0 1 1 0 0,-1 0 0 0 0,0 0 0 0 0,-1 1-1 0 0,0 0 1 0 0,-1 0 0 0 0,0 1 0 0 0,-1 0-1 0 0,0 1 1 0 0,0 0 0 0 0,0 0 0 0 0,-1 1 0 0 0,-21-10-1 0 0,-2 1 461 0 0,0 1 0 0 0,-2 2 0 0 0,-56-13 0 0 0,69 20 110 0 0,-1 1-1 0 0,0 1 1 0 0,0 1 0 0 0,-1 1-1 0 0,1 1 1 0 0,0 2-1 0 0,-34 4 1 0 0,55-5-313 0 0,-1 1-1 0 0,1 0 1 0 0,0 0-1 0 0,0 0 1 0 0,0 1 0 0 0,0-1-1 0 0,-3 2 1 0 0,6-2-11 0 0,-1-1 0 0 0,0 0 1 0 0,1 1-1 0 0,-1-1 0 0 0,1 1 0 0 0,-1-1 1 0 0,1 1-1 0 0,-1-1 0 0 0,1 1 1 0 0,-1-1-1 0 0,1 1 0 0 0,0-1 0 0 0,-1 1 1 0 0,1 0-1 0 0,0-1 0 0 0,-1 1 0 0 0,1 0 1 0 0,0-1-1 0 0,0 1 0 0 0,-1 0 1 0 0,1-1-1 0 0,0 1 0 0 0,0 0 0 0 0,0-1 1 0 0,0 1-1 0 0,0 0 0 0 0,0-1 0 0 0,0 1 1 0 0,0 0-1 0 0,0-1 0 0 0,1 1 1 0 0,-1 0-1 0 0,0 1 0 0 0,1-2-1 0 0,0 1-1 0 0,0 0 1 0 0,0 0-1 0 0,0-1 1 0 0,0 1-1 0 0,0-1 1 0 0,0 1-1 0 0,0-1 1 0 0,0 1-1 0 0,0-1 1 0 0,1 0-1 0 0,-1 1 1 0 0,0-1-1 0 0,0 0 1 0 0,0 0-1 0 0,0 0 1 0 0,2 0-1 0 0,-1 0 10 0 0,20 3-61 0 0,1-2 0 0 0,-1 0 0 0 0,0-2 0 0 0,0 0 0 0 0,38-8-1 0 0,-22 4-486 0 0,138-23-2667 0 0,-59 5-1724 0 0,-56 12 908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1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39 172 1796 0 0,'-4'-3'548'0'0,"0"0"1"0"0,1-1-1 0 0,-1 0 0 0 0,1 1 1 0 0,0-1-1 0 0,0 0 0 0 0,0-1 1 0 0,1 1-1 0 0,0 0 0 0 0,-3-6 0 0 0,5 8-393 0 0,-1 0 0 0 0,1 0 0 0 0,-1 0 0 0 0,1 0 0 0 0,0 0 0 0 0,0 0 0 0 0,0 0-1 0 0,0 0 1 0 0,0 0 0 0 0,1 0 0 0 0,-1 0 0 0 0,0 0 0 0 0,1 0 0 0 0,0 0 0 0 0,-1 0 0 0 0,1 0-1 0 0,0 0 1 0 0,0 0 0 0 0,0 0 0 0 0,0 1 0 0 0,0-1 0 0 0,1 0 0 0 0,-1 1 0 0 0,0-1 0 0 0,1 1-1 0 0,-1 0 1 0 0,1-1 0 0 0,3-1 0 0 0,-3 1-82 0 0,0 0 0 0 0,1 1 0 0 0,-1-1 0 0 0,1 1 0 0 0,-1-1 0 0 0,1 1 0 0 0,0 0 0 0 0,-1 0 0 0 0,1 0 0 0 0,0 1 0 0 0,0-1 0 0 0,-1 1 0 0 0,1-1 0 0 0,0 1 0 0 0,0 0 0 0 0,0 0 0 0 0,0 0 0 0 0,3 1 0 0 0,-2 0-32 0 0,0 0 0 0 0,-1 1 0 0 0,1-1 0 0 0,-1 1 0 0 0,0 0 1 0 0,0 0-1 0 0,1 0 0 0 0,-1 0 0 0 0,0 0 0 0 0,-1 1 0 0 0,1-1 0 0 0,4 6 0 0 0,-2-2 2 0 0,0 1 0 0 0,-1 0-1 0 0,1 0 1 0 0,-1 1 0 0 0,0 0-1 0 0,-1-1 1 0 0,0 1-1 0 0,0 0 1 0 0,-1 0 0 0 0,0 1-1 0 0,2 15 1 0 0,-4-13 23 0 0,1 1 0 0 0,-2-1 0 0 0,0 1-1 0 0,0-1 1 0 0,-1 1 0 0 0,0-1 0 0 0,-1 0 0 0 0,0 0 0 0 0,-1 0 0 0 0,0 0-1 0 0,-1 0 1 0 0,-7 12 0 0 0,11-22-39 0 0,-7-9-88 0 0,8 4 54 0 0,0 0 0 0 0,0 1 0 0 0,0-1 0 0 0,1 0 0 0 0,0 1 0 0 0,-1-1 0 0 0,1 0 0 0 0,1 1 0 0 0,-1-1 0 0 0,3-5 0 0 0,-2 5-3 0 0,8-19-35 0 0,0 0 0 0 0,2 0 0 0 0,1 1-1 0 0,29-39 1 0 0,-36 53 36 0 0,1 0 0 0 0,0 0-1 0 0,1 1 1 0 0,-1 0 0 0 0,1 0 0 0 0,1 1 0 0 0,-1 0-1 0 0,1 1 1 0 0,0 0 0 0 0,1 0 0 0 0,-1 1-1 0 0,1 0 1 0 0,-1 0 0 0 0,20-3 0 0 0,-22 6 18 0 0,0 0 0 0 0,1 1 0 0 0,-1 0 0 0 0,0 1 0 0 0,1 0 0 0 0,-1 0 0 0 0,0 0 0 0 0,0 1 1 0 0,0 0-1 0 0,0 0 0 0 0,0 1 0 0 0,0 0 0 0 0,0 0 0 0 0,-1 1 0 0 0,0-1 0 0 0,0 1 0 0 0,0 1 0 0 0,0-1 1 0 0,8 9-1 0 0,-10-9 14 0 0,0 1 0 0 0,0 0 0 0 0,0 0-1 0 0,-1 0 1 0 0,0 0 0 0 0,0 0 0 0 0,0 1 0 0 0,0-1 0 0 0,-1 1 0 0 0,0 0 0 0 0,0 0 0 0 0,-1-1 0 0 0,1 1 0 0 0,-1 1 0 0 0,-1-1 0 0 0,1 0 0 0 0,-1 0 0 0 0,0 0 0 0 0,0 0 0 0 0,-1 0 0 0 0,0 0 0 0 0,0 0-1 0 0,-3 10 1 0 0,3-12-8 0 0,0-1 0 0 0,-1 1 0 0 0,0 0 0 0 0,0 0 0 0 0,0-1 0 0 0,0 1 0 0 0,0-1 0 0 0,-1 0 0 0 0,1 1 0 0 0,-1-1 0 0 0,0 0 0 0 0,0-1 0 0 0,0 1 0 0 0,0 0 0 0 0,0-1 0 0 0,-1 0 0 0 0,1 0 0 0 0,-8 4 0 0 0,10-6-18 0 0,0 0 0 0 0,1 0 0 0 0,-1 0 0 0 0,0 0 0 0 0,1 0 0 0 0,-1 0 0 0 0,0 0 0 0 0,1 0 0 0 0,-1-1 0 0 0,0 1 0 0 0,1 0 0 0 0,-1 0 0 0 0,0 0 0 0 0,1-1 0 0 0,-1 1 0 0 0,1 0 0 0 0,-1-1 0 0 0,0 1 0 0 0,1-1 0 0 0,-1 1 0 0 0,1 0 0 0 0,-1-1 0 0 0,1 1 0 0 0,0-1 0 0 0,-1 1 0 0 0,1-1 0 0 0,-1 0 0 0 0,-6-16-84 0 0,7 7 63 0 0,0 1-1 0 0,1 0 0 0 0,0 0 0 0 0,1 0 0 0 0,0 0 0 0 0,0 0 0 0 0,1 0 0 0 0,0 1 0 0 0,0-1 0 0 0,1 1 0 0 0,1 0 0 0 0,-1 0 0 0 0,1 0 0 0 0,0 0 0 0 0,1 1 0 0 0,11-12 0 0 0,-3 5 20 0 0,0 0 0 0 0,1 1 1 0 0,0 1-1 0 0,1 1 0 0 0,0 0 0 0 0,35-16 0 0 0,-42 23 41 0 0,1 0 0 0 0,0 0 0 0 0,0 1-1 0 0,0 1 1 0 0,0 0 0 0 0,0 0-1 0 0,1 1 1 0 0,-1 0 0 0 0,1 1 0 0 0,13 1-1 0 0,-20 0-17 0 0,0-1-1 0 0,0 1 1 0 0,-1 0-1 0 0,1 0 1 0 0,0 0-1 0 0,0 0 0 0 0,-1 1 1 0 0,1 0-1 0 0,0 0 1 0 0,-1 0-1 0 0,0 0 1 0 0,0 0-1 0 0,1 0 0 0 0,-1 1 1 0 0,0 0-1 0 0,-1 0 1 0 0,1 0-1 0 0,-1 0 1 0 0,1 0-1 0 0,-1 0 0 0 0,0 0 1 0 0,0 1-1 0 0,0-1 1 0 0,0 1-1 0 0,-1 0 1 0 0,0-1-1 0 0,1 1 1 0 0,-1 0-1 0 0,-1 0 0 0 0,2 4 1 0 0,-2 1 23 0 0,1 0 1 0 0,-1 1-1 0 0,0-1 0 0 0,-1 0 1 0 0,0 0-1 0 0,-1 0 0 0 0,-4 14 1 0 0,-25 64-37 0 0,9-31-2345 0 0,22-55 2213 0 0,-1-1 1 0 0,1 1 0 0 0,0 0-1 0 0,-1-1 1 0 0,1 1 0 0 0,0 0-1 0 0,0 0 1 0 0,0 0 0 0 0,-1-1-1 0 0,1 1 1 0 0,0 0 0 0 0,0 0-1 0 0,0-1 1 0 0,0 1-1 0 0,0 0 1 0 0,1 0 0 0 0,-1 0-1 0 0,0-1 1 0 0,0 1 0 0 0,0 0-1 0 0,1 0 1 0 0,-1-1 0 0 0,0 1-1 0 0,1 0 1 0 0,-1-1 0 0 0,1 1-1 0 0,-1 0 1 0 0,0-1 0 0 0,1 1-1 0 0,0 0 1 0 0,-1-1 0 0 0,1 1-1 0 0,-1-1 1 0 0,1 1 0 0 0,0-1-1 0 0,-1 1 1 0 0,1-1 0 0 0,0 0-1 0 0,-1 1 1 0 0,2-1 0 0 0,1 1-329 0 0,0-1 0 0 0,0 1 0 0 0,-1-1 0 0 0,1 0 0 0 0,0 0 0 0 0,0 0 0 0 0,-1-1 0 0 0,6 0 0 0 0,8-2-2307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2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254 636 1200 0 0,'16'-15'2542'0'0,"-1"-1"1"0"0,0 0-1 0 0,-1-1 0 0 0,-1 0 1 0 0,20-37-1 0 0,-32 52-2254 0 0,-1 1-279 0 0,0 1 1 0 0,0 0-1 0 0,0 0 1 0 0,0 0-1 0 0,0-1 1 0 0,0 1-1 0 0,0 0 1 0 0,0 0-1 0 0,0 0 1 0 0,0-1-1 0 0,0 1 1 0 0,0 0-1 0 0,0 0 1 0 0,0 0-1 0 0,-1 0 1 0 0,1-1-1 0 0,0 1 1 0 0,0 0-1 0 0,0 0 1 0 0,0 0-1 0 0,0 0 1 0 0,0-1-1 0 0,-1 1 1 0 0,1 0-1 0 0,0 0 1 0 0,0 0-1 0 0,0 0 1 0 0,-1 0-1 0 0,1 0 1 0 0,0 0-1 0 0,0 0 1 0 0,0-1-1 0 0,-1 1 1 0 0,1 0-1 0 0,0 0 1 0 0,0 0-1 0 0,0 0 1 0 0,-1 0-1 0 0,1 0 1 0 0,0 0-1 0 0,0 0 1 0 0,0 0-1 0 0,-1 0 1 0 0,1 1-1 0 0,0-1 1 0 0,0 0-1 0 0,0 0 1 0 0,-1 0-1 0 0,1 0 1 0 0,0 0-1 0 0,0 0 1 0 0,0 0-1 0 0,0 0 1 0 0,-1 1-1 0 0,-10 5 92 0 0,10-5-92 0 0,-51 39 180 0 0,-94 93 1 0 0,99-87-159 0 0,42-42-29 0 0,-7 7-1 0 0,0 1 1 0 0,0 0-1 0 0,1 0 0 0 0,1 2 0 0 0,0-1 0 0 0,-11 21 0 0 0,20-32 5 0 0,-1 10 32 0 0,6 1-28 0 0,-2-11-48 0 0,0-1-1 0 0,0 0 1 0 0,0 1 0 0 0,0-1 0 0 0,0 0 0 0 0,1 0 0 0 0,-1 0 0 0 0,0 0 0 0 0,1-1 0 0 0,-1 1 0 0 0,0 0-1 0 0,1-1 1 0 0,-1 0 0 0 0,1 0 0 0 0,-1 1 0 0 0,1-2 0 0 0,-1 1 0 0 0,1 0 0 0 0,-1 0 0 0 0,3-1 0 0 0,7-1-138 0 0,-1-1 1 0 0,1 1-1 0 0,-1-2 1 0 0,0 0-1 0 0,0 0 1 0 0,0-1-1 0 0,-1 0 1 0 0,1-1-1 0 0,-1 0 1 0 0,-1-1-1 0 0,1 0 1 0 0,-1 0-1 0 0,0-1 0 0 0,14-16 1 0 0,4-9 723 0 0,-1-1 1 0 0,35-63-1 0 0,-59 94-434 0 0,19-30 491 0 0,-20 32-592 0 0,-3 16 48 0 0,0-1 0 0 0,0 1 0 0 0,-2 0 0 0 0,0-1 0 0 0,-8 21 0 0 0,-3 9 46 0 0,6-14-53 0 0,3-13-7 0 0,1 1-1 0 0,0 0 0 0 0,1 0 0 0 0,1 0 1 0 0,1 0-1 0 0,1 0 0 0 0,1 27 1 0 0,0-43-37 0 0,0 0 1 0 0,0 1 0 0 0,1-1-1 0 0,-1 0 1 0 0,1 1 0 0 0,0-1 0 0 0,0 0-1 0 0,0 0 1 0 0,0 0 0 0 0,0 0-1 0 0,0 0 1 0 0,0 0 0 0 0,1 0-1 0 0,-1 0 1 0 0,1 0 0 0 0,-1-1 0 0 0,1 1-1 0 0,0 0 1 0 0,0-1 0 0 0,2 2-1 0 0,-1-2-16 0 0,0 1-1 0 0,0-1 1 0 0,1 0-1 0 0,-1 0 1 0 0,0 0-1 0 0,0-1 1 0 0,1 1 0 0 0,-1-1-1 0 0,1 0 1 0 0,-1 0-1 0 0,0 0 1 0 0,6-1-1 0 0,3-2-181 0 0,0 1-1 0 0,0-2 1 0 0,0 0-1 0 0,0 0 1 0 0,-1-1-1 0 0,17-10 1 0 0,-1-2-224 0 0,-2-2 0 0 0,0-1-1 0 0,-1-1 1 0 0,-1-2 0 0 0,0 0 0 0 0,-2-1 0 0 0,-1-1 0 0 0,-1 0 0 0 0,24-45 0 0 0,4-19-70 0 0,61-161 0 0 0,-42 51 1808 0 0,-28 76 1624 0 0,-33 109-2669 0 0,-6 16-191 0 0,-9 24-141 0 0,6-14 80 0 0,-205 568 1246 0 0,170-452-1092 0 0,34-104-123 0 0,0-1-1 0 0,1 1 1 0 0,0 37 0 0 0,4-56-41 0 0,0 0 0 0 0,0 1 0 0 0,1-1 0 0 0,0 0 0 0 0,0 0 0 0 0,0 0 0 0 0,1 0 1 0 0,0 0-1 0 0,0 0 0 0 0,2 5 0 0 0,-3-8-9 0 0,1 0-1 0 0,-1 0 1 0 0,1 0 0 0 0,0 0-1 0 0,-1-1 1 0 0,1 1 0 0 0,0 0-1 0 0,0-1 1 0 0,0 1 0 0 0,0-1-1 0 0,0 0 1 0 0,0 0 0 0 0,0 1-1 0 0,1-2 1 0 0,-1 1 0 0 0,0 0 0 0 0,1 0-1 0 0,-1-1 1 0 0,1 1 0 0 0,-1-1-1 0 0,0 0 1 0 0,1 1 0 0 0,-1-1-1 0 0,1 0 1 0 0,4-1 0 0 0,6-2-43 0 0,-1 0 0 0 0,1-1 0 0 0,-1 0 0 0 0,0-1 0 0 0,0 0 0 0 0,-1-1 0 0 0,1 0 0 0 0,-1-1 0 0 0,-1 0 0 0 0,1-1 0 0 0,-1 0 0 0 0,14-14 0 0 0,0-4-82 0 0,0 0-1 0 0,-1-1 0 0 0,28-46 1 0 0,-40 58 129 0 0,-2-1-1 0 0,0 0 1 0 0,0-1 0 0 0,-2 0 0 0 0,0 0-1 0 0,-1 0 1 0 0,-1-1 0 0 0,0 0 0 0 0,-2 0 0 0 0,3-34-1 0 0,-6 49-13 0 0,0 0-1 0 0,0 0 0 0 0,-1 0 1 0 0,1 0-1 0 0,-1 0 0 0 0,0 0 0 0 0,0 0 1 0 0,0 0-1 0 0,0 1 0 0 0,0-1 1 0 0,-1 0-1 0 0,1 1 0 0 0,-1-1 1 0 0,0 1-1 0 0,-2-3 0 0 0,3 4-2 0 0,0 0-1 0 0,0 0 0 0 0,0 0 1 0 0,0 1-1 0 0,0-1 1 0 0,-1 0-1 0 0,1 1 0 0 0,0-1 1 0 0,0 1-1 0 0,0 0 1 0 0,-1-1-1 0 0,1 1 0 0 0,0 0 1 0 0,-1 0-1 0 0,1-1 0 0 0,0 1 1 0 0,-1 0-1 0 0,1 0 1 0 0,0 1-1 0 0,-1-1 0 0 0,1 0 1 0 0,0 0-1 0 0,0 1 0 0 0,-1-1 1 0 0,1 0-1 0 0,0 1 1 0 0,0-1-1 0 0,0 1 0 0 0,-1 0 1 0 0,1-1-1 0 0,0 1 1 0 0,0 0-1 0 0,0 0 0 0 0,0 0 1 0 0,0 0-1 0 0,0 0 0 0 0,0 0 1 0 0,0 1-1 0 0,-1-1 5 0 0,1 1-1 0 0,-1-1 1 0 0,1 1-1 0 0,0-1 1 0 0,-1 1-1 0 0,1 0 1 0 0,0 0 0 0 0,0-1-1 0 0,0 1 1 0 0,0 0-1 0 0,0 0 1 0 0,1 0-1 0 0,-1 0 1 0 0,1 0-1 0 0,-1 0 1 0 0,1 0-1 0 0,0 0 1 0 0,-1 0-1 0 0,1 0 1 0 0,0 0 0 0 0,0 0-1 0 0,1 0 1 0 0,-1 0-1 0 0,0 0 1 0 0,1 0-1 0 0,-1 0 1 0 0,1 0-1 0 0,0 0 1 0 0,0 0-1 0 0,-1 0 1 0 0,1 0-1 0 0,0 0 1 0 0,3 3 0 0 0,-1-2-18 0 0,0 0 0 0 0,0 1 0 0 0,0-1 0 0 0,1-1 1 0 0,-1 1-1 0 0,1 0 0 0 0,0-1 0 0 0,0 1 1 0 0,0-1-1 0 0,0 0 0 0 0,0-1 0 0 0,0 1 0 0 0,0-1 1 0 0,9 2-1 0 0,5-1-209 0 0,1 0-1 0 0,-1-1 1 0 0,1-1 0 0 0,-1-1 0 0 0,1-1 0 0 0,-1 0-1 0 0,0-2 1 0 0,0 0 0 0 0,33-12 0 0 0,-36 10 290 0 0,-1 0 1 0 0,0-1-1 0 0,0-1 1 0 0,-1 0 0 0 0,0-1-1 0 0,0 0 1 0 0,-1-1-1 0 0,0 0 1 0 0,-1-1-1 0 0,0-1 1 0 0,-1 1 0 0 0,9-14-1 0 0,-8 1 817 0 0,-10 24-878 0 0,-1 0 1 0 0,0 0-1 0 0,0 0 1 0 0,0 0-1 0 0,0 0 1 0 0,0 0-1 0 0,0 0 1 0 0,0-1-1 0 0,0 1 1 0 0,0 0 0 0 0,0 0-1 0 0,0 0 1 0 0,0 0-1 0 0,0 0 1 0 0,0 0-1 0 0,0 0 1 0 0,0 0-1 0 0,0 0 1 0 0,0 0-1 0 0,0 0 1 0 0,0-1-1 0 0,0 1 1 0 0,0 0-1 0 0,0 0 1 0 0,0 0 0 0 0,0 0-1 0 0,0 0 1 0 0,0 0-1 0 0,0 0 1 0 0,0 0-1 0 0,0 0 1 0 0,0 0-1 0 0,0 0 1 0 0,0-1-1 0 0,0 1 1 0 0,0 0-1 0 0,0 0 1 0 0,0 0-1 0 0,0 0 1 0 0,0 0 0 0 0,-1 0-1 0 0,1 0 1 0 0,0 0-1 0 0,0 0 1 0 0,0 0-1 0 0,0 0 1 0 0,0 0-1 0 0,0 0 1 0 0,0 0-1 0 0,0 0 1 0 0,0 0-1 0 0,0 0 1 0 0,0 0-1 0 0,0 0 1 0 0,-1 0-1 0 0,1 0 1 0 0,0 0 0 0 0,0 0-1 0 0,0 0 1 0 0,0 0-1 0 0,0 0 1 0 0,-10 10 92 0 0,-81 122 1693 0 0,69-97-1537 0 0,19-30-214 0 0,-65 110 516 0 0,59-98-483 0 0,1 1 0 0 0,0 0 0 0 0,2 0 0 0 0,-8 35 0 0 0,13-51-57 0 0,0 1-1 0 0,1 0 1 0 0,0-1 0 0 0,-1 1-1 0 0,1 0 1 0 0,0-1 0 0 0,1 1 0 0 0,-1 0-1 0 0,0-1 1 0 0,1 1 0 0 0,-1-1 0 0 0,1 1-1 0 0,0-1 1 0 0,0 1 0 0 0,0-1 0 0 0,2 5-1 0 0,-1-6-46 0 0,-1 1 0 0 0,1-1-1 0 0,-1 1 1 0 0,1-1 0 0 0,0 0 0 0 0,-1 1-1 0 0,1-1 1 0 0,0 0 0 0 0,0 0 0 0 0,0 0-1 0 0,0-1 1 0 0,0 1 0 0 0,0 0 0 0 0,0-1-1 0 0,0 1 1 0 0,3-1 0 0 0,4 1-282 0 0,0-1 0 0 0,0-1 0 0 0,0 0 0 0 0,-1 0 0 0 0,1-1 0 0 0,-1 0 0 0 0,1 0 0 0 0,14-6 0 0 0,-4-1-317 0 0,-1-1 1 0 0,0 0 0 0 0,0-1-1 0 0,-1-1 1 0 0,-1-1-1 0 0,28-26 1 0 0,-15 8 346 0 0,-1 0 0 0 0,32-50 0 0 0,-33 40 3547 0 0,20-45-1 0 0,-46 84-3162 0 0,4-3 557 0 0,-10 27-386 0 0,-1 0 0 0 0,-1-1 1 0 0,-1 1-1 0 0,-11 19 1 0 0,-4 12-90 0 0,12-25-570 0 0,2-1 0 0 0,1 2 0 0 0,-6 35 0 0 0,14-63 255 0 0,-1 0 0 0 0,1 0 0 0 0,0 0 1 0 0,0 0-1 0 0,-1 0 0 0 0,1 0 0 0 0,0 0 0 0 0,0 0 0 0 0,0 0 0 0 0,0 0 1 0 0,0 0-1 0 0,1 0 0 0 0,-1 0 0 0 0,0 0 0 0 0,0 0 0 0 0,1 0 0 0 0,-1 0 1 0 0,0 0-1 0 0,1 0 0 0 0,-1 0 0 0 0,1 0 0 0 0,0 0 0 0 0,-1 0 0 0 0,1 0 1 0 0,-1 0-1 0 0,1-1 0 0 0,0 1 0 0 0,0 0 0 0 0,0 0 0 0 0,-1-1 0 0 0,1 1 0 0 0,0-1 1 0 0,0 1-1 0 0,0-1 0 0 0,0 1 0 0 0,0-1 0 0 0,0 1 0 0 0,0-1 0 0 0,0 0 1 0 0,0 0-1 0 0,0 1 0 0 0,0-1 0 0 0,0 0 0 0 0,1 0 0 0 0,-1 0 0 0 0,1 0 1 0 0,2-1-486 0 0,0 1 0 0 0,0-1 1 0 0,0 0-1 0 0,0 0 1 0 0,0-1-1 0 0,0 1 0 0 0,0-1 1 0 0,0 0-1 0 0,-1 0 1 0 0,5-3-1 0 0,7-6-2540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2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0 240 3536 0 0,'55'-85'4651'0'0,"-47"74"-3874"0"0,1 0 0 0 0,0 1 1 0 0,1 0-1 0 0,-1 1 0 0 0,15-11 1 0 0,-21 18-688 0 0,-1 1 1 0 0,0-1-1 0 0,1 1 1 0 0,-1 0-1 0 0,1 0 1 0 0,-1 0-1 0 0,1 0 1 0 0,0 0-1 0 0,-1 1 1 0 0,1-1-1 0 0,0 1 1 0 0,0 0-1 0 0,-1-1 1 0 0,1 1-1 0 0,0 1 1 0 0,0-1-1 0 0,0 0 1 0 0,-1 1-1 0 0,1-1 1 0 0,0 1-1 0 0,-1 0 1 0 0,5 2-1 0 0,-3-2-36 0 0,-1 1 1 0 0,0 0-1 0 0,0 1 0 0 0,1-1 0 0 0,-2 0 0 0 0,1 1 1 0 0,0 0-1 0 0,0-1 0 0 0,-1 1 0 0 0,0 0 1 0 0,0 0-1 0 0,1 1 0 0 0,-2-1 0 0 0,1 0 1 0 0,0 1-1 0 0,1 5 0 0 0,-1-3-1 0 0,0 0 0 0 0,-1 0 0 0 0,0 1 0 0 0,0-1 0 0 0,-1 0 0 0 0,0 1 0 0 0,0-1 0 0 0,0 1 1 0 0,-1-1-1 0 0,0 0 0 0 0,0 1 0 0 0,0-1 0 0 0,-1 0 0 0 0,0 0 0 0 0,0 0 0 0 0,-1 0 0 0 0,1 0 0 0 0,-5 6 0 0 0,-2 2 61 0 0,-1-1 1 0 0,-1 0-1 0 0,1 0 0 0 0,-2-1 0 0 0,-20 17 1 0 0,28-26-73 0 0,-4 0-23 0 0,6-2-9 0 0,2-4-15 0 0,1 1 0 0 0,-1-1 0 0 0,1 1 0 0 0,0-1 0 0 0,-1 1 1 0 0,1 0-1 0 0,0-1 0 0 0,1 1 0 0 0,-1 0 0 0 0,0 0 0 0 0,4-4 0 0 0,23-26-63 0 0,-12 14 34 0 0,112-121-248 0 0,-19 21 1442 0 0,-95 103-1061 0 0,-23 26-115 0 0,-10 14 134 0 0,4-2 32 0 0,-25 50 0 0 0,36-64-125 0 0,1-1 0 0 0,0 1-1 0 0,0 0 1 0 0,1 0 0 0 0,0-1-1 0 0,0 2 1 0 0,1-1 0 0 0,0 0 0 0 0,1 0-1 0 0,1 10 1 0 0,-1-15-12 0 0,1-1 0 0 0,-1 1-1 0 0,1-1 1 0 0,0 0 0 0 0,1 1 0 0 0,-1-1 0 0 0,1 0-1 0 0,-1 0 1 0 0,1 0 0 0 0,0 0 0 0 0,0 0 0 0 0,0-1-1 0 0,0 1 1 0 0,1 0 0 0 0,2 2 0 0 0,0-1 29 0 0,0-1-1 0 0,0 1 1 0 0,1-1 0 0 0,-1 0-1 0 0,1-1 1 0 0,-1 1 0 0 0,1-1 0 0 0,7 2-1 0 0,-1-1-214 0 0,1-1 0 0 0,0 0 0 0 0,-1-1 0 0 0,1 0 0 0 0,0-1 0 0 0,0-1 0 0 0,23-3 0 0 0,-29 3-508 0 0,1-2 1 0 0,0 1-1 0 0,0-1 0 0 0,12-6 0 0 0,10-11-5132 0 0,-13 5-871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3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44 3132 0 0,'-104'-25'11345'0'0,"39"7"-7976"0"0,63 17-3841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3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 1516 0 0,'-166'38'14736'0'0,"166"-38"-14690"0"0,0 0 0 0 0,-1 0 0 0 0,1 0-1 0 0,0 0 1 0 0,0 0 0 0 0,-1 0 0 0 0,1 0-1 0 0,0 0 1 0 0,-1 0 0 0 0,1 0 0 0 0,0 0 0 0 0,0 1-1 0 0,-1-1 1 0 0,1 0 0 0 0,0 0 0 0 0,0 0-1 0 0,-1 0 1 0 0,1 0 0 0 0,0 0 0 0 0,0 1 0 0 0,0-1-1 0 0,-1 0 1 0 0,1 0 0 0 0,0 0 0 0 0,0 0-1 0 0,0 1 1 0 0,-1-1 0 0 0,1 0 0 0 0,0 0 0 0 0,0 1-1 0 0,0-1 1 0 0,0 0 0 0 0,0 0 0 0 0,0 1 0 0 0,0-1-1 0 0,0 0 1 0 0,-1 1 0 0 0,12 3 371 0 0,21-1-362 0 0,161-9-3015 0 0,-62-3-3474 0 0,-56 2-232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3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23 956 0 0,'0'0'2181'0'0,"-2"-22"7000"0"0,-10 75-6410 0 0,6-27-2027 0 0,-8 27 0 0 0,-41 92 213 0 0,-18 53-722 0 0,69-189-811 0 0,1 1 1 0 0,0 0-1 0 0,1 0 0 0 0,0 1 0 0 0,1-1 1 0 0,-1 0-1 0 0,2 21 0 0 0,7-19-1278 0 0,14-7-7051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4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270 132 580 0 0,'12'-17'2370'0'0,"-1"-1"-1"0"0,0 0 1 0 0,-2 0-1 0 0,9-23 1 0 0,-18 40-2332 0 0,0 1 0 0 0,0-1-1 0 0,1 0 1 0 0,-1 1 0 0 0,0-1 0 0 0,0 1 0 0 0,0-1 0 0 0,0 0 0 0 0,0 1 0 0 0,0-1 0 0 0,0 1-1 0 0,0-1 1 0 0,0 1 0 0 0,-1-1 0 0 0,1 0 0 0 0,0 1 0 0 0,0-1 0 0 0,0 1 0 0 0,-1-1-1 0 0,1 1 1 0 0,0-1 0 0 0,-1 1 0 0 0,1-1 0 0 0,0 1 0 0 0,-1-1 0 0 0,1 1 0 0 0,0-1-1 0 0,-1 1 1 0 0,1 0 0 0 0,-1-1 0 0 0,1 1 0 0 0,-1 0 0 0 0,1-1 0 0 0,-1 1 0 0 0,1 0 0 0 0,-1 0-1 0 0,0-1 1 0 0,1 1 0 0 0,-1 0 0 0 0,1 0 0 0 0,-1 0 0 0 0,1 0 0 0 0,-1 0 0 0 0,0 0-1 0 0,-25 0 434 0 0,16 3-430 0 0,-1-1 0 0 0,1 2 0 0 0,-1 0 0 0 0,1 0 0 0 0,0 1-1 0 0,1 0 1 0 0,-1 0 0 0 0,1 1 0 0 0,0 1 0 0 0,1 0 0 0 0,-1 0 0 0 0,1 0-1 0 0,1 1 1 0 0,-9 10 0 0 0,14-15-36 0 0,0 0-1 0 0,1 0 1 0 0,-1 0 0 0 0,1 1 0 0 0,-1-1-1 0 0,1 1 1 0 0,0-1 0 0 0,0 1-1 0 0,1-1 1 0 0,-1 1 0 0 0,1-1-1 0 0,-1 1 1 0 0,1 0 0 0 0,0-1-1 0 0,1 1 1 0 0,-1 0 0 0 0,1-1 0 0 0,-1 1-1 0 0,1-1 1 0 0,0 1 0 0 0,0-1-1 0 0,1 0 1 0 0,-1 1 0 0 0,1-1-1 0 0,3 6 1 0 0,6 6 4 0 0,-1 0 0 0 0,2-1 0 0 0,0-1 0 0 0,16 14 0 0 0,7 9-31 0 0,-22-21 65 0 0,-4-5 363 0 0,1 1 0 0 0,11 20 0 0 0,-20-30-355 0 0,-1 1 0 0 0,1-1 0 0 0,-1 0 0 0 0,1 1 0 0 0,-1-1 0 0 0,0 0 0 0 0,0 1 0 0 0,0-1 0 0 0,0 1 0 0 0,0-1 0 0 0,0 1 0 0 0,0-1 0 0 0,0 1 0 0 0,0-1 0 0 0,-1 0 0 0 0,1 1 0 0 0,0-1 0 0 0,-1 0 0 0 0,0 1 0 0 0,1-1 1 0 0,-1 0-1 0 0,0 1 0 0 0,1-1 0 0 0,-1 0 0 0 0,0 0 0 0 0,0 0 0 0 0,0 0 0 0 0,0 0 0 0 0,0 0 0 0 0,0 0 0 0 0,0 0 0 0 0,-2 1 0 0 0,-2 1 22 0 0,1 0-1 0 0,-1 0 1 0 0,0 0-1 0 0,0 0 1 0 0,0-1-1 0 0,-9 3 1 0 0,4-3-292 0 0,-1 1 0 0 0,0-2 1 0 0,0 1-1 0 0,0-2 0 0 0,1 1 1 0 0,-1-2-1 0 0,0 1 1 0 0,0-1-1 0 0,0-1 0 0 0,0 0 1 0 0,-11-4-1 0 0,12 3-875 0 0,1-1 1 0 0,0 0 0 0 0,0 0-1 0 0,0-1 1 0 0,1 0-1 0 0,-1-1 1 0 0,-11-10 0 0 0,-5-7-3946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4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1 117 952 0 0,'3'-19'2800'0'0,"-1"4"-291"0"0,0 3-477 0 0,-1 0-416 0 0,-1 2-388 0 0,4 2-244 0 0,-3-2 372 0 0,1-6-532 0 0,3 6-560 0 0,7 5-884 0 0,2 7-1508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4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71 556 0 0,'0'-3'2286'0'0,"2"-6"239"0"0,0 6-1961 0 0,-1 0-1 0 0,-1-1 0 0 0,1 1 1 0 0,0 0-1 0 0,-1 0 0 0 0,0 0 0 0 0,1 0 1 0 0,-1-1-1 0 0,-1 1 0 0 0,1 0 1 0 0,0 0-1 0 0,-1 0 0 0 0,0-1 1 0 0,1 1-1 0 0,-1 0 0 0 0,-2-4 0 0 0,2 7-535 0 0,-1 0 0 0 0,1 0 0 0 0,0 0 0 0 0,0 0 0 0 0,0 0-1 0 0,0 0 1 0 0,0 0 0 0 0,-1 1 0 0 0,1-1 0 0 0,0 1 0 0 0,0-1-1 0 0,0 0 1 0 0,-1 2 0 0 0,2-2-10 0 0,-25 12 85 0 0,2 2 0 0 0,0 1-1 0 0,0 0 1 0 0,1 2-1 0 0,-32 31 1 0 0,35-30-85 0 0,10-11-21 0 0,1 1 0 0 0,1 0-1 0 0,-1 0 1 0 0,1 1 0 0 0,1 0-1 0 0,-8 13 1 0 0,13-19 2 0 0,-1 0 0 0 0,1 0 0 0 0,-1 0 0 0 0,1 0 0 0 0,0 0 1 0 0,0 1-1 0 0,0-1 0 0 0,1 0 0 0 0,-1 1 0 0 0,1-1 0 0 0,0 1 0 0 0,0-1 1 0 0,0 1-1 0 0,0-1 0 0 0,1 0 0 0 0,-1 1 0 0 0,1-1 0 0 0,0 0 0 0 0,0 1 0 0 0,0-1 1 0 0,0 0-1 0 0,1 0 0 0 0,-1 0 0 0 0,4 4 0 0 0,13 17-25 0 0,42 39 0 0 0,-38-42 23 0 0,31 42 1 0 0,-51-61 36 0 0,0 0 0 0 0,0 1-1 0 0,0 0 1 0 0,-1-1 0 0 0,0 1 0 0 0,1 0 0 0 0,-1 0 0 0 0,0 0 0 0 0,0 0-1 0 0,0 0 1 0 0,-1 0 0 0 0,1 0 0 0 0,-1 0 0 0 0,0 0 0 0 0,0 0 0 0 0,0 0-1 0 0,0 0 1 0 0,-1 6 0 0 0,-1-5 43 0 0,1 0 0 0 0,-1 0 0 0 0,1-1-1 0 0,-1 1 1 0 0,0-1 0 0 0,-1 0 0 0 0,1 1 0 0 0,-1-1 0 0 0,1 0-1 0 0,-1 0 1 0 0,0-1 0 0 0,-6 6 0 0 0,0-2 56 0 0,-1 0 0 0 0,0-1 0 0 0,1 1 1 0 0,-2-2-1 0 0,1 0 0 0 0,0 0 0 0 0,-1-1 0 0 0,0 0 0 0 0,-17 2 0 0 0,13-4-66 0 0,0 0-1 0 0,0-2 0 0 0,-1 0 1 0 0,-15-3-1 0 0,22 3-116 0 0,1-1 1 0 0,-1 0-1 0 0,1-1 0 0 0,0 1 1 0 0,0-2-1 0 0,0 1 0 0 0,1-1 1 0 0,-14-8-1 0 0,20 11-79 0 0,0 0-1 0 0,0 1 1 0 0,0-1 0 0 0,1 0 0 0 0,-1 0-1 0 0,0 0 1 0 0,0 0 0 0 0,0 0-1 0 0,1 0 1 0 0,-1 0 0 0 0,0 0 0 0 0,1 0-1 0 0,-1 0 1 0 0,1 0 0 0 0,-1 0-1 0 0,1 0 1 0 0,0 0 0 0 0,0 0 0 0 0,-1 0-1 0 0,1-1 1 0 0,0 1 0 0 0,0 0-1 0 0,0 0 1 0 0,0 0 0 0 0,0-1 0 0 0,0 1-1 0 0,0 0 1 0 0,1 0 0 0 0,-1 0-1 0 0,0 0 1 0 0,1 0 0 0 0,-1-1 0 0 0,1 1-1 0 0,-1 0 1 0 0,1 0 0 0 0,-1 0-1 0 0,1 0 1 0 0,0 0 0 0 0,0-1-1 0 0,4-3-930 0 0,-1 1-1 0 0,1-1 0 0 0,0 1 1 0 0,0 0-1 0 0,1 0 0 0 0,5-3 1 0 0,7-4-2681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5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403 110 2156 0 0,'3'-3'515'0'0,"1"1"0"0"0,0-1 0 0 0,-1-1 1 0 0,0 1-1 0 0,1 0 0 0 0,-1-1 0 0 0,-1 0 0 0 0,1 1 0 0 0,0-1 0 0 0,-1 0 0 0 0,0-1 0 0 0,0 1 0 0 0,0 0 0 0 0,-1 0 0 0 0,1-1 0 0 0,-1 1 1 0 0,0-1-1 0 0,0 0 0 0 0,0-8 0 0 0,-1 12-454 0 0,0 0 0 0 0,0 0 0 0 0,-1 0 0 0 0,1 0 0 0 0,0 0 0 0 0,0 0 0 0 0,-1 0 0 0 0,1 0 0 0 0,-1 0 0 0 0,1 0 0 0 0,-1 0 0 0 0,0 0 0 0 0,1 0 0 0 0,-1 1 0 0 0,0-1 0 0 0,1 0 0 0 0,-1 0 0 0 0,0 1 0 0 0,0-1 0 0 0,0 0 0 0 0,0 1-1 0 0,0-1 1 0 0,0 1 0 0 0,0-1 0 0 0,0 1 0 0 0,0-1 0 0 0,0 1 0 0 0,0 0 0 0 0,0 0 0 0 0,0-1 0 0 0,-2 1 0 0 0,-29-1 509 0 0,24 3-505 0 0,1-1-1 0 0,-1 2 0 0 0,1-1 1 0 0,0 1-1 0 0,-1 0 1 0 0,1 0-1 0 0,-10 7 0 0 0,-43 34 120 0 0,55-40-171 0 0,-32 26 56 0 0,1 3 0 0 0,-33 37-1 0 0,52-51-44 0 0,2 1 0 0 0,0 0-1 0 0,1 1 1 0 0,1 1 0 0 0,-18 39-1 0 0,29-55-4 0 0,-1 0-1 0 0,1 0 0 0 0,1 1 1 0 0,-1-1-1 0 0,1 1 0 0 0,0-1 1 0 0,0 1-1 0 0,1-1 0 0 0,0 1 1 0 0,1 9-1 0 0,0-13-14 0 0,-1 0 0 0 0,1 0-1 0 0,0-1 1 0 0,0 1 0 0 0,0 0 0 0 0,1 0 0 0 0,-1-1-1 0 0,1 1 1 0 0,-1 0 0 0 0,1-1 0 0 0,0 0-1 0 0,0 1 1 0 0,0-1 0 0 0,0 0 0 0 0,1 0 0 0 0,-1 0-1 0 0,0 0 1 0 0,1-1 0 0 0,-1 1 0 0 0,1-1-1 0 0,0 1 1 0 0,-1-1 0 0 0,1 0 0 0 0,4 1-1 0 0,1 0-75 0 0,1 0 0 0 0,0 0-1 0 0,-1-1 1 0 0,1-1 0 0 0,0 1-1 0 0,0-2 1 0 0,0 1-1 0 0,-1-1 1 0 0,1 0 0 0 0,0-1-1 0 0,-1 0 1 0 0,1 0-1 0 0,-1-1 1 0 0,0 0 0 0 0,1-1-1 0 0,-2 0 1 0 0,12-6 0 0 0,-2-1-17 0 0,-1 0 0 0 0,0-1 0 0 0,0-1 0 0 0,-1 0 0 0 0,-1-1 0 0 0,20-25 1 0 0,3-13 120 0 0,31-57 1 0 0,-44 68 662 0 0,-21 37-595 0 0,10-15 97 0 0,-13 19-197 0 0,0 0 0 0 0,0 0 0 0 0,0 0-1 0 0,0 0 1 0 0,0-1 0 0 0,0 1-1 0 0,0 0 1 0 0,0 0 0 0 0,0 0 0 0 0,0 0-1 0 0,0 0 1 0 0,0 0 0 0 0,0 0 0 0 0,0 0-1 0 0,1 0 1 0 0,-1 0 0 0 0,0 0-1 0 0,0 0 1 0 0,0 0 0 0 0,0 0 0 0 0,0 0-1 0 0,0 0 1 0 0,0 0 0 0 0,0 0-1 0 0,0 0 1 0 0,0 0 0 0 0,0 0 0 0 0,0 0-1 0 0,1 0 1 0 0,-1 0 0 0 0,0 0-1 0 0,0 0 1 0 0,0 0 0 0 0,0 0 0 0 0,0 0-1 0 0,0 0 1 0 0,0 0 0 0 0,0 0 0 0 0,0 0-1 0 0,0 0 1 0 0,0 0 0 0 0,0 0-1 0 0,0 0 1 0 0,0 0 0 0 0,1 1 0 0 0,-1-1-1 0 0,0 0 1 0 0,0 0 0 0 0,0 0-1 0 0,0 0 1 0 0,0 0 0 0 0,0 0 0 0 0,0 0-1 0 0,0 0 1 0 0,0 0 0 0 0,0 0-1 0 0,0 0 1 0 0,0 0 0 0 0,0 0 0 0 0,0 1-1 0 0,0-1 1 0 0,0 0 0 0 0,-1 14 21 0 0,-5 12 19 0 0,-1 0-1 0 0,-14 33 0 0 0,11-31 26 0 0,-12 46-1 0 0,19-58-23 0 0,0-3-54 0 0,0-1-1 0 0,1 1 0 0 0,0 27 0 0 0,2-38-88 0 0,0 1 0 0 0,0 0 0 0 0,0-1 0 0 0,1 1 0 0 0,-1 0-1 0 0,1-1 1 0 0,0 1 0 0 0,0-1 0 0 0,0 1 0 0 0,0-1 0 0 0,0 1 0 0 0,0-1 0 0 0,1 0 0 0 0,-1 0 0 0 0,1 1 0 0 0,-1-1 0 0 0,1 0 0 0 0,0 0 0 0 0,0-1 0 0 0,0 1 0 0 0,0 0-1 0 0,0-1 1 0 0,1 1 0 0 0,-1-1 0 0 0,3 2 0 0 0,-2-2-69 0 0,0 0 0 0 0,0-1 0 0 0,1 1 0 0 0,-1-1-1 0 0,0 1 1 0 0,0-1 0 0 0,0 0 0 0 0,1 0 0 0 0,-1-1 0 0 0,0 1-1 0 0,0-1 1 0 0,0 1 0 0 0,0-1 0 0 0,0 0 0 0 0,1 0 0 0 0,2-2-1 0 0,4-2-448 0 0,0 0 0 0 0,19-13-1 0 0,-3-1 206 0 0,-1-2 0 0 0,-1 0 0 0 0,23-28 1 0 0,-17 16 1774 0 0,40-64 1 0 0,1-18 6317 0 0,-69 113-7439 0 0,-4 11-78 0 0,1 0 0 0 0,-2 0 0 0 0,1 0 0 0 0,-1 0 0 0 0,0-1 0 0 0,-1 1 0 0 0,0-1 0 0 0,-5 9-1 0 0,-6 13 21 0 0,5-7-115 0 0,-31 77 330 0 0,37-87-450 0 0,0 1 0 0 0,0 0 0 0 0,2 1 1 0 0,0-1-1 0 0,-1 20 0 0 0,9-10-1926 0 0,-5-23 1807 0 0,-1-1 0 0 0,0 1 0 0 0,1 0 0 0 0,-1 0 0 0 0,0-1 1 0 0,1 1-1 0 0,-1 0 0 0 0,1-1 0 0 0,0 1 0 0 0,-1-1 0 0 0,1 1 0 0 0,-1 0 0 0 0,1-1 0 0 0,0 1 0 0 0,-1-1 0 0 0,1 0 0 0 0,0 1 0 0 0,0-1 0 0 0,-1 1 0 0 0,1-1 1 0 0,0 0-1 0 0,0 0 0 0 0,0 0 0 0 0,-1 1 0 0 0,1-1 0 0 0,0 0 0 0 0,0 0 0 0 0,0 0 0 0 0,1 0 0 0 0,11-3-3651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5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79 1604 0 0,'-36'-50'8596'0'0,"11"23"-6021"0"0,23 26-2333 0 0,2 1-239 0 0,0 0 0 0 0,-1 0-1 0 0,1 0 1 0 0,0 0 0 0 0,0 0 0 0 0,-1 0-1 0 0,1 0 1 0 0,0 0 0 0 0,0 0 0 0 0,-1 0 0 0 0,1 0-1 0 0,0 0 1 0 0,-1 0 0 0 0,1 0 0 0 0,0 0-1 0 0,0 0 1 0 0,-1 0 0 0 0,1 0 0 0 0,0 0-1 0 0,0 1 1 0 0,-1-1 0 0 0,1 0 0 0 0,0 0-1 0 0,0 0 1 0 0,-1 0 0 0 0,1 1 0 0 0,0-1-1 0 0,0 0 1 0 0,0 0 0 0 0,0 1 0 0 0,-1-1-1 0 0,1 0 1 0 0,0 0 0 0 0,0 0 0 0 0,0 1-1 0 0,0-1 1 0 0,0 0 0 0 0,0 1 0 0 0,0-1-1 0 0,0 0 1 0 0,-1 0 0 0 0,1 1 0 0 0,0-1-1 0 0,0 0 1 0 0,0 1 0 0 0,-4 14-429 0 0,4-14 369 0 0,-1 11-1452 0 0,1-1-1 0 0,2 24 0 0 0,-2-27 22 0 0,2 12-2752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6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454 901 2120 0 0,'2'0'432'0'0,"0"0"0"0"0,0 0-1 0 0,0 0 1 0 0,0 0 0 0 0,0 0-1 0 0,0 0 1 0 0,0 0 0 0 0,0-1-1 0 0,0 1 1 0 0,0-1 0 0 0,0 1-1 0 0,0-1 1 0 0,-1 0 0 0 0,1 0-1 0 0,0 0 1 0 0,0 0 0 0 0,-1 0 0 0 0,1 0-1 0 0,0-1 1 0 0,-1 1 0 0 0,1 0-1 0 0,-1-1 1 0 0,0 1 0 0 0,0-1-1 0 0,1 1 1 0 0,-1-1 0 0 0,0 0-1 0 0,0 0 1 0 0,1-2 0 0 0,0 0-13 0 0,0-1 0 0 0,-1 1 1 0 0,1-1-1 0 0,-1 0 1 0 0,0 1-1 0 0,0-1 0 0 0,0 0 1 0 0,-1 0-1 0 0,0 0 0 0 0,0 0 1 0 0,0 0-1 0 0,0 0 0 0 0,-1 0 1 0 0,0 0-1 0 0,-2-9 0 0 0,2 12-370 0 0,0-1-1 0 0,0 0 1 0 0,-1 0-1 0 0,1 1 1 0 0,-1-1-1 0 0,1 1 1 0 0,-1-1-1 0 0,0 1 1 0 0,0 0-1 0 0,0 0 0 0 0,0-1 1 0 0,0 1-1 0 0,-1 1 1 0 0,1-1-1 0 0,-1 0 1 0 0,1 1-1 0 0,-1-1 1 0 0,1 1-1 0 0,-1 0 1 0 0,0-1-1 0 0,0 1 1 0 0,0 1-1 0 0,0-1 0 0 0,0 0 1 0 0,0 1-1 0 0,-4-1 1 0 0,-6 1-48 0 0,0 1-1 0 0,0 1 1 0 0,0-1 0 0 0,0 2 0 0 0,1 0-1 0 0,-1 0 1 0 0,1 2 0 0 0,-1-1 0 0 0,1 1-1 0 0,-14 9 1 0 0,-12 8-63 0 0,-58 46 0 0 0,73-50-4 0 0,-43 42-1 0 0,57-50 30 0 0,1 0-1 0 0,0 0 1 0 0,0 1 0 0 0,1 0 0 0 0,0 1 0 0 0,-10 23-1 0 0,16-32 25 0 0,0-1-1 0 0,0 1 0 0 0,0-1 1 0 0,1 1-1 0 0,-1-1 0 0 0,0 1 1 0 0,1 0-1 0 0,0-1 0 0 0,0 1 0 0 0,0 0 1 0 0,0-1-1 0 0,0 1 0 0 0,0 0 1 0 0,1-1-1 0 0,-1 1 0 0 0,1 0 1 0 0,0-1-1 0 0,0 1 0 0 0,1 3 1 0 0,0-4-37 0 0,0 0 1 0 0,0 0-1 0 0,0 0 0 0 0,0 0 1 0 0,0-1-1 0 0,0 1 1 0 0,0 0-1 0 0,0-1 1 0 0,1 0-1 0 0,-1 1 1 0 0,1-1-1 0 0,-1 0 1 0 0,1 0-1 0 0,-1-1 1 0 0,6 2-1 0 0,3 0-141 0 0,1-1-1 0 0,-1-1 1 0 0,0 1-1 0 0,1-2 1 0 0,-1 0-1 0 0,1 0 1 0 0,18-5-1 0 0,-11 0 13 0 0,0 0-1 0 0,0-2 0 0 0,0 0 1 0 0,-1-1-1 0 0,0 0 0 0 0,23-18 1 0 0,-15 7-5 0 0,-2 0 0 0 0,-1-1-1 0 0,32-37 1 0 0,-6-5-35 0 0,-3-2-1 0 0,52-96 1 0 0,166-385 584 0 0,-225 454 477 0 0,-39 91-828 0 0,-8 18-192 0 0,-133 360 591 0 0,122-313-1139 0 0,3 1 0 0 0,4 0 1 0 0,2 1-1 0 0,-2 69 0 0 0,13-88-1885 0 0,3-16-1931 0 0,1-10-1057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7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237 187 1820 0 0,'12'-48'6108'0'0,"7"-76"0"0"0,-17 109-5435 0 0,-4 22-606 0 0,0 0-1 0 0,0 0 0 0 0,0 0 1 0 0,-4 6-1 0 0,-4 14 20 0 0,-98 268 286 0 0,-14 49 57 0 0,118-330-838 0 0,1 1-1 0 0,0-1 1 0 0,0 1-1 0 0,2 0 1 0 0,0 0-1 0 0,1 0 1 0 0,2 23-1 0 0,-1-33 287 0 0,-1-1 0 0 0,1 0-1 0 0,0 0 1 0 0,1 0 0 0 0,-1 0-1 0 0,1 0 1 0 0,0 0 0 0 0,0 0 0 0 0,0 0-1 0 0,0-1 1 0 0,1 1 0 0 0,-1-1-1 0 0,1 0 1 0 0,0 0 0 0 0,0 0 0 0 0,0 0-1 0 0,0 0 1 0 0,1 0 0 0 0,-1-1-1 0 0,1 0 1 0 0,0 1 0 0 0,0-1-1 0 0,-1-1 1 0 0,1 1 0 0 0,0-1 0 0 0,1 1-1 0 0,-1-1 1 0 0,0 0 0 0 0,0-1-1 0 0,7 1 1 0 0,-2 0-783 0 0,1 0 1 0 0,-1-1-1 0 0,12-2 0 0 0,8-4-1897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7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45 412 2248 0 0,'22'-25'1500'0'0,"-1"-1"1"0"0,-1-1-1 0 0,-1-1 0 0 0,16-32 1 0 0,3-5 3394 0 0,-43 72-4379 0 0,-14 20-135 0 0,-23 41-279 0 0,40-62-90 0 0,-1-1-1 0 0,1 1 0 0 0,0-1 1 0 0,0 1-1 0 0,0 0 1 0 0,1 0-1 0 0,0 0 1 0 0,0 0-1 0 0,0 11 1 0 0,2-15-2 0 0,-1 0 0 0 0,0 0 0 0 0,1 0 0 0 0,-1 0-1 0 0,1 0 1 0 0,-1 0 0 0 0,1 0 0 0 0,0 0 0 0 0,0-1 0 0 0,0 1 0 0 0,0 0 0 0 0,0 0 0 0 0,0-1 0 0 0,1 1 0 0 0,-1-1 0 0 0,0 1 0 0 0,1-1 0 0 0,-1 0 0 0 0,1 1 0 0 0,0-1 0 0 0,-1 0 0 0 0,1 0 0 0 0,0 0 0 0 0,0 0 0 0 0,-1 0 0 0 0,1-1 0 0 0,0 1 0 0 0,0 0 0 0 0,0-1 0 0 0,0 0 0 0 0,0 1 0 0 0,4-1 0 0 0,2 1 58 0 0,0-1 1 0 0,0 0-1 0 0,-1-1 0 0 0,1 0 0 0 0,0 0 1 0 0,0-1-1 0 0,-1 0 0 0 0,1 0 0 0 0,-1 0 1 0 0,0-1-1 0 0,1 0 0 0 0,-1-1 0 0 0,-1 0 0 0 0,1 0 1 0 0,0 0-1 0 0,-1-1 0 0 0,0 0 0 0 0,0 0 1 0 0,0 0-1 0 0,5-8 0 0 0,-7 9-12 0 0,0-1 1 0 0,-1 0-1 0 0,0 1 1 0 0,1-1-1 0 0,-2 0 0 0 0,1-1 1 0 0,0 1-1 0 0,-1 0 1 0 0,0-1-1 0 0,-1 1 0 0 0,1-1 1 0 0,-1 0-1 0 0,0 0 0 0 0,0 1 1 0 0,-1-1-1 0 0,0 0 1 0 0,0 0-1 0 0,0 0 0 0 0,-1 0 1 0 0,1 1-1 0 0,-1-1 0 0 0,-1 0 1 0 0,1 1-1 0 0,-1-1 1 0 0,0 1-1 0 0,0-1 0 0 0,-5-7 1 0 0,0 3-274 0 0,-1-1 1 0 0,0 2 0 0 0,-1-1 0 0 0,0 1-1 0 0,-1 0 1 0 0,1 1 0 0 0,-2 0-1 0 0,1 1 1 0 0,-1 0 0 0 0,0 0 0 0 0,-16-6-1 0 0,-5-1-2875 0 0,-1 2-1 0 0,-66-16 0 0 0,58 19-1729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7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12 125 1976 0 0,'-3'-1'3556'0'0,"3"2"-3475"0"0,0-1 1 0 0,-1 0 0 0 0,1 0-1 0 0,0 0 1 0 0,0 0-1 0 0,-1 0 1 0 0,1 0-1 0 0,0 0 1 0 0,0 0 0 0 0,-1 0-1 0 0,1 0 1 0 0,0 0-1 0 0,0 0 1 0 0,-1 0 0 0 0,1 0-1 0 0,0 0 1 0 0,0 0-1 0 0,-1 0 1 0 0,1 0-1 0 0,0 0 1 0 0,0 0 0 0 0,0 0-1 0 0,-1 0 1 0 0,1-1-1 0 0,-1 0 490 0 0,1 1-489 0 0,-1 0 0 0 0,1 0-1 0 0,0 0 1 0 0,0-1-1 0 0,0 1 1 0 0,0 0 0 0 0,0 0-1 0 0,0-1 1 0 0,0 1-1 0 0,-1 0 1 0 0,1 0-1 0 0,0-1 1 0 0,0 1 0 0 0,0 0-1 0 0,0-1 1 0 0,14-7 1028 0 0,26-6-838 0 0,48-7-70 0 0,113-14-1 0 0,-8 13-3107 0 0,-133 15 973 0 0,34-4-2057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8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7 1480 0 0,'-49'-6'7908'0'0,"47"6"-7216"0"0,-1 0-131 0 0,1 0-444 0 0,0 0 0 0 0,1 1 0 0 0,-1-1 0 0 0,0 1 0 0 0,0-1 0 0 0,1 1 0 0 0,-1 0 0 0 0,0 0 0 0 0,1-1 0 0 0,-1 1 0 0 0,1 1 0 0 0,-1-1 0 0 0,1 0 0 0 0,-1 0 0 0 0,1 0 0 0 0,0 1 0 0 0,0-1 0 0 0,0 1 0 0 0,-1-1 0 0 0,1 1 0 0 0,1-1 0 0 0,-1 1 0 0 0,0-1 0 0 0,-1 4 0 0 0,-3 7 442 0 0,1 1 0 0 0,-4 20 0 0 0,2-13-256 0 0,-39 118 1135 0 0,-6-2-1 0 0,-88 166 0 0 0,130-289-1223 0 0,9-23-158 0 0,9-26-88 0 0,-3 20 1 0 0,1 1 1 0 0,0-1 0 0 0,2 1-1 0 0,0 1 1 0 0,0 0 0 0 0,1 0-1 0 0,1 1 1 0 0,19-19-1 0 0,-25 27 16 0 0,-1 1 0 0 0,1 0-1 0 0,1 0 1 0 0,-1 1 0 0 0,1 0-1 0 0,-1-1 1 0 0,1 2 0 0 0,0-1-1 0 0,0 1 1 0 0,0 0 0 0 0,1 0-1 0 0,-1 1 1 0 0,0-1-1 0 0,1 1 1 0 0,-1 1 0 0 0,1-1-1 0 0,-1 1 1 0 0,0 0 0 0 0,1 1-1 0 0,-1 0 1 0 0,1 0 0 0 0,-1 0-1 0 0,0 1 1 0 0,1-1-1 0 0,8 5 1 0 0,-5-1 13 0 0,1 0 1 0 0,-1 1-1 0 0,0 0 0 0 0,-1 0 1 0 0,1 1-1 0 0,-1 0 0 0 0,-1 1 1 0 0,1 0-1 0 0,-1 0 0 0 0,8 12 0 0 0,-13-17 15 0 0,-1 1-1 0 0,1 0 0 0 0,-1 0 0 0 0,0 0 0 0 0,0 0 0 0 0,0 0 0 0 0,-1 0 0 0 0,1 1 0 0 0,-1-1 0 0 0,0 0 0 0 0,-1 1 0 0 0,1-1 0 0 0,-1 1 0 0 0,1-1 0 0 0,-2 1 0 0 0,1-1 0 0 0,0 1 0 0 0,-1-1 0 0 0,0 1 0 0 0,0-1 0 0 0,0 0 0 0 0,0 1 1 0 0,-1-1-1 0 0,1 0 0 0 0,-1 0 0 0 0,0 0 0 0 0,-1 0 0 0 0,-4 6 0 0 0,1-3 7 0 0,0-1 0 0 0,-1 1 1 0 0,0-1-1 0 0,0 0 0 0 0,0-1 0 0 0,-1 0 0 0 0,0 0 1 0 0,0 0-1 0 0,0-1 0 0 0,-1 0 0 0 0,1-1 1 0 0,-1 0-1 0 0,0 0 0 0 0,0-1 0 0 0,-12 1 1 0 0,-4 1-74 0 0,0-2 0 0 0,1 0 1 0 0,-1-2-1 0 0,-37-4 0 0 0,58 3-206 0 0,0 1 0 0 0,1-1 0 0 0,-1 0 0 0 0,1 1 0 0 0,-1-1 0 0 0,1-1 0 0 0,-1 1 0 0 0,1-1 0 0 0,-1 1 0 0 0,-4-4 0 0 0,7 4 74 0 0,0 0 0 0 0,0 0 0 0 0,1 0 0 0 0,-1 0 0 0 0,0 0 0 0 0,0 0 0 0 0,1-1 0 0 0,-1 1 0 0 0,1 0 0 0 0,-1 0 0 0 0,1 0 0 0 0,0 0 0 0 0,-1-1 1 0 0,1 1-1 0 0,0 0 0 0 0,0-1 0 0 0,0 1 0 0 0,0 0 0 0 0,0 0 0 0 0,0-1 0 0 0,0 1 0 0 0,0 0 0 0 0,0 0 0 0 0,1-1 0 0 0,-1 1 0 0 0,1 0 0 0 0,-1 0 0 0 0,1 0 1 0 0,-1-1-1 0 0,1 1 0 0 0,-1 0 0 0 0,1 0 0 0 0,0 0 0 0 0,1-1 0 0 0,9-15-3183 0 0,4-3-1283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8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48 2212 0 0,'3'-1'592'0'0,"1"0"-1"0"0,0 0 1 0 0,-1 1 0 0 0,1-1-1 0 0,0 1 1 0 0,-1-1-1 0 0,1 1 1 0 0,6 1 0 0 0,-8 0-444 0 0,0-1 0 0 0,0 1 0 0 0,0-1 1 0 0,-1 1-1 0 0,1 0 0 0 0,0 0 0 0 0,-1 0 1 0 0,1 0-1 0 0,0 0 0 0 0,-1 0 0 0 0,1 1 1 0 0,-1-1-1 0 0,0 1 0 0 0,1-1 0 0 0,-1 1 0 0 0,0-1 1 0 0,1 3-1 0 0,3 4 38 0 0,1 0 0 0 0,0 0-1 0 0,0 0 1 0 0,0-1 0 0 0,1 0 0 0 0,0 0-1 0 0,0-1 1 0 0,11 7 0 0 0,-15-10-126 0 0,1-1 1 0 0,0-1-1 0 0,0 1 1 0 0,0-1-1 0 0,-1 1 0 0 0,1-1 1 0 0,1 0-1 0 0,-1 0 1 0 0,0-1-1 0 0,0 1 0 0 0,0-1 1 0 0,0 0-1 0 0,0 0 1 0 0,0 0-1 0 0,1-1 0 0 0,-1 0 1 0 0,0 1-1 0 0,0-1 1 0 0,0-1-1 0 0,0 1 0 0 0,5-3 1 0 0,-6 2 25 0 0,1 0 1 0 0,0 0 0 0 0,-1 0-1 0 0,0 0 1 0 0,1-1-1 0 0,-1 0 1 0 0,0 0 0 0 0,0 0-1 0 0,0 0 1 0 0,-1 0-1 0 0,1 0 1 0 0,-1-1-1 0 0,0 1 1 0 0,0-1 0 0 0,0 0-1 0 0,3-7 1 0 0,-3 5 55 0 0,-1-1 0 0 0,1 1 1 0 0,-1 0-1 0 0,0 0 0 0 0,-1-1 1 0 0,0 1-1 0 0,0 0 0 0 0,0 0 1 0 0,-2-13-1 0 0,1 18-139 0 0,1 0 1 0 0,0 1-1 0 0,-1-1 0 0 0,1 1 1 0 0,0-1-1 0 0,-1 0 0 0 0,1 1 1 0 0,-1-1-1 0 0,1 1 0 0 0,-1-1 1 0 0,0 1-1 0 0,1-1 0 0 0,-1 1 1 0 0,1 0-1 0 0,-1-1 1 0 0,0 1-1 0 0,1 0 0 0 0,-1-1 1 0 0,0 1-1 0 0,1 0 0 0 0,-1 0 1 0 0,0 0-1 0 0,0-1 0 0 0,1 1 1 0 0,-1 0-1 0 0,0 0 0 0 0,0 0 1 0 0,1 0-1 0 0,-2 1 1 0 0,-23 3 3 0 0,9 4 23 0 0,-1 1 0 0 0,1 0 1 0 0,1 1-1 0 0,0 1 0 0 0,0 0 1 0 0,-17 18-1 0 0,9-6 27 0 0,1 2 1 0 0,-33 46 0 0 0,50-63-34 0 0,0 0 1 0 0,0 0 0 0 0,1 0 0 0 0,0 0 0 0 0,1 1-1 0 0,0 0 1 0 0,0-1 0 0 0,1 1 0 0 0,0 0 0 0 0,-1 16-1 0 0,2-21-51 0 0,1 0-1 0 0,1 0 1 0 0,-1 0-1 0 0,1 0 1 0 0,-1-1-1 0 0,1 1 1 0 0,0 0-1 0 0,1 0 1 0 0,-1-1 0 0 0,1 1-1 0 0,-1-1 1 0 0,1 1-1 0 0,0-1 1 0 0,0 0-1 0 0,1 1 1 0 0,-1-1-1 0 0,1 0 1 0 0,-1-1-1 0 0,1 1 1 0 0,0 0-1 0 0,0-1 1 0 0,0 1-1 0 0,1-1 1 0 0,-1 0-1 0 0,0 0 1 0 0,1-1-1 0 0,5 3 1 0 0,1 0-436 0 0,0-1 1 0 0,0 0-1 0 0,0-1 0 0 0,0 0 1 0 0,1-1-1 0 0,11 1 0 0 0,35-4-4688 0 0,-23-2-152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9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15 1748 0 0,'-16'-5'3111'0'0,"11"3"-2345"0"0,0 0-1 0 0,0 1 0 0 0,0 0 1 0 0,0 0-1 0 0,0 0 1 0 0,0 0-1 0 0,-10 1 0 0 0,14 0-699 0 0,0 1-1 0 0,0-1 1 0 0,0 1-1 0 0,0-1 1 0 0,1 1-1 0 0,-1-1 1 0 0,0 1-1 0 0,0 0 1 0 0,0-1-1 0 0,0 1 1 0 0,1 0-1 0 0,-1 0 1 0 0,0 0-1 0 0,1-1 0 0 0,-1 1 1 0 0,0 0-1 0 0,1 0 1 0 0,-1 1-1 0 0,-8 20 649 0 0,7-18-482 0 0,-50 151 2812 0 0,-1 1-1882 0 0,32-102-1812 0 0,-22 92 1 0 0,42-143 329 0 0,-3 30-1575 0 0,4-33 1653 0 0,0 1 1 0 0,0 0-1 0 0,0 0 1 0 0,0 0-1 0 0,0 0 1 0 0,0 0-1 0 0,0 0 1 0 0,0-1-1 0 0,1 1 1 0 0,-1 0-1 0 0,0 0 1 0 0,1 0-1 0 0,-1-1 1 0 0,0 1 0 0 0,1 0-1 0 0,-1 0 1 0 0,1-1-1 0 0,-1 1 1 0 0,1 0-1 0 0,-1-1 1 0 0,1 1-1 0 0,0 0 1 0 0,-1-1-1 0 0,1 1 1 0 0,0-1-1 0 0,0 1 1 0 0,-1-1-1 0 0,1 0 1 0 0,1 1-1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9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59 996 0 0,'39'-50'8550'0'0,"-39"49"-8455"0"0,1 0 0 0 0,-1 1 0 0 0,1-1 1 0 0,-1 1-1 0 0,0-1 0 0 0,1 1 0 0 0,-1-1 1 0 0,1 1-1 0 0,-1 0 0 0 0,1-1 1 0 0,-1 1-1 0 0,1-1 0 0 0,0 1 0 0 0,-1 0 1 0 0,1 0-1 0 0,-1-1 0 0 0,1 1 0 0 0,0 0 1 0 0,-1 0-1 0 0,1 0 0 0 0,0 0 1 0 0,-1 0-1 0 0,2 0 0 0 0,-1 0-45 0 0,-1 0-1 0 0,1 1 0 0 0,-1-1 1 0 0,1 0-1 0 0,-1 1 1 0 0,1-1-1 0 0,-1 1 0 0 0,1-1 1 0 0,-1 1-1 0 0,0-1 1 0 0,1 1-1 0 0,-1-1 1 0 0,0 1-1 0 0,1-1 0 0 0,-1 1 1 0 0,0-1-1 0 0,0 1 1 0 0,0 0-1 0 0,1 0 1 0 0,2 31 1312 0 0,-4-9-1042 0 0,-2 0 0 0 0,-1 0-1 0 0,-1 0 1 0 0,-1 0 0 0 0,-1-1 0 0 0,-13 30-1 0 0,-8 29 318 0 0,22-68-344 0 0,3-12-111 0 0,2-2-181 0 0,1-1 0 0 0,0 1 0 0 0,0-1 0 0 0,0 1 0 0 0,0 0 0 0 0,0-1 0 0 0,0 1 0 0 0,0 0 0 0 0,1-1 0 0 0,-1 1 0 0 0,0 0 1 0 0,1-1-1 0 0,0-1 0 0 0,11-28-63 0 0,1 1 1 0 0,2 1 0 0 0,25-40-1 0 0,-31 55-18 0 0,1 1-1 0 0,0 1 0 0 0,1-1 0 0 0,1 2 1 0 0,-1 0-1 0 0,2 0 0 0 0,0 1 0 0 0,26-16 1 0 0,-37 24 77 0 0,0 1 0 0 0,0 0 0 0 0,0 0 0 0 0,0 0 0 0 0,0 0 0 0 0,0 1 0 0 0,0-1 0 0 0,0 0 0 0 0,0 1 0 0 0,0 0 0 0 0,0-1 0 0 0,1 1 0 0 0,-1 0 0 0 0,0 0 0 0 0,0 0 0 0 0,0 0 0 0 0,0 1 0 0 0,1-1 0 0 0,-1 1 0 0 0,0-1 0 0 0,0 1 0 0 0,0 0 0 0 0,0 0 1 0 0,0-1-1 0 0,0 1 0 0 0,0 1 0 0 0,-1-1 0 0 0,1 0 0 0 0,0 0 0 0 0,0 1 0 0 0,1 1 0 0 0,0 1 89 0 0,0 1-1 0 0,0-1 1 0 0,0 1 0 0 0,-1-1-1 0 0,0 1 1 0 0,0 0 0 0 0,0 0-1 0 0,0 0 1 0 0,-1 0 0 0 0,0 0 0 0 0,0 0-1 0 0,0 6 1 0 0,0 10 176 0 0,-1 1 0 0 0,-2-1 0 0 0,-6 37 0 0 0,4-32-208 0 0,-1 39 0 0 0,5-65-57 0 0,0 1 0 0 0,0 0-1 0 0,0-1 1 0 0,0 1 0 0 0,0-1 0 0 0,0 1-1 0 0,0 0 1 0 0,0-1 0 0 0,0 1 0 0 0,1 0 0 0 0,-1-1-1 0 0,0 1 1 0 0,1-1 0 0 0,-1 1 0 0 0,0-1-1 0 0,1 1 1 0 0,-1-1 0 0 0,1 1 0 0 0,-1-1 0 0 0,1 1-1 0 0,-1-1 1 0 0,1 1 0 0 0,-1-1 0 0 0,1 0-1 0 0,-1 1 1 0 0,1-1 0 0 0,-1 0 0 0 0,1 1 0 0 0,0-1-1 0 0,-1 0 1 0 0,1 0 0 0 0,-1 0 0 0 0,1 0-1 0 0,0 1 1 0 0,-1-1 0 0 0,1 0 0 0 0,0 0 0 0 0,-1 0-1 0 0,2-1 1 0 0,21-3-863 0 0,-13-1-19 0 0,-1 1 1 0 0,0-2 0 0 0,0 1-1 0 0,-1-1 1 0 0,0-1 0 0 0,0 0-1 0 0,0 0 1 0 0,-1 0 0 0 0,0-1-1 0 0,0 0 1 0 0,6-10 0 0 0,-12 17 633 0 0,21-26-4238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29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46 2652 0 0,'-31'-9'2276'0'0,"1"3"-103"0"0,3-3-417 0 0,1 4-416 0 0,6 0-284 0 0,0 0-256 0 0,4 2-184 0 0,1-1 56 0 0,-7 6-704 0 0,8 6-736 0 0,14 6-1156 0 0,9-6-1424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31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83 1912 0 0,'-16'-3'7105'0'0,"8"1"-6201"0"0,1 0 1048 0 0,0 0 0 0 0,0 1 0 0 0,-14-1-1 0 0,20 4-1955 0 0,1 0-1 0 0,-1 0 0 0 0,0 1 1 0 0,1-1-1 0 0,0 0 1 0 0,-1 1-1 0 0,1-1 0 0 0,0 0 1 0 0,0 1-1 0 0,0-1 1 0 0,0 0-1 0 0,1 3 0 0 0,-1-2 14 0 0,1 0-1 0 0,-1 0 1 0 0,1-1-1 0 0,0 1 1 0 0,0 0 0 0 0,0 0-1 0 0,0-1 1 0 0,0 1-1 0 0,0-1 1 0 0,1 1-1 0 0,-1-1 1 0 0,1 1-1 0 0,0-1 1 0 0,-1 0 0 0 0,1 0-1 0 0,0 0 1 0 0,0 0-1 0 0,1 0 1 0 0,-1 0-1 0 0,0-1 1 0 0,1 1-1 0 0,-1-1 1 0 0,1 1 0 0 0,-1-1-1 0 0,1 0 1 0 0,0 0-1 0 0,-1 0 1 0 0,6 1-1 0 0,3 0-12 0 0,-1 0-1 0 0,1 0 0 0 0,0-1 1 0 0,0 0-1 0 0,0-1 1 0 0,0 0-1 0 0,-1-1 0 0 0,1 0 1 0 0,0-1-1 0 0,0 0 0 0 0,-1-1 1 0 0,1 0-1 0 0,16-7 1 0 0,-23 8-21 0 0,0 0 0 0 0,0 0 0 0 0,0-1 0 0 0,-1 1 0 0 0,1-1 0 0 0,0 0 0 0 0,-1 0 0 0 0,0 0 0 0 0,0 0 0 0 0,0-1 0 0 0,0 1 0 0 0,0-1 1 0 0,-1 0-1 0 0,1 1 0 0 0,-1-1 0 0 0,0 0 0 0 0,0-1 0 0 0,-1 1 0 0 0,1 0 0 0 0,-1-1 0 0 0,0 1 0 0 0,0 0 0 0 0,0-1 0 0 0,-1 1 0 0 0,0-1 0 0 0,1 1 1 0 0,-2-7-1 0 0,0 9 5 0 0,1 0 0 0 0,-1-1 0 0 0,0 1 0 0 0,0 0 0 0 0,0 0 1 0 0,0 0-1 0 0,0 0 0 0 0,0 0 0 0 0,-1 0 0 0 0,1 0 1 0 0,-1 0-1 0 0,1 1 0 0 0,-1-1 0 0 0,0 1 0 0 0,0-1 0 0 0,0 1 1 0 0,1-1-1 0 0,-1 1 0 0 0,-1 0 0 0 0,1 0 0 0 0,0 0 1 0 0,0 0-1 0 0,0 0 0 0 0,0 1 0 0 0,-1-1 0 0 0,1 1 0 0 0,0-1 1 0 0,-1 1-1 0 0,1 0 0 0 0,0 0 0 0 0,-1 0 0 0 0,-2 0 0 0 0,-3 1 19 0 0,0-1 0 0 0,0 2-1 0 0,0-1 1 0 0,0 1 0 0 0,1 0-1 0 0,-1 0 1 0 0,-13 7 0 0 0,-5 6 2 0 0,1 1-1 0 0,0 1 1 0 0,1 1 0 0 0,1 1 0 0 0,-37 41 0 0 0,26-21-24 0 0,1 2 0 0 0,-40 68 0 0 0,65-96 30 0 0,0 0 1 0 0,1 1-1 0 0,1 0 0 0 0,-9 28 1 0 0,14-37 0 0 0,0-1 0 0 0,1 1 1 0 0,-1-1-1 0 0,1 1 0 0 0,0-1 1 0 0,0 1-1 0 0,0-1 0 0 0,1 1 0 0 0,1 5 1 0 0,-1-7-1 0 0,0 0 0 0 0,0-1 0 0 0,0 1 0 0 0,0-1 1 0 0,1 1-1 0 0,-1-1 0 0 0,1 0 0 0 0,-1 0 0 0 0,1 1 0 0 0,0-1 1 0 0,0 0-1 0 0,0-1 0 0 0,0 1 0 0 0,0 0 0 0 0,1 0 0 0 0,3 1 1 0 0,3 1-134 0 0,1 0 0 0 0,-1 0 0 0 0,1-1 0 0 0,0-1 0 0 0,-1 0 0 0 0,1 0 1 0 0,0-1-1 0 0,0 0 0 0 0,1 0 0 0 0,-1-2 0 0 0,11 0 0 0 0,14-3-1707 0 0,61-15 0 0 0,-3-7-3088 0 0,-47 7 723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32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371 450 60 0 0,'2'-13'6279'0'0,"-2"13"-6225"0"0,0 0 1 0 0,0 0 0 0 0,0-1-1 0 0,0 1 1 0 0,0 0 0 0 0,0-1 0 0 0,0 1-1 0 0,0 0 1 0 0,0-1 0 0 0,0 1-1 0 0,0 0 1 0 0,0 0 0 0 0,0-1-1 0 0,-1 1 1 0 0,1 0 0 0 0,0 0 0 0 0,0-1-1 0 0,0 1 1 0 0,0 0 0 0 0,-1 0-1 0 0,1-1 1 0 0,0 1 0 0 0,0 0-1 0 0,0 0 1 0 0,-1 0 0 0 0,1 0 0 0 0,0-1-1 0 0,0 1 1 0 0,-1 0 0 0 0,1 0-1 0 0,0 0 1 0 0,-1 0 0 0 0,1 0-1 0 0,0 0 1 0 0,0 0 0 0 0,-1 0 0 0 0,1 0-1 0 0,0-1 1 0 0,-1 1 0 0 0,1 1-1 0 0,0-1 1 0 0,0 0 0 0 0,-1 0 0 0 0,-19 7 1256 0 0,-23 22 24 0 0,39-26-1101 0 0,-47 35 393 0 0,1 2-1 0 0,2 2 1 0 0,-43 51-1 0 0,82-82-592 0 0,0 0 0 0 0,-15 26 0 0 0,22-34-18 0 0,0 1 1 0 0,0 0-1 0 0,0 0 1 0 0,0 1-1 0 0,1-1 1 0 0,0 0-1 0 0,0 0 1 0 0,0 1-1 0 0,0-1 1 0 0,1 1-1 0 0,-1-1 1 0 0,1 0-1 0 0,1 9 1 0 0,0-10-40 0 0,0-1 0 0 0,0 0 0 0 0,0 1 0 0 0,0-1 0 0 0,1 0 0 0 0,-1 0 0 0 0,1 0-1 0 0,-1 0 1 0 0,1 0 0 0 0,0 0 0 0 0,0-1 0 0 0,-1 1 0 0 0,1 0 0 0 0,0-1 0 0 0,1 1 0 0 0,-1-1 0 0 0,0 0 0 0 0,0 0 0 0 0,1 0 0 0 0,-1 0 0 0 0,0 0 0 0 0,1-1 0 0 0,-1 1 0 0 0,5 0 0 0 0,2 1-233 0 0,1-1 0 0 0,0 0 0 0 0,-1-1 0 0 0,1 0 0 0 0,10-1-1 0 0,-3-1-209 0 0,0-1-1 0 0,-1-1 0 0 0,1 0 1 0 0,-1-2-1 0 0,0 1 0 0 0,0-2 1 0 0,28-16-1 0 0,-23 10-59 0 0,-1-2 0 0 0,0 0-1 0 0,-2 0 1 0 0,33-36 0 0 0,-18 9 231 0 0,-1 0 0 0 0,-2-2-1 0 0,-2-2 1 0 0,31-70 0 0 0,61-201 4942 0 0,-102 262-2552 0 0,-11 32-1445 0 0,-6 20-516 0 0,-4 12 148 0 0,-140 387 3287 0 0,0 1-2878 0 0,138-382-676 0 0,-16 55 442 0 0,21-70-452 0 0,0 1 0 0 0,-1-1 0 0 0,1 0 0 0 0,0 0 0 0 0,0 1 0 0 0,0-1 0 0 0,0 0 0 0 0,0 0 0 0 0,0 1 0 0 0,-1-1 0 0 0,1 0 0 0 0,0 1 0 0 0,0-1-1 0 0,0 0 1 0 0,0 0 0 0 0,0 1 0 0 0,0-1 0 0 0,0 0 0 0 0,0 1 0 0 0,0-1 0 0 0,0 0 0 0 0,0 0 0 0 0,1 1 0 0 0,-1-1 0 0 0,0 0 0 0 0,0 1 0 0 0,0-1 0 0 0,0 0 0 0 0,0 0 0 0 0,1 1 0 0 0,-1-1 0 0 0,0 0-1 0 0,0 0 1 0 0,0 0 0 0 0,0 1 0 0 0,1-1 0 0 0,-1 0 0 0 0,0 0 0 0 0,0 0 0 0 0,1 1 0 0 0,-1-1 0 0 0,0 0 0 0 0,1 0 0 0 0,12-8 34 0 0,13-19-31 0 0,29-40-81 0 0,50-55-20 0 0,-84 100 6 0 0,1 2 0 0 0,1 0 0 0 0,36-24 1 0 0,-57 43 76 0 0,1-1 1 0 0,-1 1-1 0 0,1-1 1 0 0,-1 1 0 0 0,1 0-1 0 0,0 0 1 0 0,0 0-1 0 0,0 0 1 0 0,-1 1 0 0 0,1-1-1 0 0,0 1 1 0 0,0-1 0 0 0,6 1-1 0 0,-8 1 13 0 0,1-1 0 0 0,-1 1 0 0 0,1-1 0 0 0,-1 1 0 0 0,1-1 0 0 0,-1 1 0 0 0,1 0 0 0 0,-1 0 0 0 0,0 0 0 0 0,1 0 0 0 0,-1 0 0 0 0,0 0 0 0 0,0 0 0 0 0,0 0 0 0 0,0 0 0 0 0,0 0 0 0 0,0 1 0 0 0,0-1 0 0 0,0 0 0 0 0,-1 1 0 0 0,1-1 0 0 0,0 1 0 0 0,-1-1 0 0 0,1 1 0 0 0,0 2 0 0 0,1 8 19 0 0,0 1-1 0 0,-1-1 1 0 0,0 0-1 0 0,-1 0 1 0 0,0 1-1 0 0,-4 22 1 0 0,2-23-33 0 0,1 1 0 0 0,0-1 0 0 0,1 1 0 0 0,0-1 1 0 0,1 1-1 0 0,4 16 0 0 0,-4-25 25 0 0,0-1-1 0 0,1 0 1 0 0,-1 0 0 0 0,1 0 0 0 0,0-1 0 0 0,0 1-1 0 0,0 0 1 0 0,0-1 0 0 0,0 1 0 0 0,0-1-1 0 0,1 0 1 0 0,-1 0 0 0 0,1 0 0 0 0,0 0-1 0 0,0 0 1 0 0,0 0 0 0 0,0-1 0 0 0,0 1 0 0 0,0-1-1 0 0,0 0 1 0 0,0 0 0 0 0,0 0 0 0 0,5 0-1 0 0,2 1 20 0 0,0 0-1 0 0,1-1 0 0 0,-1 0 0 0 0,1-1 0 0 0,-1 0 0 0 0,13-3 0 0 0,-9 1-72 0 0,0-2-1 0 0,0 0 1 0 0,-1 0-1 0 0,0-2 1 0 0,1 1-1 0 0,-2-2 1 0 0,1 1 0 0 0,-1-2-1 0 0,0 0 1 0 0,0 0-1 0 0,-1-1 1 0 0,18-19-1 0 0,-12 9 39 0 0,0 0-1 0 0,-1-1 0 0 0,-1-1 1 0 0,-1 0-1 0 0,-1-1 0 0 0,14-32 1 0 0,-25 48 55 0 0,0 0 0 0 0,0 0 1 0 0,0-1-1 0 0,-1 1 1 0 0,0 0-1 0 0,0 0 0 0 0,-1-11 1 0 0,0 16-56 0 0,0 1-1 0 0,0-1 1 0 0,0 1 0 0 0,0-1-1 0 0,0 1 1 0 0,0-1 0 0 0,-1 1 0 0 0,1 0-1 0 0,0-1 1 0 0,0 1 0 0 0,0 0-1 0 0,-1-1 1 0 0,1 1 0 0 0,0-1 0 0 0,0 1-1 0 0,-1 0 1 0 0,1 0 0 0 0,0-1-1 0 0,-1 1 1 0 0,1 0 0 0 0,0-1 0 0 0,-1 1-1 0 0,1 0 1 0 0,-1 0 0 0 0,1 0-1 0 0,0 0 1 0 0,-1-1 0 0 0,1 1-1 0 0,-1 0 1 0 0,1 0 0 0 0,-1 0 0 0 0,1 0-1 0 0,0 0 1 0 0,-1 0 0 0 0,1 0-1 0 0,-1 0 1 0 0,1 0 0 0 0,-1 0 0 0 0,1 0-1 0 0,-1 0 1 0 0,1 0 0 0 0,0 1-1 0 0,-1-1 1 0 0,1 0 0 0 0,-1 0 0 0 0,0 1-1 0 0,-19 8-49 0 0,5 2 41 0 0,0 1 1 0 0,1 0-1 0 0,1 1 0 0 0,0 1 1 0 0,-20 27-1 0 0,13-12 38 0 0,1 1-1 0 0,-17 38 1 0 0,31-59-23 0 0,2 0 1 0 0,-1 0 0 0 0,1 0-1 0 0,0 1 1 0 0,1 0-1 0 0,-2 15 1 0 0,3-21 0 0 0,1-1-1 0 0,0 0 1 0 0,0 1 0 0 0,1-1 0 0 0,-1 0-1 0 0,0 1 1 0 0,1-1 0 0 0,0 0 0 0 0,0 1 0 0 0,0-1-1 0 0,0 0 1 0 0,1 0 0 0 0,-1 0 0 0 0,1 0 0 0 0,-1 0-1 0 0,1-1 1 0 0,0 1 0 0 0,0 0 0 0 0,1-1 0 0 0,-1 1-1 0 0,0-1 1 0 0,6 4 0 0 0,2 0-54 0 0,0-1-1 0 0,1 1 1 0 0,-1-2 0 0 0,1 0-1 0 0,0 0 1 0 0,1-1-1 0 0,-1 0 1 0 0,1-1 0 0 0,-1 0-1 0 0,1-1 1 0 0,0 0 0 0 0,-1-1-1 0 0,1-1 1 0 0,0 0 0 0 0,-1 0-1 0 0,1-1 1 0 0,18-5 0 0 0,-8 0-504 0 0,1 0 1 0 0,-2-2 0 0 0,1 0-1 0 0,-1-1 1 0 0,-1-2 0 0 0,0 0 0 0 0,35-27-1 0 0,-27 13-129 0 0,-1 0 0 0 0,-1-2-1 0 0,-2-1 1 0 0,-1-1 0 0 0,-1 0 0 0 0,28-52-1 0 0,-18 19 492 0 0,-3-1 1 0 0,33-107-1 0 0,-43 99 4252 0 0,17-121 0 0 0,-36 191-3970 0 0,-9 8 4 0 0,4 1-24 0 0,0-1-1 0 0,1 1 1 0 0,0 0-1 0 0,1 0 1 0 0,-6 12-1 0 0,4-6 0 0 0,-69 154 901 0 0,-86 290 0 0 0,155-439-1185 0 0,0 1 0 0 0,1 0 1 0 0,1 0-1 0 0,0 31 0 0 0,3-45-121 0 0,0 0 0 0 0,1 0 1 0 0,0 1-1 0 0,0-1 0 0 0,0 0 0 0 0,1 0 0 0 0,-1 0 0 0 0,1 0 0 0 0,4 7 0 0 0,-4-9-89 0 0,0 0-1 0 0,0 0 0 0 0,1-1 0 0 0,-1 1 0 0 0,0-1 0 0 0,1 1 0 0 0,0-1 0 0 0,0 0 0 0 0,0 0 1 0 0,0 0-1 0 0,0 0 0 0 0,0 0 0 0 0,0-1 0 0 0,1 1 0 0 0,4 0 0 0 0,9 2-3304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33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145 192 1348 0 0,'7'-15'4277'0'0,"0"-1"0"0"0,6-27 1946 0 0,-30 50-5180 0 0,10-2-833 0 0,1 1-1 0 0,0 0 0 0 0,0 0 1 0 0,1 0-1 0 0,0 1 0 0 0,0 0 1 0 0,0 0-1 0 0,-6 12 0 0 0,-2 3 77 0 0,10-18-218 0 0,-14 21 133 0 0,-19 39-1 0 0,33-57-184 0 0,-1 0 0 0 0,2 0-1 0 0,-1 0 1 0 0,1 0 0 0 0,0 0 0 0 0,0 1 0 0 0,1-1-1 0 0,0 1 1 0 0,1-1 0 0 0,-1 1 0 0 0,2 11-1 0 0,-1-17 4 0 0,1 0-1 0 0,-1 0 1 0 0,0 0-1 0 0,1 0 1 0 0,0 0-1 0 0,-1 0 1 0 0,1 0-1 0 0,0 0 1 0 0,0-1-1 0 0,0 1 0 0 0,0 0 1 0 0,1 0-1 0 0,-1-1 1 0 0,0 1-1 0 0,1-1 1 0 0,-1 1-1 0 0,1-1 1 0 0,-1 0-1 0 0,1 1 1 0 0,2 0-1 0 0,-1 0 12 0 0,0-1 0 0 0,0 0 0 0 0,0-1 0 0 0,0 1 0 0 0,0-1 0 0 0,0 1 0 0 0,1-1 0 0 0,-1 0 0 0 0,0 0 0 0 0,0 0 0 0 0,0 0 0 0 0,4-2 0 0 0,3 0 24 0 0,0-1 1 0 0,-1 0-1 0 0,0 0 1 0 0,0-1-1 0 0,0 0 0 0 0,0-1 1 0 0,13-9-1 0 0,-7 2-38 0 0,0-1 0 0 0,-1 0-1 0 0,-1-1 1 0 0,0-1 0 0 0,-1 0 0 0 0,18-29-1 0 0,-24 34-31 0 0,0-1 0 0 0,-1 1-1 0 0,0-1 1 0 0,-1 0 0 0 0,0 0-1 0 0,-1-1 1 0 0,0 1-1 0 0,-1-1 1 0 0,0 1 0 0 0,-1-1-1 0 0,0 0 1 0 0,-1-14 0 0 0,-1 20-15 0 0,0 0 0 0 0,0 1 0 0 0,-1-1 0 0 0,1 1 0 0 0,-1-1 0 0 0,-1 1 0 0 0,1 0 0 0 0,-1-1 0 0 0,0 1 0 0 0,0 1 0 0 0,0-1 0 0 0,-1 0 0 0 0,1 1 0 0 0,-1 0 0 0 0,0 0 0 0 0,-1 0 0 0 0,1 0 0 0 0,-1 1 0 0 0,1-1 0 0 0,-1 1 0 0 0,0 0 0 0 0,-1 1 0 0 0,1-1 0 0 0,0 1 1 0 0,-1 0-1 0 0,-8-2 0 0 0,3 1-5 0 0,-1 1 0 0 0,0 0 0 0 0,0 0 0 0 0,0 2 0 0 0,0-1 0 0 0,0 1 0 0 0,0 1 0 0 0,0 0 0 0 0,0 1 0 0 0,0 0-1 0 0,0 1 1 0 0,-12 4 0 0 0,21-6 26 0 0,-1 1 0 0 0,1-1 0 0 0,-1 1 0 0 0,1 0 0 0 0,-1 0 0 0 0,1 0 0 0 0,0 0 0 0 0,0 1 0 0 0,0-1 0 0 0,0 1-1 0 0,0 0 1 0 0,1 0 0 0 0,-3 3 0 0 0,5-6-16 0 0,0 1 0 0 0,-1-1 0 0 0,1 1 0 0 0,0-1 0 0 0,0 1 0 0 0,0-1 0 0 0,0 1 0 0 0,0 0 0 0 0,0-1-1 0 0,0 1 1 0 0,0-1 0 0 0,0 1 0 0 0,0-1 0 0 0,0 1 0 0 0,0-1 0 0 0,0 1 0 0 0,0 0 0 0 0,0-1 0 0 0,1 1 0 0 0,-1-1 0 0 0,0 1 0 0 0,0-1 0 0 0,1 1 0 0 0,-1-1-1 0 0,0 1 1 0 0,1-1 0 0 0,-1 0 0 0 0,0 1 0 0 0,1-1 0 0 0,-1 1 0 0 0,1-1 0 0 0,-1 0 0 0 0,1 1 0 0 0,0-1 0 0 0,0 1-106 0 0,1 1 0 0 0,0-1 0 0 0,0 0 1 0 0,0 0-1 0 0,1-1 0 0 0,-1 1 0 0 0,0 0 0 0 0,0-1 1 0 0,3 1-1 0 0,13 1-27 0 0,0-2 1 0 0,-1 0-1 0 0,1-1 0 0 0,23-3 1 0 0,73-20-1171 0 0,-79 15 978 0 0,1 1 1 0 0,0 2-1 0 0,49-2 1 0 0,-79 8 381 0 0,0 1 0 0 0,0-1 0 0 0,1 1 0 0 0,-1 0 0 0 0,0 1 0 0 0,0-1 0 0 0,0 1 0 0 0,0 0 0 0 0,0 1 0 0 0,-1-1 0 0 0,1 1 0 0 0,-1 0 0 0 0,1 1 0 0 0,-1-1 0 0 0,5 6 0 0 0,-4-3 69 0 0,0 0 0 0 0,0 1 1 0 0,-1-1-1 0 0,0 1 0 0 0,0 1 0 0 0,-1-1 0 0 0,0 1 0 0 0,0-1 0 0 0,-1 1 1 0 0,3 10-1 0 0,-2-5 13 0 0,-1 0 0 0 0,0-1 0 0 0,-1 1 0 0 0,-1 0-1 0 0,0 0 1 0 0,-1 0 0 0 0,0 0 0 0 0,-1 0 0 0 0,0 0 0 0 0,-1 0 0 0 0,-1 0 0 0 0,0 0 0 0 0,-1-1 0 0 0,-7 20 0 0 0,7-26-9 0 0,0 4 251 0 0,-1-1 1 0 0,0 0 0 0 0,0 1-1 0 0,-1-2 1 0 0,0 1 0 0 0,-12 12-1 0 0,16-20-156 0 0,0 0-7 0 0,2-1-180 0 0,0 0 1 0 0,-1 0 0 0 0,1 0-1 0 0,-1 0 1 0 0,1 0 0 0 0,-1 1 0 0 0,1-1-1 0 0,-1 0 1 0 0,1 0 0 0 0,-1 0-1 0 0,1 0 1 0 0,-1 0 0 0 0,1 0-1 0 0,-1-1 1 0 0,1 1 0 0 0,0 0-1 0 0,-1 0 1 0 0,1 0 0 0 0,-1 0 0 0 0,1-1-1 0 0,-1 1 1 0 0,1-5 2 0 0,0 0 1 0 0,0-1-1 0 0,1 1 1 0 0,-1 0-1 0 0,1 0 0 0 0,1 0 1 0 0,-1 0-1 0 0,1 0 1 0 0,0 0-1 0 0,4-7 0 0 0,29-50-42 0 0,-29 52 28 0 0,12-19-38 0 0,2 1 0 0 0,1 1 0 0 0,1 1 0 0 0,1 1 0 0 0,1 1 0 0 0,1 1 0 0 0,1 1 0 0 0,30-19 0 0 0,-48 35-21 0 0,0 1-1 0 0,0 0 1 0 0,0 0 0 0 0,1 1-1 0 0,-1-1 1 0 0,1 2 0 0 0,0 0 0 0 0,0 0-1 0 0,1 0 1 0 0,-1 1 0 0 0,12-1-1 0 0,-19 3 67 0 0,-1 0 0 0 0,1 1 0 0 0,0-1-1 0 0,0 0 1 0 0,-1 1 0 0 0,1-1-1 0 0,0 1 1 0 0,0 0 0 0 0,-1-1-1 0 0,1 1 1 0 0,-1 0 0 0 0,1 0-1 0 0,-1 0 1 0 0,1 0 0 0 0,-1 0-1 0 0,1 1 1 0 0,-1-1 0 0 0,0 0-1 0 0,0 1 1 0 0,0-1 0 0 0,0 1 0 0 0,0-1-1 0 0,0 1 1 0 0,0-1 0 0 0,0 1-1 0 0,0 0 1 0 0,-1-1 0 0 0,1 1-1 0 0,-1 0 1 0 0,1 0 0 0 0,-1 2-1 0 0,1 2 119 0 0,0 1 0 0 0,0 0 0 0 0,-1 0-1 0 0,1 0 1 0 0,-2 0 0 0 0,0 9 0 0 0,-4 6 373 0 0,-14 40 0 0 0,12-44-348 0 0,2 0 0 0 0,0 0 0 0 0,-4 30 0 0 0,9-46-134 0 0,0 0 0 0 0,0 0 0 0 0,0 0-1 0 0,0 0 1 0 0,0-1 0 0 0,0 1 0 0 0,1 0-1 0 0,-1 0 1 0 0,1 0 0 0 0,-1-1 0 0 0,1 1-1 0 0,0 0 1 0 0,0-1 0 0 0,-1 1 0 0 0,1 0-1 0 0,0-1 1 0 0,1 0 0 0 0,1 3 0 0 0,-1-2-22 0 0,1 0 1 0 0,0 0-1 0 0,-1 0 0 0 0,1 0 1 0 0,0 0-1 0 0,0-1 1 0 0,0 1-1 0 0,1-1 0 0 0,3 1 1 0 0,4 1-378 0 0,1-1 1 0 0,-1 0 0 0 0,0-1 0 0 0,22-1-1 0 0,-6-1-2210 0 0,47-10-1 0 0,-9-5-3826 0 0,-26 4-240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36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239 510 1792 0 0,'12'11'2279'0'0,"-1"0"-1"0"0,14 17 1 0 0,17 16 1057 0 0,-40-43-3223 0 0,0 1 0 0 0,1-1 0 0 0,-1 0 0 0 0,1 0-1 0 0,0 0 1 0 0,-1 0 0 0 0,1 0 0 0 0,-1-1-1 0 0,1 1 1 0 0,0-1 0 0 0,0 1 0 0 0,-1-1 0 0 0,1 0-1 0 0,0 0 1 0 0,0-1 0 0 0,-1 1 0 0 0,1-1-1 0 0,4 0 1 0 0,2-2-19 0 0,0 1-1 0 0,0-2 0 0 0,0 1 1 0 0,8-5-1 0 0,10-7-20 0 0,-1-1-1 0 0,0 0 1 0 0,-1-2-1 0 0,40-38 1 0 0,-49 39-57 0 0,0 0 0 0 0,-1-1 0 0 0,-1-1 0 0 0,-1-1 0 0 0,0 1 0 0 0,17-41 0 0 0,-11 8 663 0 0,-2-1 0 0 0,-2-1 0 0 0,12-86 0 0 0,-27 138-629 0 0,-1 3-48 0 0,0-1-1 0 0,0 1 1 0 0,1-1-1 0 0,-1 1 1 0 0,0-1 0 0 0,0 1-1 0 0,1 0 1 0 0,-1-1-1 0 0,0 1 1 0 0,1 0 0 0 0,-1 0-1 0 0,1 0 1 0 0,-1-1-1 0 0,1 1 1 0 0,-1 0-1 0 0,1 0 1 0 0,-1 0 0 0 0,1 0-1 0 0,0 0 1 0 0,0 0-1 0 0,-1 0 1 0 0,1 1 0 0 0,-2 3 0 0 0,-139 372 206 0 0,2-8 197 0 0,-188 374 468 0 0,319-725-841 0 0,-5 7 19 0 0,1 0 0 0 0,1 1-1 0 0,-14 53 1 0 0,24-76-44 0 0,1-1-1 0 0,-1 1 1 0 0,1-1 0 0 0,0 1-1 0 0,0-1 1 0 0,-1 1-1 0 0,1-1 1 0 0,1 1 0 0 0,-1-1-1 0 0,0 1 1 0 0,1-1-1 0 0,-1 1 1 0 0,1-1 0 0 0,0 0-1 0 0,0 1 1 0 0,0-1 0 0 0,0 0-1 0 0,0 1 1 0 0,0-1-1 0 0,1 0 1 0 0,-1 0 0 0 0,1 0-1 0 0,-1 0 1 0 0,4 2-1 0 0,-2-2 0 0 0,0 0-1 0 0,1-1 1 0 0,-1 1-1 0 0,0-1 0 0 0,1 0 1 0 0,0 0-1 0 0,-1 0 0 0 0,1 0 1 0 0,0-1-1 0 0,0 1 1 0 0,-1-1-1 0 0,1 0 0 0 0,0 0 1 0 0,0 0-1 0 0,7-2 0 0 0,2-1-6 0 0,0 0-1 0 0,0-1 0 0 0,-1-1 0 0 0,1 0 0 0 0,-1-1 0 0 0,0 0 0 0 0,-1 0 0 0 0,1-2 0 0 0,-1 1 0 0 0,-1-1 0 0 0,1-1 1 0 0,-1 0-1 0 0,-1 0 0 0 0,0-1 0 0 0,12-16 0 0 0,-5 4-16 0 0,-2 0 1 0 0,0 0-1 0 0,-1-1 1 0 0,-2-1-1 0 0,0 0 1 0 0,15-51-1 0 0,-21 56 3 0 0,-1-1 1 0 0,-1 0-1 0 0,-1 0 0 0 0,0 0 1 0 0,-1 0-1 0 0,-2 0 0 0 0,0 0 0 0 0,-1 0 1 0 0,0 0-1 0 0,-2 0 0 0 0,-7-22 1 0 0,5 26 3 0 0,0 0 1 0 0,-1 0 0 0 0,-1 0-1 0 0,0 1 1 0 0,-1 1 0 0 0,-1 0 0 0 0,0 0-1 0 0,-1 0 1 0 0,-1 2 0 0 0,0-1-1 0 0,0 1 1 0 0,-1 1 0 0 0,-20-13-1 0 0,-13-3 0 0 0,-1 2 0 0 0,-1 2 0 0 0,-61-20-1 0 0,45 18-102 0 0,63 25 107 0 0,1 0 0 0 0,-1 0 0 0 0,1 0 0 0 0,-1-1 0 0 0,0 1 0 0 0,1 0 0 0 0,-1 0 0 0 0,1-1 0 0 0,-1 1 0 0 0,1 0 0 0 0,-1-1 0 0 0,1 1 0 0 0,-1-1 0 0 0,1 1 0 0 0,-1 0 0 0 0,1-1 0 0 0,0 1 0 0 0,-1-1 0 0 0,1 1 0 0 0,-1-1 0 0 0,1 1 0 0 0,0-1 0 0 0,0 0 0 0 0,-1 1 0 0 0,1-1 0 0 0,0 1 0 0 0,0-1 0 0 0,0 0 0 0 0,0 1 0 0 0,0-1 0 0 0,-1 1 0 0 0,1-1 0 0 0,0 0 0 0 0,1 1 0 0 0,-1-1 0 0 0,0 0 0 0 0,0 1 0 0 0,0-1 0 0 0,0 1 0 0 0,0-1 0 0 0,1 0 0 0 0,-1 1 0 0 0,0-1 0 0 0,0 1 0 0 0,1-1 0 0 0,-1 1 0 0 0,0-1 0 0 0,1 1 0 0 0,-1-1 0 0 0,1 1 0 0 0,-1-1 0 0 0,1 1 0 0 0,-1-1 0 0 0,1 1 0 0 0,-1 0 0 0 0,2-1 0 0 0,32-23-708 0 0,-32 23 641 0 0,61-31-1594 0 0,92-34 0 0 0,-35 17 410 0 0,-46 17 650 0 0,107-51-407 0 0,-135 60 774 0 0,78-54 1 0 0,-98 57 1225 0 0,32-30 1 0 0,-57 49-796 0 0,-1 3-107 0 0,-3 11 39 0 0,-1-1 1 0 0,-1 1 0 0 0,1-1-1 0 0,-2 0 1 0 0,0 0 0 0 0,-9 13-1 0 0,-3 8 192 0 0,2-3-46 0 0,-44 93 494 0 0,49-98-658 0 0,2 0 0 0 0,1 1 0 0 0,-6 27 0 0 0,13-50-89 0 0,1 0 0 0 0,-1 0-1 0 0,1 0 1 0 0,0 0 0 0 0,-1 0 0 0 0,1 0 0 0 0,1 0 0 0 0,-1 0 0 0 0,0 0-1 0 0,1 0 1 0 0,-1 0 0 0 0,1-1 0 0 0,0 1 0 0 0,0 0 0 0 0,0 0 0 0 0,1 0 0 0 0,-1-1-1 0 0,0 1 1 0 0,1-1 0 0 0,0 1 0 0 0,0-1 0 0 0,3 4 0 0 0,-2-4-4 0 0,0 0 1 0 0,0 0-1 0 0,0 0 1 0 0,0-1 0 0 0,1 1-1 0 0,-1-1 1 0 0,1 0-1 0 0,-1 0 1 0 0,1 0-1 0 0,0 0 1 0 0,-1-1-1 0 0,1 1 1 0 0,0-1 0 0 0,0 0-1 0 0,-1 0 1 0 0,1 0-1 0 0,5-1 1 0 0,7-2-7 0 0,-1-1 0 0 0,0 0-1 0 0,0-1 1 0 0,0-1 0 0 0,0 0 0 0 0,-1-1 0 0 0,0 0-1 0 0,-1-1 1 0 0,1-1 0 0 0,-1 0 0 0 0,-1-1 0 0 0,0 0 0 0 0,17-19-1 0 0,-15 13-22 0 0,0-1-1 0 0,-1 0 0 0 0,-1 0 1 0 0,0-2-1 0 0,-1 1 0 0 0,-2-2 1 0 0,0 1-1 0 0,0-1 0 0 0,7-31 1 0 0,-14 43 15 0 0,-1 0 0 0 0,1 0 1 0 0,-1 0-1 0 0,-1 0 0 0 0,0 0 1 0 0,0 0-1 0 0,0-1 0 0 0,-1 1 1 0 0,0 0-1 0 0,-5-15 0 0 0,5 20 2 0 0,0 0 0 0 0,0 0 0 0 0,-1 0 1 0 0,1 0-1 0 0,-1 1 0 0 0,0-1 0 0 0,0 0 0 0 0,0 1 0 0 0,0-1 0 0 0,0 1 0 0 0,0 0 0 0 0,-1 0 0 0 0,1 0 0 0 0,-1 0 0 0 0,1 0 0 0 0,-1 0 0 0 0,0 1 0 0 0,0-1 0 0 0,0 1 0 0 0,0 0 0 0 0,0 0 0 0 0,0 0 0 0 0,0 0 0 0 0,0 0 0 0 0,-1 1 0 0 0,1-1 0 0 0,0 1 0 0 0,0 0 0 0 0,-7 1 1 0 0,-2 0-7 0 0,-1 0 0 0 0,0 2 0 0 0,1 0 0 0 0,0 0 0 0 0,-1 1 0 0 0,1 0 1 0 0,-19 11-1 0 0,9-3-7 0 0,1 1 0 0 0,-38 31 1 0 0,55-41 19 0 0,0 1 1 0 0,0 0 0 0 0,0 0 0 0 0,1 1 0 0 0,-1-1 0 0 0,-3 8-1 0 0,6-11-1 0 0,0 1 0 0 0,0-1 0 0 0,1 1 0 0 0,-1-1 0 0 0,0 1 0 0 0,1 0 0 0 0,-1 0 0 0 0,1-1 0 0 0,-1 1 0 0 0,1 0-1 0 0,0 0 1 0 0,0-1 0 0 0,0 1 0 0 0,0 0 0 0 0,0 0 0 0 0,0 0 0 0 0,1-1 0 0 0,-1 1 0 0 0,0 0 0 0 0,1 0 0 0 0,1 2 0 0 0,1-1 8 0 0,1-1-24 0 0,1 0 1 0 0,-1-1-1 0 0,0 0 0 0 0,1 1 0 0 0,-1-1 1 0 0,1-1-1 0 0,0 1 0 0 0,-1-1 1 0 0,1 1-1 0 0,-1-1 0 0 0,1-1 1 0 0,0 1-1 0 0,-1-1 0 0 0,1 1 1 0 0,6-3-1 0 0,-1 0-9 0 0,30-7-66 0 0,-1-2-1 0 0,58-28 0 0 0,29-9-82 0 0,-110 43 124 0 0,1 2 0 0 0,0 0 0 0 0,0 0 0 0 0,28-1 0 0 0,-39 5 34 0 0,0 0 0 0 0,0 1 1 0 0,1 0-1 0 0,-1 0 0 0 0,0 0 1 0 0,0 0-1 0 0,0 1 1 0 0,0 0-1 0 0,-1 1 0 0 0,1-1 1 0 0,0 1-1 0 0,-1 0 0 0 0,0 0 1 0 0,1 1-1 0 0,-1-1 0 0 0,6 7 1 0 0,-6-5 50 0 0,0 0 0 0 0,0 1 0 0 0,0 0 0 0 0,-1 0 0 0 0,1 0 0 0 0,-1 1 0 0 0,-1 0 0 0 0,1-1 1 0 0,-1 1-1 0 0,-1 0 0 0 0,1 0 0 0 0,-1 1 0 0 0,0-1 0 0 0,1 9 0 0 0,-2-6 86 0 0,-1 0-1 0 0,0 0 0 0 0,-1 0 1 0 0,0 0-1 0 0,0 0 1 0 0,-1 0-1 0 0,0 0 1 0 0,-1 0-1 0 0,-6 17 0 0 0,3-14 98 0 0,-1 0 0 0 0,0 0 0 0 0,0-1 0 0 0,-1 0 0 0 0,-1 0 0 0 0,0-1 0 0 0,-1 0 0 0 0,0 0 0 0 0,0-1-1 0 0,-1-1 1 0 0,-1 0 0 0 0,1 0 0 0 0,-1-1 0 0 0,-24 12 0 0 0,35-20-203 0 0,-1 1 0 0 0,0 0-1 0 0,1-1 1 0 0,-1 1 0 0 0,0-1 0 0 0,1 0 0 0 0,-1 1-1 0 0,0-1 1 0 0,0 0 0 0 0,0 0 0 0 0,1 0 0 0 0,-1 0 0 0 0,0-1-1 0 0,0 1 1 0 0,1 0 0 0 0,-1-1 0 0 0,0 1 0 0 0,1-1-1 0 0,-1 0 1 0 0,0 0 0 0 0,1 1 0 0 0,-1-1 0 0 0,1 0 0 0 0,-1 0-1 0 0,1 0 1 0 0,-1 0 0 0 0,1-1 0 0 0,-2-1 0 0 0,3 1-21 0 0,-1 0 0 0 0,0-1 0 0 0,0 1 0 0 0,1-1 0 0 0,-1 0 0 0 0,1 1 0 0 0,0-1 0 0 0,0 1 0 0 0,0-1 0 0 0,0 0 0 0 0,0 1 0 0 0,1-1 0 0 0,-1 1 0 0 0,2-5 0 0 0,0 2-78 0 0,0-1 1 0 0,1 1 0 0 0,-1-1-1 0 0,1 1 1 0 0,0 0 0 0 0,5-5-1 0 0,4-4-535 0 0,1 0 0 0 0,0 1 0 0 0,19-15-1 0 0,4 2-1149 0 0,2 2-1 0 0,0 2 1 0 0,47-21 0 0 0,-17 9-2714 0 0,-32 15 75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36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8 356 0 0,'16'-7'8332'0'0,"-14"6"-7842"0"0,-1 2-378 0 0,-1-1 0 0 0,0 0 0 0 0,1 1 0 0 0,-1-1 0 0 0,0 0-1 0 0,1 1 1 0 0,-1-1 0 0 0,0 0 0 0 0,0 1 0 0 0,0-1 0 0 0,1 1-1 0 0,-1-1 1 0 0,0 0 0 0 0,0 1 0 0 0,0-1 0 0 0,0 1 0 0 0,0-1-1 0 0,0 1 1 0 0,0-1 0 0 0,0 0 0 0 0,0 1 0 0 0,0-1 0 0 0,0 1-1 0 0,0-1 1 0 0,0 1 0 0 0,0 0 0 0 0,-12 40 1085 0 0,10-37-525 0 0,-21 62 1352 0 0,-95 241 1094 0 0,68-199-2253 0 0,49-106-788 0 0,-8 2 17 0 0,12-19-87 0 0,-1 1-1 0 0,2-1 0 0 0,0 1 1 0 0,1 0-1 0 0,1 0 0 0 0,9-18 1 0 0,-11 24-12 0 0,4-10-23 0 0,1 0-1 0 0,1 1 1 0 0,1 0-1 0 0,0 1 1 0 0,2 0-1 0 0,-1 0 0 0 0,2 2 1 0 0,0-1-1 0 0,21-15 1 0 0,-32 27 13 0 0,0 1 1 0 0,1 0-1 0 0,-1 0 1 0 0,1 0-1 0 0,-1 0 1 0 0,1 0-1 0 0,0 1 1 0 0,0 0-1 0 0,0-1 1 0 0,0 2 0 0 0,-1-1-1 0 0,1 0 1 0 0,1 1-1 0 0,-1-1 1 0 0,0 1-1 0 0,0 0 1 0 0,0 1-1 0 0,0-1 1 0 0,0 1-1 0 0,6 1 1 0 0,-7 0 14 0 0,0-1 1 0 0,0 1-1 0 0,1 0 0 0 0,-1-1 1 0 0,-1 2-1 0 0,1-1 1 0 0,0 0-1 0 0,0 0 0 0 0,-1 1 1 0 0,0-1-1 0 0,1 1 1 0 0,-1 0-1 0 0,0 0 1 0 0,0 0-1 0 0,-1 0 0 0 0,1 0 1 0 0,0 0-1 0 0,-1 1 1 0 0,0-1-1 0 0,0 0 1 0 0,0 1-1 0 0,0-1 0 0 0,0 7 1 0 0,0-4 27 0 0,0 1 0 0 0,0-1 1 0 0,-1 0-1 0 0,0 1 0 0 0,0-1 1 0 0,-1 1-1 0 0,1-1 0 0 0,-1 1 1 0 0,-1-1-1 0 0,1 0 0 0 0,-1 0 1 0 0,0 0-1 0 0,-1 0 0 0 0,1 0 1 0 0,-1 0-1 0 0,-1-1 0 0 0,1 1 1 0 0,-7 7-1 0 0,9-12 23 0 0,0-1-51 0 0,1 0 0 0 0,-1 0-1 0 0,1 0 1 0 0,-1 0 0 0 0,1 0 0 0 0,-1 0-1 0 0,1 0 1 0 0,-1 0 0 0 0,1 0-1 0 0,0 0 1 0 0,-1 0 0 0 0,1-1 0 0 0,-1 1-1 0 0,1 0 1 0 0,-1 0 0 0 0,1-1 0 0 0,-1 1-1 0 0,1 0 1 0 0,0-1 0 0 0,-1 1 0 0 0,1 0-1 0 0,0-1 1 0 0,-1 1 0 0 0,1-1-1 0 0,0 1 1 0 0,-1 0 0 0 0,1-1 0 0 0,0 1-1 0 0,0-1 1 0 0,0 1 0 0 0,-1-2 0 0 0,3-19-17 0 0,15-21-12 0 0,-16 41 28 0 0,10-19-23 0 0,1 1-1 0 0,0 1 1 0 0,2-1 0 0 0,0 2-1 0 0,1 0 1 0 0,0 1 0 0 0,2 1-1 0 0,0 0 1 0 0,0 1 0 0 0,1 1-1 0 0,1 0 1 0 0,0 2 0 0 0,1 0-1 0 0,38-14 1 0 0,-53 23 2 0 0,1 0-1 0 0,-1 1 1 0 0,1-1 0 0 0,0 1-1 0 0,0 1 1 0 0,0-1-1 0 0,0 1 1 0 0,0 0-1 0 0,0 0 1 0 0,-1 1 0 0 0,1 0-1 0 0,7 1 1 0 0,-10-1 42 0 0,-1 0 0 0 0,1 0 1 0 0,-1 0-1 0 0,1 1 0 0 0,-1-1 1 0 0,0 1-1 0 0,0-1 0 0 0,1 1 1 0 0,-1 0-1 0 0,0-1 0 0 0,0 1 1 0 0,-1 0-1 0 0,1 1 0 0 0,0-1 0 0 0,-1 0 1 0 0,1 0-1 0 0,-1 1 0 0 0,0-1 1 0 0,1 1-1 0 0,-1-1 0 0 0,0 1 1 0 0,-1-1-1 0 0,1 1 0 0 0,0 0 1 0 0,-1-1-1 0 0,0 1 0 0 0,1 5 1 0 0,-1 4 152 0 0,-1-1 0 0 0,0 1 1 0 0,-1-1-1 0 0,0 0 1 0 0,0 1-1 0 0,-1-1 1 0 0,-8 17-1 0 0,-39 75 438 0 0,28-60-343 0 0,22-43-287 0 0,0 0 0 0 0,0 0 0 0 0,-1 0 0 0 0,1 1 0 0 0,0-1-1 0 0,0 0 1 0 0,0 0 0 0 0,0 1 0 0 0,0-1 0 0 0,0 0-1 0 0,0 0 1 0 0,0 1 0 0 0,-1-1 0 0 0,1 0 0 0 0,0 0 0 0 0,0 1-1 0 0,0-1 1 0 0,0 0 0 0 0,0 0 0 0 0,0 1 0 0 0,0-1-1 0 0,0 0 1 0 0,1 0 0 0 0,-1 1 0 0 0,0-1 0 0 0,0 0 0 0 0,0 0-1 0 0,0 1 1 0 0,0-1 0 0 0,0 0 0 0 0,0 0 0 0 0,1 1 0 0 0,-1-1-1 0 0,0 0 1 0 0,0 0 0 0 0,0 0 0 0 0,0 0 0 0 0,1 1-1 0 0,-1-1 1 0 0,0 0 0 0 0,0 0 0 0 0,1 0 0 0 0,-1 0 0 0 0,0 0-1 0 0,0 1 1 0 0,0-1 0 0 0,1 0 0 0 0,-1 0 0 0 0,0 0 0 0 0,20-2-1570 0 0,19-9-1793 0 0,2-8-3762 0 0,-16 9 202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37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78 764 212 0 0,'-5'1'1093'0'0,"0"1"1"0"0,-1 0-1 0 0,1 0 1 0 0,1 0-1 0 0,-1 0 0 0 0,0 1 1 0 0,0 0-1 0 0,-6 6 0 0 0,8-7-756 0 0,1 1 0 0 0,-1 0 0 0 0,1 0 0 0 0,0 0 0 0 0,0 0 0 0 0,0 0 0 0 0,1 0 0 0 0,-1 0 0 0 0,1 1 0 0 0,0-1 0 0 0,0 0 0 0 0,0 1 0 0 0,0-1 0 0 0,0 1-1 0 0,0 4 1 0 0,1-4-158 0 0,0 0-1 0 0,-1 1 0 0 0,1-1 0 0 0,1 1 0 0 0,-1-1 0 0 0,1 0 0 0 0,0 1 0 0 0,0-1 0 0 0,0 0 0 0 0,0 0 1 0 0,1 0-1 0 0,-1 0 0 0 0,1 0 0 0 0,4 6 0 0 0,-4-9-137 0 0,-1 1 1 0 0,1-1-1 0 0,0 0 0 0 0,-1 0 1 0 0,1 0-1 0 0,0 0 0 0 0,0 0 1 0 0,0-1-1 0 0,0 1 0 0 0,0-1 1 0 0,0 1-1 0 0,0-1 0 0 0,0 0 1 0 0,0 1-1 0 0,0-1 0 0 0,0 0 1 0 0,0 0-1 0 0,3-1 0 0 0,11 0 9 0 0,0 0 0 0 0,0-1 0 0 0,0-1 0 0 0,-1 0 0 0 0,1-1 0 0 0,-1-1 0 0 0,0 0-1 0 0,0-1 1 0 0,0-1 0 0 0,-1 0 0 0 0,0-1 0 0 0,0-1 0 0 0,17-14 0 0 0,-11 6-54 0 0,0-1 0 0 0,-2-1 0 0 0,-1 0 0 0 0,0-1 0 0 0,-1-1 0 0 0,-1-1 0 0 0,20-39 0 0 0,34-101-91 0 0,-48 110-184 0 0,-21 50 226 0 0,-17 30-113 0 0,-14 30 150 0 0,-1 0 48 0 0,2 1 1 0 0,-27 79-1 0 0,55-131-16 0 0,0 0 0 0 0,0 0 1 0 0,0 1-1 0 0,1-1 0 0 0,0 0 0 0 0,1 1 0 0 0,0-1 1 0 0,0 0-1 0 0,0 1 0 0 0,3 12 0 0 0,-2-17-9 0 0,0 0 0 0 0,0 0 0 0 0,1 0-1 0 0,-1-1 1 0 0,1 1 0 0 0,-1 0 0 0 0,1-1 0 0 0,0 1 0 0 0,0-1-1 0 0,0 0 1 0 0,0 0 0 0 0,0 0 0 0 0,0 0 0 0 0,1 0-1 0 0,-1 0 1 0 0,1 0 0 0 0,-1-1 0 0 0,1 1 0 0 0,0-1 0 0 0,0 0-1 0 0,-1 0 1 0 0,1 0 0 0 0,0 0 0 0 0,0-1 0 0 0,0 1 0 0 0,0-1-1 0 0,0 1 1 0 0,0-1 0 0 0,4 0 0 0 0,5-1-113 0 0,0 1 0 0 0,0-2 0 0 0,0 1 0 0 0,0-2 0 0 0,-1 0 0 0 0,1 0 0 0 0,-1-1 1 0 0,1 0-1 0 0,17-11 0 0 0,-4 2-320 0 0,-1-2 0 0 0,0-1 0 0 0,22-20 0 0 0,3-8-370 0 0,-2-2 0 0 0,-2-2 0 0 0,70-98 0 0 0,-45 42 326 0 0,59-122-1 0 0,-41 45 3577 0 0,-88 180-2925 0 0,-11 23-87 0 0,3-9-10 0 0,-395 991 7709 0 0,325-796-5838 0 0,-43 126-303 0 0,117-325-1605 0 0,1 0 0 0 0,1 0 1 0 0,0 0-1 0 0,0 0 1 0 0,1 0-1 0 0,0 12 1 0 0,1-19-38 0 0,0 1-1 0 0,0-1 1 0 0,1 0 0 0 0,-1 1 0 0 0,1-1-1 0 0,-1 0 1 0 0,1 0 0 0 0,0 1 0 0 0,0-1 0 0 0,0 0-1 0 0,0 0 1 0 0,0 0 0 0 0,1 0 0 0 0,-1 0 0 0 0,1 0-1 0 0,-1-1 1 0 0,1 1 0 0 0,0 0 0 0 0,-1-1 0 0 0,1 1-1 0 0,0-1 1 0 0,0 0 0 0 0,0 0 0 0 0,0 1 0 0 0,0-1-1 0 0,0-1 1 0 0,1 1 0 0 0,-1 0 0 0 0,4 1 0 0 0,3-1-42 0 0,0 1 0 0 0,1-1 1 0 0,-1 0-1 0 0,0-1 1 0 0,1 0-1 0 0,-1-1 1 0 0,0 0-1 0 0,1 0 1 0 0,15-5-1 0 0,-4-1-298 0 0,0 0 0 0 0,40-20-1 0 0,-45 19 99 0 0,-1-1-1 0 0,0 0 1 0 0,0-2-1 0 0,-1 1 1 0 0,-1-2-1 0 0,0 0 1 0 0,0 0-1 0 0,-1-1 1 0 0,-1-1-1 0 0,16-24 1 0 0,-22 30 137 0 0,0-1 0 0 0,0 0 1 0 0,-1-1-1 0 0,-1 1 0 0 0,0-1 0 0 0,0 1 1 0 0,-1-1-1 0 0,0 0 0 0 0,0 0 0 0 0,-1 0 1 0 0,-1 0-1 0 0,1 0 0 0 0,-2 0 0 0 0,1 0 1 0 0,-2 0-1 0 0,1 0 0 0 0,-1 0 1 0 0,-1 0-1 0 0,0 0 0 0 0,-4-9 0 0 0,0 3 44 0 0,-1 1-1 0 0,-1 0 0 0 0,0 0 0 0 0,-1 1 0 0 0,-1 0 0 0 0,0 1 1 0 0,-1 0-1 0 0,0 1 0 0 0,-19-15 0 0 0,-14-7 195 0 0,-77-42-1 0 0,24 15 611 0 0,96 61-750 0 0,1-1 0 0 0,0 1 0 0 0,0-1 0 0 0,0 1 0 0 0,0-1 0 0 0,0 0 0 0 0,0 1-1 0 0,1-1 1 0 0,-1 0 0 0 0,0 0 0 0 0,0 0 0 0 0,0 0 0 0 0,1 0 0 0 0,-1 1 0 0 0,0-1-1 0 0,1-1 1 0 0,-1 1 0 0 0,1 0 0 0 0,-1 0 0 0 0,1 0 0 0 0,0 0 0 0 0,-1 0 0 0 0,1 0-1 0 0,0 0 1 0 0,0-1 0 0 0,0 1 0 0 0,0 0 0 0 0,0 0 0 0 0,0 0 0 0 0,0 0 0 0 0,0-1-1 0 0,0 1 1 0 0,0 0 0 0 0,1 0 0 0 0,-1 0 0 0 0,0 0 0 0 0,1 0 0 0 0,-1 0 0 0 0,1 0-1 0 0,0 0 1 0 0,-1 0 0 0 0,1 0 0 0 0,0 0 0 0 0,-1 0 0 0 0,1 0 0 0 0,0 0 0 0 0,0 0 0 0 0,0 1-1 0 0,0-1 1 0 0,0 0 0 0 0,2 0 0 0 0,7-6-6 0 0,1 0 1 0 0,0 1-1 0 0,0 0 1 0 0,12-4-1 0 0,-11 5-8 0 0,142-58-1120 0 0,10-3-2040 0 0,-131 50-306 0 0,-1-1 0 0 0,56-40 1 0 0,-56 32-2221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37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46 316 0 0,'-185'-23'18079'0'0,"120"13"-13839"0"0,30 2-2941 0 0,20 4-5115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41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6 880 0 0,'4'-6'14706'0'0,"-3"32"-14300"0"0,-1 1 0 0 0,0-1 0 0 0,-6 32 0 0 0,-19 82-179 0 0,17-98-99 0 0,-8 55-625 0 0,7-36-3627 0 0,10-45 1195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41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22 592 0 0,'3'-21'10912'0'0,"-3"21"-10800"0"0,16 10 1755 0 0,19 25-2079 0 0,-31-30 750 0 0,157 182 1669 0 0,-128-142-1914 0 0,-1 2 0 0 0,34 70 1 0 0,-50-84-244 0 0,-2 0-1 0 0,-2 0 1 0 0,-1 1 0 0 0,12 63 0 0 0,-19-69-5 0 0,-1 1 0 0 0,-2-1 0 0 0,0 0 0 0 0,-2 1 0 0 0,-1-1 0 0 0,-11 50 0 0 0,3-38-68 0 0,-2 0 0 0 0,-2-2 1 0 0,-2 1-1 0 0,-1-2 0 0 0,-29 48 0 0 0,11-31-1396 0 0,-1-2 0 0 0,-77 83 0 0 0,92-114-1380 0 0,-29 23 0 0 0,19-20-2265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42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218 119 468 0 0,'44'-83'10940'0'0,"-43"82"-10795"0"0,0 0 0 0 0,-1 0 0 0 0,1 0 0 0 0,-1-1-1 0 0,1 1 1 0 0,-1 0 0 0 0,1 0 0 0 0,-1 0 0 0 0,0-1 0 0 0,0 1 0 0 0,0 0 0 0 0,1 0 0 0 0,-1-1 0 0 0,-1 1 0 0 0,1 0 0 0 0,0 0 0 0 0,0-1 0 0 0,0 1 0 0 0,-1 0 0 0 0,1 0 0 0 0,0-1 0 0 0,-1 1 0 0 0,1 0-1 0 0,-1 0 1 0 0,-1-2 0 0 0,2 3-127 0 0,-1-1-1 0 0,0 1 0 0 0,0-1 0 0 0,0 1 1 0 0,0 0-1 0 0,0 0 0 0 0,0-1 0 0 0,0 1 1 0 0,0 0-1 0 0,0 0 0 0 0,0 0 0 0 0,0 0 1 0 0,0 0-1 0 0,0 0 0 0 0,0 0 0 0 0,0 1 1 0 0,0-1-1 0 0,0 0 0 0 0,0 0 0 0 0,0 1 1 0 0,0-1-1 0 0,0 1 0 0 0,0-1 0 0 0,0 1 1 0 0,0-1-1 0 0,0 1 0 0 0,-1 1 0 0 0,-10 7-13 0 0,0 0-1 0 0,1 2 1 0 0,0-1-1 0 0,1 1 1 0 0,-11 15-1 0 0,-40 64 1 0 0,39-54-31 0 0,-21 45 0 0 0,38-68 18 0 0,0 0 0 0 0,0 0 0 0 0,1 0 0 0 0,1 1 0 0 0,0-1 0 0 0,0 1 0 0 0,1 20 0 0 0,1-33 4 0 0,1 0-1 0 0,0 0 1 0 0,0 0 0 0 0,0 0 0 0 0,0 1-1 0 0,0-1 1 0 0,0 0 0 0 0,1 0-1 0 0,-1 0 1 0 0,0 0 0 0 0,0 0-1 0 0,1 0 1 0 0,-1 0 0 0 0,1 0 0 0 0,-1 0-1 0 0,1 0 1 0 0,-1 0 0 0 0,1 0-1 0 0,0 0 1 0 0,-1-1 0 0 0,1 1-1 0 0,0 0 1 0 0,0 0 0 0 0,-1 0 0 0 0,1-1-1 0 0,0 1 1 0 0,0-1 0 0 0,0 1-1 0 0,0-1 1 0 0,0 1 0 0 0,0-1-1 0 0,0 1 1 0 0,0-1 0 0 0,0 0 0 0 0,0 1-1 0 0,0-1 1 0 0,0 0 0 0 0,0 0-1 0 0,1 0 1 0 0,0 0 0 0 0,5-2-7 0 0,1-1 0 0 0,-1 0 1 0 0,0-1-1 0 0,0 0 0 0 0,0 0 1 0 0,0 0-1 0 0,-1 0 0 0 0,1-1 1 0 0,-1-1-1 0 0,0 1 1 0 0,-1-1-1 0 0,1 0 0 0 0,7-11 1 0 0,7-12 15 0 0,29-56 0 0 0,-42 71 1 0 0,78-160 211 0 0,-85 174-221 0 0,0-1 0 0 0,0 1 0 0 0,0-1-1 0 0,0 1 1 0 0,1-1 0 0 0,-1 1-1 0 0,0-1 1 0 0,0 1 0 0 0,1-1 0 0 0,-1 1-1 0 0,0-1 1 0 0,1 1 0 0 0,-1 0-1 0 0,1-1 1 0 0,-1 1 0 0 0,0 0-1 0 0,1-1 1 0 0,-1 1 0 0 0,1 0 0 0 0,-1 0-1 0 0,1-1 1 0 0,-1 1 0 0 0,1 0-1 0 0,-1 0 1 0 0,2-1 0 0 0,5 11-16 0 0,0 20 53 0 0,-7 12 131 0 0,-8 68 0 0 0,4-72-137 0 0,1 0-1 0 0,4 56 0 0 0,0-90-101 0 0,0 9-474 0 0,0-1-1 0 0,5 17 0 0 0,-5-26 301 0 0,0 1-1 0 0,0-1 1 0 0,1 0-1 0 0,-1 0 0 0 0,1 0 1 0 0,0 0-1 0 0,0 0 1 0 0,0-1-1 0 0,0 1 0 0 0,0 0 1 0 0,0-1-1 0 0,1 0 1 0 0,2 3-1 0 0,-3-4-32 0 0,0-1 1 0 0,0 1-1 0 0,1-1 0 0 0,-1 1 0 0 0,0-1 1 0 0,0 0-1 0 0,1 0 0 0 0,-1 0 1 0 0,0 0-1 0 0,0 0 0 0 0,1 0 1 0 0,-1-1-1 0 0,0 1 0 0 0,0-1 1 0 0,0 0-1 0 0,1 0 0 0 0,-1 1 0 0 0,0-1 1 0 0,3-3-1 0 0,6-4-2106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42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48 289 1204 0 0,'14'-55'2733'0'0,"39"-176"9326"0"0,-53 229-11655 0 0,-8 19 40 0 0,-25 110 332 0 0,-22 124-455 0 0,49-214-392 0 0,-5 65 287 0 0,10-89-931 0 0,1 0 1 0 0,0 0-1 0 0,1 0 1 0 0,1 0-1 0 0,5 22 1 0 0,-6-34 574 0 0,-1 0 1 0 0,0 0 0 0 0,1 1 0 0 0,-1-1-1 0 0,1 0 1 0 0,0 0 0 0 0,-1 0-1 0 0,1 0 1 0 0,0 1 0 0 0,0-1 0 0 0,0 0-1 0 0,0-1 1 0 0,0 1 0 0 0,0 0 0 0 0,0 0-1 0 0,0 0 1 0 0,0 0 0 0 0,0-1-1 0 0,0 1 1 0 0,0-1 0 0 0,1 1 0 0 0,-1-1-1 0 0,0 1 1 0 0,1-1 0 0 0,-1 0 0 0 0,2 1-1 0 0,-1-1-226 0 0,1 0-1 0 0,-1 0 0 0 0,1 0 1 0 0,-1-1-1 0 0,1 1 0 0 0,-1 0 1 0 0,1-1-1 0 0,-1 0 0 0 0,0 0 1 0 0,1 0-1 0 0,-1 0 0 0 0,0 0 1 0 0,4-2-1 0 0,6-5-2134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42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0 294 1928 0 0,'60'-169'8308'0'0,"-44"121"-5171"0"0,-9 26-620 0 0,6-33 1 0 0,-39 195-706 0 0,7-49-1532 0 0,13-59-297 0 0,0 1 155 0 0,-5 62-1 0 0,11-86-387 0 0,0 0-1 0 0,0 0 0 0 0,1 0 0 0 0,0 0 0 0 0,0 0 0 0 0,1 0 0 0 0,1 0 0 0 0,-1-1 0 0 0,1 1 0 0 0,1-1 1 0 0,7 14-1 0 0,-7-17-98 0 0,-1 0 0 0 0,1-1 0 0 0,0 1 0 0 0,1-1 0 0 0,-1 0 0 0 0,1 0 1 0 0,-1-1-1 0 0,1 1 0 0 0,0-1 0 0 0,1 0 0 0 0,5 2 0 0 0,-1-1-734 0 0,0 0 0 0 0,0-1 1 0 0,0 0-1 0 0,1-1 0 0 0,12 1 0 0 0,9 0-3577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43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55 2268 0 0,'1'-3'1768'0'0,"0"-48"9727"0"0,-8 61-10653 0 0,1 7 68 0 0,1 0 1 0 0,-5 33-1 0 0,1-5 43 0 0,-1-2-351 0 0,-85 405 1332 0 0,93-434-2212 0 0,1-1 0 0 0,0 1 0 0 0,1 0 0 0 0,0 0 0 0 0,5 21 0 0 0,-5-34 113 0 0,0 0 0 0 0,0 0 0 0 0,0 0 1 0 0,0-1-1 0 0,0 1 0 0 0,0 0 0 0 0,1 0 1 0 0,-1 0-1 0 0,0-1 0 0 0,0 1 0 0 0,1 0 1 0 0,-1 0-1 0 0,1-1 0 0 0,-1 1 0 0 0,1 0 1 0 0,-1-1-1 0 0,1 1 0 0 0,-1-1 0 0 0,1 1 1 0 0,-1 0-1 0 0,1-1 0 0 0,0 0 0 0 0,-1 1 1 0 0,1-1-1 0 0,0 1 0 0 0,-1-1 0 0 0,1 0 1 0 0,0 1-1 0 0,0-1 0 0 0,0 0 0 0 0,-1 0 1 0 0,1 1-1 0 0,0-1 0 0 0,1 0 1 0 0,-1 0-336 0 0,1-1 0 0 0,-1 1 0 0 0,1-1 0 0 0,-1 1 0 0 0,0-1 0 0 0,1 0 0 0 0,-1 0 0 0 0,0 1 0 0 0,1-1 0 0 0,-1 0 0 0 0,0 0 0 0 0,4-4-1000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44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156 272 2104 0 0,'-24'-7'2509'0'0,"1"1"0"0"0,-1 0 0 0 0,-33-2 0 0 0,55 8-2417 0 0,0 0 0 0 0,0 1 0 0 0,0-1 0 0 0,-1 0 0 0 0,1 1 1 0 0,0-1-1 0 0,0 1 0 0 0,-4 1 0 0 0,2 4 264 0 0,13-1-84 0 0,5-2-215 0 0,-1 0 0 0 0,0-2 1 0 0,0 1-1 0 0,0-2 0 0 0,18-1 1 0 0,73-10 80 0 0,-78 8-107 0 0,171-28 119 0 0,-159 22-101 0 0,-1 0 1 0 0,0-3-1 0 0,41-18 1 0 0,-64 23 28 0 0,0-1 0 0 0,-1 0 0 0 0,1 0-1 0 0,-1-1 1 0 0,-1-1 0 0 0,0 0 0 0 0,0-1 0 0 0,-1 0 0 0 0,12-17 0 0 0,17-24 1205 0 0,-39 51-1280 0 0,0 2-17 0 0,-1-1 12 0 0,1 1 0 0 0,-1 0 0 0 0,0-1 0 0 0,1 1 0 0 0,-1 0 0 0 0,0 0 0 0 0,0-1 0 0 0,1 1 0 0 0,-1 0 0 0 0,0 0 0 0 0,0 0 1 0 0,0-1-1 0 0,0 1 0 0 0,0 0 0 0 0,0 0 0 0 0,0 0 0 0 0,0-1 0 0 0,-1 2 0 0 0,-2 19 2 0 0,3-20-2 0 0,-67 293 635 0 0,-1 3-224 0 0,38-182 1193 0 0,29-113-1008 0 0,1-2-587 0 0,-1-1 1 0 0,1 1 0 0 0,0 0-1 0 0,-1 0 1 0 0,1 0-1 0 0,0-1 1 0 0,-1 1 0 0 0,1 0-1 0 0,0 0 1 0 0,0-1 0 0 0,-1 1-1 0 0,1 0 1 0 0,0-1-1 0 0,0 1 1 0 0,-1 0 0 0 0,1-1-1 0 0,0 1 1 0 0,0 0-1 0 0,0-1 1 0 0,0 1 0 0 0,0-1-1 0 0,-1 1 1 0 0,1 0-1 0 0,0-1 1 0 0,0 1 0 0 0,0-1-1 0 0,0 1 1 0 0,0 0 0 0 0,0-1-1 0 0,0 1 1 0 0,1-1-1 0 0,-1 0 1 0 0,1-16 69 0 0,0 15-52 0 0,2-16-17 0 0,1 0 0 0 0,1 1 1 0 0,0 0-1 0 0,2 0 0 0 0,0 0 1 0 0,0 1-1 0 0,18-28 0 0 0,-17 31-34 0 0,1 1-1 0 0,1-1 1 0 0,0 2 0 0 0,0-1-1 0 0,1 1 1 0 0,1 1-1 0 0,0 0 1 0 0,0 0 0 0 0,19-10-1 0 0,-29 19 16 0 0,1-1 1 0 0,0 1-1 0 0,0-1 1 0 0,0 1-1 0 0,0 0 0 0 0,0 0 1 0 0,0 1-1 0 0,0-1 0 0 0,0 0 1 0 0,0 1-1 0 0,0 0 0 0 0,0 0 1 0 0,0 0-1 0 0,1 0 0 0 0,-1 0 1 0 0,0 1-1 0 0,0-1 0 0 0,0 1 1 0 0,0 0-1 0 0,0 0 0 0 0,0 0 1 0 0,0 0-1 0 0,0 0 0 0 0,-1 1 1 0 0,6 3-1 0 0,-5-2 10 0 0,0 0 0 0 0,0 0 1 0 0,0 1-1 0 0,0-1 0 0 0,0 1 0 0 0,-1 0 0 0 0,0 0 0 0 0,0 0 1 0 0,0 0-1 0 0,0 0 0 0 0,0 0 0 0 0,-1 1 0 0 0,0-1 0 0 0,0 1 1 0 0,0-1-1 0 0,0 1 0 0 0,-1 5 0 0 0,1 35 46 0 0,-10 76-1 0 0,9-120-40 0 0,0 0 0 0 0,-1-1 0 0 0,1 1 0 0 0,0 0 0 0 0,0-1 0 0 0,0 1 0 0 0,0 0-1 0 0,0-1 1 0 0,1 1 0 0 0,-1 0 0 0 0,0-1 0 0 0,0 1 0 0 0,0 0 0 0 0,1-1 0 0 0,-1 1-1 0 0,0-1 1 0 0,1 1 0 0 0,-1 0 0 0 0,0-1 0 0 0,1 1 0 0 0,-1-1 0 0 0,1 1 0 0 0,-1-1 0 0 0,1 1-1 0 0,-1-1 1 0 0,1 0 0 0 0,-1 1 0 0 0,1-1 0 0 0,-1 1 0 0 0,1-1 0 0 0,-1 0 0 0 0,1 0-1 0 0,0 1 1 0 0,-1-1 0 0 0,1 0 0 0 0,0 0 0 0 0,-1 0 0 0 0,1 0 0 0 0,0 0 0 0 0,-1 0-1 0 0,1 0 1 0 0,0 0 0 0 0,-1 0 0 0 0,1 0 0 0 0,0 0 0 0 0,-1 0 0 0 0,1 0 0 0 0,0 0-1 0 0,0-1 1 0 0,4 0 6 0 0,0 0 0 0 0,-1-1-1 0 0,1 1 1 0 0,-1-1 0 0 0,6-3-1 0 0,7-6 5 0 0,0 0 0 0 0,-1-2 0 0 0,0 0 0 0 0,-1 0 0 0 0,16-19-1 0 0,-1-3 20 0 0,31-47 0 0 0,-53 69-30 0 0,0-2 0 0 0,-1 1 0 0 0,7-20 0 0 0,-11 27-20 0 0,-2 6 13 0 0,-1 1 1 0 0,0 0-1 0 0,0-1 0 0 0,0 1 1 0 0,0-1-1 0 0,1 1 0 0 0,-1-1 1 0 0,0 1-1 0 0,0-1 0 0 0,0 1 1 0 0,0-1-1 0 0,0 1 0 0 0,0-1 1 0 0,0 1-1 0 0,0 0 0 0 0,0-1 1 0 0,0 1-1 0 0,-1-1 0 0 0,1 1 1 0 0,0-1-1 0 0,0 1 0 0 0,0-1 1 0 0,0 1-1 0 0,-1 0 1 0 0,1-1-1 0 0,0 1 0 0 0,-1-1 1 0 0,1 1-1 0 0,0 0 0 0 0,-1-1 1 0 0,1 1-1 0 0,0 0 0 0 0,-1-1 1 0 0,1 1-1 0 0,0 0 0 0 0,-1 0 1 0 0,1-1-1 0 0,-1 1 0 0 0,1 0 1 0 0,-1 0-1 0 0,1 0 0 0 0,0 0 1 0 0,-2-1-1 0 0,-17 2-108 0 0,13 1 96 0 0,1 1 1 0 0,-1 0-1 0 0,1 1 1 0 0,0-1-1 0 0,0 1 0 0 0,0 0 1 0 0,1 0-1 0 0,-1 1 0 0 0,-5 7 1 0 0,-32 49-79 0 0,36-52 75 0 0,-1 2 16 0 0,1 0 0 0 0,0-1-1 0 0,1 2 1 0 0,0-1-1 0 0,1 1 1 0 0,1-1 0 0 0,-5 21-1 0 0,8-28 1 0 0,-1-1 0 0 0,1 0 0 0 0,0 1 1 0 0,-1-1-1 0 0,2 0 0 0 0,-1 0 0 0 0,0 1 0 0 0,1-1 0 0 0,-1 0 0 0 0,1 0 0 0 0,0 1 1 0 0,0-1-1 0 0,0 0 0 0 0,1 0 0 0 0,-1 0 0 0 0,1 0 0 0 0,-1 0 0 0 0,1-1 0 0 0,0 1 0 0 0,0 0 1 0 0,0-1-1 0 0,1 0 0 0 0,-1 1 0 0 0,0-1 0 0 0,1 0 0 0 0,0 0 0 0 0,-1 0 0 0 0,1-1 0 0 0,0 1 1 0 0,0 0-1 0 0,0-1 0 0 0,0 0 0 0 0,4 1 0 0 0,15 4-773 0 0,1 0 1 0 0,0-2-1 0 0,0-1 0 0 0,32 1 0 0 0,93-10-6539 0 0,-84-2 1524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45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10 145 1228 0 0,'-7'-15'5581'0'0,"6"12"-5050"0"0,1-1-1 0 0,-1 1 1 0 0,1-1-1 0 0,0 1 1 0 0,-1-1 0 0 0,2 1-1 0 0,-1-1 1 0 0,0 1-1 0 0,1 0 1 0 0,1-6-1 0 0,-1 7-410 0 0,0 0 0 0 0,0 0-1 0 0,0 0 1 0 0,0 0 0 0 0,0 0-1 0 0,1 0 1 0 0,-1 0 0 0 0,1 0 0 0 0,-1 0-1 0 0,1 1 1 0 0,0-1 0 0 0,-1 1-1 0 0,1-1 1 0 0,0 1 0 0 0,0 0 0 0 0,0 0-1 0 0,5-2 1 0 0,0 0-70 0 0,-1 2 1 0 0,1-1-1 0 0,0 1 1 0 0,0 0-1 0 0,0 0 1 0 0,0 1-1 0 0,1 0 1 0 0,-1 0-1 0 0,0 1 1 0 0,0-1-1 0 0,0 2 1 0 0,0-1-1 0 0,0 1 0 0 0,-1 0 1 0 0,1 0-1 0 0,0 1 1 0 0,-1 0-1 0 0,10 6 1 0 0,-5-3-33 0 0,-1 1 1 0 0,0 0 0 0 0,0 0 0 0 0,0 1-1 0 0,-1 0 1 0 0,0 1 0 0 0,-1 0 0 0 0,0 0-1 0 0,0 1 1 0 0,6 11 0 0 0,-11-15 10 0 0,0 0 1 0 0,0 0-1 0 0,0 1 1 0 0,-1-1-1 0 0,0 1 1 0 0,0 0-1 0 0,-1-1 1 0 0,1 1-1 0 0,-2 0 0 0 0,1 0 1 0 0,-1 0-1 0 0,0 0 1 0 0,0 0-1 0 0,-1 0 1 0 0,0-1-1 0 0,0 1 1 0 0,0 0-1 0 0,-1 0 1 0 0,0-1-1 0 0,-1 1 1 0 0,1-1-1 0 0,-1 0 1 0 0,-1 0-1 0 0,1 0 1 0 0,-1 0-1 0 0,0 0 0 0 0,0-1 1 0 0,0 1-1 0 0,-1-1 1 0 0,0 0-1 0 0,0-1 1 0 0,0 1-1 0 0,-1-1 1 0 0,-8 5-1 0 0,14-9-26 0 0,-1 0 0 0 0,1 1-1 0 0,-1-1 1 0 0,0 1 0 0 0,1-1 0 0 0,-1 0-1 0 0,0 0 1 0 0,1 1 0 0 0,-1-1 0 0 0,0 0-1 0 0,1 0 1 0 0,-1 0 0 0 0,0 0 0 0 0,0 0-1 0 0,1 0 1 0 0,-1 0 0 0 0,0 0 0 0 0,0 0-1 0 0,1 0 1 0 0,-1 0 0 0 0,0 0 0 0 0,1-1-1 0 0,-1 1 1 0 0,-1 0 0 0 0,1-1-4 0 0,0 0-1 0 0,-1 0 1 0 0,1 0 0 0 0,0 0 0 0 0,-1 0 0 0 0,1 0-1 0 0,0 0 1 0 0,0 0 0 0 0,0-1 0 0 0,0 1-1 0 0,0 0 1 0 0,0-1 0 0 0,0 1 0 0 0,1-1 0 0 0,-1 1-1 0 0,0-1 1 0 0,1 1 0 0 0,-1-1 0 0 0,1 1-1 0 0,0-1 1 0 0,-1 0 0 0 0,1 1 0 0 0,0-4 0 0 0,0 1-5 0 0,1-1 0 0 0,-1 1 1 0 0,1-1-1 0 0,0 1 0 0 0,4-8 1 0 0,-3 6 0 0 0,6-13-18 0 0,1-1-1 0 0,1 1 1 0 0,0 1 0 0 0,2 0-1 0 0,0 1 1 0 0,1 0 0 0 0,1 0 0 0 0,0 2-1 0 0,1 0 1 0 0,1 0 0 0 0,0 2-1 0 0,1 0 1 0 0,0 0 0 0 0,1 2-1 0 0,1 0 1 0 0,22-9 0 0 0,-35 17 5 0 0,1 1-1 0 0,-1 0 1 0 0,1 0 0 0 0,0 1 0 0 0,-1 0 0 0 0,1 0-1 0 0,0 0 1 0 0,0 1 0 0 0,0 0 0 0 0,0 1-1 0 0,8 0 1 0 0,-11 0 17 0 0,-1 0 0 0 0,1 0 0 0 0,0 1 0 0 0,-1-1 0 0 0,1 0 0 0 0,-1 1 0 0 0,1 0 0 0 0,-1 0 0 0 0,0 0 0 0 0,0 1 0 0 0,0-1-1 0 0,0 0 1 0 0,0 1 0 0 0,-1 0 0 0 0,1 0 0 0 0,-1 0 0 0 0,0 0 0 0 0,1 0 0 0 0,-1 0 0 0 0,-1 1 0 0 0,3 4 0 0 0,-1 0 20 0 0,-1 0 0 0 0,1-1 0 0 0,-2 1 1 0 0,1 0-1 0 0,-1 1 0 0 0,0-1 0 0 0,-1 0 0 0 0,0 0 0 0 0,-1 13 1 0 0,-4 5 122 0 0,-11 41 1 0 0,10-44-417 0 0,1 0 0 0 0,-4 32-1 0 0,8-49-73 0 0,1-3 108 0 0,-1 1 0 0 0,1-1 0 0 0,0 1 0 0 0,0-1-1 0 0,1 1 1 0 0,0 6 0 0 0,-1-10 160 0 0,1 1 0 0 0,-1 0 0 0 0,0 0 0 0 0,1 0 0 0 0,-1-1 0 0 0,1 1 0 0 0,-1 0 0 0 0,1-1 1 0 0,-1 1-1 0 0,1 0 0 0 0,-1-1 0 0 0,1 1 0 0 0,0-1 0 0 0,-1 1 0 0 0,1-1 0 0 0,0 1 0 0 0,0-1 0 0 0,-1 1 0 0 0,1-1 0 0 0,0 0 0 0 0,0 1 0 0 0,0-1 0 0 0,-1 0 0 0 0,1 0 1 0 0,0 0-1 0 0,0 1 0 0 0,0-1 0 0 0,0 0 0 0 0,0 0 0 0 0,-1 0 0 0 0,1 0 0 0 0,0-1 0 0 0,0 1 0 0 0,0 0 0 0 0,0 0 0 0 0,-1 0 0 0 0,2-1 0 0 0,9-2-198 0 0,-1-1 0 0 0,0 0 1 0 0,-1-1-1 0 0,1 0 0 0 0,-1 0 0 0 0,0-1 0 0 0,0 0 0 0 0,-1-1 0 0 0,0 0 0 0 0,12-12 0 0 0,10-14 1314 0 0,31-43 0 0 0,-44 54 289 0 0,25-35 4013 0 0,-40 56-5116 0 0,4-4 256 0 0,-21 56-285 0 0,8-32-154 0 0,1 0 0 0 0,-5 30-1 0 0,10-44-21 0 0,1 0-1 0 0,-1 0 1 0 0,1 0-1 0 0,0 0 1 0 0,1 0-1 0 0,-1 0 0 0 0,1 0 1 0 0,0-1-1 0 0,0 1 1 0 0,0 0-1 0 0,1 0 1 0 0,-1-1-1 0 0,1 1 0 0 0,0-1 1 0 0,4 6-1 0 0,-4-8-1 0 0,-1 0 0 0 0,1 1 0 0 0,0-1 0 0 0,0 0 0 0 0,1 0 0 0 0,-1 0 0 0 0,0-1 0 0 0,1 1 0 0 0,-1 0 0 0 0,1-1 0 0 0,-1 0 0 0 0,1 0-1 0 0,0 1 1 0 0,-1-1 0 0 0,1-1 0 0 0,4 2 0 0 0,-2-1 4 0 0,0-1-1 0 0,0 0 1 0 0,1 0 0 0 0,-1 0-1 0 0,0-1 1 0 0,0 1 0 0 0,0-1-1 0 0,9-3 1 0 0,-5 1-2 0 0,0 0 1 0 0,-1-1-1 0 0,0 0 0 0 0,0 0 1 0 0,0-1-1 0 0,0 0 0 0 0,-1-1 1 0 0,1 1-1 0 0,-1-1 1 0 0,7-8-1 0 0,-7 4-11 0 0,0 0 1 0 0,0-1-1 0 0,-1 0 0 0 0,-1 0 1 0 0,0 0-1 0 0,0 0 0 0 0,-1-1 1 0 0,0 0-1 0 0,-1 0 0 0 0,2-17 1 0 0,-4 21-11 0 0,0 0 1 0 0,0 1 0 0 0,-1-1 0 0 0,0 0 0 0 0,-1 0 0 0 0,0 1-1 0 0,0-1 1 0 0,0 0 0 0 0,-1 1 0 0 0,0-1 0 0 0,0 1 0 0 0,-1 0-1 0 0,0 0 1 0 0,-1 0 0 0 0,1 0 0 0 0,-1 0 0 0 0,-9-10 0 0 0,10 14-6 0 0,0 0 0 0 0,0 0-1 0 0,-1 0 1 0 0,0 1 0 0 0,1-1 0 0 0,-1 1 0 0 0,0 0 0 0 0,0 0 0 0 0,0 1 0 0 0,0-1 0 0 0,-1 1 0 0 0,1 0 0 0 0,0 0 0 0 0,-1 0 0 0 0,1 0 0 0 0,0 1 0 0 0,-1 0-1 0 0,1 0 1 0 0,-1 0 0 0 0,1 1 0 0 0,0-1 0 0 0,-1 1 0 0 0,1 0 0 0 0,0 0 0 0 0,0 0 0 0 0,-8 4 0 0 0,3-1-5 0 0,1 0 0 0 0,0 0-1 0 0,0 1 1 0 0,0 0 0 0 0,0 0 0 0 0,1 1 0 0 0,0 0 0 0 0,0 0-1 0 0,0 1 1 0 0,1 0 0 0 0,-10 14 0 0 0,13-17 1 0 0,1 0 1 0 0,0 0-1 0 0,0 1 0 0 0,0-1 0 0 0,0 1 1 0 0,1-1-1 0 0,0 1 0 0 0,0-1 0 0 0,0 1 1 0 0,0 0-1 0 0,1 7 0 0 0,0-9-64 0 0,0-1 0 0 0,0 0 0 0 0,1 0 0 0 0,-1 0-1 0 0,1 0 1 0 0,0 0 0 0 0,-1 0 0 0 0,1 0 0 0 0,0 0 0 0 0,0 0-1 0 0,0 0 1 0 0,0 0 0 0 0,1 0 0 0 0,-1-1 0 0 0,0 1 0 0 0,1 0-1 0 0,0-1 1 0 0,-1 1 0 0 0,1-1 0 0 0,0 0 0 0 0,-1 1-1 0 0,1-1 1 0 0,0 0 0 0 0,0 0 0 0 0,0 0 0 0 0,0-1 0 0 0,3 2-1 0 0,5 1-212 0 0,1-1 0 0 0,-1-1 0 0 0,1 1 0 0 0,-1-2 0 0 0,1 1 0 0 0,0-2 0 0 0,-1 1 0 0 0,1-1 0 0 0,-1-1 0 0 0,1 0-1 0 0,18-6 1 0 0,-1-2-19 0 0,0-1-1 0 0,-1-1 0 0 0,26-16 0 0 0,139-103 2672 0 0,-191 130-2344 0 0,0 0 0 0 0,0 1-1 0 0,0-1 1 0 0,0 0 0 0 0,0 1-1 0 0,0-1 1 0 0,0 1 0 0 0,0-1-1 0 0,0 1 1 0 0,0 0 0 0 0,0-1-1 0 0,0 1 1 0 0,0 0 0 0 0,1 0 0 0 0,-1 0-1 0 0,0 0 1 0 0,0 0 0 0 0,0 0-1 0 0,0 0 1 0 0,1 0 0 0 0,-1 0-1 0 0,0 0 1 0 0,0 1 0 0 0,0-1-1 0 0,2 1 1 0 0,-1 1 19 0 0,0-1-1 0 0,0 0 1 0 0,0 1 0 0 0,-1 0-1 0 0,1 0 1 0 0,0-1 0 0 0,-1 1-1 0 0,1 0 1 0 0,-1 0 0 0 0,0 0-1 0 0,2 4 1 0 0,1 3 61 0 0,-1-1 0 0 0,0 1 0 0 0,0 0 0 0 0,-1 0 0 0 0,2 13 0 0 0,-2-9-10 0 0,-2 1 0 0 0,1-1 0 0 0,-2 1 0 0 0,0 0 0 0 0,-1-1 0 0 0,0 1-1 0 0,-1-1 1 0 0,0 0 0 0 0,-1 0 0 0 0,0 0 0 0 0,-2 0 0 0 0,1-1 0 0 0,-14 23-1 0 0,18-34-68 0 0,0 0 0 0 0,0 0-1 0 0,0 1 1 0 0,0-1 0 0 0,0 0-1 0 0,0 0 1 0 0,-1 0 0 0 0,1 0-1 0 0,0-1 1 0 0,0 1 0 0 0,-1 0-1 0 0,-1 1 1 0 0,2-2-13 0 0,1 0 0 0 0,-1 0-1 0 0,1 0 1 0 0,-1 0 0 0 0,0 0 0 0 0,1 0 0 0 0,-1 0-1 0 0,1 0 1 0 0,-1 0 0 0 0,1 0 0 0 0,-1 0 0 0 0,1-1-1 0 0,-1 1 1 0 0,1 0 0 0 0,-1 0 0 0 0,0 0 0 0 0,1-1-1 0 0,0 1 1 0 0,-1 0 0 0 0,1-1 0 0 0,-1 1 0 0 0,0-1-1 0 0,0-1-2 0 0,-1 1-1 0 0,1-1 0 0 0,0 0 0 0 0,0 0 0 0 0,1 1 0 0 0,-1-1 0 0 0,0 0 0 0 0,0 0 1 0 0,1 0-1 0 0,0 0 0 0 0,-1 0 0 0 0,1 0 0 0 0,0 0 0 0 0,0 0 0 0 0,0 0 0 0 0,0-3 1 0 0,2-8-9 0 0,0-1 1 0 0,1 1 0 0 0,0-1 0 0 0,1 1 0 0 0,0 0 0 0 0,1 1 0 0 0,1-1-1 0 0,0 1 1 0 0,1 0 0 0 0,0 0 0 0 0,9-10 0 0 0,-4 7-17 0 0,0 1-1 0 0,1 0 1 0 0,0 1-1 0 0,1 0 1 0 0,0 1-1 0 0,1 1 1 0 0,25-14-1 0 0,-35 22 49 0 0,0 0 0 0 0,1 1 0 0 0,-1-1 0 0 0,1 1 1 0 0,0 1-1 0 0,-1-1 0 0 0,1 1 0 0 0,0 0 0 0 0,0 0 0 0 0,0 1 0 0 0,0-1 0 0 0,-1 2 0 0 0,1-1 0 0 0,0 0 0 0 0,0 1 0 0 0,0 0 0 0 0,0 1 1 0 0,-1-1-1 0 0,1 1 0 0 0,0 0 0 0 0,-1 0 0 0 0,0 1 0 0 0,1 0 0 0 0,-1 0 0 0 0,0 0 0 0 0,-1 0 0 0 0,1 1 0 0 0,0 0 0 0 0,-1 0 0 0 0,0 0 0 0 0,0 0 1 0 0,0 1-1 0 0,-1 0 0 0 0,1 0 0 0 0,-1 0 0 0 0,0 0 0 0 0,0 0 0 0 0,-1 0 0 0 0,0 1 0 0 0,0-1 0 0 0,0 1 0 0 0,-1 0 0 0 0,1 0 0 0 0,-1-1 1 0 0,0 8-1 0 0,-1-1 116 0 0,-1 0-1 0 0,-1-1 1 0 0,0 1 0 0 0,0-1 0 0 0,-1 0 0 0 0,0 1 0 0 0,-1-1 0 0 0,-9 17 0 0 0,6-12-785 0 0,1-1 0 0 0,1 2 0 0 0,-4 16 0 0 0,9-31 48 0 0,0 0 0 0 0,-1 0 0 0 0,1 0 0 0 0,1 0 0 0 0,-1 1-1 0 0,0-1 1 0 0,0 0 0 0 0,1 0 0 0 0,-1 0 0 0 0,1 0 0 0 0,0 0 0 0 0,0 0-1 0 0,-1 0 1 0 0,3 2 0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46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80 684 0 0,'-15'-19'11024'0'0,"2"6"-8267"0"0,-8-4 2746 0 0,30 6-4974 0 0,13 7-1634 0 0,0 1 0 0 0,45 0 1 0 0,18-2-7968 0 0,-61 1 3365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47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53 108 0 0,'-21'-22'13901'0'0,"21"21"-13824"0"0,0 0 1 0 0,0 0-1 0 0,1 0 0 0 0,-1 0 0 0 0,0 0 0 0 0,0 0 0 0 0,1 0 1 0 0,-1 0-1 0 0,0 0 0 0 0,1 1 0 0 0,-1-1 0 0 0,1 0 0 0 0,-1 0 1 0 0,1 1-1 0 0,0-1 0 0 0,-1 0 0 0 0,1 0 0 0 0,0 1 0 0 0,-1-1 1 0 0,1 1-1 0 0,0-1 0 0 0,1 0 0 0 0,1-1 33 0 0,0 1-1 0 0,1-1 0 0 0,-1 1 1 0 0,0 0-1 0 0,1 0 0 0 0,4 0 1 0 0,5-1 66 0 0,0 1 0 0 0,21 2 0 0 0,-26-1-155 0 0,0 1 0 0 0,-1 0 0 0 0,0 0 0 0 0,1 1 1 0 0,-1 0-1 0 0,0 1 0 0 0,0-1 0 0 0,0 1 0 0 0,0 1 0 0 0,-1-1 0 0 0,1 1 0 0 0,-1 0 0 0 0,0 1 0 0 0,11 9 0 0 0,-13-10-4 0 0,-1 0 0 0 0,0 0 0 0 0,0-1 0 0 0,-1 2 0 0 0,1-1 0 0 0,-1 0-1 0 0,0 0 1 0 0,0 1 0 0 0,0 0 0 0 0,0-1 0 0 0,-1 1 0 0 0,0 0 0 0 0,0-1 0 0 0,0 1 0 0 0,-1 0-1 0 0,0 0 1 0 0,0 0 0 0 0,0 0 0 0 0,0 0 0 0 0,-1 0 0 0 0,1-1 0 0 0,-1 1 0 0 0,-4 9 0 0 0,0 1 15 0 0,-2-1 1 0 0,0 0-1 0 0,-1 0 1 0 0,0 0-1 0 0,-1-1 1 0 0,0-1 0 0 0,-1 1-1 0 0,0-2 1 0 0,-1 1-1 0 0,-23 17 1 0 0,-10 4 163 0 0,-83 47 1 0 0,84-55-26 0 0,40-23-137 0 0,-6 3-13 0 0,6-1-59 0 0,10 1-13 0 0,20 6-62 0 0,2 1 18 0 0,-14-1 210 0 0,-1 1-1 0 0,0 0 1 0 0,-1 1-1 0 0,0 0 1 0 0,-1 1-1 0 0,0 0 1 0 0,-1 1-1 0 0,-1 1 0 0 0,0-1 1 0 0,-1 2-1 0 0,9 22 1 0 0,-14-29-33 0 0,-1 0 1 0 0,0 0 0 0 0,0 0-1 0 0,-1 0 1 0 0,0 0 0 0 0,-1 1-1 0 0,0-1 1 0 0,0 1 0 0 0,-1-1-1 0 0,-1 1 1 0 0,0 0 0 0 0,0-1-1 0 0,-1 0 1 0 0,-1 1-1 0 0,1-1 1 0 0,-2 0 0 0 0,1 0-1 0 0,-1-1 1 0 0,-1 1 0 0 0,0-1-1 0 0,-6 10 1 0 0,4-10-12 0 0,0 0 0 0 0,0 0 0 0 0,-1-1-1 0 0,0 0 1 0 0,-1-1 0 0 0,1 0 0 0 0,-1 0 0 0 0,-1-1 0 0 0,1 0 0 0 0,-1-1 0 0 0,0 0-1 0 0,0 0 1 0 0,-1-1 0 0 0,1 0 0 0 0,-1-1 0 0 0,-21 4 0 0 0,30-7-65 0 0,0 0 0 0 0,0 1 0 0 0,0-1 1 0 0,0 0-1 0 0,-1 0 0 0 0,1 0 0 0 0,0 0 0 0 0,0 0 1 0 0,-1-1-1 0 0,1 1 0 0 0,0-1 0 0 0,0 0 0 0 0,0 1 1 0 0,0-1-1 0 0,0 0 0 0 0,0 0 0 0 0,0 0 0 0 0,0 0 1 0 0,0-1-1 0 0,0 1 0 0 0,1 0 0 0 0,-1-1 0 0 0,1 1 1 0 0,-1-1-1 0 0,1 0 0 0 0,-1 1 0 0 0,1-1 0 0 0,0 0 1 0 0,0 0-1 0 0,0 0 0 0 0,0 0 0 0 0,0 0 0 0 0,0 0 1 0 0,0 0-1 0 0,1 0 0 0 0,-1-3 0 0 0,0-1-10 0 0,0-1 1 0 0,1 1-1 0 0,0 0 0 0 0,0 0 1 0 0,1 0-1 0 0,0 0 0 0 0,0 0 0 0 0,0 0 1 0 0,1 0-1 0 0,-1 0 0 0 0,6-10 0 0 0,7-11-25 0 0,2 0 0 0 0,1 1 0 0 0,29-35 0 0 0,71-68-58 0 0,-54 63 72 0 0,-1-1-59 0 0,75-86-170 0 0,-112 121 196 0 0,-1-1 1 0 0,-1 0-1 0 0,18-39 0 0 0,-36 62 16 0 0,0 1-1 0 0,-1-1 1 0 0,0 0-1 0 0,-1 0 1 0 0,0 0-1 0 0,0-1 1 0 0,1-16-1 0 0,-4 26 25 0 0,0 1 0 0 0,0-1-1 0 0,0 0 1 0 0,0 0 0 0 0,0 0 0 0 0,0 0-1 0 0,0 1 1 0 0,0-1 0 0 0,0 0 0 0 0,-1 0 0 0 0,1 0-1 0 0,0 1 1 0 0,-1-1 0 0 0,1 0 0 0 0,0 1-1 0 0,-1-1 1 0 0,1 0 0 0 0,-1 0 0 0 0,1 1-1 0 0,-1-1 1 0 0,1 1 0 0 0,-1-1 0 0 0,1 1 0 0 0,-1-1-1 0 0,0 1 1 0 0,0-2 0 0 0,-1 2 0 0 0,1 0 1 0 0,0 0-1 0 0,-1 0 0 0 0,1-1 1 0 0,0 1-1 0 0,-1 0 1 0 0,1 0-1 0 0,0 1 0 0 0,-1-1 1 0 0,1 0-1 0 0,0 0 1 0 0,0 1-1 0 0,-1-1 0 0 0,-1 1 1 0 0,-4 3-9 0 0,1-1 1 0 0,-1 1-1 0 0,1 0 1 0 0,-8 6-1 0 0,4-1-4 0 0,0 0 0 0 0,1 1 0 0 0,0 0 0 0 0,0 1 0 0 0,1 0 0 0 0,1 0 0 0 0,0 1 0 0 0,0-1 0 0 0,-6 19 0 0 0,9-21 22 0 0,1-1 1 0 0,0 1 0 0 0,1 0-1 0 0,0 0 1 0 0,1 0 0 0 0,-1 0-1 0 0,2 1 1 0 0,-1-1 0 0 0,1 0-1 0 0,1 0 1 0 0,-1 1-1 0 0,2-1 1 0 0,-1 0 0 0 0,6 15-1 0 0,-6-20 5 0 0,1 1 0 0 0,1-1 0 0 0,-1 1 0 0 0,1-1-1 0 0,0 0 1 0 0,0 0 0 0 0,0 0 0 0 0,0 0 0 0 0,1 0 0 0 0,-1-1-1 0 0,1 1 1 0 0,0-1 0 0 0,0 0 0 0 0,6 3 0 0 0,-3-3 3 0 0,0 1 0 0 0,1-1 0 0 0,-1 0 0 0 0,1-1 0 0 0,0 0 0 0 0,0 0 0 0 0,0-1 0 0 0,10 1 0 0 0,-2-2-27 0 0,1 0 0 0 0,-1-1 0 0 0,0-1 0 0 0,0 0 1 0 0,0-1-1 0 0,0-1 0 0 0,0 0 0 0 0,19-9 0 0 0,-24 8-19 0 0,0-1 0 0 0,0 0 1 0 0,-1-1-1 0 0,0 0 0 0 0,-1-1 1 0 0,0 0-1 0 0,0 0 0 0 0,0-1 0 0 0,-1 0 1 0 0,0 0-1 0 0,-1-1 0 0 0,0 0 0 0 0,-1 0 1 0 0,8-16-1 0 0,-8 12 15 0 0,0-1-1 0 0,-1 0 1 0 0,0 0 0 0 0,-1 0 0 0 0,-1 0 0 0 0,-1-1-1 0 0,0 0 1 0 0,0 1 0 0 0,-2-1 0 0 0,-2-26 0 0 0,1 30 18 0 0,0 0-60 0 0,-1 1-1 0 0,1-1 1 0 0,-2 1 0 0 0,-5-18-1 0 0,7 27 18 0 0,-1 3-49 0 0,0 0 85 0 0,0 0 0 0 0,0 1 0 0 0,0-1 0 0 0,1 0 0 0 0,-1 1 0 0 0,0-1 0 0 0,-2 4 0 0 0,4-2 11 0 0,0 1-1 0 0,1 0 1 0 0,-1 0 0 0 0,1-1 0 0 0,0 1-1 0 0,0 0 1 0 0,0-1 0 0 0,0 1-1 0 0,0 0 1 0 0,1-1 0 0 0,0 0 0 0 0,-1 1-1 0 0,1-1 1 0 0,1 0 0 0 0,-1 0 0 0 0,4 4-1 0 0,-1-2 5 0 0,0-2-1 0 0,0 1 1 0 0,0 0 0 0 0,0-1-1 0 0,0 0 1 0 0,1-1-1 0 0,-1 1 1 0 0,1-1 0 0 0,9 3-1 0 0,5-1-143 0 0,1 0 0 0 0,0-2 0 0 0,0 0 0 0 0,0-1 0 0 0,22-2 0 0 0,-32 0 76 0 0,0 0 0 0 0,-1-1 0 0 0,1 0 1 0 0,0 0-1 0 0,-1-1 0 0 0,18-8 0 0 0,-22 8 54 0 0,0 0-1 0 0,0 0 1 0 0,-1 0-1 0 0,0-1 1 0 0,1 0-1 0 0,-1 0 0 0 0,-1 0 1 0 0,1-1-1 0 0,-1 0 1 0 0,1 0-1 0 0,-1 0 1 0 0,3-6-1 0 0,-6 10 4 0 0,-1 1-1 0 0,0-1 0 0 0,1 1 0 0 0,-1-1 1 0 0,0 0-1 0 0,1 1 0 0 0,-1-1 1 0 0,0 0-1 0 0,0 1 0 0 0,1-1 0 0 0,-1 0 1 0 0,0 1-1 0 0,0-1 0 0 0,0 0 0 0 0,0 0 1 0 0,0 1-1 0 0,0-1 0 0 0,0 0 1 0 0,0 1-1 0 0,-1-1 0 0 0,1-1 0 0 0,0 2 5 0 0,-1 0-1 0 0,1 0 1 0 0,0-1-1 0 0,0 1 0 0 0,-1 0 1 0 0,1 0-1 0 0,0 0 1 0 0,-1 0-1 0 0,1 0 1 0 0,0-1-1 0 0,0 1 0 0 0,-1 0 1 0 0,1 0-1 0 0,0 0 1 0 0,-1 0-1 0 0,1 0 1 0 0,0 0-1 0 0,-1 0 0 0 0,1 0 1 0 0,0 0-1 0 0,-1 0 1 0 0,1 0-1 0 0,0 0 1 0 0,-1 0-1 0 0,1 1 0 0 0,0-1 1 0 0,-1 0-1 0 0,1 0 1 0 0,0 0-1 0 0,-1 0 1 0 0,1 0-1 0 0,0 1 0 0 0,0-1 1 0 0,-1 0-1 0 0,1 0 1 0 0,0 1-1 0 0,-16 12 26 0 0,1 1 0 0 0,1 1 0 0 0,0 0 1 0 0,1 1-1 0 0,-19 31 0 0 0,23-35-7 0 0,4-4 1 0 0,-57 88 97 0 0,56-84-87 0 0,0 0 0 0 0,0 0 0 0 0,1 0 0 0 0,1 1 0 0 0,0 0 0 0 0,-3 19 0 0 0,7-29-11 0 0,-1 0 0 0 0,1-1 0 0 0,0 1-1 0 0,0 0 1 0 0,0 0 0 0 0,0 0 0 0 0,1-1-1 0 0,-1 1 1 0 0,1 0 0 0 0,0 0-1 0 0,0-1 1 0 0,0 1 0 0 0,0 0 0 0 0,0-1-1 0 0,0 1 1 0 0,1-1 0 0 0,-1 0 0 0 0,1 1-1 0 0,3 3 1 0 0,-2-3-56 0 0,1 0 1 0 0,0-1-1 0 0,-1 1 0 0 0,1-1 0 0 0,0 0 0 0 0,0 0 0 0 0,0 0 1 0 0,1-1-1 0 0,-1 0 0 0 0,0 1 0 0 0,7 0 0 0 0,4 0-409 0 0,-1-1 0 0 0,1-1 0 0 0,-1 0 0 0 0,1-1-1 0 0,0 0 1 0 0,25-6 0 0 0,-26 3 162 0 0,-1 0 1 0 0,1-1 0 0 0,-1 0-1 0 0,0-1 1 0 0,0-1 0 0 0,0 0-1 0 0,-1-1 1 0 0,0 0-1 0 0,-1-1 1 0 0,15-13 0 0 0,-12 7 576 0 0,0-1 1 0 0,-1-1 0 0 0,0 0 0 0 0,-2 0 0 0 0,0-1-1 0 0,13-29 1 0 0,-3 1 1888 0 0,-20 45-2042 0 0,-2 1-132 0 0,0 0 1 0 0,0 1 0 0 0,0-1 0 0 0,0 0 0 0 0,0 1 0 0 0,0-1 0 0 0,1 1 0 0 0,-1 0 0 0 0,0-1 0 0 0,0 1 0 0 0,1 0-1 0 0,-1-1 1 0 0,0 1 0 0 0,1 0 0 0 0,-1 0 0 0 0,0 0 0 0 0,1-1 0 0 0,-1 3 0 0 0,-10 18 62 0 0,9-18-44 0 0,-9 22 125 0 0,-15 47 0 0 0,23-64-114 0 0,1 0 0 0 0,0 1 0 0 0,1-1 0 0 0,0 0 0 0 0,1 0 0 0 0,-1 1 0 0 0,1-1 0 0 0,1 1-1 0 0,0-1 1 0 0,2 11 0 0 0,-1-16-13 0 0,-1 0 0 0 0,0 0-1 0 0,1 0 1 0 0,0 0-1 0 0,-1-1 1 0 0,1 1 0 0 0,0 0-1 0 0,1-1 1 0 0,-1 0-1 0 0,0 1 1 0 0,1-1 0 0 0,-1 0-1 0 0,1 0 1 0 0,-1-1 0 0 0,1 1-1 0 0,0 0 1 0 0,0-1-1 0 0,0 0 1 0 0,0 1 0 0 0,0-1-1 0 0,0 0 1 0 0,0-1-1 0 0,1 1 1 0 0,-1-1 0 0 0,0 1-1 0 0,5-1 1 0 0,5 1 20 0 0,0-1 1 0 0,-1-1-1 0 0,1 0 1 0 0,0 0 0 0 0,15-4-1 0 0,-15 1-20 0 0,0 0-1 0 0,0 0 1 0 0,-1-2-1 0 0,0 1 1 0 0,0-1 0 0 0,0-1-1 0 0,-1 0 1 0 0,1-1-1 0 0,-2 0 1 0 0,1-1-1 0 0,9-11 1 0 0,-12 13-17 0 0,-1-2 0 0 0,-1 1 0 0 0,1-1 0 0 0,-1 0 0 0 0,-1 0 0 0 0,0 0 0 0 0,0-1 0 0 0,0 0 0 0 0,-2 0 0 0 0,1 0 0 0 0,-1 0 0 0 0,-1-1 0 0 0,0 1 0 0 0,2-15 0 0 0,-5 18-9 0 0,1 0-1 0 0,-1 0 1 0 0,0 0-1 0 0,-1 0 1 0 0,0 0-1 0 0,0 0 1 0 0,0 1-1 0 0,-1-1 1 0 0,0 1-1 0 0,0-1 1 0 0,0 1-1 0 0,-1 0 1 0 0,0 0-1 0 0,0 1 1 0 0,-1-1-1 0 0,1 1 1 0 0,-1 0-1 0 0,-11-9 1 0 0,11 11-227 0 0,1-1-1 0 0,0 1 1 0 0,-1 0 0 0 0,1 1-1 0 0,-1-1 1 0 0,0 1 0 0 0,0-1-1 0 0,0 1 1 0 0,-1 1 0 0 0,1-1 0 0 0,0 1-1 0 0,-1 0 1 0 0,1 0 0 0 0,0 1-1 0 0,-1-1 1 0 0,1 1 0 0 0,-1 0-1 0 0,1 1 1 0 0,-1-1 0 0 0,1 1-1 0 0,0 0 1 0 0,-1 1 0 0 0,1-1-1 0 0,0 1 1 0 0,-5 3 0 0 0,-10 9-5128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48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26 574 1000 0 0,'-22'34'9509'0'0,"22"-33"-9446"0"0,0-1-1 0 0,-1 1 1 0 0,1 0 0 0 0,-1-1-1 0 0,1 1 1 0 0,0-1 0 0 0,-1 1-1 0 0,1 0 1 0 0,0 0 0 0 0,0-1-1 0 0,-1 1 1 0 0,1 0 0 0 0,0-1-1 0 0,0 1 1 0 0,0 0 0 0 0,0 0-1 0 0,0-1 1 0 0,0 1-1 0 0,0 0 1 0 0,0 0 0 0 0,0-1-1 0 0,1 1 1 0 0,-1 0 0 0 0,0-1-1 0 0,0 1 1 0 0,1 0 0 0 0,-1-1-1 0 0,0 1 1 0 0,1 0 0 0 0,-1-1-1 0 0,1 1 1 0 0,-1-1 0 0 0,0 1-1 0 0,1 0 1 0 0,0-1 0 0 0,-1 1-1 0 0,1-1 1 0 0,-1 0 0 0 0,1 1-1 0 0,-1-1 1 0 0,1 1 0 0 0,0-1-1 0 0,-1 0 1 0 0,1 0 0 0 0,0 1-1 0 0,1-1 1 0 0,2 1 36 0 0,0 0 1 0 0,0-1-1 0 0,0 0 1 0 0,0 0-1 0 0,0 0 1 0 0,0 0-1 0 0,7-2 1 0 0,3-1-33 0 0,0 0 1 0 0,-1-1-1 0 0,1-1 1 0 0,-1 0-1 0 0,0-1 0 0 0,-1 0 1 0 0,1-1-1 0 0,-1-1 1 0 0,18-14-1 0 0,-16 9-65 0 0,-1 1-1 0 0,0-2 0 0 0,-1 0 1 0 0,0 0-1 0 0,-1-1 1 0 0,16-29-1 0 0,-14 17 113 0 0,-1-1 1 0 0,-1 0-1 0 0,-2 0 0 0 0,0-1 1 0 0,-2 0-1 0 0,-1 0 0 0 0,-2-1 1 0 0,0 0-1 0 0,-2-32 0 0 0,-1 56-79 0 0,-1-1-1 0 0,0 1 0 0 0,-1-1 0 0 0,0 1 0 0 0,0 0 0 0 0,0 0 0 0 0,0-1 0 0 0,-1 1 0 0 0,0 0 0 0 0,-4-7 0 0 0,6 13-35 0 0,0-1-1 0 0,-1 1 1 0 0,1-1-1 0 0,-1 1 0 0 0,1-1 1 0 0,-1 1-1 0 0,1-1 1 0 0,-1 1-1 0 0,1 0 1 0 0,-1-1-1 0 0,1 1 0 0 0,-1 0 1 0 0,1-1-1 0 0,-1 1 1 0 0,0 0-1 0 0,1 0 1 0 0,-1-1-1 0 0,1 1 1 0 0,-1 0-1 0 0,0 0 0 0 0,1 0 1 0 0,-1 0-1 0 0,0 0 1 0 0,1 0-1 0 0,-1 0 1 0 0,0 0-1 0 0,-3 1-7 0 0,1-1 0 0 0,0 1 0 0 0,0-1 0 0 0,0 1 0 0 0,0 0 0 0 0,0 0 0 0 0,0 0 0 0 0,0 1 0 0 0,1-1 0 0 0,-1 1 0 0 0,0-1 0 0 0,1 1 0 0 0,-1 0 0 0 0,1 0 0 0 0,-1 0 0 0 0,1 0 0 0 0,0 1 0 0 0,-3 3 0 0 0,2 0-2 0 0,0-1 0 0 0,0 1 0 0 0,1 0 0 0 0,-1-1 0 0 0,2 1 0 0 0,-3 7 0 0 0,4-12 10 0 0,0 1 1 0 0,-1 0 1 0 0,1 0-1 0 0,-1 0 1 0 0,1 0-1 0 0,0 0 1 0 0,0 0-1 0 0,0 1 1 0 0,0-1-1 0 0,0 0 1 0 0,1 0-1 0 0,-1 0 1 0 0,1 0-1 0 0,-1 0 1 0 0,1 0-1 0 0,0 0 1 0 0,0 0-1 0 0,0-1 1 0 0,0 1-1 0 0,2 3 1 0 0,-1-3 2 0 0,0 1 0 0 0,1-1 0 0 0,0 1 0 0 0,0-1 1 0 0,-1 0-1 0 0,1 0 0 0 0,0 0 0 0 0,1-1 0 0 0,-1 1 1 0 0,6 1-1 0 0,1 0 8 0 0,0 0 1 0 0,0-1-1 0 0,0 0 0 0 0,1-1 1 0 0,-1 0-1 0 0,0-1 0 0 0,12-1 1 0 0,-5-1-3 0 0,1-1 0 0 0,-1 0 0 0 0,0-2 1 0 0,0 0-1 0 0,-1-1 0 0 0,1 0 0 0 0,18-11 1 0 0,-10 2-8 0 0,-1 0 1 0 0,-1-1-1 0 0,37-34 1 0 0,-46 38 15 0 0,-8 8 12 0 0,-1-1 1 0 0,0 0-1 0 0,0 0 1 0 0,0 0-1 0 0,6-9 1 0 0,-10 13-63 0 0,-9 13-38 0 0,-1 1 40 0 0,-66 92-143 0 0,64-87 158 0 0,1 0 0 0 0,1 1 1 0 0,0 1-1 0 0,-6 20 0 0 0,13-33 29 0 0,0 1 0 0 0,0-1-1 0 0,1 1 1 0 0,-1-1 0 0 0,2 1-1 0 0,-1-1 1 0 0,1 1 0 0 0,0-1-1 0 0,1 1 1 0 0,2 11 0 0 0,-2-15-74 0 0,1 1 1 0 0,-1-1-1 0 0,1 0 1 0 0,0-1-1 0 0,0 1 0 0 0,0 0 1 0 0,1 0-1 0 0,-1-1 1 0 0,1 0-1 0 0,0 1 1 0 0,0-1-1 0 0,0 0 1 0 0,1 0-1 0 0,-1-1 0 0 0,1 1 1 0 0,-1-1-1 0 0,1 0 1 0 0,0 1-1 0 0,8 2 1 0 0,-1-1-176 0 0,1-1 1 0 0,-1 0-1 0 0,1 0 0 0 0,0-1 1 0 0,0 0-1 0 0,0-1 1 0 0,0-1-1 0 0,0 0 1 0 0,1 0-1 0 0,-1-1 1 0 0,0-1-1 0 0,0 0 0 0 0,-1-1 1 0 0,23-7-1 0 0,-16 3 162 0 0,0-1-1 0 0,-1 0 0 0 0,0-1 0 0 0,-1-1 0 0 0,0-1 1 0 0,0 0-1 0 0,-1-1 0 0 0,22-23 0 0 0,-14 10 954 0 0,-1 0 1 0 0,-2-2-1 0 0,-1-1 0 0 0,23-42 0 0 0,-42 69-684 0 0,-1 5-183 0 0,-1 0 0 0 0,1-1 0 0 0,-1 1 0 0 0,0 0 0 0 0,0-1 0 0 0,-3 5 0 0 0,-2 3-10 0 0,0 4 2 0 0,0 1-1 0 0,1 0 0 0 0,1 0 0 0 0,0 0 1 0 0,2 1-1 0 0,-1-1 0 0 0,-1 34 0 0 0,5-44 13 0 0,1 0 0 0 0,-1 0-1 0 0,1 0 1 0 0,0 0-1 0 0,0 0 1 0 0,0 0 0 0 0,1-1-1 0 0,0 1 1 0 0,0 0-1 0 0,1-1 1 0 0,4 7 0 0 0,-5-8 2 0 0,1-1 0 0 0,0 1 0 0 0,0-1 1 0 0,0 0-1 0 0,1 0 0 0 0,-1 0 0 0 0,1-1 0 0 0,0 1 1 0 0,-1-1-1 0 0,1 0 0 0 0,0 0 0 0 0,0 0 1 0 0,1 0-1 0 0,-1-1 0 0 0,0 0 0 0 0,0 0 1 0 0,6 1-1 0 0,-3-1-3 0 0,0 0 1 0 0,1-1-1 0 0,-1 1 1 0 0,1-2-1 0 0,-1 1 0 0 0,0-1 1 0 0,1 0-1 0 0,-1 0 1 0 0,0-1-1 0 0,0 0 1 0 0,0 0-1 0 0,0-1 1 0 0,7-3-1 0 0,-5 0 5 0 0,1 0 1 0 0,-1 0-1 0 0,-1 0 0 0 0,1-1 1 0 0,-1 0-1 0 0,0-1 0 0 0,-1 0 1 0 0,9-12-1 0 0,-6 7 53 0 0,-1-1 0 0 0,-1 0 0 0 0,0 0 0 0 0,-1-1 0 0 0,-1 1 0 0 0,0-2 0 0 0,-1 1 0 0 0,-1-1 0 0 0,0 0-1 0 0,-1 0 1 0 0,-1 0 0 0 0,1-17 0 0 0,-3 27-58 0 0,-1-1 0 0 0,1 1 0 0 0,-1 0-1 0 0,0-1 1 0 0,-1 1 0 0 0,1 0 0 0 0,-1 0-1 0 0,-5-11 1 0 0,5 14-22 0 0,0 0 0 0 0,0 0 0 0 0,0 0 1 0 0,0 0-1 0 0,0 0 0 0 0,-1 0 0 0 0,1 1 0 0 0,-1-1 0 0 0,0 1 0 0 0,0 0 0 0 0,0 0 0 0 0,0 0 0 0 0,0 0 0 0 0,0 0 1 0 0,-5-2-1 0 0,5 4-39 0 0,1-1 0 0 0,-1 1 0 0 0,1 0 0 0 0,-1-1 0 0 0,1 1 0 0 0,-1 0 0 0 0,1 1 1 0 0,-1-1-1 0 0,1 0 0 0 0,-1 1 0 0 0,1-1 0 0 0,0 1 0 0 0,-1 0 0 0 0,1 0 0 0 0,0 0 0 0 0,-1 0 1 0 0,1 0-1 0 0,-3 2 0 0 0,0 1-382 0 0,0-1 1 0 0,0 1 0 0 0,0 0-1 0 0,0 1 1 0 0,-5 6 0 0 0,7-7 72 0 0,0-1 1 0 0,1 1-1 0 0,0 0 1 0 0,0 0-1 0 0,0 0 1 0 0,0 0-1 0 0,-1 6 1 0 0,1 8-4957 0 0,4-4 1581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49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88 156 0 0,'11'-19'7476'0'0,"6"-8"578"0"0,-19 29-7869 0 0,-19 28 200 0 0,1 1 1 0 0,1 0 0 0 0,2 2-1 0 0,-14 35 1 0 0,9-9-226 0 0,21-55-138 0 0,0 0 0 0 0,0 0 0 0 0,0 0 0 0 0,1 1 0 0 0,-1-1 0 0 0,1 0 0 0 0,0 1 0 0 0,0-1 0 0 0,1 1 0 0 0,-1-1 0 0 0,3 7 0 0 0,-2-9-13 0 0,-1 0 0 0 0,1-1 0 0 0,0 1 0 0 0,0-1 0 0 0,0 1 0 0 0,0-1 0 0 0,1 1 0 0 0,-1-1 0 0 0,0 0 0 0 0,1 0 0 0 0,-1 0 0 0 0,0 1 0 0 0,1-1-1 0 0,-1-1 1 0 0,1 1 0 0 0,0 0 0 0 0,-1 0 0 0 0,1 0 0 0 0,0-1 0 0 0,0 1 0 0 0,-1-1 0 0 0,1 0 0 0 0,0 1 0 0 0,0-1 0 0 0,0 0 0 0 0,-1 0 0 0 0,1 0 0 0 0,0 0 0 0 0,0 0 0 0 0,2-1 0 0 0,4 0-13 0 0,-1-1-1 0 0,1 0 1 0 0,-1 0 0 0 0,1-1-1 0 0,10-6 1 0 0,-5 3-19 0 0,-1-2 1 0 0,0 0-1 0 0,-1 0 0 0 0,0-1 1 0 0,16-16-1 0 0,45-59-28 0 0,-25 27 34 0 0,-45 54-21 0 0,-1 1 0 0 0,1 0 0 0 0,0 0 0 0 0,1 0 0 0 0,-1 0 0 0 0,0 1 0 0 0,0-1 0 0 0,3-1 0 0 0,-4 3 32 0 0,-1 0 1 0 0,0 0-1 0 0,1 0 1 0 0,-1 0-1 0 0,0 0 1 0 0,0 0-1 0 0,1 0 1 0 0,-1 0-1 0 0,0 0 0 0 0,1 0 1 0 0,-1 0-1 0 0,0 0 1 0 0,1 0-1 0 0,-1 0 1 0 0,0 0-1 0 0,0 0 1 0 0,1 0-1 0 0,-1 0 0 0 0,0 0 1 0 0,1 1-1 0 0,-1-1 1 0 0,0 0-1 0 0,0 0 1 0 0,1 0-1 0 0,-1 0 1 0 0,0 1-1 0 0,0-1 1 0 0,1 1-1 0 0,4 15-41 0 0,-3 49-12 0 0,1 6 95 0 0,-2-65-20 0 0,0 0 0 0 0,0 0 0 0 0,0-1-1 0 0,1 1 1 0 0,0 0 0 0 0,0-1 0 0 0,1 0 0 0 0,-1 1 0 0 0,6 6 0 0 0,-6-9-5 0 0,1 1 0 0 0,0-1 0 0 0,0 0 0 0 0,1 0 0 0 0,-1 0 0 0 0,1-1 0 0 0,-1 1 0 0 0,1-1 0 0 0,0 1 1 0 0,0-1-1 0 0,0-1 0 0 0,0 1 0 0 0,0 0 0 0 0,0-1 0 0 0,0 0 0 0 0,1 0 0 0 0,-1 0 0 0 0,1-1 0 0 0,-1 1 0 0 0,0-1 0 0 0,1 0 0 0 0,-1 0 0 0 0,1-1 0 0 0,-1 1 0 0 0,0-1 1 0 0,9-2-1 0 0,-2-1-1 0 0,0 1 1 0 0,-1-2 0 0 0,1 1 0 0 0,-1-2 0 0 0,0 1 0 0 0,0-1 0 0 0,-1-1 0 0 0,1 0-1 0 0,9-9 1 0 0,-6 2-1 0 0,0 0 0 0 0,-1 0 0 0 0,-1-1 1 0 0,-1 0-1 0 0,0-1 0 0 0,9-18 0 0 0,-14 22-14 0 0,1 1 0 0 0,-2-1 0 0 0,0 0 0 0 0,0-1 0 0 0,-1 1 0 0 0,-1-1 0 0 0,0 1 0 0 0,-1-1 0 0 0,0-23 0 0 0,-1 33-41 0 0,0 0-1 0 0,-1-1 1 0 0,0 1 0 0 0,1 0 0 0 0,-1-1-1 0 0,0 1 1 0 0,-1 0 0 0 0,1 0-1 0 0,0 0 1 0 0,-1 0 0 0 0,-3-5 0 0 0,4 7-135 0 0,-1-1 0 0 0,1 1 1 0 0,0 0-1 0 0,0 0 1 0 0,-1 0-1 0 0,1 0 1 0 0,-1 0-1 0 0,1 0 1 0 0,-1 0-1 0 0,1 0 1 0 0,-1 0-1 0 0,0 1 1 0 0,1-1-1 0 0,-1 1 1 0 0,0-1-1 0 0,0 1 1 0 0,1 0-1 0 0,-1 0 1 0 0,0 0-1 0 0,0 0 1 0 0,1 0-1 0 0,-3 0 1 0 0,1 0-530 0 0,0 5-375 0 0,2-5 1030 0 0,1 0 1 0 0,0 0-1 0 0,-1 0 0 0 0,1 1 0 0 0,0-1 0 0 0,0 0 1 0 0,-1 0-1 0 0,1 0 0 0 0,0 0 0 0 0,0 1 1 0 0,0-1-1 0 0,-1 0 0 0 0,1 0 0 0 0,0 1 0 0 0,0-1 1 0 0,0 0-1 0 0,0 0 0 0 0,-1 1 0 0 0,1-1 0 0 0,0 0 1 0 0,0 0-1 0 0,0 1 0 0 0,0-1 0 0 0,0 0 1 0 0,0 1-1 0 0,0-1 0 0 0,0 0 0 0 0,0 1 0 0 0,0-1 1 0 0,0 0-1 0 0,0 0 0 0 0,0 1 0 0 0,0-1 0 0 0,0 0 1 0 0,0 1-1 0 0,0-1 0 0 0,0 0 0 0 0,0 0 1 0 0,1 1-1 0 0,-1-1 0 0 0,0 0 0 0 0,0 1 0 0 0,0-1 1 0 0,0 0-1 0 0,1 0 0 0 0,-1 0 0 0 0,0 1 0 0 0,0-1 1 0 0,0 0-1 0 0,1 0 0 0 0,-1 0 0 0 0,0 1 1 0 0,0-1-1 0 0,1 0 0 0 0,-1 0 0 0 0,0 0 0 0 0,1 0 1 0 0,-1 0-1 0 0,0 0 0 0 0,0 0 0 0 0,1 0 0 0 0,-1 0 1 0 0,0 0-1 0 0,1 0 0 0 0,4 3-411 0 0,1-1 0 0 0,-1 0 0 0 0,0 0 0 0 0,1-1 0 0 0,-1 1 0 0 0,1-1 0 0 0,0-1 0 0 0,-1 1 0 0 0,7-1 0 0 0,5 1-815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49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70 1232 0 0,'35'-4'2207'0'0,"0"-2"0"0"0,0-1 0 0 0,-1-2 0 0 0,37-15 0 0 0,-65 22-1659 0 0,8-6 1110 0 0,-13 8-1643 0 0,-1 0 0 0 0,0 0 0 0 0,0 0 0 0 0,0 0-1 0 0,0-1 1 0 0,0 1 0 0 0,1 0 0 0 0,-1 0 0 0 0,0 0 0 0 0,0-1-1 0 0,0 1 1 0 0,0 0 0 0 0,0 0 0 0 0,0-1 0 0 0,0 1 0 0 0,0 0-1 0 0,0 0 1 0 0,0 0 0 0 0,0-1 0 0 0,0 1 0 0 0,0 0-1 0 0,0 0 1 0 0,0 0 0 0 0,0-1 0 0 0,0 1 0 0 0,0 0 0 0 0,0 0-1 0 0,0-1 1 0 0,-1 1 0 0 0,1 0 0 0 0,0 0 0 0 0,0 0 0 0 0,0 0-1 0 0,0-1 1 0 0,0 1 0 0 0,0 0 0 0 0,-1 0 0 0 0,1 0-1 0 0,0 0 1 0 0,0 0 0 0 0,0-1 0 0 0,-1 1 0 0 0,1 0 0 0 0,0 0-1 0 0,0 0 1 0 0,-1 0 0 0 0,0-1 13 0 0,-1 1 0 0 0,0 0 0 0 0,0 0 0 0 0,1-1 0 0 0,-1 1 0 0 0,0 0 0 0 0,0 0 1 0 0,0 1-1 0 0,1-1 0 0 0,-1 0 0 0 0,0 1 0 0 0,0-1 0 0 0,-1 1 0 0 0,-31 10 103 0 0,27-9-102 0 0,-3 2-22 0 0,0-1-1 0 0,1 2 1 0 0,0-1 0 0 0,-13 9 0 0 0,18-11-6 0 0,1 1 0 0 0,0-1 0 0 0,0 0 0 0 0,0 1-1 0 0,1-1 1 0 0,-1 1 0 0 0,0 0 0 0 0,1 0 0 0 0,0 0 0 0 0,0 0 0 0 0,0 0 0 0 0,0 1 0 0 0,0-1 0 0 0,-2 7 0 0 0,3-5-2 0 0,1-1 1 0 0,0 1 0 0 0,0 0 0 0 0,0-1-1 0 0,0 1 1 0 0,1-1 0 0 0,-1 1 0 0 0,1 0-1 0 0,0-1 1 0 0,1 0 0 0 0,-1 1-1 0 0,3 5 1 0 0,4 4-2 0 0,-1 0 0 0 0,13 16 0 0 0,2 4-1 0 0,9 16 39 0 0,-30-49-27 0 0,-1 0-1 0 0,0 0 1 0 0,1 0 0 0 0,-1 0-1 0 0,0 1 1 0 0,0-1 0 0 0,0 0-1 0 0,0 0 1 0 0,0 0-1 0 0,0 1 1 0 0,0-1 0 0 0,0 0-1 0 0,-1 0 1 0 0,1 0 0 0 0,0 0-1 0 0,-1 0 1 0 0,1 1-1 0 0,-1-1 1 0 0,1 0 0 0 0,-1 0-1 0 0,1 0 1 0 0,-1 0 0 0 0,0 0-1 0 0,0 0 1 0 0,1-1-1 0 0,-1 1 1 0 0,0 0 0 0 0,0 0-1 0 0,0 0 1 0 0,0-1 0 0 0,0 1-1 0 0,-2 0 1 0 0,-2 3 0 0 0,0-1 0 0 0,-1 0 0 0 0,0 0 0 0 0,-8 2 0 0 0,-6 1-645 0 0,0-1-1 0 0,0-1 1 0 0,-1-1-1 0 0,-25 1 1 0 0,17-3-2479 0 0,-29-4 1 0 0,27 0-1195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51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45 892 1084 0 0,'0'0'1828'0'0,"-7"29"4396"0"0,6-26-5961 0 0,1 1 0 0 0,-1-1 0 0 0,1 0 0 0 0,0 0 0 0 0,0 1 1 0 0,0-1-1 0 0,2 5 0 0 0,-2-7-11 0 0,11 6 626 0 0,-4-7-826 0 0,-1-2 0 0 0,1 1 0 0 0,-1-1 0 0 0,0 1 1 0 0,0-2-1 0 0,0 1 0 0 0,0-1 0 0 0,0 0 0 0 0,0 0 0 0 0,-1 0 0 0 0,1-1 0 0 0,7-7 0 0 0,4-3 0 0 0,-1-1 0 0 0,22-26-1 0 0,-12 7-40 0 0,-3 0 0 0 0,0-1 0 0 0,-2-1-1 0 0,-2-1 1 0 0,-2-1 0 0 0,21-63 0 0 0,-6-9 241 0 0,21-128 1 0 0,-21 52 1346 0 0,-31 184-1601 0 0,-3 67 80 0 0,-19 115 52 0 0,-28 63 357 0 0,34-177-142 0 0,-208 788 1214 0 0,212-814-1526 0 0,-93 301 232 0 0,52-176 284 0 0,42-140 298 0 0,7-24-352 0 0,5-16-391 0 0,48-195-119 0 0,100-518-815 0 0,-149 720 822 0 0,10-71-94 0 0,30-107-1 0 0,-35 163 80 0 0,2 1 0 0 0,0 0 0 0 0,1 1-1 0 0,2-1 1 0 0,0 2 0 0 0,1 0-1 0 0,1 0 1 0 0,1 1 0 0 0,22-24-1 0 0,-28 36 9 0 0,0-1-1 0 0,1 2 1 0 0,0-1-1 0 0,0 1 1 0 0,0 0-1 0 0,0 1 1 0 0,1 0-1 0 0,0 1 0 0 0,0 0 1 0 0,1 0-1 0 0,-1 1 1 0 0,1 0-1 0 0,-1 1 1 0 0,1 1-1 0 0,0-1 1 0 0,0 2-1 0 0,0-1 0 0 0,21 3 1 0 0,-22 0 1 0 0,0 0 1 0 0,0 0-1 0 0,0 1 1 0 0,-1 0-1 0 0,1 0 1 0 0,-1 1 0 0 0,0 1-1 0 0,0-1 1 0 0,-1 2-1 0 0,1-1 1 0 0,-1 1-1 0 0,0 0 1 0 0,-1 1-1 0 0,1 0 1 0 0,-1 0-1 0 0,-1 0 1 0 0,1 1-1 0 0,-1 0 1 0 0,-1 1-1 0 0,9 14 1 0 0,-11-17 17 0 0,-1 0 0 0 0,1 0 0 0 0,-1 0 0 0 0,0 0 1 0 0,-1 0-1 0 0,1 0 0 0 0,-1 0 0 0 0,0 1 0 0 0,-1-1 1 0 0,0 0-1 0 0,0 1 0 0 0,0-1 0 0 0,0 0 0 0 0,-1 1 0 0 0,-2 6 1 0 0,0-6 9 0 0,1 0 0 0 0,-1 0 0 0 0,0 0 0 0 0,-1-1 0 0 0,0 0 0 0 0,0 1 0 0 0,0-1 0 0 0,-1-1 0 0 0,0 1 0 0 0,0-1 0 0 0,0 0 0 0 0,-11 9 0 0 0,4-5-138 0 0,0-1 0 0 0,0-1 0 0 0,0 1 0 0 0,-1-2 1 0 0,0 0-1 0 0,0 0 0 0 0,-1-1 0 0 0,1-1 0 0 0,-1 0 0 0 0,0-1 0 0 0,0-1 0 0 0,-16 1 0 0 0,29-3-133 0 0,0 1 0 0 0,0-1 0 0 0,0 0 0 0 0,0 0 0 0 0,0-1 0 0 0,0 1 0 0 0,0 0 0 0 0,0 0 0 0 0,0 0 0 0 0,0-1 0 0 0,0 1 0 0 0,1 0 0 0 0,-1-1 0 0 0,0 1 0 0 0,0-1 0 0 0,0 1 0 0 0,0-1 0 0 0,0 1 0 0 0,1-1 0 0 0,-1 0 0 0 0,0 1 0 0 0,0-1 0 0 0,1 0 0 0 0,-1 0 0 0 0,1 1 0 0 0,-1-1 0 0 0,1 0 1 0 0,-1 0-1 0 0,1 0 0 0 0,-1 0 0 0 0,1 0 0 0 0,0 0 0 0 0,-1 0 0 0 0,1 0 0 0 0,0 0 0 0 0,0 0 0 0 0,0 0 0 0 0,0 0 0 0 0,0-2 0 0 0,1-7-4102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52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32 0 0,'4'-14'5996'0'0,"-4"10"-5413"0"0,0 3-443 0 0,0 0 0 0 0,0 1 0 0 0,0-1 1 0 0,1 0-1 0 0,-1 0 0 0 0,0 0 0 0 0,0 0 0 0 0,1 0 1 0 0,-1 0-1 0 0,0 0 0 0 0,1 1 0 0 0,-1-1 0 0 0,1 0 0 0 0,-1 0 1 0 0,1 0-1 0 0,-1 1 0 0 0,1-1 0 0 0,-1 0 0 0 0,1 1 0 0 0,0-1 1 0 0,0 0-1 0 0,-1 1 0 0 0,1-1 0 0 0,0 1 0 0 0,0-1 0 0 0,-1 1 1 0 0,1 0-1 0 0,0-1 0 0 0,0 1 0 0 0,1 0 0 0 0,5 0 39 0 0,0 2 1 0 0,0-1-1 0 0,0 1 0 0 0,0 0 0 0 0,0 0 0 0 0,0 1 0 0 0,0 0 0 0 0,-1 0 0 0 0,1 1 0 0 0,-1 0 0 0 0,0 0 0 0 0,0 0 0 0 0,-1 1 1 0 0,10 10-1 0 0,2 2 55 0 0,-1 1-1 0 0,0 1 1 0 0,15 25 0 0 0,-23-31-88 0 0,0 0 0 0 0,-1 1 0 0 0,0 0 0 0 0,-1 0-1 0 0,0 1 1 0 0,-2 0 0 0 0,1 0 0 0 0,-2 0 0 0 0,0 0 0 0 0,1 29 0 0 0,-7-20 737 0 0,3-23-846 0 0,-1-1 0 0 0,1 1 0 0 0,0-1 0 0 0,0 0 0 0 0,0 1 0 0 0,0-1 0 0 0,-1 1 0 0 0,1-1 0 0 0,0 0 0 0 0,0 1 1 0 0,-1-1-1 0 0,1 0 0 0 0,0 1 0 0 0,-1-1 0 0 0,1 0 0 0 0,0 1 0 0 0,-1-1 0 0 0,1 0 0 0 0,0 0 0 0 0,-1 1 0 0 0,1-1 0 0 0,-1 0 0 0 0,1 0 0 0 0,0 0 0 0 0,-1 0 0 0 0,1 1 0 0 0,-1-1 0 0 0,1 0 0 0 0,-1 0 0 0 0,1 0 0 0 0,-1 0 0 0 0,1 0 0 0 0,0 0 1 0 0,-1 0-1 0 0,1 0 0 0 0,-1 0 0 0 0,0-1 0 0 0,1 0-27 0 0,-1 0-1 0 0,1 0 1 0 0,-1 0 0 0 0,1-1 0 0 0,-1 1 0 0 0,1 0-1 0 0,0-1 1 0 0,0 1 0 0 0,0 0 0 0 0,0 0 0 0 0,0-1-1 0 0,0 1 1 0 0,0 0 0 0 0,0-1 0 0 0,0 1 0 0 0,1 0 0 0 0,-1-2-1 0 0,1 2 2 0 0,1-13-5 0 0,1-1 0 0 0,1 1 0 0 0,1 0 0 0 0,0 0-1 0 0,0 0 1 0 0,2 0 0 0 0,11-18 0 0 0,-12 23-31 0 0,0 1-1 0 0,0 0 1 0 0,1 0 0 0 0,0 1-1 0 0,1 0 1 0 0,-1 0 0 0 0,1 1-1 0 0,1 0 1 0 0,-1 0-1 0 0,1 1 1 0 0,15-7 0 0 0,-19 10 16 0 0,1 0-1 0 0,0 1 1 0 0,0 0 0 0 0,0 0 0 0 0,0 1 0 0 0,0-1 0 0 0,-1 1 0 0 0,1 1 0 0 0,0-1 0 0 0,8 2-1 0 0,61 16 39 0 0,-59-13-10 0 0,9 1-37 0 0,0-1 1 0 0,1-1-1 0 0,0-1 0 0 0,0-1 0 0 0,0-2 1 0 0,27-2-1 0 0,-48 1 5 0 0,1 0 1 0 0,-1 0-1 0 0,0 0 1 0 0,0-1-1 0 0,0 0 1 0 0,0 0-1 0 0,0-1 0 0 0,0 1 1 0 0,0-1-1 0 0,-1 0 1 0 0,1 0-1 0 0,-1 0 0 0 0,0-1 1 0 0,0 0-1 0 0,0 1 1 0 0,-1-1-1 0 0,4-5 1 0 0,-1 0-22 0 0,-1 1 1 0 0,0-1 0 0 0,0 0 0 0 0,-1 0 0 0 0,0-1 0 0 0,-1 0 0 0 0,3-15 0 0 0,-5 24 28 0 0,-1 0-1 0 0,0 1 0 0 0,0-1 0 0 0,1 0 0 0 0,-1 0 1 0 0,0 0-1 0 0,0-1 0 0 0,0 1 0 0 0,0 0 0 0 0,0 0 1 0 0,0 0-1 0 0,0 0 0 0 0,-1 0 0 0 0,1 0 1 0 0,0 0-1 0 0,0 1 0 0 0,-1-1 0 0 0,1 0 0 0 0,-1 0 1 0 0,0-1-1 0 0,1 1-1 0 0,-1 1 0 0 0,0 0 1 0 0,1-1-1 0 0,-1 1 0 0 0,0 0 0 0 0,1-1 0 0 0,-1 1 1 0 0,0 0-1 0 0,1 0 0 0 0,-1 0 0 0 0,0 0 0 0 0,1 0 1 0 0,-1 0-1 0 0,0 0 0 0 0,0 0 0 0 0,1 0 0 0 0,-1 0 1 0 0,0 0-1 0 0,1 0 0 0 0,-1 0 0 0 0,-1 1 0 0 0,-2 0-13 0 0,-1 1 1 0 0,0 0-1 0 0,1 0 0 0 0,0 1 0 0 0,-1-1 0 0 0,-5 6 0 0 0,-15 13-27 0 0,1 1 1 0 0,0 1 0 0 0,-26 34 0 0 0,38-41 33 0 0,1 0 0 0 0,1 0 0 0 0,0 1 0 0 0,1 0 0 0 0,0 1 0 0 0,-11 36 0 0 0,19-51-17 0 0,1 0 0 0 0,-1 0 0 0 0,0 0 0 0 0,1 1 0 0 0,-1-1-1 0 0,1 0 1 0 0,0 0 0 0 0,0 0 0 0 0,0 1 0 0 0,1-1 0 0 0,-1 0-1 0 0,1 0 1 0 0,0 0 0 0 0,0 0 0 0 0,0 0 0 0 0,0 0 0 0 0,0 0 0 0 0,0 0-1 0 0,1 0 1 0 0,0 0 0 0 0,-1-1 0 0 0,1 1 0 0 0,4 3 0 0 0,-2-2-309 0 0,1 0-1 0 0,1 0 1 0 0,-1-1 0 0 0,0 0 0 0 0,1 0 0 0 0,0 0 0 0 0,0-1 0 0 0,-1 0 0 0 0,1 0-1 0 0,1 0 1 0 0,6 0 0 0 0,5 1-2665 0 0,35 1 0 0 0,-25-4-841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53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47 156 0 0,'0'0'1332'0'0,"18"-46"15964"0"0,-18 45-16951 0 0,-12 6 1396 0 0,-22 19-3290 0 0,32-22 2060 0 0,-41 36-577 0 0,0 2-1 0 0,-68 86 0 0 0,103-116 58 0 0,0 0 0 0 0,1 0 0 0 0,1 0 0 0 0,-1 1 0 0 0,2 1 0 0 0,-5 11 0 0 0,8-20 11 0 0,2-1 0 0 0,-1 1 0 0 0,0 0 1 0 0,0 0-1 0 0,1 0 0 0 0,0-1 0 0 0,-1 1 1 0 0,1 0-1 0 0,0 0 0 0 0,1 0 0 0 0,-1 0 1 0 0,0-1-1 0 0,1 1 0 0 0,-1 0 0 0 0,1 0 0 0 0,0-1 1 0 0,0 1-1 0 0,0 0 0 0 0,1-1 0 0 0,-1 1 1 0 0,0-1-1 0 0,1 1 0 0 0,0-1 0 0 0,-1 0 1 0 0,1 0-1 0 0,0 0 0 0 0,0 0 0 0 0,0 0 1 0 0,1 0-1 0 0,-1 0 0 0 0,0-1 0 0 0,3 2 0 0 0,4 2-184 0 0,0-1-1 0 0,0-1 0 0 0,0 0 0 0 0,1 0 0 0 0,-1 0 1 0 0,1-1-1 0 0,15 1 0 0 0,73 0-2525 0 0,-85-3 2347 0 0,29-1-3616 0 0,83-12 0 0 0,-80 5-776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54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95 1308 0 0,'-3'-1'3290'0'0,"1"1"-3068"0"0,-1 0-1 0 0,1 0 1 0 0,-1 0-1 0 0,1 0 1 0 0,-1 0-1 0 0,1 1 1 0 0,-1-1-1 0 0,1 1 1 0 0,-1-1-1 0 0,1 1 1 0 0,-1 0-1 0 0,1 0 1 0 0,0 0-1 0 0,0 0 1 0 0,-1 1-1 0 0,1-1 1 0 0,0 1-1 0 0,0-1 1 0 0,0 1-1 0 0,0-1 1 0 0,1 1-1 0 0,-1 0 1 0 0,0 0-1 0 0,1 0 0 0 0,-1 0 1 0 0,1 0-1 0 0,0 1 1 0 0,0-1-1 0 0,0 0 1 0 0,-2 5-1 0 0,3-6-163 0 0,-1 1 0 0 0,0 0 0 0 0,1-1 0 0 0,-1 1 0 0 0,1 0 0 0 0,-1 0 0 0 0,1 0-1 0 0,0 0 1 0 0,0-1 0 0 0,0 1 0 0 0,0 0 0 0 0,0 0 0 0 0,0 0 0 0 0,0 0 0 0 0,0-1-1 0 0,1 1 1 0 0,-1 0 0 0 0,1 0 0 0 0,0 0 0 0 0,-1-1 0 0 0,1 1 0 0 0,0 0 0 0 0,0-1 0 0 0,0 1-1 0 0,0-1 1 0 0,3 3 0 0 0,-1-1-5 0 0,1-1 1 0 0,-1 0-1 0 0,1 0 0 0 0,0 0 1 0 0,0-1-1 0 0,0 1 0 0 0,0-1 1 0 0,0 0-1 0 0,0 0 0 0 0,0 0 0 0 0,0 0 1 0 0,0-1-1 0 0,1 0 0 0 0,-1 0 1 0 0,0 0-1 0 0,0 0 0 0 0,5-1 1 0 0,25-4 71 0 0,-24 0-108 0 0,-1 0-7 0 0,-4 2 3 0 0,-1 0 0 0 0,1 0 1 0 0,0 0-1 0 0,-1 0 0 0 0,0-1 0 0 0,1 0 0 0 0,-1 0 0 0 0,-1 0 0 0 0,1 0 0 0 0,-1 0 0 0 0,5-9 0 0 0,1-3 66 0 0,-1 0 0 0 0,7-20 0 0 0,-10 23-6 0 0,-4 12-69 0 0,-1-1 1 0 0,1 1-1 0 0,0-1 0 0 0,-1 1 1 0 0,1-1-1 0 0,-1 1 0 0 0,0-1 0 0 0,0 1 1 0 0,1-1-1 0 0,-1 0 0 0 0,0 1 1 0 0,0-1-1 0 0,0 1 0 0 0,-1-1 1 0 0,1 0-1 0 0,0 1 0 0 0,-1-1 1 0 0,1 1-1 0 0,-1-1 0 0 0,1 1 0 0 0,-1-1 1 0 0,1 1-1 0 0,-1-1 0 0 0,0 1 1 0 0,0 0-1 0 0,0-1 0 0 0,0 1 1 0 0,0 0-1 0 0,0 0 0 0 0,0 0 0 0 0,-1 0 1 0 0,1 0-1 0 0,0 0 0 0 0,0 0 1 0 0,-1 0-1 0 0,1 0 0 0 0,-1 1 1 0 0,1-1-1 0 0,-1 0 0 0 0,1 1 1 0 0,-1-1-1 0 0,1 1 0 0 0,-1 0 0 0 0,1-1 1 0 0,-1 1-1 0 0,0 0 0 0 0,-1 0 1 0 0,-5 1-8 0 0,0 0 1 0 0,-1 0 0 0 0,2 1-1 0 0,-1 0 1 0 0,0 0-1 0 0,0 1 1 0 0,1 0 0 0 0,-13 7-1 0 0,-2 2 27 0 0,-28 22 0 0 0,23-14 30 0 0,-44 42 0 0 0,63-53-42 0 0,0 0 1 0 0,0 0-1 0 0,0 1 1 0 0,2-1-1 0 0,-1 2 1 0 0,1-1-1 0 0,1 1 1 0 0,-7 17-1 0 0,11-25 7 0 0,0-1 0 0 0,0 1-1 0 0,1 0 1 0 0,-1-1 0 0 0,1 1-1 0 0,0 0 1 0 0,-1-1 0 0 0,1 1-1 0 0,1 0 1 0 0,-1 0 0 0 0,0-1-1 0 0,1 1 1 0 0,-1 0 0 0 0,1-1-1 0 0,0 1 1 0 0,0-1 0 0 0,0 1-1 0 0,0-1 1 0 0,3 5 0 0 0,-2-4-40 0 0,1 0 1 0 0,0 0-1 0 0,0 0 1 0 0,0 0-1 0 0,0-1 1 0 0,1 1 0 0 0,-1-1-1 0 0,1 0 1 0 0,-1 0-1 0 0,1 0 1 0 0,6 2-1 0 0,3 0-440 0 0,0 0 1 0 0,0-1-1 0 0,0-1 0 0 0,0 0 0 0 0,1-1 1 0 0,-1 0-1 0 0,15-2 0 0 0,-11 0-1435 0 0,0-2 1 0 0,29-6-1 0 0,-18 2-1514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54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162 179 1588 0 0,'10'-12'12163'0'0,"-4"21"-11402"0"0,-5-7-656 0 0,16 1 327 0 0,-14-3-416 0 0,2 0 33 0 0,-1 0-1 0 0,1 0 0 0 0,0 0 1 0 0,0-1-1 0 0,0 0 0 0 0,-1 0 1 0 0,7-2-1 0 0,-6 0-33 0 0,-1 1 0 0 0,1-1 0 0 0,0 0 0 0 0,-1-1 0 0 0,0 1 0 0 0,0-1 1 0 0,0 0-1 0 0,0 0 0 0 0,0 0 0 0 0,-1 0 0 0 0,0-1 0 0 0,0 1 0 0 0,0-1 0 0 0,2-6 0 0 0,0 1 11 0 0,-1-1 1 0 0,0 1-1 0 0,-1-1 0 0 0,-1 0 0 0 0,3-22 0 0 0,-4 32-27 0 0,-1 0 0 0 0,0 0 0 0 0,0 0 0 0 0,0 1 0 0 0,0-1 0 0 0,0 0-1 0 0,0 0 1 0 0,0 0 0 0 0,0 0 0 0 0,0 0 0 0 0,-1 0 0 0 0,1 0-1 0 0,0 0 1 0 0,-1 0 0 0 0,1 0 0 0 0,0 1 0 0 0,-1-1 0 0 0,1 0 0 0 0,-1 0-1 0 0,1 0 1 0 0,-1 1 0 0 0,1-1 0 0 0,-1 0 0 0 0,0 1 0 0 0,-1-2-1 0 0,1 2-1 0 0,0-1 0 0 0,-1 1 0 0 0,1-1-1 0 0,0 1 1 0 0,-1 0 0 0 0,1 0-1 0 0,-1 0 1 0 0,1-1 0 0 0,-1 1-1 0 0,1 1 1 0 0,-1-1 0 0 0,1 0 0 0 0,0 0-1 0 0,-3 1 1 0 0,-4 1-4 0 0,0 1 0 0 0,1 0 0 0 0,-1 0 0 0 0,-7 6 0 0 0,-9 6 41 0 0,0 2 1 0 0,1 1-1 0 0,2 1 1 0 0,-1 1-1 0 0,2 0 1 0 0,1 2 0 0 0,1 0-1 0 0,0 1 1 0 0,-17 31-1 0 0,32-48-18 0 0,0-1 0 0 0,-1 1 0 0 0,2 0 0 0 0,-1 1 0 0 0,1-1 0 0 0,0 0 0 0 0,0 1 0 0 0,1-1 0 0 0,0 1 0 0 0,0-1 0 0 0,0 1 0 0 0,1 0 0 0 0,0-1 0 0 0,1 10 0 0 0,0-11-83 0 0,0-1 1 0 0,1 0 0 0 0,-1 0-1 0 0,1 0 1 0 0,0 0 0 0 0,-1-1-1 0 0,2 1 1 0 0,-1 0 0 0 0,0-1-1 0 0,1 1 1 0 0,0-1 0 0 0,-1 0-1 0 0,1 0 1 0 0,1 0 0 0 0,-1 0 0 0 0,0-1-1 0 0,1 1 1 0 0,-1-1 0 0 0,1 0-1 0 0,0 0 1 0 0,-1 0 0 0 0,1 0-1 0 0,6 1 1 0 0,4 1-466 0 0,1 0-1 0 0,-1-1 1 0 0,1 0-1 0 0,0-1 1 0 0,0-1 0 0 0,30-2-1 0 0,-17-1-1380 0 0,-1-2-1 0 0,50-13 1 0 0,-37 5-930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54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173 711 2172 0 0,'12'-12'1482'0'0,"-2"-1"0"0"0,0 0 0 0 0,0-1-1 0 0,-1 0 1 0 0,-1-1 0 0 0,0 1 0 0 0,8-25 0 0 0,-16 37-1099 0 0,-1-2 27 0 0,1 4-402 0 0,0 0 1 0 0,0 0-1 0 0,0-1 1 0 0,0 1-1 0 0,0 0 1 0 0,0 0-1 0 0,0-1 1 0 0,0 1-1 0 0,0 0 1 0 0,0 0-1 0 0,0-1 1 0 0,0 1-1 0 0,0 0 1 0 0,0 0-1 0 0,0-1 1 0 0,0 1-1 0 0,0 0 1 0 0,0 0-1 0 0,-1-1 1 0 0,1 1-1 0 0,0 0 1 0 0,0 0-1 0 0,0 0 1 0 0,0-1-1 0 0,-1 1 1 0 0,1 0-1 0 0,0 0 1 0 0,0 0-1 0 0,-1 0 1 0 0,1 0-1 0 0,0-1 1 0 0,0 1-1 0 0,0 0 1 0 0,-1 0-1 0 0,-8 3 78 0 0,0 1 0 0 0,1 0-1 0 0,0 0 1 0 0,-1 0-1 0 0,2 1 1 0 0,-1 1 0 0 0,0-1-1 0 0,1 1 1 0 0,0 1-1 0 0,-8 8 1 0 0,-9 12 63 0 0,-26 39 0 0 0,34-44-95 0 0,-25 48-1 0 0,37-63-17 0 0,1 1-1 0 0,-1 1 0 0 0,1-1 1 0 0,1 0-1 0 0,-1 1 1 0 0,1 0-1 0 0,1-1 0 0 0,0 1 1 0 0,0 17-1 0 0,1-24-23 0 0,0-1-1 0 0,1 1 0 0 0,-1-1 1 0 0,0 1-1 0 0,1-1 1 0 0,-1 0-1 0 0,1 1 1 0 0,0-1-1 0 0,-1 0 0 0 0,1 1 1 0 0,0-1-1 0 0,0 0 1 0 0,0 0-1 0 0,0 0 1 0 0,0 0-1 0 0,0 0 0 0 0,0 0 1 0 0,0 0-1 0 0,0 0 1 0 0,1 0-1 0 0,-1 0 1 0 0,0-1-1 0 0,1 1 0 0 0,-1-1 1 0 0,0 1-1 0 0,1-1 1 0 0,-1 1-1 0 0,1-1 1 0 0,-1 0-1 0 0,0 1 0 0 0,1-1 1 0 0,-1 0-1 0 0,1 0 1 0 0,-1 0-1 0 0,1 0 1 0 0,-1-1-1 0 0,3 1 0 0 0,4-1 9 0 0,1-1 0 0 0,-1 1-1 0 0,0-1 1 0 0,-1-1 0 0 0,11-4-1 0 0,5-4-10 0 0,0-1 0 0 0,-1-2 0 0 0,-1 0 0 0 0,0-1-1 0 0,-1-1 1 0 0,-1-1 0 0 0,-1-1 0 0 0,19-22 0 0 0,-4-1-26 0 0,-1-2 1 0 0,49-88 0 0 0,-62 94-38 0 0,-1-1-1 0 0,-2-1 1 0 0,-2 0 0 0 0,14-65 0 0 0,-18 49 230 0 0,-2 0-1 0 0,2-108 1 0 0,-10 162-178 0 0,0-1-1 0 0,0 1 1 0 0,0 0-1 0 0,0 0 1 0 0,0 0 0 0 0,0-1-1 0 0,-1 1 1 0 0,1 0 0 0 0,0 0-1 0 0,-1 0 1 0 0,1 0-1 0 0,0-1 1 0 0,-1 1 0 0 0,0 0-1 0 0,1 0 1 0 0,-1 0 0 0 0,0 0-1 0 0,0-1 1 0 0,0 2 0 0 0,1-1 1 0 0,-1 1-1 0 0,0 0 1 0 0,1 0 0 0 0,-1 0-1 0 0,1-1 1 0 0,-1 1-1 0 0,0 0 1 0 0,1 0-1 0 0,-1 0 1 0 0,0 0-1 0 0,1 0 1 0 0,-1 0-1 0 0,0 0 1 0 0,1 0 0 0 0,-1 1-1 0 0,0-1 1 0 0,1 0-1 0 0,-1 0 1 0 0,1 0-1 0 0,-1 1 1 0 0,0-1-1 0 0,0 1 1 0 0,-3 2-5 0 0,0-1 1 0 0,0 1-1 0 0,0 1 1 0 0,0-1-1 0 0,1 1 1 0 0,-1-1-1 0 0,-2 6 1 0 0,-15 22 1 0 0,1 1 1 0 0,-25 58-1 0 0,-20 74 115 0 0,48-117-76 0 0,2 0 0 0 0,2 1 1 0 0,2 1-1 0 0,-6 67 0 0 0,17-107-132 0 0,-1 0 1 0 0,2 0 0 0 0,-1 0-1 0 0,1 0 1 0 0,0 0-1 0 0,1-1 1 0 0,0 1-1 0 0,1 0 1 0 0,4 11-1 0 0,-5-15-256 0 0,1-1 1 0 0,0 1-1 0 0,-1-1 0 0 0,2 1 0 0 0,-1-1 1 0 0,0 0-1 0 0,6 4 0 0 0,-6-5-333 0 0,2 0-1 0 0,-1 0 1 0 0,0 0-1 0 0,1 0 1 0 0,-1-1-1 0 0,1 0 1 0 0,0 0 0 0 0,5 2-1 0 0,10 0-4753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56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28 887 1844 0 0,'-10'10'3813'0'0,"8"-8"-3431"0"0,0 1 1 0 0,0-1 0 0 0,0 1 0 0 0,1 0-1 0 0,-1 0 1 0 0,1-1 0 0 0,0 1 0 0 0,0 0-1 0 0,0 0 1 0 0,-1 5 0 0 0,1-6-14 0 0,2 0-189 0 0,0 0 1 0 0,-1 0 0 0 0,1 0-1 0 0,0 0 1 0 0,0 0 0 0 0,0-1-1 0 0,0 1 1 0 0,0 0 0 0 0,3 2-1 0 0,3-3-73 0 0,1 0 0 0 0,0-1 0 0 0,0 0-1 0 0,0-1 1 0 0,0 0 0 0 0,0 0-1 0 0,-1 0 1 0 0,1-1 0 0 0,0 0-1 0 0,-1-1 1 0 0,1 0 0 0 0,-1 0 0 0 0,0 0-1 0 0,7-5 1 0 0,3-2-65 0 0,-1-1 0 0 0,0 0-1 0 0,-1-1 1 0 0,24-24 0 0 0,-6 0 9 0 0,-3-1 0 0 0,-1-2-1 0 0,30-52 1 0 0,56-135-78 0 0,-66 106 515 0 0,39-147-1 0 0,-86 261-416 0 0,4-16 29 0 0,-6 18-57 0 0,-5 10 21 0 0,-4 8-51 0 0,0 2 0 0 0,-10 29-1 0 0,6-14 35 0 0,-10 20 30 0 0,-87 221 39 0 0,100-240-105 0 0,1 0 1 0 0,2 1-1 0 0,1 1 1 0 0,1-1-1 0 0,2 1 0 0 0,2 54 1 0 0,2-79-78 0 0,0-1 0 0 0,0 1 0 0 0,1-1 0 0 0,0 1 0 0 0,1-1 0 0 0,0 0 0 0 0,0 0 0 0 0,0 0 0 0 0,1 0 0 0 0,1-1 0 0 0,-1 0 0 0 0,1 0 0 0 0,8 10 0 0 0,-10-14-52 0 0,1 0 0 0 0,-1 1 0 0 0,1-1 0 0 0,0-1 0 0 0,0 1 1 0 0,0 0-1 0 0,0-1 0 0 0,0 0 0 0 0,0 0 0 0 0,1 0 0 0 0,-1-1 1 0 0,1 1-1 0 0,-1-1 0 0 0,1 0 0 0 0,0-1 0 0 0,-1 1 1 0 0,1-1-1 0 0,0 0 0 0 0,0 0 0 0 0,-1 0 0 0 0,1 0 0 0 0,0-1 1 0 0,-1 0-1 0 0,1 0 0 0 0,7-3 0 0 0,1-1-35 0 0,-1-1 0 0 0,0-1 0 0 0,0 0 0 0 0,0 0 0 0 0,-1-1 0 0 0,-1 0-1 0 0,1-1 1 0 0,11-13 0 0 0,70-88-84 0 0,-80 94 219 0 0,37-50 1 0 0,-3-3 1 0 0,44-86-1 0 0,3-54 3812 0 0,-89 195-3106 0 0,-12 24-428 0 0,-17 35-213 0 0,19-34 63 0 0,-60 107 253 0 0,-91 233 0 0 0,155-345-358 0 0,-54 162 328 0 0,53-152-45 0 0,3-16-285 0 0,0 0 0 0 0,0 0 0 0 0,0 0-1 0 0,0 0 1 0 0,0 1 0 0 0,0-1-1 0 0,0 0 1 0 0,0 0 0 0 0,0 0-1 0 0,1 0 1 0 0,-1 0 0 0 0,0 0 0 0 0,0 0-1 0 0,0 0 1 0 0,0 1 0 0 0,0-1-1 0 0,0 0 1 0 0,0 0 0 0 0,0 0 0 0 0,0 0-1 0 0,0 0 1 0 0,0 0 0 0 0,1 0-1 0 0,-1 0 1 0 0,0 0 0 0 0,0 0 0 0 0,0 0-1 0 0,0 0 1 0 0,0 0 0 0 0,0 0-1 0 0,0 0 1 0 0,0 0 0 0 0,1 0-1 0 0,-1 0 1 0 0,0 0 0 0 0,0 0 0 0 0,0 0-1 0 0,0 0 1 0 0,0 0 0 0 0,0 0-1 0 0,0 0 1 0 0,1 0 0 0 0,-1 0 0 0 0,0 0-1 0 0,0 0 1 0 0,0 0 0 0 0,0 0-1 0 0,0 0 1 0 0,0 0 0 0 0,0 0 0 0 0,0 0-1 0 0,0 0 1 0 0,1 0 0 0 0,-1-1-1 0 0,20-21 89 0 0,100-118-26 0 0,-91 109-113 0 0,2 1 1 0 0,46-34 0 0 0,-73 61 22 0 0,0 0 1 0 0,1 0-1 0 0,0 0 0 0 0,-1 1 0 0 0,1 0 0 0 0,0 0 0 0 0,0 0 1 0 0,0 0-1 0 0,0 1 0 0 0,8-1 0 0 0,-12 2 18 0 0,1 0 1 0 0,-1 0-1 0 0,1 0 1 0 0,-1 0-1 0 0,0 0 0 0 0,1 1 1 0 0,-1-1-1 0 0,0 1 0 0 0,1-1 1 0 0,-1 1-1 0 0,0-1 0 0 0,0 1 1 0 0,1 0-1 0 0,-1-1 0 0 0,0 1 1 0 0,0 0-1 0 0,0 0 0 0 0,0 0 1 0 0,0 0-1 0 0,0 0 0 0 0,0 0 1 0 0,0 0-1 0 0,-1 0 1 0 0,1 1-1 0 0,0-1 0 0 0,0 2 1 0 0,1 1 1 0 0,0 1 1 0 0,0-1 0 0 0,-1 1-1 0 0,0-1 1 0 0,2 9-1 0 0,-2 5 1 0 0,-1-1 0 0 0,0 0 0 0 0,-4 25 0 0 0,2-24 13 0 0,0 1 0 0 0,2 30 0 0 0,1-45 9 0 0,0 0 0 0 0,-1 0 1 0 0,1-1-1 0 0,1 1 0 0 0,-1 0 1 0 0,0-1-1 0 0,1 1 0 0 0,4 6 1 0 0,-3-8 4 0 0,0-1-23 0 0,1 1 0 0 0,-1-1 0 0 0,1 0 0 0 0,0 0 0 0 0,0 0 0 0 0,0 0 0 0 0,-1-1 0 0 0,1 0-1 0 0,0 0 1 0 0,0 0 0 0 0,0 0 0 0 0,0 0 0 0 0,0-1 0 0 0,-1 0 0 0 0,1 1 0 0 0,0-2 0 0 0,0 1-1 0 0,-1 0 1 0 0,1-1 0 0 0,-1 1 0 0 0,4-3 0 0 0,-4 3-3 0 0,14-9-23 0 0,-1 0-1 0 0,1-1 0 0 0,-1 0 0 0 0,-1-1 0 0 0,0-1 0 0 0,-1-1 0 0 0,24-28 0 0 0,-12 7 109 0 0,-1-1 1 0 0,31-57 0 0 0,-33 40 307 0 0,-22 53-392 0 0,-1 0 1 0 0,0-1-1 0 0,0 1 1 0 0,0 0 0 0 0,1 0-1 0 0,-1-1 1 0 0,0 1 0 0 0,0 0-1 0 0,0 0 1 0 0,0-1 0 0 0,1 1-1 0 0,-1 0 1 0 0,0 0-1 0 0,0-1 1 0 0,0 1 0 0 0,0 0-1 0 0,0-1 1 0 0,0 1 0 0 0,0 0-1 0 0,0 0 1 0 0,0-1 0 0 0,0 1-1 0 0,0 0 1 0 0,0-1-1 0 0,0 1 1 0 0,0 0 0 0 0,0 0-1 0 0,0-1 1 0 0,0 1 0 0 0,0 0-1 0 0,-1-1 1 0 0,1 1 0 0 0,0 0-1 0 0,0 0 1 0 0,0-1 0 0 0,0 1-1 0 0,-1 0 1 0 0,1 0-1 0 0,0 0 1 0 0,0-1 0 0 0,0 1-1 0 0,-1 0 1 0 0,1 0 0 0 0,0 0-1 0 0,0 0 1 0 0,-1-1 0 0 0,1 1-1 0 0,0 0 1 0 0,-1 0-1 0 0,1 0 1 0 0,0 0 0 0 0,0 0-1 0 0,-1 0 1 0 0,1 0 0 0 0,0 0-1 0 0,-1 0 1 0 0,1 0 0 0 0,0 0-1 0 0,0 0 1 0 0,-1 0-1 0 0,1 0 1 0 0,0 0 0 0 0,-1 0-1 0 0,1 0 1 0 0,-20 8-43 0 0,3 5 30 0 0,1 2 0 0 0,1 0 0 0 0,1 0 0 0 0,0 2 0 0 0,1-1 0 0 0,0 2-1 0 0,1 0 1 0 0,2 0 0 0 0,0 1 0 0 0,0 1 0 0 0,-11 38 0 0 0,19-55 21 0 0,1 1 0 0 0,0-1 0 0 0,1 1 0 0 0,-1-1 1 0 0,1 1-1 0 0,-1 0 0 0 0,1-1 0 0 0,0 1 0 0 0,0 0 0 0 0,1-1 0 0 0,-1 1 0 0 0,1 0 0 0 0,0-1 0 0 0,0 1 0 0 0,0-1 0 0 0,0 1 0 0 0,1-1 0 0 0,-1 1 1 0 0,1-1-1 0 0,2 3 0 0 0,0-2-112 0 0,-1 0 0 0 0,1-1 0 0 0,-1 0 0 0 0,1 0 0 0 0,0 0 0 0 0,1 0 0 0 0,-1 0 1 0 0,0-1-1 0 0,1 0 0 0 0,-1 0 0 0 0,1 0 0 0 0,0 0 0 0 0,-1-1 0 0 0,8 2 0 0 0,0-1-426 0 0,1-1 1 0 0,0 1-1 0 0,0-2 0 0 0,0 0 0 0 0,14-2 0 0 0,32-9-4405 0 0,-30 2 380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56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1 984 0 0,'-88'7'4793'0'0,"-76"11"1847"0"0,144-11-5823 0 0,20-7-801 0 0,0 0 0 0 0,0 0 0 0 0,1 1-1 0 0,-1-1 1 0 0,0 0 0 0 0,0 0 0 0 0,0 1 0 0 0,0-1 0 0 0,1 0-1 0 0,-1 0 1 0 0,0 1 0 0 0,0-1 0 0 0,1 0 0 0 0,-1 0 0 0 0,0 0-1 0 0,0 0 1 0 0,1 0 0 0 0,-1 1 0 0 0,0-1 0 0 0,0 0 0 0 0,1 0-1 0 0,-1 0 1 0 0,0 0 0 0 0,1 0 0 0 0,-1 0 0 0 0,0 0 0 0 0,1 0-1 0 0,-1 0 1 0 0,0 0 0 0 0,0 0 0 0 0,1 0 0 0 0,42 4 66 0 0,-42-4-106 0 0,135-1-2322 0 0,-46-6-2080 0 0,-26 0-197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58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73 334 212 0 0,'-6'-4'663'0'0,"1"0"0"0"0,-1 0 0 0 0,1 0 0 0 0,0-1 1 0 0,0 0-1 0 0,0 0 0 0 0,0-1 0 0 0,1 1 0 0 0,0-1 0 0 0,0 0 0 0 0,1 0 0 0 0,0 0 0 0 0,0 0 0 0 0,-2-7 1 0 0,4 10-586 0 0,0 0-1 0 0,0 0 1 0 0,1 0 0 0 0,-1 0 0 0 0,1 0 0 0 0,0 0 0 0 0,0 0 0 0 0,0 0 0 0 0,0 0 0 0 0,0 0 0 0 0,1 0 0 0 0,-1 0 0 0 0,1 0 0 0 0,0 0 0 0 0,0 0 0 0 0,0 0 0 0 0,0 0 0 0 0,1 1 0 0 0,-1-1 0 0 0,1 0 0 0 0,-1 1 0 0 0,1-1 0 0 0,0 1 0 0 0,0 0 0 0 0,0 0 0 0 0,0 0-1 0 0,1 0 1 0 0,-1 0 0 0 0,0 0 0 0 0,1 0 0 0 0,0 1 0 0 0,-1-1 0 0 0,7-1 0 0 0,-4 0-56 0 0,1 1 1 0 0,-1 0-1 0 0,1 0 0 0 0,0 0 1 0 0,0 1-1 0 0,0 0 0 0 0,0 0 1 0 0,0 1-1 0 0,0 0 0 0 0,1 0 1 0 0,-1 0-1 0 0,0 0 0 0 0,0 1 1 0 0,0 0-1 0 0,0 1 0 0 0,0-1 1 0 0,-1 1-1 0 0,1 0 0 0 0,0 1 1 0 0,-1-1-1 0 0,1 1 0 0 0,-1 0 1 0 0,0 1-1 0 0,0-1 0 0 0,7 7 0 0 0,-5-4 7 0 0,-1 1-1 0 0,0-1 0 0 0,0 1 0 0 0,-1 0 1 0 0,0 0-1 0 0,0 1 0 0 0,-1-1 0 0 0,0 1 0 0 0,0 0 1 0 0,-1 0-1 0 0,0 1 0 0 0,0-1 0 0 0,-1 1 0 0 0,0-1 1 0 0,-1 1-1 0 0,1 0 0 0 0,-1 9 0 0 0,-2-5 5 0 0,0-1-1 0 0,0 1 1 0 0,-1-1-1 0 0,-1 1 1 0 0,0-1-1 0 0,-1 0 1 0 0,0 0-1 0 0,-1 0 1 0 0,0-1-1 0 0,-12 20 1 0 0,0-7 240 0 0,-1 0 1 0 0,-1-1-1 0 0,-29 29 1 0 0,47-52-258 0 0,1 1 1 0 0,0-1-1 0 0,0 0 1 0 0,-1 1-1 0 0,1-1 1 0 0,0 0-1 0 0,-1 1 1 0 0,1-1 0 0 0,0 0-1 0 0,-1 0 1 0 0,1 1-1 0 0,-1-1 1 0 0,1 0-1 0 0,0 0 1 0 0,-1 0-1 0 0,1 0 1 0 0,-1 1-1 0 0,1-1 1 0 0,-1 0-1 0 0,1 0 1 0 0,0 0-1 0 0,-1 0 1 0 0,1 0-1 0 0,-1 0 1 0 0,1 0 0 0 0,-1 0-1 0 0,1 0 1 0 0,-1 0-1 0 0,1 0 1 0 0,0-1-1 0 0,-1 1 1 0 0,0 0-1 0 0,1-1-12 0 0,0 1 0 0 0,0 0-1 0 0,0-1 1 0 0,-1 1 0 0 0,1-1 0 0 0,0 1-1 0 0,0-1 1 0 0,0 1 0 0 0,0-1 0 0 0,0 1-1 0 0,1 0 1 0 0,-1-1 0 0 0,0 1-1 0 0,0-1 1 0 0,0 1 0 0 0,0-1 0 0 0,0 1-1 0 0,1 0 1 0 0,-1-1 0 0 0,0 1 0 0 0,0 0-1 0 0,1-1 1 0 0,-1 1 0 0 0,0-1 0 0 0,0 1-1 0 0,1 0 1 0 0,-1 0 0 0 0,0-1-1 0 0,1 1 1 0 0,-1 0 0 0 0,1 0 0 0 0,-1-1-1 0 0,0 1 1 0 0,1 0 0 0 0,5-4-17 0 0,-1 0 1 0 0,1 1-1 0 0,-1 0 1 0 0,1 0-1 0 0,0 0 0 0 0,0 1 1 0 0,1 0-1 0 0,-1 0 1 0 0,0 1-1 0 0,1-1 1 0 0,-1 1-1 0 0,1 1 0 0 0,-1-1 1 0 0,1 1-1 0 0,-1 0 1 0 0,1 1-1 0 0,-1-1 1 0 0,1 1-1 0 0,-1 1 1 0 0,1-1-1 0 0,-1 1 0 0 0,0 0 1 0 0,0 1-1 0 0,0-1 1 0 0,0 1-1 0 0,0 1 1 0 0,-1-1-1 0 0,7 5 0 0 0,-1 0 17 0 0,-1 0 0 0 0,0 1 0 0 0,0 0-1 0 0,-1 1 1 0 0,0 0 0 0 0,-1 1-1 0 0,0-1 1 0 0,-1 1 0 0 0,0 1-1 0 0,0 0 1 0 0,-1-1 0 0 0,-1 2-1 0 0,5 15 1 0 0,-6-12 101 0 0,-1 0 0 0 0,-1 0 0 0 0,0 1 0 0 0,-1-1 0 0 0,-1 0 0 0 0,-1 1 0 0 0,0-1 0 0 0,-1 1 0 0 0,0-1 0 0 0,-2 0 0 0 0,0 0 0 0 0,0 0 0 0 0,-2-1 0 0 0,0 1 0 0 0,-9 15 0 0 0,8-17 75 0 0,-1-1 1 0 0,0 1-1 0 0,-1-1 0 0 0,-1-1 1 0 0,0 0-1 0 0,-1 0 1 0 0,0-1-1 0 0,-1 0 1 0 0,0-1-1 0 0,0-1 0 0 0,-1 0 1 0 0,0 0-1 0 0,-1-1 1 0 0,0-1-1 0 0,-28 11 1 0 0,35-16-131 0 0,0-1 0 0 0,0 1 0 0 0,0-1 0 0 0,0 0 0 0 0,-1-1 1 0 0,1 1-1 0 0,-1-2 0 0 0,1 1 0 0 0,0-1 0 0 0,0 0 0 0 0,-1 0 1 0 0,1-1-1 0 0,0 0 0 0 0,-8-4 0 0 0,11 5-48 0 0,1-1-1 0 0,1 1 1 0 0,-1-1 0 0 0,0 0-1 0 0,0 0 1 0 0,1 0-1 0 0,-1 0 1 0 0,1-1 0 0 0,0 1-1 0 0,-1-1 1 0 0,1 1-1 0 0,0-1 1 0 0,0 0 0 0 0,1 0-1 0 0,-1 1 1 0 0,1-1-1 0 0,-1-1 1 0 0,1 1 0 0 0,0 0-1 0 0,0 0 1 0 0,0 0 0 0 0,1-1-1 0 0,-1 1 1 0 0,1 0-1 0 0,0 0 1 0 0,0-1 0 0 0,0 1-1 0 0,0 0 1 0 0,0-1-1 0 0,1 1 1 0 0,0 0 0 0 0,-1-1-1 0 0,3-2 1 0 0,1-7-7 0 0,0 1 1 0 0,2 0-1 0 0,-1 0 0 0 0,1 1 0 0 0,1-1 1 0 0,0 2-1 0 0,1-1 0 0 0,11-12 1 0 0,80-72 2 0 0,-66 65 37 0 0,133-113-213 0 0,35-34-543 0 0,-160 138 443 0 0,-2-3 1 0 0,57-79 0 0 0,-82 101 178 0 0,-2 0-1 0 0,0-1 1 0 0,-1 0 0 0 0,-2-1-1 0 0,0 0 1 0 0,-1 0 0 0 0,7-35 0 0 0,-14 56 87 0 0,-1 0 0 0 0,0 0 0 0 0,0 0 0 0 0,0 0 0 0 0,1 0 0 0 0,-1 0 0 0 0,0 0 0 0 0,0 0 0 0 0,0 0 0 0 0,-1 0 0 0 0,1 0 0 0 0,0 0 0 0 0,0 0 0 0 0,0 0 0 0 0,-1 0 0 0 0,1 0 0 0 0,-1 0 0 0 0,1 0 0 0 0,-1 0 0 0 0,0-1 0 0 0,0 2 6 0 0,1 0 0 0 0,-1-1 0 0 0,1 1 0 0 0,-1 0 0 0 0,0 0 0 0 0,1-1-1 0 0,-1 1 1 0 0,0 0 0 0 0,1 0 0 0 0,-1 0 0 0 0,0 0 0 0 0,1 0 0 0 0,-1 0 0 0 0,0 0-1 0 0,1 0 1 0 0,-1 0 0 0 0,0 0 0 0 0,0 1 0 0 0,1-1 0 0 0,-1 0 0 0 0,1 0 0 0 0,-2 1-1 0 0,-2 1-11 0 0,-1 1-1 0 0,0-1 1 0 0,1 1-1 0 0,0 0 0 0 0,0 0 1 0 0,-5 5-1 0 0,-7 9-4 0 0,2 1 0 0 0,0 0 0 0 0,0 1 0 0 0,2 0 0 0 0,1 1 0 0 0,0 0 0 0 0,1 1 0 0 0,1 0 0 0 0,2 1 0 0 0,-8 28 0 0 0,14-44 25 0 0,0 0 0 0 0,0 1 0 0 0,0-1 1 0 0,1 0-1 0 0,0 1 0 0 0,0-1 0 0 0,1 0 1 0 0,0 1-1 0 0,3 11 0 0 0,-3-15 2 0 0,0 0 1 0 0,0 0-1 0 0,0 0 0 0 0,1 0 0 0 0,0 0 1 0 0,-1 0-1 0 0,1 0 0 0 0,0-1 1 0 0,0 1-1 0 0,0-1 0 0 0,1 1 0 0 0,-1-1 1 0 0,1 0-1 0 0,-1 0 0 0 0,1 0 0 0 0,0 0 1 0 0,0-1-1 0 0,0 1 0 0 0,0-1 0 0 0,4 2 1 0 0,5 0-16 0 0,0 0 0 0 0,1-2 0 0 0,-1 1 0 0 0,0-1 0 0 0,1-1 1 0 0,-1 0-1 0 0,1-1 0 0 0,-1 0 0 0 0,1-1 0 0 0,-1-1 0 0 0,0 0 0 0 0,0 0 1 0 0,0-1-1 0 0,20-10 0 0 0,-9 3-84 0 0,-1-1 1 0 0,-1 0-1 0 0,0-2 1 0 0,-1-1-1 0 0,0 0 0 0 0,26-27 1 0 0,-22 16 16 0 0,-1-1 0 0 0,24-36 1 0 0,-36 48 67 0 0,-2-1 0 0 0,0-1 1 0 0,-1 0-1 0 0,-1 0 1 0 0,0 0-1 0 0,4-19 1 0 0,-10 29 9 0 0,0 0 1 0 0,0 0-1 0 0,0 0 1 0 0,-1 0-1 0 0,0 0 1 0 0,0-1-1 0 0,-1 1 0 0 0,-1-8 1 0 0,1 14-5 0 0,1 0 0 0 0,0 0 1 0 0,-1 0-1 0 0,1 0 0 0 0,-1 0 1 0 0,0 0-1 0 0,1 1 0 0 0,-1-1 1 0 0,0 0-1 0 0,1 0 0 0 0,-1 1 0 0 0,0-1 1 0 0,0 1-1 0 0,0-1 0 0 0,0 0 1 0 0,1 1-1 0 0,-1 0 0 0 0,0-1 0 0 0,0 1 1 0 0,0-1-1 0 0,0 1 0 0 0,0 0 1 0 0,0 0-1 0 0,0 0 0 0 0,0-1 1 0 0,0 1-1 0 0,0 0 0 0 0,0 0 0 0 0,0 0 1 0 0,0 1-1 0 0,0-1 0 0 0,0 0 1 0 0,0 0-1 0 0,0 0 0 0 0,0 1 0 0 0,0-1 1 0 0,0 1-1 0 0,0-1 0 0 0,0 1 1 0 0,0-1-1 0 0,0 1 0 0 0,-1 0 1 0 0,1 1 0 0 0,-1 0 0 0 0,1 0 0 0 0,-1 0 0 0 0,1 0 0 0 0,0 0 0 0 0,0 0 0 0 0,0 0 0 0 0,0 0 0 0 0,0 1 0 0 0,0-1 0 0 0,1 0 0 0 0,-1 0 0 0 0,1 1 0 0 0,-1-1 0 0 0,1 1 0 0 0,0-1 1 0 0,0 0-1 0 0,0 1 0 0 0,0-1 0 0 0,1 0 0 0 0,-1 1 0 0 0,1-1 0 0 0,-1 0 0 0 0,2 5 0 0 0,0-4-52 0 0,0 0 0 0 0,0 0 0 0 0,0 0-1 0 0,1 0 1 0 0,-1 0 0 0 0,1 0 0 0 0,-1 0 0 0 0,1-1 0 0 0,0 0-1 0 0,0 1 1 0 0,0-1 0 0 0,1 0 0 0 0,-1 0 0 0 0,0-1 0 0 0,7 3-1 0 0,-2-1-114 0 0,1-1 0 0 0,-1-1 0 0 0,1 1 0 0 0,-1-1 0 0 0,1-1 0 0 0,-1 0 0 0 0,1 0 0 0 0,-1 0 0 0 0,17-4 0 0 0,-16 2 83 0 0,0 0 1 0 0,0-1 0 0 0,0 0-1 0 0,0 0 1 0 0,-1-1 0 0 0,1 0-1 0 0,-1-1 1 0 0,0 0 0 0 0,10-7 0 0 0,3-5 172 0 0,34-39 1 0 0,-22 22 965 0 0,-32 33-974 0 0,-18 19 21 0 0,-6 11-76 0 0,2 2 1 0 0,0 1-1 0 0,2 0 1 0 0,2 2-1 0 0,1 0 1 0 0,-16 51-1 0 0,28-72 1 0 0,0 1 0 0 0,2-1 0 0 0,-1 0 0 0 0,2 1 1 0 0,0 24-1 0 0,1-34-15 0 0,0 0 0 0 0,1 0 1 0 0,-1 0-1 0 0,1-1 0 0 0,0 1 1 0 0,0 0-1 0 0,1-1 0 0 0,-1 1 1 0 0,1-1-1 0 0,0 1 0 0 0,3 4 1 0 0,-3-6-8 0 0,-1 0 0 0 0,1 0 0 0 0,0-1 0 0 0,0 1 0 0 0,0 0 0 0 0,0-1 0 0 0,1 0 0 0 0,-1 1 0 0 0,0-1 0 0 0,0 0 0 0 0,1 0 0 0 0,-1-1 0 0 0,1 1 0 0 0,-1 0 0 0 0,1-1 0 0 0,-1 1 0 0 0,1-1 0 0 0,-1 0 0 0 0,5 0 0 0 0,-1 0-10 0 0,1-1 0 0 0,-1 0 0 0 0,1 0-1 0 0,-1 0 1 0 0,0-1 0 0 0,1 0-1 0 0,-1 0 1 0 0,0-1 0 0 0,0 1 0 0 0,6-5-1 0 0,-1 0 1 0 0,0-1-1 0 0,-1 1 0 0 0,0-2 1 0 0,15-15-1 0 0,-1-6 99 0 0,0 0 0 0 0,29-51 0 0 0,-5-3 1712 0 0,-47 82-1764 0 0,-4 20-72 0 0,-9 24-34 0 0,6-25 37 0 0,-5 37-1 0 0,10-48 46 0 0,0-1 0 0 0,1 1 0 0 0,0 0 0 0 0,0-1 0 0 0,1 1 0 0 0,0-1 0 0 0,0 1 0 0 0,0-1 0 0 0,0 1 0 0 0,5 9 0 0 0,-4-12 0 0 0,0 0 1 0 0,0 0 0 0 0,0 0 0 0 0,0 0 0 0 0,0 0 0 0 0,1-1 0 0 0,0 1 0 0 0,-1-1-1 0 0,1 1 1 0 0,0-1 0 0 0,0 0 0 0 0,0 0 0 0 0,1-1 0 0 0,-1 1 0 0 0,0 0 0 0 0,1-1-1 0 0,-1 0 1 0 0,1 0 0 0 0,-1 0 0 0 0,1 0 0 0 0,-1-1 0 0 0,1 1 0 0 0,0-1 0 0 0,3 0-1 0 0,2 0 7 0 0,-1-1 0 0 0,1 1 0 0 0,-1-1 0 0 0,0-1 0 0 0,1 0 0 0 0,-1 0 0 0 0,0 0 0 0 0,0-1-1 0 0,10-5 1 0 0,-8 2 9 0 0,-1 0-1 0 0,0-1 1 0 0,0 0-1 0 0,-1 0 1 0 0,1-1-1 0 0,-2 0 1 0 0,1-1-1 0 0,-1 1 1 0 0,0-1-1 0 0,7-14 1 0 0,-10 15 8 0 0,1 0 0 0 0,-1-1 0 0 0,0 0 0 0 0,-1 1 0 0 0,0-1 0 0 0,0-1 0 0 0,-1 1 0 0 0,0 0 0 0 0,-1-1 1 0 0,0 1-1 0 0,0-1 0 0 0,-1-14 0 0 0,-1 20-49 0 0,0 0 0 0 0,0 0 0 0 0,0 1 0 0 0,0-1 0 0 0,0 0 0 0 0,-1 1 0 0 0,1-1 0 0 0,-1 1 1 0 0,0-1-1 0 0,0 1 0 0 0,0 0 0 0 0,-1 0 0 0 0,1 0 0 0 0,-1 0 0 0 0,0 0 0 0 0,1 1 0 0 0,-1-1 0 0 0,-1 1 0 0 0,1 0 1 0 0,0 0-1 0 0,0 0 0 0 0,-1 0 0 0 0,1 0 0 0 0,-1 1 0 0 0,0 0 0 0 0,1-1 0 0 0,-1 1 0 0 0,0 1 0 0 0,0-1 1 0 0,0 0-1 0 0,-6 1 0 0 0,-1-1-356 0 0,0 1 0 0 0,1 1 0 0 0,-1 0 1 0 0,0 0-1 0 0,1 1 0 0 0,-1 0 1 0 0,0 1-1 0 0,1 0 0 0 0,0 0 0 0 0,-13 8 1 0 0,-26 16-6175 0 0,34-17 1553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5:59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51 630 1436 0 0,'-51'36'12212'0'0,"53"-52"-11334"0"0,22-18-555 0 0,-2-1 0 0 0,-1-1 1 0 0,-2-1-1 0 0,18-51 0 0 0,-18 34-164 0 0,-2-2 0 0 0,16-88 1 0 0,-31 128-61 0 0,0 0 1 0 0,0-19 0 0 0,-2 32-101 0 0,1 1 1 0 0,-1-1-1 0 0,-1 0 0 0 0,1 0 1 0 0,0 0-1 0 0,-1 1 0 0 0,1-1 0 0 0,-1 0 1 0 0,0 0-1 0 0,0 1 0 0 0,0-1 1 0 0,0 1-1 0 0,0-1 0 0 0,-1 1 0 0 0,1-1 1 0 0,-1 1-1 0 0,1 0 0 0 0,-1-1 1 0 0,0 1-1 0 0,-3-2 0 0 0,2 3-6 0 0,0 0-1 0 0,0 0 1 0 0,0 1 0 0 0,0-1-1 0 0,-1 1 1 0 0,1-1-1 0 0,0 1 1 0 0,0 0-1 0 0,0 1 1 0 0,0-1 0 0 0,-1 0-1 0 0,1 1 1 0 0,0 0-1 0 0,0 0 1 0 0,-6 2 0 0 0,6-2 3 0 0,-1 1 0 0 0,1-1 0 0 0,0 1 0 0 0,0 0 0 0 0,0 0 1 0 0,0 0-1 0 0,0 0 0 0 0,0 0 0 0 0,0 1 0 0 0,1-1 0 0 0,-1 1 1 0 0,1 0-1 0 0,0 0 0 0 0,0 0 0 0 0,0 0 0 0 0,0 0 0 0 0,0 0 1 0 0,1 1-1 0 0,-1-1 0 0 0,1 0 0 0 0,-1 5 0 0 0,2-5 1 0 0,-1 0 0 0 0,1-1 0 0 0,0 1-1 0 0,0 0 1 0 0,0 0 0 0 0,0 0 0 0 0,1-1-1 0 0,-1 1 1 0 0,1 0 0 0 0,-1 0 0 0 0,1-1-1 0 0,0 1 1 0 0,0-1 0 0 0,0 1 0 0 0,1-1-1 0 0,-1 1 1 0 0,1-1 0 0 0,-1 1 0 0 0,1-1-1 0 0,0 0 1 0 0,0 0 0 0 0,0 0-1 0 0,0 0 1 0 0,0 0 0 0 0,0-1 0 0 0,0 1-1 0 0,4 2 1 0 0,6 2-8 0 0,0-1 1 0 0,1 0-1 0 0,-1 0 0 0 0,1-1 0 0 0,0-1 0 0 0,0 0 1 0 0,1-1-1 0 0,-1 0 0 0 0,0-1 0 0 0,1 0 0 0 0,-1-1 1 0 0,26-4-1 0 0,-17 1-38 0 0,1-1 0 0 0,-1-1 0 0 0,0-2 0 0 0,0 0 0 0 0,0-1 0 0 0,35-19 0 0 0,-46 20 71 0 0,0-1 0 0 0,0-1 0 0 0,0 0 0 0 0,17-19 0 0 0,-13 13 164 0 0,-10 7-194 0 0,-10 9-60 0 0,-11 9 10 0 0,-7 13 12 0 0,-75 83-158 0 0,89-95 194 0 0,0 1 0 0 0,1 0 0 0 0,1 0 0 0 0,0 1 1 0 0,1 0-1 0 0,0 0 0 0 0,-7 27 0 0 0,12-37 20 0 0,0 1 1 0 0,0-1-1 0 0,1 1 0 0 0,0 0 1 0 0,-1-1-1 0 0,1 1 0 0 0,0-1 0 0 0,1 1 1 0 0,-1 0-1 0 0,1-1 0 0 0,-1 1 1 0 0,1-1-1 0 0,0 1 0 0 0,1-1 0 0 0,-1 1 1 0 0,0-1-1 0 0,1 0 0 0 0,0 0 1 0 0,0 0-1 0 0,0 0 0 0 0,3 4 0 0 0,-1-4-24 0 0,-1 0 0 0 0,0 0 0 0 0,1-1 0 0 0,0 1-1 0 0,0-1 1 0 0,-1 0 0 0 0,1 0 0 0 0,1-1 0 0 0,-1 1-1 0 0,0-1 1 0 0,0 0 0 0 0,0 0 0 0 0,1 0 0 0 0,-1-1-1 0 0,0 0 1 0 0,1 1 0 0 0,7-2 0 0 0,1-1-144 0 0,0 0 0 0 0,0-1 1 0 0,0 0-1 0 0,-1-1 0 0 0,0 0 0 0 0,1-1 1 0 0,-1 0-1 0 0,-1-1 0 0 0,1-1 0 0 0,-1 0 1 0 0,0 0-1 0 0,-1-1 0 0 0,0-1 0 0 0,0 0 1 0 0,10-11-1 0 0,7-11 401 0 0,-1-1 0 0 0,-1-1 0 0 0,31-56 0 0 0,-30 40 781 0 0,-25 47-998 0 0,-2 3-25 0 0,0-1-1 0 0,-1 1 1 0 0,1 0-1 0 0,0-1 1 0 0,-1 1-1 0 0,1 0 1 0 0,0 0-1 0 0,0 0 1 0 0,0 0-1 0 0,0 0 1 0 0,0 0-1 0 0,0 0 1 0 0,0 1-1 0 0,0-1 1 0 0,0 0-1 0 0,0 2 1 0 0,-2 1-10 0 0,-9 14-17 0 0,0 0-1 0 0,2 1 0 0 0,0 0 1 0 0,1 0-1 0 0,1 1 0 0 0,-10 35 1 0 0,16-47 42 0 0,-1 1 0 0 0,2-1 1 0 0,-1 1-1 0 0,1 0 0 0 0,1 0 1 0 0,-1 0-1 0 0,2 0 0 0 0,1 12 0 0 0,-2-18 0 0 0,1 0 0 0 0,0 1 0 0 0,0-1 0 0 0,0 0-1 0 0,0 0 1 0 0,0 0 0 0 0,1 0 0 0 0,0 0 0 0 0,-1 0-1 0 0,1 0 1 0 0,0-1 0 0 0,0 1 0 0 0,1-1-1 0 0,-1 1 1 0 0,0-1 0 0 0,1 0 0 0 0,0 0 0 0 0,-1 0-1 0 0,1 0 1 0 0,0 0 0 0 0,0-1 0 0 0,0 1 0 0 0,0-1-1 0 0,6 2 1 0 0,0-1-1 0 0,0-1-1 0 0,0 0 1 0 0,-1 0 0 0 0,1 0-1 0 0,0-1 1 0 0,0-1 0 0 0,0 0-1 0 0,0 0 1 0 0,0 0 0 0 0,0-1-1 0 0,-1-1 1 0 0,1 1 0 0 0,-1-2-1 0 0,1 1 1 0 0,-1-1 0 0 0,0 0-1 0 0,-1 0 1 0 0,15-11 0 0 0,-3 0 22 0 0,0-1 0 0 0,-1-1-1 0 0,-1 0 1 0 0,-1-1 0 0 0,25-35 0 0 0,-29 37 64 0 0,-2-1 1 0 0,-1-1-1 0 0,13-29 0 0 0,-18 38-22 0 0,-1-1-1 0 0,0 0 1 0 0,-1 0 0 0 0,0 0-1 0 0,0 0 1 0 0,-1 0 0 0 0,0 0-1 0 0,-2-19 1 0 0,1 26-76 0 0,0 0 0 0 0,0 1 1 0 0,-1-1-1 0 0,0 0 0 0 0,1 1 1 0 0,-1-1-1 0 0,0 1 0 0 0,0-1 0 0 0,0 1 1 0 0,0-1-1 0 0,-1 1 0 0 0,1 0 1 0 0,-1 0-1 0 0,1-1 0 0 0,-1 1 0 0 0,0 0 1 0 0,0 0-1 0 0,0 1 0 0 0,0-1 1 0 0,0 0-1 0 0,0 1 0 0 0,-1-1 0 0 0,1 1 1 0 0,0 0-1 0 0,-1 0 0 0 0,-4-2 1 0 0,1 2-12 0 0,1 0 0 0 0,0 1 1 0 0,-1-1-1 0 0,1 1 1 0 0,0 1-1 0 0,-1-1 0 0 0,1 1 1 0 0,0-1-1 0 0,-1 2 1 0 0,1-1-1 0 0,0 1 1 0 0,-9 3-1 0 0,1 1 3 0 0,-1 1 0 0 0,1 1 1 0 0,0 0-1 0 0,1 1 0 0 0,0 0 0 0 0,0 1 0 0 0,1 0 1 0 0,1 1-1 0 0,-1 0 0 0 0,-13 21 0 0 0,16-20-358 0 0,0-1 0 0 0,2 2-1 0 0,-1-1 1 0 0,2 1 0 0 0,-1 0 0 0 0,2 0-1 0 0,-4 16 1 0 0,7-26 142 0 0,1 0 1 0 0,0 1 0 0 0,-1-1-1 0 0,1 1 1 0 0,0-1-1 0 0,1 1 1 0 0,-1-1-1 0 0,1 0 1 0 0,-1 1-1 0 0,1-1 1 0 0,0 0-1 0 0,0 1 1 0 0,1-1-1 0 0,-1 0 1 0 0,3 3-1 0 0,-3-4-158 0 0,0 1-1 0 0,1-1 0 0 0,0 0 1 0 0,-1-1-1 0 0,1 1 1 0 0,0 0-1 0 0,0 0 0 0 0,0-1 1 0 0,0 1-1 0 0,0-1 1 0 0,0 0-1 0 0,1 1 0 0 0,2 0 1 0 0,13 3-2803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00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76 189 628 0 0,'18'-35'8058'0'0,"-9"20"-3654"0"0,-10 18-3600 0 0,-10 19-388 0 0,-10 21-75 0 0,2 1 0 0 0,2 1-1 0 0,-17 68 1 0 0,36-88-116 0 0,-2-24-215 0 0,0 0 0 0 0,0 0 0 0 0,0 0 0 0 0,1 0 0 0 0,-1 0 0 0 0,1 0 0 0 0,-1-1 0 0 0,0 1 0 0 0,1 0 0 0 0,0 0 0 0 0,-1 0 1 0 0,1 0-1 0 0,-1-1 0 0 0,1 1 0 0 0,0 0 0 0 0,0-1 0 0 0,-1 1 0 0 0,1 0 0 0 0,0-1 0 0 0,0 1 0 0 0,0-1 0 0 0,1 1 0 0 0,3 0 8 0 0,1-1-1 0 0,-1 0 0 0 0,0 0 1 0 0,1 0-1 0 0,-1-1 0 0 0,0 0 0 0 0,1 0 1 0 0,-1 0-1 0 0,0 0 0 0 0,0-1 1 0 0,0 0-1 0 0,0 0 0 0 0,0 0 0 0 0,0-1 1 0 0,-1 0-1 0 0,7-4 0 0 0,10-9 22 0 0,0-1 1 0 0,19-21-1 0 0,-21 20-11 0 0,61-57 8 0 0,-78 74-94 0 0,-2 1 51 0 0,1-1 0 0 0,0 1 0 0 0,0 0 0 0 0,0 0 0 0 0,-1 0 0 0 0,1 0 0 0 0,0 1 0 0 0,0-1 0 0 0,0 0 0 0 0,-1 0 0 0 0,1 0 0 0 0,0 1 0 0 0,0-1 0 0 0,-1 0 0 0 0,1 1 0 0 0,0-1 0 0 0,-1 0 0 0 0,1 1 0 0 0,0-1 0 0 0,-1 1 1 0 0,1 0-1 0 0,0-1 0 0 0,-1 1 0 0 0,1-1 0 0 0,-1 1 0 0 0,1 0 0 0 0,-1-1 0 0 0,0 1 0 0 0,1 0 0 0 0,-1-1 0 0 0,0 1 0 0 0,1 0 0 0 0,-1 0 0 0 0,0 1 0 0 0,8 36-62 0 0,-5-22 58 0 0,-1-4 28 0 0,1-1 0 0 0,0 0 0 0 0,1-1 0 0 0,0 1 0 0 0,6 10 0 0 0,-8-17-2 0 0,1-1 0 0 0,-1 1 0 0 0,1-1 1 0 0,0 0-1 0 0,0 0 0 0 0,0 0 0 0 0,0 0 0 0 0,0 0 0 0 0,1-1 1 0 0,-1 0-1 0 0,1 1 0 0 0,0-1 0 0 0,0 0 0 0 0,-1-1 1 0 0,1 1-1 0 0,9 1 0 0 0,-7-1 0 0 0,1-1 0 0 0,0-1 0 0 0,0 1 0 0 0,0-1 0 0 0,0 0 0 0 0,0 0 0 0 0,0-1 0 0 0,0 0 0 0 0,-1-1 0 0 0,1 1 0 0 0,0-1 0 0 0,-1 0 0 0 0,1-1 0 0 0,-1 0 0 0 0,1 0 0 0 0,-1 0 0 0 0,0-1 0 0 0,-1 1 0 0 0,1-1 0 0 0,-1-1 0 0 0,1 1 0 0 0,-1-1 0 0 0,0 0 0 0 0,6-9 0 0 0,-2 2 17 0 0,0 0-1 0 0,0-2 1 0 0,-1 1 0 0 0,-1-1-1 0 0,0 0 1 0 0,-1 0 0 0 0,0-1-1 0 0,-1 1 1 0 0,-1-1 0 0 0,2-17-1 0 0,-4 25-47 0 0,-1-1-1 0 0,-1 1 0 0 0,1 0 1 0 0,-1 0-1 0 0,0-1 0 0 0,-1 1 1 0 0,0 0-1 0 0,0 0 1 0 0,-1-1-1 0 0,0 1 0 0 0,0 0 1 0 0,0 0-1 0 0,-1 1 0 0 0,0-1 1 0 0,-1 1-1 0 0,1-1 0 0 0,-1 1 1 0 0,0 0-1 0 0,-1 0 1 0 0,-8-9-1 0 0,12 15-72 0 0,1-1 0 0 0,-1 1 0 0 0,0-1 0 0 0,1 1 0 0 0,-1-1 0 0 0,0 1 1 0 0,1 0-1 0 0,-1-1 0 0 0,0 1 0 0 0,0 0 0 0 0,1 0 0 0 0,-1-1 0 0 0,0 1 0 0 0,0 0 0 0 0,0 0 0 0 0,1 0 1 0 0,-1 0-1 0 0,0 0 0 0 0,0 0 0 0 0,0 0 0 0 0,1 0 0 0 0,-1 1 0 0 0,0-1 0 0 0,0 0 0 0 0,1 0 0 0 0,-1 1 1 0 0,0-1-1 0 0,1 0 0 0 0,-1 1 0 0 0,0-1 0 0 0,1 1 0 0 0,-1-1 0 0 0,0 1 0 0 0,1-1 0 0 0,-1 1 0 0 0,1-1 0 0 0,-1 1 1 0 0,1 0-1 0 0,-1-1 0 0 0,0 2 0 0 0,1-1 14 0 0,1 0 1 0 0,-1-1-1 0 0,1 1 1 0 0,0 0 0 0 0,-1-1-1 0 0,1 1 1 0 0,-1 0-1 0 0,1-1 1 0 0,0 1-1 0 0,0-1 1 0 0,-1 1-1 0 0,1-1 1 0 0,0 0-1 0 0,0 1 1 0 0,0-1-1 0 0,-1 0 1 0 0,1 1 0 0 0,0-1-1 0 0,2 0 1 0 0,22 6-1609 0 0,1-3 864 0 0,1-1-1 0 0,0-2 0 0 0,-1 0 0 0 0,1-2 1 0 0,41-8-1 0 0,-28 2 2145 0 0,0-3-1 0 0,77-30 1 0 0,-79 22 614 0 0,-35 18-1735 0 0,4-3 400 0 0,-13 9-583 0 0,0 0-1 0 0,0 0 1 0 0,0 1-1 0 0,1 0 1 0 0,0 0-1 0 0,0 0 1 0 0,1 1-1 0 0,-1-1 1 0 0,2 1-1 0 0,-1 0 1 0 0,1 0-1 0 0,-4 10 1 0 0,6-12-6 0 0,0 0 1 0 0,0 1-1 0 0,1-1 0 0 0,-1 0 1 0 0,1 1-1 0 0,0-1 0 0 0,1 1 1 0 0,-1-1-1 0 0,1 1 0 0 0,0-1 1 0 0,1 0-1 0 0,-1 0 1 0 0,1 1-1 0 0,0-1 0 0 0,0 0 1 0 0,1 0-1 0 0,-1-1 0 0 0,7 10 1 0 0,46 66 49 0 0,-54-78-57 0 0,-1-1-1 0 0,0 0 1 0 0,1 1-1 0 0,-1-1 1 0 0,0 0-1 0 0,0 1 1 0 0,0-1 0 0 0,0 1-1 0 0,0-1 1 0 0,0 1-1 0 0,0-1 1 0 0,0 0-1 0 0,0 1 1 0 0,-1-1-1 0 0,1 0 1 0 0,0 1 0 0 0,-1-1-1 0 0,0 0 1 0 0,1 1-1 0 0,-1-1 1 0 0,0 0-1 0 0,1 0 1 0 0,-1 0-1 0 0,0 1 1 0 0,0-1-1 0 0,0 0 1 0 0,0 0 0 0 0,0 0-1 0 0,0-1 1 0 0,0 1-1 0 0,0 0 1 0 0,-1 0-1 0 0,0 0 1 0 0,-5 4 9 0 0,0-1 0 0 0,0 0 0 0 0,0 0 1 0 0,-9 3-1 0 0,-14 3-379 0 0,-32 8 0 0 0,46-14-2553 0 0,-32 2-1 0 0,33-6-1035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00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0 3244 0 0,'9'3'1636'0'0,"21"8"7971"0"0,-30-8-9382 0 0,-1 1 0 0 0,0-1-1 0 0,1 1 1 0 0,-1-1 0 0 0,-1 0 0 0 0,1 0-1 0 0,0 1 1 0 0,-1-1 0 0 0,0 0-1 0 0,1 0 1 0 0,-1-1 0 0 0,-5 6 0 0 0,-34 35 138 0 0,22-24-135 0 0,-56 57-2601 0 0,21-30-4821 0 0,37-34 1165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01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17 1308 0 0,'-10'-14'9514'0'0,"7"11"-8721"0"0,0 10-657 0 0,0 0 0 0 0,0 0 1 0 0,1 1-1 0 0,0-1 0 0 0,0 0 0 0 0,0 1 0 0 0,1 0 0 0 0,0 8 1 0 0,-4 19 237 0 0,-2-3-153 0 0,-15 90 326 0 0,19-100-474 0 0,1-1 0 0 0,1 0 0 0 0,4 37 0 0 0,-3-54-83 0 0,1 0 1 0 0,-1-1 0 0 0,1 1 0 0 0,0-1 0 0 0,0 1-1 0 0,1-1 1 0 0,-1 1 0 0 0,1-1 0 0 0,0 0 0 0 0,0 0-1 0 0,0 0 1 0 0,0 0 0 0 0,0 0 0 0 0,1 0 0 0 0,-1 0-1 0 0,1-1 1 0 0,0 1 0 0 0,-1-1 0 0 0,1 0 0 0 0,0 0 0 0 0,1 0-1 0 0,5 3 1 0 0,-3-3-539 0 0,0 0 0 0 0,0 0 0 0 0,0-1 1 0 0,0 0-1 0 0,0 0 0 0 0,1 0 0 0 0,-1-1 0 0 0,0 0 0 0 0,0 0 0 0 0,0 0 0 0 0,1-1 1 0 0,10-3-1 0 0,2-2-3989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01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58 2360 0 0,'-7'-7'842'0'0,"0"0"-1"0"0,-1 1 1 0 0,1 0-1 0 0,-1 1 1 0 0,0 0 0 0 0,-1 0-1 0 0,1 1 1 0 0,-17-6-1 0 0,24 9-827 0 0,0 1-1 0 0,-1-1 1 0 0,1 1-1 0 0,0 0 1 0 0,-1-1 0 0 0,1 1-1 0 0,0 0 1 0 0,-1 0-1 0 0,1 0 1 0 0,-1 0-1 0 0,1 0 1 0 0,0 1-1 0 0,-1-1 1 0 0,1 0 0 0 0,0 1-1 0 0,-1-1 1 0 0,1 1-1 0 0,0-1 1 0 0,0 1-1 0 0,-1-1 1 0 0,1 1-1 0 0,0 0 1 0 0,0 0-1 0 0,0 0 1 0 0,0 0 0 0 0,0 0-1 0 0,0 0 1 0 0,0 0-1 0 0,0 0 1 0 0,0 0-1 0 0,1 0 1 0 0,-1 0-1 0 0,0 0 1 0 0,0 3 0 0 0,0-2-136 0 0,1 0 0 0 0,-1 0 0 0 0,1 0 0 0 0,0 0 0 0 0,-1 0 0 0 0,1 0 0 0 0,0 0 0 0 0,0 0 0 0 0,1 0 0 0 0,-1 0 0 0 0,0 0 0 0 0,1 0 0 0 0,-1 0 0 0 0,1 0 0 0 0,0 0 0 0 0,-1 0 0 0 0,1 0 0 0 0,0 0 0 0 0,0 0 0 0 0,0 0 0 0 0,2 1 0 0 0,7 6-2213 0 0,1-3-651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02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82 1864 0 0,'-5'-81'11483'0'0,"-5"88"-11288"0"0,7-2-183 0 0,1 0 0 0 0,-1 0 0 0 0,1 0 0 0 0,0 0 0 0 0,0 0 0 0 0,1 1 1 0 0,0-1-1 0 0,-2 11 0 0 0,0 0 10 0 0,-49 328 2373 0 0,32-179-1143 0 0,-13 69 358 0 0,-48 328 695 0 0,66-470-2135 0 0,-23 168 301 0 0,32-200-310 0 0,3 1 1 0 0,6 78-1 0 0,-1-113-60 0 0,9 40 0 0 0,-9-56-57 0 0,1 0 1 0 0,0 0-1 0 0,1-1 0 0 0,0 0 0 0 0,1 0 0 0 0,-1 0 0 0 0,8 10 0 0 0,-11-17-36 0 0,0-1-1 0 0,0 0 0 0 0,1 1 0 0 0,-1-1 0 0 0,0 0 1 0 0,0 0-1 0 0,0 0 0 0 0,1 0 0 0 0,-1 0 0 0 0,1 0 0 0 0,-1 0 1 0 0,1 0-1 0 0,-1 0 0 0 0,1-1 0 0 0,-1 1 0 0 0,1-1 0 0 0,0 1 1 0 0,-1-1-1 0 0,1 1 0 0 0,0-1 0 0 0,-1 0 0 0 0,3 0 1 0 0,-1 0-3 0 0,-1-1 0 0 0,1 0 1 0 0,0 0-1 0 0,-1 1 1 0 0,1-2-1 0 0,-1 1 1 0 0,1 0-1 0 0,-1 0 1 0 0,0-1-1 0 0,1 1 0 0 0,-1-1 1 0 0,3-3-1 0 0,3-2 1 0 0,-1-1 0 0 0,0-1 0 0 0,0 1 0 0 0,-1-1 0 0 0,10-19 0 0 0,-7 9 2 0 0,0-1 1 0 0,-2 0-1 0 0,0 0 1 0 0,-1-1-1 0 0,-1 0 1 0 0,-1 0-1 0 0,-1 0 1 0 0,0-1-1 0 0,-2 1 1 0 0,-1-1-1 0 0,0 1 1 0 0,-2-1-1 0 0,0 1 1 0 0,-2 0-1 0 0,0-1 1 0 0,-1 2-1 0 0,-1-1 1 0 0,-1 1-1 0 0,-12-25 1 0 0,7 22-25 0 0,-2 0 0 0 0,0 1 1 0 0,-1 1-1 0 0,-1 0 0 0 0,-1 1 0 0 0,-31-30 1 0 0,-131-92-406 0 0,174 139 124 0 0,1-1 1 0 0,0 1-1 0 0,1-1 0 0 0,-1 0 1 0 0,0 0-1 0 0,-4-7 0 0 0,8 10 178 0 0,0-1-1 0 0,0 1 1 0 0,0-1-1 0 0,1 1 1 0 0,-1-1 0 0 0,0 1-1 0 0,1 0 1 0 0,-1-1-1 0 0,1 1 1 0 0,-1 0-1 0 0,1-1 1 0 0,0 1 0 0 0,-1 0-1 0 0,1 0 1 0 0,0 0-1 0 0,0 0 1 0 0,0-1-1 0 0,0 1 1 0 0,0 0 0 0 0,0 1-1 0 0,2-3 1 0 0,15-8-672 0 0,0 1 0 0 0,1 0 0 0 0,0 1 0 0 0,1 1 0 0 0,0 1-1 0 0,21-5 1 0 0,-3 0-245 0 0,120-41-4835 0 0,-101 35 2598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02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332 156 684 0 0,'9'-10'1601'0'0,"-2"1"-487"0"0,0 0 1 0 0,0 0-1 0 0,-1 0 1 0 0,7-13-1 0 0,-12 19-927 0 0,0 1-1 0 0,0-1 1 0 0,0 0-1 0 0,0 1 1 0 0,-1-1-1 0 0,1 0 1 0 0,-1 1-1 0 0,0-1 1 0 0,1 0-1 0 0,-1 0 1 0 0,-1 1-1 0 0,1-1 1 0 0,0 0-1 0 0,0 0 1 0 0,-1 1-1 0 0,0-1 1 0 0,1 0-1 0 0,-1 1 1 0 0,0-1 0 0 0,-1 1-1 0 0,1-1 1 0 0,-3-3-1 0 0,3 4-129 0 0,-1 0 0 0 0,1 0 0 0 0,0 1-1 0 0,-1-1 1 0 0,0 1 0 0 0,1-1 0 0 0,-1 1 0 0 0,0 0 0 0 0,0 0-1 0 0,0 0 1 0 0,0 0 0 0 0,0 0 0 0 0,0 0 0 0 0,0 0 0 0 0,0 1-1 0 0,0-1 1 0 0,-3 0 0 0 0,0 1-6 0 0,0 0 1 0 0,0 0-1 0 0,1 0 0 0 0,-1 1 1 0 0,0-1-1 0 0,0 1 0 0 0,-7 2 1 0 0,-4 3 39 0 0,0 1-1 0 0,0 1 1 0 0,-18 11 0 0 0,33-19-86 0 0,-23 14 149 0 0,1 2 0 0 0,0 0 1 0 0,-26 26-1 0 0,38-32-109 0 0,1 1-1 0 0,0 0 0 0 0,1 1 1 0 0,0 0-1 0 0,1 0 1 0 0,0 0-1 0 0,-11 28 0 0 0,17-36-23 0 0,1 0 1 0 0,-1 1-1 0 0,1-1 0 0 0,0 0 0 0 0,1 0 0 0 0,-1 1 0 0 0,1-1 0 0 0,0 1 0 0 0,0-1 1 0 0,0 0-1 0 0,0 1 0 0 0,2 5 0 0 0,-1-7-8 0 0,0-1 0 0 0,-1 0 0 0 0,1 0 0 0 0,1 1-1 0 0,-1-1 1 0 0,0 0 0 0 0,0 0 0 0 0,1 0 0 0 0,0 0 0 0 0,-1 0 0 0 0,1-1 0 0 0,0 1 0 0 0,0 0-1 0 0,-1-1 1 0 0,2 1 0 0 0,-1-1 0 0 0,0 0 0 0 0,0 1 0 0 0,0-1 0 0 0,0 0 0 0 0,1-1 0 0 0,-1 1 0 0 0,3 0-1 0 0,2 1-1 0 0,-1 0-1 0 0,1-1 0 0 0,-1-1 0 0 0,1 1 0 0 0,0-1 0 0 0,-1 0 1 0 0,1 0-1 0 0,0-1 0 0 0,-1 0 0 0 0,1 0 0 0 0,0-1 0 0 0,-1 1 1 0 0,11-5-1 0 0,-8 1-27 0 0,0 0 0 0 0,0-1 0 0 0,0 1 0 0 0,-1-1 0 0 0,1-1 0 0 0,-1 0 0 0 0,13-15 0 0 0,-1-3 54 0 0,-2-1 0 0 0,0-1 0 0 0,-2-1 0 0 0,21-49 0 0 0,0-4 785 0 0,-36 79-827 0 0,-10 30-390 0 0,-2 5 462 0 0,2 1-1 0 0,-9 59 0 0 0,16-81-291 0 0,1 0 1 0 0,0-1-1 0 0,1 1 0 0 0,1 0 0 0 0,0 0 1 0 0,0 0-1 0 0,1 0 0 0 0,1 0 0 0 0,0-1 1 0 0,0 1-1 0 0,9 17 0 0 0,-9-24-171 0 0,0 1-1 0 0,1-1 0 0 0,0 0 1 0 0,0-1-1 0 0,0 1 1 0 0,6 5-1 0 0,-7-8-181 0 0,-1 0 1 0 0,1 0-1 0 0,0 0 1 0 0,0 0-1 0 0,0-1 1 0 0,0 1-1 0 0,6 1 1 0 0,6 1-3244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03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 1460 0 0,'21'-56'7047'0'0,"-21"56"-7010"0"0,1-1 0 0 0,-1 1 0 0 0,1-1 0 0 0,-1 0 0 0 0,1 1 0 0 0,0-1 0 0 0,-1 1 0 0 0,1 0 0 0 0,-1-1-1 0 0,1 1 1 0 0,0-1 0 0 0,0 1 0 0 0,-1 0 0 0 0,1 0 0 0 0,0-1 0 0 0,0 1 0 0 0,-1 0 0 0 0,1 0 0 0 0,0 0-1 0 0,0 0 1 0 0,-1 0 0 0 0,1 0 0 0 0,0 0 0 0 0,0 0 0 0 0,0 0 0 0 0,-1 0 0 0 0,1 0 0 0 0,0 1-1 0 0,0-1 1 0 0,-1 0 0 0 0,2 1 0 0 0,19 9 484 0 0,-17-6-390 0 0,1 1 1 0 0,-1 0-1 0 0,0 0 1 0 0,0 1-1 0 0,0-1 1 0 0,0 1-1 0 0,-1-1 0 0 0,0 1 1 0 0,-1 0-1 0 0,1 0 1 0 0,-1 1-1 0 0,0-1 1 0 0,0 0-1 0 0,0 8 1 0 0,0-2 37 0 0,-1 1 0 0 0,0 0 0 0 0,-1 0 0 0 0,0 0 0 0 0,-1-1 0 0 0,-3 15 0 0 0,2-21-78 0 0,1 0 1 0 0,-1 0-1 0 0,0-1 1 0 0,0 1-1 0 0,-1-1 1 0 0,0 1-1 0 0,0-1 1 0 0,-7 9-1 0 0,8-12-60 0 0,1 0 0 0 0,-1 0 0 0 0,0 0 0 0 0,0 0 0 0 0,0 0-1 0 0,0 0 1 0 0,0-1 0 0 0,0 1 0 0 0,0-1 0 0 0,-1 1 0 0 0,1-1 0 0 0,-1 0-1 0 0,1 0 1 0 0,-1 0 0 0 0,1-1 0 0 0,-1 1 0 0 0,1 0 0 0 0,-1-1-1 0 0,0 0 1 0 0,1 1 0 0 0,-4-1 0 0 0,4-1-30 0 0,1 1-1 0 0,0-1 1 0 0,0 1 0 0 0,-1-1 0 0 0,1 1-1 0 0,0-1 1 0 0,0 0 0 0 0,0 1-1 0 0,0-1 1 0 0,0 0 0 0 0,-1 0 0 0 0,2 0-1 0 0,-1 0 1 0 0,0 0 0 0 0,0 0 0 0 0,0 0-1 0 0,0 0 1 0 0,1 0 0 0 0,-1 0-1 0 0,0-1 1 0 0,1 1 0 0 0,-1 0 0 0 0,1 0-1 0 0,0-1 1 0 0,-1 1 0 0 0,1 0-1 0 0,0-1 1 0 0,0-2 0 0 0,-1-1-13 0 0,1-1 1 0 0,-1 0 0 0 0,1 0-1 0 0,2-10 1 0 0,2 1 11 0 0,0 0 1 0 0,0 1-1 0 0,1 0 0 0 0,1 0 0 0 0,1 0 1 0 0,0 1-1 0 0,1 0 0 0 0,0 0 0 0 0,0 1 1 0 0,2 0-1 0 0,0 0 0 0 0,0 1 1 0 0,1 1-1 0 0,0-1 0 0 0,0 2 0 0 0,17-11 1 0 0,-21 16-41 0 0,0 0 0 0 0,0 1 0 0 0,0-1 0 0 0,0 1 1 0 0,1 1-1 0 0,-1-1 0 0 0,1 1 0 0 0,0 1 0 0 0,14-2 1 0 0,-20 3 35 0 0,1 0 0 0 0,0 1 0 0 0,0-1 0 0 0,0 1 1 0 0,-1-1-1 0 0,1 1 0 0 0,0 0 0 0 0,-1 0 0 0 0,1 0 0 0 0,-1 0 1 0 0,1 1-1 0 0,-1-1 0 0 0,1 1 0 0 0,-1 0 0 0 0,0-1 1 0 0,0 1-1 0 0,0 0 0 0 0,4 5 0 0 0,-2-3 3 0 0,0 1 0 0 0,0 1-1 0 0,-1-1 1 0 0,0 0 0 0 0,0 1 0 0 0,4 10-1 0 0,-4-3 50 0 0,0 0 0 0 0,-1 0-1 0 0,0 0 1 0 0,-1 17-1 0 0,0-17-448 0 0,0 0 0 0 0,0 1-1 0 0,6 21 1 0 0,2-12-1669 0 0,0-11-2200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03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84 2524 0 0,'15'-49'9996'0'0,"-11"30"-7503"0"0,1 65-2343 0 0,-4-37-115 0 0,-1 0-1 0 0,1 0 1 0 0,0-1 0 0 0,1 1-1 0 0,3 10 1 0 0,-2-11 22 0 0,1-1 0 0 0,-1 1 0 0 0,1-1 0 0 0,1 1 0 0 0,-1-1 0 0 0,11 12 0 0 0,-11-15-27 0 0,0-1-1 0 0,-1 1 0 0 0,1-1 1 0 0,1 0-1 0 0,-1-1 0 0 0,0 1 1 0 0,1-1-1 0 0,-1 1 0 0 0,1-2 1 0 0,0 1-1 0 0,-1 0 0 0 0,1-1 1 0 0,0 0-1 0 0,5 1 0 0 0,-3-1-15 0 0,-1-1-1 0 0,0 1 1 0 0,0-1-1 0 0,0-1 0 0 0,1 1 1 0 0,-1-1-1 0 0,0 0 1 0 0,0 0-1 0 0,0-1 1 0 0,0 0-1 0 0,0 0 1 0 0,0 0-1 0 0,-1-1 1 0 0,1 0-1 0 0,-1 0 1 0 0,0 0-1 0 0,0-1 0 0 0,0 0 1 0 0,0 0-1 0 0,6-7 1 0 0,10-13 67 0 0,-1 0 0 0 0,-1-2 0 0 0,26-49 0 0 0,-27 46-250 0 0,-18 28 112 0 0,-2 26 170 0 0,-1 0-1 0 0,-2 0 1 0 0,-1 0-1 0 0,0-1 1 0 0,-19 44 0 0 0,1 0 488 0 0,10-25-181 0 0,-91 277 2480 0 0,-22-8-763 0 0,114-283-1570 0 0,-2 0 0 0 0,-2-1 0 0 0,-31 43 0 0 0,42-64-426 0 0,1 0-1 0 0,-1-1 1 0 0,0 1 0 0 0,-1-1 0 0 0,1-1 0 0 0,-1 1 0 0 0,-1-1 0 0 0,1 0 0 0 0,-1-1-1 0 0,1 0 1 0 0,-1 0 0 0 0,0-1 0 0 0,-1 1 0 0 0,1-2 0 0 0,0 1 0 0 0,-1-1 0 0 0,0-1-1 0 0,-13 2 1 0 0,17-3-104 0 0,-1-1 0 0 0,0 1 0 0 0,1-1 0 0 0,-1 0-1 0 0,1 0 1 0 0,-1-1 0 0 0,1 1 0 0 0,0-1 0 0 0,-1 0-1 0 0,1-1 1 0 0,0 1 0 0 0,0-1 0 0 0,1 0 0 0 0,-1-1 0 0 0,0 1-1 0 0,1-1 1 0 0,0 1 0 0 0,0-1 0 0 0,0-1 0 0 0,1 1 0 0 0,-1 0-1 0 0,1-1 1 0 0,-5-9 0 0 0,4 6-109 0 0,0 0 1 0 0,1-1-1 0 0,1 1 0 0 0,-1-1 1 0 0,1 1-1 0 0,0-1 1 0 0,1 0-1 0 0,0 0 0 0 0,1 0 1 0 0,0 0-1 0 0,0 0 0 0 0,1 0 1 0 0,0 1-1 0 0,3-14 1 0 0,-1 11-472 0 0,1-1 1 0 0,1 0-1 0 0,0 1 0 0 0,0 0 1 0 0,1 0-1 0 0,0 0 1 0 0,1 1-1 0 0,0 0 1 0 0,1 0-1 0 0,13-12 1 0 0,2 0-3754 0 0,2 2 1 0 0,49-33 0 0 0,-46 35-2526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04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13 3068 0 0,'26'-11'8213'0'0,"-26"10"-8027"0"0,1 1 0 0 0,-1 0 0 0 0,1 0 1 0 0,0 0-1 0 0,-1-1 0 0 0,1 1 0 0 0,0 0 0 0 0,-1 0 0 0 0,1 0 0 0 0,0 0 1 0 0,-1 0-1 0 0,1 0 0 0 0,0 1 0 0 0,-1-1 0 0 0,1 0 0 0 0,1 1 0 0 0,-2 1-3 0 0,0 1 0 0 0,0 0 0 0 0,-1 0 0 0 0,1 0 0 0 0,-1-1 0 0 0,1 1 0 0 0,-1 0 0 0 0,0 0 0 0 0,0-1 0 0 0,0 1 0 0 0,0-1 0 0 0,-3 4 0 0 0,-23 34 562 0 0,17-25-414 0 0,-95 130 934 0 0,26-39-3417 0 0,68-91 669 0 0,-3 5-1326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04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2020 0 0,'61'-94'18690'0'0,"-61"93"-18328"0"0,5-2 357 0 0,-4 2-511 0 0,0 9-258 0 0,-2 5 306 0 0,-1 0-1 0 0,0 0 0 0 0,-5 19 0 0 0,-1-2 222 0 0,-34 198 65 0 0,36-171-6340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04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30 107 2148 0 0,'-10'-38'5529'0'0,"-4"-22"-233"0"0,14 60-5336 0 0,0 0 0 0 0,0-1 0 0 0,0 1 0 0 0,0 0 0 0 0,0 0 0 0 0,0-1-1 0 0,0 1 1 0 0,0 0 0 0 0,0-1 0 0 0,0 1 0 0 0,0 0 0 0 0,0-1 0 0 0,0 1 0 0 0,0 0 0 0 0,0 0 0 0 0,-1-1-1 0 0,1 1 1 0 0,0 0 0 0 0,0-1 0 0 0,0 1 0 0 0,-1 0 0 0 0,1 0 0 0 0,0 0 0 0 0,0-1 0 0 0,-1 1 0 0 0,1 0 0 0 0,0 0-1 0 0,0 0 1 0 0,-1-1 0 0 0,1 1 0 0 0,0 0 0 0 0,0 0 0 0 0,-1 0 0 0 0,1 0 0 0 0,0 23-9126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04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0 764 0 0,'-9'25'7881'0'0,"9"-23"-7757"0"0,0-1 0 0 0,-1 0 0 0 0,1 1 0 0 0,0-1 0 0 0,0 0 0 0 0,0 0 0 0 0,0 1 0 0 0,0-1 0 0 0,1 0 0 0 0,-1 1 0 0 0,0-1 0 0 0,0 0 0 0 0,1 0 0 0 0,0 3 0 0 0,0-4-86 0 0,-1 0-1 0 0,0 1 1 0 0,1-1-1 0 0,-1 1 1 0 0,1-1-1 0 0,-1 0 1 0 0,0 1-1 0 0,1-1 1 0 0,-1 0-1 0 0,1 0 1 0 0,-1 1-1 0 0,1-1 1 0 0,-1 0-1 0 0,1 0 1 0 0,-1 0-1 0 0,1 0 1 0 0,0 0-1 0 0,-1 0 1 0 0,1 1-1 0 0,-1-1 1 0 0,1 0-1 0 0,-1-1 1 0 0,1 1-1 0 0,0 0 1 0 0,18-7-1255 0 0,2-6-3383 0 0,-9 4 1378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05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113 184 1080 0 0,'0'0'18218'0'0,"21"-28"-14376"0"0,-8 11-3617 0 0,-2-2 0 0 0,0 1 0 0 0,-2-2 0 0 0,16-39 1 0 0,-25 58-245 0 0,0 1 0 0 0,1-1 0 0 0,-1 0 0 0 0,0 1 1 0 0,1-1-1 0 0,-1 0 0 0 0,0 1 0 0 0,0-1 0 0 0,0 0 1 0 0,0 0-1 0 0,1 1 0 0 0,-1-1 0 0 0,0 0 0 0 0,0 0 1 0 0,0 1-1 0 0,-1-1 0 0 0,1 0 0 0 0,0 1 0 0 0,0-1 1 0 0,0 0-1 0 0,0 0 0 0 0,-1 1 0 0 0,1-1 1 0 0,0 0-1 0 0,-1 1 0 0 0,1-1 0 0 0,0 0 0 0 0,-1 1 1 0 0,0-1-1 0 0,0 0 0 0 0,0 1 0 0 0,-1 0 0 0 0,1 0 0 0 0,0-1 0 0 0,0 1 0 0 0,0 0 0 0 0,0 0 0 0 0,-1 0 0 0 0,1 0 0 0 0,0 1 0 0 0,0-1 0 0 0,0 0 0 0 0,0 1 0 0 0,-1-1 0 0 0,-1 1 0 0 0,-5 3-40 0 0,0 0 0 0 0,0 0 1 0 0,-12 9-1 0 0,5-2-4 0 0,1 1 1 0 0,1 0-1 0 0,0 1 1 0 0,1 1-1 0 0,0 0 1 0 0,1 0-1 0 0,-12 22 0 0 0,20-31 71 0 0,0 0-1 0 0,0 1 0 0 0,1-1 0 0 0,0 1 0 0 0,0 0 0 0 0,0 0 0 0 0,0 0 1 0 0,1 0-1 0 0,0 0 0 0 0,0 0 0 0 0,1 0 0 0 0,0 0 0 0 0,0 0 0 0 0,0 0 1 0 0,1 0-1 0 0,0 0 0 0 0,0 0 0 0 0,1 0 0 0 0,-1 0 0 0 0,1 0 0 0 0,0 0 1 0 0,1-1-1 0 0,0 1 0 0 0,-1-1 0 0 0,6 7 0 0 0,-6-10 10 0 0,0 1-1 0 0,1 0 0 0 0,-1-1 1 0 0,1 0-1 0 0,0 0 1 0 0,0 0-1 0 0,0 0 1 0 0,0 0-1 0 0,0 0 1 0 0,0-1-1 0 0,6 3 1 0 0,36 6 172 0 0,-38-10-168 0 0,-1 0-1 0 0,1 0 0 0 0,-1-1 0 0 0,1 0 0 0 0,-1 0 0 0 0,0 0 0 0 0,1-1 0 0 0,-1 0 0 0 0,0 0 0 0 0,7-5 0 0 0,-4 3-55 0 0,0 0 0 0 0,-1-1 1 0 0,1-1-1 0 0,10-8 0 0 0,-17 12-247 0 0,1 0 0 0 0,-1 0 1 0 0,0 0-1 0 0,0 0 0 0 0,0-1 0 0 0,0 1 1 0 0,-1 0-1 0 0,1-1 0 0 0,-1 0 0 0 0,1 1 1 0 0,-1-1-1 0 0,0 0 0 0 0,0 0 0 0 0,0 1 1 0 0,0-1-1 0 0,-1 0 0 0 0,1-5 0 0 0,-15-7-6305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05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3188 0 0,'16'-2'16792'0'0,"-7"-2"-17952"0"0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10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204 235 2176 0 0,'-22'-18'9361'0'0,"21"20"-9325"0"0,1-1-1 0 0,0 1 1 0 0,0-1 0 0 0,0 1-1 0 0,0-1 1 0 0,0 1 0 0 0,0-1-1 0 0,0 1 1 0 0,1-1 0 0 0,-1 1 0 0 0,0-1-1 0 0,1 1 1 0 0,-1-1 0 0 0,1 0-1 0 0,0 1 1 0 0,-1-1 0 0 0,1 0-1 0 0,0 0 1 0 0,0 1 0 0 0,0-1-1 0 0,0 0 1 0 0,0 0 0 0 0,0 0-1 0 0,0 0 1 0 0,0 0 0 0 0,0 0-1 0 0,1 0 1 0 0,-1-1 0 0 0,0 1-1 0 0,2 1 1 0 0,0-1-9 0 0,0 1 0 0 0,0 0 0 0 0,1-1 0 0 0,-1 1 0 0 0,0-1 0 0 0,1 0 0 0 0,-1 0 0 0 0,1 0 0 0 0,-1-1 0 0 0,1 1 0 0 0,0-1 0 0 0,-1 0 0 0 0,6 0 0 0 0,-2-2-17 0 0,0 1 0 0 0,0-1 0 0 0,-1 0 0 0 0,1-1 1 0 0,-1 1-1 0 0,0-1 0 0 0,0-1 0 0 0,0 1 1 0 0,0-1-1 0 0,0 0 0 0 0,-1 0 0 0 0,8-8 1 0 0,-10 9-10 0 0,0-1 1 0 0,0 1-1 0 0,0-1 1 0 0,-1 0 0 0 0,1 0-1 0 0,-1 0 1 0 0,0 0 0 0 0,0-1-1 0 0,0 1 1 0 0,-1 0 0 0 0,0-1-1 0 0,0 1 1 0 0,0-1-1 0 0,0 0 1 0 0,0 1 0 0 0,-1-1-1 0 0,0 0 1 0 0,0 1 0 0 0,0-1-1 0 0,-2-6 1 0 0,1 5-9 0 0,0 0-1 0 0,0 0 1 0 0,-1 0 0 0 0,1 0 0 0 0,-1 1-1 0 0,-1-1 1 0 0,1 1 0 0 0,-1-1-1 0 0,0 1 1 0 0,0 0 0 0 0,-1 0 0 0 0,1 0-1 0 0,-1 1 1 0 0,0-1 0 0 0,-1 1 0 0 0,1 0-1 0 0,-1 0 1 0 0,-5-4 0 0 0,8 7 6 0 0,0 0 0 0 0,-1 1 0 0 0,1-1 0 0 0,0 0-1 0 0,0 1 1 0 0,0 0 0 0 0,-1-1 0 0 0,1 1 0 0 0,0 0 0 0 0,-1 0 0 0 0,1 0 0 0 0,0 1 0 0 0,0-1 0 0 0,-1 1 0 0 0,1-1 0 0 0,0 1-1 0 0,0 0 1 0 0,0-1 0 0 0,0 1 0 0 0,0 0 0 0 0,-3 2 0 0 0,-4 2 1 0 0,1 0 1 0 0,0 1-1 0 0,-11 10 0 0 0,4-1 27 0 0,0 1 0 0 0,0 1 0 0 0,2 0 0 0 0,-23 38 0 0 0,-32 83 173 0 0,55-107-164 0 0,-15 53 1 0 0,24-71-26 0 0,1 0 1 0 0,1 0-1 0 0,0 0 1 0 0,1 1 0 0 0,1-1-1 0 0,0 0 1 0 0,2 15-1 0 0,-2-25-9 0 0,1 1 1 0 0,-1-1-1 0 0,1 0 0 0 0,0 0 1 0 0,0 0-1 0 0,0 0 0 0 0,1 0 0 0 0,-1 0 1 0 0,1-1-1 0 0,0 1 0 0 0,-1 0 0 0 0,1-1 1 0 0,0 1-1 0 0,0-1 0 0 0,1 0 0 0 0,-1 1 1 0 0,0-1-1 0 0,1 0 0 0 0,0-1 0 0 0,-1 1 1 0 0,1 0-1 0 0,0-1 0 0 0,0 1 0 0 0,0-1 1 0 0,0 0-1 0 0,0 0 0 0 0,0 0 0 0 0,0 0 1 0 0,0-1-1 0 0,0 1 0 0 0,0-1 0 0 0,1 0 1 0 0,5 0-1 0 0,6-1-151 0 0,0 0 1 0 0,-1-1-1 0 0,1-1 1 0 0,-1 0-1 0 0,0-1 1 0 0,16-7-1 0 0,2-1-701 0 0,0-2-1 0 0,-1-1 1 0 0,0-2-1 0 0,56-40 1 0 0,-70 43 612 0 0,-1 0-1 0 0,0-1 1 0 0,-1 0 0 0 0,-1-1 0 0 0,0-1-1 0 0,-1 0 1 0 0,-1-1 0 0 0,-1-1-1 0 0,11-24 1 0 0,-9 13 1496 0 0,-1-1-1 0 0,-2-1 1 0 0,12-63-1 0 0,-15 61 824 0 0,-4 66-598 0 0,-6 12-1003 0 0,3-1 0 0 0,1 1 0 0 0,2 0 0 0 0,2-1 0 0 0,16 63 0 0 0,-20-102-466 0 0,0-1 0 0 0,0 1 0 0 0,1 0-1 0 0,-1 0 1 0 0,1-1 0 0 0,0 1 0 0 0,0-1 0 0 0,0 0 0 0 0,0 1 0 0 0,1-1-1 0 0,-1 0 1 0 0,1 0 0 0 0,0-1 0 0 0,4 4 0 0 0,-6-5-11 0 0,0-1-1 0 0,0 0 1 0 0,1 1-1 0 0,-1-1 1 0 0,0 0 0 0 0,0 0-1 0 0,1 0 1 0 0,-1 0-1 0 0,0 0 1 0 0,1 0 0 0 0,-1 0-1 0 0,0 0 1 0 0,1 0-1 0 0,-1-1 1 0 0,0 1 0 0 0,0 0-1 0 0,1-1 1 0 0,-1 1-1 0 0,2-2 1 0 0,19-13 10 0 0,-10 2-30 0 0,-1 0 0 0 0,-1 0 0 0 0,0-1 1 0 0,14-27-1 0 0,24-66-123 0 0,-2 6 2 0 0,-45 99 135 0 0,25-40-124 0 0,-25 39 115 0 0,1 1 0 0 0,0-1 0 0 0,1 1 0 0 0,-1 0 1 0 0,0 0-1 0 0,1 0 0 0 0,-1 0 0 0 0,1 1 0 0 0,-1-1 0 0 0,1 1 0 0 0,0-1 0 0 0,5-1 0 0 0,-7 3 10 0 0,1 0 1 0 0,-1 0-1 0 0,1 0 0 0 0,0 1 1 0 0,-1-1-1 0 0,1 0 0 0 0,-1 1 1 0 0,1-1-1 0 0,-1 1 0 0 0,1 0 1 0 0,-1-1-1 0 0,1 1 0 0 0,-1 0 1 0 0,0 0-1 0 0,1 0 0 0 0,-1 0 1 0 0,0 0-1 0 0,0 0 0 0 0,0 0 1 0 0,2 3-1 0 0,20 24 56 0 0,-3 5-47 0 0,-8-14 58 0 0,28 36 0 0 0,-35-50-52 0 0,1 0 0 0 0,-1 0 0 0 0,1 0 0 0 0,-1 0-1 0 0,1-1 1 0 0,1 0 0 0 0,-1 0 0 0 0,0 0 0 0 0,1-1 0 0 0,8 3 0 0 0,-10-5-4 0 0,-1 0 1 0 0,1 0-1 0 0,0 0 1 0 0,0 0-1 0 0,0-1 0 0 0,0 0 1 0 0,0 0-1 0 0,0 0 1 0 0,0-1-1 0 0,-1 0 1 0 0,1 0-1 0 0,0 0 0 0 0,5-2 1 0 0,-7 1-8 0 0,-1 0 0 0 0,0 0 0 0 0,0 0 0 0 0,0 0 1 0 0,0 0-1 0 0,0 0 0 0 0,0-1 0 0 0,0 1 0 0 0,-1-1 0 0 0,1 0 0 0 0,-1 1 0 0 0,0-1 0 0 0,0 0 1 0 0,0 0-1 0 0,0 1 0 0 0,0-7 0 0 0,1 3-12 0 0,-1 1-1 0 0,-1-1 1 0 0,1 0 0 0 0,-1 0-1 0 0,0 0 1 0 0,0 1 0 0 0,-1-1-1 0 0,1 0 1 0 0,-1 0 0 0 0,-1 1-1 0 0,1-1 1 0 0,-1 0 0 0 0,0 1-1 0 0,0 0 1 0 0,-1-1 0 0 0,1 1-1 0 0,-1 0 1 0 0,0 0 0 0 0,-7-8-1 0 0,9 13 7 0 0,0-1 0 0 0,0 0 0 0 0,0 1 1 0 0,0-1-1 0 0,0 1 0 0 0,-1-1 0 0 0,1 1 0 0 0,0 0 0 0 0,0-1 0 0 0,0 1 0 0 0,0 0 0 0 0,-1 0 0 0 0,1-1 0 0 0,0 1 0 0 0,0 0 1 0 0,-1 1-1 0 0,1-1 0 0 0,0 0 0 0 0,0 0 0 0 0,0 0 0 0 0,-1 1 0 0 0,1-1 0 0 0,0 0 0 0 0,-2 2 0 0 0,-26 15-36 0 0,13-3 44 0 0,0 2-1 0 0,1 0 0 0 0,1 0 1 0 0,0 1-1 0 0,-20 35 1 0 0,19-25 1 0 0,1 0 0 0 0,1 0 1 0 0,-15 50-1 0 0,25-65 6 0 0,-1 0 0 0 0,2 0-1 0 0,0 1 1 0 0,0-1 0 0 0,1 16 0 0 0,0-25-9 0 0,1-1 0 0 0,0 1 0 0 0,1-1 1 0 0,-1 1-1 0 0,0-1 0 0 0,1 1 0 0 0,-1-1 1 0 0,1 1-1 0 0,0-1 0 0 0,0 1 0 0 0,0-1 1 0 0,0 0-1 0 0,0 1 0 0 0,1-1 0 0 0,-1 0 1 0 0,1 0-1 0 0,-1 0 0 0 0,1 0 0 0 0,0 0 1 0 0,-1 0-1 0 0,1-1 0 0 0,0 1 0 0 0,0-1 1 0 0,1 1-1 0 0,-1-1 0 0 0,0 0 0 0 0,0 0 1 0 0,1 0-1 0 0,-1 0 0 0 0,0 0 0 0 0,1 0 1 0 0,3 0-1 0 0,9 1 8 0 0,-1-2 0 0 0,0 1 0 0 0,0-2 0 0 0,0 0 0 0 0,0-1 0 0 0,0 0 0 0 0,0-1 0 0 0,25-8 0 0 0,-11 0-8 0 0,0 0 1 0 0,-1-2-1 0 0,29-18 0 0 0,-39 20-18 0 0,-1 0 0 0 0,0-1 0 0 0,-1-1 0 0 0,-1-1 1 0 0,0 0-1 0 0,-1 0 0 0 0,0-2 0 0 0,-1 1 0 0 0,-1-2 0 0 0,13-23 0 0 0,-18 28 4 0 0,-1 0 0 0 0,0 0 0 0 0,0-1 0 0 0,-1 1 0 0 0,-1-1 0 0 0,0 0 0 0 0,-1 0 1 0 0,0 0-1 0 0,-1-1 0 0 0,0 1 0 0 0,-1 0 0 0 0,-1 0 0 0 0,0-1 0 0 0,-1 1 0 0 0,0 0 0 0 0,-5-17 0 0 0,6 29 7 0 0,1 0 1 0 0,0 0-1 0 0,0 0 0 0 0,-1-1 0 0 0,1 1 0 0 0,0 0 0 0 0,-1 0 0 0 0,1 0 1 0 0,-1 0-1 0 0,0 0 0 0 0,1 0 0 0 0,-1 0 0 0 0,0 0 0 0 0,1 0 0 0 0,-1 0 1 0 0,0 0-1 0 0,0 0 0 0 0,0 1 0 0 0,0-1 0 0 0,0 0 0 0 0,0 0 0 0 0,0 1 1 0 0,0-1-1 0 0,0 1 0 0 0,0-1 0 0 0,-1 1 0 0 0,1 0 0 0 0,0-1 0 0 0,0 1 1 0 0,0 0-1 0 0,-1 0 0 0 0,1 0 0 0 0,0 0 0 0 0,-2 0 0 0 0,0 1 3 0 0,1 0 0 0 0,0 0 0 0 0,0 0-1 0 0,0 0 1 0 0,0 1 0 0 0,0-1 0 0 0,0 1-1 0 0,0 0 1 0 0,0-1 0 0 0,0 1 0 0 0,1 0-1 0 0,-1 0 1 0 0,1 0 0 0 0,-1 0 0 0 0,1 0-1 0 0,-2 5 1 0 0,1-3 8 0 0,0-1-1 0 0,0 1 0 0 0,1 0 1 0 0,0 0-1 0 0,0 0 0 0 0,0 0 1 0 0,0 0-1 0 0,0 0 0 0 0,1 0 1 0 0,0 0-1 0 0,0 0 0 0 0,0 0 1 0 0,0 0-1 0 0,1 0 1 0 0,-1 0-1 0 0,3 5 0 0 0,-2-6 0 0 0,0 0 0 0 0,1 0 1 0 0,-1 0-1 0 0,1-1 0 0 0,0 1 0 0 0,0-1 0 0 0,0 1 0 0 0,0-1 0 0 0,0 0 0 0 0,0 1 0 0 0,1-1 1 0 0,-1-1-1 0 0,1 1 0 0 0,-1 0 0 0 0,1 0 0 0 0,0-1 0 0 0,0 0 0 0 0,0 1 0 0 0,0-1 0 0 0,0 0 0 0 0,5 1 1 0 0,6 0-25 0 0,0 0 1 0 0,0-1 0 0 0,0 0 0 0 0,0-1 0 0 0,0-1 0 0 0,14-2 0 0 0,82-19-660 0 0,-98 19 579 0 0,0-1 1 0 0,1 0-1 0 0,-2-1 1 0 0,1 0-1 0 0,0-1 0 0 0,-1 0 1 0 0,20-16-1 0 0,-26 19 83 0 0,-1-1 0 0 0,1 0 0 0 0,-1 0-1 0 0,0-1 1 0 0,0 1 0 0 0,-1-1 0 0 0,0 0 0 0 0,0 0 0 0 0,0 0-1 0 0,0 0 1 0 0,-1-1 0 0 0,1 1 0 0 0,-1-1 0 0 0,-1 0-1 0 0,1 1 1 0 0,-1-1 0 0 0,0 0 0 0 0,0-10 0 0 0,-2 11 14 0 0,1 3 6 0 0,-1 1 0 0 0,1-1 1 0 0,-1 1-1 0 0,1-1 0 0 0,-1 1 0 0 0,0 0 1 0 0,1-1-1 0 0,-1 1 0 0 0,0 0 0 0 0,0 0 1 0 0,0 0-1 0 0,0-1 0 0 0,0 1 1 0 0,0 0-1 0 0,-3-1 0 0 0,4 2 8 0 0,-1-1 0 0 0,0 1-1 0 0,0 0 1 0 0,0 0 0 0 0,0 0 0 0 0,0-1-1 0 0,1 1 1 0 0,-1 0 0 0 0,0 0 0 0 0,0 0-1 0 0,0 0 1 0 0,0 0 0 0 0,0 1 0 0 0,0-1-1 0 0,1 0 1 0 0,-1 0 0 0 0,0 0 0 0 0,-1 1-1 0 0,-2 1 49 0 0,1 0-1 0 0,0 1 1 0 0,-1-1-1 0 0,1 0 1 0 0,0 1-1 0 0,0 0 1 0 0,-2 3-1 0 0,3-5-32 0 0,-14 19 427 0 0,1-1-1 0 0,0 2 1 0 0,-22 40 0 0 0,-23 73 589 0 0,46-97-798 0 0,-12 46 1 0 0,23-70-209 0 0,0 1 1 0 0,1 0 0 0 0,1 0 0 0 0,0 0 0 0 0,1 0 0 0 0,0 0 0 0 0,3 14-1 0 0,-3-25-27 0 0,1 0-1 0 0,-1 0 1 0 0,1 0-1 0 0,0 0 1 0 0,0 0-1 0 0,0 0 1 0 0,1 0-1 0 0,-1 0 0 0 0,1-1 1 0 0,-1 1-1 0 0,1 0 1 0 0,0-1-1 0 0,0 0 1 0 0,0 1-1 0 0,0-1 1 0 0,1 0-1 0 0,-1 0 0 0 0,4 2 1 0 0,-2-1-6 0 0,0-2 1 0 0,0 1-1 0 0,1 0 0 0 0,-1-1 1 0 0,0 0-1 0 0,1 0 0 0 0,-1 0 1 0 0,1 0-1 0 0,-1-1 0 0 0,1 0 1 0 0,6 0-1 0 0,4-2-75 0 0,-1 0 0 0 0,1-1 0 0 0,0 0 0 0 0,-1-2 1 0 0,0 1-1 0 0,22-12 0 0 0,-20 8-87 0 0,0-1 1 0 0,-1-1-1 0 0,0-1 1 0 0,0 0-1 0 0,-1 0 0 0 0,-1-2 1 0 0,0 0-1 0 0,0 0 1 0 0,-1-1-1 0 0,14-23 1 0 0,-7 6 9 0 0,-2 0 0 0 0,-2-1-1 0 0,-1-1 1 0 0,14-48 0 0 0,-15 28 220 0 0,-12 51 44 0 0,-3 4-50 0 0,0 0 1 0 0,0 0-1 0 0,1 0 0 0 0,-1 0 1 0 0,1 0-1 0 0,-1 1 1 0 0,1-1-1 0 0,0 0 1 0 0,-2 5-1 0 0,-6 19 359 0 0,-4 12 104 0 0,-10 51 1 0 0,21-78-488 0 0,0-1 0 0 0,1 1 0 0 0,0 0 0 0 0,0 0 1 0 0,2-1-1 0 0,-1 1 0 0 0,1 0 0 0 0,1-1 0 0 0,0 1 1 0 0,3 10-1 0 0,-4-19-35 0 0,0 1 0 0 0,0-1-1 0 0,0 0 1 0 0,1 0 0 0 0,-1 0 0 0 0,0 0 0 0 0,1 0 0 0 0,0 0 0 0 0,-1 0-1 0 0,1-1 1 0 0,0 1 0 0 0,0 0 0 0 0,0-1 0 0 0,0 1 0 0 0,0-1 0 0 0,0 0-1 0 0,2 1 1 0 0,1 0 5 0 0,0 0 0 0 0,0-1 0 0 0,-1 0 0 0 0,1 0 1 0 0,0 0-1 0 0,0-1 0 0 0,0 1 0 0 0,6-1 0 0 0,1-1 5 0 0,1-1 0 0 0,-1 0 0 0 0,0 0 0 0 0,1-1 0 0 0,-1-1 0 0 0,12-5 0 0 0,-12 4-72 0 0,0-1 1 0 0,0-1 0 0 0,0 0 0 0 0,-1-1-1 0 0,0 0 1 0 0,0-1 0 0 0,-1 0 0 0 0,-1-1 0 0 0,1 1-1 0 0,-1-2 1 0 0,-1 0 0 0 0,11-16 0 0 0,-10 10 8 0 0,-1 0 1 0 0,0 0 0 0 0,-1 0-1 0 0,-1-1 1 0 0,0 0 0 0 0,-2 0-1 0 0,0-1 1 0 0,3-29 0 0 0,-7 47 45 0 0,0-1 0 0 0,0 1 1 0 0,0 0-1 0 0,1-1 1 0 0,-1 1-1 0 0,0-1 0 0 0,-1 1 1 0 0,1-1-1 0 0,0 1 0 0 0,0-1 1 0 0,-1 1-1 0 0,1 0 0 0 0,-1-2 1 0 0,0 3 10 0 0,1 0 0 0 0,0 0 0 0 0,-1 0 0 0 0,1 0 0 0 0,0 0 0 0 0,-1 0 1 0 0,1 0-1 0 0,-1 0 0 0 0,1 0 0 0 0,0 1 0 0 0,-1-1 0 0 0,1 0 0 0 0,0 0 0 0 0,-1 0 0 0 0,1 1 1 0 0,0-1-1 0 0,0 0 0 0 0,-1 0 0 0 0,1 1 0 0 0,0-1 0 0 0,0 0 0 0 0,-1 1 0 0 0,1-1 1 0 0,0 0-1 0 0,0 1 0 0 0,0-1 0 0 0,0 0 0 0 0,-1 1 0 0 0,1 0 0 0 0,-19 40 745 0 0,-10 49 634 0 0,-22 123-1 0 0,33-130-799 0 0,-40 195 521 0 0,-17 81-321 0 0,44-242-518 0 0,-44 114 0 0 0,58-189-151 0 0,-42 75 1 0 0,48-98-79 0 0,-1-1 0 0 0,0-1 1 0 0,-2 0-1 0 0,0-1 0 0 0,-1-1 0 0 0,-19 17 0 0 0,29-28-39 0 0,1-1-1 0 0,-2 1 1 0 0,1-1-1 0 0,0 0 1 0 0,-1 0-1 0 0,1 0 1 0 0,-1-1-1 0 0,0 0 1 0 0,1 0 0 0 0,-1-1-1 0 0,0 1 1 0 0,-1-1-1 0 0,1 0 1 0 0,-8-1-1 0 0,9 0-8 0 0,-1-1-1 0 0,1 0 1 0 0,0 0-1 0 0,-1 0 1 0 0,1-1-1 0 0,0 0 1 0 0,0 0-1 0 0,0 0 1 0 0,0-1-1 0 0,1 1 1 0 0,-1-1 0 0 0,1 0-1 0 0,-1-1 1 0 0,1 1-1 0 0,0-1 1 0 0,-4-4-1 0 0,-1-2 0 0 0,1 0 0 0 0,0 0 0 0 0,0-1 0 0 0,1 0 0 0 0,0 0 0 0 0,1-1 0 0 0,0 0 0 0 0,1 0 0 0 0,1 0 0 0 0,-6-21 0 0 0,7 16-54 0 0,0-1 0 0 0,2 0 0 0 0,0 0 0 0 0,0 0 0 0 0,2 1 0 0 0,0-1-1 0 0,5-19 1 0 0,2 0-284 0 0,2 0 0 0 0,2 1 0 0 0,1 0-1 0 0,2 0 1 0 0,2 2 0 0 0,34-55 0 0 0,-15 34-924 0 0,3 3 1 0 0,63-67-1 0 0,0 17-2712 0 0,7 7-3361 0 0,-73 62 1522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11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195 529 1464 0 0,'-19'0'2362'0'0,"1"-1"62"0"0,-1 2 0 0 0,-31 4 0 0 0,45-4-2154 0 0,-1 0-1 0 0,1 1 1 0 0,0 0 0 0 0,-1 0 0 0 0,1 0-1 0 0,0 0 1 0 0,0 1 0 0 0,1 0 0 0 0,-1 0 0 0 0,0 0-1 0 0,1 1 1 0 0,0-1 0 0 0,-6 7 0 0 0,9-9-149 0 0,-1 1-1 0 0,1 0 1 0 0,-1 0 0 0 0,1 0 0 0 0,0 0 0 0 0,-1 0 0 0 0,1 0-1 0 0,0 0 1 0 0,0 1 0 0 0,1-1 0 0 0,-2 3 0 0 0,2-3 220 0 0,8 1 348 0 0,-8-3-672 0 0,1 0 1 0 0,-1 1-1 0 0,1-1 0 0 0,0 0 0 0 0,-1 0 0 0 0,1 0 0 0 0,-1 1 0 0 0,1-1 1 0 0,-1 0-1 0 0,1 0 0 0 0,0 0 0 0 0,-1 0 0 0 0,1 0 0 0 0,-1 0 1 0 0,1 0-1 0 0,0 0 0 0 0,-1 0 0 0 0,1 0 0 0 0,0-1 0 0 0,10-2 66 0 0,-1-1-1 0 0,0-1 0 0 0,0 0 1 0 0,0 0-1 0 0,-1 0 1 0 0,14-12-1 0 0,49-45 56 0 0,-58 47-130 0 0,-1 1 0 0 0,0-2 0 0 0,-1 0 0 0 0,-1 0 0 0 0,0-1 0 0 0,-1 0 0 0 0,-1-1 0 0 0,11-30 0 0 0,-15 34-17 0 0,-1 0-1 0 0,0 0 1 0 0,-1-1-1 0 0,0 0 1 0 0,-2 1-1 0 0,0-1 1 0 0,0 0-1 0 0,-1 0 1 0 0,-1 0-1 0 0,0 0 1 0 0,-2 1-1 0 0,-4-19 1 0 0,7 30 0 0 0,-1 0 0 0 0,0 0 0 0 0,0 0 0 0 0,-1 0 0 0 0,1 1 0 0 0,0-1 0 0 0,-1 1 0 0 0,0-1 0 0 0,0 1 1 0 0,1-1-1 0 0,-1 1 0 0 0,-1 0 0 0 0,1 0 0 0 0,0 0 0 0 0,-4-3 0 0 0,4 4 6 0 0,0 1 1 0 0,0-1-1 0 0,0 0 0 0 0,0 1 0 0 0,1-1 1 0 0,-1 1-1 0 0,0 0 0 0 0,0 0 0 0 0,0 0 1 0 0,0 0-1 0 0,0 0 0 0 0,0 0 0 0 0,0 0 1 0 0,0 1-1 0 0,1-1 0 0 0,-1 1 0 0 0,0-1 1 0 0,0 1-1 0 0,0 0 0 0 0,0-1 0 0 0,1 1 1 0 0,-1 0-1 0 0,1 0 0 0 0,-1 0 0 0 0,-2 3 1 0 0,-1 0 2 0 0,0 0 1 0 0,0 1 0 0 0,1-1-1 0 0,-1 1 1 0 0,1 1 0 0 0,1-1 0 0 0,-1 0-1 0 0,1 1 1 0 0,-1 0 0 0 0,2 0-1 0 0,-5 11 1 0 0,6-15 2 0 0,0 1 1 0 0,1-1-1 0 0,-1 0 0 0 0,1 0 0 0 0,0 0 1 0 0,0 1-1 0 0,0-1 0 0 0,0 0 0 0 0,0 0 1 0 0,0 1-1 0 0,0-1 0 0 0,1 0 1 0 0,-1 0-1 0 0,1 0 0 0 0,0 1 0 0 0,-1-1 1 0 0,1 0-1 0 0,0 0 0 0 0,0 0 0 0 0,1 0 1 0 0,-1 0-1 0 0,0-1 0 0 0,0 1 1 0 0,1 0-1 0 0,0-1 0 0 0,-1 1 0 0 0,1-1 1 0 0,0 1-1 0 0,-1-1 0 0 0,1 1 0 0 0,0-1 1 0 0,0 0-1 0 0,0 0 0 0 0,0 0 1 0 0,0 0-1 0 0,0-1 0 0 0,5 2 0 0 0,7 1-59 0 0,1 0-1 0 0,0 0 1 0 0,-1-2-1 0 0,1 0 1 0 0,0 0-1 0 0,0-2 0 0 0,22-2 1 0 0,1-3-510 0 0,64-18 1 0 0,-63 12-71 0 0,53-22 1 0 0,-80 28 545 0 0,0 0 0 0 0,0 0-1 0 0,-1-2 1 0 0,1 1 0 0 0,-1-1-1 0 0,-1-1 1 0 0,0 0 0 0 0,11-12-1 0 0,-18 18 74 0 0,0-1-1 0 0,0 0 1 0 0,-1-1 0 0 0,1 1-1 0 0,1-6 1 0 0,-3 8 23 0 0,0 1 0 0 0,-1-1 0 0 0,1 1 1 0 0,-1-1-1 0 0,0 1 0 0 0,1-1 0 0 0,-1 0 0 0 0,0 1 1 0 0,0-1-1 0 0,0 0 0 0 0,0 1 0 0 0,0-1 1 0 0,0 1-1 0 0,-1-1 0 0 0,1 0 0 0 0,0 1 1 0 0,-2-4-1 0 0,1 2 27 0 0,1 2-21 0 0,-1 1 0 0 0,1-1 0 0 0,0 0 0 0 0,-1 1 0 0 0,1-1 0 0 0,-1 1 0 0 0,1-1 0 0 0,0 0 0 0 0,-1 1 0 0 0,1-1 0 0 0,-1 1 0 0 0,0 0 0 0 0,1-1 0 0 0,-1 1 0 0 0,1-1 0 0 0,-1 1 0 0 0,0 0 0 0 0,1-1 0 0 0,-1 1 0 0 0,1 0 0 0 0,-1 0 0 0 0,0 0 0 0 0,0-1 0 0 0,1 1 0 0 0,-1 0 0 0 0,0 0 0 0 0,1 0 0 0 0,-1 0 0 0 0,0 0 0 0 0,1 0 0 0 0,-1 0 0 0 0,0 1 0 0 0,0-1 0 0 0,-24 8 381 0 0,14 1-156 0 0,-1 0 0 0 0,2 0 1 0 0,-1 1-1 0 0,1 0 0 0 0,1 1 1 0 0,-15 20-1 0 0,-40 77 646 0 0,63-107-876 0 0,-14 27 155 0 0,2 0-1 0 0,-14 39 0 0 0,23-53-125 0 0,0-1-1 0 0,1 1 0 0 0,1 0 0 0 0,0 0 1 0 0,0 0-1 0 0,1 0 0 0 0,2 21 0 0 0,0-32-26 0 0,-1 0-1 0 0,0 0 0 0 0,1 0 0 0 0,0 0 0 0 0,0 0 1 0 0,0 0-1 0 0,0 0 0 0 0,0 0 0 0 0,0-1 0 0 0,1 1 1 0 0,-1 0-1 0 0,1-1 0 0 0,0 1 0 0 0,0-1 0 0 0,0 0 1 0 0,0 1-1 0 0,0-1 0 0 0,0 0 0 0 0,4 2 0 0 0,-2-2-78 0 0,0 0-1 0 0,0 0 0 0 0,0-1 0 0 0,0 1 1 0 0,0-1-1 0 0,1 0 0 0 0,-1 0 0 0 0,0-1 1 0 0,1 1-1 0 0,-1-1 0 0 0,9 0 0 0 0,0-2-277 0 0,1 0 0 0 0,-1 0 0 0 0,0-1 0 0 0,0-1 0 0 0,0 0 0 0 0,0-1 0 0 0,19-10 0 0 0,-15 4 45 0 0,-1 0 1 0 0,0 0 0 0 0,0-2 0 0 0,-1 0-1 0 0,-1 0 1 0 0,0-2 0 0 0,-1 0-1 0 0,0 0 1 0 0,11-19 0 0 0,0-6 1119 0 0,-2-1 1 0 0,29-74-1 0 0,-49 107 1362 0 0,-10 20-1447 0 0,-12 25-71 0 0,6-7-314 0 0,2 1-1 0 0,1 1 0 0 0,1-1 0 0 0,2 2 1 0 0,-4 33-1 0 0,11-61-328 0 0,0 1 0 0 0,1-1 0 0 0,0 1 0 0 0,1-1 0 0 0,-1 1 0 0 0,1-1 0 0 0,0 1 0 0 0,0-1 0 0 0,1 0 1 0 0,-1 1-1 0 0,5 7 0 0 0,-4-10-7 0 0,-1-1 0 0 0,1 1 0 0 0,0-1-1 0 0,0 0 1 0 0,0 1 0 0 0,0-1 0 0 0,0 0 0 0 0,1 0 0 0 0,-1 0 0 0 0,1-1 0 0 0,-1 1 0 0 0,1-1 0 0 0,0 1 0 0 0,0-1 0 0 0,-1 0 0 0 0,1 0 0 0 0,0 0 0 0 0,0 0 0 0 0,0-1 0 0 0,0 1 0 0 0,0-1 0 0 0,5 1 0 0 0,4-2-83 0 0,1 0 0 0 0,0 0 0 0 0,0-1 1 0 0,0-1-1 0 0,-1 0 0 0 0,1 0 1 0 0,-1-1-1 0 0,0-1 0 0 0,0 0 1 0 0,0-1-1 0 0,-1 0 0 0 0,0-1 1 0 0,0 0-1 0 0,-1-1 0 0 0,0 0 0 0 0,18-18 1 0 0,-22 19-17 0 0,0 0 1 0 0,0 0 0 0 0,-1-1-1 0 0,0 1 1 0 0,0-1 0 0 0,-1 0-1 0 0,0 0 1 0 0,-1-1 0 0 0,1 1-1 0 0,3-19 1 0 0,-6 20 62 0 0,0 0-1 0 0,-1 1 1 0 0,0-1 0 0 0,0 0 0 0 0,0 0-1 0 0,-1 0 1 0 0,0 0 0 0 0,0 0-1 0 0,-1 0 1 0 0,0 1 0 0 0,0-1 0 0 0,-1 0-1 0 0,1 1 1 0 0,-2 0 0 0 0,-5-10-1 0 0,6 12 16 0 0,1 0 0 0 0,-1 0 0 0 0,0 1-1 0 0,0-1 1 0 0,0 1 0 0 0,0 0 0 0 0,-1 0-1 0 0,0 0 1 0 0,1 0 0 0 0,-1 0 0 0 0,0 1-1 0 0,0 0 1 0 0,0 0 0 0 0,-1 0 0 0 0,1 0-1 0 0,0 1 1 0 0,-7-2 0 0 0,5 2 1 0 0,-1 1 1 0 0,1 0-1 0 0,-1 0 1 0 0,1 0-1 0 0,0 1 1 0 0,-1 0-1 0 0,1 0 1 0 0,0 0-1 0 0,-1 1 1 0 0,1 0-1 0 0,-8 4 1 0 0,2-1 8 0 0,1 1 0 0 0,0 1 1 0 0,0 0-1 0 0,0 0 1 0 0,1 1-1 0 0,0 1 1 0 0,1 0-1 0 0,0 0 1 0 0,0 1-1 0 0,1 0 1 0 0,-14 20-1 0 0,20-25-135 0 0,-1 0 0 0 0,1 0 0 0 0,0 0 0 0 0,0 1 0 0 0,0-1 0 0 0,1 0 0 0 0,0 1 0 0 0,0-1 0 0 0,0 0 0 0 0,1 1-1 0 0,0-1 1 0 0,0 1 0 0 0,0-1 0 0 0,2 8 0 0 0,-2-9-82 0 0,1-1-1 0 0,0 0 1 0 0,1 0-1 0 0,-1 0 1 0 0,0 0-1 0 0,1-1 1 0 0,0 1-1 0 0,0 0 1 0 0,-1-1-1 0 0,2 1 1 0 0,-1-1-1 0 0,0 1 0 0 0,0-1 1 0 0,1 0-1 0 0,-1 0 1 0 0,1 0-1 0 0,0 0 1 0 0,0-1-1 0 0,-1 1 1 0 0,1-1-1 0 0,0 1 1 0 0,0-1-1 0 0,0 0 1 0 0,1 0-1 0 0,3 0 1 0 0,3 1-693 0 0,0-1 0 0 0,1 0 0 0 0,-1-1 0 0 0,0 0 0 0 0,14-2 0 0 0,-3-1-1530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12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10 112 556 0 0,'8'-12'2263'0'0,"0"-1"0"0"0,-1 0-1 0 0,0 0 1 0 0,-1 0 0 0 0,9-27 1754 0 0,-15 43-3838 0 0,0 0 0 0 0,0 0-1 0 0,0 0 1 0 0,0-1-1 0 0,0 1 1 0 0,-1 0 0 0 0,0 3-1 0 0,-12 53 1303 0 0,-2 9-856 0 0,2-1 0 0 0,-4 73 0 0 0,17-133-600 0 0,0-1 1 0 0,0 1 0 0 0,1 0-1 0 0,-1 0 1 0 0,1-1-1 0 0,1 1 1 0 0,-1 0-1 0 0,5 9 1 0 0,-5-13-19 0 0,0-1 0 0 0,0 0 0 0 0,1 0 0 0 0,-1 1 0 0 0,1-1 1 0 0,0 0-1 0 0,-1 0 0 0 0,1 0 0 0 0,0-1 0 0 0,0 1 0 0 0,0 0 0 0 0,0-1 0 0 0,1 1 1 0 0,-1-1-1 0 0,0 0 0 0 0,1 0 0 0 0,-1 0 0 0 0,1 0 0 0 0,-1 0 0 0 0,1 0 0 0 0,-1-1 1 0 0,1 1-1 0 0,-1-1 0 0 0,5 0 0 0 0,2 0-39 0 0,0 0-1 0 0,0-1 1 0 0,-1 0-1 0 0,1-1 1 0 0,0 0 0 0 0,-1 0-1 0 0,0-1 1 0 0,1 0 0 0 0,-1-1-1 0 0,0 0 1 0 0,-1 0-1 0 0,1 0 1 0 0,-1-1 0 0 0,1 0-1 0 0,-2-1 1 0 0,1 0 0 0 0,10-11-1 0 0,0-2-97 0 0,-1 0 1 0 0,-1-1-1 0 0,-1 0 0 0 0,-1-2 0 0 0,11-23 0 0 0,21-59-169 0 0,-44 102 278 0 0,-12 31 294 0 0,5-15-142 0 0,-1 8-26 0 0,1 0 0 0 0,-4 24-1 0 0,9-38-84 0 0,0 1-1 0 0,0-1 1 0 0,1 0-1 0 0,0 1 1 0 0,1-1 0 0 0,-1 0-1 0 0,2 0 1 0 0,-1 1-1 0 0,3 7 1 0 0,-2-13-11 0 0,0 0 0 0 0,0 1 0 0 0,0-1 0 0 0,1 0-1 0 0,-1-1 1 0 0,1 1 0 0 0,-1 0 0 0 0,1-1 0 0 0,0 1 0 0 0,0-1 0 0 0,0 0 0 0 0,0 0 0 0 0,0 0 0 0 0,1-1 0 0 0,-1 1 0 0 0,1-1-1 0 0,-1 1 1 0 0,1-1 0 0 0,-1 0 0 0 0,1-1 0 0 0,0 1 0 0 0,5 0 0 0 0,3 0 5 0 0,1 0 0 0 0,0 0 1 0 0,-1-1-1 0 0,1-1 0 0 0,17-3 1 0 0,-19 2-38 0 0,0 0 1 0 0,0-1 0 0 0,0-1-1 0 0,-1 0 1 0 0,1 0 0 0 0,-1-1-1 0 0,0 0 1 0 0,-1-1 0 0 0,1 0-1 0 0,-1-1 1 0 0,14-12 0 0 0,-17 13-8 0 0,0-1 1 0 0,-1 0 0 0 0,0 0 0 0 0,0 0-1 0 0,0 0 1 0 0,-1-1 0 0 0,0 0-1 0 0,0 0 1 0 0,-1 0 0 0 0,0 0-1 0 0,-1-1 1 0 0,0 1 0 0 0,0-1-1 0 0,-1 1 1 0 0,1-14 0 0 0,-2 12 9 0 0,0 0-1 0 0,0 0 1 0 0,-1 1 0 0 0,-1-1-1 0 0,0 0 1 0 0,0 0 0 0 0,-1 1-1 0 0,0 0 1 0 0,0-1 0 0 0,-1 1-1 0 0,-1 0 1 0 0,1 1 0 0 0,-10-13-1 0 0,9 14 4 0 0,0 1 0 0 0,0 0-1 0 0,-1 0 1 0 0,0 1-1 0 0,0 0 1 0 0,0 0 0 0 0,-1 0-1 0 0,1 1 1 0 0,-1 0-1 0 0,-1 0 1 0 0,1 1 0 0 0,0 0-1 0 0,-1 0 1 0 0,1 0 0 0 0,-1 1-1 0 0,-14-2 1 0 0,18 4 9 0 0,-1 0 0 0 0,1 0 1 0 0,0 1-1 0 0,-1-1 0 0 0,1 1 1 0 0,0 0-1 0 0,0 0 0 0 0,-1 1 0 0 0,1-1 1 0 0,0 1-1 0 0,0 0 0 0 0,1 0 1 0 0,-5 3-1 0 0,7-5 11 0 0,-1 1-1 0 0,1 0 1 0 0,0 0 0 0 0,0-1-1 0 0,0 1 1 0 0,0 0 0 0 0,0 0-1 0 0,0 0 1 0 0,0 0 0 0 0,0 0-1 0 0,0 1 1 0 0,0-1 0 0 0,0 0-1 0 0,1 0 1 0 0,-1 0 0 0 0,0 1 0 0 0,1-1-1 0 0,-1 0 1 0 0,1 1 0 0 0,0-1-1 0 0,-1 1 1 0 0,1-1 0 0 0,0 0-1 0 0,0 1 1 0 0,0-1 0 0 0,0 1-1 0 0,0-1 1 0 0,0 0 0 0 0,0 1-1 0 0,1-1 1 0 0,-1 1 0 0 0,0-1-1 0 0,1 0 1 0 0,-1 1 0 0 0,1-1-1 0 0,-1 0 1 0 0,1 0 0 0 0,0 1-1 0 0,0-1 1 0 0,1 2 0 0 0,1 0 4 0 0,0 0 1 0 0,1 0-1 0 0,-1-1 1 0 0,0 0-1 0 0,1 1 0 0 0,0-1 1 0 0,-1 0-1 0 0,1-1 1 0 0,0 1-1 0 0,0-1 1 0 0,0 1-1 0 0,6 0 1 0 0,51 6-130 0 0,-60-8 113 0 0,51 3-1753 0 0,91-7 0 0 0,-14-12-5067 0 0,-68 8 332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13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274 198 1612 0 0,'-19'-53'13059'0'0,"19"53"-13035"0"0,0 0 1 0 0,0-1 0 0 0,0 1 0 0 0,0 0 0 0 0,0 0 0 0 0,0 0-1 0 0,-1-1 1 0 0,1 1 0 0 0,0 0 0 0 0,0 0 0 0 0,0 0-1 0 0,0-1 1 0 0,0 1 0 0 0,-1 0 0 0 0,1 0 0 0 0,0 0-1 0 0,0 0 1 0 0,0 0 0 0 0,-1-1 0 0 0,1 1 0 0 0,0 0-1 0 0,0 0 1 0 0,0 0 0 0 0,-1 0 0 0 0,1 0 0 0 0,0 0-1 0 0,0 0 1 0 0,-1 0 0 0 0,1 0 0 0 0,0 0 0 0 0,0 0-1 0 0,0 0 1 0 0,-1 0 0 0 0,1 0 0 0 0,0 0 0 0 0,-1 0 0 0 0,-11 5 513 0 0,-6 10 7 0 0,-5 8-225 0 0,2 2-1 0 0,0 0 1 0 0,2 1-1 0 0,1 1 0 0 0,2 1 1 0 0,0 0-1 0 0,2 1 1 0 0,-14 40-1 0 0,26-63-296 0 0,0 1-1 0 0,0-1 1 0 0,1 0 0 0 0,0 1-1 0 0,0-1 1 0 0,0 1-1 0 0,1 0 1 0 0,0-1 0 0 0,2 14-1 0 0,-1-18-14 0 0,0 1 0 0 0,0-1 0 0 0,0 1 0 0 0,0-1 0 0 0,0 0 0 0 0,0 1 0 0 0,1-1 0 0 0,-1 0-1 0 0,1 0 1 0 0,0 0 0 0 0,-1 0 0 0 0,1 0 0 0 0,0 0 0 0 0,0 0 0 0 0,0-1 0 0 0,0 1 0 0 0,1-1 0 0 0,-1 1-1 0 0,0-1 1 0 0,1 0 0 0 0,-1 0 0 0 0,1 0 0 0 0,-1 0 0 0 0,1 0 0 0 0,-1-1 0 0 0,1 1 0 0 0,3-1-1 0 0,3 1 6 0 0,0 0-1 0 0,0-1 0 0 0,1 0 1 0 0,-1-1-1 0 0,0 0 0 0 0,0 0 0 0 0,0-1 1 0 0,0 0-1 0 0,0-1 0 0 0,0 0 0 0 0,0 0 1 0 0,-1-1-1 0 0,0 0 0 0 0,1-1 0 0 0,-1 1 1 0 0,10-10-1 0 0,-9 8-26 0 0,0-2-1 0 0,-1 1 1 0 0,0-2 0 0 0,0 1-1 0 0,-1-1 1 0 0,0 0-1 0 0,0 0 1 0 0,-1-1 0 0 0,-1 1-1 0 0,1-1 1 0 0,-2-1 0 0 0,1 1-1 0 0,2-13 1 0 0,-4 10-18 0 0,0-1-1 0 0,-1 1 1 0 0,-1-1 0 0 0,0 0 0 0 0,-1 0-1 0 0,-1 1 1 0 0,0-1 0 0 0,0 0 0 0 0,-2 1-1 0 0,0-1 1 0 0,0 1 0 0 0,-1 0 0 0 0,-1 0-1 0 0,0 0 1 0 0,-9-16 0 0 0,13 27 19 0 0,0 0-1 0 0,-1 0 1 0 0,1 0 0 0 0,0 0 0 0 0,-1 0 0 0 0,1 0 0 0 0,-1 0-1 0 0,0 0 1 0 0,0 1 0 0 0,1-1 0 0 0,-1 1 0 0 0,0 0 0 0 0,0-1-1 0 0,0 1 1 0 0,-1 0 0 0 0,1 0 0 0 0,0 0 0 0 0,0 0 0 0 0,-1 1-1 0 0,-3-2 1 0 0,3 2 7 0 0,0 0 0 0 0,0 1-1 0 0,0-1 1 0 0,1 1 0 0 0,-1 0 0 0 0,0-1-1 0 0,0 1 1 0 0,1 0 0 0 0,-1 1 0 0 0,1-1-1 0 0,-1 0 1 0 0,1 1 0 0 0,-1-1 0 0 0,-3 5-1 0 0,-3 2 7 0 0,0 1-1 0 0,1 0 1 0 0,0 1 0 0 0,1-1-1 0 0,0 2 1 0 0,-9 17-1 0 0,10-15 12 0 0,0 1 0 0 0,1-1 1 0 0,0 1-1 0 0,1 0 0 0 0,1 0 0 0 0,0 0 0 0 0,1 1 0 0 0,1-1 0 0 0,0 0 0 0 0,1 17 0 0 0,1-25-7 0 0,-1 0 0 0 0,1-1 0 0 0,0 1 1 0 0,0-1-1 0 0,0 1 0 0 0,1-1 0 0 0,0 0 1 0 0,0 1-1 0 0,1-1 0 0 0,-1 0 0 0 0,1 0 1 0 0,0-1-1 0 0,0 1 0 0 0,1-1 0 0 0,-1 1 0 0 0,1-1 1 0 0,0 0-1 0 0,0 0 0 0 0,0-1 0 0 0,1 1 1 0 0,0-1-1 0 0,-1 0 0 0 0,1 0 0 0 0,0-1 1 0 0,0 1-1 0 0,0-1 0 0 0,1 0 0 0 0,5 1 0 0 0,4 0-62 0 0,1 0 0 0 0,-1-1 0 0 0,0-1 0 0 0,1-1-1 0 0,-1 0 1 0 0,0-1 0 0 0,0-1 0 0 0,1 0-1 0 0,22-7 1 0 0,-16 3-45 0 0,0-2 0 0 0,0 0-1 0 0,-1-2 1 0 0,0 0 0 0 0,31-21-1 0 0,-38 22 71 0 0,-1-1-1 0 0,-1-1 0 0 0,0 0 1 0 0,0-1-1 0 0,-1 0 0 0 0,-1-1 0 0 0,0 0 1 0 0,-1-1-1 0 0,0 0 0 0 0,10-22 1 0 0,-6 5 6 0 0,-1-1 0 0 0,-2 0 0 0 0,-1 0 0 0 0,5-39 0 0 0,-9 44 1 0 0,-2 16-75 0 0,-1 0-1 0 0,1-20 1 0 0,-3 29 55 0 0,0 17 55 0 0,-3 50 1180 0 0,-23 120-1 0 0,17-136-804 0 0,-101 464 2205 0 0,-35-8-1195 0 0,116-412-1094 0 0,-4-1 0 0 0,-68 132 0 0 0,94-212-222 0 0,0 0 0 0 0,-1 0 0 0 0,0-1 1 0 0,0 0-1 0 0,-2-1 0 0 0,1 1 1 0 0,-21 15-1 0 0,27-23-59 0 0,0-1 1 0 0,-1 0 0 0 0,1 1-1 0 0,-1-1 1 0 0,0 0-1 0 0,1-1 1 0 0,-1 1-1 0 0,0-1 1 0 0,0 0 0 0 0,0 0-1 0 0,0 0 1 0 0,0 0-1 0 0,-1 0 1 0 0,1-1-1 0 0,0 0 1 0 0,0 0-1 0 0,0 0 1 0 0,0-1 0 0 0,-1 1-1 0 0,1-1 1 0 0,0 0-1 0 0,0 0 1 0 0,0 0-1 0 0,0-1 1 0 0,1 0 0 0 0,-1 1-1 0 0,0-1 1 0 0,0 0-1 0 0,1-1 1 0 0,-4-2-1 0 0,-2-3-10 0 0,0-1-1 0 0,1 0 0 0 0,0 0 1 0 0,0 0-1 0 0,1-1 0 0 0,1 0 1 0 0,0-1-1 0 0,0 1 0 0 0,1-1 1 0 0,0 0-1 0 0,1 0 0 0 0,0-1 1 0 0,1 1-1 0 0,0-1 0 0 0,-2-21 1 0 0,3 5-32 0 0,0-1 0 0 0,2 1 0 0 0,1-1 0 0 0,1 0 0 0 0,9-44 0 0 0,-2 39-81 0 0,1-1-1 0 0,2 2 0 0 0,1 0 1 0 0,1 0-1 0 0,2 1 0 0 0,2 1 1 0 0,0 1-1 0 0,2 0 1 0 0,1 2-1 0 0,39-41 0 0 0,-22 30-843 0 0,2 2 0 0 0,1 2 0 0 0,2 2 0 0 0,1 1 1 0 0,2 3-1 0 0,62-30 0 0 0,17 5-2959 0 0,-40 22-2627 0 0,-46 20 1011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14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215 750 1360 0 0,'-46'8'6168'0'0,"22"-4"-3152"0"0,-43 13-1 0 0,61-15-2799 0 0,0 0 0 0 0,0 1 0 0 0,0-1 1 0 0,0 1-1 0 0,1 1 0 0 0,-1-1 0 0 0,1 1 0 0 0,0 0 0 0 0,0 0 1 0 0,0 1-1 0 0,-7 8 0 0 0,12-12-171 0 0,-1 0 1 0 0,1 0 0 0 0,-1 0-1 0 0,0 0 1 0 0,1 0 0 0 0,0 0-1 0 0,-1 0 1 0 0,1 1 0 0 0,0-1-1 0 0,0 0 1 0 0,-1 0 0 0 0,1 0-1 0 0,0 1 1 0 0,0-1 0 0 0,0 0-1 0 0,0 0 1 0 0,1 2 0 0 0,-1-2-28 0 0,0-1-1 0 0,1 1 1 0 0,-1-1 0 0 0,0 1 0 0 0,0-1 0 0 0,1 1 0 0 0,-1-1 0 0 0,0 1 0 0 0,1-1 0 0 0,-1 1 0 0 0,1-1 0 0 0,-1 1 0 0 0,1-1 0 0 0,-1 1 0 0 0,1-1 0 0 0,-1 0 0 0 0,1 1 0 0 0,-1-1 0 0 0,1 0 0 0 0,-1 0 0 0 0,1 1 0 0 0,-1-1 0 0 0,1 0 0 0 0,0 0-1 0 0,-1 0 1 0 0,1 0 0 0 0,-1 0 0 0 0,1 0 0 0 0,0 0 0 0 0,-1 0 0 0 0,1 0 0 0 0,0 0 0 0 0,-1 0 0 0 0,1 0 0 0 0,-1 0 0 0 0,1 0 0 0 0,0-1 0 0 0,13-2 41 0 0,-1-1 0 0 0,0-1 0 0 0,0 0 0 0 0,-1-1 0 0 0,0 0 0 0 0,0-1 0 0 0,0 0 0 0 0,16-13 0 0 0,-14 7-30 0 0,0 0 0 0 0,0-1 0 0 0,-2 0 0 0 0,0-1-1 0 0,16-26 1 0 0,-11 11-45 0 0,-1 0 0 0 0,-2-2-1 0 0,-1 0 1 0 0,-1 0 0 0 0,-2-1-1 0 0,9-53 1 0 0,-12 40-38 0 0,-1-1 0 0 0,-2 1 1 0 0,-3-1-1 0 0,-2 0 0 0 0,-6-47 0 0 0,7 93 48 0 0,0 1 0 0 0,0-1 0 0 0,0 0 0 0 0,0 1 0 0 0,0-1 0 0 0,0 0 0 0 0,0 0-1 0 0,0 1 1 0 0,-1-1 0 0 0,1 0 0 0 0,0 0 0 0 0,0 1 0 0 0,-1-1 0 0 0,1 0 0 0 0,0 1 0 0 0,-1-1 0 0 0,1 1-1 0 0,-1-1 1 0 0,1 0 0 0 0,-1 1 0 0 0,1-1 0 0 0,-1 1 0 0 0,1-1 0 0 0,-1 1 0 0 0,0 0 0 0 0,0-1 0 0 0,0 1 1 0 0,0 0 0 0 0,0 0 0 0 0,1 1 0 0 0,-1-1 1 0 0,0 0-1 0 0,0 1 0 0 0,0-1 0 0 0,1 0 0 0 0,-1 1 1 0 0,0-1-1 0 0,0 1 0 0 0,1-1 0 0 0,-1 1 1 0 0,1 0-1 0 0,-1-1 0 0 0,0 1 0 0 0,1 0 0 0 0,-1 0 1 0 0,-24 40-55 0 0,-8 31 136 0 0,3 2 0 0 0,3 1 1 0 0,4 1-1 0 0,-26 146 0 0 0,49-219-76 0 0,-6 34 57 0 0,-2 42-1 0 0,8-68-37 0 0,0 0-1 0 0,1-1 0 0 0,0 1 1 0 0,0 0-1 0 0,1-1 0 0 0,0 0 1 0 0,1 1-1 0 0,1-1 0 0 0,3 10 1 0 0,-5-17-9 0 0,-1 0 0 0 0,1 0 1 0 0,0 0-1 0 0,0-1 0 0 0,0 1 0 0 0,0 0 1 0 0,1-1-1 0 0,-1 1 0 0 0,0-1 1 0 0,1 0-1 0 0,0 0 0 0 0,-1 0 0 0 0,1 0 1 0 0,0 0-1 0 0,0-1 0 0 0,0 1 1 0 0,1-1-1 0 0,4 2 0 0 0,-3-2-32 0 0,1-1-1 0 0,-1 1 1 0 0,1-1-1 0 0,-1 0 1 0 0,1 0 0 0 0,-1-1-1 0 0,1 1 1 0 0,-1-1-1 0 0,0-1 1 0 0,9-2-1 0 0,1-2-157 0 0,0 0-1 0 0,0-2 0 0 0,-1 0 0 0 0,0 0 0 0 0,-1-1 0 0 0,23-20 1 0 0,-8 2-114 0 0,-2-2 0 0 0,-1 0 0 0 0,-1-2 1 0 0,-1-1-1 0 0,-2 0 0 0 0,-2-2 1 0 0,0 0-1 0 0,16-47 0 0 0,-7 3 226 0 0,-2-1 0 0 0,25-149-1 0 0,-48 214 239 0 0,2-12 425 0 0,3-51 1 0 0,-8 75-595 0 0,-1 4-18 0 0,-12 29 152 0 0,2 0-1 0 0,1 1 1 0 0,-6 33-1 0 0,-1 0 220 0 0,-9 48 248 0 0,4 0-1 0 0,-10 168 1 0 0,32-278-550 0 0,-1 21 185 0 0,2-17-119 0 0,4-13 81 0 0,24-56-158 0 0,-11 23-78 0 0,39-64 0 0 0,-50 92 5 0 0,1 0 0 0 0,1 0 0 0 0,0 1-1 0 0,0 1 1 0 0,1-1 0 0 0,0 1 0 0 0,0 1 0 0 0,1 0 0 0 0,23-13-1 0 0,-32 20 25 0 0,1 0 1 0 0,-1-1-1 0 0,1 1 0 0 0,0 0 0 0 0,0 1 0 0 0,-1-1 0 0 0,1 0 0 0 0,0 1 0 0 0,0 0 0 0 0,0 0 0 0 0,-1 0 0 0 0,1 0 0 0 0,0 0 0 0 0,0 0 0 0 0,0 1 0 0 0,-1-1 1 0 0,1 1-1 0 0,0 0 0 0 0,0 0 0 0 0,-1 0 0 0 0,1 0 0 0 0,-1 0 0 0 0,1 0 0 0 0,-1 1 0 0 0,1-1 0 0 0,-1 1 0 0 0,4 3 0 0 0,-3-1 50 0 0,1 0-1 0 0,-1 0 1 0 0,1 1-1 0 0,-1-1 0 0 0,-1 1 1 0 0,1 0-1 0 0,-1-1 1 0 0,0 1-1 0 0,0 0 1 0 0,0 1-1 0 0,0-1 1 0 0,-1 0-1 0 0,1 11 0 0 0,0 10 183 0 0,-2 0-1 0 0,-7 51 0 0 0,1 11 201 0 0,6-85-387 0 0,2 0 23 0 0,-2-3-59 0 0,1 0-1 0 0,-1 0 1 0 0,0 0-1 0 0,0 1 1 0 0,0-1-1 0 0,0 0 1 0 0,0 0 0 0 0,0 0-1 0 0,0 0 1 0 0,0 1-1 0 0,0-1 1 0 0,1 0-1 0 0,-1 0 1 0 0,0 0-1 0 0,0 0 1 0 0,0 0-1 0 0,0 1 1 0 0,1-1-1 0 0,-1 0 1 0 0,0 0-1 0 0,0 0 1 0 0,0 0-1 0 0,0 0 1 0 0,1 0-1 0 0,-1 0 1 0 0,0 0-1 0 0,0 0 1 0 0,0 0-1 0 0,1 0 1 0 0,-1 0 0 0 0,0 0-1 0 0,0 0 1 0 0,0 0-1 0 0,1 0 1 0 0,-1 0-1 0 0,0 0 1 0 0,1 0-1 0 0,1 0 5 0 0,0 0-1 0 0,0 0 1 0 0,0-1 0 0 0,0 1-1 0 0,0-1 1 0 0,0 1 0 0 0,0-1-1 0 0,0 0 1 0 0,0 1 0 0 0,-1-1-1 0 0,1 0 1 0 0,0 0 0 0 0,0-1-1 0 0,-1 1 1 0 0,1 0 0 0 0,1-2-1 0 0,6-5 12 0 0,13-7 6 0 0,0-1 1 0 0,-2-1-1 0 0,1-1 1 0 0,23-29-1 0 0,-15 13-80 0 0,45-71 0 0 0,-62 86 26 0 0,-1 0 1 0 0,-1 0 0 0 0,0-1-1 0 0,-2 0 1 0 0,10-33 0 0 0,-18 52 21 0 0,0 1 1 0 0,1-1 0 0 0,-1 0 0 0 0,0 0 0 0 0,0 0 0 0 0,0 0 0 0 0,0 0 0 0 0,0 0 0 0 0,0 0 0 0 0,0 0 0 0 0,0 0 0 0 0,0 0 0 0 0,0 0 0 0 0,0 0 0 0 0,-1 1 0 0 0,1-1 0 0 0,0 0 0 0 0,-1 0 0 0 0,0-1 0 0 0,1 1 4 0 0,-1 1 0 0 0,1 0 0 0 0,-1 0-1 0 0,1 0 1 0 0,-1-1 0 0 0,1 1 0 0 0,-1 0 0 0 0,1 0 0 0 0,-1 0 0 0 0,0 0 0 0 0,1 0 0 0 0,-1 0-1 0 0,1 0 1 0 0,-1 0 0 0 0,1 0 0 0 0,-1 0 0 0 0,1 0 0 0 0,-1 0 0 0 0,1 1 0 0 0,-1-1 0 0 0,1 0 0 0 0,-1 0-1 0 0,0 1 1 0 0,-4 2-11 0 0,0 0-1 0 0,0 0 0 0 0,0 0 0 0 0,-6 7 0 0 0,-1 2 12 0 0,1 0 0 0 0,1 0 0 0 0,0 1 0 0 0,0 0 0 0 0,1 1 0 0 0,1 0 0 0 0,1 0 0 0 0,-8 21 0 0 0,12-27 17 0 0,0 1 0 0 0,0 0 0 0 0,1 0 0 0 0,1 1 0 0 0,0-1 0 0 0,0 0 0 0 0,1 11 0 0 0,0-15 2 0 0,1 1 1 0 0,0 0-1 0 0,0 0 1 0 0,0-1 0 0 0,1 1-1 0 0,-1 0 1 0 0,2-1-1 0 0,-1 1 1 0 0,0-1-1 0 0,1 0 1 0 0,0 0-1 0 0,4 5 1 0 0,-3-6-26 0 0,1 1 1 0 0,-1-1-1 0 0,1-1 1 0 0,0 1 0 0 0,0-1-1 0 0,0 1 1 0 0,0-1-1 0 0,0-1 1 0 0,1 1-1 0 0,-1-1 1 0 0,1 0-1 0 0,0 0 1 0 0,0-1-1 0 0,0 1 1 0 0,10 0 0 0 0,-2-1-665 0 0,0 0 1 0 0,0-1 0 0 0,1-1-1 0 0,-2 0 1 0 0,26-5 0 0 0,-30 4-631 0 0,-1-1 0 0 0,0 0 0 0 0,1-1 1 0 0,-1 1-1 0 0,9-7 0 0 0,0-2-4310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14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1 936 0 0,'-115'23'6933'0'0,"-36"8"1782"0"0,155-31-8451 0 0,208-30-4372 0 0,-146 18-119 0 0,-2 0-1882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15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93 920 0 0,'0'0'237'0'0,"-8"-2"724"0"0,1-1-1 0 0,0 1 1 0 0,0-1-1 0 0,1-1 1 0 0,-1 1 0 0 0,1-1-1 0 0,-1 0 1 0 0,1-1-1 0 0,0 0 1 0 0,-6-6-1 0 0,11 10-888 0 0,0 0 1 0 0,1 0-1 0 0,-1 1 1 0 0,0-1-1 0 0,1 0 0 0 0,-1 0 1 0 0,1 0-1 0 0,-1 0 1 0 0,1 0-1 0 0,0 0 0 0 0,-1 0 1 0 0,1 0-1 0 0,0 0 1 0 0,0 0-1 0 0,-1 0 0 0 0,1 0 1 0 0,0 0-1 0 0,0 0 1 0 0,0 0-1 0 0,0-1 0 0 0,1 1 1 0 0,-1 0-1 0 0,0 0 0 0 0,0 0 1 0 0,1 0-1 0 0,-1 0 1 0 0,0 0-1 0 0,1 0 0 0 0,-1 0 1 0 0,1 0-1 0 0,-1 1 1 0 0,1-1-1 0 0,0 0 0 0 0,0-1 1 0 0,1 0-12 0 0,0 1 0 0 0,0 0 0 0 0,0 0 0 0 0,0 0 1 0 0,0 0-1 0 0,0 0 0 0 0,1 0 0 0 0,-1 1 0 0 0,0-1 0 0 0,0 1 0 0 0,0-1 1 0 0,1 1-1 0 0,-1 0 0 0 0,0 0 0 0 0,1 0 0 0 0,-1 0 0 0 0,4 1 0 0 0,0 0 11 0 0,-1 0-1 0 0,0 1 0 0 0,1 0 1 0 0,-1-1-1 0 0,0 2 0 0 0,0-1 0 0 0,0 1 1 0 0,0 0-1 0 0,0 0 0 0 0,0 0 0 0 0,-1 0 1 0 0,0 1-1 0 0,1 0 0 0 0,4 7 1 0 0,-3-4-5 0 0,0 0 1 0 0,-1 1 0 0 0,0 0 0 0 0,-1 0-1 0 0,0 1 1 0 0,0-1 0 0 0,0 1 0 0 0,3 15-1 0 0,-5-13-18 0 0,0-1-1 0 0,-1 1 0 0 0,0 0 1 0 0,0-1-1 0 0,-1 1 0 0 0,0 0 1 0 0,-4 17-1 0 0,3-21-15 0 0,0 0 1 0 0,-1-1-1 0 0,0 1 0 0 0,-1 0 1 0 0,0-1-1 0 0,0 1 0 0 0,0-1 1 0 0,-1 0-1 0 0,1 0 0 0 0,-1 0 1 0 0,-9 8-1 0 0,12-12-26 0 0,0-1 1 0 0,0 0-1 0 0,0 0 1 0 0,0 0-1 0 0,0 0 1 0 0,-1-1-1 0 0,1 1 1 0 0,0 0-1 0 0,-1 0 1 0 0,1-1-1 0 0,0 1 1 0 0,-1-1-1 0 0,1 1 1 0 0,-1-1-1 0 0,1 0 1 0 0,0 1-1 0 0,-3-1 1 0 0,3 0-6 0 0,0 0 0 0 0,0-1 1 0 0,0 1-1 0 0,0 0 0 0 0,0 0 1 0 0,0-1-1 0 0,0 1 0 0 0,0-1 0 0 0,0 1 1 0 0,0-1-1 0 0,0 0 0 0 0,0 1 1 0 0,0-1-1 0 0,1 0 0 0 0,-1 1 1 0 0,0-1-1 0 0,0 0 0 0 0,0-1 1 0 0,-1-1-3 0 0,0 0 0 0 0,0-1 0 0 0,1 1 1 0 0,-1-1-1 0 0,1 1 0 0 0,0-1 1 0 0,0 0-1 0 0,0 1 0 0 0,0-1 0 0 0,1 0 1 0 0,-1-5-1 0 0,2-1-10 0 0,0 0 0 0 0,1 0 0 0 0,0 0 0 0 0,0 0 0 0 0,1 0 0 0 0,0 1-1 0 0,1-1 1 0 0,0 1 0 0 0,1 0 0 0 0,-1 0 0 0 0,2 1 0 0 0,-1-1 0 0 0,12-12 0 0 0,-11 15-7 0 0,0-1 1 0 0,0 0-1 0 0,0 1 0 0 0,1 0 1 0 0,0 1-1 0 0,1-1 0 0 0,-1 1 1 0 0,1 1-1 0 0,0 0 1 0 0,0 0-1 0 0,0 0 0 0 0,1 1 1 0 0,-1 0-1 0 0,1 1 0 0 0,9-2 1 0 0,-13 3 13 0 0,1 1 0 0 0,-1 0 0 0 0,0 0 0 0 0,0 1 0 0 0,0-1 1 0 0,0 1-1 0 0,0 0 0 0 0,0 1 0 0 0,0-1 0 0 0,0 1 0 0 0,0 0 1 0 0,0 0-1 0 0,-1 0 0 0 0,1 1 0 0 0,-1 0 0 0 0,0 0 0 0 0,0 0 1 0 0,0 0-1 0 0,0 1 0 0 0,0-1 0 0 0,-1 1 0 0 0,1 0 0 0 0,-1 0 1 0 0,0 0-1 0 0,0 1 0 0 0,4 8 0 0 0,-4-5 20 0 0,1 0 0 0 0,-1 0-1 0 0,0 1 1 0 0,-1 0 0 0 0,0-1 0 0 0,0 1-1 0 0,-1 0 1 0 0,0 0 0 0 0,-1 0 0 0 0,1 0-1 0 0,-2 0 1 0 0,1 0 0 0 0,-2 0 0 0 0,-2 11-1 0 0,3-14-1 0 0,0 0 0 0 0,-1-1 1 0 0,0 1-1 0 0,0 0 0 0 0,0-1 0 0 0,-1 0 0 0 0,0 0 0 0 0,0 0 0 0 0,0 0 0 0 0,-1 0 0 0 0,0-1 1 0 0,1 1-1 0 0,-2-1 0 0 0,1 0 0 0 0,0 0 0 0 0,-1 0 0 0 0,0-1 0 0 0,0 0 0 0 0,-8 5 0 0 0,12-8-14 0 0,1 0 1 0 0,-1 0-1 0 0,0 1 0 0 0,0-1 0 0 0,0 0 0 0 0,0 0 0 0 0,0 0 0 0 0,0 0 1 0 0,0 0-1 0 0,0 0 0 0 0,0 0 0 0 0,1-1 0 0 0,-1 1 0 0 0,0 0 0 0 0,0 0 1 0 0,0-1-1 0 0,0 1 0 0 0,0 0 0 0 0,1-1 0 0 0,-1 1 0 0 0,0-1 0 0 0,0 1 1 0 0,1-1-1 0 0,-2-1 0 0 0,-11-15-34 0 0,12 13 28 0 0,-1-1 1 0 0,1 0 0 0 0,1 1-1 0 0,-1-1 1 0 0,1 0-1 0 0,0 0 1 0 0,0 1 0 0 0,0-1-1 0 0,0 0 1 0 0,1 0 0 0 0,0 1-1 0 0,0-1 1 0 0,0 0 0 0 0,1 1-1 0 0,0-1 1 0 0,-1 1-1 0 0,5-6 1 0 0,1-3-16 0 0,1 0 0 0 0,0 1 0 0 0,1 0 1 0 0,12-13-1 0 0,-8 12-7 0 0,0 0 1 0 0,0 1 0 0 0,1 1-1 0 0,1 1 1 0 0,0 0-1 0 0,0 0 1 0 0,1 2 0 0 0,0 0-1 0 0,1 1 1 0 0,20-6 0 0 0,-33 11 53 0 0,1 1 0 0 0,-1 0 0 0 0,1 0 0 0 0,-1 0 0 0 0,1 1 0 0 0,0 0 0 0 0,-1 0 0 0 0,1 0 0 0 0,0 0 0 0 0,-1 1 1 0 0,1 0-1 0 0,0 0 0 0 0,-1 0 0 0 0,6 2 0 0 0,-8-2-9 0 0,1 1 0 0 0,-1-1 1 0 0,1 1-1 0 0,-1 0 0 0 0,0 0 1 0 0,0 0-1 0 0,0 0 0 0 0,0 0 0 0 0,0 0 1 0 0,0 0-1 0 0,0 1 0 0 0,-1-1 1 0 0,1 1-1 0 0,-1-1 0 0 0,0 1 0 0 0,0 0 1 0 0,0-1-1 0 0,0 1 0 0 0,0 0 1 0 0,0 0-1 0 0,-1 0 0 0 0,1-1 0 0 0,-1 1 1 0 0,0 3-1 0 0,-1 9 70 0 0,0 0 0 0 0,0 0 0 0 0,-2 0 0 0 0,0 0 0 0 0,-1-1 0 0 0,0 1 0 0 0,-11 23 0 0 0,7-17-689 0 0,0 1 0 0 0,-4 25 0 0 0,11-46 444 0 0,1 0 1 0 0,0 1-1 0 0,0-1 1 0 0,0 0 0 0 0,0 0-1 0 0,-1 0 1 0 0,1 1-1 0 0,1-1 1 0 0,-1 0 0 0 0,0 0-1 0 0,0 1 1 0 0,0-1-1 0 0,1 0 1 0 0,-1 0 0 0 0,1 0-1 0 0,-1 0 1 0 0,1 0-1 0 0,-1 1 1 0 0,1-1-1 0 0,0 0 1 0 0,-1 0 0 0 0,1 0-1 0 0,0 0 1 0 0,0-1-1 0 0,0 1 1 0 0,0 0 0 0 0,0 0-1 0 0,0 0 1 0 0,0-1-1 0 0,0 1 1 0 0,1 0 0 0 0,2 0-471 0 0,-1 1 0 0 0,1-1 1 0 0,0-1-1 0 0,-1 1 0 0 0,1-1 1 0 0,0 1-1 0 0,0-1 0 0 0,0 0 1 0 0,5-1-1 0 0,14 0-3063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17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394 658 2460 0 0,'3'-6'1208'0'0,"1"0"0"0"0,-1 0 1 0 0,0-1-1 0 0,-1 0 0 0 0,1 1 0 0 0,-1-1 0 0 0,-1 0 0 0 0,1 0 0 0 0,0-14 0 0 0,-2 20-1147 0 0,0 0-1 0 0,0 0 1 0 0,0 1-1 0 0,-1-1 0 0 0,1 0 1 0 0,0 0-1 0 0,0 0 1 0 0,-1 1-1 0 0,1-1 1 0 0,0 0-1 0 0,-1 0 0 0 0,1 1 1 0 0,-1-1-1 0 0,1 0 1 0 0,-1 1-1 0 0,0-1 0 0 0,1 0 1 0 0,-1 1-1 0 0,0-1 1 0 0,1 1-1 0 0,-1-1 1 0 0,0 1-1 0 0,1 0 0 0 0,-1-1 1 0 0,0 1-1 0 0,0 0 1 0 0,0-1-1 0 0,-1 1 0 0 0,-20-3 471 0 0,16 4-467 0 0,0 1 0 0 0,-1-1 0 0 0,1 1 0 0 0,0 0 0 0 0,0 1 0 0 0,1 0 0 0 0,-1 0 0 0 0,-8 5 0 0 0,-42 35 380 0 0,39-28-272 0 0,-24 19 174 0 0,-46 50 1 0 0,69-64-287 0 0,1 1 0 0 0,0 1 1 0 0,2 0-1 0 0,-18 34 0 0 0,30-51-41 0 0,0 1 0 0 0,1-1-1 0 0,0 0 1 0 0,0 1-1 0 0,1 0 1 0 0,0-1-1 0 0,-1 1 1 0 0,2 0 0 0 0,-1 11-1 0 0,1-15-10 0 0,0 0-1 0 0,1 0 0 0 0,-1 1 1 0 0,1-1-1 0 0,0 0 1 0 0,-1 0-1 0 0,1 0 1 0 0,0 0-1 0 0,0 0 0 0 0,0 0 1 0 0,1 0-1 0 0,-1-1 1 0 0,0 1-1 0 0,1 0 1 0 0,-1-1-1 0 0,1 1 0 0 0,-1-1 1 0 0,1 1-1 0 0,0-1 1 0 0,0 0-1 0 0,-1 1 1 0 0,1-1-1 0 0,0 0 0 0 0,0 0 1 0 0,0-1-1 0 0,1 1 1 0 0,-1 0-1 0 0,0-1 1 0 0,3 1-1 0 0,5 1-44 0 0,-1-1-1 0 0,0-1 1 0 0,1 1 0 0 0,-1-1-1 0 0,0-1 1 0 0,1 0 0 0 0,-1 0-1 0 0,0-1 1 0 0,0 0 0 0 0,0-1-1 0 0,0 0 1 0 0,0 0-1 0 0,0-1 1 0 0,-1 0 0 0 0,1 0-1 0 0,-1-1 1 0 0,12-9 0 0 0,-2 0-40 0 0,-1-1 0 0 0,-1 0 0 0 0,0-1 0 0 0,-1 0 0 0 0,0-1 0 0 0,15-26 0 0 0,48-92 38 0 0,-40 65 353 0 0,-37 68-346 0 0,-1 4 29 0 0,1 0 34 0 0,-1 1 0 0 0,-1-1 0 0 0,1 0 0 0 0,0 0 0 0 0,0 0 0 0 0,-1 0 0 0 0,1 0 0 0 0,-2 4 0 0 0,-27 71 522 0 0,17-48-445 0 0,1 0 0 0 0,1 1 0 0 0,2 0 0 0 0,-8 58 0 0 0,15-85-96 0 0,1 0 0 0 0,0-1 0 0 0,0 1-1 0 0,0 0 1 0 0,0 0 0 0 0,1-1-1 0 0,-1 1 1 0 0,1 0 0 0 0,0-1 0 0 0,0 1-1 0 0,0 0 1 0 0,0-1 0 0 0,0 1-1 0 0,0-1 1 0 0,0 0 0 0 0,1 1-1 0 0,0-1 1 0 0,2 4 0 0 0,-1-4-7 0 0,0 0 0 0 0,0 0 0 0 0,0-1 0 0 0,0 1 0 0 0,0 0 0 0 0,0-1 0 0 0,0 0 0 0 0,0 0 1 0 0,0 0-1 0 0,1 0 0 0 0,-1 0 0 0 0,0-1 0 0 0,4 1 0 0 0,8-1-109 0 0,-1 0 0 0 0,0-1 0 0 0,0-1 0 0 0,0 0 0 0 0,27-8 0 0 0,-27 6-77 0 0,0-1-1 0 0,0-1 1 0 0,0 0 0 0 0,0-1 0 0 0,-1-1 0 0 0,0 0-1 0 0,19-16 1 0 0,-15 9-1 0 0,0-2-1 0 0,-1 0 1 0 0,-1 0-1 0 0,18-28 1 0 0,-5 0-9 0 0,-3 0 1 0 0,-1-2-1 0 0,29-84 1 0 0,-14 11 474 0 0,38-191 1 0 0,-56 207 733 0 0,-19 96-1018 0 0,-17 39-38 0 0,-68 197 223 0 0,46-131 83 0 0,-6 17 29 0 0,5 2 0 0 0,-28 151 0 0 0,63-253-264 0 0,2 1-1 0 0,-1-1 1 0 0,2 1 0 0 0,0-1-1 0 0,2 16 1 0 0,-2-26-39 0 0,1 0 1 0 0,-1-1-1 0 0,1 1 1 0 0,0-1-1 0 0,0 0 1 0 0,0 1-1 0 0,0-1 1 0 0,0 0-1 0 0,1 1 1 0 0,0-1-1 0 0,-1 0 1 0 0,1 0-1 0 0,1 0 1 0 0,-1-1-1 0 0,0 1 1 0 0,0 0-1 0 0,1-1 1 0 0,0 0-1 0 0,-1 1 1 0 0,1-1-1 0 0,0 0 1 0 0,0 0-1 0 0,0-1 1 0 0,0 1-1 0 0,5 1 1 0 0,-4-2-46 0 0,0-1 1 0 0,-1 1-1 0 0,1-1 1 0 0,0 0 0 0 0,0 0-1 0 0,-1 0 1 0 0,1 0-1 0 0,0-1 1 0 0,-1 0-1 0 0,1 0 1 0 0,0 0-1 0 0,-1 0 1 0 0,1 0 0 0 0,-1-1-1 0 0,1 1 1 0 0,4-4-1 0 0,4-3-146 0 0,0 0 0 0 0,18-19 0 0 0,-27 25 164 0 0,11-12-40 0 0,-1 1-1 0 0,-1-2 0 0 0,0 0 1 0 0,-1-1-1 0 0,0 0 0 0 0,-1 0 1 0 0,-1-1-1 0 0,-1 0 0 0 0,10-30 1 0 0,-13 34 121 0 0,-1-1 0 0 0,-1 0 0 0 0,0 0 0 0 0,-1 0-1 0 0,-1 0 1 0 0,0 0 0 0 0,-1 0 0 0 0,0 0 0 0 0,-1 0 0 0 0,-1-1 0 0 0,0 1 0 0 0,-1 1 0 0 0,-6-19 0 0 0,9 31-49 0 0,0 1 0 0 0,0-1 0 0 0,-1 1-1 0 0,1-1 1 0 0,0 1 0 0 0,0 0 0 0 0,0-1 0 0 0,0 1 0 0 0,0-1 0 0 0,-1 1-1 0 0,1 0 1 0 0,0-1 0 0 0,0 1 0 0 0,-1-1 0 0 0,1 1 0 0 0,0 0 0 0 0,-1 0-1 0 0,1-1 1 0 0,0 1 0 0 0,-1 0 0 0 0,1-1 0 0 0,0 1 0 0 0,-1 0 0 0 0,1 0-1 0 0,-1 0 1 0 0,1 0 0 0 0,0-1 0 0 0,-1 1 0 0 0,1 0 0 0 0,-1 0 0 0 0,1 0 0 0 0,-1 0-1 0 0,1 0 1 0 0,-1 0 0 0 0,1 0 0 0 0,0 0 0 0 0,-1 0 0 0 0,1 0 0 0 0,-1 0-1 0 0,1 0 1 0 0,-1 0 0 0 0,1 1 0 0 0,0-1 0 0 0,-1 0 0 0 0,1 0 0 0 0,-1 0-1 0 0,1 1 1 0 0,0-1 0 0 0,-1 0 0 0 0,1 0 0 0 0,0 1 0 0 0,-1-1 0 0 0,1 0-1 0 0,0 1 1 0 0,-1-1 0 0 0,1 0 0 0 0,0 1 0 0 0,0-1 0 0 0,-1 1 0 0 0,0 1 6 0 0,0-1 1 0 0,-1 1-1 0 0,1 0 1 0 0,0 0-1 0 0,0 0 1 0 0,0 0-1 0 0,0 0 0 0 0,0 0 1 0 0,1 0-1 0 0,-2 3 1 0 0,2-2 2 0 0,1 1 1 0 0,-1-1-1 0 0,0 0 1 0 0,1 0-1 0 0,0 1 0 0 0,-1-1 1 0 0,1 0-1 0 0,1 0 1 0 0,-1 0-1 0 0,0 0 0 0 0,1 0 1 0 0,-1 0-1 0 0,1 0 1 0 0,0-1-1 0 0,0 1 0 0 0,0-1 1 0 0,4 5-1 0 0,-1-3-18 0 0,0-1 0 0 0,1 1 0 0 0,-1-1-1 0 0,1 1 1 0 0,0-2 0 0 0,0 1 0 0 0,0-1 0 0 0,10 3-1 0 0,2 0-234 0 0,0-2 0 0 0,0-1 0 0 0,0 0 0 0 0,1-1 0 0 0,29-3 0 0 0,-33 1-38 0 0,-1-1 0 0 0,1 0 0 0 0,-1-1-1 0 0,24-8 1 0 0,-30 7 228 0 0,-1 1 0 0 0,1-1 0 0 0,-1-1 0 0 0,1 1 0 0 0,-1-1 0 0 0,0 0 1 0 0,-1-1-1 0 0,0 0 0 0 0,8-7 0 0 0,-13 11 152 0 0,1-1 1 0 0,-1 1 0 0 0,0 0-1 0 0,0-1 1 0 0,0 1-1 0 0,0-1 1 0 0,0 1 0 0 0,0-1-1 0 0,0 1 1 0 0,-1-1 0 0 0,1 0-1 0 0,-1 1 1 0 0,0-1 0 0 0,0 0-1 0 0,0 1 1 0 0,0-1 0 0 0,-1-5-1 0 0,0 7-75 0 0,0 1 0 0 0,0-1 0 0 0,1 0 0 0 0,-1 1 0 0 0,0-1 0 0 0,0 1 0 0 0,1-1 0 0 0,-1 1 0 0 0,0 0 0 0 0,0-1 0 0 0,0 1 0 0 0,0 0 0 0 0,0 0 0 0 0,0-1 0 0 0,0 1 1 0 0,0 0-1 0 0,1 0 0 0 0,-1 0 0 0 0,0 0 0 0 0,0 0 0 0 0,0 0 0 0 0,0 1 0 0 0,0-1 0 0 0,0 0 0 0 0,0 0 0 0 0,0 1 0 0 0,0-1 0 0 0,1 0 0 0 0,-1 1 0 0 0,0-1 0 0 0,0 1 0 0 0,-1 0 0 0 0,-7 4 98 0 0,0 1 0 0 0,0 0 1 0 0,1 0-1 0 0,-1 1 0 0 0,1 0 0 0 0,1 1 0 0 0,-1 0 1 0 0,1 0-1 0 0,1 0 0 0 0,-7 12 0 0 0,-3 5 111 0 0,2 0 0 0 0,-19 46-1 0 0,27-55-154 0 0,0 0 0 0 0,1 0 1 0 0,-5 30-1 0 0,9-42-59 0 0,0 1 1 0 0,1-1-1 0 0,0 0 1 0 0,0 1-1 0 0,0-1 1 0 0,0 1-1 0 0,1-1 1 0 0,0 1-1 0 0,0-1 1 0 0,0 1-1 0 0,0-1 1 0 0,1 0-1 0 0,-1 0 1 0 0,1 0-1 0 0,0 0 1 0 0,1 0-1 0 0,-1 0 1 0 0,1 0-1 0 0,3 4 1 0 0,-1-4-28 0 0,-1-1 0 0 0,1 1 0 0 0,0-1 0 0 0,0 0-1 0 0,0-1 1 0 0,0 1 0 0 0,1-1 0 0 0,-1 0 0 0 0,1 0 0 0 0,-1 0 0 0 0,1-1 0 0 0,0 0 0 0 0,-1 0 0 0 0,1-1 0 0 0,0 1 0 0 0,0-1 0 0 0,9-1 0 0 0,-4-1-112 0 0,0 1 1 0 0,-1-1-1 0 0,1 0 1 0 0,0-1-1 0 0,-1-1 1 0 0,1 0-1 0 0,-1 0 1 0 0,12-7-1 0 0,-9 2 21 0 0,0 0 0 0 0,-1-1-1 0 0,-1 0 1 0 0,0-1 0 0 0,0 0 0 0 0,-1-1-1 0 0,0 0 1 0 0,-1 0 0 0 0,11-22 0 0 0,6-15 418 0 0,25-66 1 0 0,-39 87 210 0 0,7-18 327 0 0,-18 45-820 0 0,-1 3 35 0 0,0 1 0 0 0,0-1 0 0 0,-1 0 0 0 0,1 1 0 0 0,-1-1 0 0 0,0 0 0 0 0,1 1 0 0 0,-1-1 0 0 0,0 0 0 0 0,-2 3 0 0 0,-4 10 204 0 0,-10 32 466 0 0,-38 122 89 0 0,52-160-892 0 0,1 1 0 0 0,0 0-1 0 0,1-1 1 0 0,0 1 0 0 0,1 0-1 0 0,0-1 1 0 0,0 1 0 0 0,1 0-1 0 0,2 13 1 0 0,-2-19-178 0 0,1 0 0 0 0,-1 0 0 0 0,0-1 0 0 0,1 1 0 0 0,0 0 0 0 0,0-1 0 0 0,0 1 0 0 0,0-1 0 0 0,1 0 0 0 0,0 1 0 0 0,-1-1 0 0 0,1 0 0 0 0,0-1 0 0 0,0 1 0 0 0,0 0 0 0 0,1-1 0 0 0,-1 0 0 0 0,1 0 0 0 0,-1 0 0 0 0,1 0 0 0 0,0 0 0 0 0,0-1 0 0 0,0 0 0 0 0,7 2 0 0 0,-5-2-574 0 0,-1 0-1 0 0,1 0 1 0 0,0-1 0 0 0,-1 0 0 0 0,1 0 0 0 0,0 0 0 0 0,0-1 0 0 0,-1 0-1 0 0,8-2 1 0 0,4-3-3884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17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0 194 1576 0 0,'8'-25'3065'0'0,"-5"11"-1692"0"0,2 0 0 0 0,0 0-1 0 0,1 1 1 0 0,10-18 0 0 0,-14 27-1151 0 0,0 1 0 0 0,0 0 0 0 0,0 0 0 0 0,1 0 0 0 0,-1 0 0 0 0,1 0 0 0 0,0 1 0 0 0,0-1 0 0 0,0 1 1 0 0,0 0-1 0 0,1 0 0 0 0,-1 0 0 0 0,0 0 0 0 0,1 1 0 0 0,0-1 0 0 0,-1 1 0 0 0,1 0 0 0 0,0 0 0 0 0,-1 0 0 0 0,1 1 0 0 0,0-1 0 0 0,5 1 0 0 0,-4 0-83 0 0,1 1 0 0 0,0-1-1 0 0,-1 1 1 0 0,1 0 0 0 0,-1 1 0 0 0,0-1-1 0 0,1 1 1 0 0,-1 0 0 0 0,0 1 0 0 0,0-1-1 0 0,0 1 1 0 0,6 5 0 0 0,-3-2 31 0 0,-1 0 0 0 0,0 0 0 0 0,0 1 0 0 0,-1 0 0 0 0,0 1 0 0 0,0-1 0 0 0,5 10-1 0 0,-5-6-25 0 0,0 0-1 0 0,-1 1 1 0 0,0-1-1 0 0,-1 1 1 0 0,0 0-1 0 0,0 0 1 0 0,-2 0-1 0 0,1 1 1 0 0,-2-1-1 0 0,0 1 1 0 0,0-1-1 0 0,-2 14 1 0 0,0-17-28 0 0,-1 0-1 0 0,0 0 1 0 0,-1 0 0 0 0,0 0 0 0 0,-1 0 0 0 0,1-1 0 0 0,-2 0 0 0 0,1 1 0 0 0,-1-2 0 0 0,0 1 0 0 0,-1 0 0 0 0,0-1 0 0 0,-7 7-1 0 0,12-13 5 0 0,-3-4-96 0 0,4 3-25 0 0,0 0 0 0 0,0 0 1 0 0,-1 0-1 0 0,1 0 1 0 0,0 0-1 0 0,0 0 0 0 0,0 0 1 0 0,-1 0-1 0 0,1 0 0 0 0,0 0 1 0 0,0-1-1 0 0,0 1 0 0 0,0 0 1 0 0,-1 0-1 0 0,1 0 1 0 0,0 0-1 0 0,0 0 0 0 0,0-1 1 0 0,0 1-1 0 0,0 0 0 0 0,-1 0 1 0 0,1 0-1 0 0,0 0 1 0 0,0-1-1 0 0,0 1 0 0 0,0 0 1 0 0,0 0-1 0 0,0 0 0 0 0,0-1 1 0 0,0 1-1 0 0,0 0 1 0 0,0 0-1 0 0,0 0 0 0 0,0-1 1 0 0,0 1-1 0 0,0 0 0 0 0,0 0 1 0 0,0 0-1 0 0,0-1 0 0 0,7-16-137 0 0,1 1 0 0 0,1 0 0 0 0,18-25 0 0 0,39-44-196 0 0,-59 76 310 0 0,41-50-183 0 0,68-107 0 0 0,-115 164 167 0 0,-15 6-165 0 0,8 0 269 0 0,0 0-1 0 0,1 1 1 0 0,-1 0-1 0 0,1 1 1 0 0,0-1 0 0 0,0 1-1 0 0,1 0 1 0 0,0 0-1 0 0,0 0 1 0 0,-6 14 0 0 0,-1-2 128 0 0,3-3-59 0 0,0-1-1 0 0,1 2 1 0 0,1-1-1 0 0,-7 25 1 0 0,10-30-15 0 0,1 0 1 0 0,0 0-1 0 0,1 1 0 0 0,0 0 1 0 0,1-1-1 0 0,0 1 0 0 0,0-1 1 0 0,2 12-1 0 0,-1-20-80 0 0,-1 0 0 0 0,1 0-1 0 0,0-1 1 0 0,-1 1 0 0 0,1 0 0 0 0,0 0-1 0 0,0-1 1 0 0,0 1 0 0 0,1 0 0 0 0,-1-1-1 0 0,0 1 1 0 0,0-1 0 0 0,1 0 0 0 0,-1 1-1 0 0,1-1 1 0 0,-1 0 0 0 0,1 0-1 0 0,0 0 1 0 0,-1 0 0 0 0,1 0 0 0 0,0 0-1 0 0,0 0 1 0 0,0-1 0 0 0,0 1 0 0 0,-1-1-1 0 0,1 1 1 0 0,0-1 0 0 0,0 0 0 0 0,0 0-1 0 0,0 0 1 0 0,0 0 0 0 0,3 0-1 0 0,3-1-121 0 0,-1 1-1 0 0,1-1 1 0 0,-1-1-1 0 0,1 0 0 0 0,-1 0 1 0 0,0 0-1 0 0,9-5 0 0 0,-7 3-525 0 0,1-2 0 0 0,-1 1 0 0 0,-1-1-1 0 0,1-1 1 0 0,-1 1 0 0 0,0-1 0 0 0,10-12-1 0 0,-12 11-1442 0 0,0 0 0 0 0,0 0 1 0 0,-1 0-1 0 0,8-17 0 0 0,-6 7-5397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17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52 2368 0 0,'-159'-47'19083'0'0,"157"46"-18869"0"0,-7-3-21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18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41 1896 0 0,'-142'32'12855'0'0,"140"-32"-12323"0"0,17-5 231 0 0,55-10-1374 0 0,111-12 1 0 0,-40 9-6219 0 0,-92 10 1237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21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1 129 984 0 0,'9'-22'4552'0'0,"27"-50"524"0"0,-35 71-4826 0 0,12-33 7148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23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21 538 344 0 0,'11'-55'6187'0'0,"-6"38"-4733"0"0,1 0 0 0 0,11-24 1 0 0,-16 38-1290 0 0,0 3-102 0 0,-1 0 0 0 0,0-1 0 0 0,0 1 0 0 0,1 0 0 0 0,-1-1 0 0 0,0 1 1 0 0,1 0-1 0 0,-1-1 0 0 0,1 1 0 0 0,-1 0 0 0 0,0 0 0 0 0,1 0 0 0 0,-1-1 0 0 0,1 1 0 0 0,-1 0 0 0 0,1 0 0 0 0,-1 0 0 0 0,1 0 0 0 0,-1 0 1 0 0,0 0-1 0 0,1 0 0 0 0,0 0 0 0 0,2 5 103 0 0,0 0 1 0 0,-1 0-1 0 0,0 0 1 0 0,0 1-1 0 0,0-1 1 0 0,-1 0 0 0 0,0 1-1 0 0,0 0 1 0 0,0-1-1 0 0,-1 1 1 0 0,1 0-1 0 0,-1-1 1 0 0,-2 10-1 0 0,-1 12 241 0 0,-11 42-1 0 0,10-50-239 0 0,-23 85 235 0 0,-10 49-81 0 0,36-152-316 0 0,1 0 0 0 0,-1 0-1 0 0,1 0 1 0 0,0 0 0 0 0,0 0-1 0 0,0 0 1 0 0,-1 0 0 0 0,1 1-1 0 0,0-1 1 0 0,0 0 0 0 0,1 0-1 0 0,-1 0 1 0 0,0 0 0 0 0,0 0 0 0 0,0 0-1 0 0,1 0 1 0 0,-1 0 0 0 0,1 0-1 0 0,-1 0 1 0 0,0 0 0 0 0,1 0-1 0 0,0 0 1 0 0,-1 0 0 0 0,1 0-1 0 0,0 0 1 0 0,-1-1 0 0 0,1 1-1 0 0,0 0 1 0 0,0 0 0 0 0,0-1 0 0 0,-1 1-1 0 0,1-1 1 0 0,0 1 0 0 0,0-1-1 0 0,0 1 1 0 0,0-1 0 0 0,0 1-1 0 0,0-1 1 0 0,0 0 0 0 0,0 1-1 0 0,1-1 1 0 0,-1 0 0 0 0,0 0 0 0 0,0 0-1 0 0,0 0 1 0 0,0 0 0 0 0,2 0-1 0 0,3-1 2 0 0,-1 0 0 0 0,1 0 0 0 0,-1-1 0 0 0,1 1 0 0 0,-1-1 0 0 0,0 0 0 0 0,0-1 1 0 0,6-2-1 0 0,4-5-20 0 0,0 0 1 0 0,-1-1 0 0 0,0-1 0 0 0,-1 0 0 0 0,0-1 0 0 0,-1 0-1 0 0,19-28 1 0 0,-18 21-35 0 0,-1-1 0 0 0,0 0 0 0 0,-2 0 0 0 0,0-1 0 0 0,8-32 0 0 0,-17 52-2 0 0,-5 17-101 0 0,1-5 154 0 0,0 1 0 0 0,1 1 1 0 0,1-1-1 0 0,0 0 0 0 0,1 22 1 0 0,0-26 7 0 0,1 0 0 0 0,0 0 0 0 0,0 0 0 0 0,1 0 0 0 0,0 0 0 0 0,0-1 0 0 0,1 1 0 0 0,-1 0 1 0 0,1-1-1 0 0,8 12 0 0 0,-8-15-4 0 0,-1-1 1 0 0,1 1-1 0 0,0-1 1 0 0,0 0-1 0 0,0 0 1 0 0,0 0-1 0 0,0 0 0 0 0,1-1 1 0 0,-1 1-1 0 0,0-1 1 0 0,1 0-1 0 0,-1 0 1 0 0,1 0-1 0 0,-1 0 1 0 0,1 0-1 0 0,0-1 0 0 0,-1 0 1 0 0,1 0-1 0 0,0 0 1 0 0,3-1-1 0 0,3 1 6 0 0,-1-1 0 0 0,0-1 0 0 0,1 0 0 0 0,-1 0 0 0 0,0-1 0 0 0,14-6 0 0 0,-15 5-9 0 0,0 0 0 0 0,-1-1 1 0 0,0 1-1 0 0,0-2 1 0 0,0 1-1 0 0,0-1 0 0 0,-1 0 1 0 0,0 0-1 0 0,0-1 1 0 0,-1 0-1 0 0,0 0 1 0 0,0 0-1 0 0,0-1 0 0 0,-1 1 1 0 0,0-1-1 0 0,4-14 1 0 0,-4 9-20 0 0,-1 0 1 0 0,0-1-1 0 0,-1 0 1 0 0,0 1-1 0 0,-1-1 1 0 0,-1 0-1 0 0,0 1 1 0 0,-1-1-1 0 0,0 0 1 0 0,-4-13 0 0 0,4 16-12 0 0,-1 0 1 0 0,-1 1 0 0 0,0-1 0 0 0,0 1 0 0 0,-1 0 0 0 0,0 0 0 0 0,-1 0 0 0 0,0 1 0 0 0,-1-1 0 0 0,0 1 0 0 0,-11-13 0 0 0,15 21 18 0 0,1 0 1 0 0,-1 0 0 0 0,1 0-1 0 0,-1 0 1 0 0,1 0-1 0 0,-1 1 1 0 0,0-1-1 0 0,1 1 1 0 0,-1-1 0 0 0,0 1-1 0 0,0 0 1 0 0,1 0-1 0 0,-1-1 1 0 0,0 1-1 0 0,0 0 1 0 0,1 1 0 0 0,-1-1-1 0 0,0 0 1 0 0,1 0-1 0 0,-1 1 1 0 0,0-1-1 0 0,1 1 1 0 0,-1-1 0 0 0,-2 2-1 0 0,-4 5-2 0 0,3 4 7 0 0,5-10 2 0 0,0 1 0 0 0,0-1 0 0 0,0 1 0 0 0,0 0 0 0 0,0-1 0 0 0,0 1-1 0 0,0-1 1 0 0,1 1 0 0 0,-1-1 0 0 0,0 1 0 0 0,1-1 0 0 0,-1 1 0 0 0,1-1-1 0 0,0 1 1 0 0,-1-1 0 0 0,1 0 0 0 0,0 1 0 0 0,0-1 0 0 0,0 0 0 0 0,0 0-1 0 0,0 0 1 0 0,0 0 0 0 0,0 0 0 0 0,1 0 0 0 0,-1 0 0 0 0,0 0 0 0 0,1 0 0 0 0,-1 0-1 0 0,0 0 1 0 0,1-1 0 0 0,-1 1 0 0 0,1-1 0 0 0,-1 1 0 0 0,1-1 0 0 0,-1 0-1 0 0,3 1 1 0 0,4 1-70 0 0,0-1 0 0 0,1 0 0 0 0,-1 0 0 0 0,0-1 0 0 0,13 0-1 0 0,4-3-226 0 0,1 0-1 0 0,-1-2 0 0 0,0 0 0 0 0,-1-2 0 0 0,1-1 0 0 0,-1-1 0 0 0,32-17 0 0 0,-42 19 212 0 0,-1-2 0 0 0,1 1 1 0 0,-2-2-1 0 0,1 0 0 0 0,-1 0 0 0 0,-1-1 0 0 0,0-1 0 0 0,0 0 1 0 0,-1 0-1 0 0,-1-1 0 0 0,0 0 0 0 0,-1-1 0 0 0,7-14 0 0 0,-7 8 174 0 0,-2 0 0 0 0,0 0-1 0 0,-1 0 1 0 0,3-34-1 0 0,2-4 806 0 0,-11 52-652 0 0,-5 11-172 0 0,-7 14 25 0 0,-65 204 1382 0 0,46-123-874 0 0,-126 432 1056 0 0,147-484-1204 0 0,10-47-351 0 0,8-22 6 0 0,7-29-74 0 0,28-65 0 0 0,-33 96-62 0 0,1 1-1 0 0,0 0 1 0 0,1 0 0 0 0,1 1-1 0 0,0 1 1 0 0,22-22 0 0 0,-19 23-20 0 0,0 2 1 0 0,21-15 0 0 0,-30 23 24 0 0,1 1 1 0 0,-1 0-1 0 0,1 1 0 0 0,0 0 1 0 0,0 0-1 0 0,0 0 0 0 0,1 1 0 0 0,13-3 1 0 0,-18 4 16 0 0,0 1 0 0 0,1-1 1 0 0,-1 1-1 0 0,0 0 1 0 0,1 0-1 0 0,-1 0 1 0 0,0 0-1 0 0,1 1 1 0 0,-1 0-1 0 0,0-1 0 0 0,0 1 1 0 0,1 0-1 0 0,-1 1 1 0 0,0-1-1 0 0,0 0 1 0 0,0 1-1 0 0,0 0 0 0 0,-1 0 1 0 0,1-1-1 0 0,0 2 1 0 0,-1-1-1 0 0,1 0 1 0 0,-1 0-1 0 0,0 1 1 0 0,0 0-1 0 0,0-1 0 0 0,0 1 1 0 0,0 0-1 0 0,-1 0 1 0 0,1 0-1 0 0,-1 0 1 0 0,1 0-1 0 0,0 6 0 0 0,2 7 19 0 0,-2 1-1 0 0,1-1 1 0 0,-2 1-1 0 0,-1 0 1 0 0,-1 24-1 0 0,0-9 0 0 0,1-29-5 0 0,-1-1 0 0 0,1 1-1 0 0,1-1 1 0 0,-1 1 0 0 0,0-1-1 0 0,0 0 1 0 0,1 1 0 0 0,-1-1-1 0 0,1 1 1 0 0,0-1 0 0 0,0 0-1 0 0,0 1 1 0 0,0-1-1 0 0,0 0 1 0 0,1 0 0 0 0,-1 0-1 0 0,0 0 1 0 0,1 0 0 0 0,2 3-1 0 0,-2-4-2 0 0,1 0-1 0 0,0 0 0 0 0,-1 0 1 0 0,1 0-1 0 0,0 0 1 0 0,-1 0-1 0 0,1-1 0 0 0,0 1 1 0 0,0-1-1 0 0,-1 0 0 0 0,1 0 1 0 0,0 0-1 0 0,0 0 0 0 0,0 0 1 0 0,-1-1-1 0 0,1 1 0 0 0,3-2 1 0 0,10-2-70 0 0,0-1 1 0 0,-1 0-1 0 0,1-1 1 0 0,-1-1-1 0 0,-1 0 1 0 0,1-1-1 0 0,19-14 1 0 0,-11 4-51 0 0,0-1 1 0 0,-1-1-1 0 0,23-26 1 0 0,-32 30 158 0 0,18-31 1 0 0,4-4 968 0 0,-49 100-565 0 0,3-11-198 0 0,1-5-83 0 0,-18 76 149 0 0,25-93-253 0 0,1 0-1 0 0,1 0 1 0 0,0 0-1 0 0,3 31 1 0 0,-2-44-50 0 0,0-1 1 0 0,1 1-1 0 0,-1-1 1 0 0,1 0 0 0 0,0 1-1 0 0,0-1 1 0 0,-1 0-1 0 0,1 1 1 0 0,1-1-1 0 0,-1 0 1 0 0,0 0 0 0 0,0 0-1 0 0,1 0 1 0 0,0 0-1 0 0,-1 0 1 0 0,1-1-1 0 0,0 1 1 0 0,0 0 0 0 0,2 1-1 0 0,-1-1-52 0 0,1-1 0 0 0,-1 1 0 0 0,1-1 0 0 0,0 0 0 0 0,-1 0 0 0 0,1 0 0 0 0,0 0 0 0 0,0 0 0 0 0,-1-1 0 0 0,1 0 0 0 0,5 0 0 0 0,2 0-406 0 0,-1-2 0 0 0,1 1 0 0 0,0-1 0 0 0,0-1 0 0 0,-1 0 0 0 0,1-1 0 0 0,16-7 0 0 0,-15 4-1045 0 0,1-1 0 0 0,-1 0 1 0 0,-1 0-1 0 0,12-12 0 0 0,1-3-4424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23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63 952 0 0,'-5'-9'1677'0'0,"0"1"0"0"0,0 0 1 0 0,-1 0-1 0 0,0 1 0 0 0,-1-1 0 0 0,-7-5 0 0 0,13 11-1337 0 0,-16 3 263 0 0,15 1-692 0 0,1-1 0 0 0,0 1 0 0 0,-1-1 0 0 0,1 1 0 0 0,0-1 0 0 0,0 1-1 0 0,0 0 1 0 0,0 0 0 0 0,0 0 0 0 0,0-1 0 0 0,0 1 0 0 0,1 0 0 0 0,-1 0 0 0 0,1 0 0 0 0,-1 4-1 0 0,1 33-4097 0 0,1-29 2086 0 0,0 5-1416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24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322 340 2856 0 0,'-4'-22'8623'0'0,"2"20"-8270"0"0,0 0 1 0 0,1 0-1 0 0,-1 0 0 0 0,0 0 0 0 0,0 0 1 0 0,0 1-1 0 0,0-1 0 0 0,0 1 0 0 0,0 0 1 0 0,-1-1-1 0 0,1 1 0 0 0,-5-1 0 0 0,5 1-291 0 0,-1 1 0 0 0,1 0-1 0 0,-1 0 1 0 0,1 0 0 0 0,-1 0 0 0 0,1 1-1 0 0,-1-1 1 0 0,1 1 0 0 0,-1-1-1 0 0,1 1 1 0 0,0 0 0 0 0,-1 0-1 0 0,1 0 1 0 0,0 0 0 0 0,-4 2-1 0 0,-11 8 14 0 0,-1 1 0 0 0,2 1-1 0 0,-1 0 1 0 0,2 1 0 0 0,0 1-1 0 0,-23 29 1 0 0,20-21-39 0 0,2 1-1 0 0,0 0 1 0 0,2 2 0 0 0,-15 35 0 0 0,26-54-20 0 0,0 0 0 0 0,1 0 0 0 0,0 0 0 0 0,0 1 1 0 0,1-1-1 0 0,0 0 0 0 0,0 1 0 0 0,1-1 0 0 0,-1 1 1 0 0,2-1-1 0 0,0 9 0 0 0,0-13-22 0 0,0 1 1 0 0,0-1-1 0 0,0 1 1 0 0,1-1-1 0 0,-1 0 0 0 0,1 1 1 0 0,0-1-1 0 0,0 0 1 0 0,0 0-1 0 0,0 0 0 0 0,0-1 1 0 0,1 1-1 0 0,-1 0 0 0 0,1-1 1 0 0,0 0-1 0 0,0 1 1 0 0,0-1-1 0 0,0 0 0 0 0,0-1 1 0 0,0 1-1 0 0,1 0 0 0 0,-1-1 1 0 0,0 0-1 0 0,7 2 1 0 0,6 0-216 0 0,1 0 1 0 0,-1-1 0 0 0,0 0-1 0 0,1-2 1 0 0,-1 0 0 0 0,1 0 0 0 0,-1-2-1 0 0,0 0 1 0 0,19-5 0 0 0,-1-2-538 0 0,-2-1 0 0 0,1-1 1 0 0,41-22-1 0 0,-54 23 406 0 0,1-1 0 0 0,-2 0 1 0 0,1-2-1 0 0,-2-1 0 0 0,0 0 1 0 0,0-1-1 0 0,-1-1 0 0 0,-1 0 1 0 0,-1-1-1 0 0,0-1 0 0 0,23-38 0 0 0,-16 14 308 0 0,-2 0 0 0 0,18-56 0 0 0,-23 51 1235 0 0,-3-1 0 0 0,7-52 0 0 0,-15 77-357 0 0,4-45 1149 0 0,-8 66-1886 0 0,-10 28 99 0 0,-40 132 732 0 0,-35 191 0 0 0,63-224-190 0 0,22-125-734 0 0,0 0 1 0 0,0 1 0 0 0,-1-1 0 0 0,1 0 0 0 0,0 0 0 0 0,0 1 0 0 0,0-1 0 0 0,0 0 0 0 0,0 0-1 0 0,0 1 1 0 0,0-1 0 0 0,0 0 0 0 0,0 1 0 0 0,0-1 0 0 0,0 0 0 0 0,0 0 0 0 0,0 1 0 0 0,0-1-1 0 0,0 0 1 0 0,0 0 0 0 0,0 1 0 0 0,0-1 0 0 0,0 0 0 0 0,0 1 0 0 0,0-1 0 0 0,0 0-1 0 0,0 0 1 0 0,1 1 0 0 0,-1-1 0 0 0,0 0 0 0 0,0 0 0 0 0,0 0 0 0 0,0 1 0 0 0,1-1 0 0 0,-1 0-1 0 0,0 0 1 0 0,0 0 0 0 0,1 0 0 0 0,-1 1 0 0 0,0-1 0 0 0,0 0 0 0 0,1 0 0 0 0,-1 0 0 0 0,0 0-1 0 0,0 0 1 0 0,1 0 0 0 0,-1 0 0 0 0,0 0 0 0 0,0 0 0 0 0,1 0 0 0 0,-1 0 0 0 0,0 0-1 0 0,1 0 1 0 0,-1 0 0 0 0,0 0 0 0 0,0 0 0 0 0,1 0 0 0 0,-1 0 0 0 0,0 0 0 0 0,0 0 0 0 0,1 0-1 0 0,-1 0 1 0 0,0 0 0 0 0,0-1 0 0 0,1 1 0 0 0,-1 0 0 0 0,0 0 0 0 0,0 0 0 0 0,16-11 70 0 0,62-68 34 0 0,23-20-170 0 0,-88 87 5 0 0,1 1 1 0 0,0 1 0 0 0,0 0 0 0 0,1 1-1 0 0,0 0 1 0 0,1 1 0 0 0,21-7 0 0 0,-35 14 64 0 0,0 1-1 0 0,0-1 1 0 0,0 1 0 0 0,0 0 0 0 0,0 0 0 0 0,0 0 0 0 0,0 0 0 0 0,0 0 0 0 0,0 0 0 0 0,0 0 0 0 0,0 1 0 0 0,-1-1 0 0 0,1 1 0 0 0,0 0 0 0 0,0-1 0 0 0,0 1 0 0 0,0 0 0 0 0,0 0 0 0 0,-1 0 0 0 0,1 0-1 0 0,-1 1 1 0 0,1-1 0 0 0,0 0 0 0 0,-1 1 0 0 0,0-1 0 0 0,1 1 0 0 0,-1-1 0 0 0,0 1 0 0 0,0 0 0 0 0,2 2 0 0 0,-1 1 99 0 0,1 0 0 0 0,-1 0-1 0 0,0 1 1 0 0,0-1 0 0 0,-1 0 0 0 0,0 1 0 0 0,0-1-1 0 0,0 1 1 0 0,0 7 0 0 0,-1 24 326 0 0,-1-1 0 0 0,-9 53 0 0 0,9-88-423 0 0,1-1-1 0 0,0 1 1 0 0,-1 0 0 0 0,1 0-1 0 0,0 0 1 0 0,0 0-1 0 0,0 0 1 0 0,0-1 0 0 0,0 1-1 0 0,0 0 1 0 0,0 0-1 0 0,0 0 1 0 0,0 0 0 0 0,0 0-1 0 0,0-1 1 0 0,1 1-1 0 0,-1 0 1 0 0,0 0 0 0 0,0 0-1 0 0,1 0 1 0 0,-1-1-1 0 0,1 1 1 0 0,-1 0 0 0 0,1-1-1 0 0,-1 1 1 0 0,1 0-1 0 0,-1-1 1 0 0,1 1 0 0 0,0 0-1 0 0,-1-1 1 0 0,1 1-1 0 0,0-1 1 0 0,0 1 0 0 0,-1-1-1 0 0,1 1 1 0 0,1-1-1 0 0,1 1-16 0 0,0-1-1 0 0,0 0 0 0 0,0 1 0 0 0,-1-1 0 0 0,1-1 0 0 0,0 1 1 0 0,0 0-1 0 0,4-2 0 0 0,20-6-1105 0 0,1-1 0 0 0,-1-1-1 0 0,0-2 1 0 0,32-19 0 0 0,-22 12-901 0 0,9-6-2204 0 0,0-3-2098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24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25 484 1440 0 0,'-24'-8'12902'0'0,"36"0"-13037"0"0,20-8 453 0 0,159-88 507 0 0,-170 90-804 0 0,-2 0 1 0 0,1-2-1 0 0,-2 0 0 0 0,0-1 0 0 0,-1-1 0 0 0,27-36 0 0 0,-32 37-12 0 0,0-1 0 0 0,-2-1 1 0 0,0 0-1 0 0,-1 0 0 0 0,-1-1 0 0 0,0 0 0 0 0,8-40 0 0 0,-17 61-11 0 0,1-1-1 0 0,0 0 1 0 0,0 0-1 0 0,0 0 1 0 0,-1 1-1 0 0,1-1 1 0 0,0 0-1 0 0,0 0 1 0 0,0 0-1 0 0,-1 0 0 0 0,1 0 1 0 0,0 0-1 0 0,0 0 1 0 0,-1 0-1 0 0,1 1 1 0 0,0-1-1 0 0,0 0 1 0 0,-1 0-1 0 0,1 0 0 0 0,0 0 1 0 0,0 0-1 0 0,-1 0 1 0 0,1 0-1 0 0,0 0 1 0 0,0-1-1 0 0,-1 1 1 0 0,1 0-1 0 0,0 0 1 0 0,0 0-1 0 0,-1 0 0 0 0,1 0 1 0 0,0 0-1 0 0,0 0 1 0 0,-1-1-1 0 0,1 1 1 0 0,0 0-1 0 0,0 0 1 0 0,0 0-1 0 0,0 0 1 0 0,-1-1-1 0 0,1 1 0 0 0,0 0 1 0 0,0 0-1 0 0,0 0 1 0 0,0-1-1 0 0,0 1 1 0 0,0 0-1 0 0,-1 0 1 0 0,1-1-1 0 0,0 1 1 0 0,0 0-1 0 0,0 0 0 0 0,0-1 1 0 0,0 1-1 0 0,0 0 1 0 0,0 0-1 0 0,0-1 1 0 0,0 1-1 0 0,0 0 1 0 0,0 0-1 0 0,0-1 1 0 0,0 1-1 0 0,0 0 0 0 0,1 0 1 0 0,-1-1-1 0 0,0 1 1 0 0,0 0-1 0 0,0-1 1 0 0,-14 14-51 0 0,-8 16 12 0 0,1 1-1 0 0,-23 48 1 0 0,-26 71 132 0 0,25-51 48 0 0,-29 62 492 0 0,-95 304 0 0 0,168-462-522 0 0,3-8-94 0 0,-1-1 0 0 0,1 1 1 0 0,1 0-1 0 0,-1 0 1 0 0,1 0-1 0 0,0 0 1 0 0,5-7-1 0 0,-2 2-18 0 0,14-26-48 0 0,2 1 0 0 0,52-66 0 0 0,-63 90 20 0 0,0 0 0 0 0,0 0 0 0 0,1 1-1 0 0,1 1 1 0 0,-1 0 0 0 0,2 1 0 0 0,-1 0 0 0 0,2 1 0 0 0,-1 1 0 0 0,31-12 0 0 0,-41 18 22 0 0,0 0 0 0 0,0 0-1 0 0,1 0 1 0 0,-1 0 0 0 0,0 1 0 0 0,1-1 0 0 0,-1 1 0 0 0,0 0 0 0 0,1 1 0 0 0,-1-1-1 0 0,1 1 1 0 0,-1 0 0 0 0,0 0 0 0 0,0 0 0 0 0,1 0 0 0 0,-1 1 0 0 0,0 0 0 0 0,0 0-1 0 0,-1 0 1 0 0,1 0 0 0 0,0 1 0 0 0,-1-1 0 0 0,1 1 0 0 0,3 3 0 0 0,-2 0 17 0 0,0 1 0 0 0,0-1 0 0 0,-1 1 0 0 0,1 0 1 0 0,-2 0-1 0 0,1 1 0 0 0,-1-1 0 0 0,0 1 0 0 0,0-1 0 0 0,-1 1 1 0 0,0 0-1 0 0,1 9 0 0 0,-2 2 51 0 0,0-1 0 0 0,-1 1 0 0 0,-1 0 0 0 0,-3 21 1 0 0,1-23-468 0 0,2 0 1 0 0,0 1-1 0 0,0-1 1 0 0,5 31-1 0 0,-4-47 228 0 0,0 1-1 0 0,1-1 0 0 0,-1 1 0 0 0,1-1 0 0 0,0 0 1 0 0,-1 1-1 0 0,1-1 0 0 0,0 0 0 0 0,0 1 0 0 0,0-1 1 0 0,0 0-1 0 0,0 0 0 0 0,0 0 0 0 0,0 0 0 0 0,0 0 1 0 0,3 1-1 0 0,-3-1-225 0 0,0 0 0 0 0,1-1 1 0 0,-1 1-1 0 0,1-1 0 0 0,-1 1 1 0 0,1-1-1 0 0,-1 1 0 0 0,1-1 0 0 0,-1 0 1 0 0,1 0-1 0 0,-1 0 0 0 0,1 0 1 0 0,1 0-1 0 0,20-3-3018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25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347 128 188 0 0,'4'-7'1104'0'0,"0"0"0"0"0,-1 0-1 0 0,1-1 1 0 0,-1 0 0 0 0,-1 1 0 0 0,1-1 0 0 0,-1 0 0 0 0,-1 0-1 0 0,0 0 1 0 0,0 0 0 0 0,0-15 0 0 0,-1 22-1066 0 0,0 0 0 0 0,0 0 1 0 0,0 0-1 0 0,-1 0 0 0 0,1 1 1 0 0,0-1-1 0 0,0 0 0 0 0,-1 0 0 0 0,1 0 1 0 0,0 1-1 0 0,-1-1 0 0 0,1 0 1 0 0,-1 0-1 0 0,1 1 0 0 0,-1-1 0 0 0,1 0 1 0 0,-1 1-1 0 0,0-1 0 0 0,1 0 1 0 0,-1 1-1 0 0,0-1 0 0 0,1 1 0 0 0,-1-1 1 0 0,0 1-1 0 0,0 0 0 0 0,1-1 0 0 0,-1 1 1 0 0,0 0-1 0 0,0-1 0 0 0,0 1 1 0 0,1 0-1 0 0,-1 0 0 0 0,0 0 0 0 0,0 0 1 0 0,0 0-1 0 0,0 0 0 0 0,0 0 1 0 0,0 0-1 0 0,1 0 0 0 0,-1 0 0 0 0,0 0 1 0 0,0 1-1 0 0,0-1 0 0 0,-1 0 1 0 0,-2 2 1 0 0,-1 0 1 0 0,0-1 0 0 0,1 1-1 0 0,-1 1 1 0 0,-7 4 0 0 0,-25 22 102 0 0,0 1 1 0 0,2 2-1 0 0,2 1 1 0 0,1 2-1 0 0,1 1 0 0 0,-32 51 1 0 0,56-78-125 0 0,1 1 1 0 0,1 0 0 0 0,-1 0-1 0 0,2 1 1 0 0,-1-1-1 0 0,-3 16 1 0 0,8-24-13 0 0,-1 0-1 0 0,1 0 1 0 0,-1 1-1 0 0,1-1 1 0 0,0 0 0 0 0,0 0-1 0 0,0 1 1 0 0,0-1 0 0 0,0 0-1 0 0,0 0 1 0 0,1 1-1 0 0,-1-1 1 0 0,1 0 0 0 0,-1 0-1 0 0,1 0 1 0 0,0 0 0 0 0,0 0-1 0 0,0 0 1 0 0,0 0-1 0 0,0 0 1 0 0,1 0 0 0 0,-1 0-1 0 0,1 0 1 0 0,-1-1-1 0 0,1 1 1 0 0,-1-1 0 0 0,1 1-1 0 0,0-1 1 0 0,0 1 0 0 0,0-1-1 0 0,0 0 1 0 0,0 0-1 0 0,0 0 1 0 0,0 0 0 0 0,0-1-1 0 0,0 1 1 0 0,0 0 0 0 0,3 0-1 0 0,1 0-20 0 0,0-1-1 0 0,-1 1 1 0 0,1-1 0 0 0,0-1-1 0 0,-1 1 1 0 0,1-1-1 0 0,-1 1 1 0 0,1-2 0 0 0,0 1-1 0 0,-1-1 1 0 0,0 1-1 0 0,1-1 1 0 0,-1-1-1 0 0,0 1 1 0 0,7-6 0 0 0,1 0-73 0 0,-1-1 1 0 0,0 0 0 0 0,0-1-1 0 0,17-18 1 0 0,-8 3 110 0 0,-1-1-1 0 0,-1-1 0 0 0,-1-1 1 0 0,-1 0-1 0 0,-2-1 1 0 0,12-32-1 0 0,-14 35 121 0 0,-12 24-178 0 0,-1 4 17 0 0,1 8 108 0 0,-2 0 0 0 0,1-1 0 0 0,-1 1-1 0 0,-1 0 1 0 0,1-1 0 0 0,-2 0 0 0 0,1 1 0 0 0,-6 11 0 0 0,-2 13 32 0 0,-4 13-11 0 0,7-25-74 0 0,1 1 1 0 0,1-1-1 0 0,1 1 1 0 0,-2 31-1 0 0,6-52-105 0 0,0 0-1 0 0,0 0 0 0 0,0 0 1 0 0,0-1-1 0 0,0 1 0 0 0,0 0 0 0 0,1 0 1 0 0,-1 0-1 0 0,1-1 0 0 0,-1 1 1 0 0,1 0-1 0 0,0 0 0 0 0,0-1 1 0 0,0 1-1 0 0,0-1 0 0 0,0 1 1 0 0,0-1-1 0 0,0 1 0 0 0,0-1 1 0 0,1 0-1 0 0,-1 1 0 0 0,0-1 0 0 0,1 0 1 0 0,-1 0-1 0 0,1 0 0 0 0,2 1 1 0 0,-1-1-107 0 0,0 0 0 0 0,0-1 0 0 0,0 1-1 0 0,0 0 1 0 0,0-1 0 0 0,1 0 0 0 0,-1 0 0 0 0,0 0 0 0 0,0 0 0 0 0,1-1 0 0 0,-1 1 0 0 0,0-1 0 0 0,0 1 0 0 0,5-3 0 0 0,18-8-1080 0 0,1-1 1 0 0,-2-1-1 0 0,0-1 0 0 0,0-2 1 0 0,40-33-1 0 0,-28 19-458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25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164 256 4512 0 0,'37'-36'2098'0'0,"50"-62"0"0"0,-71 76-107 0 0,0 0-1 0 0,17-36 0 0 0,-32 57-1946 0 0,-1 1 0 0 0,1-1 0 0 0,-1 0 0 0 0,0 1-1 0 0,1-1 1 0 0,-1 0 0 0 0,0 0 0 0 0,0 0 0 0 0,0 1-1 0 0,0-1 1 0 0,1 0 0 0 0,-1 0 0 0 0,0 0 0 0 0,0 1 0 0 0,0-1-1 0 0,-1 0 1 0 0,1-1 0 0 0,0 2-24 0 0,0-1-1 0 0,-1 1 1 0 0,1 0 0 0 0,0-1-1 0 0,0 1 1 0 0,-1 0 0 0 0,1 0-1 0 0,0-1 1 0 0,-1 1 0 0 0,1 0 0 0 0,0 0-1 0 0,-1-1 1 0 0,1 1 0 0 0,-1 0-1 0 0,1 0 1 0 0,0 0 0 0 0,-1 0-1 0 0,1-1 1 0 0,-1 1 0 0 0,1 0-1 0 0,0 0 1 0 0,-2 0 0 0 0,-24 5 248 0 0,7 2-170 0 0,1 1-1 0 0,-1 2 1 0 0,2-1-1 0 0,-1 2 0 0 0,-23 19 1 0 0,40-29-94 0 0,0-1 1 0 0,0 1-1 0 0,0 0 1 0 0,0 0-1 0 0,1-1 1 0 0,-1 1-1 0 0,0 0 1 0 0,0 0-1 0 0,1 0 1 0 0,-1 0-1 0 0,1 0 1 0 0,-1 0-1 0 0,1 0 1 0 0,-1 0-1 0 0,1 0 1 0 0,-1 0-1 0 0,1 0 1 0 0,0 0-1 0 0,0 0 1 0 0,-1 1 0 0 0,1-1-1 0 0,0 0 1 0 0,0 0-1 0 0,0 0 1 0 0,0 0-1 0 0,1 0 1 0 0,-1 1-1 0 0,0-1 1 0 0,0 0-1 0 0,1 0 1 0 0,-1 0-1 0 0,1 0 1 0 0,-1 0-1 0 0,1 0 1 0 0,-1 0-1 0 0,1 0 1 0 0,-1 0-1 0 0,1 0 1 0 0,0 0-1 0 0,0 0 1 0 0,-1-1 0 0 0,1 1-1 0 0,0 0 1 0 0,1 1-1 0 0,6 4-2 0 0,0 0 0 0 0,0 0 0 0 0,1-1 0 0 0,10 5 0 0 0,-7-3 4 0 0,3 2-35 0 0,1 2 0 0 0,-1 0 0 0 0,20 19 0 0 0,-30-25 136 0 0,-1-1 1 0 0,1 1-1 0 0,-1 0 0 0 0,0 0 1 0 0,-1 1-1 0 0,1-1 0 0 0,-1 1 1 0 0,0-1-1 0 0,-1 1 0 0 0,1 0 1 0 0,-1 0-1 0 0,0 1 0 0 0,1 9 1 0 0,-3-12-18 0 0,0 1 0 0 0,0-1 0 0 0,-1 0 0 0 0,1 1 1 0 0,-1-1-1 0 0,-1 0 0 0 0,1 0 0 0 0,0 0 0 0 0,-1 0 0 0 0,0 0 0 0 0,0 0 1 0 0,0-1-1 0 0,0 1 0 0 0,-1 0 0 0 0,1-1 0 0 0,-1 0 0 0 0,0 0 1 0 0,0 0-1 0 0,0 0 0 0 0,-1 0 0 0 0,1 0 0 0 0,-1-1 0 0 0,1 0 1 0 0,-7 4-1 0 0,-1-1 5 0 0,0 1-1 0 0,0-1 1 0 0,0-1 0 0 0,-1 0-1 0 0,1-1 1 0 0,-1 0 0 0 0,-19 2-1 0 0,17-4-28 0 0,1-1-1 0 0,-1 0 0 0 0,0-1 1 0 0,1-1-1 0 0,-1 0 0 0 0,-13-5 0 0 0,19 5-230 0 0,1 0 0 0 0,-1-1 0 0 0,1 0 0 0 0,0 0 0 0 0,0 0-1 0 0,0-1 1 0 0,0 0 0 0 0,1-1 0 0 0,0 0 0 0 0,-1 0 0 0 0,-9-11-1 0 0,15 15-61 0 0,0-1 0 0 0,0 1 0 0 0,0-1 0 0 0,0 0 0 0 0,0 1 0 0 0,0-1 0 0 0,0 0-1 0 0,1 0 1 0 0,-1 0 0 0 0,1 0 0 0 0,-1 0 0 0 0,1 0 0 0 0,0 1 0 0 0,0-1 0 0 0,0 0-1 0 0,0 0 1 0 0,0 0 0 0 0,0 0 0 0 0,0 0 0 0 0,1 0 0 0 0,-1 0 0 0 0,2-3 0 0 0,0-1-1081 0 0,1 1 0 0 0,0-1 0 0 0,0 1 1 0 0,1 0-1 0 0,7-9 0 0 0,1-1-3084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26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511 478 1672 0 0,'-26'-26'4438'0'0,"1"-1"0"0"0,-38-55 0 0 0,62 81-4422 0 0,0 1 1 0 0,0-1-1 0 0,0 0 0 0 0,0 1 1 0 0,0-1-1 0 0,0 1 0 0 0,-1-1 0 0 0,1 1 1 0 0,0-1-1 0 0,0 1 0 0 0,0 0 1 0 0,-1 0-1 0 0,1 0 0 0 0,0-1 1 0 0,0 1-1 0 0,-1 0 0 0 0,1 1 0 0 0,0-1 1 0 0,0 0-1 0 0,-1 0 0 0 0,1 0 1 0 0,0 1-1 0 0,0-1 0 0 0,0 1 1 0 0,-1-1-1 0 0,1 1 0 0 0,0-1 1 0 0,0 1-1 0 0,0 0 0 0 0,-1 1 0 0 0,-46 35 176 0 0,2 2-1 0 0,2 2 0 0 0,1 2 0 0 0,-37 49 0 0 0,79-90-185 0 0,-20 23 77 0 0,-21 34 0 0 0,37-51-64 0 0,0 0 1 0 0,1 1 0 0 0,0-1 0 0 0,1 1 0 0 0,-1 0 0 0 0,2 0 0 0 0,-1 0 0 0 0,-1 18 0 0 0,4-25-14 0 0,-1 0 0 0 0,1 0-1 0 0,0 0 1 0 0,0-1 0 0 0,1 1-1 0 0,-1 0 1 0 0,0 0 0 0 0,1 0-1 0 0,-1 0 1 0 0,1-1 0 0 0,-1 1-1 0 0,1 0 1 0 0,0 0 0 0 0,0-1-1 0 0,0 1 1 0 0,0-1 0 0 0,0 1-1 0 0,0-1 1 0 0,0 1 0 0 0,0-1-1 0 0,0 1 1 0 0,1-1 0 0 0,-1 0-1 0 0,1 0 1 0 0,-1 0 0 0 0,1 0-1 0 0,-1 0 1 0 0,1 0 0 0 0,0 0-1 0 0,0 0 1 0 0,-1-1 0 0 0,1 1-1 0 0,0-1 1 0 0,3 1 0 0 0,1 0 5 0 0,1 0 1 0 0,-1-1-1 0 0,1 0 0 0 0,-1 0 1 0 0,1 0-1 0 0,-1-1 1 0 0,1 0-1 0 0,-1 0 1 0 0,7-3-1 0 0,4-2-16 0 0,-1-1 1 0 0,1-1-1 0 0,-1 0 1 0 0,-1-1-1 0 0,1-1 1 0 0,-2 0-1 0 0,1-2 1 0 0,-2 1-1 0 0,1-1 0 0 0,-2-1 1 0 0,0-1-1 0 0,13-18 1 0 0,9-15 462 0 0,-3-2 1 0 0,35-75-1 0 0,-63 118-512 0 0,-2 8 16 0 0,-7 18 1 0 0,-12 30 51 0 0,0-4 1 0 0,-25 69 66 0 0,39-100-71 0 0,0 0-1 0 0,1 1 0 0 0,1-1 1 0 0,0 1-1 0 0,1 25 0 0 0,1-37 0 0 0,0 0 0 0 0,1-1 0 0 0,-1 1 0 0 0,1 0 0 0 0,0-1 0 0 0,0 1 0 0 0,0-1 0 0 0,0 1 0 0 0,1-1 0 0 0,-1 1 0 0 0,1-1 0 0 0,0 0 0 0 0,0 0 0 0 0,0 0 0 0 0,0 0 0 0 0,1 0 0 0 0,2 2 0 0 0,-1-2-5 0 0,0 0 0 0 0,-1-1 0 0 0,1 0-1 0 0,0 0 1 0 0,1 0 0 0 0,-1 0 0 0 0,0 0 0 0 0,1-1 0 0 0,-1 0 0 0 0,0 0 0 0 0,1 0 0 0 0,4 0-1 0 0,5-1-61 0 0,-1 0 1 0 0,1 0-1 0 0,-1-2 0 0 0,0 0 0 0 0,1 0 0 0 0,-1-1 0 0 0,0-1 0 0 0,16-6 0 0 0,-4-2-63 0 0,-1-1-1 0 0,0 0 1 0 0,0-2-1 0 0,-2-1 1 0 0,0-1-1 0 0,-1-1 1 0 0,0 0-1 0 0,-2-2 1 0 0,0 0-1 0 0,-2-1 1 0 0,19-28 0 0 0,-4-1 23 0 0,-2-1 0 0 0,-2-2 0 0 0,-3-1 1 0 0,22-64-1 0 0,14-88 483 0 0,-60 205-389 0 0,-1 1 0 0 0,0 0 1 0 0,0 0-1 0 0,0 0 0 0 0,0 0 0 0 0,0 0 0 0 0,0 0 0 0 0,0 0 0 0 0,0-1 0 0 0,0 1 1 0 0,0 0-1 0 0,0 0 0 0 0,1 0 0 0 0,-1 0 0 0 0,0 0 0 0 0,0-1 0 0 0,0 1 0 0 0,0 0 1 0 0,0 0-1 0 0,0 0 0 0 0,0 0 0 0 0,0-1 0 0 0,0 1 0 0 0,0 0 0 0 0,-1 0 0 0 0,1 0 1 0 0,0 0-1 0 0,0 0 0 0 0,0-1 0 0 0,0 1 0 0 0,0 0 0 0 0,0 0 0 0 0,0 0 0 0 0,0 0 1 0 0,0 0-1 0 0,0 0 0 0 0,0 0 0 0 0,-1-1 0 0 0,1 1 0 0 0,0 0 0 0 0,0 0 0 0 0,0 0 1 0 0,0 0-1 0 0,0 0 0 0 0,0 0 0 0 0,-1 0 0 0 0,1 0 0 0 0,0 0 0 0 0,0 0 0 0 0,0 0 1 0 0,0 0-1 0 0,-9 6-40 0 0,-11 17 19 0 0,-33 68 169 0 0,4 3 0 0 0,-56 154 0 0 0,98-230-105 0 0,2 0 1 0 0,0 1 0 0 0,1 0 0 0 0,1 0 0 0 0,-2 37 0 0 0,5-51-28 0 0,1 1 0 0 0,-1-1 0 0 0,1 0 0 0 0,0 0 0 0 0,0 1 0 0 0,0-1 0 0 0,1 0 0 0 0,-1 0 0 0 0,1 0 0 0 0,0 0 0 0 0,1-1 0 0 0,-1 1 0 0 0,1-1 0 0 0,0 1 0 0 0,0-1 0 0 0,1 0 0 0 0,-1 0 0 0 0,1 0 0 0 0,0-1 0 0 0,0 1 0 0 0,0-1 0 0 0,0 0 0 0 0,1 0 0 0 0,-1 0 1 0 0,1-1-1 0 0,5 3 0 0 0,3-1 4 0 0,0 0 0 0 0,0-1 1 0 0,0-1-1 0 0,0 0 1 0 0,0 0-1 0 0,0-1 1 0 0,0-1-1 0 0,1-1 1 0 0,-1 1-1 0 0,0-2 1 0 0,0 0-1 0 0,17-5 0 0 0,-1-1-41 0 0,1-2 0 0 0,-1 0 0 0 0,-1-2 0 0 0,32-19 0 0 0,-31 13-64 0 0,-1-1 0 0 0,0-1 1 0 0,-2-2-1 0 0,0 0 0 0 0,-2-2 1 0 0,0-1-1 0 0,-2-1 0 0 0,-1 0 1 0 0,20-33-1 0 0,-9 5 60 0 0,-2-1 1 0 0,-2-2 0 0 0,-3-1-1 0 0,18-62 1 0 0,-34 89 456 0 0,10-60-1 0 0,-19 90-424 0 0,0 0-1 0 0,0 0 0 0 0,1 0 0 0 0,-1 0 1 0 0,0 0-1 0 0,0 1 0 0 0,0-1 0 0 0,0 0 1 0 0,0 0-1 0 0,0 0 0 0 0,0 0 0 0 0,0 0 1 0 0,0 1-1 0 0,-1-1 0 0 0,1 0 0 0 0,0 0 1 0 0,0 0-1 0 0,-1 0 0 0 0,1 1 0 0 0,-1-1 1 0 0,1 0-1 0 0,0 0 0 0 0,-1 1 0 0 0,1-1 1 0 0,-1 0-1 0 0,-1 0 0 0 0,1 1-2 0 0,0-1-1 0 0,0 1 1 0 0,0 0-1 0 0,0 0 0 0 0,0 0 1 0 0,0 0-1 0 0,0 0 1 0 0,0 1-1 0 0,0-1 1 0 0,0 0-1 0 0,-1 0 1 0 0,1 1-1 0 0,0-1 1 0 0,0 1-1 0 0,0-1 0 0 0,1 1 1 0 0,-3 0-1 0 0,-5 4-17 0 0,1 1 0 0 0,-1 0 0 0 0,-10 11 0 0 0,-14 17 11 0 0,2 2 0 0 0,1 2 0 0 0,2 0 0 0 0,2 2 1 0 0,2 1-1 0 0,-32 74 0 0 0,49-100 43 0 0,1 0 1 0 0,1 1 0 0 0,0 0-1 0 0,1-1 1 0 0,0 1-1 0 0,1 0 1 0 0,1 1 0 0 0,1-1-1 0 0,2 19 1 0 0,-2-28-64 0 0,2 1 0 0 0,-1-1 0 0 0,1 0 1 0 0,0 0-1 0 0,1 1 0 0 0,0-1 0 0 0,0 0 1 0 0,0-1-1 0 0,1 1 0 0 0,0-1 0 0 0,0 0 1 0 0,1 1-1 0 0,0-2 0 0 0,0 1 0 0 0,0-1 1 0 0,1 1-1 0 0,-1-2 0 0 0,1 1 0 0 0,0-1 1 0 0,1 1-1 0 0,9 4 0 0 0,-3-4-563 0 0,0 1-1 0 0,0-2 0 0 0,0 0 1 0 0,22 4-1 0 0,26-2-5145 0 0,-26-7-113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27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2048 0 0,'5'-7'1645'0'0,"-1"0"-1"0"0,0 0 0 0 0,-1-1 0 0 0,0 1 1 0 0,4-12-1 0 0,4-10 1847 0 0,-5 21-1681 0 0,-7 19-948 0 0,-9 34-405 0 0,5-28-63 0 0,0 6-205 0 0,1 0 0 0 0,1 0 0 0 0,-1 30 0 0 0,4-48-171 0 0,0 1 0 0 0,0-1 0 0 0,1 1 1 0 0,-1-1-1 0 0,1 1 0 0 0,0-1 1 0 0,1 1-1 0 0,-1-1 0 0 0,1 0 0 0 0,0 0 1 0 0,1 0-1 0 0,-1 0 0 0 0,1 0 0 0 0,0 0 1 0 0,0-1-1 0 0,0 1 0 0 0,1-1 1 0 0,0 0-1 0 0,7 7 0 0 0,-6-8-162 0 0,0 0 0 0 0,1-1 0 0 0,-1 1 0 0 0,1-1 0 0 0,-1 0 0 0 0,1-1 0 0 0,0 1 0 0 0,0-1 0 0 0,0 0 0 0 0,0 0 1 0 0,0-1-1 0 0,0 0 0 0 0,0 0 0 0 0,0-1 0 0 0,0 1 0 0 0,0-1 0 0 0,11-3 0 0 0,-8 1-750 0 0,0 0 1 0 0,0 0-1 0 0,-1-1 0 0 0,1 0 1 0 0,-1 0-1 0 0,1-1 0 0 0,-1 0 1 0 0,-1-1-1 0 0,1 0 1 0 0,11-11-1 0 0,-2-4-4330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28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75 1784 0 0,'-13'-17'2468'0'0,"4"4"-144"0"0,-1 1 0 0 0,-19-19 0 0 0,27 29-2117 0 0,2 2-447 0 0,-1 0 202 0 0,1 0 0 0 0,0 0-1 0 0,-1 0 1 0 0,1 0 0 0 0,0 0 0 0 0,-1 0-1 0 0,1 0 1 0 0,0 0 0 0 0,0 0 0 0 0,-1 0-1 0 0,1 0 1 0 0,0 1 0 0 0,-1-1 0 0 0,1 0-1 0 0,0 0 1 0 0,0 0 0 0 0,-1 0 0 0 0,1 0-1 0 0,0 1 1 0 0,0-1 0 0 0,-1 0 0 0 0,1 0-1 0 0,0 0 1 0 0,0 1 0 0 0,0-1 0 0 0,-1 0-1 0 0,1 0 1 0 0,0 1 0 0 0,0-1 0 0 0,0 0-1 0 0,0 0 1 0 0,0 1 0 0 0,0-1 0 0 0,0 0-1 0 0,-1 1 1 0 0,1-1 0 0 0,0 0 0 0 0,0 1-1 0 0,0-1 1 0 0,0 0 0 0 0,0 0 0 0 0,0 1-1 0 0,0-1 1 0 0,0 0 0 0 0,0 1 0 0 0,1-1-1 0 0,-1 0 1 0 0,0 0 0 0 0,0 1 0 0 0,0-1-1 0 0,0 0 1 0 0,0 1 0 0 0,0-1-1 0 0,1 0 1 0 0,-1 0 0 0 0,0 1 0 0 0,0-1-1 0 0,12 15-3888 0 0,-3-9 1286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28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14 2000 0 0,'12'-13'12638'0'0,"-10"24"-12053"0"0,-2 6-238 0 0,0 0-1 0 0,-1 0 1 0 0,-4 17-1 0 0,0-3-95 0 0,-31 357 1016 0 0,32-355-1225 0 0,-4 61 74 0 0,7-81-578 0 0,1 0 0 0 0,1 1 0 0 0,0-1 0 0 0,6 23 0 0 0,-6-33 215 0 0,0 0 0 0 0,0 0 0 0 0,0 0 0 0 0,1 0 0 0 0,-1-1 0 0 0,1 1 0 0 0,0 0 0 0 0,0-1 0 0 0,0 0 0 0 0,0 1 0 0 0,0-1-1 0 0,0 0 1 0 0,1 0 0 0 0,-1 0 0 0 0,4 2 0 0 0,-3-3-272 0 0,-1 0 0 0 0,1 1 0 0 0,0-1 1 0 0,-1 0-1 0 0,1 0 0 0 0,0-1 0 0 0,0 1 0 0 0,-1 0 0 0 0,1-1 0 0 0,4 0 1 0 0,8-1-3393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28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92 2624 0 0,'49'-91'13627'0'0,"-52"91"-13462"0"0,-13 7-46 0 0,0 0 1 0 0,0 0 0 0 0,1 2 0 0 0,0-1 0 0 0,0 2 0 0 0,-18 16 0 0 0,10-9-47 0 0,19-14-56 0 0,-1 1-1 0 0,1-1 1 0 0,0 1-1 0 0,0 0 1 0 0,0 0 0 0 0,0 1-1 0 0,1-1 1 0 0,0 1-1 0 0,0 0 1 0 0,-4 8-1 0 0,7-12-12 0 0,-1 0 0 0 0,1 0-1 0 0,0 0 1 0 0,0 0-1 0 0,1-1 1 0 0,-1 1 0 0 0,0 0-1 0 0,0 0 1 0 0,0 0 0 0 0,1 0-1 0 0,-1 0 1 0 0,0 0-1 0 0,1 0 1 0 0,-1-1 0 0 0,1 1-1 0 0,-1 0 1 0 0,1 0 0 0 0,-1 0-1 0 0,1-1 1 0 0,-1 1 0 0 0,1 0-1 0 0,0-1 1 0 0,-1 1-1 0 0,1-1 1 0 0,0 1 0 0 0,1 0-1 0 0,20 13 35 0 0,6-2-67 0 0,30 10 0 0 0,-34-14-55 0 0,46 22 0 0 0,-68-30 109 0 0,0 1 0 0 0,0 0 0 0 0,0 0 0 0 0,0 0-1 0 0,-1 1 1 0 0,1-1 0 0 0,-1 0 0 0 0,1 1 0 0 0,-1-1 0 0 0,1 1-1 0 0,-1-1 1 0 0,0 1 0 0 0,1 0 0 0 0,-1 0 0 0 0,0-1 0 0 0,0 1-1 0 0,0 0 1 0 0,-1 0 0 0 0,1 0 0 0 0,0 0 0 0 0,-1 0 0 0 0,1 0 0 0 0,-1 0-1 0 0,0 0 1 0 0,0 1 0 0 0,0-1 0 0 0,0 0 0 0 0,0 0 0 0 0,0 0-1 0 0,0 0 1 0 0,-1 0 0 0 0,1 0 0 0 0,-1 0 0 0 0,1 0 0 0 0,-1 0-1 0 0,0 0 1 0 0,0 0 0 0 0,-1 3 0 0 0,-1-1 29 0 0,0 1 0 0 0,0-1 0 0 0,-1 1 0 0 0,1-1 0 0 0,-1 0 0 0 0,0 0 0 0 0,0-1 0 0 0,-1 1 0 0 0,1-1 1 0 0,0 0-1 0 0,-1 0 0 0 0,0 0 0 0 0,-7 2 0 0 0,6-3-309 0 0,-1 0 1 0 0,0 0-1 0 0,0 0 1 0 0,0-1-1 0 0,0 0 1 0 0,0-1-1 0 0,0 0 1 0 0,0 0-1 0 0,-9-1 1 0 0,11 0-549 0 0,1 0 1 0 0,-1 0-1 0 0,1 0 0 0 0,-1-1 1 0 0,1 0-1 0 0,0 1 1 0 0,0-2-1 0 0,0 1 0 0 0,0 0 1 0 0,-4-4-1 0 0,-5-5-4565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28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52 2380 0 0,'-37'-25'8824'0'0,"9"7"-4775"0"0,27 17-3560 0 0,4-2-201 0 0,-3 3-284 0 0,0 0 1 0 0,1-1-1 0 0,-1 1 0 0 0,0 0 1 0 0,0 0-1 0 0,0-1 1 0 0,0 1-1 0 0,1 0 0 0 0,-1 0 1 0 0,0-1-1 0 0,0 1 1 0 0,1 0-1 0 0,-1 0 1 0 0,0 0-1 0 0,1-1 0 0 0,-1 1 1 0 0,0 0-1 0 0,0 0 1 0 0,1 0-1 0 0,-1 0 0 0 0,0 0 1 0 0,1 0-1 0 0,-1 0 1 0 0,0-1-1 0 0,1 1 1 0 0,-1 0-1 0 0,0 0 0 0 0,1 0 1 0 0,-1 0-1 0 0,0 0 1 0 0,1 1-1 0 0,0-1 0 0 0,119 3-3036 0 0,-47 1-2720 0 0,-40-3 765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29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107 576 1056 0 0,'-3'1'2315'0'0,"-34"13"3791"0"0,35-14-5555 0 0,2 0-425 0 0,-1 1 1 0 0,1-1 0 0 0,-1 0-1 0 0,1 0 1 0 0,-1 0 0 0 0,1 0 0 0 0,0 0-1 0 0,-1 1 1 0 0,1-1 0 0 0,-1 0-1 0 0,1 0 1 0 0,0 1 0 0 0,-1-1 0 0 0,1 0-1 0 0,0 1 1 0 0,-1-1 0 0 0,1 0-1 0 0,0 1 1 0 0,-1-1 0 0 0,1 1-1 0 0,4 0-6 0 0,1-1-1 0 0,-1 0 1 0 0,0 0-1 0 0,1 0 0 0 0,-1 0 1 0 0,1-1-1 0 0,-1 0 1 0 0,0 0-1 0 0,6-2 0 0 0,43-17 200 0 0,-43 15-297 0 0,1 0 0 0 0,-1-1 0 0 0,0-1 0 0 0,0 0 1 0 0,-1 0-1 0 0,1-1 0 0 0,-2 0 0 0 0,1-1 1 0 0,8-11-1 0 0,-12 13 2 0 0,0-1 1 0 0,0 0-1 0 0,-1 0 0 0 0,0 0 1 0 0,0 0-1 0 0,-1 0 1 0 0,0-1-1 0 0,-1 0 0 0 0,0 1 1 0 0,0-1-1 0 0,0 0 1 0 0,-1-18-1 0 0,-1 25-17 0 0,0-1 0 0 0,0 1 0 0 0,0-1 0 0 0,-1 0 0 0 0,1 1 0 0 0,-1-1 0 0 0,1 1 0 0 0,-1 0 1 0 0,-2-4-1 0 0,3 5-9 0 0,-1 0-1 0 0,1 0 1 0 0,-1 1 0 0 0,1-1 0 0 0,-1 1 0 0 0,0-1 0 0 0,1 0 0 0 0,-1 1 0 0 0,0-1 0 0 0,1 1 0 0 0,-1 0 0 0 0,0-1 0 0 0,1 1 0 0 0,-1-1 0 0 0,0 1 0 0 0,0 0 0 0 0,0 0 0 0 0,1-1 0 0 0,-1 1-1 0 0,0 0 1 0 0,0 0 0 0 0,0 0 0 0 0,0 0 0 0 0,0 0 0 0 0,1 0 0 0 0,-1 0 0 0 0,0 0 0 0 0,0 0 0 0 0,0 1 0 0 0,0-1 0 0 0,1 0 0 0 0,-1 0 0 0 0,-1 1 0 0 0,-11 5 11 0 0,1 0 1 0 0,0 1-1 0 0,0 0 1 0 0,1 1-1 0 0,-1 1 1 0 0,2-1-1 0 0,-1 2 1 0 0,1-1-1 0 0,-9 14 1 0 0,-7 7 164 0 0,2 2-1 0 0,-20 36 1 0 0,33-51-130 0 0,1 1-1 0 0,1 0 0 0 0,-9 26 0 0 0,16-40-30 0 0,0 1-1 0 0,1-1 1 0 0,0 0-1 0 0,0 1 1 0 0,0-1-1 0 0,1 1 0 0 0,-1-1 1 0 0,1 1-1 0 0,0-1 1 0 0,0 1-1 0 0,1-1 1 0 0,-1 1-1 0 0,1-1 1 0 0,0 1-1 0 0,1-1 0 0 0,-1 0 1 0 0,0 1-1 0 0,1-1 1 0 0,0 0-1 0 0,0 0 1 0 0,5 7-1 0 0,-3-8-5 0 0,0 0 1 0 0,0 0-1 0 0,0 0 0 0 0,0 0 1 0 0,0 0-1 0 0,0-1 0 0 0,1 0 1 0 0,-1 0-1 0 0,1 0 0 0 0,-1-1 0 0 0,1 1 1 0 0,0-1-1 0 0,7 1 0 0 0,3 0-53 0 0,-1-1 0 0 0,1 0-1 0 0,18-2 1 0 0,-12-2-222 0 0,0 0 0 0 0,0-1 0 0 0,0-1 0 0 0,-1-1 0 0 0,0-1 0 0 0,0-1 0 0 0,0 0 0 0 0,-1-2 0 0 0,-1 0 0 0 0,0-1 0 0 0,0-1 0 0 0,25-22 0 0 0,-15 9-16 0 0,-1-1 0 0 0,-2-2-1 0 0,0 0 1 0 0,-2-2 0 0 0,-1-1-1 0 0,22-41 1 0 0,-7 1 487 0 0,33-89 1 0 0,-12 0 3657 0 0,-52 144-3502 0 0,-1-1-18 0 0,-5 27-13 0 0,-8 24 318 0 0,-1 0 0 0 0,-2 0 0 0 0,-15 32-1 0 0,-1 1-33 0 0,-15 42-50 0 0,-23 70 181 0 0,54-143-889 0 0,1 0 1 0 0,3 0-1 0 0,-4 40 0 0 0,10-68-254 0 0,1 0 0 0 0,0 1 0 0 0,0-1-1 0 0,1 0 1 0 0,3 12 0 0 0,-4-17 63 0 0,1-1 0 0 0,0 1-1 0 0,-1-1 1 0 0,1 1-1 0 0,1-1 1 0 0,-1 1 0 0 0,0-1-1 0 0,0 0 1 0 0,1 0-1 0 0,-1 1 1 0 0,1-1 0 0 0,0 0-1 0 0,0 0 1 0 0,0-1 0 0 0,0 1-1 0 0,0 0 1 0 0,0-1-1 0 0,0 1 1 0 0,3 1 0 0 0,23-1-7571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30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235 205 1260 0 0,'8'-6'7552'0'0,"9"-2"-2938"0"0,11 6-3675 0 0,-25 2-842 0 0,0 0 51 0 0,19-12 730 0 0,-18 6-827 0 0,0-1-1 0 0,0 0 1 0 0,-1-1 0 0 0,0 1-1 0 0,0 0 1 0 0,-1-1 0 0 0,0 0-1 0 0,1-11 1 0 0,-2 14-25 0 0,0-1 0 0 0,-1 0 0 0 0,1 1 1 0 0,-2-1-1 0 0,1 1 0 0 0,0-1 0 0 0,-1 1 0 0 0,0-1 0 0 0,-1 1 1 0 0,1-1-1 0 0,-1 1 0 0 0,0 0 0 0 0,-4-7 0 0 0,5 10-27 0 0,0 1 0 0 0,0 0 1 0 0,0-1-1 0 0,0 1 0 0 0,-1 0 0 0 0,1 0 0 0 0,-1 0 0 0 0,1 0 0 0 0,-1 0 0 0 0,1 0 1 0 0,-1 1-1 0 0,1-1 0 0 0,-1 0 0 0 0,0 1 0 0 0,1-1 0 0 0,-1 1 0 0 0,0 0 0 0 0,1-1 1 0 0,-1 1-1 0 0,0 0 0 0 0,0 0 0 0 0,1 0 0 0 0,-1 0 0 0 0,0 0 0 0 0,0 1 0 0 0,1-1 1 0 0,-1 1-1 0 0,0-1 0 0 0,1 1 0 0 0,-1-1 0 0 0,1 1 0 0 0,-4 2 0 0 0,5-3 1 0 0,-15 7 27 0 0,0 0 0 0 0,1 1 0 0 0,0 1 0 0 0,0 0 1 0 0,1 1-1 0 0,0 1 0 0 0,-15 15 0 0 0,4 0 55 0 0,1 1 0 0 0,-27 39 0 0 0,42-53-66 0 0,0 0 1 0 0,1 1-1 0 0,0 0 0 0 0,-7 20 0 0 0,12-27-4 0 0,0 1 0 0 0,0-1 0 0 0,1 0-1 0 0,0 0 1 0 0,0 1 0 0 0,0-1 0 0 0,1 1-1 0 0,0-1 1 0 0,1 0 0 0 0,0 1-1 0 0,2 8 1 0 0,-2-12-150 0 0,1 0-1 0 0,-1 0 1 0 0,1 0-1 0 0,0-1 0 0 0,0 1 1 0 0,1-1-1 0 0,-1 1 1 0 0,1-1-1 0 0,0 0 1 0 0,0 0-1 0 0,0 0 1 0 0,0 0-1 0 0,0-1 1 0 0,0 1-1 0 0,1-1 0 0 0,0 0 1 0 0,-1 0-1 0 0,6 3 1 0 0,-4-3-498 0 0,1 0 1 0 0,-1 0 0 0 0,1-1-1 0 0,0 0 1 0 0,-1 1 0 0 0,1-2-1 0 0,0 1 1 0 0,0-1 0 0 0,0 0 0 0 0,-1 0-1 0 0,1 0 1 0 0,10-3 0 0 0,5-3-3036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30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107 134 104 0 0,'53'-103'11809'0'0,"-53"103"-11787"0"0,0-1 0 0 0,0 1 0 0 0,1 0 0 0 0,-1-1 0 0 0,0 1 0 0 0,0 0 1 0 0,0-1-1 0 0,0 1 0 0 0,0 0 0 0 0,0-1 0 0 0,1 1 0 0 0,-1 0 0 0 0,0-1 0 0 0,0 1 0 0 0,0 0 0 0 0,1-1 0 0 0,-1 1 0 0 0,0 0 0 0 0,0 0 0 0 0,1 0 0 0 0,-1-1 1 0 0,0 1-1 0 0,1 0 0 0 0,-1 0 0 0 0,0 0 0 0 0,0-1 0 0 0,1 1 0 0 0,-1 0 0 0 0,0 0 0 0 0,1 0 0 0 0,-1 0 0 0 0,1 0 0 0 0,-1 0 0 0 0,0 0 0 0 0,1 0 0 0 0,-1 0 0 0 0,0 0 1 0 0,1 0-1 0 0,-1 0 0 0 0,0 0 0 0 0,1 0 0 0 0,-1 0 0 0 0,0 0 0 0 0,1 1 0 0 0,-1-1 0 0 0,0 0 0 0 0,1 0 0 0 0,-1 0 0 0 0,0 0 0 0 0,1 1 0 0 0,-1-1 0 0 0,0 0 1 0 0,0 0-1 0 0,1 1 0 0 0,-1-1 0 0 0,0 0 0 0 0,0 0 0 0 0,0 1 0 0 0,1-1 0 0 0,-1 0 0 0 0,0 1 0 0 0,0-1 0 0 0,0 0 0 0 0,0 1 0 0 0,0-1 0 0 0,1 0 0 0 0,-1 1 1 0 0,7 24 897 0 0,-9 7-251 0 0,0-1-1 0 0,-2 1 1 0 0,-2-1-1 0 0,-12 44 1 0 0,0-19-233 0 0,-38 79-1 0 0,54-130-386 0 0,0-1-1 0 0,0 0 0 0 0,0 0 0 0 0,-1 0 0 0 0,0 0 1 0 0,0 0-1 0 0,0-1 0 0 0,0 1 0 0 0,-7 5 0 0 0,8-8 1 0 0,-12-5 12 0 0,12 3-59 0 0,1 1 0 0 0,-1-1-1 0 0,1 0 1 0 0,-1 0-1 0 0,1 0 1 0 0,0 0 0 0 0,0 0-1 0 0,-1 0 1 0 0,1-1 0 0 0,0 1-1 0 0,0 0 1 0 0,0 0-1 0 0,0-1 1 0 0,0 1 0 0 0,0-1-1 0 0,1 1 1 0 0,-1-1-1 0 0,0 1 1 0 0,1-1 0 0 0,-1 0-1 0 0,1-1 1 0 0,-5-35-31 0 0,5 36 26 0 0,0-11-27 0 0,0 0 0 0 0,2 0 0 0 0,-1 0 0 0 0,2 1 0 0 0,0-1 1 0 0,0 0-1 0 0,1 1 0 0 0,0 0 0 0 0,1 0 0 0 0,1 0 0 0 0,0 1 0 0 0,12-19 1 0 0,-7 15-19 0 0,1 0 0 0 0,0 1 1 0 0,1 1-1 0 0,0 0 0 0 0,1 0 1 0 0,0 1-1 0 0,1 1 1 0 0,20-12-1 0 0,-30 20 27 0 0,0 1-1 0 0,0-1 1 0 0,0 1-1 0 0,1 0 1 0 0,-1 0 0 0 0,1 1-1 0 0,-1-1 1 0 0,1 1 0 0 0,-1 0-1 0 0,1 1 1 0 0,0 0-1 0 0,-1-1 1 0 0,7 2 0 0 0,-8 0 12 0 0,0 0 1 0 0,0 0 0 0 0,-1 0-1 0 0,1 0 1 0 0,-1 1 0 0 0,1-1-1 0 0,-1 1 1 0 0,1 0 0 0 0,-1 0-1 0 0,0 0 1 0 0,0 1-1 0 0,0-1 1 0 0,0 1 0 0 0,-1 0-1 0 0,1-1 1 0 0,-1 1 0 0 0,1 0-1 0 0,-1 1 1 0 0,0-1 0 0 0,2 5-1 0 0,0 0 9 0 0,0 1 0 0 0,-1 0 0 0 0,0 0 0 0 0,-1 1 0 0 0,0-1-1 0 0,0 0 1 0 0,0 17 0 0 0,-1-3 288 0 0,-5 45 1 0 0,-1-51 549 0 0,5-17-828 0 0,0 0 1 0 0,0 0-1 0 0,0 1 0 0 0,-1-1 1 0 0,1 0-1 0 0,0 0 0 0 0,0 0 0 0 0,0 0 1 0 0,0 0-1 0 0,0 1 0 0 0,-1-1 1 0 0,1 0-1 0 0,0 0 0 0 0,0 0 0 0 0,0 0 1 0 0,-1 0-1 0 0,1 0 0 0 0,0 0 1 0 0,0 0-1 0 0,0 0 0 0 0,-1 0 0 0 0,1 0 1 0 0,0 0-1 0 0,0 0 0 0 0,0 0 1 0 0,-1 0-1 0 0,1 0 0 0 0,0 0 0 0 0,0 0 1 0 0,0 0-1 0 0,-1 0 0 0 0,1 0 1 0 0,0 0-1 0 0,0 0 0 0 0,0 0 0 0 0,-1 0 1 0 0,0-1-3 0 0,0 0 1 0 0,0 0 0 0 0,1 0-1 0 0,-1-1 1 0 0,0 1-1 0 0,1 0 1 0 0,-1 0 0 0 0,0 0-1 0 0,1-1 1 0 0,-1 1 0 0 0,1 0-1 0 0,0-1 1 0 0,0 1-1 0 0,-1 0 1 0 0,1-1 0 0 0,0 1-1 0 0,0-3 1 0 0,1-10-5 0 0,0 1 0 0 0,1-1 0 0 0,1 0-1 0 0,0 1 1 0 0,1 0 0 0 0,0 0 0 0 0,1 0 0 0 0,0 0 0 0 0,1 1 0 0 0,1 0 0 0 0,12-18 0 0 0,-8 15-44 0 0,1 0 0 0 0,0 0-1 0 0,1 1 1 0 0,1 1 0 0 0,0 0 0 0 0,1 1 0 0 0,31-20 0 0 0,-43 30 30 0 0,0 0 0 0 0,0 1 1 0 0,0-1-1 0 0,0 1 0 0 0,0 0 1 0 0,1 0-1 0 0,-1 0 1 0 0,1 0-1 0 0,-1 0 0 0 0,1 1 1 0 0,-1 0-1 0 0,1-1 0 0 0,-1 1 1 0 0,1 1-1 0 0,-1-1 0 0 0,1 0 1 0 0,-1 1-1 0 0,0 0 0 0 0,1 0 1 0 0,-1 0-1 0 0,1 0 0 0 0,-1 0 1 0 0,0 1-1 0 0,0-1 0 0 0,0 1 1 0 0,0 0-1 0 0,0 0 0 0 0,0 0 1 0 0,-1 0-1 0 0,1 1 0 0 0,0-1 1 0 0,-1 1-1 0 0,0-1 0 0 0,0 1 1 0 0,0 0-1 0 0,0 0 0 0 0,0 0 1 0 0,0 0-1 0 0,-1 0 0 0 0,3 7 1 0 0,-1 2 60 0 0,-1 1 1 0 0,0-1-1 0 0,0 1 1 0 0,-1-1-1 0 0,-1 1 1 0 0,0 0-1 0 0,-1-1 1 0 0,0 1-1 0 0,-4 17 1 0 0,2-15-596 0 0,1 1 0 0 0,0-1 0 0 0,2 0 0 0 0,0 1 0 0 0,3 24 0 0 0,-3-37 215 0 0,1 1 1 0 0,0-1 0 0 0,0 1-1 0 0,0-1 1 0 0,1 0-1 0 0,-1 0 1 0 0,1 0 0 0 0,0 0-1 0 0,3 4 1 0 0,14 10-5386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31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24 310 1656 0 0,'8'-25'7999'0'0,"1"-10"-3145"0"0,-9 34-4500 0 0,2-3 12 0 0,-2 3-343 0 0,0 0 0 0 0,0 1 1 0 0,0-1-1 0 0,0 1 1 0 0,0-1-1 0 0,0 1 1 0 0,1-1-1 0 0,-1 0 0 0 0,0 1 1 0 0,0-1-1 0 0,1 1 1 0 0,-1-1-1 0 0,0 1 1 0 0,1-1-1 0 0,-1 1 0 0 0,0 0 1 0 0,1-1-1 0 0,-1 1 1 0 0,1-1-1 0 0,-1 1 1 0 0,1 0-1 0 0,-1-1 0 0 0,1 1 1 0 0,-1 0-1 0 0,1 0 1 0 0,-1-1-1 0 0,1 1 1 0 0,-1 0-1 0 0,2 0 0 0 0,23 0 176 0 0,0-2 0 0 0,0 0 0 0 0,40-9-1 0 0,-62 10-196 0 0,-1 0 0 0 0,0 0 0 0 0,1 0 0 0 0,-1-1 0 0 0,0 1 0 0 0,0-1 0 0 0,0 1 0 0 0,0-1 0 0 0,0 0 0 0 0,0 0 0 0 0,0 0 0 0 0,0 0 0 0 0,-1 0 0 0 0,1 0 0 0 0,-1-1 0 0 0,0 1 0 0 0,2-4 0 0 0,-1 0 2 0 0,1-1 1 0 0,-1 1 0 0 0,0-1 0 0 0,2-13 0 0 0,-3 10-27 0 0,0 0-1 0 0,0 0 0 0 0,-1 0 1 0 0,0 0-1 0 0,-1 0 0 0 0,0-1 1 0 0,0 1-1 0 0,-1 0 0 0 0,-4-10 1 0 0,6 19 15 0 0,-1 1 0 0 0,1-1 1 0 0,0 1-1 0 0,-1-1 1 0 0,1 0-1 0 0,0 1 1 0 0,-1-1-1 0 0,1 1 0 0 0,-1-1 1 0 0,1 1-1 0 0,-1 0 1 0 0,1-1-1 0 0,-1 1 1 0 0,0-1-1 0 0,1 1 0 0 0,-1 0 1 0 0,0-1-1 0 0,1 1 1 0 0,-1 0-1 0 0,1 0 1 0 0,-1 0-1 0 0,0-1 0 0 0,1 1 1 0 0,-1 0-1 0 0,0 0 1 0 0,0 0-1 0 0,1 0 1 0 0,-1 0-1 0 0,0 0 1 0 0,1 0-1 0 0,-1 1 0 0 0,0-1 1 0 0,1 0-1 0 0,-1 0 1 0 0,0 0-1 0 0,1 1 1 0 0,-1-1-1 0 0,1 0 0 0 0,-1 1 1 0 0,0-1-1 0 0,0 1 1 0 0,-23 17-81 0 0,3 5 116 0 0,0 1 0 0 0,1 0 0 0 0,2 1 0 0 0,0 1-1 0 0,2 1 1 0 0,1 0 0 0 0,1 1 0 0 0,1 1 0 0 0,-9 31 0 0 0,20-55-11 0 0,1 0-1 0 0,0 0 0 0 0,0 0 1 0 0,0 0-1 0 0,0 0 0 0 0,1 0 1 0 0,0 1-1 0 0,0-1 0 0 0,0 0 1 0 0,1 0-1 0 0,0 0 1 0 0,0 0-1 0 0,0 1 0 0 0,2 4 1 0 0,-1-6-25 0 0,0-1 1 0 0,0 0-1 0 0,1 1 0 0 0,-1-1 1 0 0,1 0-1 0 0,-1-1 1 0 0,1 1-1 0 0,0 0 0 0 0,0-1 1 0 0,0 1-1 0 0,1-1 1 0 0,-1 0-1 0 0,0 0 0 0 0,1 0 1 0 0,-1-1-1 0 0,1 1 1 0 0,0-1-1 0 0,0 0 0 0 0,5 1 1 0 0,-2 0-298 0 0,1-1 1 0 0,0 0-1 0 0,0 0 1 0 0,0 0-1 0 0,0-1 0 0 0,0-1 1 0 0,0 1-1 0 0,0-1 1 0 0,-1 0-1 0 0,1-1 1 0 0,10-3-1 0 0,-7 0-171 0 0,0 1 1 0 0,0-2-1 0 0,-1 1 0 0 0,0-2 0 0 0,0 1 0 0 0,17-16 1 0 0,-6 2 280 0 0,-1-2-1 0 0,-1 0 1 0 0,-1-1 0 0 0,-1-1 0 0 0,19-34 0 0 0,30-59 3790 0 0,-65 115-3542 0 0,0 2-36 0 0,0 0 0 0 0,-1 1 0 0 0,1-1 1 0 0,0 0-1 0 0,-1 0 0 0 0,1 1 0 0 0,-1-1 0 0 0,1 0 1 0 0,-1 1-1 0 0,1-1 0 0 0,0 1 0 0 0,-1-1 0 0 0,0 1 1 0 0,1-1-1 0 0,-1 1 0 0 0,1-1 0 0 0,-1 1 1 0 0,0-1-1 0 0,1 1 0 0 0,-1 0 0 0 0,0-1 0 0 0,0 1 1 0 0,1 0-1 0 0,-1-1 0 0 0,0 1 0 0 0,0 0 0 0 0,0 0 1 0 0,3 21 456 0 0,-2-1-207 0 0,-1-1-1 0 0,-2 1 0 0 0,0 0 1 0 0,-1-1-1 0 0,-1 1 1 0 0,-1-1-1 0 0,-1 0 1 0 0,0 0-1 0 0,-12 23 0 0 0,16-40-162 0 0,1 0-1 0 0,-1 0 0 0 0,0 0 1 0 0,0 0-1 0 0,0 0 0 0 0,0-1 1 0 0,0 1-1 0 0,-1-1 0 0 0,0 1 1 0 0,1-1-1 0 0,-4 3 0 0 0,4-5-86 0 0,1 1-1 0 0,0-1 0 0 0,0 1 1 0 0,0-1-1 0 0,-1 1 0 0 0,1-1 1 0 0,0 0-1 0 0,-1 0 0 0 0,1 1 1 0 0,0-1-1 0 0,-1 0 0 0 0,1 0 1 0 0,0 0-1 0 0,-1-1 0 0 0,1 1 1 0 0,0 0-1 0 0,-1 0 0 0 0,1-1 1 0 0,0 1-1 0 0,0-1 1 0 0,-1 1-1 0 0,1-1 0 0 0,0 1 1 0 0,0-1-1 0 0,0 0 0 0 0,0 0 1 0 0,-2-1-1 0 0,1 0-14 0 0,1 1-1 0 0,0-1 1 0 0,0 0 0 0 0,-1 0-1 0 0,1 0 1 0 0,0 0 0 0 0,0 0-1 0 0,1 0 1 0 0,-1 0 0 0 0,0 0-1 0 0,1 0 1 0 0,-1 0 0 0 0,1 0-1 0 0,0 0 1 0 0,0 0 0 0 0,0 0-1 0 0,0-1 1 0 0,0 1 0 0 0,0-2-1 0 0,9-41-34 0 0,-9 42 23 0 0,7-18-1 0 0,1 1 0 0 0,0-1 0 0 0,2 2 0 0 0,0-1 0 0 0,1 1 0 0 0,1 1 0 0 0,1 0 0 0 0,1 1 0 0 0,0 0 0 0 0,1 1-1 0 0,0 0 1 0 0,2 2 0 0 0,0 0 0 0 0,0 0 0 0 0,35-18 0 0 0,-47 29-12 0 0,0 0-1 0 0,1 1 1 0 0,-1-1 0 0 0,1 1-1 0 0,-1 1 1 0 0,1-1 0 0 0,0 1-1 0 0,0 0 1 0 0,-1 0-1 0 0,1 1 1 0 0,0 0 0 0 0,0 0-1 0 0,0 0 1 0 0,0 0-1 0 0,7 3 1 0 0,-10-2 30 0 0,1 0 0 0 0,0 1 0 0 0,-1-1 0 0 0,1 1 0 0 0,-1 0 0 0 0,0 0 0 0 0,0 0 0 0 0,0 0 0 0 0,0 1 0 0 0,0 0 0 0 0,0-1 1 0 0,-1 1-1 0 0,1 0 0 0 0,-1 0 0 0 0,1 0 0 0 0,-1 1 0 0 0,0-1 0 0 0,-1 0 0 0 0,1 1 0 0 0,-1-1 0 0 0,1 1 0 0 0,-1 0 0 0 0,0-1 0 0 0,1 6 0 0 0,0 3 107 0 0,-1 1 0 0 0,0 0 0 0 0,0 0 0 0 0,-1 0 0 0 0,-3 19 0 0 0,-14 64 239 0 0,11-68-337 0 0,6-26-134 0 0,-1 0 0 0 0,1 0 1 0 0,0-1-1 0 0,-1 1 0 0 0,1 0 1 0 0,0 0-1 0 0,0 0 0 0 0,0-1 0 0 0,0 1 1 0 0,0 0-1 0 0,1 0 0 0 0,-1 0 1 0 0,1-1-1 0 0,-1 1 0 0 0,1 0 1 0 0,-1 0-1 0 0,1-1 0 0 0,0 1 1 0 0,0 0-1 0 0,0-1 0 0 0,0 1 1 0 0,0-1-1 0 0,0 1 0 0 0,0-1 0 0 0,1 0 1 0 0,-1 0-1 0 0,2 2 0 0 0,-1-2-286 0 0,0 0-1 0 0,0-1 1 0 0,0 1-1 0 0,0 0 0 0 0,1-1 1 0 0,-1 1-1 0 0,0-1 1 0 0,0 0-1 0 0,1 0 0 0 0,-1 0 1 0 0,0 0-1 0 0,0 0 0 0 0,1 0 1 0 0,-1 0-1 0 0,0-1 1 0 0,0 0-1 0 0,0 1 0 0 0,1-1 1 0 0,-1 0-1 0 0,2-1 1 0 0,9-6-3736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32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86 239 2312 0 0,'67'-236'14422'0'0,"-67"233"-13950"0"0,4 31 436 0 0,-7 11-362 0 0,-1-1 0 0 0,-2 0 0 0 0,-15 53 0 0 0,8-35-391 0 0,-38 126 272 0 0,1-3-914 0 0,48-171 38 0 0,0-1 0 0 0,1 1 0 0 0,0-1 0 0 0,0 1-1 0 0,0 0 1 0 0,1-1 0 0 0,0 1 0 0 0,0 0 0 0 0,1-1 0 0 0,0 1 0 0 0,3 9-1 0 0,-3-16 280 0 0,-1 0 0 0 0,1 0-1 0 0,0 1 1 0 0,0-1 0 0 0,0 0-1 0 0,0 0 1 0 0,0 0-1 0 0,0 0 1 0 0,0 0 0 0 0,0-1-1 0 0,0 1 1 0 0,1 0 0 0 0,-1 0-1 0 0,0-1 1 0 0,1 1 0 0 0,-1-1-1 0 0,0 1 1 0 0,1-1-1 0 0,-1 1 1 0 0,0-1 0 0 0,1 0-1 0 0,-1 0 1 0 0,1 0 0 0 0,-1 0-1 0 0,1 0 1 0 0,-1 0 0 0 0,0 0-1 0 0,3-1 1 0 0,3 0-353 0 0,1 0 1 0 0,-1-1 0 0 0,13-4-1 0 0,-8 1 248 0 0,1-1-1 0 0,-1-1 0 0 0,-1 0 1 0 0,1 0-1 0 0,16-15 1 0 0,50-51 1528 0 0,-64 58-833 0 0,24-24 2639 0 0,-1-2 0 0 0,41-61 0 0 0,-50 62-867 0 0,-27 38-2018 0 0,-4-1-61 0 0,3 3-111 0 0,0 0 0 0 0,-1-1-1 0 0,1 1 1 0 0,0 0-1 0 0,0 0 1 0 0,0 0 0 0 0,0 0-1 0 0,0-1 1 0 0,0 1-1 0 0,-1 0 1 0 0,1 0 0 0 0,0 0-1 0 0,0 0 1 0 0,0-1 0 0 0,0 1-1 0 0,-1 0 1 0 0,1 0-1 0 0,0 0 1 0 0,0 0 0 0 0,0 0-1 0 0,-1 0 1 0 0,1 0 0 0 0,0 0-1 0 0,0 0 1 0 0,-1 0-1 0 0,1 0 1 0 0,0 0 0 0 0,0 0-1 0 0,-1 0 1 0 0,1 0-1 0 0,0 0 1 0 0,0 0 0 0 0,0 0-1 0 0,-1 0 1 0 0,1 0 0 0 0,0 0-1 0 0,0 0 1 0 0,-1 0-1 0 0,-8 3-2 0 0,-1 1-1 0 0,1 0 0 0 0,0 0 1 0 0,1 1-1 0 0,-9 5 0 0 0,12-7-2 0 0,1 1 1 0 0,1-1-1 0 0,-1 1 0 0 0,0-1 0 0 0,1 1 1 0 0,0 0-1 0 0,0 0 0 0 0,0 1 0 0 0,0-1 1 0 0,1 1-1 0 0,-4 7 0 0 0,6-8-14 0 0,0-1 0 0 0,-1 1 0 0 0,1 0 0 0 0,1-1 0 0 0,-1 1 0 0 0,1-1 0 0 0,-1 1 0 0 0,1-1 0 0 0,0 1 0 0 0,0-1 0 0 0,1 0 0 0 0,-1 1 0 0 0,1-1 0 0 0,-1 0 0 0 0,1 0 0 0 0,3 4 0 0 0,34 44-89 0 0,-28-40 80 0 0,-2 1 1 0 0,0 0 0 0 0,0 1-1 0 0,11 21 1 0 0,-20-32 46 0 0,1-1 0 0 0,0 1 0 0 0,-1-1 0 0 0,0 1 1 0 0,1 0-1 0 0,-1-1 0 0 0,0 1 0 0 0,0-1 0 0 0,0 1 0 0 0,0 0 0 0 0,0-1 1 0 0,0 1-1 0 0,0-1 0 0 0,0 1 0 0 0,-1 0 0 0 0,1-1 0 0 0,-1 1 1 0 0,1-1-1 0 0,-1 1 0 0 0,1-1 0 0 0,-2 2 0 0 0,0 0 39 0 0,0-1 0 0 0,0 1 0 0 0,-1-1 0 0 0,1 0 0 0 0,0 0 0 0 0,-1 0 0 0 0,1 0 0 0 0,-1 0 0 0 0,0 0 0 0 0,-4 1 0 0 0,0 0-157 0 0,0 0 0 0 0,0 0 0 0 0,0-1-1 0 0,-1 0 1 0 0,1-1 0 0 0,-1 1-1 0 0,1-1 1 0 0,-15-1 0 0 0,17 0-444 0 0,-1-1 1 0 0,1 1-1 0 0,0-1 0 0 0,0-1 1 0 0,0 1-1 0 0,0-1 1 0 0,1 0-1 0 0,-7-3 0 0 0,6 2-689 0 0,1 0-1 0 0,-1 0 1 0 0,1 0 0 0 0,0-1-1 0 0,-4-4 1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32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71 2328 0 0,'-23'-11'4815'0'0,"-2"0"0"0"0,-43-12-1 0 0,45 13-3087 0 0,19 5-1025 0 0,17 2-332 0 0,199 15 167 0 0,-55-2-418 0 0,-109-8-203 0 0,128 2-116 0 0,-138-5-1482 0 0,0-1 1 0 0,59-13-1 0 0,-87 12-376 0 0,1 0 0 0 0,-1 0 0 0 0,9-6 0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3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39 1080 0 0,'-9'-25'6346'0'0,"8"23"-6208"0"0,0 1 0 0 0,0 0 1 0 0,0 0-1 0 0,0 0 0 0 0,0 0 0 0 0,-1 0 1 0 0,1 0-1 0 0,0 1 0 0 0,-1-1 0 0 0,1 0 1 0 0,0 1-1 0 0,-1-1 0 0 0,1 1 0 0 0,-1-1 0 0 0,1 1 1 0 0,-1 0-1 0 0,1-1 0 0 0,-1 1 0 0 0,1 0 1 0 0,-1 0-1 0 0,0 0 0 0 0,1 0 0 0 0,-1 1 0 0 0,1-1 1 0 0,-1 0-1 0 0,1 1 0 0 0,-1-1 0 0 0,1 1 1 0 0,-2 0-1 0 0,-1 1-51 0 0,1 1-1 0 0,-1-1 1 0 0,1 1 0 0 0,0 0 0 0 0,0-1-1 0 0,0 1 1 0 0,1 1 0 0 0,-1-1 0 0 0,1 0-1 0 0,-4 7 1 0 0,-18 34 90 0 0,3 0 1 0 0,1 1-1 0 0,3 1 0 0 0,1 1 0 0 0,2 0 1 0 0,-11 80-1 0 0,22-111-149 0 0,2-1 1 0 0,0 1-1 0 0,0 0 1 0 0,2-1-1 0 0,1 18 1 0 0,-1-29-20 0 0,-1 0 1 0 0,1 0-1 0 0,0-1 1 0 0,0 1-1 0 0,0 0 1 0 0,1-1-1 0 0,-1 1 1 0 0,1 0-1 0 0,0-1 1 0 0,0 0-1 0 0,0 1 1 0 0,1-1-1 0 0,-1 0 1 0 0,1 0-1 0 0,-1 0 1 0 0,1-1-1 0 0,0 1 0 0 0,0-1 1 0 0,0 1-1 0 0,1-1 1 0 0,-1 0-1 0 0,0 0 1 0 0,1 0-1 0 0,-1-1 1 0 0,8 3-1 0 0,2-2 4 0 0,1 1-1 0 0,0-2 1 0 0,-1 0 0 0 0,1-1-1 0 0,0 0 1 0 0,0-1-1 0 0,0-1 1 0 0,-1 0-1 0 0,1 0 1 0 0,-1-2 0 0 0,0 1-1 0 0,0-2 1 0 0,25-11-1 0 0,-27 10 76 0 0,0 0 0 0 0,0 0-1 0 0,-1-1 1 0 0,0 0-1 0 0,0-1 1 0 0,0 0 0 0 0,-1 0-1 0 0,0-1 1 0 0,-1 0 0 0 0,0-1-1 0 0,-1 0 1 0 0,0 0 0 0 0,0-1-1 0 0,-1 0 1 0 0,8-19-1 0 0,-9 13-19 0 0,0-1-1 0 0,-1 1 1 0 0,-1-1-1 0 0,-1 0 1 0 0,-1-1-1 0 0,0 1 1 0 0,-2 0-1 0 0,-2-25 1 0 0,1 28-59 0 0,-1-1 0 0 0,0 1-1 0 0,-1 0 1 0 0,-1 0 0 0 0,-1 0 0 0 0,0 0 0 0 0,0 1 0 0 0,-1 0 0 0 0,-1 0 0 0 0,-10-12 0 0 0,15 22-43 0 0,-1 0 1 0 0,1 1-1 0 0,-1-1 1 0 0,1 1-1 0 0,-1 0 0 0 0,0 0 1 0 0,0 0-1 0 0,-1 0 1 0 0,1 1-1 0 0,0-1 1 0 0,-1 1-1 0 0,0 1 0 0 0,1-1 1 0 0,-1 0-1 0 0,0 1 1 0 0,0 0-1 0 0,0 0 0 0 0,0 1 1 0 0,0-1-1 0 0,0 1 1 0 0,-6 1-1 0 0,5-1-277 0 0,0 1 1 0 0,0 0-1 0 0,1 1 0 0 0,-1-1 0 0 0,0 1 0 0 0,1 0 1 0 0,-10 5-1 0 0,10-3-457 0 0,0-1 0 0 0,-1 1 0 0 0,1 0 0 0 0,1 0 0 0 0,-1 0 0 0 0,0 0 0 0 0,-5 8 0 0 0,0 3-3928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35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224 148 1140 0 0,'4'-6'831'0'0,"0"0"-1"0"0,0-1 1 0 0,0 1 0 0 0,-1-1 0 0 0,0 0-1 0 0,-1 0 1 0 0,0 0 0 0 0,0 0-1 0 0,0 0 1 0 0,-1-1 0 0 0,0 1-1 0 0,0 0 1 0 0,-1-15 0 0 0,0 21-795 0 0,0 1 1 0 0,0-1-1 0 0,-1 1 1 0 0,1 0-1 0 0,0-1 1 0 0,0 1-1 0 0,0 0 0 0 0,0-1 1 0 0,0 1-1 0 0,-1 0 1 0 0,1-1-1 0 0,0 1 1 0 0,0 0-1 0 0,-1-1 1 0 0,1 1-1 0 0,0 0 0 0 0,0 0 1 0 0,-1-1-1 0 0,1 1 1 0 0,0 0-1 0 0,-1 0 1 0 0,1 0-1 0 0,0-1 1 0 0,-1 1-1 0 0,1 0 0 0 0,0 0 1 0 0,-1 0-1 0 0,1 0 1 0 0,-1 0-1 0 0,1 0 1 0 0,0 0-1 0 0,-1 0 1 0 0,1 0-1 0 0,0 0 0 0 0,-1 0 1 0 0,1 0-1 0 0,-1 0 1 0 0,1 0-1 0 0,-1 0 1 0 0,-13 5 462 0 0,13-4-547 0 0,-5 2 151 0 0,0 1 0 0 0,0 1 0 0 0,0-1 0 0 0,1 1 0 0 0,0 0 0 0 0,0 0 0 0 0,0 1 0 0 0,0 0 0 0 0,-4 6 0 0 0,-3 4 65 0 0,-9 11-10 0 0,0 1 1 0 0,2 0 0 0 0,1 2 0 0 0,1 0-1 0 0,2 2 1 0 0,1-1 0 0 0,-12 44-1 0 0,24-68-135 0 0,0 0-1 0 0,0 1 0 0 0,1-1 1 0 0,0 0-1 0 0,1 1 0 0 0,-1-1 1 0 0,2 1-1 0 0,-1-1 1 0 0,1 0-1 0 0,2 13 0 0 0,-2-17-14 0 0,0 0 1 0 0,1 0-1 0 0,-1 0 0 0 0,1 0 0 0 0,-1 0 0 0 0,1 0 0 0 0,0 0 0 0 0,0-1 0 0 0,0 1 0 0 0,1-1 0 0 0,-1 1 0 0 0,0-1 0 0 0,1 0 0 0 0,0 0 0 0 0,-1 0 1 0 0,1 0-1 0 0,0-1 0 0 0,0 1 0 0 0,0-1 0 0 0,0 0 0 0 0,0 1 0 0 0,1-1 0 0 0,-1-1 0 0 0,0 1 0 0 0,7 0 0 0 0,4 1 3 0 0,0-2 0 0 0,1 0 0 0 0,-1 0 0 0 0,0-2 0 0 0,1 0 1 0 0,-1 0-1 0 0,0-1 0 0 0,0-1 0 0 0,19-8 0 0 0,-15 5-4 0 0,-1-1 0 0 0,0-1 0 0 0,-1 0 0 0 0,0-1 1 0 0,0-1-1 0 0,24-22 0 0 0,-33 26-4 0 0,0-1-1 0 0,0 0 1 0 0,-1 0 0 0 0,0-1-1 0 0,-1 0 1 0 0,0 0 0 0 0,0 0 0 0 0,-1 0-1 0 0,0-1 1 0 0,-1 0 0 0 0,0 0-1 0 0,-1 0 1 0 0,1 0 0 0 0,-2 0 0 0 0,0 0-1 0 0,0 0 1 0 0,-1-13 0 0 0,0 9-11 0 0,-2 0 0 0 0,0 0 1 0 0,0 0-1 0 0,-1 1 0 0 0,-1-1 0 0 0,0 0 1 0 0,-1 1-1 0 0,0 0 0 0 0,-1 0 1 0 0,-1 1-1 0 0,0 0 0 0 0,-9-13 1 0 0,12 20-1 0 0,-1 0 0 0 0,1 0 0 0 0,-1 1 1 0 0,0-1-1 0 0,0 1 0 0 0,0 0 0 0 0,0 1 1 0 0,-1-1-1 0 0,0 1 0 0 0,0 0 0 0 0,0 0 1 0 0,0 1-1 0 0,0 0 0 0 0,0 0 0 0 0,0 0 1 0 0,-1 1-1 0 0,1 0 0 0 0,-1 0 1 0 0,1 1-1 0 0,-1 0 0 0 0,1 0 0 0 0,-1 0 1 0 0,1 1-1 0 0,-1 0 0 0 0,1 0 0 0 0,0 0 1 0 0,-1 1-1 0 0,1 0 0 0 0,0 1 0 0 0,0-1 1 0 0,0 1-1 0 0,0 0 0 0 0,1 0 0 0 0,-1 1 1 0 0,-8 7-1 0 0,6-4-184 0 0,0 0-1 0 0,0 0 1 0 0,1 1 0 0 0,0 0-1 0 0,1 0 1 0 0,0 1 0 0 0,0 0-1 0 0,-7 14 1 0 0,12-20-128 0 0,-1 0 1 0 0,1 1-1 0 0,-1-1 0 0 0,1 1 0 0 0,0-1 0 0 0,0 1 1 0 0,1-1-1 0 0,-1 1 0 0 0,1 0 0 0 0,0-1 1 0 0,-1 1-1 0 0,2 0 0 0 0,-1-1 0 0 0,0 1 1 0 0,1 0-1 0 0,0-1 0 0 0,0 1 0 0 0,0-1 1 0 0,0 1-1 0 0,0-1 0 0 0,1 1 0 0 0,-1-1 0 0 0,1 0 1 0 0,0 0-1 0 0,0 0 0 0 0,0 0 0 0 0,4 4 1 0 0,6 4-4026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36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59 684 0 0,'1'-1'386'0'0,"1"0"0"0"0,-1 0 0 0 0,0-1 1 0 0,1 1-1 0 0,-1 0 0 0 0,0-1 0 0 0,0 1 0 0 0,0-1 0 0 0,0 0 0 0 0,-1 1 0 0 0,1-1 1 0 0,0 1-1 0 0,-1-1 0 0 0,1 0 0 0 0,-1 0 0 0 0,1 1 0 0 0,-1-1 0 0 0,0 0 0 0 0,0 0 1 0 0,0 0-1 0 0,0 0 0 0 0,0 1 0 0 0,0-1 0 0 0,0 0 0 0 0,0 0 0 0 0,-1 1 0 0 0,1-1 1 0 0,-1 0-1 0 0,0-1 0 0 0,0 2-284 0 0,0 0-1 0 0,0 0 1 0 0,0 1 0 0 0,0-1-1 0 0,0 0 1 0 0,0 1 0 0 0,0-1 0 0 0,0 1-1 0 0,0-1 1 0 0,0 1 0 0 0,0 0 0 0 0,0-1-1 0 0,0 1 1 0 0,0 0 0 0 0,0 0 0 0 0,0-1-1 0 0,0 1 1 0 0,-1 0 0 0 0,1 0 0 0 0,0 0-1 0 0,0 1 1 0 0,0-1 0 0 0,0 0 0 0 0,0 0-1 0 0,0 1 1 0 0,-2 0 0 0 0,-9 3 149 0 0,1 2 1 0 0,0-1 0 0 0,0 2-1 0 0,0-1 1 0 0,0 1 0 0 0,1 1-1 0 0,-11 10 1 0 0,-65 72 379 0 0,60-61-524 0 0,5-6-5 0 0,-34 49 1 0 0,48-62-87 0 0,1 1-1 0 0,0 1 0 0 0,0-1 0 0 0,1 1 1 0 0,1 0-1 0 0,0 0 0 0 0,-4 18 1 0 0,7-26-92 0 0,1 1 0 0 0,-1-1 1 0 0,1 0-1 0 0,0 0 0 0 0,0 0 0 0 0,0 1 1 0 0,1-1-1 0 0,-1 0 0 0 0,1 0 1 0 0,0 0-1 0 0,0 0 0 0 0,1 0 0 0 0,-1 0 1 0 0,1 0-1 0 0,0 0 0 0 0,4 6 1 0 0,-3-6-123 0 0,1 0 1 0 0,0-1-1 0 0,-1 1 0 0 0,1-1 1 0 0,0 0-1 0 0,0 0 1 0 0,1-1-1 0 0,-1 1 1 0 0,1-1-1 0 0,-1 0 1 0 0,1 0-1 0 0,6 2 1 0 0,5-1-459 0 0,1 0 1 0 0,0 0-1 0 0,-1-2 1 0 0,1 0-1 0 0,0-1 1 0 0,0 0-1 0 0,21-4 1 0 0,-1-1-99 0 0,0-2 0 0 0,0-2 0 0 0,-1-1 0 0 0,41-17 0 0 0,-62 20 1012 0 0,1 0-1 0 0,-1-1 0 0 0,-1 0 1 0 0,1-2-1 0 0,-1 1 1 0 0,-1-2-1 0 0,0 0 0 0 0,0 0 1 0 0,-1-1-1 0 0,-1-1 1 0 0,15-20-1 0 0,-20 23 399 0 0,0-1 0 0 0,0 1 0 0 0,-2-1 0 0 0,1 0 0 0 0,-1 0 0 0 0,-1-1 1 0 0,0 1-1 0 0,-1-1 0 0 0,2-23 0 0 0,-8 11 897 0 0,4 23-1521 0 0,0 0 1 0 0,0 0-1 0 0,0 0 1 0 0,0 1-1 0 0,-1-1 1 0 0,1 0-1 0 0,0 0 1 0 0,-1 1-1 0 0,1-1 1 0 0,-1 0-1 0 0,1 0 1 0 0,-1 1-1 0 0,1-1 1 0 0,-1 0-1 0 0,1 1 1 0 0,-1-1-1 0 0,0 1 1 0 0,1-1-1 0 0,-1 1 1 0 0,0-1-1 0 0,1 1 1 0 0,-1-1-1 0 0,0 1 1 0 0,0 0-1 0 0,0-1 1 0 0,-5 2 9 0 0,1 0 1 0 0,0 0-1 0 0,0 1 1 0 0,0-1-1 0 0,0 1 0 0 0,0 0 1 0 0,0 1-1 0 0,0-1 1 0 0,1 1-1 0 0,-1 0 1 0 0,1 0-1 0 0,-1 0 0 0 0,1 1 1 0 0,0-1-1 0 0,-5 7 1 0 0,-9 10 62 0 0,-26 38 1 0 0,43-56-101 0 0,-7 9 23 0 0,1 0 1 0 0,0 1-1 0 0,0 0 0 0 0,2 0 0 0 0,-1 1 0 0 0,-6 23 0 0 0,11-33-62 0 0,1-1 0 0 0,-1 1-1 0 0,1 0 1 0 0,-1 0 0 0 0,1 0-1 0 0,0 0 1 0 0,0-1 0 0 0,0 1 0 0 0,1 0-1 0 0,-1 0 1 0 0,1 0 0 0 0,-1 0-1 0 0,1-1 1 0 0,0 1 0 0 0,0 0-1 0 0,0-1 1 0 0,1 1 0 0 0,-1-1 0 0 0,1 1-1 0 0,-1-1 1 0 0,1 0 0 0 0,0 1-1 0 0,0-1 1 0 0,0 0 0 0 0,0 0-1 0 0,0 0 1 0 0,0-1 0 0 0,0 1 0 0 0,1 0-1 0 0,-1-1 1 0 0,1 0 0 0 0,-1 1-1 0 0,1-1 1 0 0,0 0 0 0 0,-1 0-1 0 0,1-1 1 0 0,0 1 0 0 0,4 0 0 0 0,9 3-328 0 0,1-2 1 0 0,0 0 0 0 0,0 0 0 0 0,0-2 0 0 0,0 0 0 0 0,0-1 0 0 0,0-1 0 0 0,0-1 0 0 0,0 0 0 0 0,-1-1 0 0 0,1 0-1 0 0,-1-2 1 0 0,18-8 0 0 0,-14 5 273 0 0,0-2-1 0 0,0 0 1 0 0,-1-1-1 0 0,-1-1 1 0 0,0-1-1 0 0,-1-1 1 0 0,0 0-1 0 0,-1-1 1 0 0,19-25-1 0 0,-21 19 1475 0 0,0 0 1 0 0,-1-1-1 0 0,16-43 0 0 0,-21 48-282 0 0,-8 16-736 0 0,-11 27 106 0 0,1-1-201 0 0,2-5-183 0 0,0 0 0 0 0,2 0 0 0 0,0 0 0 0 0,1 1 1 0 0,1 0-1 0 0,-1 23 0 0 0,4-39-82 0 0,2-1 0 0 0,-1 0 0 0 0,0 0 1 0 0,1 0-1 0 0,-1 0 0 0 0,1 0 0 0 0,0 0 1 0 0,0 0-1 0 0,0 0 0 0 0,0 0 0 0 0,1 0 1 0 0,-1-1-1 0 0,1 1 0 0 0,-1 0 0 0 0,1-1 0 0 0,0 1 1 0 0,0-1-1 0 0,4 3 0 0 0,-2-2-70 0 0,0 0 1 0 0,0 0-1 0 0,1-1 1 0 0,-1 1-1 0 0,1-1 1 0 0,-1 0-1 0 0,1 0 0 0 0,0-1 1 0 0,0 0-1 0 0,7 2 1 0 0,3-2-253 0 0,-1 0 1 0 0,0 0 0 0 0,1-2 0 0 0,-1 0 0 0 0,0 0 0 0 0,0-1 0 0 0,17-5 0 0 0,-19 3 176 0 0,-1 0-1 0 0,0-1 1 0 0,0 0-1 0 0,-1 0 1 0 0,1-1-1 0 0,-1-1 1 0 0,0 1 0 0 0,-1-2-1 0 0,0 1 1 0 0,0-1-1 0 0,0-1 1 0 0,-1 0-1 0 0,-1 0 1 0 0,1 0-1 0 0,6-13 1 0 0,2-6 954 0 0,-2 0 1 0 0,0-2-1 0 0,-2 0 1 0 0,11-42-1 0 0,-11 29 1682 0 0,-12 42-2170 0 0,-5 21 59 0 0,-17 45-278 0 0,-20 111 0 0 0,41-176-130 0 0,-1 16-988 0 0,0 0 0 0 0,0 23 0 0 0,2-35 544 0 0,0-1 0 0 0,0 1 0 0 0,1-1 1 0 0,-1 0-1 0 0,1 1 0 0 0,0-1 0 0 0,0 0 0 0 0,0 0 1 0 0,0 0-1 0 0,0 1 0 0 0,1-1 0 0 0,-1 0 0 0 0,1-1 1 0 0,0 1-1 0 0,0 0 0 0 0,0 0 0 0 0,0-1 0 0 0,4 4 1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37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1 223 4 0 0,'2'-4'964'0'0,"9"-15"2081"0"0,0 0 0 0 0,19-24 0 0 0,-27 39-2751 0 0,1 0-1 0 0,-1 0 1 0 0,1 0-1 0 0,0 1 1 0 0,0-1-1 0 0,0 1 1 0 0,1 0-1 0 0,-1 0 1 0 0,1 1-1 0 0,-1-1 1 0 0,1 1-1 0 0,0 0 1 0 0,0 0-1 0 0,0 1 1 0 0,7-2-1 0 0,-7 2-120 0 0,1 1 0 0 0,0 1 0 0 0,-1-1 0 0 0,1 1 0 0 0,-1-1 0 0 0,1 1 0 0 0,-1 1 0 0 0,0-1 0 0 0,1 1 0 0 0,-1 0 0 0 0,0 0 0 0 0,0 1 0 0 0,0 0 0 0 0,-1 0 0 0 0,1 0 1 0 0,-1 0-1 0 0,1 0 0 0 0,-1 1 0 0 0,0 0 0 0 0,0 0 0 0 0,5 8 0 0 0,-2-4-47 0 0,-1 2 0 0 0,0-1 0 0 0,0 1 0 0 0,-1 0 0 0 0,0 0 0 0 0,-1 0 0 0 0,0 1 0 0 0,-1-1 0 0 0,4 18 0 0 0,-6-21-82 0 0,0 1 0 0 0,-1-1 0 0 0,0 0 0 0 0,0 0 0 0 0,-1 0 0 0 0,0 0 1 0 0,0 0-1 0 0,-1 0 0 0 0,0 0 0 0 0,0 0 0 0 0,-3 7 0 0 0,-1-1 65 0 0,-1-1 0 0 0,0 1 0 0 0,-1-1 0 0 0,-12 14 0 0 0,18-24-93 0 0,1-1 0 0 0,-1 0-1 0 0,1 0 1 0 0,-1 0 0 0 0,0 0 0 0 0,1 0-1 0 0,-1 0 1 0 0,0 0 0 0 0,0 0 0 0 0,0-1 0 0 0,0 1-1 0 0,-2 0 1 0 0,3-1-12 0 0,-1 0-1 0 0,1 0 1 0 0,0 1 0 0 0,0-1-1 0 0,0 0 1 0 0,0 0-1 0 0,0 0 1 0 0,0 0-1 0 0,-1-1 1 0 0,1 1 0 0 0,0 0-1 0 0,0 0 1 0 0,0-1-1 0 0,0 1 1 0 0,0-1 0 0 0,0 1-1 0 0,0-1 1 0 0,0 1-1 0 0,0-1 1 0 0,0 0-1 0 0,0 1 1 0 0,0-1 0 0 0,0 0-1 0 0,1 0 1 0 0,-1 1-1 0 0,-1-2 1 0 0,1-1-57 0 0,-1 1-1 0 0,1 0 1 0 0,0-1 0 0 0,0 0 0 0 0,0 1-1 0 0,0-1 1 0 0,1 0 0 0 0,-1 1-1 0 0,0-1 1 0 0,1 0 0 0 0,0 0 0 0 0,0 1-1 0 0,0-1 1 0 0,0 0 0 0 0,0 0 0 0 0,1 1-1 0 0,-1-1 1 0 0,1-3 0 0 0,1 1-90 0 0,0 0 0 0 0,1 0 1 0 0,-1 1-1 0 0,1-1 0 0 0,0 1 0 0 0,0-1 1 0 0,0 1-1 0 0,0 0 0 0 0,5-4 1 0 0,5-3-204 0 0,0 0 0 0 0,0 0 1 0 0,2 1-1 0 0,-1 1 0 0 0,18-8 1 0 0,24-8-120 0 0,99-29 0 0 0,30-12 405 0 0,-172 60 238 0 0,-1 0 0 0 0,0-1 0 0 0,20-16-1 0 0,-28 20-34 0 0,0 0-1 0 0,0 0 0 0 0,-1-1 0 0 0,0 1 0 0 0,1-1 0 0 0,-1 0 0 0 0,0 0 0 0 0,-1 0 0 0 0,1-1 0 0 0,-1 1 0 0 0,0-1 1 0 0,0 1-1 0 0,2-9 0 0 0,-4 11-54 0 0,0 2-78 0 0,0 0 0 0 0,0-1 0 0 0,0 1 0 0 0,0 0 0 0 0,0-1 0 0 0,0 1 0 0 0,-1 0 1 0 0,1-1-1 0 0,0 1 0 0 0,0 0 0 0 0,0-1 0 0 0,-1 1 0 0 0,1 0 0 0 0,0-1 0 0 0,-1 1 0 0 0,1 0 1 0 0,0 0-1 0 0,-1-1 0 0 0,1 1 0 0 0,0 0 0 0 0,-1 0 0 0 0,1 0 0 0 0,0-1 0 0 0,-1 1 0 0 0,-3 3 21 0 0,1-1-1 0 0,0 1 1 0 0,0 0-1 0 0,0 0 0 0 0,1 0 1 0 0,-1 1-1 0 0,1-1 1 0 0,-1 1-1 0 0,1-1 1 0 0,0 1-1 0 0,1 0 0 0 0,-1 0 1 0 0,1 0-1 0 0,-1 0 1 0 0,1 0-1 0 0,1 0 1 0 0,-1 0-1 0 0,0 0 0 0 0,1 0 1 0 0,0 0-1 0 0,0 1 1 0 0,0-1-1 0 0,1 5 0 0 0,2 12 295 0 0,1 1-1 0 0,0-1 0 0 0,11 28 0 0 0,-5-19 14 0 0,-7-20-154 0 0,0 1-1 0 0,-1-1 1 0 0,0 0 0 0 0,0 1 0 0 0,-1 19 0 0 0,-1-25-110 0 0,-1-1 1 0 0,0 1-1 0 0,0-1 1 0 0,0 1-1 0 0,-1-1 1 0 0,1 1-1 0 0,-1-1 0 0 0,0 0 1 0 0,-1 0-1 0 0,1 0 1 0 0,0 0-1 0 0,-1 0 1 0 0,0 0-1 0 0,0-1 0 0 0,-7 7 1 0 0,-6 3 2 0 0,0-1 0 0 0,0 0 0 0 0,-1-1 0 0 0,-1 0 0 0 0,0-2 0 0 0,0 0 0 0 0,-1-1 0 0 0,-34 9 0 0 0,19-8-1169 0 0,1-2-1 0 0,-1-1 1 0 0,0-2 0 0 0,-48 0 0 0 0,47-7-1883 0 0,13-3-3011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38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265 189 224 0 0,'5'-26'6891'0'0,"2"-46"-1"0"0,-7 70-6103 0 0,-2 3-752 0 0,1 0 1 0 0,-1 1-1 0 0,1-1 0 0 0,0 1 0 0 0,-1-1 1 0 0,1 1-1 0 0,0 0 0 0 0,0-1 0 0 0,0 1 1 0 0,0 0-1 0 0,0 0 0 0 0,1 0 1 0 0,-1 0-1 0 0,1 0 0 0 0,-1 3 0 0 0,-1 1 54 0 0,-60 151 906 0 0,-50 199-1 0 0,108-337-971 0 0,-20 99 120 0 0,22-106-113 0 0,1 1-1 0 0,0 0 0 0 0,1-1 0 0 0,1 1 1 0 0,0 0-1 0 0,1-1 0 0 0,4 17 0 0 0,-4-24-6 0 0,0 0 0 0 0,0 0 0 0 0,0-1 0 0 0,1 1-1 0 0,0-1 1 0 0,0 1 0 0 0,0-1 0 0 0,1 0 0 0 0,-1 0 0 0 0,1 0-1 0 0,0-1 1 0 0,0 1 0 0 0,1-1 0 0 0,-1 0 0 0 0,0 0 0 0 0,1-1-1 0 0,0 1 1 0 0,0-1 0 0 0,0 0 0 0 0,0 0 0 0 0,0-1 0 0 0,0 0-1 0 0,9 2 1 0 0,-12-3-16 0 0,0 1 0 0 0,0-1 0 0 0,-1 0 0 0 0,1 0 0 0 0,0 0 0 0 0,0 0 0 0 0,-1 0 0 0 0,1 0 0 0 0,0 0 0 0 0,0 0 0 0 0,-1-1-1 0 0,1 1 1 0 0,0-1 0 0 0,-1 0 0 0 0,1 1 0 0 0,-1-1 0 0 0,1 0 0 0 0,-1 0 0 0 0,1 0 0 0 0,-1 0 0 0 0,1 0 0 0 0,-1 0 0 0 0,0 0 0 0 0,1 0 0 0 0,-1-1-1 0 0,0 1 1 0 0,0-1 0 0 0,0 1 0 0 0,0-1 0 0 0,0 1 0 0 0,-1-1 0 0 0,1 1 0 0 0,0-1 0 0 0,-1 0 0 0 0,1 1 0 0 0,-1-1 0 0 0,1 0 0 0 0,-1-2 0 0 0,1-1-6 0 0,-1 0 1 0 0,1 0 0 0 0,-1 0 0 0 0,0 0 0 0 0,0 0-1 0 0,-1 0 1 0 0,0 0 0 0 0,0 0 0 0 0,0 0 0 0 0,0 0 0 0 0,-5-9-1 0 0,-1 3-12 0 0,0-1 1 0 0,-2 1-1 0 0,1 1 0 0 0,-1-1 0 0 0,-1 2 0 0 0,1-1 0 0 0,-22-14 0 0 0,-82-48-360 0 0,111 71 333 0 0,119-1-702 0 0,224-33 66 0 0,-326 33 612 0 0,0-1 1 0 0,-1-1-1 0 0,26-10 1 0 0,-35 12 50 0 0,0 0 0 0 0,-1-1 1 0 0,1 0-1 0 0,-1 0 0 0 0,1 0 0 0 0,-1 0 1 0 0,0-1-1 0 0,0 1 0 0 0,-1-1 0 0 0,1 0 1 0 0,-1 0-1 0 0,0 0 0 0 0,5-10 1 0 0,-7 10-1 0 0,-1 1 7 0 0,0 1-1 0 0,1-1 0 0 0,-1 0 0 0 0,-1 1 0 0 0,1-1 1 0 0,0 0-1 0 0,-1 1 0 0 0,1-1 0 0 0,-1 0 0 0 0,0 1 1 0 0,0-1-1 0 0,0 1 0 0 0,0-1 0 0 0,0 1 0 0 0,-1 0 1 0 0,1-1-1 0 0,-1 1 0 0 0,1 0 0 0 0,-1 0 0 0 0,0 0 1 0 0,0 0-1 0 0,0 0 0 0 0,0 0 0 0 0,0 1 0 0 0,-1-1 1 0 0,1 1-1 0 0,0 0 0 0 0,-1-1 0 0 0,-3 0 0 0 0,1 0-3 0 0,-1 1-1 0 0,1 0 0 0 0,-1 1 0 0 0,1 0 1 0 0,-1-1-1 0 0,0 2 0 0 0,1-1 0 0 0,-1 1 1 0 0,1-1-1 0 0,-1 2 0 0 0,1-1 0 0 0,-8 3 0 0 0,2 1 8 0 0,0 0 0 0 0,1 1-1 0 0,0 0 1 0 0,0 0 0 0 0,0 1-1 0 0,1 0 1 0 0,0 1 0 0 0,1 0-1 0 0,-1 0 1 0 0,2 1-1 0 0,-1 0 1 0 0,1 0 0 0 0,0 1-1 0 0,1 0 1 0 0,0 0 0 0 0,1 1-1 0 0,0-1 1 0 0,1 1 0 0 0,-5 17-1 0 0,8-24 12 0 0,0 0-1 0 0,1 0 1 0 0,0 0 0 0 0,-1 1-1 0 0,1-1 1 0 0,1 0-1 0 0,-1 0 1 0 0,0 0 0 0 0,1 0-1 0 0,0 0 1 0 0,0 0-1 0 0,0 0 1 0 0,1 0 0 0 0,-1 0-1 0 0,1-1 1 0 0,0 1 0 0 0,0-1-1 0 0,0 1 1 0 0,1-1-1 0 0,-1 1 1 0 0,1-1 0 0 0,-1 0-1 0 0,1 0 1 0 0,0-1-1 0 0,1 1 1 0 0,-1 0 0 0 0,0-1-1 0 0,1 0 1 0 0,-1 0 0 0 0,1 0-1 0 0,4 2 1 0 0,5 1 6 0 0,0 0 0 0 0,0-1 0 0 0,0 0 0 0 0,1-1 0 0 0,-1 0 0 0 0,1-1 0 0 0,0-1 0 0 0,14 0 0 0 0,-1-1-39 0 0,1-1 0 0 0,-1-2 1 0 0,0 0-1 0 0,0-2 0 0 0,-1-1 0 0 0,0-1 0 0 0,45-19 0 0 0,-55 18-24 0 0,0 0-1 0 0,-1-1 0 0 0,0 0 0 0 0,0-2 1 0 0,-1 1-1 0 0,-1-2 0 0 0,0 0 0 0 0,0 0 1 0 0,-1-1-1 0 0,-1-1 0 0 0,0 0 0 0 0,-1 0 1 0 0,9-18-1 0 0,-3 0 5 0 0,-2-1 1 0 0,-1 0-1 0 0,-2-1 1 0 0,-1 0-1 0 0,7-42 0 0 0,12-178 1141 0 0,-27 229-783 0 0,-1 14-128 0 0,0-5 9 0 0,0 0 1 0 0,-2-25 0 0 0,1 39-186 0 0,-1 4-12 0 0,0 0 0 0 0,-1 0 1 0 0,1 0-1 0 0,1 0 0 0 0,-1 0 0 0 0,0 0 0 0 0,0 0 0 0 0,1 0 0 0 0,-1 0 0 0 0,1 0 0 0 0,0 0 1 0 0,-1 4-1 0 0,1-2-2 0 0,-48 225 515 0 0,-10 53-45 0 0,24 2-58 0 0,33-267-590 0 0,0 0 0 0 0,2-1-1 0 0,0 1 1 0 0,1-1 0 0 0,1 1-1 0 0,0-1 1 0 0,1 0 0 0 0,7 17-1 0 0,-9-28-37 0 0,0 0-1 0 0,0-1 0 0 0,1 1 1 0 0,0 0-1 0 0,0-1 0 0 0,0 0 0 0 0,0 1 1 0 0,1-1-1 0 0,-1-1 0 0 0,1 1 1 0 0,0 0-1 0 0,0-1 0 0 0,1 0 0 0 0,-1 0 1 0 0,1 0-1 0 0,-1-1 0 0 0,1 1 1 0 0,0-1-1 0 0,0 0 0 0 0,0-1 0 0 0,0 1 1 0 0,0-1-1 0 0,0 0 0 0 0,1 0 1 0 0,-1 0-1 0 0,0-1 0 0 0,1 0 0 0 0,-1 0 1 0 0,6-1-1 0 0,-1 0-182 0 0,0-1 0 0 0,0 0 1 0 0,1 0-1 0 0,-2-1 0 0 0,1 0 0 0 0,0-1 1 0 0,0 0-1 0 0,16-11 0 0 0,-12 6 306 0 0,-1 0 0 0 0,0-2 0 0 0,-1 0 0 0 0,22-24 0 0 0,-6 0 1866 0 0,-2-2 1 0 0,-2-1 0 0 0,22-45-1 0 0,-9 6 3080 0 0,-36 75-4583 0 0,-13 23 155 0 0,-2 3-111 0 0,2 1 1 0 0,-17 44 0 0 0,25-59-269 0 0,1 1 1 0 0,0-1 0 0 0,1 1 0 0 0,0-1 0 0 0,1 1-1 0 0,0 0 1 0 0,1 0 0 0 0,0 0 0 0 0,3 21 0 0 0,-2-30-33 0 0,0 1 1 0 0,-1-1 0 0 0,1 1 0 0 0,0-1 0 0 0,0 1 0 0 0,1-1 0 0 0,-1 1 0 0 0,0-1 0 0 0,1 0-1 0 0,0 0 1 0 0,-1 0 0 0 0,1 0 0 0 0,0 0 0 0 0,0 0 0 0 0,0 0 0 0 0,0-1 0 0 0,4 3-1 0 0,-2-2 6 0 0,0 0 0 0 0,1 0 1 0 0,-1 0-1 0 0,1-1 0 0 0,0 1 0 0 0,0-1 0 0 0,-1 0 0 0 0,1-1 0 0 0,6 1 0 0 0,-2-1 9 0 0,0 0 1 0 0,0-1 0 0 0,0 0 0 0 0,0 0 0 0 0,0-1-1 0 0,0 0 1 0 0,0-1 0 0 0,-1 1 0 0 0,16-9 0 0 0,-15 6-25 0 0,-1-1 1 0 0,0 0-1 0 0,-1 0 1 0 0,1-1-1 0 0,-1 0 1 0 0,-1 0-1 0 0,1-1 1 0 0,-1 0-1 0 0,-1 0 1 0 0,1 0 0 0 0,-1-1-1 0 0,-1 0 1 0 0,0 1-1 0 0,0-2 1 0 0,0 1-1 0 0,2-14 1 0 0,-3 12-17 0 0,-1 0 0 0 0,-1 0 1 0 0,0 0-1 0 0,0 0 0 0 0,-1 0 1 0 0,0 0-1 0 0,-1 0 0 0 0,0 0 1 0 0,-1 0-1 0 0,-1 0 0 0 0,1 0 1 0 0,-2 0-1 0 0,1 1 0 0 0,-8-15 1 0 0,8 21 2 0 0,1 0 1 0 0,-1 0-1 0 0,1 0 0 0 0,-1 1 1 0 0,0-1-1 0 0,-1 1 1 0 0,1-1-1 0 0,0 1 1 0 0,-1 0-1 0 0,0 1 1 0 0,0-1-1 0 0,0 0 1 0 0,0 1-1 0 0,0 0 1 0 0,-7-2-1 0 0,5 2 4 0 0,-1 0 0 0 0,0 1 0 0 0,0-1 0 0 0,0 2 0 0 0,0-1 0 0 0,0 1 0 0 0,0 0 0 0 0,0 0-1 0 0,-13 3 1 0 0,12-2-233 0 0,0 1 0 0 0,1 0 0 0 0,-1 1 0 0 0,0-1 0 0 0,1 1 0 0 0,-1 1 0 0 0,1 0 0 0 0,0 0 0 0 0,0 0 0 0 0,1 1 0 0 0,-1 0 0 0 0,1 0 0 0 0,0 0 0 0 0,0 1 0 0 0,1 0 0 0 0,-1 0 0 0 0,1 1 0 0 0,-6 10 0 0 0,10-13-135 0 0,-1-1-1 0 0,1 1 1 0 0,0 0-1 0 0,0 0 1 0 0,0 0-1 0 0,0 0 0 0 0,0 5 1 0 0,5 15-5093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39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53 189 2264 0 0,'-10'-28'8627'0'0,"1"10"-5136"0"0,-1 41-2274 0 0,2 12-572 0 0,2 1 0 0 0,1 0 0 0 0,2 0 0 0 0,2 42 0 0 0,0-74-623 0 0,2 1 0 0 0,-1-1 0 0 0,0 0 0 0 0,1 0 0 0 0,0 0 0 0 0,0 0 0 0 0,0 0 0 0 0,0-1 0 0 0,1 1 0 0 0,-1 0 0 0 0,1 0 0 0 0,0-1 0 0 0,0 1 0 0 0,1-1 0 0 0,-1 0 0 0 0,1 1 0 0 0,-1-1 0 0 0,1 0 0 0 0,0-1 0 0 0,0 1 0 0 0,0 0 0 0 0,1-1 0 0 0,-1 0 0 0 0,1 0 0 0 0,-1 0 0 0 0,1 0 0 0 0,0 0 0 0 0,-1-1 0 0 0,1 0 0 0 0,0 1 0 0 0,0-1 0 0 0,0-1 0 0 0,0 1 0 0 0,0-1 0 0 0,0 1 0 0 0,0-1 0 0 0,1 0 0 0 0,3-1 0 0 0,2 0-13 0 0,-1-1 1 0 0,1 0-1 0 0,-1-1 0 0 0,1 0 1 0 0,-1 0-1 0 0,0 0 0 0 0,0-2 1 0 0,-1 1-1 0 0,1-1 0 0 0,-1 0 1 0 0,0 0-1 0 0,-1-1 0 0 0,1-1 1 0 0,7-7-1 0 0,10-12 49 0 0,-1-1 1 0 0,28-40-1 0 0,-32 38 241 0 0,-20 29-299 0 0,0-1-3 0 0,1 1 0 0 0,-1 0 0 0 0,0-1 0 0 0,0 1 0 0 0,0-1 0 0 0,0 1 0 0 0,0 0 0 0 0,1-1 1 0 0,-1 1-1 0 0,0 0 0 0 0,0-1 0 0 0,1 1 0 0 0,-1 0 0 0 0,0-1 0 0 0,0 1 0 0 0,1 0 0 0 0,-1-1 0 0 0,0 1 0 0 0,1 0 0 0 0,-1 0 0 0 0,0 0 0 0 0,1-1 0 0 0,-1 1 1 0 0,1 0-1 0 0,-1 0 0 0 0,0 0 0 0 0,1 0 0 0 0,-1 0 0 0 0,1 0 0 0 0,-1 0 0 0 0,0-1 0 0 0,1 1 0 0 0,-1 0 0 0 0,1 1 0 0 0,-1-1 0 0 0,0 0 0 0 0,1 0 1 0 0,-1 0-1 0 0,1 0 0 0 0,-1 0 0 0 0,0 0 0 0 0,1 0 0 0 0,-1 1 0 0 0,1-1 0 0 0,-1 0 0 0 0,0 0 0 0 0,1 0 0 0 0,-1 1 0 0 0,0-1 0 0 0,1 0 0 0 0,-1 1 0 0 0,0-1 1 0 0,1 2 0 0 0,-1 0 1 0 0,1 0 0 0 0,-1-1 0 0 0,0 1-1 0 0,0 0 1 0 0,0 0 0 0 0,0 0 0 0 0,0-1 0 0 0,0 1-1 0 0,0 0 1 0 0,-1 3 0 0 0,0-2-9 0 0,-2 24-70 0 0,1-13 109 0 0,1-1 1 0 0,0 1-1 0 0,1 0 1 0 0,2 21-1 0 0,-2-33-16 0 0,0 1 0 0 0,1-1 0 0 0,-1 1 0 0 0,1-1 0 0 0,0 1 0 0 0,0-1 0 0 0,0 0 0 0 0,0 1 0 0 0,0-1 0 0 0,0 0 0 0 0,1 0 0 0 0,-1 0 0 0 0,1 0 0 0 0,0 0 0 0 0,-1 0 0 0 0,1 0 0 0 0,0 0 0 0 0,0-1 0 0 0,0 1-1 0 0,0-1 1 0 0,0 0 0 0 0,1 1 0 0 0,-1-1 0 0 0,0 0 0 0 0,1 0 0 0 0,-1 0 0 0 0,0-1 0 0 0,1 1 0 0 0,-1 0 0 0 0,4-1 0 0 0,5 1 6 0 0,1 0-1 0 0,0-1 0 0 0,-1-1 0 0 0,1 0 1 0 0,0-1-1 0 0,-1 0 0 0 0,0-1 1 0 0,1 0-1 0 0,-1 0 0 0 0,0-1 1 0 0,0-1-1 0 0,-1 0 0 0 0,0 0 1 0 0,0-1-1 0 0,0-1 0 0 0,0 1 0 0 0,10-11 1 0 0,-11 8-15 0 0,1 0 0 0 0,-1 0 0 0 0,-1-1 0 0 0,0 0 0 0 0,0 0 0 0 0,-1-1 0 0 0,-1 0 0 0 0,1-1 0 0 0,-2 1 0 0 0,0-1 0 0 0,0 0 0 0 0,-1 0 0 0 0,0-1 0 0 0,-1 1 0 0 0,2-19 0 0 0,-6 19-18 0 0,1 0 0 0 0,-1 0 0 0 0,-1 0-1 0 0,0 1 1 0 0,-1-1 0 0 0,0 0 0 0 0,-1 1 0 0 0,0-1 0 0 0,-1 1 0 0 0,-11-20 0 0 0,-1-4-189 0 0,9 26 39 0 0,20 13-244 0 0,16 2-474 0 0,1-2 0 0 0,-1 0 0 0 0,58-2 0 0 0,94-15-4666 0 0,-118 7 2307 0 0,8 0-2087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41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207 283 1620 0 0,'-4'0'2043'0'0,"-57"4"4454"0"0,59-3-6172 0 0,-8 2 503 0 0,9-3-770 0 0,1 0 0 0 0,0 0 1 0 0,-1 0-1 0 0,1 0 0 0 0,0 1 1 0 0,-1-1-1 0 0,1 0 0 0 0,0 0 0 0 0,0 0 1 0 0,-1 0-1 0 0,1 1 0 0 0,0-1 0 0 0,0 0 1 0 0,-1 0-1 0 0,1 1 0 0 0,0-1 1 0 0,0 0-1 0 0,-1 0 0 0 0,1 1 0 0 0,0-1 1 0 0,0 0-1 0 0,0 1 0 0 0,0-1 0 0 0,0 0 1 0 0,-1 0-1 0 0,1 1 0 0 0,0-1 1 0 0,0 0-1 0 0,0 1 0 0 0,0-1 0 0 0,0 0 1 0 0,0 1-1 0 0,0-1 0 0 0,0 0 0 0 0,0 1 1 0 0,0-1-1 0 0,1 1 0 0 0,0 0 31 0 0,0 1 0 0 0,0-1 0 0 0,1 0 0 0 0,-1 0 0 0 0,0 0 0 0 0,1 0 0 0 0,-1 0 0 0 0,1 0-1 0 0,0 0 1 0 0,-1-1 0 0 0,1 1 0 0 0,-1 0 0 0 0,1-1 0 0 0,0 0 0 0 0,0 1 0 0 0,-1-1 0 0 0,1 0 0 0 0,0 0 0 0 0,0 0-1 0 0,0 0 1 0 0,-1 0 0 0 0,4-1 0 0 0,46-8 435 0 0,-42 7-453 0 0,-3 1-48 0 0,0-1 0 0 0,-1 0 0 0 0,1-1 0 0 0,0 1 1 0 0,-1-1-1 0 0,0 0 0 0 0,1-1 0 0 0,-1 1 0 0 0,-1-1 0 0 0,1 0 1 0 0,0 0-1 0 0,-1 0 0 0 0,0-1 0 0 0,0 0 0 0 0,0 0 0 0 0,-1 0 1 0 0,0 0-1 0 0,1 0 0 0 0,-2-1 0 0 0,1 1 0 0 0,-1-1 0 0 0,3-10 0 0 0,-2 8-26 0 0,-1 0-1 0 0,-1-1 0 0 0,0 1 0 0 0,0 0 0 0 0,-1-1 0 0 0,0 1 0 0 0,0-1 0 0 0,-1 1 0 0 0,0 0 0 0 0,0-1 0 0 0,-1 1 0 0 0,0 0 1 0 0,0 0-1 0 0,-1 0 0 0 0,0 0 0 0 0,-6-8 0 0 0,9 14-5 0 0,-1 1 1 0 0,0 0-1 0 0,0-1 0 0 0,0 1 1 0 0,0 0-1 0 0,0 0 0 0 0,0 0 1 0 0,-1 0-1 0 0,1 0 1 0 0,0 0-1 0 0,0 0 0 0 0,-1 0 1 0 0,1 0-1 0 0,-1 1 0 0 0,1-1 1 0 0,-1 1-1 0 0,1-1 1 0 0,-1 1-1 0 0,-1-1 0 0 0,-1 1-1 0 0,1-1-1 0 0,0 2 1 0 0,0-1-1 0 0,0 0 0 0 0,0 0 1 0 0,-1 1-1 0 0,1 0 1 0 0,0 0-1 0 0,-4 1 1 0 0,-3 3-14 0 0,-1 0 0 0 0,1 1 0 0 0,0 0 0 0 0,-12 9 0 0 0,2 1-3 0 0,1 0 1 0 0,1 1 0 0 0,1 1-1 0 0,-20 26 1 0 0,27-31 27 0 0,1 0 0 0 0,0 1 0 0 0,1 0 0 0 0,1 1 0 0 0,0-1 0 0 0,1 1 0 0 0,-7 26 0 0 0,12-37 14 0 0,0-1 0 0 0,1 1 0 0 0,-1 0-1 0 0,1 0 1 0 0,0-1 0 0 0,0 1-1 0 0,0 0 1 0 0,1 0 0 0 0,-1 0-1 0 0,1-1 1 0 0,0 1 0 0 0,0 0-1 0 0,0-1 1 0 0,0 1 0 0 0,1-1-1 0 0,-1 1 1 0 0,5 5 0 0 0,-3-5-27 0 0,1 0-1 0 0,0 0 1 0 0,0 0 0 0 0,0 0 0 0 0,0-1 0 0 0,1 0-1 0 0,0 0 1 0 0,-1 0 0 0 0,1 0 0 0 0,0-1-1 0 0,6 3 1 0 0,4 0-199 0 0,1-1 1 0 0,0 0-1 0 0,-1-1 0 0 0,1-1 1 0 0,1 0-1 0 0,-1-1 0 0 0,24-2 0 0 0,-24-1 66 0 0,1 0 0 0 0,-1-1 0 0 0,0-1 0 0 0,1-1 0 0 0,-2 0 0 0 0,1-1 1 0 0,-1-1-1 0 0,0 0 0 0 0,0-1 0 0 0,-1-1 0 0 0,23-17 0 0 0,3-9 888 0 0,-1-1 1 0 0,45-55 0 0 0,-79 85-542 0 0,16-11-14 0 0,-21 17-189 0 0,1-1 0 0 0,0 1 0 0 0,0 0 1 0 0,-1-1-1 0 0,1 1 0 0 0,0 0 0 0 0,0 0 1 0 0,0 0-1 0 0,0-1 0 0 0,-1 1 0 0 0,1 0 1 0 0,0 0-1 0 0,0 0 0 0 0,0 0 0 0 0,0 1 1 0 0,-1-1-1 0 0,1 0 0 0 0,0 0 0 0 0,0 0 1 0 0,0 1-1 0 0,-1-1 0 0 0,1 0 0 0 0,0 1 1 0 0,0-1-1 0 0,-1 1 0 0 0,1-1 0 0 0,0 1 1 0 0,-1-1-1 0 0,2 2 0 0 0,7 9 11 0 0,-1 1 0 0 0,0 0-1 0 0,0 0 1 0 0,-1 1 0 0 0,-1 0 0 0 0,8 23 0 0 0,15 27 121 0 0,-25-55-122 0 0,-2-4 55 0 0,0 1 0 0 0,1 0 0 0 0,0-1 0 0 0,0 0-1 0 0,0 0 1 0 0,5 6 0 0 0,-7-10-15 0 0,1 1-39 0 0,0-1 0 0 0,0 0 0 0 0,0 0 1 0 0,0-1-1 0 0,0 1 0 0 0,0 0 0 0 0,0-1 1 0 0,0 1-1 0 0,0-1 0 0 0,0 1 0 0 0,0-1 0 0 0,-1 0 1 0 0,1 0-1 0 0,0 0 0 0 0,0 0 0 0 0,-1 0 1 0 0,3-2-1 0 0,19-22-6 0 0,24-35 1 0 0,-27 34-27 0 0,29-31 1 0 0,-33 41-49 0 0,29-22 0 0 0,-39 34 46 0 0,0 0 0 0 0,0 0 0 0 0,0 0 0 0 0,1 1 0 0 0,-1 0 0 0 0,1 0-1 0 0,0 1 1 0 0,13-3 0 0 0,-15 4 9 0 0,1 1-1 0 0,0 0 1 0 0,-1 0 0 0 0,1 0-1 0 0,-1 1 1 0 0,1 0-1 0 0,-1 0 1 0 0,1 1 0 0 0,-1-1-1 0 0,10 5 1 0 0,3 3 30 0 0,30 20 0 0 0,-34-19 29 0 0,0-2 0 0 0,22 11 0 0 0,-28-16-4 0 0,1 1-1 0 0,0-2 0 0 0,0 1 0 0 0,0-1 0 0 0,0 0 0 0 0,0-1 0 0 0,12 0 0 0 0,-17-1-33 0 0,-1 0 1 0 0,0-1-1 0 0,0 1 0 0 0,0-1 0 0 0,0 0 1 0 0,0 0-1 0 0,0 0 0 0 0,-1-1 1 0 0,1 1-1 0 0,0-1 0 0 0,0 1 0 0 0,-1-1 1 0 0,1 0-1 0 0,-1 0 0 0 0,0 0 0 0 0,0 0 1 0 0,1-1-1 0 0,-1 1 0 0 0,0 0 0 0 0,-1-1 1 0 0,1 0-1 0 0,0 1 0 0 0,-1-1 0 0 0,2-4 1 0 0,2-5-1 0 0,0-1 0 0 0,-1 1-1 0 0,0-1 1 0 0,1-14 0 0 0,-3 20-21 0 0,-1 0 0 0 0,1 0-1 0 0,-2 1 1 0 0,1-1 0 0 0,-1 0 0 0 0,0 0-1 0 0,0 0 1 0 0,-1 0 0 0 0,0 0-1 0 0,-3-11 1 0 0,3 18 8 0 0,1-1-1 0 0,-1 0 1 0 0,1 0-1 0 0,-1 1 1 0 0,1-1-1 0 0,-1 1 1 0 0,0-1-1 0 0,1 0 1 0 0,-1 1-1 0 0,0-1 1 0 0,1 1-1 0 0,-1-1 1 0 0,0 1-1 0 0,0 0 1 0 0,0-1 0 0 0,1 1-1 0 0,-1 0 1 0 0,0-1-1 0 0,0 1 1 0 0,0 0-1 0 0,0 0 1 0 0,0 0-1 0 0,0 0 1 0 0,1 0-1 0 0,-1 0 1 0 0,0 0-1 0 0,0 0 1 0 0,0 0-1 0 0,0 0 1 0 0,0 1-1 0 0,0-1 1 0 0,1 0-1 0 0,-1 0 1 0 0,0 1 0 0 0,-1 0-1 0 0,-26 15-34 0 0,9 1 126 0 0,1 0-1 0 0,1 1 0 0 0,1 1 1 0 0,0 0-1 0 0,2 1 1 0 0,0 1-1 0 0,1 1 0 0 0,1-1 1 0 0,1 2-1 0 0,-8 25 0 0 0,18-45-64 0 0,0-1 1 0 0,0 1-1 0 0,0 0 0 0 0,1 0 1 0 0,-1 0-1 0 0,1 0 0 0 0,0 0 0 0 0,0 0 1 0 0,0 0-1 0 0,0 0 0 0 0,0 0 1 0 0,1-1-1 0 0,-1 1 0 0 0,1 0 0 0 0,0 0 1 0 0,0 0-1 0 0,0 0 0 0 0,0-1 0 0 0,3 5 1 0 0,-2-4-1 0 0,1 0-1 0 0,-1 0 1 0 0,1-1 0 0 0,0 1 0 0 0,0-1-1 0 0,0 0 1 0 0,0 0 0 0 0,0 0 0 0 0,1 0-1 0 0,-1-1 1 0 0,1 1 0 0 0,-1-1 0 0 0,6 2 0 0 0,5 0 4 0 0,-1-1 1 0 0,0 0 0 0 0,1-1-1 0 0,0-1 1 0 0,-1 0 0 0 0,1-1 0 0 0,19-3-1 0 0,-13-1-9 0 0,1 0 0 0 0,-1-1 0 0 0,0-2 0 0 0,-1 0 0 0 0,1-1 0 0 0,-2 0 0 0 0,1-2 0 0 0,-2 0 0 0 0,1-2 0 0 0,-2 1 0 0 0,1-2 0 0 0,-2 0 0 0 0,0-1 0 0 0,-1-1 0 0 0,0 0 0 0 0,-1-1 0 0 0,-1 0 0 0 0,-1-1 0 0 0,0 0 0 0 0,13-32 0 0 0,-21 41 19 0 0,0 0 1 0 0,0 0-1 0 0,-1 0 1 0 0,0-1-1 0 0,-1 1 1 0 0,0 0-1 0 0,0-1 1 0 0,-1-12-1 0 0,0 23-38 0 0,-1 0 0 0 0,1 0 0 0 0,0 0 0 0 0,0 0 0 0 0,-1 0 0 0 0,1 0 0 0 0,0 0 0 0 0,-1-1 0 0 0,1 1 0 0 0,-1 0-1 0 0,1 0 1 0 0,-1 0 0 0 0,0 0 0 0 0,1-1 0 0 0,-1 1 0 0 0,0 0 0 0 0,0-1 0 0 0,1 1 0 0 0,-1 0 0 0 0,0-1 0 0 0,0 1 0 0 0,0-1 0 0 0,0 1 0 0 0,0-1 0 0 0,1 0 0 0 0,-1 1 0 0 0,0-1 0 0 0,0 0 0 0 0,0 0 0 0 0,0 1 0 0 0,0-1 0 0 0,0 0-1 0 0,0 0 1 0 0,0 0 0 0 0,0 0 0 0 0,0 0 0 0 0,0-1 0 0 0,0 1 0 0 0,0 0 0 0 0,0 0 0 0 0,0-1 0 0 0,0 1 0 0 0,0 0 0 0 0,0-1 0 0 0,0 1 0 0 0,0-1 0 0 0,0 1 0 0 0,1-1 0 0 0,-1 0 0 0 0,0 1 0 0 0,0-1 0 0 0,1 0 0 0 0,-1 1-1 0 0,0-1 1 0 0,1 0 0 0 0,-1 0 0 0 0,1 0 0 0 0,-1 0 0 0 0,1 0 0 0 0,-1 1 0 0 0,1-1 0 0 0,0 0 0 0 0,-1 0 0 0 0,1-2 0 0 0,1 7 8 0 0,0 0 0 0 0,0 0 0 0 0,0 0-1 0 0,1 0 1 0 0,-1 0 0 0 0,1 0 0 0 0,0-1 0 0 0,0 1 0 0 0,0-1 0 0 0,1 1 0 0 0,-1-1-1 0 0,1 0 1 0 0,0 0 0 0 0,0 0 0 0 0,0 0 0 0 0,0-1 0 0 0,0 1 0 0 0,1-1 0 0 0,-1 0-1 0 0,1 0 1 0 0,7 3 0 0 0,8 3-46 0 0,0-1-1 0 0,1-1 1 0 0,24 5 0 0 0,-27-7-60 0 0,19 4-447 0 0,48 4 0 0 0,-69-11 368 0 0,0 0-1 0 0,0-1 0 0 0,0-1 1 0 0,1 0-1 0 0,27-7 1 0 0,-39 7 173 0 0,0 0 1 0 0,-1 0 0 0 0,1 0 0 0 0,0-1-1 0 0,-1 1 1 0 0,1-1 0 0 0,-1 0 0 0 0,0 0-1 0 0,0 0 1 0 0,0-1 0 0 0,0 1 0 0 0,0-1-1 0 0,0 1 1 0 0,-1-1 0 0 0,1 0 0 0 0,-1 0-1 0 0,0 0 1 0 0,0-1 0 0 0,0 1 0 0 0,0 0-1 0 0,0-1 1 0 0,-1 1 0 0 0,1-1 0 0 0,-1 0-1 0 0,0 1 1 0 0,0-1 0 0 0,-1 0 0 0 0,1 0-1 0 0,-1 0 1 0 0,0 1 0 0 0,0-1 0 0 0,0 0-1 0 0,-1-4 1 0 0,1 7 12 0 0,0 0 1 0 0,0 1-1 0 0,0-1 0 0 0,-1 0 1 0 0,1 0-1 0 0,0 1 1 0 0,0-1-1 0 0,-1 0 0 0 0,1 1 1 0 0,0-1-1 0 0,-1 0 0 0 0,1 1 1 0 0,-1-1-1 0 0,1 0 0 0 0,-1 1 1 0 0,1-1-1 0 0,-1 1 0 0 0,1-1 1 0 0,-1 1-1 0 0,-1-2 0 0 0,0 1 4 0 0,-1 0-1 0 0,1 1 1 0 0,-1-1-1 0 0,0 0 1 0 0,1 1-1 0 0,-1-1 1 0 0,0 1-1 0 0,1 0 1 0 0,-1-1-1 0 0,0 2 1 0 0,1-1-1 0 0,-1 0 1 0 0,0 0-1 0 0,1 1 0 0 0,-1-1 1 0 0,0 1-1 0 0,1 0 1 0 0,-1 0-1 0 0,1 0 1 0 0,-1 0-1 0 0,1 1 1 0 0,0-1-1 0 0,-1 0 1 0 0,1 1-1 0 0,0 0 1 0 0,0-1-1 0 0,-3 4 1 0 0,0-1 30 0 0,-12 10 52 0 0,1 1 0 0 0,0 0 0 0 0,2 1 0 0 0,-1 1 0 0 0,2 0 0 0 0,0 1 0 0 0,1 0 0 0 0,1 1 0 0 0,1 0 0 0 0,1 1 0 0 0,-10 29 0 0 0,17-45-73 0 0,1 0 0 0 0,0 0 0 0 0,0-1 0 0 0,1 1-1 0 0,-1 0 1 0 0,1 0 0 0 0,0 0 0 0 0,0 0 0 0 0,0 0 0 0 0,1 0 0 0 0,-1 0 0 0 0,1 0 0 0 0,0 0 0 0 0,0 0 0 0 0,2 5 0 0 0,0-6-4 0 0,-1 1 0 0 0,1-1 1 0 0,-1 1-1 0 0,1-1 1 0 0,0 0-1 0 0,0 0 1 0 0,0 0-1 0 0,0 0 0 0 0,1-1 1 0 0,-1 0-1 0 0,1 1 1 0 0,0-1-1 0 0,0 0 0 0 0,5 2 1 0 0,4 1-106 0 0,1-1 1 0 0,-1 0-1 0 0,1-1 1 0 0,0 0-1 0 0,0-1 1 0 0,0-1-1 0 0,0 0 1 0 0,0-1-1 0 0,1 0 1 0 0,-1-1-1 0 0,0-1 1 0 0,0 0-1 0 0,0-1 1 0 0,25-9-1 0 0,-25 7 2 0 0,0-1 0 0 0,-1 0 0 0 0,0-1-1 0 0,0 0 1 0 0,0-1 0 0 0,-1-1 0 0 0,0 0 0 0 0,-1 0-1 0 0,0-1 1 0 0,-1 0 0 0 0,0-1 0 0 0,0-1 0 0 0,-1 1-1 0 0,9-16 1 0 0,-7 8 91 0 0,39-77 1538 0 0,-49 94-1491 0 0,-2 3-48 0 0,-1 0-1 0 0,1 1 1 0 0,-1-1-1 0 0,1 0 1 0 0,0 1-1 0 0,0-1 1 0 0,0 1-1 0 0,0 0 1 0 0,0-1-1 0 0,0 1 1 0 0,0 0-1 0 0,0 0 1 0 0,0 3-1 0 0,-2 0 29 0 0,-4 9 42 0 0,0 1 0 0 0,1 0 0 0 0,0 0 0 0 0,1 1 0 0 0,1 0 0 0 0,1-1 0 0 0,0 1 0 0 0,-1 30 0 0 0,4-43-50 0 0,0 0-1 0 0,0 0 0 0 0,1 0 1 0 0,-1 0-1 0 0,1-1 0 0 0,-1 1 1 0 0,1 0-1 0 0,0 0 0 0 0,0-1 1 0 0,0 1-1 0 0,1-1 0 0 0,-1 1 1 0 0,0-1-1 0 0,1 1 0 0 0,0-1 1 0 0,0 0-1 0 0,3 3 0 0 0,-2-2 0 0 0,1 0-1 0 0,-1-1 1 0 0,1 1-1 0 0,0-1 0 0 0,0 0 1 0 0,0 0-1 0 0,0-1 1 0 0,0 1-1 0 0,1-1 1 0 0,5 2-1 0 0,-1-2 0 0 0,-1 0-1 0 0,0 0 1 0 0,0-1-1 0 0,1 0 1 0 0,-1 0-1 0 0,0-1 1 0 0,1 0-1 0 0,-1-1 1 0 0,0 0-1 0 0,0 0 1 0 0,14-6 0 0 0,-10 1-11 0 0,-1 0 0 0 0,0 0 0 0 0,0-2 0 0 0,-1 1 0 0 0,0-1 0 0 0,0-1 0 0 0,-1 0 0 0 0,0 0 0 0 0,8-13 0 0 0,5-11-128 0 0,30-61 0 0 0,-46 87-59 0 0,-6 15 95 0 0,-5 17 325 0 0,-81 222 3701 0 0,24-70-1897 0 0,29-77-846 0 0,-47 132 669 0 0,53-163-1308 0 0,-47 86-1 0 0,63-137-448 0 0,0 0 0 0 0,-1-1 1 0 0,-1 0-1 0 0,-1-1 0 0 0,0 0 1 0 0,-1-1-1 0 0,0-1 0 0 0,-1 0 1 0 0,-1-2-1 0 0,1 1 0 0 0,-2-2 1 0 0,0 0-1 0 0,0-1 0 0 0,-1-1 1 0 0,0-1-1 0 0,-32 8 0 0 0,39-13-62 0 0,0 0-1 0 0,0-1 0 0 0,0 0 0 0 0,0-1 0 0 0,0 0 1 0 0,0-1-1 0 0,0 0 0 0 0,0-1 0 0 0,0-1 1 0 0,0 0-1 0 0,0 0 0 0 0,-12-6 0 0 0,19 7-79 0 0,0 0 0 0 0,1-1 0 0 0,-1 1-1 0 0,0-1 1 0 0,1 0 0 0 0,0-1 0 0 0,0 1 0 0 0,0-1-1 0 0,0 0 1 0 0,0 0 0 0 0,1 0 0 0 0,-1 0 0 0 0,1 0-1 0 0,0-1 1 0 0,1 0 0 0 0,-1 1 0 0 0,1-1 0 0 0,0 0-1 0 0,0 0 1 0 0,0-1 0 0 0,1 1 0 0 0,0 0 0 0 0,0 0-1 0 0,0-1 1 0 0,0 1 0 0 0,1 0 0 0 0,0-1 0 0 0,1-9-1 0 0,1 7-148 0 0,0 1 0 0 0,0-1 0 0 0,0 1 0 0 0,1-1 0 0 0,0 1 0 0 0,1 0-1 0 0,0 0 1 0 0,0 0 0 0 0,0 0 0 0 0,1 1 0 0 0,0 0 0 0 0,5-6 0 0 0,10-8-924 0 0,44-35 1 0 0,-30 29-263 0 0,2 3 1 0 0,54-29-1 0 0,82-27-5031 0 0,-103 48 1665 0 0,-11 6-2006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43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1 309 1252 0 0,'4'-12'2989'0'0,"2"1"0"0"0,11-20-1 0 0,-16 30-2922 0 0,0 0 0 0 0,-1 1-1 0 0,1-1 1 0 0,0 1-1 0 0,0-1 1 0 0,0 1 0 0 0,0-1-1 0 0,-1 1 1 0 0,1-1 0 0 0,0 1-1 0 0,0 0 1 0 0,0-1 0 0 0,0 1-1 0 0,0 0 1 0 0,0 0-1 0 0,0 0 1 0 0,0 0 0 0 0,0 0-1 0 0,0 0 1 0 0,1 0 0 0 0,20 4 491 0 0,-13 0-461 0 0,0 1-1 0 0,0 0 0 0 0,-1 0 0 0 0,0 1 1 0 0,0 0-1 0 0,-1 0 0 0 0,1 1 0 0 0,-1 0 0 0 0,-1 0 1 0 0,0 1-1 0 0,7 9 0 0 0,-3-2 26 0 0,0 1 1 0 0,-1 0-1 0 0,-1 1 1 0 0,13 35-1 0 0,-20-46-9 0 0,1-1 0 0 0,-1 0 0 0 0,0 1 0 0 0,0 0 0 0 0,-1-1 0 0 0,0 1 0 0 0,0 0 0 0 0,0-1 0 0 0,0 1 0 0 0,-1-1 0 0 0,0 1 0 0 0,-2 6 0 0 0,2-8-32 0 0,-1-1 0 0 0,1 1 0 0 0,-1 0 0 0 0,0 0 0 0 0,-1-1 0 0 0,1 1 0 0 0,0-1 0 0 0,-1 0-1 0 0,0 1 1 0 0,0-1 0 0 0,0 0 0 0 0,0-1 0 0 0,0 1 0 0 0,-1-1 0 0 0,1 1 0 0 0,-7 2 0 0 0,8-4-53 0 0,0 0 1 0 0,-1 1-1 0 0,1-1 0 0 0,0-1 0 0 0,-1 1 1 0 0,1 0-1 0 0,0-1 0 0 0,-1 1 1 0 0,1-1-1 0 0,-1 1 0 0 0,1-1 1 0 0,-1 0-1 0 0,1 0 0 0 0,-1-1 1 0 0,1 1-1 0 0,-1 0 0 0 0,1-1 1 0 0,-1 1-1 0 0,1-1 0 0 0,0 0 1 0 0,-1 0-1 0 0,1 0 0 0 0,0 0 1 0 0,0 0-1 0 0,-1 0 0 0 0,1-1 1 0 0,0 1-1 0 0,-2-3 0 0 0,2 1-23 0 0,0 1 0 0 0,0-1 0 0 0,0 0-1 0 0,1 1 1 0 0,-1-1 0 0 0,1 0 0 0 0,0 0 0 0 0,0 0-1 0 0,0 0 1 0 0,0 0 0 0 0,0 0 0 0 0,1 0 0 0 0,-1 0-1 0 0,1 0 1 0 0,0 0 0 0 0,0-1 0 0 0,0 1 0 0 0,0 0 0 0 0,1 0-1 0 0,-1 0 1 0 0,2-6 0 0 0,2-1-18 0 0,0 1 1 0 0,0-1 0 0 0,1 1-1 0 0,0 1 1 0 0,1-1-1 0 0,0 1 1 0 0,0 0-1 0 0,1 0 1 0 0,0 0-1 0 0,0 1 1 0 0,0 0-1 0 0,1 1 1 0 0,14-10-1 0 0,0 2-22 0 0,2 0 0 0 0,0 2-1 0 0,49-18 1 0 0,-64 27 20 0 0,-1 0 0 0 0,2 1 1 0 0,-1 0-1 0 0,0 1 0 0 0,0 0 0 0 0,1 0 0 0 0,-1 1 1 0 0,0 0-1 0 0,1 0 0 0 0,12 3 0 0 0,-17-2 11 0 0,-1 0 0 0 0,0 0 0 0 0,0 1 0 0 0,0-1 0 0 0,0 1 0 0 0,0 0 0 0 0,0 0 0 0 0,-1 0-1 0 0,1 0 1 0 0,-1 1 0 0 0,1-1 0 0 0,-1 1 0 0 0,0 0 0 0 0,0 0 0 0 0,0 0 0 0 0,0 1 0 0 0,-1-1 0 0 0,1 1 0 0 0,-1-1 0 0 0,0 1 0 0 0,0 0-1 0 0,0 0 1 0 0,0 0 0 0 0,0 5 0 0 0,0 1 11 0 0,0-1 1 0 0,-1 0-1 0 0,0 1 0 0 0,-1-1 0 0 0,0 1 0 0 0,-3 15 1 0 0,0 15 45 0 0,3-39-47 0 0,1 1-1 0 0,-1-1 0 0 0,0 1 0 0 0,1-1 1 0 0,-1 0-1 0 0,1 1 0 0 0,0-1 0 0 0,-1 0 1 0 0,1 1-1 0 0,0-1 0 0 0,0 0 1 0 0,0 0-1 0 0,0 0 0 0 0,0 0 0 0 0,0 0 1 0 0,0 0-1 0 0,0 0 0 0 0,2 2 0 0 0,24 10 55 0 0,-15-10-43 0 0,0-1 0 0 0,0 0 0 0 0,0-1 0 0 0,0 0 0 0 0,1-1 1 0 0,-1 0-1 0 0,0-1 0 0 0,0 0 0 0 0,1-1 0 0 0,-1 0 0 0 0,-1-1 1 0 0,23-8-1 0 0,-28 8-13 0 0,1 0 0 0 0,-1 0-1 0 0,0-1 1 0 0,0 0 0 0 0,0 0 0 0 0,-1 0 0 0 0,0 0 0 0 0,1-1 0 0 0,-1 0 0 0 0,-1 0 0 0 0,1-1-1 0 0,-1 1 1 0 0,0-1 0 0 0,0 0 0 0 0,0 0 0 0 0,-1 0 0 0 0,0 0 0 0 0,-1-1 0 0 0,1 0-1 0 0,-1 1 1 0 0,0-1 0 0 0,-1 0 0 0 0,2-12 0 0 0,-2 5-8 0 0,-1 0 0 0 0,0 0 0 0 0,-1 0 0 0 0,-1 0 0 0 0,0 0 0 0 0,-1 1 0 0 0,-1-1 0 0 0,0 1 0 0 0,-11-25 0 0 0,13 32-7 0 0,-1 0 0 0 0,-1 0 0 0 0,1 0 0 0 0,-1 0 0 0 0,0 1 0 0 0,0-1 0 0 0,-1 1-1 0 0,1 0 1 0 0,-1 0 0 0 0,-1 1 0 0 0,1 0 0 0 0,0 0 0 0 0,-1 0 0 0 0,0 0 0 0 0,0 1 0 0 0,0 0 0 0 0,0 0-1 0 0,0 1 1 0 0,-1 0 0 0 0,1 0 0 0 0,-1 0 0 0 0,-7 0 0 0 0,7 1 0 0 0,1 1-1 0 0,-1 1 1 0 0,0-1 0 0 0,0 1 0 0 0,1 1 0 0 0,-1-1-1 0 0,1 1 1 0 0,-1 0 0 0 0,1 0 0 0 0,0 1 0 0 0,-11 6-1 0 0,3 0 5 0 0,0 0-1 0 0,1 1 0 0 0,-20 19 1 0 0,28-25 6 0 0,0 1 0 0 0,1 0 0 0 0,-1 1 0 0 0,1-1 0 0 0,1 1 1 0 0,-1-1-1 0 0,1 1 0 0 0,0 0 0 0 0,0 1 0 0 0,1-1 0 0 0,-1 0 1 0 0,2 1-1 0 0,-1-1 0 0 0,1 1 0 0 0,-1 8 0 0 0,2-10-54 0 0,0-1-1 0 0,0 1 1 0 0,0 0-1 0 0,1-1 1 0 0,0 1-1 0 0,0 0 0 0 0,0-1 1 0 0,1 1-1 0 0,0-1 1 0 0,0 0-1 0 0,0 1 1 0 0,0-1-1 0 0,0 0 0 0 0,1 0 1 0 0,0 0-1 0 0,0-1 1 0 0,0 1-1 0 0,0-1 1 0 0,0 0-1 0 0,1 1 1 0 0,0-1-1 0 0,7 4 0 0 0,4 2-292 0 0,0-1 0 0 0,1-1-1 0 0,0 0 1 0 0,1-1-1 0 0,0-1 1 0 0,0 0 0 0 0,0-1-1 0 0,35 2 1 0 0,-16-4-198 0 0,-1-1 1 0 0,1-2-1 0 0,51-8 0 0 0,-71 6 524 0 0,0 0-1 0 0,0-1 1 0 0,0-1 0 0 0,-1 0-1 0 0,0-2 1 0 0,0 1 0 0 0,0-2-1 0 0,-1 0 1 0 0,0-1-1 0 0,-1 0 1 0 0,14-12 0 0 0,-17 12 421 0 0,0-1 0 0 0,0-1-1 0 0,-1 1 1 0 0,-1-2 0 0 0,0 1 0 0 0,0-1 0 0 0,-1 0 0 0 0,6-15 0 0 0,12-22 1852 0 0,-24 46-1966 0 0,-4 6-265 0 0,0 0 1 0 0,0 0 0 0 0,0 0-1 0 0,0 1 1 0 0,1-1 0 0 0,0 1-1 0 0,0-1 1 0 0,0 1-1 0 0,-2 5 1 0 0,2-5 6 0 0,1-3-22 0 0,-43 92 240 0 0,39-82-202 0 0,1 1 0 0 0,1 0 0 0 0,0 0-1 0 0,1 0 1 0 0,0 0 0 0 0,0 18 0 0 0,2-27-24 0 0,0 1 1 0 0,0-1-1 0 0,0 0 0 0 0,1 1 0 0 0,0-1 1 0 0,-1 0-1 0 0,1 1 0 0 0,1-1 0 0 0,-1 0 1 0 0,0 0-1 0 0,1 0 0 0 0,-1 0 0 0 0,1 0 1 0 0,0 0-1 0 0,0 0 0 0 0,0-1 0 0 0,3 3 1 0 0,-2-2 0 0 0,1 0 1 0 0,0 0-1 0 0,-1-1 1 0 0,1 1-1 0 0,0-1 1 0 0,1 0-1 0 0,-1 0 1 0 0,0-1-1 0 0,1 1 1 0 0,-1-1-1 0 0,7 1 1 0 0,-2-1-4 0 0,1 0 1 0 0,-1 0 0 0 0,1-1 0 0 0,0 0 0 0 0,-1-1 0 0 0,1 0 0 0 0,-1-1-1 0 0,0 0 1 0 0,1 0 0 0 0,-1-1 0 0 0,14-6 0 0 0,-9 1-12 0 0,-1 0 0 0 0,0-1 0 0 0,-1-1 0 0 0,1 1 0 0 0,-2-2 0 0 0,0 0 0 0 0,12-14 0 0 0,62-93 442 0 0,-71 98-177 0 0,3-1-210 0 0,-17 21-64 0 0,1 0 1 0 0,-1-1-1 0 0,0 1 0 0 0,1 0 1 0 0,-1 0-1 0 0,1 0 1 0 0,-1 0-1 0 0,0 0 1 0 0,1 0-1 0 0,-1 0 1 0 0,1 0-1 0 0,-1 0 1 0 0,0 1-1 0 0,1-1 1 0 0,-1 0-1 0 0,1 0 0 0 0,-1 0 1 0 0,0 0-1 0 0,1 1 1 0 0,-1-1-1 0 0,1 0 1 0 0,-1 0-1 0 0,0 0 1 0 0,1 1-1 0 0,-1-1 1 0 0,1 1-1 0 0,-1-1 7 0 0,1 1-4 0 0,-1 0-1 0 0,0-1 1 0 0,1 1-1 0 0,-1 0 1 0 0,0-1-1 0 0,1 1 1 0 0,-1 0-1 0 0,0 0 1 0 0,0 0-1 0 0,0-1 1 0 0,0 1-1 0 0,0 0 1 0 0,0 0-1 0 0,0 0 1 0 0,0-1-1 0 0,0 1 1 0 0,0 0-1 0 0,0 0 1 0 0,-1 0-1 0 0,1 1-4 0 0,1 43-18 0 0,-1-28 49 0 0,0 0-1 0 0,1 0 1 0 0,1-1-1 0 0,5 21 1 0 0,-6-33-9 0 0,0 1 0 0 0,1-1 0 0 0,0 0 0 0 0,0 0 0 0 0,0 1 1 0 0,0-1-1 0 0,1-1 0 0 0,-1 1 0 0 0,1 0 0 0 0,0 0 0 0 0,0-1 0 0 0,0 0 0 0 0,1 0 0 0 0,-1 0 0 0 0,1 0 0 0 0,0 0 0 0 0,0-1 1 0 0,0 1-1 0 0,8 2 0 0 0,-4-2 4 0 0,0 0 0 0 0,0 0 0 0 0,1-1 1 0 0,-1-1-1 0 0,0 1 0 0 0,1-1 0 0 0,-1-1 1 0 0,1 0-1 0 0,0 0 0 0 0,-1 0 0 0 0,1-1 1 0 0,-1-1-1 0 0,1 1 0 0 0,-1-1 0 0 0,0-1 1 0 0,0 1-1 0 0,0-1 0 0 0,0-1 0 0 0,8-4 1 0 0,-6 2-13 0 0,0-1 0 0 0,-1 0 1 0 0,0 0-1 0 0,0-1 0 0 0,-1 0 1 0 0,0 0-1 0 0,0-1 0 0 0,-1 0 1 0 0,0 0-1 0 0,0-1 0 0 0,-1 0 0 0 0,-1 0 1 0 0,8-18-1 0 0,-8 13 1 0 0,-1-1 0 0 0,0 0 0 0 0,0 0 0 0 0,-2 0-1 0 0,0-1 1 0 0,-1 1 0 0 0,-1-1 0 0 0,0 1 0 0 0,-1 0 0 0 0,-1-1 0 0 0,0 1 0 0 0,-8-27-1 0 0,-17-50 105 0 0,26 91-154 0 0,1-1-9 0 0,0 3 48 0 0,0 0 0 0 0,0 0 1 0 0,0-1-1 0 0,0 1 0 0 0,0 0 1 0 0,0 0-1 0 0,0-1 0 0 0,0 1 1 0 0,0 0-1 0 0,0 0 0 0 0,0-1 0 0 0,0 1 1 0 0,0 0-1 0 0,0 0 0 0 0,0-1 1 0 0,0 1-1 0 0,0 0 0 0 0,0 0 1 0 0,0-1-1 0 0,0 1 0 0 0,0 0 0 0 0,0 0 1 0 0,1-1-1 0 0,-1 1 0 0 0,0 0 1 0 0,0 0-1 0 0,0 0 0 0 0,0-1 1 0 0,1 1-1 0 0,-1 0 0 0 0,0 0 0 0 0,0-1 1 0 0,66 2-811 0 0,-1 0-894 0 0,139-11-7407 0 0,-146 3 3770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45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82 502 920 0 0,'-10'-75'10484'0'0,"7"61"-9451"0"0,-1 22-205 0 0,-5 20-289 0 0,-28 199 696 0 0,31-184-1133 0 0,0-3 146 0 0,-1 44 0 0 0,7-84-241 0 0,1 0-1 0 0,-1 1 1 0 0,0-1-1 0 0,0 0 1 0 0,0 1-1 0 0,0-1 0 0 0,0 1 1 0 0,0-1-1 0 0,0 0 1 0 0,1 1-1 0 0,-1-1 0 0 0,0 0 1 0 0,0 0-1 0 0,1 1 1 0 0,-1-1-1 0 0,0 0 1 0 0,0 1-1 0 0,1-1 0 0 0,-1 0 1 0 0,0 0-1 0 0,1 1 1 0 0,-1-1-1 0 0,0 0 1 0 0,1 0-1 0 0,-1 0 0 0 0,0 0 1 0 0,1 1-1 0 0,-1-1 1 0 0,0 0-1 0 0,1 0 1 0 0,-1 0-1 0 0,1 0 0 0 0,-1 0 1 0 0,1 0-1 0 0,14-3 103 0 0,-8 0-98 0 0,-1-2 0 0 0,1 1 0 0 0,-1-1 0 0 0,0 0 0 0 0,0 0 0 0 0,0-1 0 0 0,-1 0 0 0 0,9-11 0 0 0,3-8 137 0 0,15-30-1 0 0,5-8 864 0 0,-31 53-1042 0 0,-6 10 30 0 0,0-1-1 0 0,0 1 1 0 0,0 0 0 0 0,0 0 0 0 0,1-1-1 0 0,-1 1 1 0 0,0 0 0 0 0,0 0 0 0 0,1-1-1 0 0,-1 1 1 0 0,0 0 0 0 0,0 0-1 0 0,1 0 1 0 0,-1 0 0 0 0,0 0 0 0 0,1-1-1 0 0,-1 1 1 0 0,0 0 0 0 0,1 0 0 0 0,-1 0-1 0 0,0 0 1 0 0,1 0 0 0 0,-1 0 0 0 0,0 0-1 0 0,1 0 1 0 0,-1 0 0 0 0,0 0 0 0 0,1 0-1 0 0,-1 0 1 0 0,0 0 0 0 0,0 0-1 0 0,1 0 1 0 0,-1 1 0 0 0,0-1 0 0 0,1 0-1 0 0,-1 0 1 0 0,0 0 0 0 0,1 0 0 0 0,-1 1-1 0 0,0-1 1 0 0,0 0 0 0 0,1 0 0 0 0,-1 0-1 0 0,0 1 1 0 0,0-1 0 0 0,0 0-1 0 0,1 0 1 0 0,-1 1 0 0 0,0-1 0 0 0,0 0-1 0 0,0 1 1 0 0,0-1 0 0 0,0 0 0 0 0,0 1-1 0 0,1-1 1 0 0,-1 0 0 0 0,0 1 0 0 0,10 30-5 0 0,-7-22 22 0 0,0 0 0 0 0,1 0-1 0 0,-1 0 1 0 0,2-1 0 0 0,8 14 0 0 0,-10-18-2 0 0,0 0 0 0 0,0-1 0 0 0,1 1 0 0 0,0-1 0 0 0,-1 0 0 0 0,1 0 0 0 0,0-1-1 0 0,0 1 1 0 0,1-1 0 0 0,-1 0 0 0 0,0 0 0 0 0,1 0 0 0 0,-1-1 0 0 0,1 1 0 0 0,0-1 0 0 0,6 1 0 0 0,-5-1-2 0 0,1 0-1 0 0,0-1 1 0 0,0 0-1 0 0,0 0 1 0 0,0 0-1 0 0,0-1 1 0 0,-1 0-1 0 0,1 0 1 0 0,0 0-1 0 0,0-1 1 0 0,-1 0-1 0 0,1-1 1 0 0,-1 0-1 0 0,0 1 1 0 0,6-5-1 0 0,-5 2-7 0 0,0 0-1 0 0,-1 0 1 0 0,0-1-1 0 0,0 0 1 0 0,0 0-1 0 0,-1 0 1 0 0,0-1-1 0 0,0 0 1 0 0,-1 0-1 0 0,1 0 1 0 0,-2 0-1 0 0,5-12 1 0 0,-2 2-2 0 0,-1 1 1 0 0,-1-1-1 0 0,-1 0 1 0 0,0-1-1 0 0,-1 1 1 0 0,-1 0-1 0 0,0-1 1 0 0,-2 1-1 0 0,-3-23 1 0 0,-3-6-69 0 0,-2 1-1 0 0,-18-55 1 0 0,25 93 12 0 0,-1-3-140 0 0,7 12 34 0 0,13 10 132 0 0,-5-6-9 0 0,1-1 0 0 0,0-1 0 0 0,0 1 1 0 0,0-2-1 0 0,1 0 0 0 0,23 2 0 0 0,84-2-424 0 0,-95-4 312 0 0,0-1 0 0 0,-1 0-1 0 0,1-2 1 0 0,-1-1 0 0 0,36-12 0 0 0,-51 13 128 0 0,0 0 1 0 0,-1 0-1 0 0,1-1 0 0 0,-1 0 1 0 0,0-1-1 0 0,0 0 0 0 0,0 0 0 0 0,-1-1 1 0 0,0 0-1 0 0,-1-1 0 0 0,1 0 1 0 0,-1 0-1 0 0,-1 0 0 0 0,0-1 0 0 0,9-16 1 0 0,-9 12 53 0 0,0-1 1 0 0,-1 1-1 0 0,0-1 0 0 0,-1 0 1 0 0,-1 0-1 0 0,0-1 1 0 0,-1 1-1 0 0,-1 0 0 0 0,0-21 1 0 0,-1 32-58 0 0,-2 4 20 0 0,0-1 0 0 0,0 0 0 0 0,0 1 0 0 0,0-1 0 0 0,0 1 0 0 0,0 0-1 0 0,1 0 1 0 0,-1 0 0 0 0,0 0 0 0 0,0 0 0 0 0,1 0 0 0 0,-1 0-1 0 0,1 0 1 0 0,-1 1 0 0 0,1-1 0 0 0,-1 1 0 0 0,1-1 0 0 0,0 1 0 0 0,0-1-1 0 0,-2 4 1 0 0,-20 44-40 0 0,17-35 33 0 0,-54 143 44 0 0,-49 196 1 0 0,93-284 22 0 0,-8 25 373 0 0,32-117-376 0 0,2-1 0 0 0,1 1 0 0 0,21-34-1 0 0,-24 46-82 0 0,0 0 0 0 0,1 0 1 0 0,0 0-1 0 0,12-10 0 0 0,-16 17 6 0 0,1-1 0 0 0,-1 1 1 0 0,1 0-1 0 0,0 1 1 0 0,0-1-1 0 0,1 1 1 0 0,-1 0-1 0 0,1 1 0 0 0,10-4 1 0 0,-13 6 21 0 0,0-1 0 0 0,0 0 0 0 0,0 1 0 0 0,0 0 0 0 0,0 0 0 0 0,0 0 0 0 0,0 1 0 0 0,0-1 0 0 0,0 1 0 0 0,0 0 1 0 0,0 0-1 0 0,0 1 0 0 0,0-1 0 0 0,-1 1 0 0 0,1-1 0 0 0,0 1 0 0 0,-1 0 0 0 0,1 1 0 0 0,-1-1 0 0 0,0 1 0 0 0,0-1 0 0 0,0 1 0 0 0,0 0 0 0 0,0 0 1 0 0,-1 0-1 0 0,1 1 0 0 0,-1-1 0 0 0,0 0 0 0 0,3 6 0 0 0,3 9 74 0 0,1 0-1 0 0,-2 0 1 0 0,-1 1 0 0 0,7 30-1 0 0,-11-42-57 0 0,5 25 71 0 0,-3-12 25 0 0,10 29-1 0 0,-12-44-79 0 0,0 0 0 0 0,0 0-1 0 0,1-1 1 0 0,-1 1-1 0 0,1-1 1 0 0,0 1 0 0 0,0-1-1 0 0,1 0 1 0 0,-1 0-1 0 0,9 6 1 0 0,-10-9-34 0 0,0 1 1 0 0,0-1 0 0 0,1 0-1 0 0,-1 0 1 0 0,1 0-1 0 0,-1 0 1 0 0,1-1-1 0 0,0 1 1 0 0,-1-1 0 0 0,1 1-1 0 0,0-1 1 0 0,-1 0-1 0 0,1 0 1 0 0,0 0 0 0 0,-1 0-1 0 0,1-1 1 0 0,-1 1-1 0 0,1-1 1 0 0,0 0-1 0 0,-1 1 1 0 0,1-1 0 0 0,-1 0-1 0 0,0-1 1 0 0,1 1-1 0 0,-1 0 1 0 0,0-1-1 0 0,3-1 1 0 0,6-5-84 0 0,0 0 0 0 0,-1-1 0 0 0,16-18 0 0 0,-25 26 88 0 0,14-15-44 0 0,-1-1 0 0 0,-1-1 0 0 0,-1 0 0 0 0,11-21 0 0 0,33-83 935 0 0,-45 97-303 0 0,-6 14-183 0 0,-1 4-194 0 0,0 0 0 0 0,-1-1 0 0 0,-1 1 0 0 0,1 0 0 0 0,2-15 4 0 0,-6 37-240 0 0,-2 1 12 0 0,-15 89-2 0 0,17-90 59 0 0,0 1 0 0 0,1 0 0 0 0,0-1 0 0 0,5 30 0 0 0,-4-42-60 0 0,0 1-1 0 0,0-1 0 0 0,0 0 1 0 0,0 0-1 0 0,1 0 1 0 0,-1 0-1 0 0,1 0 1 0 0,0 0-1 0 0,0 0 0 0 0,0-1 1 0 0,0 1-1 0 0,0-1 1 0 0,1 1-1 0 0,-1-1 1 0 0,1 0-1 0 0,-1 0 0 0 0,1 0 1 0 0,0 0-1 0 0,0-1 1 0 0,0 1-1 0 0,0-1 1 0 0,0 1-1 0 0,0-1 1 0 0,0 0-1 0 0,0 0 0 0 0,1-1 1 0 0,-1 1-1 0 0,0-1 1 0 0,0 1-1 0 0,1-1 1 0 0,5 0-1 0 0,-3-1-401 0 0,1 1 1 0 0,-1-1-1 0 0,0 0 0 0 0,0 0 0 0 0,1-1 1 0 0,-1 0-1 0 0,7-3 0 0 0,-8 3-339 0 0,-1 0 1 0 0,1 0-1 0 0,-1-1 0 0 0,0 0 0 0 0,0 0 0 0 0,0 0 1 0 0,0 0-1 0 0,0-1 0 0 0,3-3 0 0 0,5-10-4893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45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95 103 1408 0 0,'-56'-62'9996'0'0,"18"22"-7306"0"0,37 39-3125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46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223 503 1964 0 0,'12'-12'1802'0'0,"0"-1"1"0"0,0-1-1 0 0,-2 0 0 0 0,1 0 1 0 0,12-25-1 0 0,-22 37-1687 0 0,0 1-1 0 0,0-1 1 0 0,0 1 0 0 0,-1 0-1 0 0,1-1 1 0 0,0 1 0 0 0,-1-1-1 0 0,1 0 1 0 0,-1 1 0 0 0,0-1-1 0 0,1 1 1 0 0,-1-1 0 0 0,0 0-1 0 0,0 1 1 0 0,0-1 0 0 0,0 0-1 0 0,0 1 1 0 0,-1-1 0 0 0,1 1-1 0 0,0-1 1 0 0,-1 0 0 0 0,1 1-1 0 0,-2-3 1 0 0,0 3-101 0 0,1 1 1 0 0,-1 0-1 0 0,0 0 1 0 0,1 0-1 0 0,-1 0 0 0 0,1 0 1 0 0,-1 0-1 0 0,0 1 1 0 0,1-1-1 0 0,-1 0 0 0 0,1 1 1 0 0,-1 0-1 0 0,1-1 1 0 0,-1 1-1 0 0,1 0 0 0 0,-3 1 1 0 0,4-2-12 0 0,-16 9 33 0 0,0 1 0 0 0,0 1 0 0 0,1 0 0 0 0,-25 24-1 0 0,-47 61 82 0 0,80-88-108 0 0,-8 10 17 0 0,1 0 0 0 0,-17 26 0 0 0,29-39-6 0 0,-1-1-1 0 0,0 1 0 0 0,1 0 0 0 0,0 0 0 0 0,0 0 0 0 0,1 0 1 0 0,-1 1-1 0 0,1-1 0 0 0,0 0 0 0 0,0 1 0 0 0,1-1 0 0 0,0 0 1 0 0,0 1-1 0 0,0-1 0 0 0,2 10 0 0 0,-1-12-8 0 0,1 0 0 0 0,-1 1 0 0 0,1-2 0 0 0,0 1 0 0 0,0 0 0 0 0,0 0-1 0 0,0 0 1 0 0,0-1 0 0 0,0 0 0 0 0,1 1 0 0 0,-1-1 0 0 0,1 0 0 0 0,0 0 0 0 0,0 0 0 0 0,0 0-1 0 0,0-1 1 0 0,0 1 0 0 0,0-1 0 0 0,0 0 0 0 0,0 0 0 0 0,1 0 0 0 0,-1 0 0 0 0,0 0 0 0 0,5-1-1 0 0,3 2 2 0 0,1-1-1 0 0,0 0 0 0 0,0-1 1 0 0,-1 0-1 0 0,22-3 0 0 0,-18 0-81 0 0,0-1-1 0 0,0 0 1 0 0,0-1-1 0 0,-1-1 1 0 0,0 0 0 0 0,0-1-1 0 0,0 0 1 0 0,-1-1-1 0 0,13-11 1 0 0,-8 5-143 0 0,-1-2-1 0 0,0 0 1 0 0,-2 0 0 0 0,0-2 0 0 0,19-27 0 0 0,-3-6-171 0 0,-3-2 1 0 0,-2 0-1 0 0,34-102 1 0 0,18-86 1979 0 0,-72 222-1368 0 0,-97 327 2113 0 0,82-276-2233 0 0,-38 164 385 0 0,42-170-378 0 0,2 1 0 0 0,1 0-1 0 0,1 0 1 0 0,1 0 0 0 0,5 36 0 0 0,-5-61-102 0 0,0 0 1 0 0,1-1-1 0 0,-1 1 1 0 0,0-1-1 0 0,1 1 1 0 0,-1 0-1 0 0,1-1 1 0 0,-1 1 0 0 0,1-1-1 0 0,0 1 1 0 0,0-1-1 0 0,0 0 1 0 0,-1 1-1 0 0,1-1 1 0 0,1 0-1 0 0,-1 0 1 0 0,0 1-1 0 0,0-1 1 0 0,2 1-1 0 0,-2-2-9 0 0,0 1 0 0 0,0-1-1 0 0,1 1 1 0 0,-1-1 0 0 0,0 0-1 0 0,1 0 1 0 0,-1 0 0 0 0,0 0-1 0 0,0 0 1 0 0,1 0 0 0 0,-1 0-1 0 0,0 0 1 0 0,1 0 0 0 0,-1-1-1 0 0,0 1 1 0 0,0 0-1 0 0,1-1 1 0 0,1 0 0 0 0,4-3-22 0 0,0 0 0 0 0,0-1 0 0 0,-1 1 0 0 0,1-1 0 0 0,10-12 0 0 0,65-78-202 0 0,-10 11 72 0 0,-56 66 109 0 0,-6 7-37 0 0,0 1 0 0 0,0 0 0 0 0,16-11 0 0 0,-25 20 70 0 0,1 0 1 0 0,-1 0-1 0 0,0 0 1 0 0,1 1-1 0 0,-1-1 1 0 0,0 1-1 0 0,1-1 1 0 0,-1 1-1 0 0,1-1 1 0 0,-1 1-1 0 0,1 0 1 0 0,0 0-1 0 0,-1 0 1 0 0,1 0-1 0 0,-1 0 1 0 0,1 0-1 0 0,-1 0 1 0 0,1 0-1 0 0,-1 1 1 0 0,1-1-1 0 0,-1 0 1 0 0,1 1-1 0 0,-1 0 1 0 0,1-1-1 0 0,-1 1 1 0 0,0 0-1 0 0,1-1 1 0 0,-1 1-1 0 0,0 0 1 0 0,0 0-1 0 0,0 0 1 0 0,1 0-1 0 0,-1 0 1 0 0,0 1-1 0 0,0-1 1 0 0,-1 0-1 0 0,1 0 1 0 0,0 1-1 0 0,0-1 1 0 0,0 3-1 0 0,5 6 36 0 0,-1 0-1 0 0,-1 1 0 0 0,0-1 1 0 0,3 14-1 0 0,-6-18-13 0 0,1 0-11 0 0,1 4 52 0 0,0 1 1 0 0,1-1 0 0 0,7 15-1 0 0,-9-21-46 0 0,0-1 1 0 0,0 0-1 0 0,0 0 0 0 0,0 0 1 0 0,1-1-1 0 0,-1 1 0 0 0,1-1 1 0 0,0 1-1 0 0,0-1 0 0 0,0 0 1 0 0,0 0-1 0 0,0 0 0 0 0,0 0 1 0 0,6 1-1 0 0,0 0-365 0 0,1 0 1 0 0,-1-1-1 0 0,0 0 1 0 0,1 0-1 0 0,0-1 1 0 0,-1-1-1 0 0,1 0 1 0 0,0 0-1 0 0,-1-1 1 0 0,14-2-1 0 0,-7 0-1941 0 0,1-2-1 0 0,27-10 0 0 0,-12 1-3133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47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9 728 1348 0 0,'-1'-3'242'0'0,"0"1"0"0"0,-1-1 1 0 0,1 0-1 0 0,1 1 0 0 0,-1-1 0 0 0,0 0 0 0 0,0 0 0 0 0,1 0 1 0 0,0 0-1 0 0,0 1 0 0 0,-1-1 0 0 0,2 0 0 0 0,-1 0 0 0 0,0 0 1 0 0,1 0-1 0 0,-1 0 0 0 0,1 1 0 0 0,0-1 0 0 0,0 0 0 0 0,0 0 1 0 0,0 1-1 0 0,0-1 0 0 0,0 1 0 0 0,1-1 0 0 0,0 1 0 0 0,-1-1 1 0 0,4-2-1 0 0,5-8 142 0 0,2 1-1 0 0,-1 0 1 0 0,21-15 0 0 0,-25 21-146 0 0,179-136 1637 0 0,-121 97-1400 0 0,-2-4 0 0 0,95-94 0 0 0,-146 131-378 0 0,-1-2 0 0 0,0 1 0 0 0,-1-1 0 0 0,-1-1 0 0 0,0 0 1 0 0,-1 0-1 0 0,-1 0 0 0 0,0-1 0 0 0,-1-1 0 0 0,-1 1 0 0 0,4-20 0 0 0,-9 34-147 0 0,-2 3 41 0 0,1-1 0 0 0,-1 0 0 0 0,1 1 1 0 0,-1-1-1 0 0,1 1 0 0 0,-1 0 0 0 0,1-1 1 0 0,-1 1-1 0 0,1 0 0 0 0,-1 0 1 0 0,1 0-1 0 0,0 0 0 0 0,-1 0 0 0 0,1 0 1 0 0,0 0-1 0 0,-2 3 0 0 0,-16 24-21 0 0,16-25 23 0 0,-33 58-47 0 0,-45 106 1 0 0,-12 73-69 0 0,73-182 198 0 0,2 1-1 0 0,3 1 1 0 0,-14 111 0 0 0,20-94 922 0 0,9-74-632 0 0,1-3-357 0 0,1-1-1 0 0,-1 1 1 0 0,1 0 0 0 0,-1-1 0 0 0,1 0 0 0 0,-1 1-1 0 0,0-1 1 0 0,1 0 0 0 0,-1 0 0 0 0,0 0 0 0 0,0 1-1 0 0,1-1 1 0 0,-1-1 0 0 0,0 1 0 0 0,0 0 0 0 0,0 0-1 0 0,0 0 1 0 0,1-2 0 0 0,16-30 30 0 0,-13 25-37 0 0,0-2 6 0 0,57-95 2 0 0,-54 93-33 0 0,1 0 0 0 0,0 1 0 0 0,1 0 0 0 0,0 0 0 0 0,1 1 0 0 0,14-11 0 0 0,-23 20 15 0 0,0-1-1 0 0,0 1 0 0 0,0 0 1 0 0,0 0-1 0 0,0 0 1 0 0,0 0-1 0 0,0 0 1 0 0,1 0-1 0 0,-1 0 1 0 0,0 1-1 0 0,1-1 0 0 0,-1 1 1 0 0,1 0-1 0 0,-1 0 1 0 0,0 0-1 0 0,1 0 1 0 0,-1 0-1 0 0,1 0 0 0 0,-1 1 1 0 0,0-1-1 0 0,1 1 1 0 0,-1-1-1 0 0,0 1 1 0 0,0 0-1 0 0,1 0 1 0 0,-1 0-1 0 0,0 0 0 0 0,0 1 1 0 0,2 1-1 0 0,2 2 5 0 0,0 0-1 0 0,-1 1 0 0 0,0-1 0 0 0,0 1 1 0 0,-1 1-1 0 0,0-1 0 0 0,0 0 0 0 0,4 10 1 0 0,8 18 15 0 0,-10-19 33 0 0,2 0 1 0 0,-1-1-1 0 0,11 14 0 0 0,-14-23-49 0 0,0 0-1 0 0,0 0 1 0 0,1-1-1 0 0,0 0 1 0 0,0 1-1 0 0,0-2 1 0 0,0 1-1 0 0,1 0 0 0 0,-1-1 1 0 0,1 0-1 0 0,8 3 1 0 0,-6-3-162 0 0,1-1 1 0 0,0 1 0 0 0,0-1 0 0 0,0-1-1 0 0,0 0 1 0 0,0 0 0 0 0,0-1 0 0 0,0 0-1 0 0,0 0 1 0 0,13-3 0 0 0,-9 0-13 0 0,-1 0 1 0 0,1-1-1 0 0,0 0 1 0 0,-1-1-1 0 0,0-1 1 0 0,17-10-1 0 0,-8 2 79 0 0,0 0 0 0 0,-2-2 0 0 0,0-1 0 0 0,0 0 0 0 0,-2-1 0 0 0,0-1 0 0 0,14-22 0 0 0,-11 13 890 0 0,-2-1 0 0 0,-1 0-1 0 0,19-46 1 0 0,-36 74-784 0 0,1 1 0 0 0,-1-1 1 0 0,0 1-1 0 0,0-1 0 0 0,0 1 1 0 0,0-1-1 0 0,0 0 0 0 0,0 1 1 0 0,0-1-1 0 0,0 1 1 0 0,-1-1-1 0 0,1 1 0 0 0,0-1 1 0 0,0 1-1 0 0,0-1 0 0 0,0 1 1 0 0,-1-1-1 0 0,1 1 0 0 0,0-1 1 0 0,-1 1-1 0 0,1-1 0 0 0,0 1 1 0 0,-1 0-1 0 0,1-1 0 0 0,0 1 1 0 0,-1-1-1 0 0,1 1 1 0 0,-1 0-1 0 0,1-1 0 0 0,-1 1 1 0 0,1 0-1 0 0,-1 0 0 0 0,1-1 1 0 0,-1 1-1 0 0,1 0 0 0 0,-1 0 1 0 0,1 0-1 0 0,-1 0 0 0 0,1 0 1 0 0,-1 0-1 0 0,1-1 0 0 0,-1 1 1 0 0,0 0-1 0 0,1 1 0 0 0,-1-1 1 0 0,1 0-1 0 0,-1 0 1 0 0,1 0-1 0 0,-1 0 0 0 0,1 0 1 0 0,-1 0-1 0 0,1 1 0 0 0,-1-1 1 0 0,1 0-1 0 0,-1 1 0 0 0,0-1 1 0 0,-9 5 17 0 0,0 0 0 0 0,0 1 0 0 0,1 0 0 0 0,-1 1 0 0 0,1-1 0 0 0,-13 15-1 0 0,-51 57 288 0 0,54-55-256 0 0,1-2 30 0 0,-23 33 0 0 0,36-46-60 0 0,0 1 0 0 0,0-1-1 0 0,1 1 1 0 0,0 0 0 0 0,1 0 0 0 0,-1 0-1 0 0,-2 16 1 0 0,6-23-16 0 0,0 0 0 0 0,-1 0 1 0 0,1 0-1 0 0,0 0 0 0 0,0 0 0 0 0,0 0 0 0 0,1-1 0 0 0,-1 1 1 0 0,0 0-1 0 0,1 0 0 0 0,-1 0 0 0 0,1 0 0 0 0,0-1 1 0 0,0 1-1 0 0,-1 0 0 0 0,1-1 0 0 0,0 1 0 0 0,0 0 0 0 0,1-1 1 0 0,-1 1-1 0 0,0-1 0 0 0,0 0 0 0 0,1 1 0 0 0,-1-1 0 0 0,1 0 1 0 0,-1 0-1 0 0,1 0 0 0 0,0 0 0 0 0,-1 0 0 0 0,1 0 0 0 0,0 0 1 0 0,-1-1-1 0 0,1 1 0 0 0,3 0 0 0 0,-1 0-1 0 0,0 0 0 0 0,1-1-1 0 0,-1 1 1 0 0,1-1 0 0 0,-1 0 0 0 0,1 0 0 0 0,-1-1-1 0 0,1 1 1 0 0,-1-1 0 0 0,0 0 0 0 0,1 0 0 0 0,-1 0-1 0 0,7-4 1 0 0,2-2-1 0 0,-1 0 0 0 0,0-1 0 0 0,-1-1-1 0 0,0 0 1 0 0,0 0 0 0 0,-1-1 0 0 0,0 0 0 0 0,14-21-1 0 0,2-6 13 0 0,28-57-1 0 0,-39 66-2 0 0,5-12 44 0 0,9-15-252 0 0,-28 53 116 0 0,0 4-110 0 0,0 0 182 0 0,-1 1 0 0 0,1-1 0 0 0,-1 0 0 0 0,1 0 0 0 0,-1 0-1 0 0,0 0 1 0 0,0 1 0 0 0,0-1 0 0 0,0 0 0 0 0,-1 0 0 0 0,1 0 0 0 0,-1 3 0 0 0,-2 6 26 0 0,-2 11 44 0 0,0 1 0 0 0,1 0 0 0 0,0 35 0 0 0,3-53-52 0 0,1 1 1 0 0,1-1 0 0 0,-1 0 0 0 0,1 0 0 0 0,0 1-1 0 0,0-1 1 0 0,0 0 0 0 0,1 0 0 0 0,0 0 0 0 0,0 0-1 0 0,0 0 1 0 0,1 0 0 0 0,-1-1 0 0 0,1 1 0 0 0,0-1-1 0 0,0 0 1 0 0,1 0 0 0 0,-1 0 0 0 0,1 0 0 0 0,0 0-1 0 0,5 3 1 0 0,-1-2-121 0 0,0 0 1 0 0,0-1-1 0 0,1 0 0 0 0,0 0 0 0 0,-1-1 0 0 0,1 0 0 0 0,1 0 0 0 0,-1-1 1 0 0,0-1-1 0 0,0 1 0 0 0,1-1 0 0 0,-1-1 0 0 0,1 0 0 0 0,-1 0 1 0 0,1-1-1 0 0,-1 0 0 0 0,0-1 0 0 0,1 1 0 0 0,10-5 0 0 0,-6 1-24 0 0,0-1-1 0 0,-1-1 0 0 0,1 0 0 0 0,-1 0 0 0 0,-1-2 0 0 0,0 1 0 0 0,0-2 1 0 0,0 1-1 0 0,-1-2 0 0 0,-1 1 0 0 0,13-17 0 0 0,-5 4 238 0 0,-1-1-1 0 0,25-47 1 0 0,-36 61 74 0 0,-2 0 0 0 0,1-1 0 0 0,-1 0 1 0 0,-1 0-1 0 0,0-1 0 0 0,-1 1 0 0 0,0 0 0 0 0,0-1 1 0 0,-2 1-1 0 0,1-13 0 0 0,-1 22-168 0 0,-1 0 0 0 0,1 0 0 0 0,0 0 0 0 0,-1 0 0 0 0,1 0 0 0 0,-1 0 0 0 0,0 0 0 0 0,0 0 0 0 0,0 0 0 0 0,0 0 0 0 0,0 0 0 0 0,0 1 0 0 0,0-1 0 0 0,0 0 0 0 0,-1 1 0 0 0,1-1 0 0 0,-1 1 0 0 0,1 0 0 0 0,-1-1 0 0 0,0 1 0 0 0,1 0 0 0 0,-1 0 0 0 0,0 0 0 0 0,0 0 0 0 0,0 0 0 0 0,0 0 0 0 0,0 1-1 0 0,0-1 1 0 0,-3 0 0 0 0,1 1-19 0 0,0 0-1 0 0,-1 1 0 0 0,1-1 0 0 0,0 1 0 0 0,0 0 0 0 0,0 0 0 0 0,0 0 0 0 0,0 1 1 0 0,0-1-1 0 0,0 1 0 0 0,0 0 0 0 0,0 0 0 0 0,-5 5 0 0 0,7-5 5 0 0,0 0-1 0 0,0 0 1 0 0,0 0 0 0 0,0 1-1 0 0,0-1 1 0 0,1 0 0 0 0,-1 1-1 0 0,1-1 1 0 0,-1 1 0 0 0,1 0-1 0 0,0 0 1 0 0,0-1-1 0 0,0 1 1 0 0,1 0 0 0 0,-1 0-1 0 0,1 0 1 0 0,-1 0 0 0 0,1 0-1 0 0,0 0 1 0 0,0 0-1 0 0,1 0 1 0 0,0 3 0 0 0,2 7-2 0 0,1 0 0 0 0,0-1 1 0 0,1 1-1 0 0,1-1 0 0 0,0-1 1 0 0,1 1-1 0 0,0-1 0 0 0,0 0 0 0 0,12 12 1 0 0,-8-9 15 0 0,-1 1 0 0 0,0 0 1 0 0,-1 0-1 0 0,8 18 0 0 0,-16-29 83 0 0,0-1 0 0 0,1 1 0 0 0,-1 0-1 0 0,-1-1 1 0 0,1 1 0 0 0,-1 0 0 0 0,1-1-1 0 0,-1 1 1 0 0,0 0 0 0 0,0 0-1 0 0,-1-1 1 0 0,1 1 0 0 0,-1 0 0 0 0,1-1-1 0 0,-1 1 1 0 0,-1 0 0 0 0,1-1 0 0 0,-2 5-1 0 0,0-3-9 0 0,-1-1 0 0 0,1 1 1 0 0,-1 0-1 0 0,0-1 0 0 0,0 0 0 0 0,0 0 0 0 0,0 0 0 0 0,-1 0 0 0 0,0-1 0 0 0,-8 6 0 0 0,-2-2-106 0 0,-1 1 0 0 0,0-2 0 0 0,0 0 0 0 0,0-1 0 0 0,-1-1 1 0 0,1 0-1 0 0,-19 1 0 0 0,25-4-635 0 0,-1 0-1 0 0,1-1 1 0 0,-15-2 0 0 0,21 2-376 0 0,-1-1-1 0 0,1 0 1 0 0,0 0-1 0 0,-1-1 1 0 0,1 1 0 0 0,-5-3-1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48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531 214 68 0 0,'-27'-160'12733'0'0,"27"157"-12571"0"0,-1 0 0 0 0,1 0 0 0 0,-1 0 1 0 0,1 0-1 0 0,-1 0 0 0 0,0 0 0 0 0,0 0 0 0 0,-1 0 0 0 0,1 0 0 0 0,-1 1 0 0 0,1-1 0 0 0,-1 0 0 0 0,0 1 0 0 0,0-1 1 0 0,0 1-1 0 0,-3-3 0 0 0,4 4-150 0 0,0 1 1 0 0,0-1 0 0 0,0 1 0 0 0,0 0-1 0 0,-1-1 1 0 0,1 1 0 0 0,0 0-1 0 0,0 0 1 0 0,0 0 0 0 0,0 0 0 0 0,-1 0-1 0 0,1 0 1 0 0,0 0 0 0 0,0 0-1 0 0,0 0 1 0 0,0 0 0 0 0,-1 1-1 0 0,1-1 1 0 0,-1 1 0 0 0,-23 11 122 0 0,21-9-80 0 0,-41 25 170 0 0,2 1 0 0 0,1 3 0 0 0,1 1 1 0 0,-64 68-1 0 0,15 1-68 0 0,82-92-133 0 0,1 1 0 0 0,0 0 0 0 0,0 0-1 0 0,1 0 1 0 0,1 1 0 0 0,0-1 0 0 0,0 1-1 0 0,-4 19 1 0 0,9-29-18 0 0,-1 0 0 0 0,1 0 0 0 0,0 0 0 0 0,-1 0 0 0 0,1 0 0 0 0,0 0 0 0 0,0 0 0 0 0,0 0 0 0 0,0 0 0 0 0,1 0 0 0 0,-1 0 0 0 0,1 0 0 0 0,-1 0 0 0 0,1 0 0 0 0,-1 0 0 0 0,1 0 0 0 0,0 0 0 0 0,0 0 0 0 0,0 0 0 0 0,0-1 0 0 0,1 1 0 0 0,-1 0 0 0 0,0-1 0 0 0,1 1 0 0 0,-1-1 0 0 0,1 1 0 0 0,-1-1 0 0 0,1 0 0 0 0,0 1 0 0 0,-1-1 0 0 0,1 0 0 0 0,0 0-1 0 0,0-1 1 0 0,0 1 0 0 0,0 0 0 0 0,0 0 0 0 0,0-1 0 0 0,0 1 0 0 0,0-1 0 0 0,0 0 0 0 0,0 0 0 0 0,3 0 0 0 0,3 1 9 0 0,0-1 0 0 0,0-1 0 0 0,1 0 0 0 0,-1 0-1 0 0,0 0 1 0 0,0-1 0 0 0,0 0 0 0 0,0-1 0 0 0,12-5 0 0 0,0-4 1 0 0,-1-1 0 0 0,0 0 1 0 0,-1-2-1 0 0,0 0 0 0 0,-2-1 0 0 0,28-32 1 0 0,32-31 874 0 0,-76 78-893 0 0,1 0-1 0 0,0 0 1 0 0,-1 1-1 0 0,1-1 1 0 0,0 0-1 0 0,0 1 1 0 0,0-1-1 0 0,-1 0 1 0 0,1 1-1 0 0,0-1 1 0 0,0 1-1 0 0,0-1 1 0 0,0 1-1 0 0,0-1 1 0 0,0 1-1 0 0,0 0 1 0 0,0 0-1 0 0,0-1 1 0 0,0 1-1 0 0,0 0 1 0 0,0 0-1 0 0,0 0 1 0 0,0 0 0 0 0,0 0-1 0 0,1 1 1 0 0,-1 0-2 0 0,0 0 1 0 0,0 0-1 0 0,0 0 1 0 0,0 1-1 0 0,0-1 1 0 0,-1 0-1 0 0,1 1 1 0 0,-1-1-1 0 0,1 0 1 0 0,-1 1-1 0 0,1-1 1 0 0,-1 1-1 0 0,0-1 1 0 0,0 1-1 0 0,1-1 1 0 0,-1 1-1 0 0,-1 2 1 0 0,2 71-15 0 0,-2-47-136 0 0,4 44 0 0 0,-2-64-451 0 0,0 0 0 0 0,0 0 0 0 0,1-1 0 0 0,1 1 0 0 0,-1-1 0 0 0,1 1 0 0 0,0-1 0 0 0,1 0 0 0 0,0 0 0 0 0,5 8 0 0 0,0-6-3226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49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94 182 2460 0 0,'-18'-42'12251'0'0,"38"61"-11828"0"0,-14-9-384 0 0,-1 1 0 0 0,0 0 0 0 0,-1 0 0 0 0,0 1 0 0 0,-1-1 0 0 0,0 1 0 0 0,0-1 0 0 0,-2 1 0 0 0,1 0 0 0 0,-2 0 0 0 0,1 0 0 0 0,-3 19 0 0 0,1-23 42 0 0,0 0 0 0 0,0 0 1 0 0,-1 0-1 0 0,0 0 0 0 0,0 0 0 0 0,-1-1 0 0 0,0 1 1 0 0,0-1-1 0 0,-1 0 0 0 0,0 1 0 0 0,0-2 0 0 0,-1 1 1 0 0,0 0-1 0 0,0-1 0 0 0,0 0 0 0 0,-1 0 0 0 0,0-1 1 0 0,0 0-1 0 0,-9 6 0 0 0,14-10-62 0 0,0 0-1 0 0,-1 0 1 0 0,1 0-1 0 0,0 0 1 0 0,-1-1 0 0 0,1 1-1 0 0,-1-1 1 0 0,1 1 0 0 0,-1-1-1 0 0,0 1 1 0 0,1-1-1 0 0,-1 0 1 0 0,1 0 0 0 0,-1 0-1 0 0,0 0 1 0 0,1 0 0 0 0,-1 0-1 0 0,1 0 1 0 0,-2-1-1 0 0,1 1-12 0 0,2-1 0 0 0,-1 1-1 0 0,0-1 1 0 0,0 0 0 0 0,0 0-1 0 0,0 1 1 0 0,0-1 0 0 0,0 0-1 0 0,1 0 1 0 0,-1 0 0 0 0,0 0-1 0 0,1 0 1 0 0,-1 0 0 0 0,1 0-1 0 0,-1 0 1 0 0,1 0 0 0 0,0 0-1 0 0,-1 0 1 0 0,1-2 0 0 0,-1-4-5 0 0,0 1 0 0 0,1-1 0 0 0,-1 1 0 0 0,2 0 0 0 0,-1-1 0 0 0,1 1 0 0 0,2-10 0 0 0,1 1-14 0 0,1 0-1 0 0,1 0 1 0 0,0 0 0 0 0,1 1-1 0 0,0 0 1 0 0,1 0-1 0 0,1 1 1 0 0,0 0 0 0 0,1 1-1 0 0,0-1 1 0 0,1 2 0 0 0,1 0-1 0 0,-1 0 1 0 0,2 1-1 0 0,0 0 1 0 0,0 1 0 0 0,0 1-1 0 0,1 0 1 0 0,0 1 0 0 0,1 0-1 0 0,15-4 1 0 0,-23 9-8 0 0,1 0 1 0 0,0 1-1 0 0,-1-1 1 0 0,1 2-1 0 0,0-1 1 0 0,0 1-1 0 0,-1 0 1 0 0,1 1-1 0 0,0 0 0 0 0,0 0 1 0 0,-1 0-1 0 0,1 1 1 0 0,-1 0-1 0 0,1 1 1 0 0,-1 0-1 0 0,8 4 1 0 0,-9-4 16 0 0,0 1 0 0 0,-1 0 0 0 0,1 0 1 0 0,-1 1-1 0 0,0-1 0 0 0,-1 1 1 0 0,1 0-1 0 0,-1 0 0 0 0,1 1 1 0 0,-2-1-1 0 0,1 1 0 0 0,-1 0 1 0 0,1 0-1 0 0,-2 0 0 0 0,1 0 1 0 0,-1 1-1 0 0,0-1 0 0 0,2 11 1 0 0,-1 4 62 0 0,-2 0 0 0 0,-1 1 1 0 0,0-1-1 0 0,-1 0 1 0 0,-2 0-1 0 0,-4 23 0 0 0,1-14-1026 0 0,-1 54-1 0 0,7-83 886 0 0,0 0 0 0 0,0-1 0 0 0,0 1 0 0 0,0 0-1 0 0,0 0 1 0 0,0 0 0 0 0,0-1 0 0 0,0 1 0 0 0,0 0 0 0 0,1 0 0 0 0,-1-1 0 0 0,0 1 0 0 0,0 0-1 0 0,1 0 1 0 0,-1-1 0 0 0,1 1 0 0 0,-1 0 0 0 0,0-1 0 0 0,1 1 0 0 0,-1-1 0 0 0,1 1-1 0 0,0 0 1 0 0,-1-1 0 0 0,1 1 0 0 0,-1-1 0 0 0,1 1 0 0 0,0-1 0 0 0,-1 0 0 0 0,1 1-1 0 0,0-1 1 0 0,-1 0 0 0 0,1 1 0 0 0,0-1 0 0 0,0 0 0 0 0,0 0 0 0 0,-1 0 0 0 0,1 0 0 0 0,0 0-1 0 0,0 0 1 0 0,-1 0 0 0 0,1 0 0 0 0,0 0 0 0 0,0 0 0 0 0,0 0 0 0 0,-1 0 0 0 0,1 0-1 0 0,0-1 1 0 0,0 1 0 0 0,-1 0 0 0 0,1 0 0 0 0,0-1 0 0 0,1 0 0 0 0,4-2-391 0 0,0 1 1 0 0,-1-2-1 0 0,1 1 0 0 0,10-8 1 0 0,2-5 10 0 0,-1-1 0 0 0,0 0 0 0 0,18-25 0 0 0,39-64 1076 0 0,-29 39 204 0 0,-10 16 103 0 0,41-53 1953 0 0,-74 102-2698 0 0,-3 7-14 0 0,-1 1-1 0 0,1-1 1 0 0,-1 0-1 0 0,0 1 1 0 0,0-1-1 0 0,-1 0 1 0 0,-3 6-1 0 0,-2 5 252 0 0,3-5-220 0 0,0 1-1 0 0,1 0 1 0 0,0 0-1 0 0,1 0 1 0 0,-3 21-1 0 0,5-29-128 0 0,1-1-1 0 0,0 1 0 0 0,0-1 0 0 0,0 1 0 0 0,1-1 0 0 0,-1 0 0 0 0,1 1 0 0 0,0-1 0 0 0,0 0 0 0 0,0 1 0 0 0,0-1 1 0 0,0 0-1 0 0,1 0 0 0 0,0 0 0 0 0,-1 0 0 0 0,1 0 0 0 0,0 0 0 0 0,1 0 0 0 0,-1-1 0 0 0,0 1 0 0 0,1-1 1 0 0,-1 0-1 0 0,1 0 0 0 0,0 0 0 0 0,3 3 0 0 0,4-1 6 0 0,-1 0 1 0 0,1 0-1 0 0,0 0 1 0 0,1-1-1 0 0,-1-1 1 0 0,0 0-1 0 0,1 0 0 0 0,-1-1 1 0 0,1 0-1 0 0,15-2 1 0 0,-11 1-28 0 0,1-2 1 0 0,0 0-1 0 0,-1-1 1 0 0,1 0-1 0 0,-1-1 1 0 0,21-9-1 0 0,-21 6-9 0 0,1-1 0 0 0,-1-1 0 0 0,-1-1 0 0 0,1 0 0 0 0,-2-1 0 0 0,1 0 0 0 0,-1-1 0 0 0,21-26 1 0 0,-27 30-29 0 0,-1 0 1 0 0,-1 0-1 0 0,0 0 1 0 0,0-1-1 0 0,0 1 1 0 0,-1-1-1 0 0,0 0 1 0 0,-1-1 0 0 0,0 1-1 0 0,0-1 1 0 0,-1 1-1 0 0,-1-1 1 0 0,1 0-1 0 0,-1 1 1 0 0,-1-1 0 0 0,0 0-1 0 0,-2-12 1 0 0,2 19-12 0 0,-1 0-1 0 0,0 0 1 0 0,1 0 0 0 0,-1 0 0 0 0,-1 0 0 0 0,1 0 0 0 0,0 0 0 0 0,-1 1-1 0 0,1-1 1 0 0,-1 1 0 0 0,0-1 0 0 0,0 1 0 0 0,0-1 0 0 0,0 1 0 0 0,0 0-1 0 0,0 0 1 0 0,-1 0 0 0 0,-3-2 0 0 0,1 1-2 0 0,0 1 1 0 0,0 0-1 0 0,0 0 0 0 0,0 1 1 0 0,-1-1-1 0 0,1 1 0 0 0,0 0 1 0 0,-1 1-1 0 0,-9-1 0 0 0,-2 2-5 0 0,-1 1 0 0 0,1 0 0 0 0,0 1 0 0 0,0 1 0 0 0,-25 9 0 0 0,22-6 11 0 0,1 1-1 0 0,1 0 0 0 0,-1 2 1 0 0,1 0-1 0 0,-25 20 0 0 0,36-25-73 0 0,0 1 0 0 0,1 0-1 0 0,0 0 1 0 0,0 0 0 0 0,0 1-1 0 0,1-1 1 0 0,0 1 0 0 0,0 1-1 0 0,1-1 1 0 0,0 1 0 0 0,0 0-1 0 0,1-1 1 0 0,0 2 0 0 0,0-1-1 0 0,-3 17 1 0 0,6-23-34 0 0,0 1 0 0 0,0 0 0 0 0,0 0 0 0 0,0 0 0 0 0,0-1 0 0 0,0 1 0 0 0,1 0 0 0 0,-1 0 0 0 0,1-1 0 0 0,0 1 0 0 0,0 0 0 0 0,0-1 0 0 0,0 1 0 0 0,0-1 0 0 0,1 1 0 0 0,-1-1 0 0 0,4 4 0 0 0,-2-2-49 0 0,1-1 0 0 0,-1 0-1 0 0,1-1 1 0 0,-1 1 0 0 0,1-1-1 0 0,0 1 1 0 0,0-1 0 0 0,0 0 0 0 0,0-1-1 0 0,6 3 1 0 0,1-1-81 0 0,1-1 0 0 0,0 1 0 0 0,0-2 0 0 0,0 0 0 0 0,0 0 0 0 0,1-1 0 0 0,16-2 0 0 0,-10-2 107 0 0,0 0-1 0 0,-1-1 1 0 0,0 0-1 0 0,0-2 1 0 0,0 0 0 0 0,-1-1-1 0 0,32-20 1 0 0,0-5 83 0 0,53-50-1 0 0,28-18 726 0 0,-129 100-666 0 0,0 0-1 0 0,0 1 0 0 0,-1-1 0 0 0,1 1 1 0 0,0-1-1 0 0,0 1 0 0 0,0-1 0 0 0,0 1 1 0 0,0-1-1 0 0,0 1 0 0 0,0 0 0 0 0,0 0 1 0 0,0-1-1 0 0,0 1 0 0 0,0 0 0 0 0,0 0 1 0 0,0 0-1 0 0,0 0 0 0 0,0 0 1 0 0,0 0-1 0 0,0 1 0 0 0,0-1 0 0 0,0 0 1 0 0,0 0-1 0 0,0 1 0 0 0,0-1 0 0 0,0 1 1 0 0,0-1-1 0 0,0 1 0 0 0,0-1 0 0 0,0 1 1 0 0,-1-1-1 0 0,1 1 0 0 0,0 0 0 0 0,0-1 1 0 0,-1 1-1 0 0,1 0 0 0 0,0 0 0 0 0,-1 0 1 0 0,1-1-1 0 0,-1 1 0 0 0,1 0 0 0 0,-1 0 1 0 0,1 0-1 0 0,-1 0 0 0 0,1 2 1 0 0,1 2 50 0 0,-1 1 1 0 0,1 0-1 0 0,-1 0 1 0 0,0 0 0 0 0,0 0-1 0 0,0 9 1 0 0,-2 4 5 0 0,-1 1 1 0 0,0 0-1 0 0,-1-1 0 0 0,-10 31 1 0 0,-31 72 1580 0 0,35-101-768 0 0,9-20-836 0 0,0-1 0 0 0,0 1 0 0 0,0 0 0 0 0,-1 0 0 0 0,1-1 0 0 0,0 1 0 0 0,-1 0 0 0 0,1-1 0 0 0,0 1 0 0 0,-1 0 0 0 0,1-1 0 0 0,-1 1 0 0 0,1 0 0 0 0,-1-1 0 0 0,1 1 0 0 0,-1-1 0 0 0,0 1 0 0 0,1-1 0 0 0,-1 1 0 0 0,1-1 0 0 0,-1 0 0 0 0,0 1 0 0 0,0-1 0 0 0,1 0 0 0 0,-1 0 0 0 0,0 1 0 0 0,0-1-1 0 0,1 0 1 0 0,-1 0 0 0 0,0 0 0 0 0,0 0 0 0 0,1 0 0 0 0,-1 0 0 0 0,0 0 0 0 0,0 0 0 0 0,1 0 0 0 0,-1 0 0 0 0,0 0 0 0 0,-1-1 0 0 0,2 1-35 0 0,-1-1 0 0 0,1 0 0 0 0,0 1 0 0 0,-1-1 0 0 0,1 1 0 0 0,0-1 0 0 0,0 0 0 0 0,0 1 0 0 0,-1-1 0 0 0,1 0-1 0 0,0 1 1 0 0,0-1 0 0 0,0 0 0 0 0,0 1 0 0 0,0-1 0 0 0,0 0 0 0 0,0 1 0 0 0,0-1 0 0 0,0 0 0 0 0,0 1 0 0 0,1-1 0 0 0,-1-1 0 0 0,5-16 40 0 0,-4 17-39 0 0,8-24 61 0 0,1 0-1 0 0,1 1 0 0 0,1 0 0 0 0,1 1 0 0 0,1 1 1 0 0,1 0-1 0 0,1 1 0 0 0,1 0 0 0 0,1 2 0 0 0,35-31 1 0 0,-48 46-75 0 0,0 0 0 0 0,0 1 0 0 0,1-1 0 0 0,-1 1 0 0 0,1 0 0 0 0,0 0 0 0 0,0 1 0 0 0,0 0 0 0 0,0 0 0 0 0,12-2 1 0 0,-16 4 16 0 0,1 0 0 0 0,0 0 1 0 0,0 0-1 0 0,0 0 0 0 0,0 0 1 0 0,0 1-1 0 0,-1-1 0 0 0,1 1 1 0 0,0 0-1 0 0,0 0 0 0 0,-1 0 1 0 0,1 0-1 0 0,0 0 0 0 0,-1 0 1 0 0,1 1-1 0 0,-1 0 0 0 0,0-1 1 0 0,1 1-1 0 0,-1 0 0 0 0,0 0 1 0 0,0 0-1 0 0,0 0 1 0 0,0 0-1 0 0,-1 1 0 0 0,1-1 1 0 0,1 4-1 0 0,1 2 104 0 0,0-1-1 0 0,-1 1 1 0 0,0 0 0 0 0,-1 0 0 0 0,0 0-1 0 0,0 0 1 0 0,-1 0 0 0 0,0 1 0 0 0,0-1-1 0 0,-1 0 1 0 0,0 1 0 0 0,0-1 0 0 0,-3 15-1 0 0,-3 4-641 0 0,-1-1-1 0 0,-19 47 0 0 0,17-45-2837 0 0,8-8-3623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50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0 387 1056 0 0,'25'-35'11088'0'0,"-2"-3"-3745"0"0,12-17-1248 0 0,-29 47-5723 0 0,0 0-1 0 0,0 0 1 0 0,1 1 0 0 0,12-10 0 0 0,10-2-608 0 0,0 0 1 0 0,2 2-1 0 0,0 2 1 0 0,37-14 0 0 0,17-8-4274 0 0,-61 25 405 0 0,34-22 0 0 0,-40 20-432 0 0,-3-1-2071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52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22 2700 0 0,'-3'1'3845'0'0,"-49"6"5232"0"0,50-6-8936 0 0,9-1-115 0 0,1 0 0 0 0,-1 0 0 0 0,1-1 0 0 0,-1 0-1 0 0,11-3 1 0 0,9-1 4 0 0,19-1-34 0 0,66-7 19 0 0,-98 13-43 0 0,0 0 0 0 0,0 0 0 0 0,0 1 0 0 0,-1 1 0 0 0,26 6 0 0 0,-37-7 25 0 0,0-1 0 0 0,-1 1-1 0 0,1-1 1 0 0,0 1 0 0 0,-1 0-1 0 0,1-1 1 0 0,-1 1-1 0 0,1 0 1 0 0,-1 0 0 0 0,1 0-1 0 0,-1 0 1 0 0,0 1-1 0 0,1-1 1 0 0,-1 0 0 0 0,0 0-1 0 0,0 1 1 0 0,0-1 0 0 0,0 1-1 0 0,0-1 1 0 0,0 1-1 0 0,0-1 1 0 0,-1 1 0 0 0,1 0-1 0 0,0 1 1 0 0,-1 0 6 0 0,0 1-1 0 0,0-1 1 0 0,0 0 0 0 0,0 0 0 0 0,0 0 0 0 0,-1 0-1 0 0,0 0 1 0 0,0 0 0 0 0,0 0 0 0 0,0 0-1 0 0,0 0 1 0 0,-2 4 0 0 0,-5 6 16 0 0,0-1 0 0 0,0 0-1 0 0,-1 0 1 0 0,-17 16 0 0 0,-8 5-32 0 0,-2-2-1 0 0,-1-1 1 0 0,-41 25 0 0 0,8-6-4 0 0,55-37-3 0 0,15-10 16 0 0,-2 0-2 0 0,19 10-45 0 0,20 2 34 0 0,-19-9 0 0 0,0 2-1 0 0,-1 0 0 0 0,1 1 0 0 0,-1 0 0 0 0,-1 2 0 0 0,0 0 1 0 0,25 20-1 0 0,-26-16 12 0 0,-1 1 1 0 0,0 0-1 0 0,-1 0 1 0 0,-1 2-1 0 0,-1-1 1 0 0,0 1 0 0 0,15 34-1 0 0,-21-39 42 0 0,-1-1-1 0 0,0 1 0 0 0,-1 1 1 0 0,0-1-1 0 0,0 0 1 0 0,-2 1-1 0 0,0-1 1 0 0,0 1-1 0 0,-1 0 1 0 0,0-1-1 0 0,-1 1 1 0 0,-1-1-1 0 0,-5 21 0 0 0,2-18 129 0 0,0 0-1 0 0,-2 0 0 0 0,1-1 0 0 0,-2 0 0 0 0,0 0 0 0 0,-1-1 1 0 0,0 0-1 0 0,-1 0 0 0 0,0-1 0 0 0,-1-1 0 0 0,-21 18 0 0 0,25-22-96 0 0,-1-2 0 0 0,0 1-1 0 0,0-1 1 0 0,-1 0 0 0 0,1 0 0 0 0,-1-1-1 0 0,0-1 1 0 0,0 1 0 0 0,0-1-1 0 0,-1-1 1 0 0,1 0 0 0 0,-1 0 0 0 0,1-1-1 0 0,-1 0 1 0 0,0 0 0 0 0,1-1 0 0 0,-1-1-1 0 0,0 0 1 0 0,1 0 0 0 0,-14-4-1 0 0,18 4-57 0 0,0 0-1 0 0,1-1 0 0 0,-1 0 0 0 0,0 0 1 0 0,1-1-1 0 0,0 1 0 0 0,0-1 0 0 0,0 0 1 0 0,0 0-1 0 0,0 0 0 0 0,0 0 0 0 0,1-1 1 0 0,-5-5-1 0 0,7 7-11 0 0,-1-1 0 0 0,1 0 0 0 0,-1 0 0 0 0,1 1 0 0 0,0-1 0 0 0,0 0 0 0 0,0 0-1 0 0,0 0 1 0 0,1 0 0 0 0,-1-1 0 0 0,1 1 0 0 0,0 0 0 0 0,0 0 0 0 0,0 0 0 0 0,0 0 0 0 0,1 0 0 0 0,-1 0 0 0 0,1 0 0 0 0,0 0 0 0 0,-1 0 0 0 0,2 0 0 0 0,0-4 0 0 0,5-5-4 0 0,-1 0 0 0 0,2 0 1 0 0,0 0-1 0 0,0 1 0 0 0,1 0 0 0 0,1 0 1 0 0,-1 1-1 0 0,14-10 0 0 0,94-67-253 0 0,-113 84 237 0 0,122-79-705 0 0,-56 39 138 0 0,-3-3 1 0 0,67-59-1 0 0,-124 95 565 0 0,-1 0 1 0 0,1 0-1 0 0,-2-1 1 0 0,0 0-1 0 0,0 0 1 0 0,-1-1-1 0 0,0 0 1 0 0,7-21-1 0 0,-11 25 4 0 0,0 0-1 0 0,0 0 1 0 0,-2 0-1 0 0,1-1 1 0 0,-1 1 0 0 0,0 0-1 0 0,0-1 1 0 0,-1 1-1 0 0,0-1 1 0 0,-1 1-1 0 0,0 0 1 0 0,0-1 0 0 0,-1 1-1 0 0,-5-16 1 0 0,7 23 14 0 0,0 0 0 0 0,-1 0 0 0 0,1 0 0 0 0,-1 0 0 0 0,1 0 0 0 0,-1 0 0 0 0,1 0 0 0 0,-1 1 0 0 0,1-1 0 0 0,-1 0 0 0 0,0 0 0 0 0,0 1 0 0 0,1-1 0 0 0,-1 0 1 0 0,0 1-1 0 0,0-1 0 0 0,0 0 0 0 0,0 1 0 0 0,0-1 0 0 0,0 1 0 0 0,1 0 0 0 0,-1-1 0 0 0,0 1 0 0 0,-2-1 0 0 0,1 1 1 0 0,1 1 1 0 0,-1-1-1 0 0,0 0 0 0 0,0 0 0 0 0,1 1 1 0 0,-1-1-1 0 0,0 1 0 0 0,1-1 1 0 0,-1 1-1 0 0,0 0 0 0 0,1 0 1 0 0,-1-1-1 0 0,-1 3 0 0 0,-3 1-12 0 0,0 2 1 0 0,-1-1-1 0 0,2 1 0 0 0,-10 11 0 0 0,1 1-12 0 0,2-1-1 0 0,1 2 1 0 0,0 0 0 0 0,-15 38-1 0 0,23-49 30 0 0,0 0 1 0 0,0 0-1 0 0,1 0 0 0 0,0 0 0 0 0,1 0 0 0 0,0 0 0 0 0,0 0 0 0 0,1 1 0 0 0,0-1 0 0 0,0 0 1 0 0,1 0-1 0 0,0 1 0 0 0,0-1 0 0 0,1 0 0 0 0,5 14 0 0 0,-5-18 8 0 0,0 0 0 0 0,1 0-1 0 0,-1-1 1 0 0,1 1 0 0 0,0 0 0 0 0,0-1-1 0 0,1 0 1 0 0,-1 0 0 0 0,0 0 0 0 0,1 0-1 0 0,0-1 1 0 0,0 1 0 0 0,0-1 0 0 0,0 0-1 0 0,0 0 1 0 0,0 0 0 0 0,1-1 0 0 0,-1 1-1 0 0,0-1 1 0 0,1 0 0 0 0,-1 0 0 0 0,1-1-1 0 0,-1 1 1 0 0,1-1 0 0 0,8-1 0 0 0,4 0-34 0 0,0-1 1 0 0,0-1-1 0 0,0 0 1 0 0,0-1-1 0 0,23-9 1 0 0,-25 7 1 0 0,-1-1 0 0 0,0 0 0 0 0,-1-1 1 0 0,0 0-1 0 0,0-1 0 0 0,-1 0 0 0 0,0-1 1 0 0,0 0-1 0 0,-1-1 0 0 0,11-15 0 0 0,-15 18 30 0 0,0-1-1 0 0,-1 0 0 0 0,0 0 0 0 0,0-1 1 0 0,-1 1-1 0 0,-1-1 0 0 0,1-1 1 0 0,-2 1-1 0 0,1 0 0 0 0,-2-1 0 0 0,1 0 1 0 0,-1 0-1 0 0,-1 1 0 0 0,0-1 0 0 0,-1-13 1 0 0,0 20-13 0 0,0 0 1 0 0,0 0 0 0 0,-1 0-1 0 0,0 0 1 0 0,0 0-1 0 0,0 0 1 0 0,0 0 0 0 0,-1 0-1 0 0,1 0 1 0 0,-1 1 0 0 0,0-1-1 0 0,0 1 1 0 0,-1-1-1 0 0,-2-2 1 0 0,4 4-24 0 0,-16 4-19 0 0,15 0 37 0 0,0 1 1 0 0,0 0 0 0 0,0-1-1 0 0,1 1 1 0 0,-1 0-1 0 0,1 0 1 0 0,-1 0 0 0 0,1 0-1 0 0,0 1 1 0 0,0-1-1 0 0,1 0 1 0 0,-1 0 0 0 0,1 1-1 0 0,-1-1 1 0 0,1 0 0 0 0,0 1-1 0 0,0-1 1 0 0,0 0-1 0 0,1 0 1 0 0,-1 1 0 0 0,1-1-1 0 0,0 0 1 0 0,0 0-1 0 0,0 0 1 0 0,0 1 0 0 0,1-1-1 0 0,-1 0 1 0 0,1-1 0 0 0,0 1-1 0 0,-1 0 1 0 0,1 0-1 0 0,1-1 1 0 0,-1 1 0 0 0,0-1-1 0 0,0 0 1 0 0,1 0-1 0 0,0 1 1 0 0,-1-2 0 0 0,1 1-1 0 0,0 0 1 0 0,0-1-1 0 0,0 1 1 0 0,0-1 0 0 0,6 2-1 0 0,3 0-190 0 0,0 0-1 0 0,1-1 1 0 0,-1-1-1 0 0,1 0 1 0 0,0-1-1 0 0,-1 0 1 0 0,15-2-1 0 0,87-18-1112 0 0,-99 17 1199 0 0,-3 0-26 0 0,0 0 1 0 0,1-1 0 0 0,-2 0-1 0 0,19-10 1 0 0,-24 11 208 0 0,-1 0-1 0 0,-1 0 1 0 0,1 0 0 0 0,0-1 0 0 0,-1 0-1 0 0,0 0 1 0 0,0 0 0 0 0,0 0 0 0 0,0-1 0 0 0,-1 0-1 0 0,7-9 1 0 0,-10 13-8 0 0,1 0-1 0 0,-1-1 1 0 0,1 1 0 0 0,-1 0-1 0 0,1 0 1 0 0,-1-1-1 0 0,0 1 1 0 0,1 0 0 0 0,-1-1-1 0 0,0 1 1 0 0,0 0 0 0 0,0-1-1 0 0,0 1 1 0 0,0-1 0 0 0,0 1-1 0 0,0 0 1 0 0,-1-1-1 0 0,1 1 1 0 0,0 0 0 0 0,-1 0-1 0 0,1-1 1 0 0,-1 1 0 0 0,0 0-1 0 0,1 0 1 0 0,-1 0 0 0 0,0-1-1 0 0,0 1 1 0 0,0 0-1 0 0,1 0 1 0 0,-1 0 0 0 0,0 0-1 0 0,0 1 1 0 0,-2-2 0 0 0,1 0 46 0 0,-1 3-5 0 0,-5 2-36 0 0,0 0 0 0 0,1 1 0 0 0,-1-1 0 0 0,1 2 0 0 0,0-1 0 0 0,0 1 0 0 0,1 0 0 0 0,-1 0-1 0 0,1 1 1 0 0,0-1 0 0 0,0 2 0 0 0,-4 6 0 0 0,-12 16 111 0 0,-26 43-1 0 0,43-64-158 0 0,-9 15 50 0 0,-21 47-1 0 0,32-64-49 0 0,1 0 0 0 0,0 0-1 0 0,0 0 1 0 0,0 1 0 0 0,1-1-1 0 0,0 1 1 0 0,0-1 0 0 0,1 1-1 0 0,-1-1 1 0 0,1 1 0 0 0,1-1-1 0 0,0 1 1 0 0,2 11 0 0 0,-2-15-22 0 0,0-1 1 0 0,0 1-1 0 0,0-1 1 0 0,1 1-1 0 0,-1-1 0 0 0,1 1 1 0 0,0-1-1 0 0,-1 0 1 0 0,1 0-1 0 0,0 0 1 0 0,0 0-1 0 0,1 0 1 0 0,-1 0-1 0 0,0-1 1 0 0,4 3-1 0 0,-1-2-76 0 0,1 1 0 0 0,-1-1 0 0 0,1 0 0 0 0,-1-1 0 0 0,1 1 0 0 0,0-1 0 0 0,6 0 0 0 0,9 0-353 0 0,0-1 1 0 0,1-1-1 0 0,23-4 1 0 0,-39 4 344 0 0,20-3-325 0 0,0 0 0 0 0,-1-2 0 0 0,1-2 0 0 0,-1 0 0 0 0,-1-1 0 0 0,0-1 0 0 0,35-21 0 0 0,-46 23 517 0 0,0 0-1 0 0,0-2 1 0 0,-1 1-1 0 0,0-2 0 0 0,-1 0 1 0 0,0 0-1 0 0,-1-1 1 0 0,0 0-1 0 0,0 0 1 0 0,-2-1-1 0 0,1-1 1 0 0,-2 1-1 0 0,11-28 1 0 0,-14 27 655 0 0,0-1 0 0 0,-1 1 0 0 0,-1-1 0 0 0,0 0 1 0 0,-1-14-1 0 0,-1 27-546 0 0,-2 3-197 0 0,0-1 0 0 0,-1 1 0 0 0,1 0 0 0 0,0 0 0 0 0,0 0 0 0 0,0 0 0 0 0,0 0 0 0 0,1 1 0 0 0,-1-1 0 0 0,0 0 0 0 0,1 1 0 0 0,-1 0 0 0 0,0-1 0 0 0,1 1 0 0 0,0 0 0 0 0,-1 0 0 0 0,1 0 0 0 0,-1 2 0 0 0,-20 43 65 0 0,18-37-61 0 0,-30 89 33 0 0,30-87-35 0 0,2 0 1 0 0,0 0-1 0 0,0 0 1 0 0,1 0-1 0 0,0 1 1 0 0,2 18-1 0 0,0-28 1 0 0,-1 1-1 0 0,0-1 1 0 0,1 0-1 0 0,0 0 0 0 0,0 0 1 0 0,0 1-1 0 0,0-1 1 0 0,0 0-1 0 0,1 0 1 0 0,-1-1-1 0 0,1 1 0 0 0,0 0 1 0 0,0 0-1 0 0,0-1 1 0 0,0 1-1 0 0,0-1 0 0 0,0 0 1 0 0,1 0-1 0 0,-1 1 1 0 0,1-2-1 0 0,4 4 0 0 0,-2-3 7 0 0,1 0-1 0 0,-1 0 0 0 0,1-1 1 0 0,-1 0-1 0 0,1 0 0 0 0,0 0 1 0 0,0-1-1 0 0,-1 0 0 0 0,1 0 1 0 0,0 0-1 0 0,8-2 0 0 0,-2 0 11 0 0,0-1-1 0 0,0 0 1 0 0,0-1 0 0 0,-1 0-1 0 0,1-1 1 0 0,-1 0-1 0 0,0-1 1 0 0,-1 0 0 0 0,0-1-1 0 0,0 0 1 0 0,0-1-1 0 0,-1 1 1 0 0,11-13 0 0 0,-14 14-8 0 0,0-1 1 0 0,0 0 0 0 0,0 0 0 0 0,-1 0 0 0 0,-1-1 0 0 0,1 0-1 0 0,-1 0 1 0 0,0 0 0 0 0,-1 0 0 0 0,0-1 0 0 0,0 0-1 0 0,-1 1 1 0 0,0-1 0 0 0,-1 0 0 0 0,1 0 0 0 0,-2 0 0 0 0,1 0-1 0 0,-2-14 1 0 0,0 18-30 0 0,0 0-1 0 0,0 1 1 0 0,0-1-1 0 0,-1 1 0 0 0,1-1 1 0 0,-1 1-1 0 0,0 0 1 0 0,0 0-1 0 0,-1 0 0 0 0,1 0 1 0 0,-1 0-1 0 0,0 0 1 0 0,0 1-1 0 0,0-1 0 0 0,0 1 1 0 0,-5-4-1 0 0,2 3 15 0 0,-1 0 0 0 0,1 0 0 0 0,-1 1 0 0 0,1 0 0 0 0,-1 0 0 0 0,0 1 0 0 0,0 0 0 0 0,0 0 0 0 0,-12-1-1 0 0,2 1-436 0 0,0 1 0 0 0,0 1 0 0 0,0 0 0 0 0,-1 2-1 0 0,1 0 1 0 0,1 1 0 0 0,-1 0 0 0 0,-20 8 0 0 0,17-2-1327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55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209 499 2404 0 0,'-16'3'6121'0'0,"12"-2"-5636"0"0,0 0 0 0 0,0 0 1 0 0,-1 1-1 0 0,1 0 0 0 0,1 0 0 0 0,-1 0 0 0 0,0 0 1 0 0,0 0-1 0 0,-5 6 0 0 0,7-7-323 0 0,2 1-74 0 0,-1-1 0 0 0,1 0 1 0 0,-1 0-1 0 0,1 1 0 0 0,0-1 1 0 0,-1 0-1 0 0,1 1 0 0 0,0-1 1 0 0,0 0-1 0 0,0 1 0 0 0,0 1 1 0 0,4-2-25 0 0,0 0 0 0 0,0 0-1 0 0,0-1 1 0 0,0 0 0 0 0,0 0 0 0 0,0 0 0 0 0,0 0 0 0 0,0 0 0 0 0,0-1 0 0 0,0 0 0 0 0,0 0 0 0 0,5-2 0 0 0,5-1 16 0 0,-1 0 0 0 0,20-11-1 0 0,-26 11-54 0 0,0 0-1 0 0,0 0 1 0 0,-1-1-1 0 0,1 0 1 0 0,-1-1-1 0 0,0 1 1 0 0,0-1-1 0 0,-1 0 1 0 0,0 0-1 0 0,0-1 1 0 0,4-7-1 0 0,-7 11-25 0 0,0-1-1 0 0,0 0 1 0 0,-1 1 0 0 0,1-1 0 0 0,-1 0-1 0 0,0 0 1 0 0,-1 0 0 0 0,1 0 0 0 0,0 0-1 0 0,-1 0 1 0 0,0 0 0 0 0,0 0 0 0 0,0 0-1 0 0,-1 0 1 0 0,0 0 0 0 0,1 0 0 0 0,-1 0-1 0 0,0 0 1 0 0,-1 0 0 0 0,1 0 0 0 0,-1 0-1 0 0,0 1 1 0 0,-3-7 0 0 0,3 8-8 0 0,1 0-1 0 0,0 0 1 0 0,-1 0 0 0 0,1 1-1 0 0,-1-1 1 0 0,1 0 0 0 0,-1 1 0 0 0,0-1-1 0 0,0 1 1 0 0,0-1 0 0 0,0 1-1 0 0,0 0 1 0 0,0 0 0 0 0,0 0 0 0 0,0 0-1 0 0,0 0 1 0 0,-1 0 0 0 0,1 1-1 0 0,-5-1 1 0 0,4 1 4 0 0,-1 0 0 0 0,0 0 0 0 0,0 1 0 0 0,0-1 0 0 0,0 1 0 0 0,0 0 0 0 0,0 0 0 0 0,1 0 0 0 0,-1 1 0 0 0,0-1 0 0 0,-2 3 0 0 0,-6 3 39 0 0,1 1 0 0 0,0-1 0 0 0,1 2 0 0 0,-1 0 1 0 0,2 0-1 0 0,-10 12 0 0 0,-1 3 53 0 0,2 2 0 0 0,1 0-1 0 0,0 1 1 0 0,2 1 0 0 0,2 1 0 0 0,0 0-1 0 0,2 0 1 0 0,1 1 0 0 0,1 1-1 0 0,-5 39 1 0 0,13-66-73 0 0,0 0 1 0 0,1 0-1 0 0,0-1 0 0 0,0 1 1 0 0,0 0-1 0 0,0 0 0 0 0,1 0 0 0 0,-1-1 1 0 0,1 1-1 0 0,0 0 0 0 0,0-1 0 0 0,0 1 1 0 0,1-1-1 0 0,-1 1 0 0 0,1-1 0 0 0,0 1 1 0 0,0-1-1 0 0,3 4 0 0 0,-2-4-2 0 0,0-1 0 0 0,0 1 0 0 0,0-1 1 0 0,0 0-1 0 0,1 0 0 0 0,-1 0 0 0 0,0-1 0 0 0,1 1 0 0 0,0-1 0 0 0,-1 0 0 0 0,1 0 0 0 0,0 0 0 0 0,0 0 0 0 0,-1-1 1 0 0,1 1-1 0 0,0-1 0 0 0,0 0 0 0 0,4-1 0 0 0,14 0 0 0 0,-1-2 1 0 0,0-1 0 0 0,0 0-1 0 0,0-2 1 0 0,-1 0-1 0 0,22-11 1 0 0,9-6-296 0 0,53-34-1 0 0,-79 41 120 0 0,-1 0 0 0 0,0-2 0 0 0,-2-1 0 0 0,0 0 0 0 0,-1-2-1 0 0,-1 0 1 0 0,-1-1 0 0 0,-1-1 0 0 0,-1-1 0 0 0,22-40 0 0 0,-23 32 319 0 0,-2 0 1 0 0,-1-1-1 0 0,-1-1 1 0 0,-2 0-1 0 0,-2 0 1 0 0,0-1-1 0 0,-3 0 1 0 0,2-48-1 0 0,-6 64 329 0 0,0-5 165 0 0,-2-42 1 0 0,0 64-637 0 0,-9 21-15 0 0,-2 8 36 0 0,2 0-1 0 0,1 1 0 0 0,-6 36 1 0 0,2-10 115 0 0,6-27-78 0 0,-45 194 241 0 0,45-182-261 0 0,1 1 1 0 0,3 0 0 0 0,2 65-1 0 0,1-95-34 0 0,1 0-1 0 0,1 0 0 0 0,-1-1 1 0 0,2 1-1 0 0,-1 0 0 0 0,1-1 1 0 0,1 0-1 0 0,0 0 0 0 0,0 0 0 0 0,1 0 1 0 0,7 10-1 0 0,-8-14-28 0 0,0 0 0 0 0,0-1 0 0 0,1 1 0 0 0,0-1 0 0 0,0 0 0 0 0,0 0 0 0 0,0 0 0 0 0,1-1 0 0 0,0 0 0 0 0,-1 0 0 0 0,1 0 0 0 0,0-1 0 0 0,1 0 0 0 0,-1 0 0 0 0,0 0 0 0 0,0-1 0 0 0,1 0 0 0 0,6 0 0 0 0,-1 0-77 0 0,0-1 1 0 0,0 0-1 0 0,0-1 1 0 0,-1-1 0 0 0,1 0-1 0 0,0 0 1 0 0,-1-1-1 0 0,0-1 1 0 0,1 0-1 0 0,-2 0 1 0 0,1-1-1 0 0,0-1 1 0 0,-1 0 0 0 0,0 0-1 0 0,0-1 1 0 0,-1 0-1 0 0,0 0 1 0 0,0-1-1 0 0,-1-1 1 0 0,0 1-1 0 0,0-1 1 0 0,-1-1 0 0 0,0 1-1 0 0,-1-1 1 0 0,7-13-1 0 0,-3 3 66 0 0,-1-1-1 0 0,0 0 1 0 0,8-34-1 0 0,-15 45 91 0 0,0-1 0 0 0,0 0-1 0 0,-1 0 1 0 0,0 0 0 0 0,-1 0 0 0 0,0 1-1 0 0,-1-1 1 0 0,0 0 0 0 0,-3-14 0 0 0,3 24-64 0 0,1-1 0 0 0,0 1 0 0 0,0 0 1 0 0,-1 0-1 0 0,1 0 0 0 0,0 0 0 0 0,-1 0 0 0 0,1 0 1 0 0,-1-1-1 0 0,1 1 0 0 0,-1 0 0 0 0,0 0 1 0 0,0 1-1 0 0,1-1 0 0 0,-1 0 0 0 0,0 0 1 0 0,0 0-1 0 0,0 0 0 0 0,0 1 0 0 0,0-1 0 0 0,0 0 1 0 0,0 1-1 0 0,0-1 0 0 0,0 1 0 0 0,0-1 1 0 0,0 1-1 0 0,0 0 0 0 0,0-1 0 0 0,-1 1 0 0 0,1 0 1 0 0,0 0-1 0 0,0 0 0 0 0,0 0 0 0 0,0 0 1 0 0,-1 0-1 0 0,1 0 0 0 0,0 0 0 0 0,0 0 1 0 0,0 1-1 0 0,0-1 0 0 0,-1 0 0 0 0,1 1 0 0 0,0-1 1 0 0,0 1-1 0 0,0-1 0 0 0,0 1 0 0 0,0 0 1 0 0,-1 0-1 0 0,-5 3 11 0 0,1 1 1 0 0,0-1-1 0 0,0 1 0 0 0,1 0 1 0 0,-1 1-1 0 0,-6 8 0 0 0,-2 5 19 0 0,1 0-1 0 0,0 1 0 0 0,1 1 1 0 0,-12 31-1 0 0,19-40-11 0 0,1 0 0 0 0,0 0 0 0 0,1 1-1 0 0,0-1 1 0 0,1 1 0 0 0,1 0 0 0 0,0-1 0 0 0,0 1 0 0 0,3 24-1 0 0,-1-33-9 0 0,0-1-1 0 0,-1 1 0 0 0,2 0 1 0 0,-1-1-1 0 0,0 1 1 0 0,1-1-1 0 0,-1 1 0 0 0,1-1 1 0 0,0 0-1 0 0,0 0 0 0 0,1 0 1 0 0,-1 0-1 0 0,0 0 0 0 0,7 5 1 0 0,-4-4 3 0 0,0-1-1 0 0,0 1 1 0 0,1-1 0 0 0,-1 0 0 0 0,1-1-1 0 0,0 1 1 0 0,0-1 0 0 0,8 2 0 0 0,2-1-126 0 0,0 0 1 0 0,1-1 0 0 0,-1-1-1 0 0,1-1 1 0 0,-1 0 0 0 0,18-3-1 0 0,-11 0-303 0 0,0-1 0 0 0,-1-1 0 0 0,1-1 1 0 0,-1 0-1 0 0,0-2 0 0 0,28-14 0 0 0,-37 14 266 0 0,0 1 0 0 0,0-2 0 0 0,0 0 1 0 0,-1-1-1 0 0,-1 0 0 0 0,0 0 0 0 0,0-1 1 0 0,-1-1-1 0 0,0 0 0 0 0,12-21 0 0 0,0-7 534 0 0,-2-1-1 0 0,21-63 0 0 0,-29 71 290 0 0,-12 32-671 0 0,0 0 1 0 0,0 0-1 0 0,1 1 0 0 0,-1-1 1 0 0,0 0-1 0 0,1 0 0 0 0,-1 1 1 0 0,1-1-1 0 0,-1 0 0 0 0,1 0 1 0 0,-1 1-1 0 0,1-1 0 0 0,-1 0 1 0 0,1 1-1 0 0,-1-1 0 0 0,1 1 1 0 0,0-1-1 0 0,-1 1 0 0 0,1-1 1 0 0,0 1-1 0 0,1-1 0 0 0,-1 1 4 0 0,-1 0-1 0 0,1 0 0 0 0,-1 0 0 0 0,1 1 0 0 0,0-1 1 0 0,-1 0-1 0 0,1 0 0 0 0,-1 0 0 0 0,1 1 0 0 0,0-1 1 0 0,-1 0-1 0 0,1 1 0 0 0,-1-1 0 0 0,1 0 0 0 0,-1 1 1 0 0,1-1-1 0 0,-1 1 0 0 0,1-1 0 0 0,-1 1 0 0 0,1 0 1 0 0,1 2 48 0 0,1 1 0 0 0,-1-1 1 0 0,-1 1-1 0 0,1-1 1 0 0,0 1-1 0 0,-1 0 0 0 0,1 3 1 0 0,3 18 199 0 0,-1 0 1 0 0,-1 0 0 0 0,-2 0 0 0 0,-2 36-1 0 0,0-50-198 0 0,0 0-1 0 0,-1 0 0 0 0,0 0 1 0 0,-1 0-1 0 0,0 0 0 0 0,-1-1 1 0 0,0 1-1 0 0,0-1 0 0 0,-1 0 1 0 0,-1 0-1 0 0,0-1 0 0 0,-7 10 1 0 0,13-19-57 0 0,-1 1 0 0 0,1-1 0 0 0,-1 1 0 0 0,1-1 0 0 0,-1 1 0 0 0,1-1 0 0 0,-1 0 0 0 0,1 1 0 0 0,-1-1 1 0 0,0 0-1 0 0,1 1 0 0 0,-1-1 0 0 0,0 0 0 0 0,1 0 0 0 0,-1 0 0 0 0,1 0 0 0 0,-1 1 0 0 0,0-1 0 0 0,1 0 1 0 0,-1 0-1 0 0,0 0 0 0 0,1 0 0 0 0,-1 0 0 0 0,0-1 0 0 0,1 1 0 0 0,-1 0 0 0 0,0 0 0 0 0,1 0 0 0 0,-1-1 1 0 0,0 1-1 0 0,1 0 0 0 0,-1 0 0 0 0,1-1 0 0 0,-1 1 0 0 0,1-1 0 0 0,-1 1 0 0 0,1 0 0 0 0,-1-1 0 0 0,1 1 1 0 0,-1-1-1 0 0,1 1 0 0 0,-1-1 0 0 0,1 1 0 0 0,0-1 0 0 0,-1 0 0 0 0,1 1 0 0 0,0-1 0 0 0,0 1 0 0 0,-1-1 0 0 0,1 0 1 0 0,0 1-1 0 0,0-1 0 0 0,0 0 0 0 0,0 1 0 0 0,0-1 0 0 0,0 0 0 0 0,0 1 0 0 0,0-1 0 0 0,0 0 0 0 0,0 0 1 0 0,1-8-34 0 0,0 1 0 0 0,0 1 0 0 0,1-1 1 0 0,0 0-1 0 0,0 0 0 0 0,1 1 1 0 0,0-1-1 0 0,0 1 0 0 0,1 0 1 0 0,0-1-1 0 0,0 2 0 0 0,1-1 0 0 0,0 1 1 0 0,0-1-1 0 0,0 1 0 0 0,1 1 1 0 0,0-1-1 0 0,8-6 0 0 0,-2 3 4 0 0,0 1 0 0 0,0 0 0 0 0,1 1-1 0 0,0 0 1 0 0,0 0 0 0 0,0 2 0 0 0,1 0 0 0 0,0 0-1 0 0,21-3 1 0 0,-25 7 10 0 0,0 0 0 0 0,0 1-1 0 0,1 0 1 0 0,-1 0 0 0 0,0 1 0 0 0,0 1-1 0 0,-1 0 1 0 0,1 0 0 0 0,0 1 0 0 0,0 0-1 0 0,10 6 1 0 0,-14-7 22 0 0,0 1 1 0 0,0 0-1 0 0,-1 1 0 0 0,1-1 0 0 0,-1 1 1 0 0,0 0-1 0 0,0 0 0 0 0,-1 0 0 0 0,1 1 1 0 0,-1 0-1 0 0,0 0 0 0 0,0 0 0 0 0,0 0 1 0 0,-1 1-1 0 0,0-1 0 0 0,0 1 0 0 0,0 0 1 0 0,3 10-1 0 0,-5-11 12 0 0,0-1-1 0 0,-1 1 1 0 0,1 0 0 0 0,-1-1 0 0 0,0 1-1 0 0,0 0 1 0 0,-1-1 0 0 0,1 1 0 0 0,-1-1 0 0 0,0 1-1 0 0,0-1 1 0 0,-1 1 0 0 0,1-1 0 0 0,-1 0-1 0 0,0 1 1 0 0,0-1 0 0 0,0 0 0 0 0,-1 0-1 0 0,0 0 1 0 0,1-1 0 0 0,-1 1 0 0 0,0-1 0 0 0,-1 1-1 0 0,1-1 1 0 0,-1 0 0 0 0,1 0 0 0 0,-1-1-1 0 0,0 1 1 0 0,0-1 0 0 0,0 0 0 0 0,0 0 0 0 0,-1 0-1 0 0,1 0 1 0 0,0-1 0 0 0,-1 0 0 0 0,0 0-1 0 0,1 0 1 0 0,-9 0 0 0 0,11-1-14 0 0,0 0-1 0 0,0 0 1 0 0,1-1 0 0 0,-1 1-1 0 0,0-1 1 0 0,0 1 0 0 0,1-1-1 0 0,-1 0 1 0 0,0 1 0 0 0,1-1-1 0 0,-1 0 1 0 0,1 0 0 0 0,-1 0-1 0 0,1 0 1 0 0,0-1 0 0 0,-1 1-1 0 0,1 0 1 0 0,0 0 0 0 0,0-1 0 0 0,0 1-1 0 0,0-1 1 0 0,0 1 0 0 0,0-1-1 0 0,0 0 1 0 0,0 1 0 0 0,1-1-1 0 0,-1 0 1 0 0,0-2 0 0 0,-1-2-4 0 0,1 0 1 0 0,0-1-1 0 0,0 1 1 0 0,0-1-1 0 0,1 1 1 0 0,0-7 0 0 0,1 2-1 0 0,1 0 1 0 0,0 1-1 0 0,1-1 1 0 0,0 1-1 0 0,1-1 1 0 0,0 1-1 0 0,0 0 0 0 0,1 1 1 0 0,1-1-1 0 0,-1 1 1 0 0,1 0-1 0 0,1 0 1 0 0,0 1-1 0 0,0 0 1 0 0,11-9-1 0 0,-6 6-16 0 0,1 0-1 0 0,0 1 0 0 0,1 0 1 0 0,0 1-1 0 0,1 1 0 0 0,0 0 1 0 0,0 1-1 0 0,0 0 1 0 0,20-4-1 0 0,-30 10 42 0 0,-1-1 0 0 0,1 1 0 0 0,-1 1 0 0 0,1-1-1 0 0,-1 1 1 0 0,1 0 0 0 0,0 0 0 0 0,-1 0 0 0 0,1 1 0 0 0,-1-1 0 0 0,1 1 0 0 0,0 0 0 0 0,-1 0 0 0 0,0 1 0 0 0,1-1 0 0 0,-1 1 0 0 0,0 0 0 0 0,0 1-1 0 0,0-1 1 0 0,0 0 0 0 0,0 1 0 0 0,0 0 0 0 0,-1 0 0 0 0,0 0 0 0 0,1 1 0 0 0,-1-1 0 0 0,0 1 0 0 0,-1-1 0 0 0,1 1 0 0 0,-1 0 0 0 0,1 0-1 0 0,1 5 1 0 0,2 4 109 0 0,-1 0-1 0 0,-1 1 1 0 0,0 0 0 0 0,0-1-1 0 0,-1 1 1 0 0,-1 0-1 0 0,-1 1 1 0 0,0-1-1 0 0,-1 19 1 0 0,-3 3 76 0 0,-12 51 1 0 0,14-80-193 0 0,0-6-13 0 0,1 0 1 0 0,0 0 0 0 0,0 1 0 0 0,-1-1-1 0 0,1 0 1 0 0,0 0 0 0 0,0 1-1 0 0,0-1 1 0 0,1 0 0 0 0,-1 0-1 0 0,0 1 1 0 0,0-1 0 0 0,1 0 0 0 0,-1 0-1 0 0,1 1 1 0 0,-1-1 0 0 0,1 0-1 0 0,-1 0 1 0 0,1 0 0 0 0,0 0-1 0 0,-1 0 1 0 0,1 0 0 0 0,0 0 0 0 0,0 0-1 0 0,0 0 1 0 0,0 0 0 0 0,0 0-1 0 0,0-1 1 0 0,0 1 0 0 0,0 0-1 0 0,0-1 1 0 0,0 1 0 0 0,1-1 0 0 0,-1 1-1 0 0,0-1 1 0 0,0 1 0 0 0,0-1-1 0 0,3 0 1 0 0,4 2-48 0 0,-1-2 1 0 0,1 1-1 0 0,0-1 1 0 0,14-2-1 0 0,-17 2-17 0 0,12-2-122 0 0,-1-1 0 0 0,1-1 0 0 0,-1-1 1 0 0,0 0-1 0 0,0-1 0 0 0,0 0 0 0 0,25-16 0 0 0,-13 6-67 0 0,-1-2 0 0 0,-1-1 0 0 0,26-26 1 0 0,-40 34 194 0 0,-1 0 1 0 0,0-1-1 0 0,-1-1 1 0 0,16-25-1 0 0,-23 32 56 0 0,0 0 0 0 0,0-1-1 0 0,-1 1 1 0 0,0 0 0 0 0,0-1 0 0 0,2-8-1 0 0,-4 12 14 0 0,0 0 1 0 0,1 0-1 0 0,-1 0 0 0 0,0-1 0 0 0,-1 1 0 0 0,1 0 0 0 0,0 0 0 0 0,-1 0 1 0 0,0 0-1 0 0,0 0 0 0 0,0 0 0 0 0,0 0 0 0 0,-3-6 0 0 0,3 8-2 0 0,-1 0 0 0 0,1 1 0 0 0,0-1 0 0 0,-1 0 0 0 0,1 0 0 0 0,0 1 0 0 0,-1-1-1 0 0,1 0 1 0 0,-1 1 0 0 0,1 0 0 0 0,-1-1 0 0 0,1 1 0 0 0,-1 0 0 0 0,0 0 0 0 0,1 0 0 0 0,-1 0 0 0 0,1 0 0 0 0,-1 0 0 0 0,1 0-1 0 0,-1 0 1 0 0,0 1 0 0 0,1-1 0 0 0,-1 1 0 0 0,1-1 0 0 0,0 1 0 0 0,-3 0 0 0 0,-2 3 61 0 0,0 0 0 0 0,0 1 0 0 0,0-1 0 0 0,0 1 0 0 0,0 0 0 0 0,1 1 0 0 0,-9 11 0 0 0,-27 45 312 0 0,39-59-370 0 0,-11 19 110 0 0,1 1 0 0 0,-16 40 0 0 0,25-54-90 0 0,0 0 0 0 0,0 0 0 0 0,1 0 0 0 0,0 0 0 0 0,1 1 0 0 0,0-1 1 0 0,0 1-1 0 0,1-1 0 0 0,1 0 0 0 0,1 16 0 0 0,0-20-22 0 0,0-1 0 0 0,0 1 1 0 0,0-1-1 0 0,0 1 0 0 0,1-1 0 0 0,-1 0 1 0 0,1 0-1 0 0,0 0 0 0 0,0-1 0 0 0,1 1 1 0 0,-1-1-1 0 0,1 0 0 0 0,0 1 0 0 0,0-2 1 0 0,0 1-1 0 0,0 0 0 0 0,0-1 1 0 0,1 0-1 0 0,-1 0 0 0 0,1 0 0 0 0,7 2 1 0 0,4 1-112 0 0,1-1 1 0 0,0-1-1 0 0,1 0 1 0 0,30 1 0 0 0,-32-3-85 0 0,0-1 0 0 0,0-1 0 0 0,0 0 0 0 0,0-1 0 0 0,0-1 0 0 0,-1 0 0 0 0,1-1 0 0 0,-1-1 0 0 0,1 0 1 0 0,-1-1-1 0 0,-1-1 0 0 0,1 0 0 0 0,-1-1 0 0 0,-1-1 0 0 0,0 0 0 0 0,0 0 0 0 0,0-2 0 0 0,-1 1 0 0 0,17-22 0 0 0,2-12 20 0 0,-25 35 132 0 0,0-1 0 0 0,0 1 0 0 0,1 0 0 0 0,0 1 0 0 0,1 0 0 0 0,15-14 0 0 0,-21 21 61 0 0,-1 0 0 0 0,0 0 1 0 0,1 1-1 0 0,-1-1 0 0 0,0 0 1 0 0,1 1-1 0 0,-1-1 0 0 0,1 1 1 0 0,-1 0-1 0 0,1-1 1 0 0,-1 1-1 0 0,1 0 0 0 0,-1 0 1 0 0,1 0-1 0 0,-1 0 0 0 0,1 0 1 0 0,-1 0-1 0 0,1 1 0 0 0,-1-1 1 0 0,1 0-1 0 0,-1 1 0 0 0,2 0 1 0 0,1 1 42 0 0,-1 0 0 0 0,-1-1 1 0 0,1 1-1 0 0,0 1 0 0 0,0-1 1 0 0,-1 0-1 0 0,1 1 0 0 0,-1-1 1 0 0,3 5-1 0 0,2 3 112 0 0,-1 1 1 0 0,0-1-1 0 0,-1 1 0 0 0,7 19 0 0 0,-8-19-53 0 0,-1 0 0 0 0,-1 1 0 0 0,0-1 0 0 0,0 1 0 0 0,-1-1 0 0 0,-2 23 0 0 0,1-29-79 0 0,0 1 1 0 0,-1 0-1 0 0,0-1 1 0 0,0 1-1 0 0,-1 0 1 0 0,0-1-1 0 0,0 1 1 0 0,0-1-1 0 0,0 0 1 0 0,-1 0-1 0 0,0 0 1 0 0,0 0-1 0 0,-1 0 1 0 0,1-1-1 0 0,-8 8 1 0 0,10-11-50 0 0,0 0 1 0 0,1 0-1 0 0,-1 0 0 0 0,0 0 1 0 0,0-1-1 0 0,0 1 1 0 0,0 0-1 0 0,0-1 1 0 0,-1 1-1 0 0,1-1 0 0 0,0 1 1 0 0,0-1-1 0 0,0 1 1 0 0,0-1-1 0 0,-1 0 1 0 0,1 0-1 0 0,0 0 0 0 0,0 1 1 0 0,0-1-1 0 0,-1 0 1 0 0,1-1-1 0 0,0 1 1 0 0,0 0-1 0 0,-1 0 1 0 0,1 0-1 0 0,0-1 0 0 0,0 1 1 0 0,0 0-1 0 0,0-1 1 0 0,-1 0-1 0 0,1 1 1 0 0,0-1-1 0 0,0 1 0 0 0,0-1 1 0 0,0 0-1 0 0,-1-1 1 0 0,1 1-16 0 0,1-1 1 0 0,-1 1-1 0 0,0-1 1 0 0,1 0-1 0 0,0 1 1 0 0,-1-1-1 0 0,1 1 1 0 0,0-1-1 0 0,0 0 1 0 0,0 1-1 0 0,0-1 1 0 0,0 1-1 0 0,0-1 1 0 0,0-2-1 0 0,1-3-68 0 0,0-6-16 0 0,0 0 0 0 0,1-1-1 0 0,1 1 1 0 0,0 0 0 0 0,1 0 0 0 0,0 1-1 0 0,1-1 1 0 0,12-23 0 0 0,-5 15 35 0 0,1 1 0 0 0,1 0 0 0 0,0 1 0 0 0,20-20 0 0 0,-19 24 25 0 0,0 1 0 0 0,0 1 0 0 0,30-20 0 0 0,-36 28 27 0 0,0 0 1 0 0,0 0-1 0 0,0 1 1 0 0,1 0-1 0 0,0 0 1 0 0,0 1-1 0 0,0 1 1 0 0,0 0-1 0 0,13-2 1 0 0,-20 4 38 0 0,0 0 0 0 0,1 0 1 0 0,-1 0-1 0 0,1 0 0 0 0,-1 1 1 0 0,0 0-1 0 0,1-1 0 0 0,-1 1 0 0 0,0 0 1 0 0,0 0-1 0 0,1 1 0 0 0,-1-1 1 0 0,0 1-1 0 0,0-1 0 0 0,0 1 0 0 0,-1 0 1 0 0,1 0-1 0 0,2 3 0 0 0,-1-1 33 0 0,-1 0 1 0 0,1 1-1 0 0,-1-1 0 0 0,-1 1 0 0 0,1 0 0 0 0,-1 0 0 0 0,1 0 1 0 0,-1 0-1 0 0,-1 0 0 0 0,3 8 0 0 0,-1 4 59 0 0,-1 0 1 0 0,0 0-1 0 0,-1 0 0 0 0,-1 1 0 0 0,-1-1 1 0 0,-3 20-1 0 0,3-32-109 0 0,1-1 1 0 0,-1 0-1 0 0,1 1 1 0 0,0-1-1 0 0,0 1 0 0 0,0-1 1 0 0,1 1-1 0 0,-1-1 1 0 0,1 0-1 0 0,0 1 1 0 0,1-1-1 0 0,3 8 1 0 0,-4-9-41 0 0,1-1 1 0 0,0 1-1 0 0,0-1 1 0 0,0 0-1 0 0,1 1 1 0 0,-1-1-1 0 0,1 0 1 0 0,-1-1-1 0 0,1 1 1 0 0,-1 0-1 0 0,1-1 1 0 0,0 1-1 0 0,0-1 1 0 0,0 0-1 0 0,0 0 1 0 0,0 0-1 0 0,0 0 1 0 0,0-1-1 0 0,4 1 1 0 0,4 1-228 0 0,0-1 0 0 0,0-1 0 0 0,0 1 0 0 0,0-2 0 0 0,0 0 0 0 0,0 0 0 0 0,0-1 0 0 0,-1 0 0 0 0,1-1 0 0 0,0 0 0 0 0,11-5 0 0 0,-8 1-19 0 0,-1 0-1 0 0,1-1 1 0 0,-1-1 0 0 0,-1 0-1 0 0,0 0 1 0 0,0-1 0 0 0,12-14-1 0 0,0-4-22 0 0,-2-1 0 0 0,-1-1 0 0 0,-1-1 0 0 0,-1 0 0 0 0,27-67 0 0 0,35-135 1537 0 0,-39 77 4100 0 0,-41 153-4430 0 0,-3 6-757 0 0,0 0-1 0 0,1 0 1 0 0,-1 0-1 0 0,1 0 1 0 0,0 0-1 0 0,-2 5 1 0 0,-16 58 979 0 0,2 1 1 0 0,3 1-1 0 0,3 0 1 0 0,-4 122 0 0 0,15-182-1080 0 0,0-1 0 0 0,0 1 0 0 0,1-1 0 0 0,0 1 0 0 0,1-1-1 0 0,-1 1 1 0 0,1-1 0 0 0,1 0 0 0 0,3 8 0 0 0,-4-12-104 0 0,-1 0 0 0 0,1 0 0 0 0,1-1 0 0 0,-1 1-1 0 0,0 0 1 0 0,1-1 0 0 0,-1 1 0 0 0,1-1 0 0 0,0 0 0 0 0,0 0-1 0 0,0 0 1 0 0,0 0 0 0 0,0-1 0 0 0,0 1 0 0 0,0-1 0 0 0,0 1-1 0 0,1-1 1 0 0,-1 0 0 0 0,1-1 0 0 0,-1 1 0 0 0,6 0 0 0 0,3 0-715 0 0,1-1 1 0 0,-1 0-1 0 0,0 0 0 0 0,0-2 1 0 0,0 1-1 0 0,20-6 1 0 0,-21 3-1673 0 0,1 0 1 0 0,-1-1 0 0 0,19-9 0 0 0,-7-1-5547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55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27 2148 0 0,'-211'6'19055'0'0,"244"-19"-17989"0"0,-4 8-1502 0 0,52-3 1 0 0,-6 5-3036 0 0,-13 1-3603 0 0,-26 0-1375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56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5513 0 0,'27'14'9624'0'0,"1"1"-2914"0"0,-28-15-6596 0 0,1 1 0 0 0,-1-1 0 0 0,1 1 0 0 0,-1-1 0 0 0,1 1 0 0 0,0-1 0 0 0,-1 0 0 0 0,1 1 0 0 0,0-1 0 0 0,-1 0 0 0 0,1 0 0 0 0,0 1 0 0 0,-1-1 0 0 0,1 0-1 0 0,0 0 1 0 0,-1 0 0 0 0,2 0 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57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28 1976 0 0,'10'-28'17606'0'0,"-20"36"-15719"0"0,-74 197 2051 0 0,69-160-4697 0 0,1 1 0 0 0,-12 79 0 0 0,24-113-326 0 0,1 0 0 0 0,1 20 0 0 0,0-30 656 0 0,0 0 0 0 0,0 1 0 0 0,0-1 0 0 0,1 1 0 0 0,-1-1 0 0 0,1 1 0 0 0,-1-1 0 0 0,1 0 0 0 0,0 1 0 0 0,0-1 0 0 0,0 0 0 0 0,0 0 0 0 0,0 0 0 0 0,1 0 0 0 0,-1 0 0 0 0,1 0 0 0 0,-1 0 0 0 0,1 0 0 0 0,2 1 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58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54 2504 0 0,'11'-53'22521'0'0,"-13"57"-23360"0"0,-5 16 1266 0 0,-37 116 610 0 0,39-119-2107 0 0,2 0 0 0 0,0 1 0 0 0,1-1 0 0 0,1 1 0 0 0,0-1 0 0 0,3 20 0 0 0,1-21-1137 0 0,0 5-4763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58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51 2724 0 0,'-31'-51'15980'0'0,"34"53"-15089"0"0,5 1-511 0 0,-1 2 0 0 0,1-1 1 0 0,-1 1-1 0 0,0 0 0 0 0,-1 1 0 0 0,1-1 0 0 0,-1 1 0 0 0,-1 1 1 0 0,7 7-1 0 0,2 5-40 0 0,-1 0 0 0 0,15 28 1 0 0,-15-20-243 0 0,0 1 0 0 0,-2 1 0 0 0,-2 0-1 0 0,0 1 1 0 0,-2-1 0 0 0,-1 2 0 0 0,-1-1 0 0 0,-2 0 0 0 0,-1 35 0 0 0,-3-29-401 0 0,-1-1-1 0 0,-2 0 1 0 0,-1 0-1 0 0,-2-1 0 0 0,-2 1 1 0 0,-1-2-1 0 0,-23 55 1 0 0,-48 70-3097 0 0,32-84-270 0 0,33-54 60 0 0,-26 27 0 0 0,14-23-2665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6:59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80 656 952 0 0,'-2'1'2334'0'0,"-3"2"-1535"0"0,0 0 0 0 0,0 0 0 0 0,0 0 0 0 0,1 1 0 0 0,0 0 0 0 0,-1 0 0 0 0,1 0-1 0 0,0 0 1 0 0,1 1 0 0 0,-1-1 0 0 0,-2 6 0 0 0,3-5-470 0 0,0 1 1 0 0,0-1-1 0 0,0 1 1 0 0,1-1-1 0 0,0 1 0 0 0,0 0 1 0 0,1 0-1 0 0,-1 0 0 0 0,1 0 1 0 0,0 8-1 0 0,1-13-302 0 0,0 0-1 0 0,0 0 0 0 0,0 0 1 0 0,0 0-1 0 0,1 0 0 0 0,-1 0 1 0 0,0 0-1 0 0,1 0 0 0 0,-1 0 1 0 0,1 0-1 0 0,-1 0 0 0 0,1 0 1 0 0,-1 0-1 0 0,1-1 0 0 0,0 1 1 0 0,-1 0-1 0 0,1 0 0 0 0,0-1 1 0 0,0 1-1 0 0,-1 0 1 0 0,1-1-1 0 0,0 1 0 0 0,0-1 1 0 0,0 1-1 0 0,0-1 0 0 0,0 1 1 0 0,0-1-1 0 0,0 0 0 0 0,0 0 1 0 0,0 1-1 0 0,0-1 0 0 0,0 0 1 0 0,0 0-1 0 0,0 0 0 0 0,0 0 1 0 0,0 0-1 0 0,0 0 1 0 0,0 0-1 0 0,1-1 0 0 0,4 1 17 0 0,-1-1 0 0 0,1 1 0 0 0,-1-2 0 0 0,1 1 0 0 0,7-3 0 0 0,5-4-104 0 0,-1-1 1 0 0,0 0 0 0 0,0-1 0 0 0,0-1-1 0 0,-2-1 1 0 0,1 0 0 0 0,-2-1 0 0 0,1-1-1 0 0,-2 0 1 0 0,0-1 0 0 0,0 0 0 0 0,-2-1 0 0 0,0 0-1 0 0,-1-1 1 0 0,0 0 0 0 0,-2-1 0 0 0,0 0-1 0 0,-1 0 1 0 0,0 0 0 0 0,-2-1 0 0 0,0 0-1 0 0,2-21 1 0 0,-1-14-69 0 0,-2-1 0 0 0,-3 0 0 0 0,-2-1 0 0 0,-2 1 0 0 0,-17-86 0 0 0,20 140 123 0 0,0 0-1 0 0,0 0 1 0 0,0 0 0 0 0,0 0 0 0 0,0 1-1 0 0,-1-1 1 0 0,1 0 0 0 0,0 0-1 0 0,0 0 1 0 0,-1 0 0 0 0,1 1-1 0 0,0-1 1 0 0,-1 0 0 0 0,1 0-1 0 0,-1 1 1 0 0,1-1 0 0 0,-1 0-1 0 0,1 1 1 0 0,-1-1 0 0 0,1 0-1 0 0,-1 1 1 0 0,-1-2 0 0 0,1 3 2 0 0,1-1 0 0 0,-1 0 1 0 0,0 1-1 0 0,1-1 0 0 0,-1 1 0 0 0,1-1 1 0 0,-1 1-1 0 0,0-1 0 0 0,1 1 1 0 0,-1 0-1 0 0,1-1 0 0 0,0 1 0 0 0,-1-1 1 0 0,1 1-1 0 0,-1 0 0 0 0,1 0 0 0 0,0-1 1 0 0,0 1-1 0 0,-1 1 0 0 0,-13 44 79 0 0,-13 74 347 0 0,-28 141 207 0 0,20 3-341 0 0,35-263-287 0 0,-2 114 128 0 0,3-103-109 0 0,0 0 0 0 0,1 0 0 0 0,0 0 0 0 0,1 0 0 0 0,0 0 0 0 0,1-1 0 0 0,6 14 0 0 0,-8-21-18 0 0,1 0-1 0 0,-1 0 1 0 0,0 0-1 0 0,1-1 1 0 0,0 1 0 0 0,0-1-1 0 0,0 0 1 0 0,0 0-1 0 0,0 0 1 0 0,1 0-1 0 0,-1 0 1 0 0,1-1-1 0 0,0 0 1 0 0,0 1-1 0 0,-1-2 1 0 0,6 3 0 0 0,-3-2-47 0 0,1-1 0 0 0,-1 1 0 0 0,1-1 0 0 0,0 0 0 0 0,-1-1 0 0 0,1 0 0 0 0,0 0 0 0 0,-1 0 0 0 0,13-3 0 0 0,-4 0-71 0 0,-1-1-1 0 0,1-1 0 0 0,-1 0 1 0 0,0-1-1 0 0,0 0 0 0 0,-1-2 1 0 0,1 1-1 0 0,18-15 0 0 0,-10 2-1 0 0,-1 0 0 0 0,-1-1-1 0 0,0-1 1 0 0,-2-1-1 0 0,-1-1 1 0 0,0 0 0 0 0,-2-1-1 0 0,21-47 1 0 0,-13 15 60 0 0,-1-1-1 0 0,-4-1 1 0 0,13-66 0 0 0,8-102 2047 0 0,-39 226-1936 0 0,-1 22 262 0 0,-1-1 0 0 0,-5 22 0 0 0,-2 12 120 0 0,-14 145 456 0 0,-8 73-465 0 0,24-195-344 0 0,-3 62 412 0 0,10-136-379 0 0,1-3-114 0 0,0-1-1 0 0,0 1 0 0 0,-1 0 1 0 0,1-1-1 0 0,0 1 0 0 0,0-1 1 0 0,-1 1-1 0 0,1-1 1 0 0,0 1-1 0 0,-1-1 0 0 0,1 1 1 0 0,0-1-1 0 0,-1 0 0 0 0,1 1 1 0 0,-1-1-1 0 0,1 0 1 0 0,-1 1-1 0 0,1-1 0 0 0,-1 0 1 0 0,0 0-1 0 0,1-1 0 0 0,8-24 57 0 0,-6 16-48 0 0,14-32 34 0 0,36-64 0 0 0,-44 91-51 0 0,0 1 0 0 0,1 0 0 0 0,1 0 0 0 0,0 1 0 0 0,1 1 0 0 0,0-1 0 0 0,22-14 0 0 0,-32 25 3 0 0,0 0-1 0 0,1 0 1 0 0,-1 1 0 0 0,1 0-1 0 0,-1-1 1 0 0,1 1 0 0 0,0 0-1 0 0,-1 0 1 0 0,1 1 0 0 0,0-1-1 0 0,0 0 1 0 0,0 1 0 0 0,0 0-1 0 0,0-1 1 0 0,-1 1 0 0 0,1 0-1 0 0,0 1 1 0 0,0-1-1 0 0,0 0 1 0 0,3 2 0 0 0,-3-1 9 0 0,1 1 1 0 0,-1 0 0 0 0,0-1 0 0 0,0 1-1 0 0,0 0 1 0 0,0 1 0 0 0,0-1-1 0 0,0 0 1 0 0,-1 1 0 0 0,1 0-1 0 0,-1 0 1 0 0,0-1 0 0 0,0 1-1 0 0,0 0 1 0 0,3 6 0 0 0,0 3 36 0 0,0 0 0 0 0,0 1 0 0 0,-1-1 0 0 0,0 1 0 0 0,2 23 0 0 0,3 70 125 0 0,-7-65-113 0 0,-2-38-45 0 0,0-1 0 0 0,0 1 0 0 0,0-1 0 0 0,0 1 0 0 0,1-1 1 0 0,0 1-1 0 0,-1-1 0 0 0,1 1 0 0 0,0-1 0 0 0,0 0 0 0 0,0 1 0 0 0,0-1 0 0 0,1 0 0 0 0,-1 0 0 0 0,0 0 0 0 0,1 0 0 0 0,0 0 0 0 0,-1 0 0 0 0,1 0 0 0 0,0-1 0 0 0,0 1 0 0 0,0 0 0 0 0,0-1 1 0 0,0 0-1 0 0,1 1 0 0 0,-1-1 0 0 0,0 0 0 0 0,1 0 0 0 0,-1-1 0 0 0,0 1 0 0 0,4 0 0 0 0,3 0 6 0 0,0 0 1 0 0,1-1-1 0 0,-1 0 1 0 0,0 0-1 0 0,1-1 1 0 0,-1-1-1 0 0,12-2 1 0 0,-8 0-20 0 0,1 0 0 0 0,-1-1 0 0 0,0 0 0 0 0,0-1 0 0 0,0 0 0 0 0,-1-1 0 0 0,0 0 0 0 0,0-1 0 0 0,0-1 0 0 0,-1 0 0 0 0,-1 0 0 0 0,0-1 0 0 0,0 0 0 0 0,15-22 0 0 0,-18 22-11 0 0,-1 0 0 0 0,0 0-1 0 0,0-1 1 0 0,-1 0-1 0 0,-1 0 1 0 0,0-1 0 0 0,0 1-1 0 0,-1-1 1 0 0,-1 0 0 0 0,1 1-1 0 0,-2-1 1 0 0,0 0 0 0 0,-1 0-1 0 0,0-1 1 0 0,0 1 0 0 0,-1 0-1 0 0,-5-21 1 0 0,6 31 8 0 0,-1 0 1 0 0,1 0 0 0 0,0 0-1 0 0,-1 0 1 0 0,0 0-1 0 0,1 0 1 0 0,-1 0 0 0 0,0 0-1 0 0,0 0 1 0 0,0 0-1 0 0,0 1 1 0 0,0-1 0 0 0,-1 0-1 0 0,1 0 1 0 0,0 1-1 0 0,-1-1 1 0 0,0 1-1 0 0,1 0 1 0 0,-1-1 0 0 0,0 1-1 0 0,1 0 1 0 0,-1 0-1 0 0,0 0 1 0 0,0 0 0 0 0,-3-1-1 0 0,3 2 24 0 0,0 1 1 0 0,0-1-1 0 0,1 1 0 0 0,-1 0 0 0 0,0-1 0 0 0,0 1 1 0 0,1 0-1 0 0,-1 0 0 0 0,1 0 0 0 0,-1 0 0 0 0,1 1 1 0 0,0-1-1 0 0,-1 0 0 0 0,1 0 0 0 0,0 1 0 0 0,0-1 1 0 0,0 1-1 0 0,-2 2 0 0 0,3-4-8 0 0,-8 11 72 0 0,1 1-1 0 0,1 0 1 0 0,0 1-1 0 0,0-1 0 0 0,1 1 1 0 0,1 0-1 0 0,0 0 1 0 0,1 1-1 0 0,-2 15 1 0 0,3-18-39 0 0,1 0 0 0 0,0 0 1 0 0,1 0-1 0 0,0 0 0 0 0,1 0 1 0 0,0-1-1 0 0,1 1 1 0 0,0 0-1 0 0,1-1 0 0 0,0 1 1 0 0,0-1-1 0 0,6 11 0 0 0,-5-15-20 0 0,0 0 0 0 0,1 0-1 0 0,-1-1 1 0 0,1 0-1 0 0,0 0 1 0 0,1 0 0 0 0,-1-1-1 0 0,1 1 1 0 0,0-1-1 0 0,0 0 1 0 0,0-1 0 0 0,0 0-1 0 0,1 0 1 0 0,-1 0-1 0 0,1-1 1 0 0,0 0 0 0 0,0 0-1 0 0,10 1 1 0 0,6 1-246 0 0,-1-2 0 0 0,1-1 1 0 0,0-1-1 0 0,34-3 0 0 0,-37 0-588 0 0,1 0-1 0 0,-1-1 1 0 0,0-1 0 0 0,26-10-1 0 0,-34 10-804 0 0,-1 0-1 0 0,1-1 0 0 0,-1 0 0 0 0,18-15 1 0 0,-3-1-4861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00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93 328 0 0,'-268'21'15616'0'0,"268"-21"-15557"0"0,-1 0-1 0 0,1 0 1 0 0,-1 0 0 0 0,0 0-1 0 0,1 0 1 0 0,-1 0 0 0 0,1 1-1 0 0,-1-1 1 0 0,1 0-1 0 0,-1-1 1 0 0,1 1 0 0 0,-1 0-1 0 0,1 0 1 0 0,-1 0 0 0 0,1 0-1 0 0,-1 0 1 0 0,1 0-1 0 0,-1-1 1 0 0,1 1 0 0 0,-1 0-1 0 0,1 0 1 0 0,-1-1 0 0 0,1 1-1 0 0,0 0 1 0 0,-1-1-1 0 0,1 1 1 0 0,-1 0 0 0 0,1-1-1 0 0,11-9 494 0 0,25-5-336 0 0,58-8-3114 0 0,164-17-1 0 0,-169 29-1138 0 0,2 0-2137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01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94 1192 0 0,'0'-2'2199'0'0,"-1"0"-1842"0"0,0 0 1 0 0,1 0-1 0 0,-1 0 1 0 0,1 0-1 0 0,-1 0 1 0 0,1 0-1 0 0,0 0 0 0 0,0 0 1 0 0,0 0-1 0 0,0 0 1 0 0,0 0-1 0 0,1 0 0 0 0,-1 0 1 0 0,1 0-1 0 0,-1 0 1 0 0,1 0-1 0 0,-1 0 1 0 0,1 0-1 0 0,2-2 0 0 0,-1 1-30 0 0,0 0 0 0 0,0 0-1 0 0,1 0 1 0 0,-1 1 0 0 0,1-1-1 0 0,0 1 1 0 0,0 0-1 0 0,0-1 1 0 0,0 1 0 0 0,4-2-1 0 0,0 1-41 0 0,1 0 0 0 0,-1 0 0 0 0,0 0 0 0 0,1 1 0 0 0,-1 0 0 0 0,1 1 1 0 0,-1 0-1 0 0,1 0 0 0 0,0 0 0 0 0,10 1 0 0 0,-3 3-67 0 0,0 0 0 0 0,0 1 1 0 0,0 0-1 0 0,-1 1 0 0 0,0 1 1 0 0,0 0-1 0 0,0 1 0 0 0,-1 1 1 0 0,0 0-1 0 0,0 0 0 0 0,-1 1 1 0 0,0 1-1 0 0,-1 0 0 0 0,0 1 1 0 0,12 15-1 0 0,-11-12-147 0 0,-1 0 0 0 0,-1 0 0 0 0,-1 1 0 0 0,0 1 0 0 0,-1 0 0 0 0,0 0 0 0 0,-1 0 0 0 0,-1 1 1 0 0,-1 0-1 0 0,-1 0 0 0 0,0 1 0 0 0,3 33 0 0 0,-7-41 16 0 0,0 0 0 0 0,-1 0 1 0 0,0 0-1 0 0,-4 17 0 0 0,4-22-36 0 0,0-1 0 0 0,-1 0 0 0 0,1 0 0 0 0,-1 1 0 0 0,0-1 0 0 0,0 0 0 0 0,0 0 0 0 0,-1-1 0 0 0,0 1 0 0 0,1-1 0 0 0,-1 1-1 0 0,-5 4 1 0 0,7-7-37 0 0,0-1-1 0 0,0 1 1 0 0,0 0-1 0 0,0 0 1 0 0,0-1-1 0 0,0 1 1 0 0,0 0-1 0 0,-1-1 1 0 0,1 1-1 0 0,0-1 0 0 0,0 0 1 0 0,0 1-1 0 0,-1-1 1 0 0,1 0-1 0 0,0 0 1 0 0,0 0-1 0 0,-1 0 1 0 0,1 0-1 0 0,0 0 1 0 0,0 0-1 0 0,-1 0 0 0 0,1 0 1 0 0,-2-1-1 0 0,1 0-3 0 0,0 0 0 0 0,0 0 0 0 0,1-1-1 0 0,-1 1 1 0 0,0 0 0 0 0,1-1-1 0 0,-1 1 1 0 0,1-1 0 0 0,0 0-1 0 0,-1 1 1 0 0,1-1 0 0 0,-2-3 0 0 0,-1-3-1 0 0,1 0 0 0 0,0 0 0 0 0,0-1 0 0 0,0 1 0 0 0,-1-13 0 0 0,2 6-20 0 0,2-1 1 0 0,-1 1-1 0 0,2 0 1 0 0,0-1-1 0 0,1 1 1 0 0,1 0-1 0 0,0 0 1 0 0,1 0-1 0 0,0 1 1 0 0,1-1-1 0 0,1 1 1 0 0,1 0 0 0 0,8-15-1 0 0,-4 12-8 0 0,0 0-1 0 0,1 0 1 0 0,0 1-1 0 0,1 1 1 0 0,1 0 0 0 0,1 1-1 0 0,0 0 1 0 0,1 1-1 0 0,25-16 1 0 0,-37 27 12 0 0,0 0 0 0 0,0 0 0 0 0,0 0 0 0 0,0 0 0 0 0,1 1 0 0 0,-1-1 0 0 0,0 1 0 0 0,1 0 0 0 0,-1 1 0 0 0,1-1-1 0 0,0 1 1 0 0,-1 0 0 0 0,8 0 0 0 0,-9 1 5 0 0,0 0 0 0 0,1-1 0 0 0,-1 1 0 0 0,0 1 0 0 0,0-1 1 0 0,0 0-1 0 0,0 1 0 0 0,0-1 0 0 0,-1 1 0 0 0,1 0 0 0 0,0 0 0 0 0,-1 0 0 0 0,1 0 0 0 0,-1 1 0 0 0,0-1 0 0 0,0 1 0 0 0,0-1 0 0 0,0 1 0 0 0,2 4 0 0 0,4 8 13 0 0,0 1 0 0 0,-2 0 1 0 0,0 0-1 0 0,0 1 0 0 0,3 22 0 0 0,8 89 36 0 0,-2-10 14 0 0,-13-106-82 0 0,0 0 45 0 0,0 1 1 0 0,1-1-1 0 0,1 1 1 0 0,8 17-1 0 0,-11-27-41 0 0,1 0 1 0 0,0 0-1 0 0,0 0 0 0 0,0-1 0 0 0,0 1 0 0 0,0 0 0 0 0,0-1 0 0 0,1 0 0 0 0,-1 1 0 0 0,1-1 1 0 0,0 0-1 0 0,0 0 0 0 0,0-1 0 0 0,0 1 0 0 0,0-1 0 0 0,0 1 0 0 0,0-1 0 0 0,0 0 0 0 0,0 0 1 0 0,1 0-1 0 0,5 0 0 0 0,-6-1-35 0 0,1 0 0 0 0,0 0 0 0 0,0 0 0 0 0,-1-1 0 0 0,1 1 0 0 0,0-1 0 0 0,-1 0 0 0 0,1 0 0 0 0,-1 0 0 0 0,1-1 1 0 0,-1 0-1 0 0,1 1 0 0 0,-1-1 0 0 0,0 0 0 0 0,0 0 0 0 0,0-1 0 0 0,5-4 0 0 0,0-1-100 0 0,0 0 1 0 0,-1-1-1 0 0,1 0 0 0 0,7-14 0 0 0,-1-2-117 0 0,-1-1 1 0 0,20-53-1 0 0,8-59 520 0 0,-32 105 154 0 0,-4 13-339 0 0,-4 18 141 0 0,-7 9 60 0 0,2 3-141 0 0,0 0 1 0 0,1-1-1 0 0,-5 21 1 0 0,3-8-13 0 0,-2 4-31 0 0,2 0 1 0 0,0 0 0 0 0,2 0-1 0 0,1 1 1 0 0,2 43 0 0 0,1-64-68 0 0,0-1 0 0 0,0 1 0 0 0,0-1 1 0 0,1 1-1 0 0,-1-1 0 0 0,1 0 0 0 0,1 0 1 0 0,-1 0-1 0 0,1 0 0 0 0,0 0 0 0 0,0-1 0 0 0,0 1 1 0 0,1-1-1 0 0,-1 0 0 0 0,7 5 0 0 0,-4-3-12 0 0,1-1-1 0 0,0 0 0 0 0,1 0 0 0 0,-1-1 0 0 0,1 0 0 0 0,0 0 0 0 0,0-1 0 0 0,0 0 0 0 0,13 3 0 0 0,-11-4-50 0 0,1 0-1 0 0,0-1 1 0 0,0 0-1 0 0,0 0 1 0 0,0-1 0 0 0,0-1-1 0 0,15-2 1 0 0,-19 2-34 0 0,0-1 0 0 0,0 0 0 0 0,0 0 0 0 0,0 0-1 0 0,0-1 1 0 0,-1 0 0 0 0,1-1 0 0 0,-1 1 0 0 0,0-1 0 0 0,0 0 0 0 0,6-6 0 0 0,-4 1 11 0 0,0 1 0 0 0,-1-2 0 0 0,0 1 0 0 0,0-1 0 0 0,-1 0 0 0 0,-1-1 0 0 0,1 1 0 0 0,-2-1 0 0 0,1 0 0 0 0,-2 0 0 0 0,5-19 1 0 0,-1-10 120 0 0,4-80 0 0 0,-10 104 14 0 0,1-58 605 0 0,-2 71-465 0 0,-1 5-153 0 0,-1 0 0 0 0,1 0 0 0 0,0 1 1 0 0,0-1-1 0 0,0 0 0 0 0,0 1 0 0 0,0-1 0 0 0,0 1 0 0 0,1-1 0 0 0,-1 5 1 0 0,0-3 32 0 0,-9 33 242 0 0,-9 31-137 0 0,4 0-1 0 0,-10 88 1 0 0,25-144-627 0 0,-1-1 1 0 0,2 1 0 0 0,0 0-1 0 0,0 0 1 0 0,5 18-1 0 0,-4-24-249 0 0,-1 0 0 0 0,2-1-1 0 0,-1 1 1 0 0,1-1 0 0 0,4 8-1 0 0,-5-10-179 0 0,0 0 0 0 0,1-1-1 0 0,-1 1 1 0 0,0 0 0 0 0,1-1 0 0 0,0 0-1 0 0,0 1 1 0 0,0-1 0 0 0,5 3-1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01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1 157 8 0 0,'0'-1'503'0'0,"2"-16"1586"0"0,0 0-1 0 0,2 0 0 0 0,0 0 1 0 0,1 0-1 0 0,0 0 0 0 0,14-26 0 0 0,-18 42-1993 0 0,-1 0-1 0 0,0 1 1 0 0,1-1-1 0 0,-1 0 0 0 0,1 1 1 0 0,-1-1-1 0 0,1 0 0 0 0,-1 1 1 0 0,1-1-1 0 0,0 1 1 0 0,-1-1-1 0 0,1 1 0 0 0,0 0 1 0 0,-1-1-1 0 0,1 1 0 0 0,0 0 1 0 0,0-1-1 0 0,-1 1 1 0 0,1 0-1 0 0,0 0 0 0 0,0-1 1 0 0,0 1-1 0 0,-1 0 1 0 0,1 0-1 0 0,0 0 0 0 0,0 0 1 0 0,-1 0-1 0 0,1 0 0 0 0,0 1 1 0 0,0-1-1 0 0,1 0 1 0 0,0 1 66 0 0,0 0 1 0 0,-1 0 0 0 0,1 0 0 0 0,0 0 0 0 0,0 0-1 0 0,0 0 1 0 0,-1 0 0 0 0,4 3 0 0 0,-1 1 35 0 0,0 0 1 0 0,-1 0 0 0 0,0 0-1 0 0,0 0 1 0 0,0 0-1 0 0,0 0 1 0 0,-1 1 0 0 0,0-1-1 0 0,2 10 1 0 0,-1 0 85 0 0,0 0 0 0 0,2 21 0 0 0,-3 9 34 0 0,-2 0 1 0 0,-2 1 0 0 0,-1-1-1 0 0,-11 45 1 0 0,14-89-307 0 0,0 0 0 0 0,0 0 1 0 0,0 0-1 0 0,0 0 0 0 0,-1 0 1 0 0,1 0-1 0 0,-1 0 0 0 0,1 0 0 0 0,0 0 1 0 0,-1 0-1 0 0,0 0 0 0 0,1 0 1 0 0,-1-1-1 0 0,0 2 0 0 0,0-2-17 0 0,1 0 1 0 0,0 0-1 0 0,0 1 0 0 0,-1-1 0 0 0,1 0 1 0 0,0 0-1 0 0,-1 0 0 0 0,1 0 0 0 0,0 0 1 0 0,0 0-1 0 0,-1 0 0 0 0,1 0 0 0 0,0 0 1 0 0,-1 0-1 0 0,1 0 0 0 0,0 0 0 0 0,-1 0 1 0 0,1 0-1 0 0,0 0 0 0 0,0 0 0 0 0,-1 0 1 0 0,1-1-1 0 0,0 1 0 0 0,-1 0 0 0 0,1 0 1 0 0,0 0-1 0 0,0 0 0 0 0,-1-1 0 0 0,0 0-28 0 0,0 0-1 0 0,0 0 1 0 0,0-1-1 0 0,0 1 1 0 0,0 0-1 0 0,0-1 1 0 0,0 1-1 0 0,1 0 1 0 0,-1-1-1 0 0,0 1 1 0 0,1-1-1 0 0,-1 1 1 0 0,1-3-1 0 0,-1-10-119 0 0,1 1 1 0 0,0-1-1 0 0,1 0 0 0 0,1 1 0 0 0,0-1 0 0 0,1 0 1 0 0,0 1-1 0 0,1 0 0 0 0,7-17 0 0 0,-1 9 69 0 0,0 1 0 0 0,1 0 0 0 0,0 1-1 0 0,28-34 1 0 0,-33 47 69 0 0,0-1 0 0 0,0 1 0 0 0,0-1 1 0 0,1 2-1 0 0,0-1 0 0 0,1 1 0 0 0,-1 0 0 0 0,1 1 0 0 0,0 0 0 0 0,0 0 1 0 0,0 0-1 0 0,17-4 0 0 0,-18 7 11 0 0,0 0 0 0 0,0 0 0 0 0,0 1 1 0 0,0-1-1 0 0,0 2 0 0 0,0-1 0 0 0,0 1 1 0 0,0 0-1 0 0,0 0 0 0 0,0 1 0 0 0,0 0 0 0 0,0 0 1 0 0,-1 1-1 0 0,1-1 0 0 0,-1 2 0 0 0,11 6 1 0 0,-5-2 34 0 0,-1 1 0 0 0,0 0 1 0 0,-1 1-1 0 0,0 0 0 0 0,0 1 0 0 0,-1-1 1 0 0,-1 2-1 0 0,0 0 0 0 0,0 0 1 0 0,-1 0-1 0 0,5 14 0 0 0,-5-10 14 0 0,-1 0-1 0 0,-1 0 0 0 0,-1 0 0 0 0,0 0 1 0 0,-1 1-1 0 0,-1 0 0 0 0,0-1 1 0 0,-1 1-1 0 0,-2 18 0 0 0,1-33-27 0 0,0 0-1 0 0,0 0 0 0 0,0 0 1 0 0,-1 0-1 0 0,1 0 1 0 0,-1 1-1 0 0,1-1 0 0 0,-1 0 1 0 0,0 0-1 0 0,0 0 0 0 0,0-1 1 0 0,0 1-1 0 0,0 0 0 0 0,0 0 1 0 0,0 0-1 0 0,-1-1 1 0 0,1 1-1 0 0,-1-1 0 0 0,1 1 1 0 0,-1-1-1 0 0,0 1 0 0 0,-1 0 1 0 0,2-2-15 0 0,1 0 0 0 0,-1 0 0 0 0,1-1 0 0 0,-1 1 0 0 0,1 0 0 0 0,-1 0 0 0 0,1-1 0 0 0,-1 1 0 0 0,1 0 0 0 0,-1-1 0 0 0,1 1 0 0 0,-1-1 0 0 0,1 1 0 0 0,0 0 0 0 0,-1-1 0 0 0,1 1 0 0 0,0-1 0 0 0,0 1 0 0 0,-1-1 0 0 0,1 1 0 0 0,0-1 0 0 0,0 1 0 0 0,0-1 0 0 0,-1 1 0 0 0,1-1 0 0 0,0 0 0 0 0,0 1 0 0 0,0-1 0 0 0,0 1 0 0 0,0-1 1 0 0,0 1-1 0 0,0-1 0 0 0,0 0 0 0 0,-1-17-26 0 0,3-3-5 0 0,0-1-1 0 0,2 1 0 0 0,0-1 1 0 0,1 1-1 0 0,2 0 0 0 0,0 1 1 0 0,1 0-1 0 0,0 0 0 0 0,2 0 1 0 0,1 1-1 0 0,0 1 0 0 0,16-20 1 0 0,-19 27 11 0 0,0 1-1 0 0,0 0 1 0 0,1 1 0 0 0,1 0 0 0 0,0 0 0 0 0,0 1-1 0 0,0 0 1 0 0,23-12 0 0 0,-31 19 15 0 0,-1 0 0 0 0,1 1 0 0 0,-1-1 0 0 0,1 1 0 0 0,-1-1 0 0 0,1 1 0 0 0,0 0-1 0 0,-1-1 1 0 0,1 1 0 0 0,0 0 0 0 0,-1 0 0 0 0,1 0 0 0 0,-1 0 0 0 0,1 1 0 0 0,0-1 0 0 0,-1 0 0 0 0,1 1 0 0 0,0-1 0 0 0,-1 1 0 0 0,1-1 0 0 0,-1 1 0 0 0,2 1-1 0 0,0 0 1 0 0,-1 0 0 0 0,0 0-1 0 0,0 0 1 0 0,-1 0-1 0 0,1 0 1 0 0,0 1 0 0 0,-1-1-1 0 0,1 0 1 0 0,-1 1 0 0 0,0-1-1 0 0,2 6 1 0 0,1 4 0 0 0,-1 0 1 0 0,-1 0-1 0 0,0 0 1 0 0,1 19-1 0 0,-2 10 141 0 0,-2-20-620 0 0,2-1 0 0 0,1 1 0 0 0,7 36 0 0 0,-7-51 48 0 0,0 1-1 0 0,0-1 1 0 0,1 0-1 0 0,0 0 0 0 0,0 0 1 0 0,0-1-1 0 0,1 1 1 0 0,0-1-1 0 0,0 0 1 0 0,0 0-1 0 0,0 0 0 0 0,1 0 1 0 0,0-1-1 0 0,0 0 1 0 0,0 0-1 0 0,7 4 0 0 0,22 8-5161 0 0,-18-12 1086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02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10 252 2248 0 0,'45'-235'15150'0'0,"-41"219"-14263"0"0,-2 24 58 0 0,-2 29 70 0 0,-34 622 2183 0 0,27-565-2711 0 0,7-91-346 0 0,11-29-180 0 0,0 3-32 0 0,1 1-1 0 0,0 0 1 0 0,2 1 0 0 0,0 0-1 0 0,1 1 1 0 0,1 1-1 0 0,1 0 1 0 0,38-32-1 0 0,-50 48 66 0 0,-1 0-1 0 0,1 0 1 0 0,-1 0-1 0 0,1 1 1 0 0,0-1-1 0 0,0 1 0 0 0,0 0 1 0 0,0 1-1 0 0,1-1 1 0 0,-1 1-1 0 0,0 0 1 0 0,1 0-1 0 0,-1 1 0 0 0,1-1 1 0 0,-1 1-1 0 0,1 1 1 0 0,-1-1-1 0 0,1 1 0 0 0,-1 0 1 0 0,0 0-1 0 0,1 0 1 0 0,-1 1-1 0 0,0 0 1 0 0,0 0-1 0 0,0 0 0 0 0,0 0 1 0 0,0 1-1 0 0,-1 0 1 0 0,1 0-1 0 0,-1 0 1 0 0,0 1-1 0 0,0 0 0 0 0,0-1 1 0 0,0 1-1 0 0,0 1 1 0 0,-1-1-1 0 0,3 5 0 0 0,-2-3 33 0 0,0-1-1 0 0,-1 1 0 0 0,0 0 1 0 0,0 0-1 0 0,0 1 0 0 0,-1-1 0 0 0,0 1 1 0 0,0-1-1 0 0,0 1 0 0 0,-1-1 1 0 0,0 1-1 0 0,-1 0 0 0 0,1 0 0 0 0,-1 0 1 0 0,0-1-1 0 0,-1 1 0 0 0,-2 12 0 0 0,0-10 32 0 0,1-1 0 0 0,-2 0-1 0 0,1 1 1 0 0,-1-1-1 0 0,0-1 1 0 0,-1 1-1 0 0,0 0 1 0 0,0-1-1 0 0,0 0 1 0 0,-1 0 0 0 0,0-1-1 0 0,-1 0 1 0 0,-8 7-1 0 0,-1-2 53 0 0,0 0 0 0 0,-1-2 0 0 0,0 0 0 0 0,-1 0 0 0 0,0-2 0 0 0,0 0 1 0 0,0-2-1 0 0,-1 0 0 0 0,0-1 0 0 0,-30 3 0 0 0,43-6-121 0 0,-1-1 0 0 0,1 0 1 0 0,0 0-1 0 0,-1-1 1 0 0,1 1-1 0 0,0-2 0 0 0,-1 1 1 0 0,1-1-1 0 0,-9-3 1 0 0,11 3-288 0 0,1 1 0 0 0,0-1 0 0 0,-1 0 0 0 0,1 0 0 0 0,0 0 0 0 0,0 0-1 0 0,1-1 1 0 0,-1 1 0 0 0,-4-6 0 0 0,7 7 91 0 0,-1 0 0 0 0,1 0 0 0 0,-1 0 1 0 0,1-1-1 0 0,0 1 0 0 0,-1 0 0 0 0,1 0 0 0 0,0-1 0 0 0,0 1 0 0 0,0 0 0 0 0,0-1 0 0 0,0 1 0 0 0,0 0 0 0 0,0 0 0 0 0,1-1 0 0 0,-1 1 0 0 0,0 0 0 0 0,1 0 0 0 0,-1-1 0 0 0,1 1 0 0 0,-1 0 0 0 0,1 0 0 0 0,0 0 0 0 0,1-2 0 0 0,19-26-6982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02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122 138 1232 0 0,'11'18'12807'0'0,"-10"-14"-12410"0"0,0 0 0 0 0,1 0 0 0 0,-1 0 0 0 0,1 0 0 0 0,0 0 0 0 0,0 0 0 0 0,1-1 0 0 0,-1 1 0 0 0,1-1 0 0 0,0 0 0 0 0,0 1 0 0 0,0-1 0 0 0,0 0 0 0 0,0-1 0 0 0,5 4 0 0 0,-1-2-286 0 0,-1-1-1 0 0,1 0 1 0 0,0-1-1 0 0,0 1 1 0 0,-1-1-1 0 0,2-1 1 0 0,-1 1 0 0 0,0-1-1 0 0,9 0 1 0 0,-12-1-99 0 0,0 1 0 0 0,0-1 0 0 0,0 0 0 0 0,0 0 0 0 0,0-1 0 0 0,1 1 0 0 0,-1-1 0 0 0,0 0 0 0 0,0 0 0 0 0,-1 0 0 0 0,1-1 0 0 0,0 1 0 0 0,0-1 0 0 0,-1 0 0 0 0,1 0 0 0 0,-1 0 0 0 0,1 0 0 0 0,-1-1 0 0 0,0 0 0 0 0,0 1 0 0 0,0-1 0 0 0,0 0 0 0 0,-1 0 0 0 0,1-1 0 0 0,-1 1 0 0 0,0-1 0 0 0,0 1 0 0 0,0-1 0 0 0,0 0 0 0 0,0 1 0 0 0,-1-1 0 0 0,0 0 0 0 0,0 0 0 0 0,0 0 0 0 0,0 0 0 0 0,0-7 0 0 0,0 3-12 0 0,-1 0 0 0 0,0-1 0 0 0,0 1-1 0 0,-1 0 1 0 0,0-1 0 0 0,0 1 0 0 0,-1 0-1 0 0,-3-10 1 0 0,4 14-7 0 0,0 0 0 0 0,-1 1 0 0 0,1-1 0 0 0,-1 1 0 0 0,1 0 0 0 0,-1-1 0 0 0,0 1 0 0 0,-1 0 0 0 0,1 0 1 0 0,0 0-1 0 0,-1 1 0 0 0,0-1 0 0 0,1 0 0 0 0,-1 1 0 0 0,0 0 0 0 0,0 0 0 0 0,0-1 0 0 0,-1 2 0 0 0,-5-4 0 0 0,3 4-1 0 0,1 0-1 0 0,-1 1 1 0 0,0 0 0 0 0,0-1 0 0 0,0 2-1 0 0,0-1 1 0 0,1 1 0 0 0,-1 0-1 0 0,0 0 1 0 0,0 0 0 0 0,1 1-1 0 0,-1 0 1 0 0,1 0 0 0 0,0 1 0 0 0,-1-1-1 0 0,1 1 1 0 0,0 0 0 0 0,-6 6-1 0 0,-4 2 16 0 0,2 0 0 0 0,-1 1-1 0 0,1 1 1 0 0,-17 22-1 0 0,17-18 40 0 0,0 1 1 0 0,2 0-1 0 0,0 0 0 0 0,1 1 0 0 0,1 1 0 0 0,0 0 0 0 0,2 0 0 0 0,-8 33 0 0 0,13-44-23 0 0,1 1-1 0 0,0-1 0 0 0,0 1 0 0 0,1-1 1 0 0,0 1-1 0 0,1-1 0 0 0,0 1 1 0 0,1-1-1 0 0,3 13 0 0 0,-2-14-7 0 0,0-1-1 0 0,0 0 0 0 0,1-1 0 0 0,-1 1 1 0 0,1-1-1 0 0,1 1 0 0 0,-1-1 1 0 0,1 0-1 0 0,0-1 0 0 0,1 1 1 0 0,-1-1-1 0 0,1 0 0 0 0,7 4 0 0 0,5 3-192 0 0,1-2-1 0 0,-1 0 0 0 0,2-1 1 0 0,0-1-1 0 0,0-1 0 0 0,0-1 1 0 0,0 0-1 0 0,41 4 0 0 0,-26-6-1862 0 0,49-1 0 0 0,30-12-6150 0 0,-72 3 1963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04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0 199 104 0 0,'24'-74'7730'0'0,"-19"60"-6773"0"0,1 0 1 0 0,0 1-1 0 0,1 0 1 0 0,1 0 0 0 0,18-23-1 0 0,-25 34-856 0 0,1 0 1 0 0,-1 0-1 0 0,1 1 0 0 0,0-1 0 0 0,0 1 0 0 0,0-1 1 0 0,0 1-1 0 0,0 0 0 0 0,0-1 0 0 0,0 1 0 0 0,1 0 0 0 0,-1 1 1 0 0,0-1-1 0 0,0 0 0 0 0,1 0 0 0 0,-1 1 0 0 0,1 0 1 0 0,-1-1-1 0 0,0 1 0 0 0,1 0 0 0 0,-1 0 0 0 0,1 0 1 0 0,-1 1-1 0 0,0-1 0 0 0,1 1 0 0 0,-1-1 0 0 0,0 1 0 0 0,1 0 1 0 0,-1-1-1 0 0,0 1 0 0 0,0 1 0 0 0,4 1 0 0 0,0 1 12 0 0,0 0 0 0 0,0 1 0 0 0,-1 0 0 0 0,1 0 0 0 0,-1 0 0 0 0,0 1 0 0 0,-1 0 0 0 0,1 0 0 0 0,5 10 0 0 0,5 14 22 0 0,-2-1 0 0 0,-1 2-1 0 0,-2 0 1 0 0,-1 0 0 0 0,-1 1-1 0 0,-1-1 1 0 0,-2 2 0 0 0,-2-1-1 0 0,0 49 1 0 0,-3-59 882 0 0,2-33-528 0 0,3-31-374 0 0,9-8-100 0 0,26-80 270 0 0,-34 114-499 0 0,1 0 1 0 0,1 0 0 0 0,0 1 0 0 0,1 1 0 0 0,19-25 0 0 0,-25 35-39 0 0,0 1 1 0 0,0 0-1 0 0,1 0 1 0 0,-1 1-1 0 0,1-1 1 0 0,-1 1 0 0 0,1-1-1 0 0,0 1 1 0 0,0 1-1 0 0,0-1 1 0 0,0 0-1 0 0,0 1 1 0 0,0 0 0 0 0,1 0-1 0 0,-1 0 1 0 0,0 0-1 0 0,8 1 1 0 0,3 0-1621 0 0,0 1-1 0 0,0 1 1 0 0,26 6 0 0 0,-34-6 845 0 0,16 3-3564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24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581 37 1940 0 0,'10'-32'7911'0'0,"-10"32"-7846"0"0,0-1 1 0 0,0 1-1 0 0,0 0 1 0 0,0 0-1 0 0,0 0 1 0 0,0-1-1 0 0,0 1 1 0 0,1 0-1 0 0,-1 0 1 0 0,0 0-1 0 0,1-1 459 0 0,-1 0-459 0 0,0 1 1 0 0,0 0-1 0 0,0 0 1 0 0,1 0-1 0 0,-1 0 1 0 0,0 0-1 0 0,0 0 1 0 0,0 0-1 0 0,0 0 0 0 0,1 0 1 0 0,-1 0-1 0 0,0-1 1 0 0,0 1-1 0 0,0 0 1 0 0,1 0-1 0 0,-1 0 1 0 0,0 0-1 0 0,0 0 1 0 0,0 0-1 0 0,1 1 1 0 0,-1-1-1 0 0,0 0 1 0 0,5 18 1228 0 0,-3 15-243 0 0,-2 0 1 0 0,-1 0-1 0 0,-9 51 0 0 0,4-37-529 0 0,-28 248 1239 0 0,-38 363-620 0 0,71-650-1131 0 0,-10 103 110 0 0,8 220-1 0 0,3-327-122 0 0,0 1 0 0 0,1-1 0 0 0,-1 0-1 0 0,1 0 1 0 0,0 0 0 0 0,1 0 0 0 0,-1 0-1 0 0,1 0 1 0 0,-1 0 0 0 0,1 0 0 0 0,0 0-1 0 0,1-1 1 0 0,3 6 0 0 0,-6-9-6 0 0,1 0 1 0 0,0 0-1 0 0,-1 1 0 0 0,1-1 1 0 0,0 0-1 0 0,-1 0 0 0 0,1 0 1 0 0,0 0-1 0 0,0 0 0 0 0,-1 0 1 0 0,1 0-1 0 0,0 0 0 0 0,0 0 1 0 0,-1 0-1 0 0,1-1 0 0 0,0 1 1 0 0,-1 0-1 0 0,1 0 0 0 0,0-1 1 0 0,-1 1-1 0 0,1 0 0 0 0,0-1 1 0 0,-1 1-1 0 0,1 0 0 0 0,-1-1 1 0 0,1 1-1 0 0,-1-1 0 0 0,1 1 1 0 0,-1-1-1 0 0,1 0 0 0 0,0 0 1 0 0,15-18-281 0 0,-8 4 108 0 0,0 0 0 0 0,0-1 0 0 0,-2 0 0 0 0,0 0-1 0 0,-1-1 1 0 0,0 1 0 0 0,-2-1 0 0 0,4-34 0 0 0,-6 29 52 0 0,0-1 0 0 0,-2 0 0 0 0,0 0 0 0 0,-2 1 0 0 0,0-1-1 0 0,-9-28 1 0 0,8 40 81 0 0,0-1 0 0 0,0 2 0 0 0,-2-1 1 0 0,1 1-1 0 0,-1-1 0 0 0,-1 1 0 0 0,1 1 0 0 0,-15-16 0 0 0,7 12 8 0 0,0 0 1 0 0,0 1 0 0 0,-1 0-1 0 0,-30-17 1 0 0,-3 5 5 0 0,-1 2 0 0 0,-93-29 0 0 0,-6 1-115 0 0,147 49 143 0 0,1 1 0 0 0,-1 0 0 0 0,1 0 1 0 0,-1-1-1 0 0,0 1 0 0 0,1 0 0 0 0,-1-1 0 0 0,1 1 0 0 0,-1-1 1 0 0,1 1-1 0 0,-1-1 0 0 0,1 1 0 0 0,0-1 0 0 0,-1 1 1 0 0,1-1-1 0 0,0 1 0 0 0,-1-1 0 0 0,1 1 0 0 0,0-1 0 0 0,-1 0 1 0 0,1 1-1 0 0,0-1 0 0 0,0 1 0 0 0,0-1 0 0 0,0 0 0 0 0,0 1 1 0 0,0-1-1 0 0,0 0 0 0 0,0 1 0 0 0,0-1 0 0 0,0 0 0 0 0,7-19-361 0 0,7 4-75 0 0,0 1 0 0 0,1 1 0 0 0,1 0 0 0 0,1 1 0 0 0,-1 0 0 0 0,23-11 0 0 0,-33 20 324 0 0,138-84-2127 0 0,-69 43 318 0 0,-1-2 1 0 0,75-64-1 0 0,-137 99 2330 0 0,0 1 0 0 0,0-2 0 0 0,-1 0-1 0 0,-1 0 1 0 0,0-1 0 0 0,-1 0 0 0 0,0 0 0 0 0,-1-1 0 0 0,-1-1 0 0 0,9-24 0 0 0,-11 25 530 0 0,-3 11-491 0 0,0 0-1 0 0,-1 0 0 0 0,0 0 0 0 0,0 0 0 0 0,0-1 0 0 0,0 1 0 0 0,0-5 0 0 0,-3 50 2190 0 0,-10 56 0 0 0,-2 26-1456 0 0,14-110-1110 0 0,-1 11 86 0 0,1 0-1 0 0,4 39 0 0 0,-3-57-144 0 0,0 0 0 0 0,0 0 0 0 0,1 0 0 0 0,0 0 0 0 0,0 0 1 0 0,1 0-1 0 0,-1-1 0 0 0,1 1 0 0 0,0-1 0 0 0,1 1 0 0 0,-1-1 0 0 0,1 0 0 0 0,0-1 0 0 0,0 1 0 0 0,6 4 0 0 0,-8-8-88 0 0,0 0 0 0 0,0 0-1 0 0,-1 0 1 0 0,1 0 0 0 0,1-1 0 0 0,-1 1-1 0 0,0-1 1 0 0,0 1 0 0 0,0-1 0 0 0,0 0-1 0 0,0 0 1 0 0,0 0 0 0 0,0 0 0 0 0,0 0-1 0 0,1-1 1 0 0,-1 1 0 0 0,3-1 0 0 0,0-1-303 0 0,0 1 0 0 0,0-1 1 0 0,0 0-1 0 0,0 0 1 0 0,0 0-1 0 0,5-4 1 0 0,-3 1-634 0 0,-1 0 0 0 0,1-1 1 0 0,-1 1-1 0 0,1-1 0 0 0,-2-1 1 0 0,1 1-1 0 0,-1-1 0 0 0,0 0 1 0 0,0 0-1 0 0,6-14 0 0 0,-2-1-3113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25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25 2144 0 0,'-7'-10'3216'0'0,"-5"0"-1123"0"0,0 5-261 0 0,-1 7-1172 0 0,2 6-212 0 0,8 7-296 0 0,1-4-364 0 0,2-1-192 0 0,2 2-408 0 0,0 1-620 0 0,-2 1-981 0 0,5-1-455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25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1812 0 0,'-5'11'7082'0'0,"7"-1"-5483"0"0,0 0 0 0 0,0 0 0 0 0,5 10 1 0 0,13 30 1330 0 0,-12-33-2430 0 0,-1 0 0 0 0,-1 0 0 0 0,7 29 0 0 0,-11-32-346 0 0,0 0 1 0 0,0 0 0 0 0,-2 0-1 0 0,0 0 1 0 0,0 0 0 0 0,-2 0 0 0 0,1 0-1 0 0,-2 0 1 0 0,0 0 0 0 0,0-1-1 0 0,-2 1 1 0 0,1-1 0 0 0,-2 0 0 0 0,0 0-1 0 0,-13 21 1 0 0,18-33 12 0 0,-3-4-127 0 0,4 3-38 0 0,0 0-1 0 0,-1 0 1 0 0,1 0-1 0 0,0 0 1 0 0,-1 0-1 0 0,1 0 1 0 0,0 0 0 0 0,0 0-1 0 0,-1 0 1 0 0,1 0-1 0 0,0 0 1 0 0,0 0-1 0 0,-1-1 1 0 0,1 1-1 0 0,0 0 1 0 0,0 0-1 0 0,-1 0 1 0 0,1-1 0 0 0,0 1-1 0 0,0 0 1 0 0,0 0-1 0 0,0 0 1 0 0,-1-1-1 0 0,1 1 1 0 0,0 0-1 0 0,0 0 1 0 0,0-1 0 0 0,0 1-1 0 0,0 0 1 0 0,0 0-1 0 0,0-1 1 0 0,0 1-1 0 0,0 0 1 0 0,0-1-1 0 0,-1-8 20 0 0,2 0 0 0 0,0 0-1 0 0,0 0 1 0 0,0 0-1 0 0,1 1 1 0 0,0-1 0 0 0,1 0-1 0 0,0 1 1 0 0,0-1-1 0 0,9-15 1 0 0,1 3-632 0 0,0 0 0 0 0,29-36 0 0 0,-26 39-682 0 0,1 1 0 0 0,1 0-1 0 0,0 2 1 0 0,26-19 0 0 0,87-41-8087 0 0,-108 63 6279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25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56 2572 0 0,'4'-2'737'0'0,"-1"-1"-1"0"0,0 1 0 0 0,1-1 1 0 0,-1 0-1 0 0,0 0 1 0 0,-1 0-1 0 0,1 0 0 0 0,-1 0 1 0 0,1-1-1 0 0,-1 1 1 0 0,3-7-1 0 0,-5 9-670 0 0,1 1-1 0 0,-1 0 1 0 0,0-1 0 0 0,0 1-1 0 0,0 0 1 0 0,0-1 0 0 0,0 1-1 0 0,1 0 1 0 0,-1-1-1 0 0,0 1 1 0 0,0 0 0 0 0,0-1-1 0 0,0 1 1 0 0,0 0 0 0 0,0-1-1 0 0,0 1 1 0 0,0 0 0 0 0,0-1-1 0 0,0 1 1 0 0,-1 0-1 0 0,1-1 1 0 0,0 1 0 0 0,0 0-1 0 0,0-1 1 0 0,0 1 0 0 0,0 0-1 0 0,-1-1 1 0 0,1 1 0 0 0,0 0-1 0 0,0-1 1 0 0,0 1-1 0 0,-1 0 1 0 0,1 0 0 0 0,0-1-1 0 0,-1 1 1 0 0,1 0 0 0 0,0 0-1 0 0,0 0 1 0 0,-1 0 0 0 0,1-1-1 0 0,0 1 1 0 0,-1 0-1 0 0,1 0 1 0 0,0 0 0 0 0,-1 0-1 0 0,1 0 1 0 0,0 0 0 0 0,-1 0-1 0 0,1 0 1 0 0,0 0 0 0 0,-1 0-1 0 0,1 0 1 0 0,-1 0-1 0 0,1 0 1 0 0,0 0 0 0 0,-1 0-1 0 0,1 0 1 0 0,0 0 0 0 0,-1 0-1 0 0,1 1 1 0 0,-19 5 712 0 0,9 0-585 0 0,1 0 0 0 0,0 0 0 0 0,1 1 0 0 0,-1 0 0 0 0,1 1 0 0 0,1-1 1 0 0,0 2-1 0 0,0-1 0 0 0,0 1 0 0 0,1 0 0 0 0,0 0 0 0 0,1 1 0 0 0,0-1 0 0 0,0 1 0 0 0,-2 11 0 0 0,6-16-166 0 0,0-1 0 0 0,0 1 0 0 0,1 0-1 0 0,0-1 1 0 0,0 1 0 0 0,0 0-1 0 0,1-1 1 0 0,0 1 0 0 0,-1-1 0 0 0,2 1-1 0 0,-1-1 1 0 0,0 1 0 0 0,1-1-1 0 0,0 0 1 0 0,0 1 0 0 0,0-1 0 0 0,1 0-1 0 0,-1 0 1 0 0,1-1 0 0 0,5 7-1 0 0,6 4 42 0 0,1 0-1 0 0,0-1 0 0 0,26 18 0 0 0,-8-7 40 0 0,-31-23-17 0 0,0 1-1 0 0,0-1 0 0 0,-1 1 1 0 0,1-1-1 0 0,0 1 0 0 0,-1-1 1 0 0,1 1-1 0 0,-1 0 1 0 0,1 0-1 0 0,-1 0 0 0 0,0 0 1 0 0,0 0-1 0 0,0 0 0 0 0,1 4 1 0 0,-2-5-63 0 0,0 1 1 0 0,0-1-1 0 0,-1 1 1 0 0,1-1 0 0 0,0 1-1 0 0,-1-1 1 0 0,0 1-1 0 0,1-1 1 0 0,-1 1 0 0 0,0-1-1 0 0,1 0 1 0 0,-1 1-1 0 0,0-1 1 0 0,0 0 0 0 0,0 0-1 0 0,0 0 1 0 0,0 0-1 0 0,-1 0 1 0 0,1 0 0 0 0,0 0-1 0 0,-2 1 1 0 0,-13 9-17 0 0,0 0 1 0 0,-1-2-1 0 0,0 0 1 0 0,-1 0 0 0 0,0-2-1 0 0,0 0 1 0 0,-1-2-1 0 0,0 0 1 0 0,0-1-1 0 0,-30 3 1 0 0,45-6-271 0 0,0-1 0 0 0,1 0 0 0 0,-1 0 0 0 0,0 0 0 0 0,1 0 0 0 0,-1-1 1 0 0,1 0-1 0 0,-1 1 0 0 0,0-1 0 0 0,-3-2 0 0 0,6 2 26 0 0,-1 1-1 0 0,1-1 1 0 0,0 0 0 0 0,0 0-1 0 0,0 1 1 0 0,0-1 0 0 0,0 0-1 0 0,0 0 1 0 0,1 0 0 0 0,-1 0-1 0 0,0 0 1 0 0,0 0 0 0 0,1 0-1 0 0,-1 0 1 0 0,1 0 0 0 0,-1-1-1 0 0,1 1 1 0 0,-1 0 0 0 0,1 0 0 0 0,-1-1-1 0 0,1 1 1 0 0,0 0 0 0 0,0 0-1 0 0,0-1 1 0 0,0 1 0 0 0,0 0-1 0 0,0-1 1 0 0,0 1 0 0 0,0 0-1 0 0,0 0 1 0 0,1-2 0 0 0,3-11-3676 0 0,1 0-1756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26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1 116 820 0 0,'23'-44'5798'0'0,"-16"29"-2383"0"0,1 0 0 0 0,18-26 839 0 0,-14 55-1771 0 0,-10 11-1528 0 0,-1-1 0 0 0,-1 1 0 0 0,-2 0 0 0 0,-4 31 0 0 0,-1 9-105 0 0,-1 42-140 0 0,-8 125 294 0 0,15-162-1361 0 0,9 92 0 0 0,-6-147-501 0 0,0 0 1 0 0,7 23-1 0 0,-9-35 474 0 0,2 1 1 0 0,-1-1-1 0 0,0 1 0 0 0,1-1 0 0 0,-1 0 0 0 0,1 0 0 0 0,0 0 0 0 0,0 0 0 0 0,0 0 0 0 0,1 0 0 0 0,-1-1 0 0 0,1 1 1 0 0,-1-1-1 0 0,1 1 0 0 0,0-1 0 0 0,4 2 0 0 0,-5-3-232 0 0,0 0 0 0 0,0-1-1 0 0,0 1 1 0 0,1-1 0 0 0,-1 1 0 0 0,0-1 0 0 0,0 0 0 0 0,0 0-1 0 0,0 0 1 0 0,1 0 0 0 0,-1 0 0 0 0,0-1 0 0 0,0 1-1 0 0,0 0 1 0 0,3-2 0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26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165 146 980 0 0,'-80'-16'12092'0'0,"-1"0"-4685"0"0,81 16-7397 0 0,0 0-1 0 0,0 0 0 0 0,0 0 1 0 0,-1 0-1 0 0,1 0 0 0 0,0 0 1 0 0,0-1-1 0 0,0 1 0 0 0,-1 0 1 0 0,1 0-1 0 0,0 0 0 0 0,0 0 1 0 0,0 0-1 0 0,0-1 0 0 0,0 1 1 0 0,-1 0-1 0 0,1 0 0 0 0,0 0 1 0 0,0 0-1 0 0,0-1 0 0 0,0 1 1 0 0,0 0-1 0 0,0 0 0 0 0,0 0 1 0 0,0-1-1 0 0,-1 1 1 0 0,1 0-1 0 0,0 0 0 0 0,0 0 1 0 0,0-1-1 0 0,0 1 0 0 0,0 0 1 0 0,0 0-1 0 0,0 0 0 0 0,0-1 1 0 0,0 1-1 0 0,1 0 0 0 0,-1 0 1 0 0,0-1-1 0 0,0 1 0 0 0,0 0 1 0 0,0 0-1 0 0,0 0 0 0 0,0 0 1 0 0,0-1-1 0 0,0 1 0 0 0,0 0 1 0 0,1 0-1 0 0,-1 0 0 0 0,0 0 1 0 0,0-1-1 0 0,0 1 1 0 0,0 0-1 0 0,1 0 0 0 0,-1 0 1 0 0,0 0-1 0 0,0 0 0 0 0,0 0 1 0 0,1 0-1 0 0,-1-1 0 0 0,0 1 1 0 0,1 0-1 0 0,9-8 24 0 0,-10 8-33 0 0,26-12-941 0 0,0 0-1 0 0,1 2 0 0 0,0 1 0 0 0,0 1 1 0 0,38-6-1 0 0,-38 9-70 0 0,60-12-5174 0 0,-43 8 337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26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1680 0 0,'0'-8'1065'0'0,"1"0"0"0"0,0 0 1 0 0,0 0-1 0 0,1 0 0 0 0,0 1 0 0 0,4-13 0 0 0,-3 13-596 0 0,0 0-1 0 0,1 1 1 0 0,0-1-1 0 0,0 1 1 0 0,0 0-1 0 0,1 0 0 0 0,5-6 1 0 0,-7 9-304 0 0,0 0 0 0 0,0 0 0 0 0,1 0-1 0 0,-1 0 1 0 0,1 1 0 0 0,-1-1 0 0 0,1 1 0 0 0,0 0 0 0 0,0 0 0 0 0,0 1-1 0 0,0-1 1 0 0,0 1 0 0 0,1 0 0 0 0,-1 0 0 0 0,0 0 0 0 0,1 1 0 0 0,-1-1-1 0 0,0 1 1 0 0,1 0 0 0 0,-1 0 0 0 0,0 1 0 0 0,1-1 0 0 0,-1 1 0 0 0,0 0-1 0 0,0 0 1 0 0,1 1 0 0 0,-1-1 0 0 0,7 4 0 0 0,-5-1-8 0 0,0-1 1 0 0,0 1 0 0 0,-1 0-1 0 0,1 0 1 0 0,-1 0-1 0 0,0 1 1 0 0,0 0-1 0 0,0 0 1 0 0,-1 0-1 0 0,1 0 1 0 0,-1 1 0 0 0,-1 0-1 0 0,5 8 1 0 0,-4-4-44 0 0,0-1 0 0 0,-1 1 0 0 0,0 0 0 0 0,-1 0 0 0 0,0 0 0 0 0,0 0 0 0 0,-1 1 0 0 0,-1 12 0 0 0,-1 0-25 0 0,-1 0-1 0 0,-2 0 1 0 0,0 0-1 0 0,-1-1 1 0 0,-1 0-1 0 0,-1 0 1 0 0,-14 28-1 0 0,20-49-85 0 0,1 2 6 0 0,-1-1 1 0 0,0 1-1 0 0,0-1 0 0 0,-1 0 0 0 0,1 0 1 0 0,0 0-1 0 0,-1 0 0 0 0,1 0 1 0 0,-1 0-1 0 0,0 0 0 0 0,1 0 1 0 0,-1-1-1 0 0,0 1 0 0 0,0 0 0 0 0,-3 1 1 0 0,4-4-8 0 0,1 1 0 0 0,0 0-1 0 0,-1 0 1 0 0,1-1 0 0 0,0 1 0 0 0,-1 0 0 0 0,1-1 0 0 0,0 1 0 0 0,0 0 0 0 0,-1-1 0 0 0,1 1 0 0 0,0-1 0 0 0,0 1 0 0 0,0-1-1 0 0,-1 1 1 0 0,1 0 0 0 0,0-1 0 0 0,0 1 0 0 0,0-1 0 0 0,0 1 0 0 0,0-1 0 0 0,0 1 0 0 0,0-1 0 0 0,0 1 0 0 0,0-1 0 0 0,0 1-1 0 0,0 0 1 0 0,0-1 0 0 0,0 1 0 0 0,1-1 0 0 0,-1 1 0 0 0,0-1 0 0 0,2-19 34 0 0,5-4-44 0 0,0 1 0 0 0,1 0 0 0 0,1 0 1 0 0,24-42-1 0 0,-14 35-37 0 0,0 1 1 0 0,44-49 0 0 0,-56 69 31 0 0,1 0-1 0 0,0 0 1 0 0,1 1 0 0 0,0 1 0 0 0,0 0-1 0 0,1 0 1 0 0,0 0 0 0 0,0 1 0 0 0,21-8-1 0 0,-29 13 27 0 0,0 0-1 0 0,1 0 0 0 0,-1 1 0 0 0,0-1 1 0 0,0 1-1 0 0,1 0 0 0 0,-1 0 0 0 0,0 0 1 0 0,0 0-1 0 0,1 0 0 0 0,-1 0 0 0 0,0 1 1 0 0,0-1-1 0 0,1 1 0 0 0,-1-1 0 0 0,0 1 1 0 0,0 0-1 0 0,0 0 0 0 0,0 0 0 0 0,4 2 1 0 0,-4 0 8 0 0,0-1 0 0 0,0 0 0 0 0,0 1 1 0 0,0-1-1 0 0,0 1 0 0 0,-1 0 0 0 0,1-1 0 0 0,-1 1 1 0 0,0 0-1 0 0,0 0 0 0 0,0 0 0 0 0,0 0 0 0 0,1 4 1 0 0,0 9 72 0 0,-1 0 0 0 0,0 0 1 0 0,-1 0-1 0 0,-2 24 0 0 0,1-36-80 0 0,-7 64 18 0 0,-2 14-1516 0 0,9-69 478 0 0,1 0 1 0 0,0 0-1 0 0,1 0 0 0 0,2 13 1 0 0,-2-23 540 0 0,-1-1 0 0 0,1 0 0 0 0,0 0 0 0 0,-1 0 0 0 0,1 0 0 0 0,0 0 0 0 0,0 0 0 0 0,1 0 0 0 0,-1 0 0 0 0,0 0 1 0 0,1 0-1 0 0,-1-1 0 0 0,1 1 0 0 0,-1 0 0 0 0,1-1 0 0 0,0 1 0 0 0,-1-1 0 0 0,1 0 0 0 0,0 0 0 0 0,4 2 0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27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63 263 1740 0 0,'10'-20'4778'0'0,"12"-38"1"0"0,-4 9 781 0 0,-17 47-4697 0 0,-16 19 411 0 0,-1 10-411 0 0,-22 50 0 0 0,35-69-820 0 0,-1 0-1 0 0,2 0 0 0 0,-1 1 0 0 0,1-1 1 0 0,1 1-1 0 0,0 0 0 0 0,0-1 0 0 0,0 1 1 0 0,1 0-1 0 0,0 0 0 0 0,2 10 0 0 0,-1-16-32 0 0,0-1 0 0 0,-1 1 0 0 0,1-1 0 0 0,0 1 0 0 0,0-1 1 0 0,0 0-1 0 0,0 1 0 0 0,1-1 0 0 0,-1 0 0 0 0,1 0 0 0 0,-1 0 0 0 0,1 0 0 0 0,0 0 0 0 0,-1 0 0 0 0,1-1 0 0 0,0 1 0 0 0,0 0 0 0 0,1-1 0 0 0,2 2 0 0 0,-1-1 1 0 0,0-1 0 0 0,1 1 1 0 0,-1-1-1 0 0,1 0 0 0 0,-1 0 0 0 0,1 0 0 0 0,0-1 0 0 0,0 0 1 0 0,8 0-1 0 0,1-2 4 0 0,0 0 1 0 0,0-1 0 0 0,0 0-1 0 0,-1-1 1 0 0,1 0 0 0 0,14-8-1 0 0,-22 9-17 0 0,0 0 0 0 0,1 0 0 0 0,-1-1 0 0 0,-1 0 0 0 0,1 0 0 0 0,0-1 0 0 0,-1 1-1 0 0,0-1 1 0 0,0 0 0 0 0,0-1 0 0 0,-1 1 0 0 0,0-1 0 0 0,0 0 0 0 0,0 0 0 0 0,-1 0 0 0 0,0 0-1 0 0,0-1 1 0 0,0 1 0 0 0,-1-1 0 0 0,0 0 0 0 0,0 0 0 0 0,-1 1 0 0 0,0-1 0 0 0,0 0 0 0 0,-1 0 0 0 0,0-1-1 0 0,0 1 1 0 0,0 0 0 0 0,-1 0 0 0 0,-3-12 0 0 0,1 12-5 0 0,0 0-1 0 0,0 0 1 0 0,-1 0 0 0 0,0 1 0 0 0,0-1-1 0 0,0 1 1 0 0,-1 0 0 0 0,0 0-1 0 0,-1 1 1 0 0,1 0 0 0 0,-1 0 0 0 0,0 0-1 0 0,0 0 1 0 0,0 1 0 0 0,-1 0-1 0 0,0 0 1 0 0,0 1 0 0 0,0 0 0 0 0,0 0-1 0 0,0 1 1 0 0,-13-3 0 0 0,12 2-5 0 0,0 2 0 0 0,0-1 0 0 0,0 1 1 0 0,0 1-1 0 0,-1-1 0 0 0,1 1 0 0 0,0 1 1 0 0,-1-1-1 0 0,1 2 0 0 0,0-1 0 0 0,0 1 1 0 0,0 0-1 0 0,0 1 0 0 0,0 0 0 0 0,1 0 1 0 0,-1 0-1 0 0,1 1 0 0 0,0 0 0 0 0,-14 11 1 0 0,20-14-30 0 0,0 0 1 0 0,0 0 0 0 0,0 0 0 0 0,-1 0-1 0 0,1 0 1 0 0,0 0 0 0 0,0 1 0 0 0,0-1 0 0 0,1 0-1 0 0,-1 1 1 0 0,0-1 0 0 0,0 1 0 0 0,1-1-1 0 0,-1 1 1 0 0,1-1 0 0 0,-1 1 0 0 0,1-1 0 0 0,0 3-1 0 0,0-3-5 0 0,0 0-1 0 0,0 0 0 0 0,1 0 0 0 0,-1 0 0 0 0,0 0 1 0 0,1 0-1 0 0,-1 0 0 0 0,1 0 0 0 0,-1 0 0 0 0,1 0 1 0 0,0 0-1 0 0,-1-1 0 0 0,1 1 0 0 0,0 0 0 0 0,0 0 0 0 0,-1-1 1 0 0,1 1-1 0 0,0 0 0 0 0,0-1 0 0 0,1 1 0 0 0,3 2-139 0 0,1-1-1 0 0,-1 0 0 0 0,1 0 0 0 0,-1 0 0 0 0,1-1 0 0 0,0 0 0 0 0,-1 0 0 0 0,7 0 1 0 0,4 0-178 0 0,0-2 0 0 0,1 0 0 0 0,-1-1 0 0 0,0 0 0 0 0,26-9 0 0 0,75-32-505 0 0,-81 28 687 0 0,73-20 0 0 0,-105 34 230 0 0,0 1 1 0 0,1-1-1 0 0,-1 1 0 0 0,0 0 1 0 0,1 0-1 0 0,-1 1 1 0 0,0-1-1 0 0,1 1 1 0 0,-1 0-1 0 0,0 0 1 0 0,0 1-1 0 0,1-1 0 0 0,-1 1 1 0 0,0 0-1 0 0,-1 0 1 0 0,1 0-1 0 0,0 0 1 0 0,-1 1-1 0 0,1-1 1 0 0,-1 1-1 0 0,0 0 1 0 0,1 0-1 0 0,-1 0 0 0 0,-1 1 1 0 0,1-1-1 0 0,-1 1 1 0 0,1 0-1 0 0,-1-1 1 0 0,0 1-1 0 0,0 0 1 0 0,-1 0-1 0 0,2 5 0 0 0,2 6 100 0 0,-1 0 0 0 0,-1 0 0 0 0,0 0 0 0 0,-1 1-1 0 0,-1-1 1 0 0,0 1 0 0 0,-1 0 0 0 0,-1-1 0 0 0,-1 1-1 0 0,0-1 1 0 0,-7 27 0 0 0,-1-5 14 0 0,-17 39 0 0 0,27-76-157 0 0,0 1 0 0 0,0-1 0 0 0,0 1 0 0 0,0-1-1 0 0,-1 1 1 0 0,1-1 0 0 0,0 1 0 0 0,0-1 0 0 0,-1 0 0 0 0,1 1 0 0 0,0-1 0 0 0,-1 1 0 0 0,1-1-1 0 0,0 0 1 0 0,-1 1 0 0 0,1-1 0 0 0,-1 0 0 0 0,1 1 0 0 0,-1-1 0 0 0,1 0 0 0 0,-1 0 0 0 0,1 1-1 0 0,0-1 1 0 0,-1 0 0 0 0,1 0 0 0 0,-1 0 0 0 0,0 0 0 0 0,1 0 0 0 0,-1 0 0 0 0,1 0 0 0 0,-1 0-1 0 0,1 0 1 0 0,-1 0 0 0 0,1 0 0 0 0,-1 0 0 0 0,1 0 0 0 0,-1 0 0 0 0,1 0 0 0 0,-1 0 0 0 0,1-1-1 0 0,-1 1 1 0 0,1 0 0 0 0,-1 0 0 0 0,0-1 0 0 0,1 0-3 0 0,0 0 1 0 0,0 0-1 0 0,0 0 0 0 0,-1 0 0 0 0,1 0 1 0 0,0 0-1 0 0,0 0 0 0 0,1 0 0 0 0,-1 0 1 0 0,0 0-1 0 0,0 0 0 0 0,0 0 0 0 0,1 0 1 0 0,0-2-1 0 0,9-38-23 0 0,3 0 0 0 0,32-75 0 0 0,-32 90-2 0 0,1 1 1 0 0,1 0 0 0 0,1 1 0 0 0,1 1 0 0 0,24-26-1 0 0,-28 35 20 0 0,-6 6 4 0 0,-1 1 1 0 0,2-1 0 0 0,-1 1 0 0 0,1 1 0 0 0,0-1 0 0 0,0 1 0 0 0,0 1 0 0 0,1-1 0 0 0,16-6 0 0 0,-23 11 49 0 0,0 1 1 0 0,-1-1 0 0 0,1 1-1 0 0,0 0 1 0 0,0 0 0 0 0,0 0 0 0 0,0 0-1 0 0,-1 0 1 0 0,1 0 0 0 0,0 0-1 0 0,0 0 1 0 0,0 1 0 0 0,-1-1 0 0 0,1 1-1 0 0,0-1 1 0 0,0 1 0 0 0,-1 0-1 0 0,1 0 1 0 0,-1 0 0 0 0,1 0 0 0 0,-1 0-1 0 0,1 0 1 0 0,-1 0 0 0 0,1 0-1 0 0,-1 1 1 0 0,0-1 0 0 0,0 0-1 0 0,1 1 1 0 0,-1-1 0 0 0,0 1 0 0 0,-1-1-1 0 0,1 1 1 0 0,0 0 0 0 0,0-1-1 0 0,-1 1 1 0 0,1 0 0 0 0,-1 0 0 0 0,1-1-1 0 0,-1 4 1 0 0,2 3 97 0 0,0 0 0 0 0,-1 0 0 0 0,-1 1 0 0 0,1-1 0 0 0,-1 1 0 0 0,-1-1 0 0 0,-1 11 0 0 0,-12 42 213 0 0,-37 99 0 0 0,50-156-530 0 0,-1 0 0 0 0,2 0 0 0 0,-1 0 0 0 0,0 0 0 0 0,1 0 0 0 0,0 0 0 0 0,0 0 0 0 0,0 4-1 0 0,7 11-2942 0 0,31-1-11957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27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27 128 2276 0 0,'-24'-10'17117'0'0,"24"10"-17081"0"0,0 0 0 0 0,0 0 0 0 0,0 0-1 0 0,0 0 1 0 0,-1 0 0 0 0,1 0 0 0 0,0 0 0 0 0,0-1-1 0 0,0 1 1 0 0,0 0 0 0 0,0 0 0 0 0,0 0 0 0 0,0 0 0 0 0,-1 0-1 0 0,1-1 1 0 0,0 1 0 0 0,0 0 0 0 0,0 0 0 0 0,0 0-1 0 0,0 0 1 0 0,0-1 0 0 0,0 1 0 0 0,0 0 0 0 0,0 0 0 0 0,0 0-1 0 0,0-1 1 0 0,0 1 0 0 0,0 0 0 0 0,0 0 0 0 0,0 0 0 0 0,0 0-1 0 0,0-1 1 0 0,0 1 0 0 0,0 0 0 0 0,0 0 0 0 0,0 0-1 0 0,1 0 1 0 0,-1 0 0 0 0,0-1 0 0 0,0 1 0 0 0,0 0 0 0 0,0 0-1 0 0,0 0 1 0 0,0 0 0 0 0,0 0 0 0 0,1-1 0 0 0,-1 1-1 0 0,0 0 1 0 0,0 0 0 0 0,0 0 0 0 0,0 0 0 0 0,1 0 0 0 0,-1 0-1 0 0,0 0 1 0 0,0 0 0 0 0,0 0 0 0 0,19-10 558 0 0,25-6-369 0 0,117-26-2276 0 0,-52 17-4827 0 0,-65 14 1784 0 0,-15 5-733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29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57 175 2032 0 0,'-5'-3'827'0'0,"0"-1"0"0"0,0 1-1 0 0,1-1 1 0 0,-1 0 0 0 0,1 0-1 0 0,0 0 1 0 0,0-1 0 0 0,0 1-1 0 0,1-1 1 0 0,0 0 0 0 0,0 0-1 0 0,-3-7 1 0 0,5 11-761 0 0,1-1-1 0 0,0 1 1 0 0,-1-1 0 0 0,1 0-1 0 0,0 1 1 0 0,0-1-1 0 0,0 0 1 0 0,1 1-1 0 0,-1-1 1 0 0,0 1 0 0 0,0-1-1 0 0,1 0 1 0 0,-1 1-1 0 0,1-1 1 0 0,0 1 0 0 0,-1-1-1 0 0,1 1 1 0 0,0-1-1 0 0,0 1 1 0 0,0 0 0 0 0,0-1-1 0 0,0 1 1 0 0,2-1-1 0 0,1-3 75 0 0,0 1 0 0 0,1 0-1 0 0,0 0 1 0 0,8-6-1 0 0,-6 6-49 0 0,0 1 0 0 0,1 0 0 0 0,-1 0 0 0 0,1 0-1 0 0,-1 1 1 0 0,1 0 0 0 0,0 0 0 0 0,0 1 0 0 0,0 0-1 0 0,0 1 1 0 0,0-1 0 0 0,0 2 0 0 0,0-1 0 0 0,0 1-1 0 0,0 0 1 0 0,0 1 0 0 0,0 0 0 0 0,13 5 0 0 0,-16-5-20 0 0,0 0 0 0 0,0 0 0 0 0,0 1 1 0 0,0-1-1 0 0,0 2 0 0 0,0-1 1 0 0,-1 0-1 0 0,0 1 0 0 0,1 0 1 0 0,-1 0-1 0 0,-1 0 0 0 0,1 0 0 0 0,-1 0 1 0 0,1 1-1 0 0,-1 0 0 0 0,0 0 1 0 0,-1 0-1 0 0,1 0 0 0 0,-1 0 0 0 0,0 0 1 0 0,-1 0-1 0 0,1 1 0 0 0,-1-1 1 0 0,0 1-1 0 0,0 0 0 0 0,-1-1 0 0 0,0 9 1 0 0,-1 0 0 0 0,-1 0 1 0 0,0-1 0 0 0,-1 1 0 0 0,-1-1-1 0 0,0 0 1 0 0,-1 0 0 0 0,0 0 0 0 0,-1-1-1 0 0,-1 1 1 0 0,1-1 0 0 0,-17 20 0 0 0,-8 6 212 0 0,-72 67 1 0 0,55-59 0 0 0,42-40-253 0 0,-11 11 113 0 0,17-17-144 0 0,0 0 0 0 0,0 0 0 0 0,0 0 1 0 0,-1 0-1 0 0,1 0 0 0 0,0 1 0 0 0,0-1 0 0 0,0 0 0 0 0,0 0 0 0 0,0 0 0 0 0,0 0 0 0 0,0 0 0 0 0,0 0 0 0 0,0 0 1 0 0,0 0-1 0 0,0 0 0 0 0,0 1 0 0 0,0-1 0 0 0,0 0 0 0 0,0 0 0 0 0,0 0 0 0 0,0 0 0 0 0,0 0 0 0 0,0 0 0 0 0,0 0 1 0 0,0 1-1 0 0,0-1 0 0 0,0 0 0 0 0,0 0 0 0 0,0 0 0 0 0,0 0 0 0 0,0 0 0 0 0,0 0 0 0 0,0 0 0 0 0,0 0 0 0 0,0 1 1 0 0,0-1-1 0 0,0 0 0 0 0,0 0 0 0 0,0 0 0 0 0,1 0 0 0 0,-1 0 0 0 0,0 0 0 0 0,0 0 0 0 0,0 0 0 0 0,0 0 0 0 0,0 0 1 0 0,0 0-1 0 0,14-2 2 0 0,-7 0 6 0 0,1 0 1 0 0,0 0 0 0 0,-1 1-1 0 0,1 0 1 0 0,0 0 0 0 0,0 1-1 0 0,0 0 1 0 0,0 0 0 0 0,0 1 0 0 0,0 0-1 0 0,0 0 1 0 0,-1 1 0 0 0,1 0-1 0 0,-1 1 1 0 0,1-1 0 0 0,-1 2-1 0 0,0-1 1 0 0,0 1 0 0 0,0 0-1 0 0,0 0 1 0 0,-1 0 0 0 0,1 1 0 0 0,-1 0-1 0 0,-1 1 1 0 0,1-1 0 0 0,-1 1-1 0 0,0 0 1 0 0,0 1 0 0 0,0-1-1 0 0,-1 1 1 0 0,0 0 0 0 0,0 0 0 0 0,-1 0-1 0 0,3 10 1 0 0,-1 0 56 0 0,-1 0 0 0 0,-1 1 0 0 0,-1-1 0 0 0,-1 1 0 0 0,0 0 0 0 0,-1 0 0 0 0,-1-1 0 0 0,0 1 0 0 0,-2 0 0 0 0,0-1 0 0 0,-1 0 0 0 0,-10 29 0 0 0,9-32-4 0 0,0 0-1 0 0,-1-1 0 0 0,-1 0 1 0 0,0 0-1 0 0,-1-1 1 0 0,0 0-1 0 0,-1 0 1 0 0,0-1-1 0 0,-1 0 1 0 0,0 0-1 0 0,-1-2 1 0 0,0 1-1 0 0,0-1 1 0 0,-1 0-1 0 0,-24 12 0 0 0,33-19-43 0 0,-1-1 0 0 0,1 1 0 0 0,0-1 0 0 0,-1 0 0 0 0,1 0 0 0 0,0 0 0 0 0,-1 0 0 0 0,1 0 0 0 0,-1-1 0 0 0,0 0 0 0 0,1 0 0 0 0,-1 0 0 0 0,1 0 0 0 0,-8-2 0 0 0,9 2-15 0 0,1-1 0 0 0,-1 1 0 0 0,1-1 0 0 0,-1 0 0 0 0,1 1 0 0 0,-1-1 0 0 0,1 0 0 0 0,0 0-1 0 0,-1 0 1 0 0,1 0 0 0 0,0 0 0 0 0,0-1 0 0 0,0 1 0 0 0,0 0 0 0 0,0 0 0 0 0,0-1-1 0 0,0 1 1 0 0,0-1 0 0 0,0 1 0 0 0,1-1 0 0 0,-1 1 0 0 0,1-1 0 0 0,-1 1 0 0 0,1-1 0 0 0,-1 0-1 0 0,1 1 1 0 0,0-1 0 0 0,0 1 0 0 0,0-1 0 0 0,0 0 0 0 0,0 1 0 0 0,0-1 0 0 0,1-1-1 0 0,0-8-3 0 0,1 1 0 0 0,0 0 0 0 0,6-19 0 0 0,-6 24 6 0 0,9-27-30 0 0,2 0-1 0 0,1 2 0 0 0,1-1 1 0 0,28-38-1 0 0,87-105 88 0 0,14 16-203 0 0,-21 24-464 0 0,-97 103 267 0 0,-1-1-1 0 0,29-51 0 0 0,-49 73 230 0 0,0 0 0 0 0,0 0 0 0 0,-1 0 0 0 0,-1 0 0 0 0,5-21 0 0 0,-7 28 74 0 0,0-1 0 0 0,-1 0 1 0 0,0 1-1 0 0,0-1 0 0 0,0 0 0 0 0,0 1 0 0 0,0-1 1 0 0,-1 0-1 0 0,1 1 0 0 0,-1-1 0 0 0,0 1 0 0 0,-1-1 1 0 0,1 1-1 0 0,0-1 0 0 0,-1 1 0 0 0,0 0 0 0 0,0 0 1 0 0,0 0-1 0 0,0 0 0 0 0,-4-4 0 0 0,5 6 27 0 0,0 0 0 0 0,0 0 0 0 0,-1 1 0 0 0,1-1 0 0 0,0 0 0 0 0,-1 1-1 0 0,1-1 1 0 0,0 1 0 0 0,-1 0 0 0 0,1-1 0 0 0,-1 1 0 0 0,1 0 0 0 0,-1 0 0 0 0,1 0 0 0 0,0 0-1 0 0,-1 0 1 0 0,1 0 0 0 0,-3 1 0 0 0,0-1 0 0 0,1 1 0 0 0,0 0 0 0 0,0-1 0 0 0,0 1 0 0 0,0 1 0 0 0,1-1 0 0 0,-6 3-1 0 0,0 2 3 0 0,1 1 0 0 0,0 0 0 0 0,0 0 0 0 0,0 1 0 0 0,1 0 0 0 0,0 0 0 0 0,1 0 0 0 0,0 1 0 0 0,0-1 0 0 0,1 1 0 0 0,0 0 0 0 0,-4 15 0 0 0,6-18 9 0 0,0 1 0 0 0,0-1 1 0 0,1 0-1 0 0,-1 1 0 0 0,2-1 0 0 0,-1 1 0 0 0,1 0 0 0 0,0-1 0 0 0,0 1 0 0 0,1-1 0 0 0,0 1 0 0 0,0 0 0 0 0,0-1 0 0 0,1 0 0 0 0,0 1 0 0 0,1-1 0 0 0,-1 0 0 0 0,1 0 0 0 0,6 10 0 0 0,-4-11 0 0 0,-1-1 0 0 0,1 0 1 0 0,1 0-1 0 0,-1 0 0 0 0,0 0 0 0 0,1-1 0 0 0,0 0 0 0 0,0 0 0 0 0,0 0 0 0 0,0-1 1 0 0,0 0-1 0 0,0 0 0 0 0,1-1 0 0 0,-1 1 0 0 0,1-1 0 0 0,-1-1 0 0 0,11 1 0 0 0,12-1 9 0 0,-1-2 0 0 0,46-7-1 0 0,-57 6-38 0 0,-1-1 0 0 0,0 0-1 0 0,-1-1 1 0 0,1 0-1 0 0,-1-2 1 0 0,0 0-1 0 0,0 0 1 0 0,-1-2 0 0 0,0 1-1 0 0,0-2 1 0 0,13-12-1 0 0,-19 15 7 0 0,-1 0-1 0 0,0 0 0 0 0,-1-1 0 0 0,0 0 0 0 0,0 0 1 0 0,0 0-1 0 0,-1-1 0 0 0,0 0 0 0 0,-1 0 1 0 0,0 0-1 0 0,0-1 0 0 0,-1 1 0 0 0,-1-1 0 0 0,1 0 1 0 0,-1 0-1 0 0,-1 0 0 0 0,0 0 0 0 0,0 0 1 0 0,-2-15-1 0 0,0 20 6 0 0,0 0 0 0 0,0-1-1 0 0,-1 1 1 0 0,1 0 0 0 0,-1 1 0 0 0,0-1 0 0 0,-5-8 0 0 0,6 11 1 0 0,-5 1-7 0 0,5 0 22 0 0,1 1 0 0 0,0 0 0 0 0,-1 0 0 0 0,1-1 0 0 0,0 1 0 0 0,-1 0 0 0 0,1 0 0 0 0,-1 0 0 0 0,1-1 0 0 0,0 1-1 0 0,-1 0 1 0 0,1 0 0 0 0,-1 0 0 0 0,1 0 0 0 0,-1 0 0 0 0,1 0 0 0 0,0 0 0 0 0,-1 0 0 0 0,1 0 0 0 0,-1 0 0 0 0,1 0-1 0 0,-1 0 1 0 0,1 0 0 0 0,0 1 0 0 0,-1-1 0 0 0,1 0 0 0 0,-1 0 0 0 0,1 0 0 0 0,0 1 0 0 0,-1-1 0 0 0,1 0 0 0 0,0 0-1 0 0,-1 1 1 0 0,1-1 0 0 0,0 0 0 0 0,-1 0 0 0 0,1 1 0 0 0,0-1 0 0 0,0 1 0 0 0,-1-1 0 0 0,1 0 0 0 0,0 1 0 0 0,0-1-1 0 0,0 0 1 0 0,0 1 0 0 0,-1-1 0 0 0,1 1 0 0 0,0-1 0 0 0,0 1 0 0 0,0-1 0 0 0,0 0 0 0 0,0 1 0 0 0,0-1 0 0 0,0 1-1 0 0,0-1 1 0 0,0 0 0 0 0,0 1 0 0 0,1 0 0 0 0,-1 2 2 0 0,0-1 1 0 0,0 1-1 0 0,0-1 0 0 0,1 1 0 0 0,-1 0 1 0 0,1-1-1 0 0,0 1 0 0 0,0-1 0 0 0,0 1 1 0 0,0-1-1 0 0,0 0 0 0 0,1 1 0 0 0,-1-1 1 0 0,1 0-1 0 0,-1 0 0 0 0,1 0 0 0 0,3 3 1 0 0,-1-2 5 0 0,0 1-1 0 0,1-1 1 0 0,-1-1 0 0 0,1 1 0 0 0,-1-1 0 0 0,1 1 0 0 0,0-1 0 0 0,7 1 0 0 0,5 1-118 0 0,1 0 1 0 0,0-2-1 0 0,-1 0 1 0 0,24-1 0 0 0,-38-1 75 0 0,18 1-391 0 0,43-7 1 0 0,-58 5 384 0 0,0 0 1 0 0,0 0 0 0 0,0-1-1 0 0,-1 0 1 0 0,1 0 0 0 0,-1 0-1 0 0,1-1 1 0 0,-1 0-1 0 0,0 0 1 0 0,0 0 0 0 0,0-1-1 0 0,4-4 1 0 0,-7 7 32 0 0,0-1 1 0 0,-1 1-1 0 0,1 0 0 0 0,-1-1 1 0 0,0 0-1 0 0,1 1 1 0 0,-1-1-1 0 0,0 0 0 0 0,0 1 1 0 0,0-1-1 0 0,0 0 1 0 0,0 0-1 0 0,-1 0 0 0 0,1 0 1 0 0,-1 0-1 0 0,1-2 1 0 0,0-1-15 0 0,-1 3 1 0 0,-2-1 22 0 0,2 3 1 0 0,0 0 0 0 0,0-1 0 0 0,0 1 1 0 0,0 0-1 0 0,0 0 0 0 0,0 0 0 0 0,0 0 0 0 0,0-1 1 0 0,0 1-1 0 0,0 0 0 0 0,0 0 0 0 0,0 0 1 0 0,0 0-1 0 0,0-1 0 0 0,0 1 0 0 0,-1 0 1 0 0,1 0-1 0 0,0 0 0 0 0,0 0 0 0 0,0 0 0 0 0,0-1 1 0 0,0 1-1 0 0,-1 0 0 0 0,1 0 0 0 0,0 0 1 0 0,0 0-1 0 0,0 0 0 0 0,0 0 0 0 0,-1 0 1 0 0,1 0-1 0 0,0 0 0 0 0,0 0 0 0 0,0 0 1 0 0,0-1-1 0 0,-1 1 0 0 0,1 0 0 0 0,0 0 0 0 0,0 0 1 0 0,-1 1-1 0 0,-5 1 116 0 0,0 1-1 0 0,1 0 1 0 0,-1 1 0 0 0,0-1 0 0 0,1 1-1 0 0,0 0 1 0 0,0 0 0 0 0,0 1 0 0 0,1 0-1 0 0,-1 0 1 0 0,-7 10 0 0 0,-1 5 113 0 0,0 1 0 0 0,-10 21 0 0 0,14-24-125 0 0,1 0 0 0 0,-11 33 0 0 0,18-46-95 0 0,0 0 0 0 0,-1 0 0 0 0,2 0 0 0 0,-1 0 0 0 0,0 0 0 0 0,1 0 1 0 0,0 0-1 0 0,1 1 0 0 0,-1-1 0 0 0,1 0 0 0 0,0 0 0 0 0,0 0 0 0 0,0 0 0 0 0,1 0 0 0 0,4 9 0 0 0,-4-11-98 0 0,1 1-1 0 0,0-1 0 0 0,-1 0 0 0 0,1-1 1 0 0,0 1-1 0 0,1 0 0 0 0,-1-1 0 0 0,0 0 0 0 0,1 0 1 0 0,0 0-1 0 0,-1 0 0 0 0,1 0 0 0 0,0-1 0 0 0,0 1 1 0 0,0-1-1 0 0,0 0 0 0 0,0-1 0 0 0,7 2 1 0 0,3-1-588 0 0,0 0 0 0 0,0-1 0 0 0,-1-1 0 0 0,19-3 1 0 0,-19 2 127 0 0,1-1-1 0 0,-1 0 1 0 0,1-2 0 0 0,-1 1 0 0 0,-1-1 0 0 0,1-1 0 0 0,-1-1 0 0 0,0 1 0 0 0,0-2 0 0 0,-1 0 0 0 0,1 0 0 0 0,18-20-1 0 0,-18 16 813 0 0,-1-2-1 0 0,0 0 0 0 0,16-27 1 0 0,-16 21 1569 0 0,-1 0-1 0 0,12-36 1 0 0,-19 41-266 0 0,-3 15-1539 0 0,0 0-1 0 0,0 0 1 0 0,0 0-1 0 0,0 0 1 0 0,0 0-1 0 0,0 0 1 0 0,0-1-1 0 0,0 1 1 0 0,-1 0-1 0 0,1 0 1 0 0,0 0-1 0 0,0 0 1 0 0,0 0-1 0 0,0 0 1 0 0,0 0-1 0 0,0 0 1 0 0,0 0-1 0 0,0 0 1 0 0,0 0-1 0 0,0 0 1 0 0,-1 0-1 0 0,1-1 1 0 0,0 1-1 0 0,0 0 1 0 0,0 0-1 0 0,0 0 1 0 0,0 0-1 0 0,0 0 1 0 0,0 0-1 0 0,0 0 0 0 0,-1 0 1 0 0,1 0-1 0 0,0 0 1 0 0,0 0-1 0 0,0 0 1 0 0,0 0-1 0 0,0 0 1 0 0,0 1-1 0 0,0-1 1 0 0,0 0-1 0 0,-1 0 1 0 0,1 0-1 0 0,0 0 1 0 0,0 0-1 0 0,0 0 1 0 0,0 0-1 0 0,0 0 1 0 0,0 0-1 0 0,0 0 1 0 0,0 0-1 0 0,0 0 1 0 0,0 0-1 0 0,0 0 1 0 0,-1 1-1 0 0,-16 21 1383 0 0,12-14-1124 0 0,-46 91 1656 0 0,46-88-1853 0 0,1 0-1 0 0,0 0 0 0 0,1 1 1 0 0,0 0-1 0 0,1 0 0 0 0,0 0 0 0 0,0 13 1 0 0,2-22-78 0 0,0 0 0 0 0,0 0 0 0 0,1 0 0 0 0,-1 0 0 0 0,1-1 0 0 0,-1 1 0 0 0,1 0 1 0 0,0 0-1 0 0,0-1 0 0 0,0 1 0 0 0,0-1 0 0 0,1 1 0 0 0,-1-1 0 0 0,1 1 0 0 0,-1-1 0 0 0,1 0 0 0 0,0 0 1 0 0,0 0-1 0 0,3 3 0 0 0,-1-2-1 0 0,1 0 1 0 0,-1-1 0 0 0,0 0-1 0 0,1 0 1 0 0,-1 0 0 0 0,1 0-1 0 0,-1-1 1 0 0,1 0-1 0 0,0 0 1 0 0,8 1 0 0 0,-2-1-3 0 0,0-1 1 0 0,0 0 0 0 0,0-1-1 0 0,0 0 1 0 0,0-1 0 0 0,0 0 0 0 0,0 0-1 0 0,-1-1 1 0 0,18-8 0 0 0,-18 6-1 0 0,-1 0 0 0 0,0-1 0 0 0,0 0 1 0 0,0 0-1 0 0,-1-1 0 0 0,0 0 1 0 0,0-1-1 0 0,-1 0 0 0 0,0 0 0 0 0,0 0 1 0 0,-1-1-1 0 0,8-13 0 0 0,-11 15-16 0 0,0 0-1 0 0,0 1 0 0 0,-1-1 1 0 0,0-1-1 0 0,0 1 1 0 0,-1 0-1 0 0,0 0 1 0 0,0 0-1 0 0,0-1 0 0 0,-1 1 1 0 0,-1-1-1 0 0,1 1 1 0 0,-1 0-1 0 0,0 0 1 0 0,0-1-1 0 0,-1 1 0 0 0,0 0 1 0 0,-1 0-1 0 0,-3-8 1 0 0,1 7 9 0 0,0-1-1 0 0,0 1 1 0 0,-1-1 0 0 0,0 2 0 0 0,-1-1 0 0 0,1 1 0 0 0,-2 0 0 0 0,1 0 0 0 0,-1 1 0 0 0,0 0-1 0 0,0 0 1 0 0,-1 1 0 0 0,1 0 0 0 0,-15-6 0 0 0,13 7-232 0 0,0 0 1 0 0,0 1-1 0 0,0 0 1 0 0,-1 0-1 0 0,0 1 1 0 0,1 0-1 0 0,-1 1 1 0 0,0 1-1 0 0,0-1 1 0 0,1 2-1 0 0,-1-1 0 0 0,0 2 1 0 0,-13 2-1 0 0,22-3 36 0 0,-1-1-1 0 0,1 1 1 0 0,0 0-1 0 0,-1 0 1 0 0,1 0-1 0 0,0 0 1 0 0,0 0-1 0 0,0 1 0 0 0,0-1 1 0 0,0 1-1 0 0,0-1 1 0 0,1 1-1 0 0,-1-1 1 0 0,0 1-1 0 0,1 0 0 0 0,-1 0 1 0 0,0 2-1 0 0,1-2-114 0 0,1-1-1 0 0,-1 1 1 0 0,1-1-1 0 0,0 1 1 0 0,-1-1-1 0 0,1 0 0 0 0,0 1 1 0 0,0-1-1 0 0,0 1 1 0 0,0-1-1 0 0,0 1 1 0 0,1-1-1 0 0,-1 1 1 0 0,0-1-1 0 0,1 1 0 0 0,-1-1 1 0 0,1 0-1 0 0,-1 1 1 0 0,1-1-1 0 0,0 0 1 0 0,-1 1-1 0 0,1-1 0 0 0,0 0 1 0 0,0 0-1 0 0,0 0 1 0 0,0 0-1 0 0,2 2 1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06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120 674 992 0 0,'7'-15'2120'0'0,"0"0"0"0"0,-1-1 1 0 0,-1 1-1 0 0,-1-1 0 0 0,0 0 0 0 0,2-20 0 0 0,-6 34-1752 0 0,-17 14 713 0 0,-5 18-708 0 0,1 1-1 0 0,1 1 1 0 0,2 0 0 0 0,1 2-1 0 0,-20 58 1 0 0,35-89-365 0 0,1 1 0 0 0,0 0 0 0 0,0-1 0 0 0,1 1 0 0 0,-1 0 1 0 0,1 0-1 0 0,0 0 0 0 0,0 0 0 0 0,0-1 0 0 0,0 1 0 0 0,1 0 0 0 0,-1 0 1 0 0,1 0-1 0 0,2 4 0 0 0,-2-6-4 0 0,0 0 0 0 0,1 1 1 0 0,-1-1-1 0 0,1 0 0 0 0,-1 0 0 0 0,1 0 0 0 0,0 0 1 0 0,0 0-1 0 0,0-1 0 0 0,0 1 0 0 0,0 0 1 0 0,1-1-1 0 0,-1 0 0 0 0,0 1 0 0 0,1-1 1 0 0,-1 0-1 0 0,1 0 0 0 0,-1 0 0 0 0,1-1 1 0 0,-1 1-1 0 0,4 0 0 0 0,6 1-3 0 0,0-1-1 0 0,0 0 1 0 0,0-1-1 0 0,0 0 1 0 0,0-1-1 0 0,-1 0 1 0 0,1-1-1 0 0,0 0 1 0 0,-1-1-1 0 0,1 0 1 0 0,-1-1-1 0 0,0-1 1 0 0,0 1-1 0 0,0-2 1 0 0,-1 1-1 0 0,1-2 1 0 0,-2 1-1 0 0,17-14 1 0 0,-18 13-28 0 0,-1 0 0 0 0,1-1-1 0 0,-2 0 1 0 0,1 0 0 0 0,-1 0 0 0 0,0-1 0 0 0,-1 0 0 0 0,0 0 0 0 0,0 0 0 0 0,-1-1 0 0 0,0 1 0 0 0,-1-1-1 0 0,0 0 1 0 0,-1 0 0 0 0,0-1 0 0 0,0 1 0 0 0,-1 0 0 0 0,0-1 0 0 0,-1 1 0 0 0,0 0 0 0 0,-3-16-1 0 0,1 15-11 0 0,0 1 0 0 0,-1 0 0 0 0,0 0 0 0 0,-9-19 0 0 0,11 26 25 0 0,-1 0-1 0 0,0-1 0 0 0,0 1 1 0 0,0 0-1 0 0,0 0 1 0 0,-1 0-1 0 0,1 1 0 0 0,-1-1 1 0 0,1 1-1 0 0,-1-1 0 0 0,0 1 1 0 0,0 0-1 0 0,0 0 0 0 0,-1 0 1 0 0,1 0-1 0 0,-6-2 0 0 0,5 4 11 0 0,0-1 0 0 0,0 0-1 0 0,0 1 1 0 0,0 0-1 0 0,0 0 1 0 0,0 0 0 0 0,0 1-1 0 0,0 0 1 0 0,0-1 0 0 0,0 1-1 0 0,0 0 1 0 0,0 1-1 0 0,0-1 1 0 0,0 1 0 0 0,1 0-1 0 0,-1 0 1 0 0,1 0 0 0 0,-1 0-1 0 0,1 0 1 0 0,0 1-1 0 0,0 0 1 0 0,0 0 0 0 0,0-1-1 0 0,0 2 1 0 0,1-1-1 0 0,-1 0 1 0 0,-2 4 0 0 0,2-2 1 0 0,0 0 1 0 0,0 0 0 0 0,0 0 0 0 0,0 1 0 0 0,1-1-1 0 0,0 1 1 0 0,0-1 0 0 0,1 1 0 0 0,-1 0-1 0 0,1-1 1 0 0,0 1 0 0 0,1 0 0 0 0,-1 0-1 0 0,1 0 1 0 0,1 0 0 0 0,-1 0 0 0 0,1 0-1 0 0,1 5 1 0 0,-1-6-2 0 0,1-1 0 0 0,0 0 0 0 0,0 1 0 0 0,0-1 0 0 0,1 0 0 0 0,-1 0 0 0 0,1-1 0 0 0,0 1 0 0 0,0 0 0 0 0,0-1 0 0 0,1 0 0 0 0,-1 0 0 0 0,1 0-1 0 0,7 5 1 0 0,-4-5-22 0 0,-1 0 0 0 0,1 0-1 0 0,1 0 1 0 0,-1-1 0 0 0,0 0-1 0 0,1 0 1 0 0,-1-1 0 0 0,11 1-1 0 0,6-2-67 0 0,-1 0-1 0 0,1-2 1 0 0,-1-1-1 0 0,44-11 0 0 0,-27 4 40 0 0,-1-2 0 0 0,0-2 0 0 0,-1-1 0 0 0,-1-2 0 0 0,0-2 0 0 0,52-35 0 0 0,-69 40 28 0 0,-2 0 0 0 0,0-1 0 0 0,-1-1 0 0 0,0-1 0 0 0,-1 0 0 0 0,-1-2 0 0 0,-1 1 0 0 0,0-2 0 0 0,-2 1 0 0 0,0-2 0 0 0,-1 0 0 0 0,14-41 0 0 0,-16 30 16 0 0,-2-1 1 0 0,-2 0-1 0 0,-1 0 1 0 0,-1-1 0 0 0,-2 1-1 0 0,-5-54 1 0 0,4 85 7 0 0,0 1 1 0 0,0-1 0 0 0,0 1-1 0 0,0-1 1 0 0,0 1-1 0 0,0-1 1 0 0,-1 1 0 0 0,1 0-1 0 0,-1-1 1 0 0,1 1-1 0 0,-1-1 1 0 0,1 1-1 0 0,-2-2 1 0 0,2 3 7 0 0,-1 0 0 0 0,1 0 0 0 0,0 1 0 0 0,-1-1 0 0 0,1 0 0 0 0,0 0 0 0 0,-1 0 0 0 0,1 0 0 0 0,0 0 1 0 0,-1 1-1 0 0,1-1 0 0 0,0 0 0 0 0,-1 0 0 0 0,1 0 0 0 0,0 1 0 0 0,0-1 0 0 0,-1 0 0 0 0,1 0 0 0 0,0 1 0 0 0,0-1 0 0 0,0 0 0 0 0,-1 1 0 0 0,1-1 0 0 0,0 0 0 0 0,0 1 0 0 0,0-1 0 0 0,0 0 0 0 0,0 1 0 0 0,0-1 1 0 0,-1 1-1 0 0,-12 39 417 0 0,-76 431 2676 0 0,61-312-2671 0 0,-280 1214 888 0 0,292-1319-1296 0 0,7-25 6 0 0,1 1 0 0 0,-4 34-1 0 0,11-62-21 0 0,1-1 0 0 0,0 1 0 0 0,-1 0 0 0 0,1-1 0 0 0,0 1 0 0 0,0 0-1 0 0,0-1 1 0 0,0 1 0 0 0,1-1 0 0 0,-1 1 0 0 0,0 0 0 0 0,1-1 0 0 0,-1 1 0 0 0,1-1-1 0 0,-1 1 1 0 0,1-1 0 0 0,0 1 0 0 0,0-1 0 0 0,0 1 0 0 0,0-1 0 0 0,0 0-1 0 0,0 0 1 0 0,0 1 0 0 0,0-1 0 0 0,0 0 0 0 0,3 2 0 0 0,-1-2-1 0 0,1 0 0 0 0,0 0 0 0 0,0 0 0 0 0,0 0 0 0 0,-1 0 0 0 0,1-1 1 0 0,0 0-1 0 0,0 0 0 0 0,0 0 0 0 0,7-1 0 0 0,12-2 0 0 0,0-2 0 0 0,-1 0 0 0 0,0-2 0 0 0,0 0 1 0 0,-1-2-1 0 0,0 0 0 0 0,0-1 0 0 0,-1-1 0 0 0,-1-1 0 0 0,1-1 0 0 0,-2 0 0 0 0,24-23 0 0 0,-32 26 7 0 0,-1 0 0 0 0,0-1 0 0 0,0 0 0 0 0,-2 0-1 0 0,1-1 1 0 0,-1 0 0 0 0,-1 0 0 0 0,0-1 0 0 0,0 0 0 0 0,-2 0-1 0 0,0 0 1 0 0,6-27 0 0 0,-8 23-7 0 0,-1 1 0 0 0,-1-1-1 0 0,0 1 1 0 0,-1 0 0 0 0,0-1 0 0 0,-2 1 0 0 0,0 0 0 0 0,0 0-1 0 0,-2 0 1 0 0,-10-26 0 0 0,3 16-25 0 0,-1 1-1 0 0,-1 1 0 0 0,-2 0 1 0 0,0 1-1 0 0,-1 1 1 0 0,-2 0-1 0 0,-33-31 1 0 0,-16-5-63 0 0,-80-53 1 0 0,133 100 65 0 0,7 5 25 0 0,-2 0-225 0 0,1 0 0 0 0,0-1 0 0 0,1-1 0 0 0,-13-14 1 0 0,19 20 74 0 0,0 0 0 0 0,1 0 0 0 0,0 0 1 0 0,-1 0-1 0 0,1 0 0 0 0,0 0 0 0 0,0 0 1 0 0,0 0-1 0 0,1-1 0 0 0,-1 1 0 0 0,0 0 1 0 0,1-1-1 0 0,0 1 0 0 0,-1-1 0 0 0,1 1 1 0 0,0 0-1 0 0,0-1 0 0 0,1 1 0 0 0,-1-1 1 0 0,0 1-1 0 0,1 0 0 0 0,-1-1 0 0 0,1 1 1 0 0,0 0-1 0 0,0-1 0 0 0,0 1 0 0 0,2-4 1 0 0,4-3-698 0 0,0 0 1 0 0,1 1 0 0 0,0 0-1 0 0,1 1 1 0 0,0-1-1 0 0,0 2 1 0 0,0-1 0 0 0,1 1-1 0 0,11-5 1 0 0,-11 5-221 0 0,33-19-4230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0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227 266 260 0 0,'-215'-65'13962'0'0,"215"65"-13911"0"0,-1 0 1 0 0,1-1-1 0 0,-1 1 0 0 0,1 0 1 0 0,-1 0-1 0 0,1 0 0 0 0,-1 0 1 0 0,1 0-1 0 0,-1-1 0 0 0,1 1 1 0 0,0 0-1 0 0,-1 0 0 0 0,1-1 1 0 0,-1 1-1 0 0,1 0 1 0 0,0 0-1 0 0,-1-1 0 0 0,1 1 1 0 0,-1-1-1 0 0,1 1 0 0 0,0 0 1 0 0,0-1-1 0 0,-1 1 0 0 0,1-1 1 0 0,0 1-1 0 0,0-1 0 0 0,-1 1 1 0 0,1 0-1 0 0,0-1 0 0 0,0 0 1 0 0,0 0-17 0 0,1 0 0 0 0,0 0 1 0 0,-1 1-1 0 0,1-1 1 0 0,0 0-1 0 0,-1 1 0 0 0,1-1 1 0 0,0 1-1 0 0,-1-1 0 0 0,1 1 1 0 0,0-1-1 0 0,0 1 1 0 0,0 0-1 0 0,0-1 0 0 0,1 1 1 0 0,40-11 63 0 0,-39 11 9 0 0,96-20 33 0 0,112-7 1 0 0,-204 27-147 0 0,-7 0 6 0 0,1 0-1 0 0,0-1 1 0 0,0 1 0 0 0,0 0-1 0 0,-1 1 1 0 0,1-1 0 0 0,0 0 0 0 0,0 0-1 0 0,0 0 1 0 0,-1 0 0 0 0,1 1-1 0 0,0-1 1 0 0,0 0 0 0 0,-1 1 0 0 0,1-1-1 0 0,0 0 1 0 0,-1 1 0 0 0,1-1-1 0 0,0 1 1 0 0,-1-1 0 0 0,1 1 0 0 0,-1 0-1 0 0,1-1 1 0 0,-1 1 0 0 0,1-1-1 0 0,-1 1 1 0 0,1 0 0 0 0,-1-1 0 0 0,0 1-1 0 0,1 0 1 0 0,-1 0 0 0 0,0-1-1 0 0,0 1 1 0 0,1 2 0 0 0,-1-1 7 0 0,-1 0-1 0 0,1 0 1 0 0,0 0 0 0 0,-1-1 0 0 0,0 1 0 0 0,1 0-1 0 0,-1 0 1 0 0,0 0 0 0 0,-1 2 0 0 0,1-2 24 0 0,-15 26 385 0 0,0-1 0 0 0,-30 37 0 0 0,8-12 103 0 0,-4 5 3 0 0,18-24-211 0 0,1 0 1 0 0,-30 60 0 0 0,52-92-300 0 0,0 0 0 0 0,1 1 0 0 0,-1-1 0 0 0,1 0 0 0 0,-1 1 1 0 0,1-1-1 0 0,0 0 0 0 0,0 1 0 0 0,-1-1 0 0 0,1 0 0 0 0,0 1 0 0 0,0-1 0 0 0,0 1 0 0 0,1-1 0 0 0,-1 2 1 0 0,0-2-7 0 0,1 0 0 0 0,-1 0 0 0 0,1-1 0 0 0,-1 1 0 0 0,1 0 0 0 0,-1-1 0 0 0,1 1 0 0 0,-1 0 0 0 0,1-1 0 0 0,0 1 0 0 0,-1-1 0 0 0,1 1 0 0 0,0-1 0 0 0,-1 1 0 0 0,1-1 0 0 0,0 1 0 0 0,0-1 0 0 0,1 1 0 0 0,4 0 11 0 0,-1 0 0 0 0,1 0 0 0 0,0 0 0 0 0,0-1 0 0 0,11-1 1 0 0,-4 1-12 0 0,9 0 15 0 0,1 1 0 0 0,0 1-1 0 0,-1 1 1 0 0,38 11-1 0 0,-45-10 7 0 0,1 2 0 0 0,-2 0 0 0 0,1 1 0 0 0,-1 1-1 0 0,0 0 1 0 0,0 1 0 0 0,18 15 0 0 0,-22-15 7 0 0,0 0 1 0 0,0 1-1 0 0,-1 1 0 0 0,0-1 1 0 0,-1 1-1 0 0,0 1 0 0 0,-1 0 1 0 0,11 23-1 0 0,-14-26 20 0 0,-1 0 1 0 0,0 1-1 0 0,-1-1 0 0 0,0 0 1 0 0,0 1-1 0 0,-1 0 0 0 0,0-1 0 0 0,-1 1 1 0 0,0 0-1 0 0,0 0 0 0 0,-1-1 0 0 0,0 1 1 0 0,-4 13-1 0 0,1-12 32 0 0,-1 1-1 0 0,0-1 1 0 0,0 0-1 0 0,-1 0 1 0 0,0-1 0 0 0,-1 0-1 0 0,0 0 1 0 0,-1 0-1 0 0,0-1 1 0 0,0 0 0 0 0,-1-1-1 0 0,0 0 1 0 0,-1 0 0 0 0,0-1-1 0 0,0 0 1 0 0,0-1-1 0 0,-1 0 1 0 0,-14 5 0 0 0,14-6-40 0 0,0 0 0 0 0,-1-2 0 0 0,0 1 0 0 0,0-1 1 0 0,0-1-1 0 0,0 0 0 0 0,0-1 0 0 0,0 0 1 0 0,0-1-1 0 0,-1 0 0 0 0,1-1 0 0 0,0-1 1 0 0,0 1-1 0 0,0-2 0 0 0,0 0 0 0 0,0 0 0 0 0,1-1 1 0 0,-15-7-1 0 0,23 9-51 0 0,0 0 1 0 0,0 1-1 0 0,0-1 0 0 0,0 0 1 0 0,0 0-1 0 0,0-1 0 0 0,1 1 1 0 0,-1-1-1 0 0,1 1 0 0 0,0-1 1 0 0,0 0-1 0 0,0 0 1 0 0,0 0-1 0 0,0 0 0 0 0,1 0 1 0 0,-1 0-1 0 0,1 0 0 0 0,0 0 1 0 0,0-1-1 0 0,0 1 0 0 0,0 0 1 0 0,1-1-1 0 0,-1 1 0 0 0,1-6 1 0 0,0 1-1 0 0,1 0 0 0 0,1 0 0 0 0,-1 0-1 0 0,1 0 1 0 0,1 0 0 0 0,-1 0 0 0 0,1 0 0 0 0,1 1 0 0 0,6-12 0 0 0,17-26-142 0 0,2 1 1 0 0,2 2-1 0 0,70-75 1 0 0,128-94-1152 0 0,-105 101 448 0 0,-108 95 653 0 0,-1-1 1 0 0,22-28-1 0 0,-32 38 139 0 0,-1-1 0 0 0,1 0-1 0 0,-1 0 1 0 0,-1 0 0 0 0,0 0-1 0 0,0 0 1 0 0,0-1-1 0 0,-1 0 1 0 0,0 1 0 0 0,2-14-1 0 0,-4 15 25 0 0,0 0 0 0 0,0 1 0 0 0,-1-1 0 0 0,0 0 0 0 0,0 0 0 0 0,0 1 0 0 0,-1-1 0 0 0,0 1 0 0 0,-2-6 0 0 0,3 8 26 0 0,0 1 1 0 0,-1 0-1 0 0,1 0 1 0 0,0-1 0 0 0,-1 1-1 0 0,1 0 1 0 0,-1 1 0 0 0,1-1-1 0 0,-1 0 1 0 0,0 0 0 0 0,0 1-1 0 0,0-1 1 0 0,0 1 0 0 0,0-1-1 0 0,0 1 1 0 0,0 0 0 0 0,-1 0-1 0 0,1 0 1 0 0,0 0 0 0 0,-1 0-1 0 0,1 1 1 0 0,-1-1 0 0 0,1 1-1 0 0,-5-1 1 0 0,4 1 5 0 0,-1 0 1 0 0,1 1 0 0 0,0-1-1 0 0,-1 1 1 0 0,1 0-1 0 0,0 0 1 0 0,0 0 0 0 0,-1 0-1 0 0,1 0 1 0 0,0 1-1 0 0,0 0 1 0 0,0-1 0 0 0,0 1-1 0 0,1 0 1 0 0,-1 0-1 0 0,0 1 1 0 0,-2 2 0 0 0,1 0-5 0 0,0 0 1 0 0,0 0 0 0 0,1 1 0 0 0,0-1 0 0 0,0 1-1 0 0,0 0 1 0 0,0 0 0 0 0,1 0 0 0 0,-2 6 0 0 0,2-3-1 0 0,0-1 0 0 0,1 0 0 0 0,-1 0 0 0 0,2 1 0 0 0,-1-1 0 0 0,1 1 0 0 0,0-1 1 0 0,1 1-1 0 0,0-1 0 0 0,0 0 0 0 0,1 1 0 0 0,0-1 0 0 0,1 0 0 0 0,0 0 0 0 0,3 8 1 0 0,-2-10 3 0 0,0 0 0 0 0,1-1 0 0 0,-1 1 0 0 0,1-1 0 0 0,0 0 0 0 0,0 0 0 0 0,1 0 0 0 0,-1-1 0 0 0,1 0 0 0 0,11 6 0 0 0,-7-5-1 0 0,0-1 1 0 0,1 0-1 0 0,0-1 0 0 0,-1 0 1 0 0,1 0-1 0 0,14 1 0 0 0,1-2-78 0 0,-1-2 1 0 0,1 0-1 0 0,-1-2 0 0 0,1 0 1 0 0,32-9-1 0 0,-47 9 9 0 0,0-1 1 0 0,0-1 0 0 0,0 1-1 0 0,-1-2 1 0 0,1 0 0 0 0,-1 0-1 0 0,0-1 1 0 0,-1 0 0 0 0,1 0-1 0 0,-1-1 1 0 0,0 0 0 0 0,-1-1-1 0 0,9-9 1 0 0,-12 10 26 0 0,1-1 0 0 0,-1 1 0 0 0,0-1-1 0 0,-1 0 1 0 0,0 0 0 0 0,0 0 0 0 0,-1-1 0 0 0,0 1 0 0 0,0-1-1 0 0,-1 0 1 0 0,0 0 0 0 0,-1 0 0 0 0,0 0 0 0 0,0 0 0 0 0,-1 0-1 0 0,-2-18 1 0 0,1 17 19 0 0,0 1 1 0 0,-1-1-1 0 0,0 1 0 0 0,-1-1 0 0 0,0 1 0 0 0,0 0 0 0 0,-1 0 0 0 0,-8-13 0 0 0,4 15 4 0 0,4 12-12 0 0,4 13-11 0 0,2-11 42 0 0,0 1 0 0 0,1-1 0 0 0,0 0 0 0 0,0 0 0 0 0,1 0 0 0 0,0 0-1 0 0,0 0 1 0 0,1-1 0 0 0,0 0 0 0 0,0 0 0 0 0,0 0 0 0 0,1-1 0 0 0,9 8 0 0 0,-3-4-11 0 0,1 0 0 0 0,1 0 1 0 0,0-1-1 0 0,0-1 1 0 0,24 9-1 0 0,-21-11-116 0 0,1 0 0 0 0,0-1 1 0 0,0 0-1 0 0,1-2 0 0 0,-1 0 0 0 0,0-1 1 0 0,1-1-1 0 0,-1-1 0 0 0,1-1 0 0 0,-1 0 1 0 0,0-1-1 0 0,0-1 0 0 0,0-1 0 0 0,0 0 0 0 0,23-11 1 0 0,-33 12 109 0 0,-1-1 0 0 0,1 0 0 0 0,-1 0 0 0 0,0 0 0 0 0,0-1 0 0 0,-1 0-1 0 0,0 0 1 0 0,0-1 0 0 0,0 0 0 0 0,-1 0 0 0 0,0 0 0 0 0,0 0 0 0 0,-1-1 0 0 0,0 0 0 0 0,0 0 0 0 0,-1 0 0 0 0,0-1 0 0 0,0 1 0 0 0,2-15 0 0 0,-5 5 41 0 0,-1 17-15 0 0,0-1 186 0 0,-2 3-46 0 0,-1 1-72 0 0,0 1 1 0 0,0 0-1 0 0,1-1 1 0 0,-1 2 0 0 0,0-1-1 0 0,1 0 1 0 0,0 1-1 0 0,0-1 1 0 0,0 1-1 0 0,0 0 1 0 0,0 0-1 0 0,-2 6 1 0 0,-29 57 395 0 0,25-45-383 0 0,0 0 1 0 0,-7 32-1 0 0,14-48-75 0 0,1-1 0 0 0,0 1 1 0 0,0 0-1 0 0,1 0 0 0 0,-1 0 0 0 0,1 0 0 0 0,0 0 0 0 0,1-1 0 0 0,0 1 0 0 0,0 0 0 0 0,0 0 0 0 0,0 0 0 0 0,1-1 0 0 0,0 1 0 0 0,4 7 0 0 0,-3-9-11 0 0,-1-1 0 0 0,1 0 0 0 0,0 0 0 0 0,1 0-1 0 0,-1 0 1 0 0,0-1 0 0 0,1 1 0 0 0,0-1 0 0 0,-1 0 0 0 0,1 0-1 0 0,0 0 1 0 0,0 0 0 0 0,0-1 0 0 0,0 1 0 0 0,7 0 0 0 0,8 2-144 0 0,0-1 1 0 0,22 0 0 0 0,-31-2 13 0 0,7-1-39 0 0,1 0 1 0 0,-1 0 0 0 0,1-2 0 0 0,-1 0-1 0 0,0-1 1 0 0,0-1 0 0 0,0 0 0 0 0,0-2 0 0 0,0 0-1 0 0,-1 0 1 0 0,0-2 0 0 0,-1 0 0 0 0,0 0-1 0 0,0-2 1 0 0,0 0 0 0 0,-1 0 0 0 0,-1-2 0 0 0,0 1-1 0 0,-1-2 1 0 0,0 0 0 0 0,-1 0 0 0 0,11-16 0 0 0,0-7 836 0 0,-1 0 1 0 0,21-53 912 0 0,-43 93-1430 0 0,0 0 1 0 0,0 1-1 0 0,0-1 0 0 0,-1 0 1 0 0,1 0-1 0 0,-4 4 0 0 0,-3 15 203 0 0,5-14-221 0 0,-1 7 40 0 0,0-1 0 0 0,1 0 1 0 0,1 1-1 0 0,0 23 1 0 0,1-35-151 0 0,2-1 0 0 0,-1 0 1 0 0,0 1-1 0 0,1-1 1 0 0,-1 0-1 0 0,1 0 0 0 0,0 0 1 0 0,0 1-1 0 0,0-1 1 0 0,0 0-1 0 0,1 0 0 0 0,-1 0 1 0 0,1-1-1 0 0,0 1 1 0 0,0 0-1 0 0,0-1 1 0 0,0 1-1 0 0,0-1 0 0 0,1 1 1 0 0,-1-1-1 0 0,1 0 1 0 0,-1 0-1 0 0,1 0 0 0 0,0-1 1 0 0,0 1-1 0 0,0-1 1 0 0,0 1-1 0 0,3 0 0 0 0,7 2 7 0 0,0-1 0 0 0,0 0 0 0 0,0-1-1 0 0,0-1 1 0 0,1 0 0 0 0,-1-1-1 0 0,1 0 1 0 0,-1-1 0 0 0,0 0 0 0 0,0-1-1 0 0,1-1 1 0 0,-1 0 0 0 0,21-8-1 0 0,-26 8-25 0 0,0-1 1 0 0,-1 1-1 0 0,1-1 0 0 0,-1 0 0 0 0,0-1 0 0 0,-1 0 0 0 0,1 0 0 0 0,-1-1 0 0 0,0 1 0 0 0,0-1 0 0 0,-1 0 0 0 0,1-1 0 0 0,-1 0 0 0 0,-1 1 0 0 0,1-2 0 0 0,-1 1 0 0 0,-1 0 0 0 0,1-1 1 0 0,-1 0-1 0 0,0 1 0 0 0,-1-1 0 0 0,0 0 0 0 0,1-11 0 0 0,-3 13-5 0 0,0-1-1 0 0,0 1 1 0 0,0-1 0 0 0,-1 1 0 0 0,0 0 0 0 0,-1-1 0 0 0,1 1-1 0 0,-1 0 1 0 0,-1 0 0 0 0,1 0 0 0 0,-1 0 0 0 0,0 1 0 0 0,0-1-1 0 0,0 1 1 0 0,-1-1 0 0 0,0 1 0 0 0,0 0 0 0 0,0 1 0 0 0,-1-1-1 0 0,0 1 1 0 0,0 0 0 0 0,0 0 0 0 0,0 0 0 0 0,-7-3-1 0 0,5 2-101 0 0,-1 1-1 0 0,0-1 1 0 0,-1 2-1 0 0,1-1 0 0 0,-1 1 1 0 0,0 0-1 0 0,0 1 1 0 0,0 0-1 0 0,0 0 0 0 0,0 1 1 0 0,0 0-1 0 0,0 1 0 0 0,0 0 1 0 0,-1 1-1 0 0,1-1 1 0 0,-14 4-1 0 0,20-3-260 0 0,-1 1-1 0 0,1-1 1 0 0,-1 1 0 0 0,1-1-1 0 0,0 1 1 0 0,0 0 0 0 0,0 0-1 0 0,-3 3 1 0 0,5-4-150 0 0,-4 4-1535 0 0,4-4 1535 0 0,1 0 0 0 0,-1 1 1 0 0,0-1-1 0 0,0 1 0 0 0,1-1 0 0 0,-1 0 0 0 0,1 1 0 0 0,-1 2 1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08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434 152 628 0 0,'4'-17'5793'0'0,"-3"-8"-2525"0"0,0 13-1493 0 0,0 0 1 0 0,-2-19-1 0 0,0 28-1602 0 0,1 0 1 0 0,0 0-1 0 0,-1 0 1 0 0,0 0-1 0 0,0 1 0 0 0,0-1 1 0 0,0 0-1 0 0,0 0 0 0 0,0 1 1 0 0,-1-1-1 0 0,1 1 0 0 0,-1-1 1 0 0,0 1-1 0 0,0 0 1 0 0,-4-4-1 0 0,4 5-130 0 0,1 0 1 0 0,-1 0 0 0 0,0 0-1 0 0,0 0 1 0 0,0 0-1 0 0,0 1 1 0 0,0-1-1 0 0,0 1 1 0 0,0-1-1 0 0,0 1 1 0 0,0 0-1 0 0,0 0 1 0 0,0 0-1 0 0,-1 0 1 0 0,-2 0-1 0 0,-32 8 380 0 0,36-7-413 0 0,-20 5 197 0 0,0 1 0 0 0,1 1 0 0 0,-32 18 0 0 0,42-20-155 0 0,0 0 1 0 0,1 1-1 0 0,0-1 0 0 0,0 2 0 0 0,0-1 0 0 0,1 1 0 0 0,1 1 1 0 0,-14 16-1 0 0,19-21-41 0 0,1 0 1 0 0,-1 0-1 0 0,1 0 1 0 0,-1-1-1 0 0,1 1 0 0 0,0 0 1 0 0,1 1-1 0 0,-1-1 1 0 0,1 0-1 0 0,0 0 1 0 0,0 0-1 0 0,0 0 1 0 0,0 0-1 0 0,1 0 0 0 0,-1 1 1 0 0,1-1-1 0 0,0 0 1 0 0,1 0-1 0 0,-1-1 1 0 0,1 1-1 0 0,-1 0 0 0 0,1 0 1 0 0,0-1-1 0 0,4 6 1 0 0,6 8-17 0 0,1-1 0 0 0,0 0 0 0 0,24 22-1 0 0,-29-29 0 0 0,41 35-28 0 0,-30-28 31 0 0,-2 0 1 0 0,0 1 0 0 0,15 20-1 0 0,-30-35 51 0 0,-1 0 0 0 0,1 0 0 0 0,-1 0 1 0 0,0 0-1 0 0,1 0 0 0 0,-1 1 0 0 0,0-1 0 0 0,-1 1 0 0 0,1-1 0 0 0,0 0 0 0 0,-1 1 0 0 0,1 0 0 0 0,-1-1 0 0 0,0 1 0 0 0,0-1 0 0 0,0 1 0 0 0,0-1 1 0 0,-1 4-1 0 0,0-3-8 0 0,0 0 0 0 0,0-1 0 0 0,0 1 0 0 0,-1 0 0 0 0,1-1 0 0 0,-1 1 1 0 0,0-1-1 0 0,1 1 0 0 0,-1-1 0 0 0,-1 0 0 0 0,1 0 0 0 0,0 0 0 0 0,0 0 0 0 0,-1 0 1 0 0,-3 2-1 0 0,-5 2 4 0 0,0 0 1 0 0,0 0 0 0 0,-1-1 0 0 0,0-1 0 0 0,0 0-1 0 0,-1-1 1 0 0,1 0 0 0 0,-1 0 0 0 0,1-2 0 0 0,-16 1-1 0 0,9-1-108 0 0,1-2-1 0 0,0 0 0 0 0,0-1 1 0 0,0-1-1 0 0,0 0 0 0 0,-27-10 1 0 0,42 12-172 0 0,0 0-1 0 0,0-1 1 0 0,-1 1 0 0 0,1-1 0 0 0,1 0 0 0 0,-1 0 0 0 0,0 0 0 0 0,0 0 0 0 0,1 0 0 0 0,-5-5 0 0 0,7 6 27 0 0,-1 0 1 0 0,0 0 0 0 0,0 0 0 0 0,1 0 0 0 0,-1 0-1 0 0,1-1 1 0 0,-1 1 0 0 0,1 0 0 0 0,0 0 0 0 0,-1 0-1 0 0,1-1 1 0 0,0 1 0 0 0,0 0 0 0 0,0 0-1 0 0,0-1 1 0 0,0 1 0 0 0,0 0 0 0 0,0 0 0 0 0,0-1-1 0 0,0 1 1 0 0,1 0 0 0 0,-1 0 0 0 0,0 0 0 0 0,1-1-1 0 0,-1 1 1 0 0,1 0 0 0 0,0 0 0 0 0,-1 0 0 0 0,1 0-1 0 0,0 0 1 0 0,-1 0 0 0 0,1 0 0 0 0,1-1-1 0 0,10-9-3823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08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81 836 0 0,'5'-8'3048'0'0,"-1"-1"0"0"0,0 0 0 0 0,-1 0 0 0 0,0 0 1 0 0,0 0-1 0 0,2-19 0 0 0,-8 121-6 0 0,-20 123-2387 0 0,20-195-696 0 0,-10 83-843 0 0,10-34-3878 0 0,6-51 1429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09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76 1012 0 0,'32'-74'17575'0'0,"-32"73"-17436"0"0,0 1 0 0 0,1 0 0 0 0,0 0-1 0 0,1 5 268 0 0,0 1-1 0 0,-1-1 1 0 0,1 1-1 0 0,-1-1 1 0 0,0 1-1 0 0,-1 0 1 0 0,1 9-1 0 0,-4 47 534 0 0,1-32-653 0 0,-5 72 159 0 0,-1 37 10 0 0,8-136-417 0 0,1 6-6 0 0,5-15-45 0 0,-1 0 0 0 0,0 0-1 0 0,0 0 1 0 0,-1-1 0 0 0,0 0 0 0 0,0 0 0 0 0,5-12-1 0 0,6-10-85 0 0,9-11-57 0 0,42-54 0 0 0,-51 76 99 0 0,2-1-1 0 0,0 2 0 0 0,1 0 0 0 0,32-22 1 0 0,-47 36 81 0 0,0 1 1 0 0,0 0-1 0 0,0 0 1 0 0,1 1 0 0 0,-1-1-1 0 0,1 1 1 0 0,0-1 0 0 0,-1 1-1 0 0,1 0 1 0 0,0 0-1 0 0,-1 1 1 0 0,1-1 0 0 0,0 1-1 0 0,0 0 1 0 0,0 0 0 0 0,0 0-1 0 0,-1 0 1 0 0,1 1 0 0 0,0 0-1 0 0,0-1 1 0 0,-1 1-1 0 0,8 3 1 0 0,-7-1 28 0 0,-1-1 0 0 0,1 0 0 0 0,0 1 0 0 0,-1 0 0 0 0,0 0 0 0 0,1 0 0 0 0,-1 0 0 0 0,-1 1 0 0 0,1-1 0 0 0,0 1 0 0 0,-1 0 0 0 0,0 0 0 0 0,0-1 0 0 0,0 1 0 0 0,0 1 0 0 0,0-1 0 0 0,-1 0 0 0 0,0 0 0 0 0,1 7 0 0 0,3 21 126 0 0,0 60 1 0 0,-1-6-1826 0 0,-3-75 325 0 0,0-1 1 0 0,1 1-1 0 0,0-1 1 0 0,1 0-1 0 0,4 12 0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09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71 2188 0 0,'-49'-18'5371'0'0,"-75"-31"2661"0"0,124 49-8105 0 0,0 0-1 0 0,-1-1 1 0 0,1 1 0 0 0,0 0 0 0 0,-1 0-1 0 0,1-1 1 0 0,0 1 0 0 0,-1 0 0 0 0,1 0-1 0 0,-1 0 1 0 0,1-1 0 0 0,0 1 0 0 0,-1 0 0 0 0,1 0-1 0 0,-1 0 1 0 0,1 0 0 0 0,-1 0 0 0 0,1 0-1 0 0,-1 0 1 0 0,1 0 0 0 0,-1 0 0 0 0,1 0-1 0 0,0 0 1 0 0,-1 0 0 0 0,1 0 0 0 0,-1 0 0 0 0,1 1-1 0 0,-1-1 1 0 0,1 0 0 0 0,0 0 0 0 0,-1 0-1 0 0,1 1 1 0 0,-1-1 0 0 0,1 0 0 0 0,0 0 0 0 0,-1 1-1 0 0,1-1 1 0 0,0 0 0 0 0,0 1 0 0 0,-1-1-1 0 0,1 0 1 0 0,0 1 0 0 0,0-1 0 0 0,-1 1-1 0 0,1-1 1 0 0,0 0 0 0 0,0 2 0 0 0,0-1-330 0 0,1 0 0 0 0,0 0-1 0 0,-1 0 1 0 0,1 0 0 0 0,5 4-2015 0 0,-5-5 2014 0 0,2 2 1 0 0,8 4-4028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10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316 187 1848 0 0,'-12'-6'6257'0'0,"12"6"-6131"0"0,-1-1 1 0 0,1 1-1 0 0,0 0 0 0 0,-1 0 1 0 0,1-1-1 0 0,-1 1 1 0 0,1 0-1 0 0,0 0 1 0 0,-1 0-1 0 0,1-1 0 0 0,-1 1 1 0 0,1 0-1 0 0,-1 0 1 0 0,1 0-1 0 0,-1 0 0 0 0,1 0 1 0 0,-1 0-1 0 0,1 0 1 0 0,-1 0-1 0 0,1 0 1 0 0,0 0-1 0 0,-1 0 0 0 0,1 0 1 0 0,-1 1-1 0 0,1-1 1 0 0,-1 0-1 0 0,1 0 1 0 0,-1 0-1 0 0,1 1 0 0 0,-1-1 1 0 0,1 1 77 0 0,-1 0 0 0 0,1 0 0 0 0,0 0 0 0 0,0-1 0 0 0,0 1 0 0 0,-1 0 0 0 0,1 0 0 0 0,0 0-1 0 0,0 0 1 0 0,0-1 0 0 0,0 1 0 0 0,1 0 0 0 0,-1 0 0 0 0,0 0 0 0 0,1 1 0 0 0,0 3 349 0 0,1 0-1 0 0,0 1 1 0 0,0-1 0 0 0,6 9-1 0 0,-3-8-446 0 0,-1-1-1 0 0,1 0 0 0 0,1 0 0 0 0,-1 0 0 0 0,1-1 1 0 0,0 0-1 0 0,0 0 0 0 0,0 0 0 0 0,0-1 0 0 0,1 0 1 0 0,-1 0-1 0 0,1 0 0 0 0,0-1 0 0 0,0 0 1 0 0,0-1-1 0 0,0 1 0 0 0,0-1 0 0 0,12 0 0 0 0,-6-1-68 0 0,1 0 0 0 0,-1 0-1 0 0,0-2 1 0 0,1 1-1 0 0,-1-2 1 0 0,0 0-1 0 0,0 0 1 0 0,0-1 0 0 0,13-6-1 0 0,-22 7-35 0 0,1 1 0 0 0,-1-1 0 0 0,1 1 1 0 0,-1-1-1 0 0,0-1 0 0 0,0 1 0 0 0,-1 0 0 0 0,1-1 0 0 0,0 0 0 0 0,-1 0 0 0 0,0 0 0 0 0,0 0 0 0 0,0-1 0 0 0,-1 1 0 0 0,0-1 0 0 0,1 0 0 0 0,-2 1 1 0 0,1-1-1 0 0,0 0 0 0 0,-1 0 0 0 0,0 0 0 0 0,0 0 0 0 0,-1 0 0 0 0,1 0 0 0 0,-1-1 0 0 0,0 1 0 0 0,0 0 0 0 0,-1 0 0 0 0,0 0 0 0 0,1 0 1 0 0,-4-9-1 0 0,2 8-10 0 0,0-1-1 0 0,0 0 1 0 0,-1 1 0 0 0,0-1 0 0 0,0 1 0 0 0,-1 0 0 0 0,0 0 0 0 0,0 0 0 0 0,0 1 0 0 0,0-1 0 0 0,-1 1 0 0 0,0 0-1 0 0,0 0 1 0 0,-1 1 0 0 0,1-1 0 0 0,-1 1 0 0 0,0 1 0 0 0,0-1 0 0 0,0 1 0 0 0,-1 0 0 0 0,1 0 0 0 0,-13-3 0 0 0,8 5 14 0 0,-1 0 1 0 0,1 0-1 0 0,-1 1 1 0 0,1 1 0 0 0,0 0-1 0 0,-1 1 1 0 0,1 0 0 0 0,0 0-1 0 0,0 2 1 0 0,0-1 0 0 0,0 1-1 0 0,1 1 1 0 0,-16 8 0 0 0,-2 3 168 0 0,1 1 0 0 0,1 2 1 0 0,-37 33-1 0 0,40-31-72 0 0,0 1 1 0 0,2 1-1 0 0,0 1 0 0 0,2 1 0 0 0,0 0 1 0 0,2 1-1 0 0,1 1 0 0 0,-23 55 0 0 0,36-77-87 0 0,1 1 0 0 0,1 1 1 0 0,-1-1-1 0 0,1 0 0 0 0,0 0 0 0 0,0 1 0 0 0,1-1 0 0 0,0 0 0 0 0,0 1 0 0 0,0-1 0 0 0,1 0 0 0 0,0 0 0 0 0,2 8 0 0 0,-1-9-9 0 0,-1-1 0 0 0,1 1 0 0 0,0-1 0 0 0,1 0 0 0 0,-1 0 0 0 0,1 0-1 0 0,0 0 1 0 0,0 0 0 0 0,0-1 0 0 0,0 1 0 0 0,1-1 0 0 0,0 0 0 0 0,-1 0 0 0 0,1 0-1 0 0,0 0 1 0 0,0-1 0 0 0,9 4 0 0 0,6 2-83 0 0,0-2 0 0 0,1 0 0 0 0,0-1 0 0 0,0-1 1 0 0,0-1-1 0 0,24 0 0 0 0,11-1-1223 0 0,57-7 0 0 0,-61 0-544 0 0,0-2 0 0 0,60-17 0 0 0,26-21-4810 0 0,-91 25 2128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11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328 147 2252 0 0,'9'-12'1942'0'0,"-1"-1"0"0"0,-1 0-1 0 0,10-23 1 0 0,-2 5 1310 0 0,-15 30-3144 0 0,1 0 0 0 0,-1 0 0 0 0,1 0 0 0 0,0 0 1 0 0,-1 0-1 0 0,0-1 0 0 0,1 1 0 0 0,-1 0 0 0 0,0 0 1 0 0,1 0-1 0 0,-1 0 0 0 0,0 0 0 0 0,0 0 0 0 0,0-1 1 0 0,0 1-1 0 0,0 0 0 0 0,0 0 0 0 0,-1 0 0 0 0,1 0 1 0 0,0 0-1 0 0,0-1 0 0 0,-1 1 0 0 0,1 0 0 0 0,-1 0 1 0 0,1 0-1 0 0,-1 0 0 0 0,1 0 0 0 0,-1 0 0 0 0,-1-1 1 0 0,1 1-26 0 0,-1 0 1 0 0,1 0-1 0 0,-1 0 1 0 0,1 1-1 0 0,-1-1 1 0 0,1 0 0 0 0,-1 1-1 0 0,1 0 1 0 0,-1-1-1 0 0,0 1 1 0 0,1 0-1 0 0,-1 0 1 0 0,1 0 0 0 0,-1 0-1 0 0,0 0 1 0 0,1 0-1 0 0,-1 0 1 0 0,-2 1-1 0 0,-14 4 345 0 0,0 1 0 0 0,0 0 0 0 0,1 2 0 0 0,0 0 0 0 0,-29 18 0 0 0,15-5-18 0 0,-54 49 0 0 0,70-57-345 0 0,2 0 0 0 0,-1 2-1 0 0,2-1 1 0 0,-14 22 0 0 0,23-31-55 0 0,0 0 0 0 0,1-1-1 0 0,0 1 1 0 0,0 0-1 0 0,0 0 1 0 0,0 1 0 0 0,1-1-1 0 0,-2 11 1 0 0,3-13-10 0 0,0 0-1 0 0,1 0 0 0 0,-1 0 1 0 0,0 0-1 0 0,1 0 1 0 0,0 0-1 0 0,-1 0 1 0 0,1 0-1 0 0,0 0 0 0 0,1 0 1 0 0,-1 0-1 0 0,0 0 1 0 0,1-1-1 0 0,0 1 0 0 0,0-1 1 0 0,3 5-1 0 0,-2-4-48 0 0,0 0-1 0 0,1 0 0 0 0,-1 0 1 0 0,1 0-1 0 0,0-1 1 0 0,-1 0-1 0 0,1 1 0 0 0,0-2 1 0 0,0 1-1 0 0,0 0 0 0 0,1-1 1 0 0,-1 1-1 0 0,0-1 0 0 0,1-1 1 0 0,-1 1-1 0 0,0 0 1 0 0,1-1-1 0 0,-1 0 0 0 0,1 0 1 0 0,-1 0-1 0 0,0-1 0 0 0,1 0 1 0 0,-1 1-1 0 0,1-1 0 0 0,6-3 1 0 0,-1 0-56 0 0,0-1 0 0 0,0 1 0 0 0,0-1 0 0 0,-1-1 0 0 0,0 0 0 0 0,0 0 0 0 0,-1-1 0 0 0,1 0 0 0 0,9-11 0 0 0,7-13 45 0 0,-2 0 0 0 0,-1-2 0 0 0,24-48 0 0 0,-21 35 538 0 0,-24 44 96 0 0,2 25 154 0 0,-23 56-252 0 0,-1 6-428 0 0,19-76-396 0 0,1 1 0 0 0,0-1 0 0 0,1 0 0 0 0,0 0 0 0 0,0 0 0 0 0,1 0 0 0 0,3 13 0 0 0,-3-19 11 0 0,0 0 1 0 0,0 0-1 0 0,0 1 0 0 0,1-1 1 0 0,0 0-1 0 0,-1 0 0 0 0,1 0 1 0 0,0 0-1 0 0,0-1 0 0 0,0 1 1 0 0,1-1-1 0 0,-1 1 0 0 0,1-1 0 0 0,-1 0 1 0 0,4 3-1 0 0,-2-3-504 0 0,-1 0 1 0 0,1 0-1 0 0,-1-1 0 0 0,1 1 0 0 0,0-1 0 0 0,-1 0 1 0 0,9 2-1 0 0,5-1-3475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11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285 374 2764 0 0,'4'-8'995'0'0,"-1"1"-1"0"0,0-1 0 0 0,-1 0 1 0 0,1 0-1 0 0,-2 1 1 0 0,1-1-1 0 0,-1-1 0 0 0,0 1 1 0 0,-1 0-1 0 0,-1-14 1 0 0,1 21-887 0 0,0 1-1 0 0,0-1 1 0 0,0 0 0 0 0,-1 0 0 0 0,1 0 0 0 0,0 0 0 0 0,-1 0 0 0 0,1 0 0 0 0,0 1 0 0 0,-1-1 0 0 0,0 0 0 0 0,1 0 0 0 0,-1 1 0 0 0,1-1 0 0 0,-1 0-1 0 0,0 1 1 0 0,1-1 0 0 0,-1 1 0 0 0,0-1 0 0 0,0 1 0 0 0,1-1 0 0 0,-1 1 0 0 0,0-1 0 0 0,0 1 0 0 0,-1-1 0 0 0,0 1 29 0 0,0 0 0 0 0,0-1 0 0 0,-1 1 1 0 0,1 0-1 0 0,0 0 0 0 0,0 1 0 0 0,0-1 0 0 0,0 0 1 0 0,0 1-1 0 0,-4 1 0 0 0,-3 1 222 0 0,-1 1 0 0 0,0 1-1 0 0,-12 8 1 0 0,5-1-204 0 0,-1 0 1 0 0,1 1-1 0 0,1 1 0 0 0,0 1 0 0 0,1 0 1 0 0,1 1-1 0 0,1 0 0 0 0,0 1 0 0 0,1 1 1 0 0,0 0-1 0 0,2 1 0 0 0,0 0 0 0 0,-10 28 1 0 0,18-41-162 0 0,1 0 0 0 0,-1-1 1 0 0,1 1-1 0 0,0 0 0 0 0,1-1 0 0 0,-1 1 1 0 0,1 0-1 0 0,0 0 0 0 0,1 0 1 0 0,-1-1-1 0 0,1 1 0 0 0,0 0 1 0 0,1-1-1 0 0,-1 1 0 0 0,1 0 0 0 0,0-1 1 0 0,1 0-1 0 0,-1 0 0 0 0,1 1 1 0 0,0-1-1 0 0,0-1 0 0 0,1 1 1 0 0,-1 0-1 0 0,1-1 0 0 0,0 0 1 0 0,8 7-1 0 0,-4-5-169 0 0,0-1 1 0 0,0 0-1 0 0,1 0 1 0 0,0 0-1 0 0,0-1 0 0 0,0 0 1 0 0,0-1-1 0 0,1 0 1 0 0,-1-1-1 0 0,1 1 1 0 0,-1-2-1 0 0,1 0 1 0 0,0 0-1 0 0,19-1 0 0 0,-17-1-93 0 0,-1-1-1 0 0,0 0 1 0 0,0 0-1 0 0,0-1 0 0 0,-1-1 1 0 0,1 0-1 0 0,-1 0 0 0 0,0-1 1 0 0,14-9-1 0 0,-9 4-13 0 0,-1-1 0 0 0,0 0 0 0 0,0-1-1 0 0,-1-1 1 0 0,13-17 0 0 0,4-10-66 0 0,-2-2 0 0 0,-2 0 0 0 0,26-59 0 0 0,50-125 285 0 0,-40 74 2821 0 0,-61 151-2454 0 0,-2 8-80 0 0,-1 0-1 0 0,1 0 1 0 0,-1-1 0 0 0,-1 1-1 0 0,1 0 1 0 0,-6 8-1 0 0,0 6 73 0 0,-15 40 261 0 0,2 0 1 0 0,4 2-1 0 0,-15 99 1 0 0,28-69-193 0 0,6-93-356 0 0,0 1 0 0 0,-1-1 0 0 0,1 1 1 0 0,0-1-1 0 0,0 0 0 0 0,0 0 0 0 0,0 0 0 0 0,0 0 0 0 0,0 0 1 0 0,0 0-1 0 0,4-1 0 0 0,2-3-14 0 0,-1 0 1 0 0,1 0 0 0 0,-1 0-1 0 0,0-1 1 0 0,0-1-1 0 0,0 1 1 0 0,0-1-1 0 0,6-7 1 0 0,0 0-11 0 0,2-1 9 0 0,8-8-34 0 0,1 2 0 0 0,0 0 0 0 0,1 2 1 0 0,36-20-1 0 0,-60 37 39 0 0,1 0 1 0 0,-1 0-1 0 0,1 0 1 0 0,-1 1-1 0 0,1-1 1 0 0,-1 0-1 0 0,1 1 0 0 0,-1 0 1 0 0,1-1-1 0 0,-1 1 1 0 0,1 0-1 0 0,0 0 1 0 0,-1-1-1 0 0,1 1 1 0 0,0 1-1 0 0,-1-1 1 0 0,1 0-1 0 0,0 0 0 0 0,-1 1 1 0 0,1-1-1 0 0,-1 0 1 0 0,3 2-1 0 0,-1-1 17 0 0,0 0 11 0 0,-1 0 1 0 0,0 1 0 0 0,1-1 0 0 0,-1 0 0 0 0,0 1 0 0 0,0-1-1 0 0,0 1 1 0 0,0 0 0 0 0,-1 0 0 0 0,1-1 0 0 0,0 1 0 0 0,-1 0 0 0 0,1 1-1 0 0,-1-1 1 0 0,0 0 0 0 0,0 0 0 0 0,2 5 0 0 0,1 3 98 0 0,-1 1 1 0 0,4 19 0 0 0,-3-11-45 0 0,4 25 49 0 0,-8-35-343 0 0,1-1 0 0 0,1 0-1 0 0,0 0 1 0 0,0 0 0 0 0,0-1 0 0 0,1 1-1 0 0,0 0 1 0 0,0-1 0 0 0,7 10-1 0 0,-8-16-134 0 0,0 1 0 0 0,0-1-1 0 0,0 0 1 0 0,0 1-1 0 0,1-1 1 0 0,-1 0-1 0 0,0 0 1 0 0,1-1-1 0 0,-1 1 1 0 0,1-1-1 0 0,-1 1 1 0 0,1-1 0 0 0,-1 0-1 0 0,1 1 1 0 0,-1-2-1 0 0,1 1 1 0 0,-1 0-1 0 0,1 0 1 0 0,4-2-1 0 0,-5 2-78 0 0,15-3-3481 0 0,0-4-1769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12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12 196 2168 0 0,'-1'-2'617'0'0,"-1"-3"339"0"0,0 0 1 0 0,1 0 0 0 0,-1 0 0 0 0,1 0 0 0 0,0 0 0 0 0,-1-7 0 0 0,2 11-862 0 0,0-1 0 0 0,0 1 0 0 0,0 0 0 0 0,1 0 0 0 0,-1-1-1 0 0,0 1 1 0 0,0 0 0 0 0,1 0 0 0 0,-1-1 0 0 0,1 1 0 0 0,-1 0 0 0 0,1 0 0 0 0,-1 0 0 0 0,1 0-1 0 0,0 0 1 0 0,0 0 0 0 0,-1 0 0 0 0,1 0 0 0 0,0 0 0 0 0,0 0 0 0 0,0 0 0 0 0,0 0 0 0 0,0 1-1 0 0,0-1 1 0 0,0 0 0 0 0,1 1 0 0 0,-1-1 0 0 0,0 1 0 0 0,0-1 0 0 0,0 1 0 0 0,1 0 0 0 0,-1-1 0 0 0,0 1-1 0 0,0 0 1 0 0,2 0 0 0 0,3-1 118 0 0,1 0-1 0 0,-1 1 1 0 0,0 0-1 0 0,0 1 1 0 0,1-1 0 0 0,-1 1-1 0 0,0 0 1 0 0,0 0-1 0 0,0 1 1 0 0,0 0-1 0 0,0 0 1 0 0,-1 1 0 0 0,9 4-1 0 0,-5-2-23 0 0,-1 1 0 0 0,0 0 0 0 0,0 0 0 0 0,0 1 0 0 0,-1 0 0 0 0,0 0 0 0 0,12 17 0 0 0,-12-13-104 0 0,1 1-1 0 0,-2-1 1 0 0,0 1-1 0 0,0 1 1 0 0,-1-1-1 0 0,0 1 1 0 0,-1 0-1 0 0,-1 0 1 0 0,0 0-1 0 0,-1 0 1 0 0,0 1-1 0 0,-1-1 1 0 0,-1 17-1 0 0,-1-19 1 0 0,0 1 0 0 0,-1-1 0 0 0,-1 1 0 0 0,0-1 0 0 0,0 0-1 0 0,-8 14 1 0 0,9-19-24 0 0,-1 0-1 0 0,0-1 1 0 0,-1 0 0 0 0,0 0-1 0 0,1 0 1 0 0,-1 0 0 0 0,-1 0-1 0 0,1-1 1 0 0,-1 0 0 0 0,0 0-1 0 0,0 0 1 0 0,0-1 0 0 0,-7 4-1 0 0,11-6-52 0 0,0 0 1 0 0,-1 0-1 0 0,1-1 0 0 0,-1 1 0 0 0,1-1 0 0 0,-1 1 0 0 0,1-1 1 0 0,-1 1-1 0 0,1-1 0 0 0,-1 0 0 0 0,1 0 0 0 0,-1 1 1 0 0,0-1-1 0 0,1 0 0 0 0,-1-1 0 0 0,1 1 0 0 0,-1 0 0 0 0,1 0 1 0 0,-1-1-1 0 0,1 1 0 0 0,-1-1 0 0 0,1 1 0 0 0,-1-1 1 0 0,1 0-1 0 0,-1 1 0 0 0,1-1 0 0 0,0 0 0 0 0,-1 0 0 0 0,1 0 1 0 0,0 0-1 0 0,0 0 0 0 0,0 0 0 0 0,0-1 0 0 0,0 1 1 0 0,0 0-1 0 0,0 0 0 0 0,0-1 0 0 0,1 1 0 0 0,-1-1 1 0 0,0 1-1 0 0,0-2 0 0 0,-1-3 2 0 0,0 0 0 0 0,0 0 0 0 0,1 1 0 0 0,0-1 0 0 0,0 0 0 0 0,1 0 0 0 0,-1 0 0 0 0,1 0 0 0 0,1-8 0 0 0,2-1-7 0 0,1 0 0 0 0,0 0 0 0 0,1 0 0 0 0,0 0 0 0 0,1 1 0 0 0,1 0 0 0 0,0 0 0 0 0,1 0 0 0 0,17-20 1 0 0,-13 17-27 0 0,2 2 0 0 0,0 0 0 0 0,1 1 0 0 0,0 0 0 0 0,1 1 0 0 0,34-21 0 0 0,-43 30 14 0 0,0 1 1 0 0,0-1-1 0 0,0 1 1 0 0,0 1 0 0 0,0 0-1 0 0,0 0 1 0 0,1 0 0 0 0,-1 1-1 0 0,1 0 1 0 0,-1 0 0 0 0,12 1-1 0 0,-15 0 16 0 0,0 1 0 0 0,-1-1 0 0 0,1 1 0 0 0,-1 0 0 0 0,1 0 0 0 0,-1 0 0 0 0,1 1 0 0 0,-1-1 0 0 0,0 1 0 0 0,0 0 0 0 0,1 0 0 0 0,-1 0 0 0 0,-1 0 0 0 0,1 0 0 0 0,0 1 0 0 0,0 0 0 0 0,-1-1 0 0 0,0 1-1 0 0,1 0 1 0 0,-1 0 0 0 0,0 0 0 0 0,0 0 0 0 0,-1 1 0 0 0,1-1 0 0 0,1 5 0 0 0,1 5 37 0 0,-1 0-1 0 0,0 0 0 0 0,-1 0 0 0 0,0 24 1 0 0,-1-26-25 0 0,0 1 0 0 0,0 0 0 0 0,1-1 0 0 0,0 0 0 0 0,1 1 0 0 0,5 13 0 0 0,-7-23-11 0 0,0 0 0 0 0,0 0-1 0 0,0 0 1 0 0,1 0 0 0 0,-1 0 0 0 0,1 0-1 0 0,-1 0 1 0 0,1-1 0 0 0,0 1 0 0 0,0-1-1 0 0,0 1 1 0 0,-1-1 0 0 0,1 0 0 0 0,1 1-1 0 0,-1-1 1 0 0,3 1 0 0 0,0-1-1 0 0,-1 1 1 0 0,1-1 0 0 0,0 0 0 0 0,-1-1-1 0 0,1 1 1 0 0,0-1 0 0 0,8-1-1 0 0,3-1 28 0 0,0 0-1 0 0,0-2 1 0 0,25-8-1 0 0,-29 8-28 0 0,-1-1 0 0 0,0-1 1 0 0,0 0-1 0 0,-1 0 0 0 0,1-1 0 0 0,-2 0 1 0 0,1-1-1 0 0,-1 0 0 0 0,0 0 0 0 0,0-1 0 0 0,-1 0 1 0 0,-1-1-1 0 0,1 0 0 0 0,-2 0 0 0 0,1-1 1 0 0,-1 1-1 0 0,8-23 0 0 0,-11 26-15 0 0,0-1 0 0 0,-1 0 0 0 0,0 0-1 0 0,0 0 1 0 0,-1 0 0 0 0,0 0 0 0 0,0 0 0 0 0,-1 0 0 0 0,0 0 0 0 0,-1-1 0 0 0,1 1 0 0 0,-2 0-1 0 0,1 0 1 0 0,-1 0 0 0 0,0 0 0 0 0,-1 0 0 0 0,0 1 0 0 0,0-1 0 0 0,-1 1 0 0 0,1 0-1 0 0,-2 0 1 0 0,1 0 0 0 0,-1 0 0 0 0,0 1 0 0 0,0 0 0 0 0,-1 0 0 0 0,-9-8 0 0 0,10 10-3 0 0,-1 0 1 0 0,1 1-1 0 0,-1-1 1 0 0,0 1-1 0 0,1 1 1 0 0,-1-1-1 0 0,-1 1 1 0 0,1 0-1 0 0,0 0 1 0 0,0 1-1 0 0,-1 0 1 0 0,-10-1-1 0 0,7 2 13 0 0,1 0-1 0 0,-1 1 1 0 0,0 0-1 0 0,0 0 1 0 0,1 1-1 0 0,-1 1 0 0 0,1-1 1 0 0,-12 6-1 0 0,12-4-115 0 0,1 0-1 0 0,0 0 1 0 0,0 1 0 0 0,1 0-1 0 0,0 0 1 0 0,-1 1-1 0 0,2 0 1 0 0,-1 0-1 0 0,-5 7 1 0 0,8-8-144 0 0,0 0 0 0 0,1 0 0 0 0,0 0 0 0 0,0 0 0 0 0,0 1 0 0 0,0-1 0 0 0,1 1 1 0 0,0 0-1 0 0,0-1 0 0 0,1 1 0 0 0,0 0 0 0 0,0 0 0 0 0,-1 12 0 0 0,3-13-154 0 0,-1 0 0 0 0,0-1 0 0 0,1 1 0 0 0,0 0 0 0 0,0-1 0 0 0,1 1 0 0 0,-1-1 0 0 0,1 1 0 0 0,0-1 0 0 0,0 0 0 0 0,0 0 0 0 0,1 0 0 0 0,-1 0 0 0 0,1 0 0 0 0,0 0 0 0 0,0-1 0 0 0,0 1 0 0 0,1-1 0 0 0,-1 0 0 0 0,1 0 0 0 0,0 0 0 0 0,5 3 0 0 0,9 3-3704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13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27 271 1444 0 0,'13'-19'3465'0'0,"-1"-2"0"0"0,11-22-1 0 0,-17 30-877 0 0,-27 49 28 0 0,21-35-2572 0 0,-38 81 1796 0 0,34-72-1735 0 0,0 1-1 0 0,1-1 1 0 0,0 0-1 0 0,1 1 1 0 0,0 0 0 0 0,-1 11-1 0 0,3-19-89 0 0,0 0-1 0 0,0 0 0 0 0,0 0 1 0 0,0-1-1 0 0,0 1 1 0 0,1 0-1 0 0,-1 0 1 0 0,1-1-1 0 0,0 1 0 0 0,-1 0 1 0 0,1-1-1 0 0,1 1 1 0 0,-1-1-1 0 0,0 1 1 0 0,1-1-1 0 0,-1 1 1 0 0,1-1-1 0 0,-1 0 0 0 0,1 0 1 0 0,0 0-1 0 0,0 0 1 0 0,0 0-1 0 0,0 0 1 0 0,1-1-1 0 0,-1 1 0 0 0,0 0 1 0 0,1-1-1 0 0,-1 0 1 0 0,3 1-1 0 0,-1-1-5 0 0,0 0-1 0 0,0-1 1 0 0,0 0 0 0 0,0 0-1 0 0,0 0 1 0 0,0 0-1 0 0,0 0 1 0 0,0-1-1 0 0,0 0 1 0 0,-1 0 0 0 0,1 0-1 0 0,0 0 1 0 0,0-1-1 0 0,-1 1 1 0 0,1-1 0 0 0,-1 0-1 0 0,0 0 1 0 0,1 0-1 0 0,4-5 1 0 0,4-3-44 0 0,0-2 0 0 0,-1 1-1 0 0,0-2 1 0 0,14-19 0 0 0,31-60-115 0 0,-43 69 141 0 0,-9 15-13 0 0,-4 6 5 0 0,1 0 1 0 0,0 0-1 0 0,0 1 1 0 0,0-1-1 0 0,0 0 1 0 0,0 0-1 0 0,1 0 1 0 0,-1 1-1 0 0,0-1 1 0 0,1 0-1 0 0,-1 1 1 0 0,3-2-1 0 0,1 41 212 0 0,-5-32-156 0 0,-1 11 58 0 0,2 1 0 0 0,0-1 0 0 0,1 1 0 0 0,4 19-1 0 0,-5-33-81 0 0,1 1-1 0 0,-1-1 0 0 0,1 0 0 0 0,0 0 1 0 0,0 1-1 0 0,0-1 0 0 0,0-1 1 0 0,1 1-1 0 0,0 0 0 0 0,0 0 0 0 0,0-1 1 0 0,0 0-1 0 0,0 0 0 0 0,1 1 1 0 0,-1-2-1 0 0,1 1 0 0 0,0 0 0 0 0,0-1 1 0 0,0 0-1 0 0,8 4 0 0 0,-2-4 1 0 0,-1 1 0 0 0,1-1 0 0 0,0 0 0 0 0,0-1 0 0 0,0 0 1 0 0,0-1-1 0 0,0 0 0 0 0,0-1 0 0 0,0 0 0 0 0,0 0 0 0 0,0-1 0 0 0,0-1 0 0 0,-1 1 0 0 0,1-1 0 0 0,-1-1 0 0 0,13-6 0 0 0,-9 4-13 0 0,-1-1-1 0 0,-1 0 1 0 0,0-1-1 0 0,0 0 1 0 0,0-1-1 0 0,-1 0 1 0 0,0 0-1 0 0,-1-1 1 0 0,0-1 0 0 0,-1 1-1 0 0,11-19 1 0 0,-14 20-10 0 0,0-1 0 0 0,-1 0 0 0 0,0 0 0 0 0,-1-1 0 0 0,0 1 0 0 0,-1-1 1 0 0,0 1-1 0 0,-1-1 0 0 0,0 0 0 0 0,0 1 0 0 0,-1-1 0 0 0,-1 0 0 0 0,-2-19 1 0 0,2 24-3 0 0,-1-1 0 0 0,0 1 1 0 0,0-1-1 0 0,0 1 0 0 0,-1 0 1 0 0,1 0-1 0 0,-2 0 0 0 0,1 0 1 0 0,-1 1-1 0 0,1-1 0 0 0,-1 1 1 0 0,-1 0-1 0 0,1 0 0 0 0,-1 0 1 0 0,0 1-1 0 0,0-1 0 0 0,0 1 1 0 0,-1 0-1 0 0,0 1 0 0 0,1-1 1 0 0,-1 1-1 0 0,-12-4 0 0 0,15 6 10 0 0,1 0 0 0 0,-1 1 1 0 0,1-1-1 0 0,-1 1 0 0 0,1 0 0 0 0,-1 0 0 0 0,1 0 0 0 0,-5 0 0 0 0,7 0 1 0 0,-1 0 0 0 0,1 0 0 0 0,-1 0 0 0 0,1 1 0 0 0,-1-1 0 0 0,1 0 0 0 0,-1 0 0 0 0,1 0 0 0 0,0 0 0 0 0,-1 1 0 0 0,1-1 0 0 0,-1 0 0 0 0,1 0 0 0 0,0 1 0 0 0,-1-1 0 0 0,1 0 0 0 0,-1 0 0 0 0,1 1 0 0 0,0-1 0 0 0,0 1 0 0 0,-1-1 0 0 0,1 0 0 0 0,0 1 0 0 0,0-1 0 0 0,-1 1 0 0 0,1-1 0 0 0,0 0 0 0 0,0 1 0 0 0,0-1 0 0 0,0 1 0 0 0,-1-1 0 0 0,1 1 0 0 0,0-1 0 0 0,0 1 0 0 0,0-1 0 0 0,0 1 0 0 0,0-1 0 0 0,0 1 0 0 0,0-1 0 0 0,1 1 0 0 0,-1-1 0 0 0,0 0 0 0 0,0 1 0 0 0,0 0 0 0 0,2 0-13 0 0,-1 1 0 0 0,1-1-1 0 0,-1 1 1 0 0,1-1 0 0 0,0 0 0 0 0,0 0-1 0 0,-1 0 1 0 0,1 0 0 0 0,0 0 0 0 0,0 0 0 0 0,0 0-1 0 0,3 0 1 0 0,-1 1-66 0 0,9 2-413 0 0,0 0 1 0 0,0 0-1 0 0,1-1 0 0 0,-1-1 1 0 0,19 1-1 0 0,68-3-3804 0 0,-80 0 3112 0 0,21-2-2653 0 0,5-1-1708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14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397 216 572 0 0,'-4'-17'1553'0'0,"1"0"-1"0"0,0-1 1 0 0,1 1-1 0 0,1-1 1 0 0,0 1-1 0 0,5-34 1 0 0,-2-9 4045 0 0,-1 62-5349 0 0,0 1-1 0 0,-1 0 1 0 0,1 0 0 0 0,-1 0 0 0 0,0 0 0 0 0,0 0 0 0 0,0 4 0 0 0,-10 91 2894 0 0,-34 150-1 0 0,22-143-2029 0 0,-76 419 1430 0 0,-46 231 1254 0 0,96-564-3797 0 0,48-191 0 0 0,0 1 0 0 0,0 0 1 0 0,0-1-1 0 0,0 1 0 0 0,-1 0 0 0 0,1 0 0 0 0,0-1 1 0 0,0 1-1 0 0,0 0 0 0 0,-1-1 0 0 0,1 1 0 0 0,0 0 1 0 0,-1-1-1 0 0,1 1 0 0 0,-1 0 0 0 0,1-1 0 0 0,-1 1 1 0 0,1-1-1 0 0,-1 1 0 0 0,1-1 0 0 0,-1 1 0 0 0,-1 0-150 0 0,-9-17-4849 0 0,8-8 2669 0 0,1 1 0 0 0,2-1 0 0 0,0 0 0 0 0,4-27 1 0 0,-1 10-244 0 0,0-10-1860 0 0,2-7-2130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14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0 201 1844 0 0,'2'-15'1430'0'0,"0"-1"262"0"0,0-1-1 0 0,1 1 1 0 0,10-29 0 0 0,-11 40-1469 0 0,1 0 0 0 0,-1 0 0 0 0,1 0 0 0 0,0 1 1 0 0,0-1-1 0 0,0 1 0 0 0,0 0 0 0 0,1 0 1 0 0,0 0-1 0 0,0 1 0 0 0,0-1 0 0 0,0 1 0 0 0,1 0 1 0 0,-1 0-1 0 0,1 0 0 0 0,5-2 0 0 0,2 0 83 0 0,0 1-1 0 0,1 0 1 0 0,0 1-1 0 0,0 1 0 0 0,0 0 1 0 0,0 1-1 0 0,0 0 1 0 0,0 0-1 0 0,0 2 0 0 0,0 0 1 0 0,0 0-1 0 0,14 4 1 0 0,-16-3-169 0 0,0 1 0 0 0,-1 0 0 0 0,1 0 0 0 0,-1 1 1 0 0,0 1-1 0 0,0 0 0 0 0,0 0 0 0 0,-1 0 1 0 0,1 2-1 0 0,-2-1 0 0 0,1 1 0 0 0,-1 0 0 0 0,0 1 1 0 0,13 15-1 0 0,-18-19-93 0 0,-1-1 1 0 0,1 1-1 0 0,-1 0 1 0 0,0 0-1 0 0,0 1 1 0 0,0-1-1 0 0,-1 0 1 0 0,0 0-1 0 0,1 1 1 0 0,-1-1-1 0 0,-1 1 1 0 0,1-1-1 0 0,-1 1 1 0 0,0-1-1 0 0,0 1 1 0 0,-1 7-1 0 0,0-6-8 0 0,-1-1 1 0 0,0 1-1 0 0,0-1 1 0 0,0 1-1 0 0,-1-1 0 0 0,0 0 1 0 0,0 0-1 0 0,0 0 0 0 0,0 0 1 0 0,-1-1-1 0 0,-6 8 0 0 0,0-3-7 0 0,-1 0 0 0 0,0-1-1 0 0,0 0 1 0 0,-1 0 0 0 0,1-1-1 0 0,-2-1 1 0 0,1 0-1 0 0,-1-1 1 0 0,0 0 0 0 0,-17 4-1 0 0,20-7-396 0 0,-1-1-1 0 0,-19 2 0 0 0,24-3-259 0 0,0 0 0 0 0,1-1 0 0 0,-1 0 1 0 0,0 0-1 0 0,1 0 0 0 0,-7-2 0 0 0,11 2 497 0 0,1 1-1 0 0,-1 0 1 0 0,1-1 0 0 0,-1 1-1 0 0,1-1 1 0 0,-1 1 0 0 0,1 0-1 0 0,0-1 1 0 0,-1 1 0 0 0,1-1-1 0 0,0 1 1 0 0,0-1 0 0 0,-1 0-1 0 0,1 1 1 0 0,0-1 0 0 0,0 1-1 0 0,0-1 1 0 0,0 1 0 0 0,0-1-1 0 0,-1 0 1 0 0,1 1-1 0 0,0-1 1 0 0,0 1 0 0 0,1-1-1 0 0,-1 1 1 0 0,0-1 0 0 0,0 0-1 0 0,0 1 1 0 0,0-1 0 0 0,0 1-1 0 0,1-1 1 0 0,-1 1 0 0 0,0-1-1 0 0,1 0 1 0 0,9-19-2821 0 0,-2 8 295 0 0,1-1-603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14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1 203 1844 0 0,'94'-88'10006'0'0,"-92"87"-9853"0"0,0-1 0 0 0,0 1-1 0 0,0-1 1 0 0,0 1-1 0 0,0 0 1 0 0,0 0-1 0 0,0 0 1 0 0,0 0 0 0 0,0 0-1 0 0,0 1 1 0 0,0-1-1 0 0,1 0 1 0 0,-1 1-1 0 0,0 0 1 0 0,1 0 0 0 0,-1-1-1 0 0,0 1 1 0 0,1 1-1 0 0,3-1 1 0 0,-3 1-16 0 0,0 0 0 0 0,0 1 1 0 0,0-1-1 0 0,0 1 1 0 0,0-1-1 0 0,0 1 0 0 0,-1 0 1 0 0,1 0-1 0 0,-1 0 0 0 0,1 0 1 0 0,-1 1-1 0 0,3 3 0 0 0,2 4 50 0 0,0 0 0 0 0,-1 0 0 0 0,0 1 0 0 0,-1 0-1 0 0,0 0 1 0 0,5 18 0 0 0,-4 0-38 0 0,0 0 1 0 0,-2 0-1 0 0,-1 0 1 0 0,-1 35-1 0 0,0-38 52 0 0,3-22-87 0 0,3-14-83 0 0,10-21-103 0 0,39-53 0 0 0,-48 72 44 0 0,1 1 0 0 0,0 0 0 0 0,1 1 0 0 0,0 0 0 0 0,0 1 0 0 0,1 0 0 0 0,17-8 0 0 0,-25 14 19 0 0,1 1 0 0 0,0 0-1 0 0,0 1 1 0 0,0-1 0 0 0,0 1-1 0 0,1 0 1 0 0,-1 1 0 0 0,0-1-1 0 0,0 1 1 0 0,1 0 0 0 0,-1 0-1 0 0,0 0 1 0 0,0 1 0 0 0,10 2-1 0 0,5 3 32 0 0,-1 0-1 0 0,30 16 0 0 0,-30-14 39 0 0,33 12-1 0 0,-45-18-43 0 0,-1-1 0 0 0,0 1 0 0 0,1-1 0 0 0,-1-1 0 0 0,1 1 0 0 0,-1-1 0 0 0,13-2-1 0 0,-15 1-21 0 0,-1 1 0 0 0,0-1 0 0 0,1 0-1 0 0,-1-1 1 0 0,0 1 0 0 0,0 0-1 0 0,0-1 1 0 0,0 0 0 0 0,0 0-1 0 0,0 0 1 0 0,-1 0 0 0 0,1 0 0 0 0,0-1-1 0 0,-1 1 1 0 0,0-1 0 0 0,0 1-1 0 0,3-4 1 0 0,1-5-53 0 0,0 0 0 0 0,-1-1-1 0 0,0 1 1 0 0,-1-1 0 0 0,0 0 0 0 0,0-1 0 0 0,-2 1-1 0 0,1 0 1 0 0,-2-1 0 0 0,0 0 0 0 0,0 1 0 0 0,-1-1-1 0 0,0 1 1 0 0,-5-24 0 0 0,5 35 51 0 0,0-1-1 0 0,-1 0 1 0 0,1 0 0 0 0,-1 1-1 0 0,1-1 1 0 0,-1 1-1 0 0,0-1 1 0 0,0 0 0 0 0,0 1-1 0 0,0-1 1 0 0,0 1 0 0 0,0 0-1 0 0,0-1 1 0 0,0 1 0 0 0,0 0-1 0 0,-1 0 1 0 0,1 0-1 0 0,0 0 1 0 0,-1 0 0 0 0,1 0-1 0 0,-1 0 1 0 0,1 0 0 0 0,-1 0-1 0 0,-2 0 1 0 0,1 0 5 0 0,0 1-1 0 0,0 0 1 0 0,0 0-1 0 0,0 0 1 0 0,0 0-1 0 0,0 1 1 0 0,0-1 0 0 0,0 1-1 0 0,0 0 1 0 0,1 0-1 0 0,-1 0 1 0 0,-5 2 0 0 0,-4 3 21 0 0,1 1 1 0 0,0 0-1 0 0,0 1 1 0 0,1 0-1 0 0,-13 12 1 0 0,7-3 48 0 0,1 0 0 0 0,0 0 0 0 0,2 2 0 0 0,-18 29 0 0 0,26-40-61 0 0,1 1 0 0 0,0 0-1 0 0,0 0 1 0 0,1 0-1 0 0,0 1 1 0 0,0-1-1 0 0,1 1 1 0 0,0-1 0 0 0,1 1-1 0 0,0 0 1 0 0,1-1-1 0 0,0 1 1 0 0,2 11-1 0 0,-1-17-160 0 0,0 0 0 0 0,0 0 0 0 0,0 0 0 0 0,1 0-1 0 0,0 0 1 0 0,0-1 0 0 0,0 1 0 0 0,0 0-1 0 0,1-1 1 0 0,-1 0 0 0 0,1 1 0 0 0,0-1 0 0 0,0 0-1 0 0,0 0 1 0 0,0-1 0 0 0,1 1 0 0 0,-1-1 0 0 0,1 0-1 0 0,0 1 1 0 0,4 1 0 0 0,3 1-1011 0 0,1-1 0 0 0,-1 0 0 0 0,1-1 0 0 0,-1 0 0 0 0,1-1 0 0 0,13 1 0 0 0,3-1-3169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15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58 740 0 0,'0'-3'985'0'0,"1"-1"0"0"0,-1 0-1 0 0,0 0 1 0 0,0 1 0 0 0,0-1 0 0 0,0 0 0 0 0,-1 0-1 0 0,-1-7 1 0 0,2 10-846 0 0,-1 0-1 0 0,1 0 1 0 0,-1 0-1 0 0,0 0 1 0 0,1 0-1 0 0,-1 0 1 0 0,0 0 0 0 0,0 0-1 0 0,0 1 1 0 0,0-1-1 0 0,0 0 1 0 0,0 0-1 0 0,0 1 1 0 0,0-1-1 0 0,0 0 1 0 0,0 1-1 0 0,0-1 1 0 0,0 1 0 0 0,0 0-1 0 0,0-1 1 0 0,0 1-1 0 0,-1 0 1 0 0,1-1-1 0 0,0 1 1 0 0,0 0-1 0 0,0 0 1 0 0,0 0-1 0 0,-1 0 1 0 0,1 0 0 0 0,0 1-1 0 0,-2-1 1 0 0,-5 2 166 0 0,0-1 1 0 0,1 2 0 0 0,-1-1-1 0 0,1 1 1 0 0,-1 0 0 0 0,1 0-1 0 0,0 1 1 0 0,-8 5 0 0 0,-49 40 736 0 0,63-49-1022 0 0,-13 12 142 0 0,1 0 0 0 0,0 1 0 0 0,0 0 0 0 0,2 1-1 0 0,-17 25 1 0 0,24-33-139 0 0,1 0-1 0 0,0 0 1 0 0,0 0-1 0 0,1 0 1 0 0,0 1-1 0 0,0-1 1 0 0,1 1-1 0 0,-2 7 1 0 0,3-10-43 0 0,0 0 1 0 0,0 0 0 0 0,0 0-1 0 0,1 0 1 0 0,-1 0 0 0 0,1 0 0 0 0,0-1-1 0 0,0 1 1 0 0,0 0 0 0 0,1 0-1 0 0,-1-1 1 0 0,1 1 0 0 0,0-1 0 0 0,0 1-1 0 0,3 2 1 0 0,-1-1-300 0 0,0-1 0 0 0,0 0-1 0 0,1 0 1 0 0,-1 0 0 0 0,1-1 0 0 0,0 0-1 0 0,1 0 1 0 0,-1 0 0 0 0,0 0 0 0 0,1-1 0 0 0,-1 0-1 0 0,1 0 1 0 0,8 1 0 0 0,0 0-1214 0 0,0-1 1 0 0,0 0-1 0 0,0-1 0 0 0,22-1 1 0 0,-8-3-2647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15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206 192 1260 0 0,'15'-25'14933'0'0,"-16"26"-14564"0"0,-7 9 592 0 0,8-9-908 0 0,-1 0-1 0 0,1 0 1 0 0,-1 0-1 0 0,1 0 1 0 0,0 0 0 0 0,-1 0-1 0 0,1 0 1 0 0,0 0-1 0 0,0 0 1 0 0,0 0 0 0 0,-1 0-1 0 0,1 0 1 0 0,0 0-1 0 0,1 0 1 0 0,-1 0 0 0 0,0 0-1 0 0,0 0 1 0 0,0 0-1 0 0,1 0 1 0 0,-1 0 0 0 0,0 0-1 0 0,1 0 1 0 0,-1 0-1 0 0,1 1 1 0 0,1-1 3 0 0,-1 1-1 0 0,0-1 1 0 0,1 0-1 0 0,-1 0 1 0 0,1 1-1 0 0,-1-1 0 0 0,1 0 1 0 0,-1-1-1 0 0,1 1 1 0 0,0 0-1 0 0,0 0 1 0 0,3 0-1 0 0,0 1-3 0 0,0-1-1 0 0,1-1 0 0 0,-1 1 0 0 0,0-1 0 0 0,1 0 0 0 0,-1 0 0 0 0,0 0 0 0 0,1-1 1 0 0,-1 1-1 0 0,7-3 0 0 0,-5 0-46 0 0,0-1 1 0 0,0 0 0 0 0,0 0-1 0 0,-1 0 1 0 0,1-1 0 0 0,-1 0-1 0 0,0 0 1 0 0,-1-1-1 0 0,1 0 1 0 0,-1 0 0 0 0,0 0-1 0 0,-1 0 1 0 0,0-1 0 0 0,0 1-1 0 0,0-1 1 0 0,-1 0-1 0 0,1-1 1 0 0,-2 1 0 0 0,1 0-1 0 0,-1-1 1 0 0,0 0-1 0 0,-1 1 1 0 0,0-1 0 0 0,0 0-1 0 0,-1 0 1 0 0,1 0 0 0 0,-3-13-1 0 0,2 20-11 0 0,0 0 0 0 0,-1-1 0 0 0,1 1 0 0 0,0 0 0 0 0,-1-1 0 0 0,1 1 0 0 0,-1 0 0 0 0,1 0 0 0 0,-1 0 0 0 0,0-1 0 0 0,0 1 0 0 0,1 0 0 0 0,-1 0 0 0 0,0 0 0 0 0,0 0 0 0 0,0 0 0 0 0,0 0 0 0 0,0 0 0 0 0,0 1 1 0 0,-1-1-1 0 0,1 0 0 0 0,0 1 0 0 0,-2-2 0 0 0,1 2 2 0 0,-1-1 0 0 0,0 0-1 0 0,0 1 1 0 0,1 0 0 0 0,-1 0 0 0 0,0 0 0 0 0,0 0 0 0 0,0 0 0 0 0,1 0 0 0 0,-6 2 0 0 0,-5 2 12 0 0,1 0-1 0 0,0 1 1 0 0,-21 11 0 0 0,-9 7 228 0 0,-55 40 1 0 0,79-49-160 0 0,0 1 0 0 0,0 1 0 0 0,1 0 0 0 0,1 1 0 0 0,-13 20 0 0 0,25-33-50 0 0,1 1 0 0 0,0 0-1 0 0,0 0 1 0 0,0 0 0 0 0,1 0-1 0 0,0 1 1 0 0,0-1 0 0 0,0 1 0 0 0,1-1-1 0 0,-2 11 1 0 0,3-13-17 0 0,0 0 0 0 0,0 0 0 0 0,0 0 0 0 0,1 0 0 0 0,-1 0 0 0 0,1 0 0 0 0,0-1 0 0 0,0 1 0 0 0,0 0 0 0 0,0 0 0 0 0,0-1 0 0 0,1 1 0 0 0,-1-1 0 0 0,1 1 0 0 0,0-1 0 0 0,-1 0 0 0 0,1 0 0 0 0,0 0 0 0 0,1 0 0 0 0,-1 0 0 0 0,0 0 0 0 0,5 3 0 0 0,3 1-88 0 0,1-1 0 0 0,0 1 0 0 0,0-2 0 0 0,1 1 0 0 0,-1-2 0 0 0,1 1 0 0 0,0-2 0 0 0,0 1 0 0 0,0-2 0 0 0,14 1 0 0 0,10-1-1400 0 0,0-2-1 0 0,41-6 0 0 0,-47 3-1561 0 0,-1-2-1 0 0,43-14 0 0 0,-40 10-1720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17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417 641 468 0 0,'-1'-7'1429'0'0,"0"1"-1"0"0,-1-1 0 0 0,0 1 1 0 0,-1 0-1 0 0,-3-9 1 0 0,4 11-1170 0 0,0 0 0 0 0,-1 1 1 0 0,1 0-1 0 0,-1-1 0 0 0,1 1 1 0 0,-1 0-1 0 0,0 0 0 0 0,0 0 0 0 0,0 1 1 0 0,-1-1-1 0 0,1 1 0 0 0,-1 0 0 0 0,1 0 1 0 0,-1 0-1 0 0,-6-3 0 0 0,6 5-219 0 0,1-1 0 0 0,-1 1 0 0 0,0-1 0 0 0,1 1 0 0 0,-1 0 0 0 0,0 0 0 0 0,1 1 0 0 0,-1-1 0 0 0,1 1 0 0 0,-1-1 0 0 0,0 1 0 0 0,1 0 0 0 0,0 1 0 0 0,-1-1 0 0 0,-3 2 1 0 0,-6 5 56 0 0,0-1 0 0 0,-14 11 0 0 0,20-13-43 0 0,-16 11 20 0 0,1 2 1 0 0,0 0 0 0 0,2 2 0 0 0,0 0-1 0 0,1 1 1 0 0,1 1 0 0 0,1 1 0 0 0,1 1-1 0 0,-20 38 1 0 0,34-57-56 0 0,0-1-1 0 0,0 1 0 0 0,0 0 1 0 0,0 0-1 0 0,1 0 1 0 0,0 0-1 0 0,0 0 1 0 0,1 1-1 0 0,-1-1 1 0 0,1 6-1 0 0,0-9-11 0 0,1 0 0 0 0,-1 0 1 0 0,1-1-1 0 0,-1 1 0 0 0,1 0 0 0 0,0 0 0 0 0,-1 0 0 0 0,1 0 0 0 0,0-1 0 0 0,0 1 0 0 0,0 0 1 0 0,1-1-1 0 0,-1 1 0 0 0,0-1 0 0 0,1 1 0 0 0,-1-1 0 0 0,1 1 0 0 0,-1-1 0 0 0,1 0 0 0 0,0 0 1 0 0,-1 0-1 0 0,1 0 0 0 0,0 0 0 0 0,0 0 0 0 0,0-1 0 0 0,-1 1 0 0 0,1 0 0 0 0,3 0 0 0 0,4 0-5 0 0,1 0-1 0 0,-1 0 0 0 0,0 0 1 0 0,1-1-1 0 0,-1 0 0 0 0,1-1 1 0 0,-1 0-1 0 0,0-1 0 0 0,0 0 1 0 0,0 0-1 0 0,0-1 0 0 0,0 0 1 0 0,0-1-1 0 0,0 0 0 0 0,-1 0 1 0 0,0-1-1 0 0,9-6 0 0 0,0-1-93 0 0,0-1 1 0 0,0-2-1 0 0,-1 1 0 0 0,-1-2 0 0 0,0 0 0 0 0,15-24 0 0 0,-8 8-71 0 0,-2-2 0 0 0,-2 0 0 0 0,-1-1 0 0 0,-1-1 0 0 0,12-45-1 0 0,-7 6 70 0 0,19-124 0 0 0,-24 4 669 0 0,-15 178-466 0 0,-1 12-105 0 0,-1 1 0 0 0,1 0 1 0 0,0 0-1 0 0,-1 0 0 0 0,0-1 0 0 0,-2-5 0 0 0,2 10-7 0 0,0 1 0 0 0,1-1-1 0 0,-1 0 1 0 0,0 0 0 0 0,0 1 0 0 0,0-1-1 0 0,1 0 1 0 0,-1 1 0 0 0,0-1 0 0 0,1 1 0 0 0,-1-1-1 0 0,0 1 1 0 0,1-1 0 0 0,-1 1 0 0 0,1-1 0 0 0,-1 1-1 0 0,1-1 1 0 0,-1 1 0 0 0,1 0 0 0 0,-1-1 0 0 0,0 2-1 0 0,-14 30 50 0 0,1 1-1 0 0,1 0 0 0 0,2 0 1 0 0,-8 39-1 0 0,4-13 73 0 0,1-13-32 0 0,-48 196 431 0 0,54-201-390 0 0,2 0 0 0 0,2 1 0 0 0,1 80 0 0 0,4-111-110 0 0,1 1 0 0 0,0-1 0 0 0,1 1-1 0 0,0-1 1 0 0,0 0 0 0 0,1 0-1 0 0,1 0 1 0 0,0 0 0 0 0,0-1 0 0 0,1 0-1 0 0,0 0 1 0 0,1 0 0 0 0,0-1-1 0 0,12 12 1 0 0,-14-16-102 0 0,0 0 0 0 0,0-1 0 0 0,1 0 0 0 0,-1 0 1 0 0,1 0-1 0 0,0-1 0 0 0,0 0 0 0 0,0 0 0 0 0,0 0 0 0 0,1-1 0 0 0,-1 0 0 0 0,1 0 0 0 0,0-1 0 0 0,-1 1 0 0 0,1-2 0 0 0,0 1 0 0 0,0-1 1 0 0,-1 0-1 0 0,1 0 0 0 0,0 0 0 0 0,0-1 0 0 0,-1-1 0 0 0,1 1 0 0 0,0-1 0 0 0,-1 0 0 0 0,7-3 0 0 0,1-2-50 0 0,0 0 0 0 0,-1-1 0 0 0,0-1-1 0 0,-1 0 1 0 0,0-1 0 0 0,0 0 0 0 0,-1-1-1 0 0,0 0 1 0 0,-1-1 0 0 0,0 0 0 0 0,8-14-1 0 0,7-14 139 0 0,-1-1 0 0 0,22-56 0 0 0,-29 62 660 0 0,-9 20-108 0 0,-1 0 1 0 0,-1-1-1 0 0,7-25 1 0 0,-45 135 1322 0 0,-10 28-1090 0 0,39-108-759 0 0,-18 76 343 0 0,19-82-383 0 0,1 1 0 0 0,1-1 0 0 0,-1 0 0 0 0,1 1 0 0 0,1-1-1 0 0,0 1 1 0 0,0-1 0 0 0,3 12 0 0 0,5-6-899 0 0,-8-14 428 0 0,1 1 0 0 0,-1 0 1 0 0,0-1-1 0 0,1 1 0 0 0,-1-1 0 0 0,1 0 1 0 0,-1 1-1 0 0,0-1 0 0 0,1 0 0 0 0,-1 0 0 0 0,1 0 1 0 0,-1 0-1 0 0,1 0 0 0 0,-1 0 0 0 0,1 0 0 0 0,-1 0 1 0 0,0-1-1 0 0,1 1 0 0 0,2-2 0 0 0,9-4-4405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17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140 159 740 0 0,'-42'-46'6648'0'0,"-36"-41"278"0"0,74 82-7128 0 0,-12-15-322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20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48 1512 0 0,'1'-3'2048'0'0,"8"-31"3737"0"0,-9 32-5242 0 0,0 1-467 0 0,0 1 0 0 0,0 0 0 0 0,1-1 1 0 0,-1 1-1 0 0,0 0 0 0 0,0-1 0 0 0,0 1 1 0 0,0 0-1 0 0,0 0 0 0 0,0-1 0 0 0,0 1 1 0 0,1 0-1 0 0,-1-1 0 0 0,0 1 1 0 0,0 0-1 0 0,0-1 0 0 0,1 1 0 0 0,-1 0 1 0 0,0 0-1 0 0,0 0 0 0 0,1-1 0 0 0,-1 1 1 0 0,0 0-1 0 0,0 0 0 0 0,1 0 0 0 0,-1-1 1 0 0,0 1-1 0 0,1 0 0 0 0,-1 0 1 0 0,1 0-1 0 0,2 6 143 0 0,-1 1 0 0 0,1-1 0 0 0,-1 1-1 0 0,-1-1 1 0 0,1 1 0 0 0,-1 0 0 0 0,0 0 0 0 0,-1-1 0 0 0,0 1 0 0 0,0 10 0 0 0,-10 72 526 0 0,4-50-594 0 0,-1-1 0 0 0,-3 0 0 0 0,-1 0 0 0 0,-25 59-1 0 0,32-89-124 0 0,3-5-15 0 0,0 1-1 0 0,-1-1 1 0 0,0 0-1 0 0,1 1 1 0 0,-1-1 0 0 0,0 0-1 0 0,-1 0 1 0 0,1 0-1 0 0,0-1 1 0 0,-1 1-1 0 0,1 0 1 0 0,-4 1-1 0 0,4-3-4 0 0,-2-4-20 0 0,4 3 14 0 0,0 0-1 0 0,-1-1 1 0 0,1 1-1 0 0,0 0 1 0 0,-1 0-1 0 0,1 0 1 0 0,0 0-1 0 0,0 0 1 0 0,-1 0 0 0 0,1 0-1 0 0,0-1 1 0 0,0 1-1 0 0,-1 0 1 0 0,1 0-1 0 0,0 0 1 0 0,0 0-1 0 0,0-1 1 0 0,-1 1-1 0 0,1 0 1 0 0,0 0 0 0 0,0-1-1 0 0,0 1 1 0 0,0 0-1 0 0,0 0 1 0 0,-1-1-1 0 0,1 1 1 0 0,0 0-1 0 0,0 0 1 0 0,0-1-1 0 0,0 1 1 0 0,0 0 0 0 0,0-1-1 0 0,0 1 1 0 0,0-1-1 0 0,1-13-23 0 0,0 0 0 0 0,1 0 0 0 0,1 1 0 0 0,0-1 0 0 0,1 1 0 0 0,8-19 0 0 0,0 2-30 0 0,31-49 0 0 0,-32 61 11 0 0,2 0 1 0 0,0 0-1 0 0,1 1 0 0 0,1 1 0 0 0,32-28 1 0 0,-38 37 30 0 0,0 1 0 0 0,0 0 1 0 0,0 0-1 0 0,1 1 1 0 0,0 1-1 0 0,11-4 0 0 0,-15 6 18 0 0,1 0 0 0 0,-1 0 0 0 0,1 1 0 0 0,-1 0 1 0 0,1 1-1 0 0,-1 0 0 0 0,1 0 0 0 0,0 0 0 0 0,-1 1 0 0 0,13 2 0 0 0,-14-2 18 0 0,1 1-1 0 0,-1 0 1 0 0,0 0 0 0 0,0 0-1 0 0,0 0 1 0 0,0 1 0 0 0,0 0 0 0 0,0 0-1 0 0,-1 0 1 0 0,1 1 0 0 0,-1-1 0 0 0,0 1-1 0 0,0 0 1 0 0,-1 1 0 0 0,1-1 0 0 0,-1 0-1 0 0,0 1 1 0 0,5 8 0 0 0,-5-4-77 0 0,1 0 0 0 0,-1 0 1 0 0,-1 0-1 0 0,1 1 1 0 0,-2-1-1 0 0,1 1 0 0 0,-2 0 1 0 0,1-1-1 0 0,-1 1 0 0 0,-1 9 1 0 0,-1-5-617 0 0,0 9-1811 0 0,1-21 1921 0 0,1 0 0 0 0,0 0 0 0 0,1-1 0 0 0,-1 1 0 0 0,0 0 0 0 0,0 0 0 0 0,1-1 0 0 0,-1 1 0 0 0,1 0 0 0 0,1 1 0 0 0,3 7-3362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21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769 128 1848 0 0,'9'-20'2098'0'0,"-3"10"-796"0"0,-1 0 1 0 0,-1 0-1 0 0,0-1 0 0 0,0 0 0 0 0,-1 0 1 0 0,0 0-1 0 0,2-22 0 0 0,-23 34-475 0 0,11 1-673 0 0,-1 1-1 0 0,1 0 0 0 0,0 1 1 0 0,0-1-1 0 0,0 2 1 0 0,1-1-1 0 0,-1 1 0 0 0,1 0 1 0 0,-9 9-1 0 0,3-3 4 0 0,-101 94 544 0 0,98-90-644 0 0,0 2 0 0 0,2 0-1 0 0,0 1 1 0 0,1 0-1 0 0,-10 21 1 0 0,21-36-53 0 0,-1 0 0 0 0,1-1 0 0 0,0 1 1 0 0,0 0-1 0 0,0 0 0 0 0,0 0 0 0 0,1 0 0 0 0,-1 0 0 0 0,1 0 0 0 0,0 0 0 0 0,-1 0 1 0 0,1 0-1 0 0,1 0 0 0 0,-1 0 0 0 0,0 0 0 0 0,1 0 0 0 0,-1 0 0 0 0,1 0 1 0 0,0 0-1 0 0,0 0 0 0 0,0 0 0 0 0,3 3 0 0 0,-2-4-2 0 0,0 1 1 0 0,0-1-1 0 0,0 0 0 0 0,1 0 1 0 0,-1 0-1 0 0,1 0 0 0 0,0 0 0 0 0,0 0 1 0 0,-1-1-1 0 0,1 1 0 0 0,0-1 1 0 0,0 0-1 0 0,1 0 0 0 0,-1 0 1 0 0,0 0-1 0 0,0-1 0 0 0,0 1 0 0 0,0-1 1 0 0,1 0-1 0 0,4 0 0 0 0,1-1-1 0 0,0 0-1 0 0,0-1 1 0 0,-1 0 0 0 0,1 0-1 0 0,0-1 1 0 0,-1 0-1 0 0,0 0 1 0 0,0-1-1 0 0,0 0 1 0 0,0 0 0 0 0,0-1-1 0 0,-1 0 1 0 0,0-1-1 0 0,0 1 1 0 0,-1-1-1 0 0,9-10 1 0 0,9-12-18 0 0,0-1 0 0 0,29-48 1 0 0,-49 70 15 0 0,7-11 3 0 0,-7 12-16 0 0,0-1 1 0 0,0 1-1 0 0,1-1 0 0 0,-1 1 0 0 0,1 0 0 0 0,1 1 0 0 0,8-8 0 0 0,-14 13 19 0 0,1 0 0 0 0,-1 0 0 0 0,0 0 0 0 0,1 0 0 0 0,-1 0 0 0 0,0 0 0 0 0,0 0 0 0 0,1 0 0 0 0,-1 1 0 0 0,0-1-1 0 0,0 0 1 0 0,1 0 0 0 0,-1 0 0 0 0,0 0 0 0 0,0 1 0 0 0,1-1 0 0 0,-1 0 0 0 0,0 0 0 0 0,0 0 0 0 0,0 1 0 0 0,1-1 0 0 0,-1 0-1 0 0,0 1 1 0 0,0-1 0 0 0,0 0 0 0 0,0 0 0 0 0,0 1 0 0 0,0-1 0 0 0,1 0 0 0 0,-1 0 0 0 0,0 1 0 0 0,0 0 0 0 0,3 10 196 0 0,-3 30 566 0 0,-2 0-1 0 0,-1 0 1 0 0,-16 66 0 0 0,9-47-255 0 0,-34 166 878 0 0,-126 381 1 0 0,149-545-1136 0 0,-54 108 1 0 0,64-150-68 0 0,0-1 0 0 0,-2 1 0 0 0,0-2-1 0 0,-1 0 1 0 0,-1 0 0 0 0,-1-2 0 0 0,0 0-1 0 0,-36 27 1 0 0,43-38-136 0 0,0 0-1 0 0,0 0 1 0 0,-1-1-1 0 0,0 0 1 0 0,0 0-1 0 0,0-2 1 0 0,0 1-1 0 0,-1-1 1 0 0,1 0-1 0 0,0-1 1 0 0,-1-1-1 0 0,0 1 1 0 0,1-2-1 0 0,-1 1 1 0 0,1-1 0 0 0,-1-1-1 0 0,1 0 1 0 0,0-1-1 0 0,-11-3 1 0 0,11 2-63 0 0,0 1 0 0 0,1-2 0 0 0,-1 1 0 0 0,1-1 1 0 0,0-1-1 0 0,1 0 0 0 0,-1 0 0 0 0,1 0 1 0 0,0-1-1 0 0,1 0 0 0 0,-1-1 0 0 0,1 0 0 0 0,1 0 1 0 0,0 0-1 0 0,0-1 0 0 0,0 0 0 0 0,1 0 0 0 0,1-1 1 0 0,-5-12-1 0 0,7 15-251 0 0,0 0-1 0 0,0-1 1 0 0,1 1 0 0 0,0 0-1 0 0,1-1 1 0 0,-1 1 0 0 0,2-1-1 0 0,-1 0 1 0 0,1 1 0 0 0,0 0-1 0 0,3-11 1 0 0,-1 7-254 0 0,2 0 0 0 0,-1 0 0 0 0,1 0 0 0 0,1 0 0 0 0,0 1-1 0 0,11-15 1 0 0,3 1-1833 0 0,2 0-1 0 0,0 1 1 0 0,2 2-1 0 0,37-27 1 0 0,-16 16-4395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22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70 859 1976 0 0,'-2'1'1842'0'0,"-8"2"253"0"0,1 1 0 0 0,0 0 1 0 0,-15 10-1 0 0,23-13-1863 0 0,-1 0-1 0 0,1 0 1 0 0,0 0 0 0 0,0 1-1 0 0,-1-1 1 0 0,1 0 0 0 0,0 1-1 0 0,0-1 1 0 0,0 1 0 0 0,0-1-1 0 0,0 3 1 0 0,1-4-158 0 0,-1 1 1 0 0,1-1 0 0 0,0 1-1 0 0,0 0 1 0 0,0-1-1 0 0,-1 1 1 0 0,1-1-1 0 0,0 1 1 0 0,0-1-1 0 0,0 1 1 0 0,0 0-1 0 0,0-1 1 0 0,0 1 0 0 0,0-1-1 0 0,1 1 1 0 0,-1 0-1 0 0,0-1 1 0 0,0 1-1 0 0,0-1 1 0 0,0 1-1 0 0,1-1 1 0 0,-1 1-1 0 0,0-1 1 0 0,1 1 0 0 0,-1-1-1 0 0,0 1 1 0 0,1 0-1 0 0,1 0 223 0 0,-1-1-259 0 0,1 1 0 0 0,-1-1 0 0 0,1 0 0 0 0,-1 0 0 0 0,1 0 0 0 0,-1 0 0 0 0,1 0 0 0 0,-1 0 1 0 0,1 0-1 0 0,1-1 0 0 0,4 1 10 0 0,0-1 0 0 0,-1 0 0 0 0,1 0 0 0 0,-1-1 1 0 0,1 0-1 0 0,-1 0 0 0 0,0 0 0 0 0,1-1 0 0 0,-1 0 1 0 0,7-4-1 0 0,5-5 3 0 0,27-23-1 0 0,-43 33-46 0 0,17-15 13 0 0,0-2 0 0 0,-2 0 0 0 0,0-1 0 0 0,-1 0 0 0 0,-1-2-1 0 0,19-35 1 0 0,-7 4-44 0 0,34-100-1 0 0,-39 85-135 0 0,-3-1-1 0 0,16-122 1 0 0,-35 190 158 0 0,1 0 1 0 0,-1 0-1 0 0,0 0 1 0 0,0 1 0 0 0,0-1-1 0 0,0 0 1 0 0,0 0 0 0 0,0 0-1 0 0,0 0 1 0 0,0 0-1 0 0,-1 0 1 0 0,1 0 0 0 0,0 0-1 0 0,0 0 1 0 0,-1 1-1 0 0,1-1 1 0 0,-1-1 0 0 0,1 2 2 0 0,-1 0 1 0 0,1-1 0 0 0,0 1-1 0 0,-1 0 1 0 0,1 0 0 0 0,0 0-1 0 0,-1 0 1 0 0,1 0 0 0 0,-1 0 0 0 0,1 0-1 0 0,0 0 1 0 0,-1 0 0 0 0,1 0-1 0 0,0 0 1 0 0,-1 0 0 0 0,1 0-1 0 0,0 0 1 0 0,-1 0 0 0 0,1 1-1 0 0,0-1 1 0 0,-1 0 0 0 0,1 0 0 0 0,0 0-1 0 0,-1 1 1 0 0,1-1 0 0 0,0 0-1 0 0,-1 1 1 0 0,-23 23-17 0 0,-1 12 31 0 0,2 0 0 0 0,-24 50 1 0 0,-29 81 94 0 0,55-119-37 0 0,-21 78-1 0 0,37-109-51 0 0,2-1 1 0 0,0 1 0 0 0,1 0-1 0 0,0 0 1 0 0,2 0-1 0 0,0 0 1 0 0,0 0-1 0 0,6 29 1 0 0,-4-39-24 0 0,0-1 0 0 0,1 1 0 0 0,-1 0 0 0 0,1-1 0 0 0,1 1 0 0 0,-1-1 0 0 0,1 0 0 0 0,0 0 0 0 0,0-1 0 0 0,1 1 0 0 0,0-1 0 0 0,0 0 0 0 0,0 0 0 0 0,0 0 0 0 0,1-1 0 0 0,0 0 0 0 0,0 0 0 0 0,0 0 0 0 0,0-1 0 0 0,1 0 0 0 0,-1 0 0 0 0,1 0 0 0 0,0-1 0 0 0,12 2 0 0 0,-8-1-94 0 0,-1-2 1 0 0,1 1-1 0 0,0-2 0 0 0,0 1 1 0 0,0-2-1 0 0,0 1 0 0 0,0-1 1 0 0,0-1-1 0 0,-1 0 0 0 0,1-1 1 0 0,-1 0-1 0 0,1 0 0 0 0,-1-1 1 0 0,0 0-1 0 0,15-9 0 0 0,-8 1-83 0 0,-1-1-1 0 0,-1-1 0 0 0,0 0 1 0 0,0-1-1 0 0,-2 0 0 0 0,0-2 1 0 0,-1 1-1 0 0,0-1 1 0 0,15-31-1 0 0,-5 1-82 0 0,-2 0 1 0 0,25-85-1 0 0,-13 11 377 0 0,31-239 0 0 0,-63 329 151 0 0,0 31-260 0 0,0 0 0 0 0,0 0 0 0 0,0 0 0 0 0,0-1 0 0 0,0 1 0 0 0,0 0 0 0 0,0 0 0 0 0,0 0 0 0 0,0 0 0 0 0,0 0 0 0 0,0 0 0 0 0,0 0 0 0 0,0-1 0 0 0,0 1 0 0 0,0 0 0 0 0,0 0 0 0 0,0 0 0 0 0,-1 0 0 0 0,1 0 0 0 0,0 0 0 0 0,0 0 0 0 0,0 0 0 0 0,0 0 0 0 0,0-1 0 0 0,0 1 0 0 0,0 0 0 0 0,0 0 0 0 0,0 0 0 0 0,-1 0 0 0 0,1 0 0 0 0,0 0 0 0 0,0 0 0 0 0,0 0 0 0 0,0 0 0 0 0,0 0 0 0 0,0 0 0 0 0,-1 0 0 0 0,1 0 0 0 0,0 0 0 0 0,0 0 0 0 0,0 0 0 0 0,0 0 0 0 0,0 0 0 0 0,0 0 0 0 0,0 0 0 0 0,-1 0 0 0 0,1 0 0 0 0,0 0 0 0 0,0 0 0 0 0,0 0 0 0 0,0 1 0 0 0,0-1 0 0 0,0 0 0 0 0,-1 0 0 0 0,-9 15 263 0 0,-7 25 367 0 0,1 0-1 0 0,2 1 1 0 0,-15 80 0 0 0,15-61-191 0 0,-37 168 300 0 0,37-153-520 0 0,-3 81 0 0 0,16-149-197 0 0,-1 34 206 0 0,4 77-1 0 0,-2-117-230 0 0,0-1 1 0 0,0 0-1 0 0,0 1 0 0 0,0-1 1 0 0,0 0-1 0 0,0 1 1 0 0,0-1-1 0 0,0 1 1 0 0,0-1-1 0 0,0 0 0 0 0,0 1 1 0 0,0-1-1 0 0,0 0 1 0 0,1 1-1 0 0,-1-1 1 0 0,0 0-1 0 0,0 1 0 0 0,0-1 1 0 0,1 0-1 0 0,-1 1 1 0 0,0-1-1 0 0,0 0 0 0 0,1 0 1 0 0,-1 1-1 0 0,0-1 1 0 0,1 0-1 0 0,-1 0 1 0 0,0 0-1 0 0,1 1 0 0 0,-1-1 1 0 0,0 0-1 0 0,1 0 1 0 0,-1 0-1 0 0,0 0 0 0 0,1 0 1 0 0,-1 0-1 0 0,1 0 1 0 0,-1 0-1 0 0,0 0 1 0 0,1 0-1 0 0,-1 0 0 0 0,0 0 1 0 0,1 0-1 0 0,-1 0 1 0 0,1 0-1 0 0,-1 0 1 0 0,0 0-1 0 0,1 0 0 0 0,-1 0 1 0 0,0-1-1 0 0,1 1 1 0 0,-1 0-1 0 0,0 0 0 0 0,1 0 1 0 0,-1-1-1 0 0,0 1 1 0 0,0 0-1 0 0,1 0 1 0 0,-1-1-1 0 0,0 1 0 0 0,0 0 1 0 0,1-1-1 0 0,15-17 17 0 0,4-12 13 0 0,-2-1 0 0 0,16-39-1 0 0,-2 4 106 0 0,-22 46-120 0 0,10-20-7 0 0,2 1 0 0 0,1 1 0 0 0,1 1 0 0 0,34-38 0 0 0,-55 71-17 0 0,0 1 0 0 0,0 0 1 0 0,0 0-1 0 0,1 0 0 0 0,-1 0 0 0 0,1 1 1 0 0,0-1-1 0 0,-1 1 0 0 0,1 0 0 0 0,0 0 0 0 0,0 0 1 0 0,0 1-1 0 0,5-2 0 0 0,-8 3 9 0 0,0 0 0 0 0,0 0-1 0 0,0 0 1 0 0,0 1 0 0 0,0-1 0 0 0,1 0-1 0 0,-1 0 1 0 0,0 1 0 0 0,0-1-1 0 0,-1 0 1 0 0,1 1 0 0 0,0-1 0 0 0,0 1-1 0 0,0-1 1 0 0,0 1 0 0 0,0 0 0 0 0,0-1-1 0 0,-1 1 1 0 0,1 0 0 0 0,0 0-1 0 0,0 0 1 0 0,-1-1 0 0 0,1 1 0 0 0,-1 0-1 0 0,1 0 1 0 0,-1 0 0 0 0,1 2 0 0 0,10 26 46 0 0,-9-18 32 0 0,0 1 0 0 0,-1-1 0 0 0,0 0 1 0 0,0 1-1 0 0,-3 17 0 0 0,-12 62 42 0 0,1-10-83 0 0,12-69-67 0 0,0-1 63 0 0,0 0 1 0 0,0 1-1 0 0,1-1 0 0 0,1 0 0 0 0,1 13 0 0 0,-1-21-20 0 0,0 0-1 0 0,-1-1 1 0 0,1 1-1 0 0,0-1 1 0 0,0 1-1 0 0,1-1 1 0 0,-1 1-1 0 0,1-1 1 0 0,-1 0-1 0 0,1 1 1 0 0,-1-1-1 0 0,1 0 1 0 0,0 0-1 0 0,0 0 1 0 0,0 0-1 0 0,1-1 0 0 0,-1 1 1 0 0,0-1-1 0 0,1 1 1 0 0,-1-1-1 0 0,0 0 1 0 0,1 0-1 0 0,0 0 1 0 0,-1 0-1 0 0,1 0 1 0 0,3 0-1 0 0,7 2 20 0 0,1-2 0 0 0,0 0 0 0 0,0 0-1 0 0,0-1 1 0 0,0-1 0 0 0,-1-1 0 0 0,1 0-1 0 0,0 0 1 0 0,-1-1 0 0 0,1-1-1 0 0,-1 0 1 0 0,0-1 0 0 0,0-1 0 0 0,-1 0-1 0 0,1 0 1 0 0,-1-1 0 0 0,17-14 0 0 0,-9 6 9 0 0,-1-1 0 0 0,-1-1-1 0 0,-1-1 1 0 0,0 0 0 0 0,-1-1 0 0 0,-1-1 0 0 0,-1 0 0 0 0,23-45 0 0 0,-29 47-53 0 0,13-37-1 0 0,-19 48 13 0 0,-1 1 0 0 0,1-1 0 0 0,-1 1 0 0 0,0-1 0 0 0,-1 1-1 0 0,0-1 1 0 0,0 1 0 0 0,0-1 0 0 0,-2-11 0 0 0,1 17-5 0 0,1 0 0 0 0,0 0 0 0 0,-1 0 0 0 0,1 0-1 0 0,-1 0 1 0 0,0 0 0 0 0,1 0 0 0 0,-1 0 0 0 0,0 1 0 0 0,1-1 0 0 0,-1 0-1 0 0,0 0 1 0 0,0 1 0 0 0,0-1 0 0 0,1 0 0 0 0,-1 1 0 0 0,0-1 0 0 0,0 1 0 0 0,0-1-1 0 0,0 1 1 0 0,0 0 0 0 0,0-1 0 0 0,0 1 0 0 0,0 0 0 0 0,-1 0 0 0 0,1-1-1 0 0,0 1 1 0 0,0 0 0 0 0,0 0 0 0 0,0 0 0 0 0,0 0 0 0 0,0 1 0 0 0,0-1 0 0 0,-2 0-1 0 0,-2 2 0 0 0,-1-1 0 0 0,0 1 0 0 0,0-1 0 0 0,-10 6-1 0 0,3 1-8 0 0,1-1-1 0 0,0 2 0 0 0,0 0 0 0 0,1 0 1 0 0,0 1-1 0 0,1 0 0 0 0,0 1 1 0 0,1 0-1 0 0,0 1 0 0 0,0 0 0 0 0,-12 24 1 0 0,19-32-1 0 0,0 1 0 0 0,0 0 1 0 0,0 1-1 0 0,0-1 1 0 0,1 0-1 0 0,0 0 0 0 0,0 1 1 0 0,0-1-1 0 0,0 1 1 0 0,1-1-1 0 0,0 1 0 0 0,1-1 1 0 0,-1 0-1 0 0,1 1 0 0 0,1 6 1 0 0,0-8 12 0 0,0 1 1 0 0,0-1-1 0 0,0 1 1 0 0,1-1-1 0 0,0 0 0 0 0,-1 0 1 0 0,2 0-1 0 0,-1 0 1 0 0,0-1-1 0 0,1 1 0 0 0,-1-1 1 0 0,1 0-1 0 0,0 0 1 0 0,0 0-1 0 0,0 0 1 0 0,9 3-1 0 0,2 1-373 0 0,-1-2-1 0 0,1 1 1 0 0,0-2 0 0 0,0 0-1 0 0,1-1 1 0 0,-1-1 0 0 0,1 0-1 0 0,23 0 1 0 0,-26-3-1041 0 0,-1 1 0 0 0,1-2 0 0 0,0 0 0 0 0,-1 0 0 0 0,0-1 0 0 0,18-6 0 0 0,-10-1-4448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23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557 80 1244 0 0,'-323'-13'10210'0'0,"115"3"-3939"0"0,182 7-5057 0 0,26 1-827 0 0,7-1-117 0 0,42-6 106 0 0,-43 8-360 0 0,353-26-4197 0 0,-202 21-2743 0 0,-83 1 445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32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182 729 1560 0 0,'-3'0'3740'0'0,"1"0"-3308"0"0,0 0 0 0 0,-1 1 0 0 0,1-1 0 0 0,0 1-1 0 0,-1-1 1 0 0,1 1 0 0 0,0 0 0 0 0,0 0 0 0 0,0-1-1 0 0,0 2 1 0 0,0-1 0 0 0,0 0 0 0 0,0 0-1 0 0,0 1 1 0 0,-2 1 0 0 0,3-2-360 0 0,0 0 0 0 0,1 0 0 0 0,-1 0 0 0 0,0 0 0 0 0,1 0 0 0 0,-1 0 0 0 0,1 0 0 0 0,-1 0 0 0 0,1 0 0 0 0,-1 0 1 0 0,1 0-1 0 0,0 0 0 0 0,0 0 0 0 0,-1 0 0 0 0,1 0 0 0 0,0 1 0 0 0,0-1 0 0 0,0 0 0 0 0,0 0 0 0 0,0 0 0 0 0,1 0 0 0 0,-1 0 0 0 0,0 1 0 0 0,0-1 0 0 0,1 0 0 0 0,-1 0 0 0 0,1 0 0 0 0,-1 0 0 0 0,1 0 0 0 0,-1 0 0 0 0,1 0 1 0 0,0 0-1 0 0,-1 0 0 0 0,2 1 0 0 0,0-1-30 0 0,-1 1 0 0 0,1-1 0 0 0,0 0 1 0 0,-1 0-1 0 0,1 1 0 0 0,0-1 0 0 0,-1-1 1 0 0,1 1-1 0 0,0 0 0 0 0,0 0 0 0 0,0-1 1 0 0,0 1-1 0 0,0-1 0 0 0,0 1 0 0 0,4-1 1 0 0,23 0 137 0 0,-27 0-163 0 0,3-1-6 0 0,-1 0 0 0 0,1 1-1 0 0,-1-1 1 0 0,1-1 0 0 0,-1 1 0 0 0,1-1-1 0 0,-1 0 1 0 0,0 0 0 0 0,0 0 0 0 0,0 0-1 0 0,0-1 1 0 0,0 1 0 0 0,-1-1-1 0 0,1 0 1 0 0,-1 0 0 0 0,0-1 0 0 0,1 1-1 0 0,-2-1 1 0 0,1 1 0 0 0,0-1 0 0 0,-1 0-1 0 0,1 0 1 0 0,-1 0 0 0 0,0 0 0 0 0,-1-1-1 0 0,1 1 1 0 0,-1-1 0 0 0,0 1 0 0 0,0-1-1 0 0,0 1 1 0 0,0-9 0 0 0,0 6-16 0 0,-1 0 0 0 0,0 0 0 0 0,0 0 0 0 0,0 0 0 0 0,-1 0 0 0 0,0 0 0 0 0,0 0 0 0 0,-1 0 0 0 0,0 1 0 0 0,0-1 0 0 0,-1 0 0 0 0,0 1 0 0 0,0 0 1 0 0,0-1-1 0 0,-1 1 0 0 0,0 0 0 0 0,0 1 0 0 0,0-1 0 0 0,-9-7 0 0 0,12 12 1 0 0,-1 0 1 0 0,0 0-1 0 0,0 0 1 0 0,1 1 0 0 0,-1-1-1 0 0,0 1 1 0 0,0-1-1 0 0,0 1 1 0 0,0 0-1 0 0,0-1 1 0 0,1 1-1 0 0,-1 0 1 0 0,0 0-1 0 0,0 0 1 0 0,0 1-1 0 0,0-1 1 0 0,-3 1 0 0 0,0 0 0 0 0,1 0 1 0 0,-1 1 0 0 0,1 0-1 0 0,-1 0 1 0 0,-7 4 0 0 0,-2 4 5 0 0,1 0-1 0 0,1 1 1 0 0,0 1 0 0 0,0-1 0 0 0,1 2-1 0 0,0 0 1 0 0,1 0 0 0 0,-11 20 0 0 0,9-12 1 0 0,1 1 0 0 0,1 0 0 0 0,1 1 0 0 0,1 0-1 0 0,-6 26 1 0 0,13-43 4 0 0,0 0-1 0 0,0 0 1 0 0,0 0-1 0 0,1 0 1 0 0,0 0-1 0 0,0 0 0 0 0,0 0 1 0 0,1 0-1 0 0,0 0 1 0 0,0 0-1 0 0,3 9 1 0 0,-3-12-4 0 0,1 0 0 0 0,-1 0 1 0 0,1 0-1 0 0,0-1 1 0 0,-1 1-1 0 0,1-1 1 0 0,1 1-1 0 0,-1-1 0 0 0,0 1 1 0 0,0-1-1 0 0,1 0 1 0 0,-1 0-1 0 0,1 0 1 0 0,0-1-1 0 0,0 1 0 0 0,-1-1 1 0 0,1 1-1 0 0,0-1 1 0 0,0 0-1 0 0,1 0 1 0 0,-1 0-1 0 0,0-1 0 0 0,4 1 1 0 0,6 1-13 0 0,0-2 1 0 0,0 0 0 0 0,0 0-1 0 0,0-1 1 0 0,0-1 0 0 0,-1 0-1 0 0,1 0 1 0 0,0-2-1 0 0,-1 0 1 0 0,0 0 0 0 0,0-1-1 0 0,0 0 1 0 0,0-1 0 0 0,-1 0-1 0 0,0-1 1 0 0,0-1 0 0 0,-1 1-1 0 0,10-11 1 0 0,-2 1-159 0 0,-1 0 1 0 0,0-1-1 0 0,-2-1 1 0 0,0 0-1 0 0,-1-1 1 0 0,-1-1-1 0 0,-1 0 1 0 0,16-39-1 0 0,-12 15-84 0 0,-2-1 0 0 0,16-92 0 0 0,-7-97 862 0 0,-23 205-263 0 0,2-17 42 0 0,-2 39-330 0 0,-3 9-11 0 0,-4 12-16 0 0,-17 133 756 0 0,-13 122 539 0 0,34-229-1211 0 0,2 1 0 0 0,2-1 1 0 0,1 0-1 0 0,14 72 1 0 0,-13-100-95 0 0,0 0 0 0 0,0-1 0 0 0,1 1 0 0 0,1-1 0 0 0,0 0 0 0 0,0 0 0 0 0,1 0 0 0 0,0-1 0 0 0,0 0 0 0 0,10 10 0 0 0,-13-16-39 0 0,0 1 0 0 0,1-1 1 0 0,-1 0-1 0 0,1 0 0 0 0,0-1 1 0 0,-1 1-1 0 0,2-1 0 0 0,-1 0 1 0 0,0 0-1 0 0,0 0 0 0 0,0-1 1 0 0,1 1-1 0 0,-1-1 0 0 0,1 0 1 0 0,-1 0-1 0 0,1-1 0 0 0,0 1 1 0 0,-1-1-1 0 0,1 0 1 0 0,-1 0-1 0 0,1 0 0 0 0,0-1 1 0 0,-1 0-1 0 0,1 0 0 0 0,-1 0 1 0 0,9-4-1 0 0,2-2-235 0 0,0-1 0 0 0,-1 0 0 0 0,0-1-1 0 0,0-1 1 0 0,-1 0 0 0 0,0-1 0 0 0,-1 0 0 0 0,21-25 0 0 0,-14 12 50 0 0,-1-1-1 0 0,-1 0 1 0 0,-1-1 0 0 0,12-29 0 0 0,-25 51 220 0 0,-1 0 0 0 0,0-1 1 0 0,0 1-1 0 0,-1-1 0 0 0,1 1 1 0 0,-1-1-1 0 0,0 0 0 0 0,0 0 0 0 0,-1 0 1 0 0,1 1-1 0 0,-1-1 0 0 0,0 0 1 0 0,0 0-1 0 0,-1-5 0 0 0,0 9 120 0 0,-2 1-26 0 0,-1 2-44 0 0,0-1-1 0 0,1 1 0 0 0,-1 0 0 0 0,0 0 1 0 0,1 0-1 0 0,-1 1 0 0 0,1-1 1 0 0,0 1-1 0 0,0 0 0 0 0,0 0 0 0 0,0 0 1 0 0,0 0-1 0 0,0 1 0 0 0,1-1 1 0 0,-4 7-1 0 0,-6 11 412 0 0,-13 34 0 0 0,19-41-377 0 0,-3 7 36 0 0,0 0-1 0 0,-5 26 1 0 0,12-39-112 0 0,1-1 0 0 0,-1 1-1 0 0,1 0 1 0 0,1-1 0 0 0,0 1 0 0 0,0 0 0 0 0,0-1 0 0 0,1 1-1 0 0,0 0 1 0 0,2 7 0 0 0,-1-11-19 0 0,-1-1 1 0 0,1 0-1 0 0,0 0 0 0 0,0 0 1 0 0,0 0-1 0 0,0 0 0 0 0,0-1 1 0 0,0 1-1 0 0,1-1 0 0 0,0 1 1 0 0,-1-1-1 0 0,1 0 0 0 0,0 0 1 0 0,0 0-1 0 0,0 0 1 0 0,0-1-1 0 0,0 1 0 0 0,1-1 1 0 0,-1 0-1 0 0,0 0 0 0 0,1 0 1 0 0,-1 0-1 0 0,1 0 0 0 0,5-1 1 0 0,1 2 0 0 0,1-2 0 0 0,0 0 0 0 0,-1 0 0 0 0,1-1 0 0 0,-1 0 0 0 0,20-5 0 0 0,-21 3-107 0 0,1 0 0 0 0,-2-1 0 0 0,1 0 0 0 0,0-1 0 0 0,-1 0 0 0 0,0 0 0 0 0,0-1 0 0 0,0 0-1 0 0,-1 0 1 0 0,0-1 0 0 0,0 0 0 0 0,9-12 0 0 0,5-10-283 0 0,-2 0 0 0 0,18-38-1 0 0,6-8 94 0 0,-40 70 272 0 0,0 0 0 0 0,0 0 0 0 0,1 1 0 0 0,0-1-1 0 0,0 1 1 0 0,0-1 0 0 0,0 1 0 0 0,1 0 0 0 0,7-4-1 0 0,-10 7 38 0 0,13 4 182 0 0,-13-2-157 0 0,0 0 0 0 0,0 0 0 0 0,0 0 0 0 0,-1 0 0 0 0,1 0 1 0 0,0 1-1 0 0,-1-1 0 0 0,1 1 0 0 0,-1-1 0 0 0,1 1 0 0 0,-1-1 0 0 0,0 1 1 0 0,0 0-1 0 0,0 0 0 0 0,0-1 0 0 0,0 1 0 0 0,0 0 0 0 0,0 0 0 0 0,0 0 0 0 0,0 2 1 0 0,9 46 629 0 0,-9-42-583 0 0,1 10 35 0 0,-2 0 0 0 0,0 0 1 0 0,-1 0-1 0 0,-1 0 1 0 0,0 0-1 0 0,-2 0 1 0 0,0 0-1 0 0,-12 32 0 0 0,16-50-124 0 0,0 1-1 0 0,-1-1 0 0 0,1 1 0 0 0,0-1 0 0 0,0 0 0 0 0,0 1 1 0 0,0-1-1 0 0,0 1 0 0 0,-1-1 0 0 0,1 0 0 0 0,0 1 1 0 0,0-1-1 0 0,-1 0 0 0 0,1 1 0 0 0,0-1 0 0 0,-1 0 1 0 0,1 1-1 0 0,0-1 0 0 0,-1 0 0 0 0,1 0 0 0 0,0 1 0 0 0,-1-1 1 0 0,1 0-1 0 0,-1 0 0 0 0,1 0 0 0 0,0 1 0 0 0,-1-1 1 0 0,1 0-1 0 0,-1 0 0 0 0,1 0 0 0 0,-1 0 0 0 0,1 0 0 0 0,0 0 1 0 0,-1 0-1 0 0,1 0 0 0 0,-1 0 0 0 0,1 0 0 0 0,-1 0 1 0 0,1 0-1 0 0,0 0 0 0 0,-1-1 0 0 0,1 1 0 0 0,-1 0 1 0 0,1 0-1 0 0,0 0 0 0 0,-1-1 0 0 0,0 1 0 0 0,0-1-15 0 0,1 0 12 0 0,0 0 0 0 0,-1 0 0 0 0,1 0 0 0 0,0 0 0 0 0,0 0 0 0 0,0 0 0 0 0,0 0 0 0 0,0 0 0 0 0,0 0 0 0 0,1 0 0 0 0,-1 0 0 0 0,0 0 0 0 0,1-2 0 0 0,1-9-67 0 0,1 0 1 0 0,0 0-1 0 0,1 0 1 0 0,0 0 0 0 0,1 1-1 0 0,0-1 1 0 0,1 1-1 0 0,0 1 1 0 0,13-17-1 0 0,-6 11 21 0 0,0 1-1 0 0,1 0 0 0 0,0 1 0 0 0,1 1 1 0 0,19-13-1 0 0,-29 22 37 0 0,1 1 1 0 0,-1-1-1 0 0,1 1 1 0 0,0 1-1 0 0,0-1 1 0 0,0 1-1 0 0,0 0 1 0 0,0 0-1 0 0,0 1 1 0 0,1 0-1 0 0,-1 0 1 0 0,0 0-1 0 0,1 1 1 0 0,-1 0-1 0 0,1 0 1 0 0,-1 1-1 0 0,0 0 1 0 0,1 0-1 0 0,7 2 1 0 0,-8-1 14 0 0,-1 1 0 0 0,0-1 0 0 0,0 1 0 0 0,0-1 0 0 0,0 1 0 0 0,-1 1 0 0 0,1-1-1 0 0,-1 1 1 0 0,0-1 0 0 0,1 1 0 0 0,-2 1 0 0 0,1-1 0 0 0,0 0 0 0 0,-1 1 0 0 0,0 0 0 0 0,0 0 0 0 0,-1 0 0 0 0,1 0 0 0 0,-1 0 0 0 0,0 0 0 0 0,0 1 0 0 0,1 6 0 0 0,-2-9 1 0 0,0 0 1 0 0,-1 1-1 0 0,1-1 1 0 0,-1 1-1 0 0,1-1 1 0 0,-1 1-1 0 0,0-1 1 0 0,0 0-1 0 0,-1 1 1 0 0,1-1 0 0 0,-1 1-1 0 0,0-1 1 0 0,1 0-1 0 0,-1 1 1 0 0,-1-1-1 0 0,1 0 1 0 0,0 0-1 0 0,-1 0 1 0 0,0 0-1 0 0,0 0 1 0 0,0 0-1 0 0,0 0 1 0 0,0 0 0 0 0,0-1-1 0 0,-4 4 1 0 0,-12 5 58 0 0,16-10-51 0 0,1-1-14 0 0,0 0 0 0 0,0 0 0 0 0,0-1 0 0 0,0 1 0 0 0,1 0 0 0 0,-1-1 0 0 0,0 1 0 0 0,0-1 0 0 0,0 1 0 0 0,1-1 0 0 0,-1 0 0 0 0,0 1 0 0 0,0-2 0 0 0,1-4-15 0 0,0 0 0 0 0,0 1 0 0 0,1-1 0 0 0,0 0 0 0 0,0 0 0 0 0,0 0 1 0 0,1 1-1 0 0,0-1 0 0 0,0 1 0 0 0,0-1 0 0 0,1 1 0 0 0,0 0 0 0 0,0 0 0 0 0,7-9 0 0 0,4-4-51 0 0,1 0 0 0 0,26-23 1 0 0,-34 34 48 0 0,0 0 1 0 0,1 1-1 0 0,0 0 0 0 0,0 0 1 0 0,1 1-1 0 0,0 0 1 0 0,0 0-1 0 0,0 1 1 0 0,0 1-1 0 0,1-1 1 0 0,-1 1-1 0 0,15-2 1 0 0,-22 5 32 0 0,0 0 0 0 0,0 0 1 0 0,0 0-1 0 0,0 0 0 0 0,0 1 1 0 0,0-1-1 0 0,0 0 0 0 0,0 1 1 0 0,0 0-1 0 0,0-1 0 0 0,0 1 1 0 0,0 0-1 0 0,0 0 0 0 0,0 0 1 0 0,-1 0-1 0 0,1 1 1 0 0,0-1-1 0 0,-1 0 0 0 0,1 1 1 0 0,-1-1-1 0 0,1 1 0 0 0,-1-1 1 0 0,0 1-1 0 0,0 0 0 0 0,0-1 1 0 0,0 1-1 0 0,0 0 0 0 0,0 0 1 0 0,0 0-1 0 0,1 3 0 0 0,0 3 113 0 0,0 0-1 0 0,0 1 0 0 0,-1-1 0 0 0,0 0 1 0 0,-1 15-1 0 0,0-7-58 0 0,0 0 1 0 0,1 0-1 0 0,1 0 1 0 0,0 0-1 0 0,5 17 0 0 0,-5-28-63 0 0,0 0 0 0 0,0 0 0 0 0,0-1 0 0 0,1 1 0 0 0,-1-1 1 0 0,1 1-1 0 0,0-1 0 0 0,0 0 0 0 0,1 0 0 0 0,-1 0 0 0 0,1-1 0 0 0,0 1 0 0 0,0-1 0 0 0,0 0 0 0 0,0 0 0 0 0,0 0 0 0 0,1-1 0 0 0,-1 1 0 0 0,10 2 0 0 0,-6-2-23 0 0,-1 0 1 0 0,0-1 0 0 0,1 0 0 0 0,0 0-1 0 0,-1 0 1 0 0,1-1 0 0 0,0-1 0 0 0,0 1-1 0 0,0-1 1 0 0,-1-1 0 0 0,1 1-1 0 0,0-1 1 0 0,0-1 0 0 0,-1 1 0 0 0,1-1-1 0 0,0-1 1 0 0,-1 1 0 0 0,0-1-1 0 0,0 0 1 0 0,0-1 0 0 0,0 0 0 0 0,0 0-1 0 0,5-5 1 0 0,2-3-101 0 0,-1 0 0 0 0,0-1 0 0 0,-1-1 0 0 0,-1 1 0 0 0,0-2 0 0 0,17-30 0 0 0,-11 13 11 0 0,-1-1 1 0 0,15-49 0 0 0,-29 78 98 0 0,-1 0-1 0 0,0 0 1 0 0,-1 0 0 0 0,1 0 0 0 0,-1 0 0 0 0,1 0 0 0 0,-1 0 0 0 0,0 0 0 0 0,-1 0 0 0 0,0-4 0 0 0,1 6-14 0 0,-4 3 29 0 0,0 0 0 0 0,0 0 0 0 0,1 1 0 0 0,-1-1 0 0 0,0 1 0 0 0,1-1 0 0 0,-1 1-1 0 0,1 0 1 0 0,0 1 0 0 0,-1-1 0 0 0,1 1 0 0 0,0-1 0 0 0,0 1 0 0 0,1 0 0 0 0,-1 0 0 0 0,1 0 0 0 0,-4 5 0 0 0,-5 9 69 0 0,0 0 0 0 0,-8 20 1 0 0,17-32-68 0 0,-3 3 3 0 0,2 0 1 0 0,-1 1-1 0 0,1 0 0 0 0,0-1 0 0 0,1 1 0 0 0,0 0 0 0 0,1 0 0 0 0,0 0 0 0 0,0 0 0 0 0,1 12 1 0 0,0-16-8 0 0,1-1 0 0 0,0 0 1 0 0,-1 1-1 0 0,2-1 1 0 0,-1 0-1 0 0,0 0 0 0 0,1 0 1 0 0,0 0-1 0 0,0 0 1 0 0,0 0-1 0 0,1-1 0 0 0,-1 1 1 0 0,1-1-1 0 0,0 1 1 0 0,0-1-1 0 0,0 0 1 0 0,0 0-1 0 0,0 0 0 0 0,1-1 1 0 0,-1 1-1 0 0,1-1 1 0 0,0 1-1 0 0,7 2 0 0 0,-2-1 10 0 0,1 0-1 0 0,0-1 1 0 0,0 0-1 0 0,0 0 1 0 0,0-1 0 0 0,1 0-1 0 0,-1-1 1 0 0,13 0-1 0 0,-17-1-45 0 0,-1 0-1 0 0,1-1 1 0 0,0 0-1 0 0,-1 0 0 0 0,1 0 1 0 0,-1-1-1 0 0,0 0 1 0 0,1 0-1 0 0,-1 0 1 0 0,0-1-1 0 0,0 1 1 0 0,0-1-1 0 0,-1-1 1 0 0,1 1-1 0 0,-1-1 1 0 0,7-6-1 0 0,3-7-150 0 0,-1 0 0 0 0,-1-1 0 0 0,18-34 0 0 0,-21 34 111 0 0,1 0 0 0 0,1 2 0 0 0,0-1 1 0 0,22-23-1 0 0,-30 37 52 0 0,0 1 1 0 0,0 0 0 0 0,0 0-1 0 0,1 0 1 0 0,-1 0 0 0 0,4-1-1 0 0,-4 2-1 0 0,0 2 9 0 0,-1-1 15 0 0,0 1 1 0 0,0 0-1 0 0,0-1 0 0 0,0 1 1 0 0,0 0-1 0 0,0 0 0 0 0,0 0 1 0 0,0 0-1 0 0,0 0 1 0 0,0 0-1 0 0,-1 1 0 0 0,1-1 1 0 0,-1 1-1 0 0,1-1 0 0 0,-1 1 1 0 0,1-1-1 0 0,-1 1 0 0 0,0 0 1 0 0,0 0-1 0 0,0 0 0 0 0,0 0 1 0 0,0 0-1 0 0,1 3 1 0 0,0 1 40 0 0,-1-1 0 0 0,1 1 0 0 0,-1 0 1 0 0,0 0-1 0 0,-1-1 0 0 0,1 1 0 0 0,-1 0 1 0 0,-1 0-1 0 0,1 0 0 0 0,-1 0 1 0 0,0-1-1 0 0,-3 11 0 0 0,1-6 18 0 0,0 0-1 0 0,-1 0 0 0 0,-1-1 1 0 0,1 1-1 0 0,-12 15 1 0 0,15-24-59 0 0,0 0 0 0 0,0 1-1 0 0,0-1 1 0 0,0 0 0 0 0,0 0 0 0 0,-1 0 0 0 0,1 0 0 0 0,0-1 0 0 0,-1 1 0 0 0,1 0 0 0 0,0-1 0 0 0,-1 1 0 0 0,1 0-1 0 0,-1-1 1 0 0,1 0 0 0 0,-1 1 0 0 0,1-1 0 0 0,-1 0 0 0 0,1 0 0 0 0,-1 0 0 0 0,-1 0 0 0 0,2 0-8 0 0,1-1 0 0 0,-1 1 0 0 0,1-1 0 0 0,0 1 0 0 0,0-1 0 0 0,-1 0 0 0 0,1 1 0 0 0,0-1 0 0 0,0 1 0 0 0,0-1 0 0 0,0 0 1 0 0,0 1-1 0 0,0-1 0 0 0,0 0 0 0 0,0 1 0 0 0,0-1 0 0 0,0 1 0 0 0,0-1 0 0 0,0 0 0 0 0,0 1 0 0 0,0-1 0 0 0,0 1 0 0 0,1-1 0 0 0,-1 0 0 0 0,1 0 1 0 0,4-17-74 0 0,3 1-45 0 0,1 1-1 0 0,0 0 1 0 0,1 0-1 0 0,1 1 1 0 0,20-23 0 0 0,-5 11-37 0 0,53-43 1 0 0,-65 60 131 0 0,0 0-1 0 0,0 1 1 0 0,1 0 0 0 0,0 2 0 0 0,1 0 0 0 0,0 0-1 0 0,0 1 1 0 0,18-3 0 0 0,-32 8 70 0 0,1 0 1 0 0,0 1-1 0 0,0-1 0 0 0,0 1 1 0 0,0 0-1 0 0,-1 0 1 0 0,1 0-1 0 0,0 0 0 0 0,0 0 1 0 0,0 1-1 0 0,0-1 0 0 0,0 1 1 0 0,-1 0-1 0 0,1 0 1 0 0,0 0-1 0 0,-1 0 0 0 0,1 0 1 0 0,-1 0-1 0 0,1 1 0 0 0,-1 0 1 0 0,1-1-1 0 0,-1 1 1 0 0,0 0-1 0 0,0 0 0 0 0,0 0 1 0 0,0 0-1 0 0,0 0 1 0 0,0 1-1 0 0,2 4 0 0 0,-2-2 83 0 0,0 0-1 0 0,0 0 0 0 0,0 0 0 0 0,-1 0 0 0 0,1 1 1 0 0,-1-1-1 0 0,-1 1 0 0 0,1-1 0 0 0,-1 0 1 0 0,0 1-1 0 0,0-1 0 0 0,0 1 0 0 0,-1-1 1 0 0,-1 7-1 0 0,-9 26 316 0 0,-5 23-134 0 0,15-56-285 0 0,0 1 1 0 0,0-1 0 0 0,1 1-1 0 0,0-1 1 0 0,0 1 0 0 0,1-1-1 0 0,-1 1 1 0 0,3 8 0 0 0,-1-11-19 0 0,-1 0 0 0 0,1 0 0 0 0,0 0 0 0 0,0 0 0 0 0,0 0 0 0 0,1-1 0 0 0,-1 1 0 0 0,0-1 0 0 0,1 1 0 0 0,0-1 0 0 0,0 0 0 0 0,-1 0 0 0 0,1 0 1 0 0,1-1-1 0 0,-1 1 0 0 0,0-1 0 0 0,0 0 0 0 0,0 1 0 0 0,1-1 0 0 0,-1-1 0 0 0,4 2 0 0 0,5 0-33 0 0,-1 0 0 0 0,1 0-1 0 0,0-1 1 0 0,23-2 0 0 0,-20 0-181 0 0,0-1 0 0 0,-1-1 0 0 0,1 0 0 0 0,-1-1 0 0 0,0-1 0 0 0,0 0 0 0 0,0-1 0 0 0,23-14 0 0 0,-19 8-47 0 0,0-1 0 0 0,-1 0 0 0 0,-1-1 1 0 0,0-1-1 0 0,20-24 0 0 0,-7-1-28 0 0,-1 0 0 0 0,-2-2 0 0 0,-2 0 0 0 0,31-75 1 0 0,-23 37 372 0 0,24-91 1 0 0,-18-2 3367 0 0,-38 172-3422 0 0,0 0 0 0 0,1 0 0 0 0,-1 0 0 0 0,0 0 0 0 0,0 0 0 0 0,0-1 0 0 0,0 1 0 0 0,0 0 0 0 0,0 0 0 0 0,0 0 0 0 0,0 0 0 0 0,-1-1 0 0 0,0-1 0 0 0,1 3-22 0 0,0 0 0 0 0,0 0-1 0 0,-1 0 1 0 0,1 0 0 0 0,0 0-1 0 0,-1 0 1 0 0,1 0-1 0 0,0 0 1 0 0,0 0 0 0 0,-1 0-1 0 0,1 0 1 0 0,0 0-1 0 0,0 0 1 0 0,-1 0 0 0 0,1 0-1 0 0,0 0 1 0 0,-1 0 0 0 0,1 0-1 0 0,0 0 1 0 0,0 0-1 0 0,-1 1 1 0 0,1-1 0 0 0,0 0-1 0 0,0 0 1 0 0,0 0 0 0 0,-1 0-1 0 0,1 1 1 0 0,0-1-1 0 0,0 0 1 0 0,0 0 0 0 0,-1 0-1 0 0,1 1 1 0 0,0-1-1 0 0,-3 4 117 0 0,-1 1-1 0 0,1-1 0 0 0,0 0 0 0 0,-4 10 0 0 0,-46 100 1802 0 0,-140 352 3707 0 0,185-439-5480 0 0,-18 64 245 0 0,24-82-364 0 0,1-1 0 0 0,0 0 0 0 0,0 1-1 0 0,1-1 1 0 0,0 1 0 0 0,0-1 0 0 0,1 1-1 0 0,3 14 1 0 0,-2-19-59 0 0,0 1 0 0 0,0-1-1 0 0,1 1 1 0 0,-1-1 0 0 0,1 0-1 0 0,0 0 1 0 0,0 0 0 0 0,0-1-1 0 0,0 1 1 0 0,1-1 0 0 0,-1 1-1 0 0,1-1 1 0 0,0 0 0 0 0,0-1-1 0 0,0 1 1 0 0,1-1 0 0 0,-1 0 0 0 0,0 0-1 0 0,1 0 1 0 0,0 0 0 0 0,7 1-1 0 0,-3-1-491 0 0,0 0 0 0 0,0 0 0 0 0,0-1 0 0 0,0-1-1 0 0,0 1 1 0 0,0-2 0 0 0,0 1 0 0 0,0-1 0 0 0,0 0-1 0 0,16-5 1 0 0,-16 3-569 0 0,-1-1-1 0 0,1 0 0 0 0,-1 0 1 0 0,0-1-1 0 0,14-10 0 0 0,-14 9-895 0 0,-1-1-1 0 0,0 1 1 0 0,6-10-1 0 0,4-7-5627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32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213 108 512 0 0,'-204'-15'18172'0'0,"201"14"-17646"0"0,1 0 15 0 0,2 1-533 0 0,0 0 0 0 0,0 0 1 0 0,0 0-1 0 0,-1 0 0 0 0,1 0 0 0 0,0 0 0 0 0,0 0 1 0 0,0 0-1 0 0,0 0 0 0 0,0 0 0 0 0,-1 0 0 0 0,1 0 1 0 0,0 0-1 0 0,0 0 0 0 0,0 0 0 0 0,0 0 0 0 0,0 0 1 0 0,0 0-1 0 0,0 0 0 0 0,-1 0 0 0 0,1 0 0 0 0,0 0 1 0 0,0 0-1 0 0,0 0 0 0 0,0 0 0 0 0,0-1 1 0 0,0 1-1 0 0,0 0 0 0 0,0 0 0 0 0,0 0 0 0 0,-1 0 1 0 0,1 0-1 0 0,0 0 0 0 0,0 0 0 0 0,0-1 0 0 0,0 1 1 0 0,0 0-1 0 0,0 0 0 0 0,0 0 0 0 0,0 0 0 0 0,0 0 1 0 0,0 0-1 0 0,0-1 0 0 0,0 1 0 0 0,0 0 0 0 0,0 0 1 0 0,0 0-1 0 0,0 0 0 0 0,0 0 0 0 0,0 0 1 0 0,0-1-1 0 0,0 1 0 0 0,0 0 0 0 0,0 0 0 0 0,0 0 1 0 0,1 0-1 0 0,-1 0 0 0 0,0 0 0 0 0,0 0 0 0 0,0-1 1 0 0,0 1-1 0 0,41-10-23 0 0,1 2-1 0 0,62-4 1 0 0,-18 3-1485 0 0,53-11-2731 0 0,-44 4-2241 0 0,-41 6 865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33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0 468 0 0,'0'0'5151'0'0,"-12"26"2753"0"0,-1 41-5061 0 0,-13 52-1175 0 0,6-57-1334 0 0,5-16-780 0 0,-17 81 0 0 0,31-122-137 0 0,-2 26-1194 0 0,8-12-5606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34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25 32 0 0,'13'-17'13905'0'0,"-10"25"-13246"0"0,-2 3-173 0 0,-1 0 0 0 0,1 0-1 0 0,-2 0 1 0 0,1 0 0 0 0,-2 0 0 0 0,-4 19 0 0 0,0 11 80 0 0,-3 9 51 0 0,-27 94 1 0 0,20-86-358 0 0,12-41-183 0 0,10-35-402 0 0,5-10 39 0 0,93-165-440 0 0,-92 173 688 0 0,2 1 0 0 0,0 0 1 0 0,1 1-1 0 0,1 1 0 0 0,0 0 0 0 0,2 1 0 0 0,24-18 1 0 0,-37 31 36 0 0,-1 1 0 0 0,1-1 0 0 0,0 0 0 0 0,0 1 0 0 0,0 0 0 0 0,0 0 0 0 0,0 1 0 0 0,0 0 0 0 0,0 0 0 0 0,10-1 1 0 0,-12 2 46 0 0,0 0 1 0 0,0 0-1 0 0,1 0 0 0 0,-1 1 1 0 0,0 0-1 0 0,0-1 1 0 0,0 1-1 0 0,0 0 1 0 0,0 1-1 0 0,0-1 1 0 0,0 0-1 0 0,0 1 1 0 0,-1 0-1 0 0,1 0 1 0 0,0-1-1 0 0,-1 1 1 0 0,0 1-1 0 0,1-1 1 0 0,2 4-1 0 0,0 0 113 0 0,-1 0 0 0 0,0 1 0 0 0,0 0 0 0 0,0-1 0 0 0,-1 1 1 0 0,0 0-1 0 0,-1 1 0 0 0,1-1 0 0 0,2 14 0 0 0,-2 4 311 0 0,1 43 0 0 0,-4-43-218 0 0,5 30-1 0 0,-4-51-241 0 0,0 0 1 0 0,0 0-1 0 0,1 0 0 0 0,-1-1 0 0 0,1 1 0 0 0,0-1 0 0 0,0 1 0 0 0,4 4 0 0 0,-5-7-78 0 0,1 0 1 0 0,-1 0-1 0 0,0-1 0 0 0,1 1 1 0 0,-1 0-1 0 0,1-1 0 0 0,-1 1 1 0 0,1-1-1 0 0,-1 0 0 0 0,1 1 1 0 0,-1-1-1 0 0,1 0 0 0 0,-1 0 1 0 0,1 0-1 0 0,-1 0 0 0 0,1 0 1 0 0,0-1-1 0 0,-1 1 0 0 0,2-1 1 0 0,30-8-2125 0 0,3-17-1975 0 0,-15 5-1444 0 0,-7 2-1202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34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18 2580 0 0,'-108'-12'7654'0'0,"3"7"-3555"0"0,104 4-4110 0 0,0 1 1 0 0,1 0-1 0 0,-1 0 1 0 0,0 0 0 0 0,0 0-1 0 0,0 0 1 0 0,0 0-1 0 0,1 0 1 0 0,-1 0 0 0 0,0 1-1 0 0,0-1 1 0 0,0 0-1 0 0,1 0 1 0 0,-1 1 0 0 0,0-1-1 0 0,0 0 1 0 0,1 1-1 0 0,-1-1 1 0 0,0 1 0 0 0,1-1-1 0 0,-1 1 1 0 0,0-1-1 0 0,1 1 1 0 0,-1-1 0 0 0,1 1-1 0 0,-1 0 1 0 0,1-1-1 0 0,-1 1 1 0 0,1 0 0 0 0,-1-1-1 0 0,1 1 1 0 0,0 0-1 0 0,-1 0 1 0 0,1 0 0 0 0,0-1-1 0 0,0 1 1 0 0,0 0-1 0 0,-1 0 1 0 0,1 0 0 0 0,0-1-1 0 0,0 1 1 0 0,0 0-1 0 0,0 0 1 0 0,0 0 0 0 0,1 0-1 0 0,-1-1 1 0 0,0 1-1 0 0,0 0 1 0 0,0 0 0 0 0,1 0-1 0 0,-1-1 1 0 0,1 1-1 0 0,-1 0 1 0 0,0-1 0 0 0,1 1-1 0 0,0 1 1 0 0,2 1-691 0 0,0-1 1 0 0,0 1-1 0 0,0-1 0 0 0,0 0 1 0 0,0 0-1 0 0,4 2 1 0 0,-5-2 70 0 0,18 8-5172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35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131 746 124 0 0,'-14'7'1853'0'0,"1"0"1"0"0,-1 1-1 0 0,1 1 0 0 0,1 0 0 0 0,-20 19 1 0 0,29-25-1692 0 0,0 0-1 0 0,0 0 1 0 0,1 0 0 0 0,-1 0 0 0 0,1 0 0 0 0,0 1-1 0 0,0-1 1 0 0,0 1 0 0 0,0-1 0 0 0,0 1 0 0 0,1 0 0 0 0,0-1-1 0 0,0 1 1 0 0,0 0 0 0 0,0 0 0 0 0,0 0 0 0 0,1 0 0 0 0,0 0-1 0 0,0 0 1 0 0,0 0 0 0 0,0 0 0 0 0,1 0 0 0 0,-1 0-1 0 0,1 0 1 0 0,0 0 0 0 0,0 0 0 0 0,4 7 0 0 0,-4-9-98 0 0,0 0 0 0 0,1 1 0 0 0,-1-1 0 0 0,1 0 0 0 0,0 0-1 0 0,0 0 1 0 0,0 0 0 0 0,0-1 0 0 0,0 1 0 0 0,0 0 0 0 0,0-1 0 0 0,0 1 0 0 0,1-1 0 0 0,-1 0 0 0 0,0 0 0 0 0,5 2 0 0 0,-2-2 2 0 0,1 1 1 0 0,0-1-1 0 0,0 0 0 0 0,0-1 1 0 0,0 0-1 0 0,0 1 0 0 0,7-2 1 0 0,5-1 31 0 0,0-1 0 0 0,0-1 1 0 0,33-12-1 0 0,-37 11-77 0 0,0-1 0 0 0,0-1 0 0 0,-1 0 0 0 0,0-1 0 0 0,0-1 0 0 0,-1 0 0 0 0,0 0-1 0 0,0-1 1 0 0,15-17 0 0 0,-13 10-61 0 0,-1-1-1 0 0,0 0 1 0 0,-1-1-1 0 0,-1 0 1 0 0,15-39-1 0 0,-7 3-102 0 0,-2-1 0 0 0,-3 0-1 0 0,-3-1 1 0 0,5-64 0 0 0,-14 105 117 0 0,2-11-15 0 0,-1-1 1 0 0,-2 0-1 0 0,-1 1 0 0 0,-3-30 0 0 0,3 56 40 0 0,0 1-1 0 0,0 0 0 0 0,0 0 1 0 0,0-1-1 0 0,0 1 1 0 0,0 0-1 0 0,0 0 0 0 0,0-1 1 0 0,0 1-1 0 0,0 0 1 0 0,0 0-1 0 0,0-1 0 0 0,0 1 1 0 0,0 0-1 0 0,0 0 1 0 0,-1 0-1 0 0,1-1 0 0 0,0 1 1 0 0,0 0-1 0 0,0 0 1 0 0,0 0-1 0 0,-1-1 0 0 0,1 1 1 0 0,0 0-1 0 0,0 0 1 0 0,0 0-1 0 0,-1 0 0 0 0,1-1 1 0 0,0 1-1 0 0,0 0 1 0 0,-1 0-1 0 0,1 0 0 0 0,0 0 1 0 0,0 0-1 0 0,-1 0 1 0 0,1 0-1 0 0,0 0 0 0 0,0 0 1 0 0,-1 0-1 0 0,1 0 1 0 0,0 0-1 0 0,0 0 0 0 0,-1 0 1 0 0,1 0-1 0 0,0 0 1 0 0,0 0-1 0 0,-1 0 0 0 0,1 0 1 0 0,0 1-1 0 0,0-1 1 0 0,-1 0-1 0 0,1 0 0 0 0,-10 9-20 0 0,0 4 11 0 0,1 1-1 0 0,1 0 1 0 0,0 0-1 0 0,1 1 1 0 0,-7 22 0 0 0,5-13 34 0 0,-65 174 243 0 0,60-154-184 0 0,2 1 0 0 0,-9 71 0 0 0,20-105-66 0 0,0 0 0 0 0,1 1 0 0 0,0-1 0 0 0,0 0 0 0 0,1 1 0 0 0,1-1 0 0 0,0 0 0 0 0,1 0 0 0 0,4 14 0 0 0,-5-20-12 0 0,0-1 0 0 0,0 0 0 0 0,0 0-1 0 0,1 0 1 0 0,0-1 0 0 0,-1 1 0 0 0,1 0-1 0 0,0-1 1 0 0,1 0 0 0 0,-1 0 0 0 0,0 0-1 0 0,1 0 1 0 0,0 0 0 0 0,0-1-1 0 0,0 0 1 0 0,0 0 0 0 0,0 0 0 0 0,0 0-1 0 0,0 0 1 0 0,1-1 0 0 0,-1 0 0 0 0,1 0-1 0 0,-1 0 1 0 0,1-1 0 0 0,7 1 0 0 0,1-1-165 0 0,0-1-1 0 0,0-1 1 0 0,0 1 0 0 0,-1-2 0 0 0,1 0 0 0 0,-1-1 0 0 0,0 0 0 0 0,0-1 0 0 0,0 0 0 0 0,0-1 0 0 0,-1 0 0 0 0,0 0 0 0 0,0-2 0 0 0,-1 1 0 0 0,14-14-1 0 0,0-1-161 0 0,-1-2 0 0 0,-2 0 0 0 0,0-1 0 0 0,-2-1-1 0 0,17-29 1 0 0,10-29 641 0 0,-4-2 0 0 0,-3-2-1 0 0,42-146 1 0 0,-77 219 273 0 0,-10 27-220 0 0,-9 28 220 0 0,-56 169 1459 0 0,38-122-1583 0 0,5 1 1 0 0,-18 94 0 0 0,43-170-435 0 0,2-10-16 0 0,0 1 0 0 0,1 0 1 0 0,-1 0-1 0 0,1 0 1 0 0,-1 0-1 0 0,1 0 1 0 0,0 0-1 0 0,0 0 0 0 0,0 0 1 0 0,1 0-1 0 0,-1 0 1 0 0,1 0-1 0 0,-1 0 0 0 0,2 3 1 0 0,-1-4 2 0 0,2-2-20 0 0,0-1-1 0 0,1 1 1 0 0,-1-1 0 0 0,0 0 0 0 0,0 0 0 0 0,0 0 0 0 0,-1 0-1 0 0,1 0 1 0 0,0-1 0 0 0,0 1 0 0 0,-1-1 0 0 0,1 0 0 0 0,2-2-1 0 0,33-32-128 0 0,-20 16 42 0 0,26-23-64 0 0,46-42-70 0 0,-73 71 171 0 0,0 0 0 0 0,2 2 0 0 0,29-17-1 0 0,-46 28 61 0 0,-1 0-1 0 0,1 0 1 0 0,0 0-1 0 0,-1 0 0 0 0,1 1 1 0 0,0-1-1 0 0,0 0 1 0 0,-1 1-1 0 0,1-1 0 0 0,0 1 1 0 0,0 0-1 0 0,0 0 1 0 0,0 0-1 0 0,-1 0 1 0 0,1 0-1 0 0,0 0 0 0 0,0 0 1 0 0,0 1-1 0 0,0-1 1 0 0,0 0-1 0 0,-1 1 0 0 0,1 0 1 0 0,0-1-1 0 0,-1 1 1 0 0,1 0-1 0 0,0 0 0 0 0,-1 0 1 0 0,1 0-1 0 0,-1 0 1 0 0,1 0-1 0 0,-1 1 1 0 0,0-1-1 0 0,3 3 0 0 0,-2 0 52 0 0,0-1-1 0 0,-1 1 1 0 0,1-1-1 0 0,-1 1 1 0 0,0 0-1 0 0,0-1 1 0 0,0 1-1 0 0,-1 0 1 0 0,1 0-1 0 0,-1 0 1 0 0,0 0-1 0 0,0-1 0 0 0,0 1 1 0 0,0 0-1 0 0,-2 7 1 0 0,-21 70 410 0 0,-1 9-229 0 0,23-87-312 0 0,0-1 1 0 0,1 0 0 0 0,0 1-1 0 0,-1-1 1 0 0,1 1 0 0 0,0-1-1 0 0,0 0 1 0 0,0 1 0 0 0,1-1-1 0 0,-1 1 1 0 0,1-1 0 0 0,-1 0-1 0 0,1 1 1 0 0,0-1 0 0 0,0 0-1 0 0,0 1 1 0 0,0-1 0 0 0,0 0-1 0 0,0 0 1 0 0,1 0 0 0 0,-1 0-1 0 0,1 0 1 0 0,-1 0 0 0 0,1-1-1 0 0,3 3 1 0 0,0-1-222 0 0,-1 0 0 0 0,2-1 0 0 0,-1 1 0 0 0,0-1 0 0 0,0-1 0 0 0,1 1-1 0 0,-1-1 1 0 0,1 0 0 0 0,-1 0 0 0 0,9 0 0 0 0,3-1-240 0 0,1 0 0 0 0,-1-1 0 0 0,1-1-1 0 0,-1 0 1 0 0,0-1 0 0 0,0-1 0 0 0,0-1 0 0 0,0-1-1 0 0,-1 0 1 0 0,0-1 0 0 0,0-1 0 0 0,0 0-1 0 0,19-14 1 0 0,-13 6 497 0 0,-1 0-1 0 0,-1-1 1 0 0,21-23 0 0 0,-21 18 1135 0 0,-1-1 0 0 0,23-38 1 0 0,-35 50-468 0 0,-1-1 0 0 0,-1 1 0 0 0,5-16 0 0 0,-8 22-414 0 0,-1 1 0 0 0,0 0 0 0 0,0-1 0 0 0,0 1 0 0 0,0 0 0 0 0,-1-1 0 0 0,1 1 0 0 0,-1-1 0 0 0,-1 1 0 0 0,1-1 0 0 0,0 1 0 0 0,-3-8 0 0 0,3 11-178 0 0,0 0-1 0 0,-1 1 0 0 0,1-1 1 0 0,-1 0-1 0 0,0 0 1 0 0,1 0-1 0 0,-1 0 0 0 0,0 0 1 0 0,1 1-1 0 0,-1-1 1 0 0,0 0-1 0 0,0 1 0 0 0,0-1 1 0 0,0 1-1 0 0,0-1 1 0 0,1 1-1 0 0,-1-1 0 0 0,0 1 1 0 0,0-1-1 0 0,0 1 1 0 0,0 0-1 0 0,0 0 0 0 0,-1-1 1 0 0,1 1-1 0 0,0 0 1 0 0,0 0-1 0 0,0 0 0 0 0,0 0 1 0 0,0 0-1 0 0,0 0 1 0 0,0 1-1 0 0,0-1 1 0 0,0 0-1 0 0,0 0 0 0 0,0 1 1 0 0,0-1-1 0 0,0 1 1 0 0,0-1-1 0 0,-1 2 0 0 0,-5 1 119 0 0,0 1-1 0 0,0 0 0 0 0,-11 10 1 0 0,16-13-94 0 0,-35 31 367 0 0,2 1 0 0 0,1 2 0 0 0,-56 76 0 0 0,84-102-399 0 0,1-1 0 0 0,-1 1-1 0 0,2 0 1 0 0,-1 1 0 0 0,1-1 0 0 0,1 1 0 0 0,0-1 0 0 0,0 1 0 0 0,1 0-1 0 0,-1 13 1 0 0,2-20-28 0 0,1 0-1 0 0,0 0 1 0 0,0 0-1 0 0,0 0 1 0 0,0 0 0 0 0,0 0-1 0 0,1 0 1 0 0,-1 0-1 0 0,1 0 1 0 0,0 0-1 0 0,0 0 1 0 0,0 0-1 0 0,0 0 1 0 0,1 0 0 0 0,-1-1-1 0 0,1 1 1 0 0,0-1-1 0 0,-1 1 1 0 0,1-1-1 0 0,0 1 1 0 0,1-1-1 0 0,-1 0 1 0 0,0 0 0 0 0,0 0-1 0 0,1 0 1 0 0,-1-1-1 0 0,1 1 1 0 0,0-1-1 0 0,0 1 1 0 0,-1-1-1 0 0,1 0 1 0 0,0 0 0 0 0,0 0-1 0 0,0 0 1 0 0,0-1-1 0 0,0 1 1 0 0,4-1-1 0 0,0 1-58 0 0,0-1 1 0 0,0 0-1 0 0,0-1 0 0 0,0 0 0 0 0,0 0 0 0 0,0 0 0 0 0,-1-1 0 0 0,1 0 0 0 0,0 0 1 0 0,-1-1-1 0 0,1 1 0 0 0,-1-1 0 0 0,0-1 0 0 0,0 0 0 0 0,0 1 0 0 0,0-2 0 0 0,-1 1 1 0 0,1-1-1 0 0,-1 0 0 0 0,7-9 0 0 0,7-8-154 0 0,-2-2 0 0 0,-1 0 1 0 0,21-41-1 0 0,-30 53 201 0 0,51-114-64 0 0,-57 125 237 0 0,-3 11 189 0 0,-26 79 906 0 0,-1 3-485 0 0,26-81-708 0 0,1 1 0 0 0,1-1-1 0 0,0 0 1 0 0,0 1 0 0 0,1-1 0 0 0,2 15 0 0 0,-2-23-57 0 0,0-1 1 0 0,1 0-1 0 0,-1 0 0 0 0,1 0 1 0 0,0 0-1 0 0,0 0 1 0 0,0 0-1 0 0,0 0 0 0 0,0 0 1 0 0,0 0-1 0 0,0-1 0 0 0,0 1 1 0 0,1 0-1 0 0,-1-1 0 0 0,1 1 1 0 0,0-1-1 0 0,1 2 0 0 0,1 0-20 0 0,-1-1-1 0 0,1 0 0 0 0,0-1 0 0 0,0 1 0 0 0,0 0 1 0 0,0-1-1 0 0,0 0 0 0 0,6 1 0 0 0,1-1-205 0 0,0 0-1 0 0,0-1 1 0 0,1 0-1 0 0,-1 0 1 0 0,20-5 0 0 0,-13 1-320 0 0,-1-1 0 0 0,0 0-1 0 0,0-2 1 0 0,-1 1 0 0 0,0-2 0 0 0,0-1 0 0 0,-1 0 0 0 0,21-16 0 0 0,-16 9-5 0 0,0-2 0 0 0,-2 0 0 0 0,0-2-1 0 0,-1 0 1 0 0,16-23 0 0 0,5-20-5 0 0,-2-1 0 0 0,-3-2 0 0 0,27-78 1 0 0,-39 91 1796 0 0,-2-1 0 0 0,-3-1 0 0 0,16-91-1 0 0,-32 144-1177 0 0,1 0-1 0 0,-1 0 0 0 0,0 0 1 0 0,0 0-1 0 0,0 1 0 0 0,0-1 1 0 0,0 0-1 0 0,0 0 0 0 0,0 0 1 0 0,-1 0-1 0 0,1 0 0 0 0,-2-2 1 0 0,2 4-49 0 0,0-1 1 0 0,-1 1-1 0 0,1 0 0 0 0,0 0 1 0 0,0-1-1 0 0,-1 1 1 0 0,1 0-1 0 0,0 0 0 0 0,-1 0 1 0 0,1 0-1 0 0,0-1 0 0 0,-1 1 1 0 0,1 0-1 0 0,0 0 1 0 0,-1 0-1 0 0,1 0 0 0 0,0 0 1 0 0,-1 0-1 0 0,1 0 1 0 0,0 0-1 0 0,-1 0 0 0 0,1 0 1 0 0,0 0-1 0 0,-1 0 1 0 0,1 0-1 0 0,-1 0 0 0 0,1 0 1 0 0,0 0-1 0 0,-1 1 1 0 0,1-1-1 0 0,0 0 0 0 0,0 0 1 0 0,-1 0-1 0 0,1 1 0 0 0,0-1 1 0 0,-1 0-1 0 0,-3 3 143 0 0,1 1 0 0 0,-1-1 1 0 0,1 0-1 0 0,0 1 0 0 0,0 0 0 0 0,0 0 0 0 0,-5 8 0 0 0,-25 55 1594 0 0,-37 103 0 0 0,-8 78 609 0 0,74-236-2306 0 0,-10 36 240 0 0,1 0 0 0 0,-7 68-1 0 0,19-108-283 0 0,1 0 0 0 0,-1 0-1 0 0,2 0 1 0 0,-1 0 0 0 0,1 0-1 0 0,0 0 1 0 0,1 0 0 0 0,3 10-1 0 0,-4-15-80 0 0,1 0-1 0 0,-1 0 0 0 0,1-1 0 0 0,-1 1 0 0 0,1 0 1 0 0,0-1-1 0 0,0 1 0 0 0,0-1 0 0 0,0 1 1 0 0,1-1-1 0 0,-1 0 0 0 0,1 0 0 0 0,-1 0 1 0 0,1 0-1 0 0,0 0 0 0 0,0-1 0 0 0,0 1 1 0 0,0-1-1 0 0,0 0 0 0 0,0 0 0 0 0,0 0 0 0 0,0 0 1 0 0,5 0-1 0 0,-1 0-412 0 0,1 0 0 0 0,-1-1 0 0 0,1 0 1 0 0,-1 0-1 0 0,1-1 0 0 0,-1 0 0 0 0,1 0 0 0 0,-1-1 0 0 0,0 0 0 0 0,1 0 1 0 0,-1 0-1 0 0,0-1 0 0 0,7-4 0 0 0,-7 3-896 0 0,0-1-1 0 0,1 0 1 0 0,-2 0-1 0 0,1-1 1 0 0,0 0 0 0 0,9-12-1 0 0,0-2-5165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36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99 756 0 0,'-28'-8'4201'0'0,"13"3"-1170"0"0,-1 1 0 0 0,1 1 1 0 0,-29-3-1 0 0,65-6-1743 0 0,35 2-751 0 0,89-5 1 0 0,-69 9-920 0 0,-61 4-81 0 0,82-10-2195 0 0,-34-3-6517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36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16 1060 0 0,'-64'8'4958'0'0,"30"-4"-717"0"0,-53 12 1 0 0,76-13-2940 0 0,14-5-405 0 0,20-5-331 0 0,239-17-3120 0 0,-127 16-4246 0 0,-74 3 1292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37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21 417 2352 0 0,'-12'40'8159'0'0,"3"-9"-1610"0"0,29-34-5679 0 0,2-10-754 0 0,-1 0-1 0 0,-1-1 0 0 0,-1-1 1 0 0,0-1-1 0 0,-1 0 0 0 0,0-2 1 0 0,-1 0-1 0 0,19-28 0 0 0,-25 31-109 0 0,-1-1 0 0 0,-1 0-1 0 0,-1 0 1 0 0,0-1-1 0 0,-1 0 1 0 0,-1-1 0 0 0,0 1-1 0 0,-1-1 1 0 0,-1 0-1 0 0,-1-1 1 0 0,-1 1-1 0 0,0-20 1 0 0,-2 33-7 0 0,0 1 0 0 0,0 0 0 0 0,-1 0 0 0 0,1-1 0 0 0,-1 1 0 0 0,0 0 0 0 0,0 0 0 0 0,-1 0-1 0 0,-3-7 1 0 0,4 10-5 0 0,0-1-1 0 0,0 0 1 0 0,0 1-1 0 0,0-1 1 0 0,-1 0 0 0 0,1 1-1 0 0,-1 0 1 0 0,1-1-1 0 0,-1 1 1 0 0,0 0-1 0 0,1 0 1 0 0,-1 0-1 0 0,0 0 1 0 0,0 0-1 0 0,0 0 1 0 0,0 0-1 0 0,1 1 1 0 0,-1-1-1 0 0,0 1 1 0 0,-3-1-1 0 0,2 2 1 0 0,1-1 0 0 0,-1 1 0 0 0,1-1-1 0 0,0 1 1 0 0,0 0 0 0 0,-1 0-1 0 0,1 0 1 0 0,0 1 0 0 0,0-1 0 0 0,0 0-1 0 0,0 1 1 0 0,0-1 0 0 0,1 1-1 0 0,-1 0 1 0 0,0-1 0 0 0,1 1 0 0 0,-1 0-1 0 0,1 0 1 0 0,-1 0 0 0 0,1 0 0 0 0,0 1-1 0 0,0-1 1 0 0,-1 4 0 0 0,2 5 14 0 0,5-1 28 0 0,-1-7-32 0 0,-1 0 1 0 0,1 0-1 0 0,0 0 1 0 0,0 0-1 0 0,0-1 1 0 0,1 0-1 0 0,-1 0 1 0 0,1 0-1 0 0,-1 0 1 0 0,1-1-1 0 0,-1 1 1 0 0,1-1-1 0 0,9 0 1 0 0,9 2 10 0 0,35-1 0 0 0,-55-2-12 0 0,142-12 43 0 0,-5 0-118 0 0,-139 12 95 0 0,1 0 0 0 0,-1 0 0 0 0,1 0 0 0 0,-1 0 0 0 0,0 0 0 0 0,1 1 1 0 0,-1-1-1 0 0,1 0 0 0 0,-1 1 0 0 0,0-1 0 0 0,1 1 0 0 0,-1-1 0 0 0,0 1 0 0 0,0 0 1 0 0,0 0-1 0 0,1 0 0 0 0,-1-1 0 0 0,0 1 0 0 0,0 0 0 0 0,0 0 0 0 0,1 2 0 0 0,-1-1 38 0 0,0 0 0 0 0,0 0 0 0 0,0 0 0 0 0,0 0 0 0 0,-1 1 0 0 0,1-1 0 0 0,-1 0 0 0 0,1 0-1 0 0,-1 1 1 0 0,0-1 0 0 0,0 0 0 0 0,0 3 0 0 0,-2 7 197 0 0,1 0-1 0 0,-2-1 1 0 0,0 1-1 0 0,-4 11 1 0 0,5-15-205 0 0,-14 34 225 0 0,11-32-241 0 0,1 0 0 0 0,0 0 0 0 0,1 0-1 0 0,0 1 1 0 0,1-1 0 0 0,-2 16 0 0 0,4-24-125 0 0,0 0 0 0 0,0 0 0 0 0,1 0 1 0 0,-1 1-1 0 0,0-1 0 0 0,1 0 0 0 0,-1 0 1 0 0,1 0-1 0 0,0 0 0 0 0,0 0 0 0 0,0 0 0 0 0,0 0 1 0 0,0-1-1 0 0,0 1 0 0 0,0 0 0 0 0,1 0 1 0 0,-1-1-1 0 0,4 4 0 0 0,-2-3-167 0 0,0 0 1 0 0,0 0-1 0 0,1 0 1 0 0,-1 0-1 0 0,1-1 1 0 0,-1 1-1 0 0,1-1 1 0 0,0 0-1 0 0,6 1 0 0 0,3 0-724 0 0,0-2-1 0 0,-1 1 1 0 0,1-1-1 0 0,0-1 1 0 0,17-3-1 0 0,23-9-4179 0 0,-27 3 778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37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162 100 2120 0 0,'28'-59'11717'0'0,"-31"60"-11097"0"0,0 1-401 0 0,-1-1-1 0 0,1 1 0 0 0,0 0 1 0 0,-1 0-1 0 0,1 1 0 0 0,0-1 0 0 0,0 1 1 0 0,1-1-1 0 0,-6 7 0 0 0,-23 35 1125 0 0,14-20-802 0 0,-45 67 882 0 0,55-80-1312 0 0,1 1-1 0 0,1-1 0 0 0,0 1 0 0 0,0 0 0 0 0,1 0 0 0 0,-4 19 1 0 0,8-28-95 0 0,0-1 0 0 0,-1 0 0 0 0,1 0 0 0 0,0 0 0 0 0,0 0 0 0 0,1 0 0 0 0,-1 0 0 0 0,0 0 0 0 0,1 1 0 0 0,-1-1 0 0 0,1 0 0 0 0,-1 0 0 0 0,1 0 0 0 0,0 0 0 0 0,0-1 0 0 0,0 1 0 0 0,0 0 0 0 0,0 0 0 0 0,1 0 0 0 0,-1-1 0 0 0,3 3 0 0 0,-1-1-3 0 0,0-1 0 0 0,0 0 0 0 0,1 0 0 0 0,-1 0 0 0 0,1-1 0 0 0,-1 1 0 0 0,1-1 0 0 0,-1 0 0 0 0,1 0 0 0 0,0 0 0 0 0,5 0 0 0 0,1 0-2 0 0,1 0-1 0 0,-1-1 1 0 0,0-1 0 0 0,1 0 0 0 0,-1 0 0 0 0,0-1 0 0 0,0 0 0 0 0,14-5 0 0 0,-9 1-8 0 0,0-1 1 0 0,-1-1-1 0 0,1 0 1 0 0,-2-1 0 0 0,1 0-1 0 0,-1-1 1 0 0,-1-1-1 0 0,0 0 1 0 0,0 0 0 0 0,-1-1-1 0 0,-1-1 1 0 0,0 0-1 0 0,0 0 1 0 0,-1-1 0 0 0,-1 0-1 0 0,-1-1 1 0 0,0 1 0 0 0,0-1-1 0 0,-2-1 1 0 0,0 1-1 0 0,3-18 1 0 0,-7 29-10 0 0,0-1 0 0 0,-1 0 0 0 0,1 0 0 0 0,-1 0 0 0 0,0 0 0 0 0,-1 0 0 0 0,1 0 1 0 0,-1 1-1 0 0,0-1 0 0 0,0 0 0 0 0,0 0 0 0 0,-4-8 0 0 0,4 11 2 0 0,-1 0 0 0 0,1-1-1 0 0,-1 1 1 0 0,0 0 0 0 0,1 0 0 0 0,-1 0 0 0 0,0 0-1 0 0,0 0 1 0 0,0 0 0 0 0,-1 1 0 0 0,1-1 0 0 0,0 1 0 0 0,-1-1-1 0 0,1 1 1 0 0,-1 0 0 0 0,1 0 0 0 0,-1 0 0 0 0,1 0 0 0 0,-1 0-1 0 0,0 1 1 0 0,0-1 0 0 0,1 1 0 0 0,-5 0 0 0 0,-5 0 0 0 0,0 1 1 0 0,0 0-1 0 0,0 1 1 0 0,0 0 0 0 0,0 1-1 0 0,1 1 1 0 0,0-1 0 0 0,-1 2-1 0 0,1 0 1 0 0,-16 9-1 0 0,11-4-123 0 0,0 0 0 0 0,0 2 0 0 0,1 0 0 0 0,0 0 0 0 0,-23 27 0 0 0,33-33-86 0 0,0 0 0 0 0,1 0 0 0 0,0 0 0 0 0,0 1 0 0 0,1 0 1 0 0,0 0-1 0 0,0 0 0 0 0,0 0 0 0 0,-1 8 0 0 0,3-12-98 0 0,1 1 0 0 0,-1-1 0 0 0,1 0 0 0 0,0 0 0 0 0,0 0 0 0 0,0 1-1 0 0,1-1 1 0 0,-1 0 0 0 0,1 0 0 0 0,1 4 0 0 0,-1-4-220 0 0,0-1 1 0 0,0 1-1 0 0,0-1 0 0 0,1 0 1 0 0,-1 1-1 0 0,1-1 0 0 0,0 0 1 0 0,-1 0-1 0 0,1 0 0 0 0,0 0 1 0 0,0-1-1 0 0,0 1 0 0 0,5 2 1 0 0,4 2-4513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3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90 244 1540 0 0,'16'-22'14075'0'0,"-23"40"-11889"0"0,-14 28-1157 0 0,7-21-645 0 0,2 0-1 0 0,0 0 1 0 0,2 2-1 0 0,1-1 0 0 0,-10 49 1 0 0,19-72-370 0 0,-1-1 1 0 0,1 0 0 0 0,0 1 0 0 0,0-1-1 0 0,0 1 1 0 0,0-1 0 0 0,0 0 0 0 0,1 1-1 0 0,-1-1 1 0 0,1 1 0 0 0,-1-1-1 0 0,1 0 1 0 0,0 0 0 0 0,0 1 0 0 0,0-1-1 0 0,0 0 1 0 0,1 0 0 0 0,-1 0 0 0 0,0 0-1 0 0,1 0 1 0 0,-1 0 0 0 0,1-1 0 0 0,0 1-1 0 0,0 0 1 0 0,0-1 0 0 0,0 1 0 0 0,0-1-1 0 0,0 0 1 0 0,0 1 0 0 0,2 0 0 0 0,1-1-9 0 0,0 1 0 0 0,-1-1-1 0 0,1 0 1 0 0,0 0 0 0 0,0 0 0 0 0,0-1 0 0 0,0 0 0 0 0,0 0 0 0 0,0 0 0 0 0,0 0 0 0 0,0-1 0 0 0,0 0 0 0 0,7-2 0 0 0,0-2 6 0 0,0 0 0 0 0,-1 0-1 0 0,0-1 1 0 0,0-1 0 0 0,-1 0 0 0 0,1 0-1 0 0,-2-1 1 0 0,1 0 0 0 0,-1-1-1 0 0,0 0 1 0 0,9-13 0 0 0,10-15-12 0 0,38-68-1 0 0,-57 88-1 0 0,6-6-102 0 0,-14 22 38 0 0,-8 14 44 0 0,-3 7 6 0 0,-16 40 1 0 0,22-51 23 0 0,2 0 0 0 0,-1 0 0 0 0,1 0 0 0 0,1 1 0 0 0,-1-1 0 0 0,2 1 0 0 0,-1 11 0 0 0,2-19 1 0 0,-1 1-1 0 0,0-1 1 0 0,1 0-1 0 0,-1 1 1 0 0,1-1 0 0 0,0 0-1 0 0,0 0 1 0 0,0 0 0 0 0,0 0-1 0 0,0 0 1 0 0,0 0-1 0 0,1 0 1 0 0,-1 0 0 0 0,1 0-1 0 0,-1 0 1 0 0,3 1 0 0 0,0 0-3 0 0,0 0 0 0 0,0 0 0 0 0,0-1 0 0 0,0 0 0 0 0,0 0 0 0 0,0 0 1 0 0,9 2-1 0 0,0-1 6 0 0,0 0 1 0 0,0-2 0 0 0,0 1 0 0 0,26-2-1 0 0,-25-1-6 0 0,1-1 0 0 0,-1 0-1 0 0,0-2 1 0 0,0 1-1 0 0,0-2 1 0 0,-1 0 0 0 0,0 0-1 0 0,1-1 1 0 0,-2-1 0 0 0,1 0-1 0 0,-1-1 1 0 0,0 0-1 0 0,-1-1 1 0 0,0 0 0 0 0,15-17-1 0 0,-12 11 0 0 0,-1 0 0 0 0,-1-1-1 0 0,0-1 1 0 0,-1 0 0 0 0,-1 0-1 0 0,0-1 1 0 0,-2-1 0 0 0,0 1-1 0 0,-1-1 1 0 0,7-29 0 0 0,-11 32-11 0 0,-1 1 0 0 0,0-1 1 0 0,-2 0-1 0 0,1 1 0 0 0,-4-23 1 0 0,3-9-188 0 0,15 47 193 0 0,155-7-4791 0 0,-60-9-4080 0 0,-69 8 3113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39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80 1676 0 0,'45'-73'12410'0'0,"-44"71"-12149"0"0,0 1 230 0 0,3-2 261 0 0,-2 9-525 0 0,-3 0-17 0 0,0 1 0 0 0,0-1 0 0 0,0 0 0 0 0,-1 0 0 0 0,0 0 0 0 0,0 0 0 0 0,-1 0 0 0 0,-4 6 0 0 0,4-5-57 0 0,-84 150 1416 0 0,-10 21-2025 0 0,92-169-441 0 0,2 0 1 0 0,-1 0-1 0 0,1 0 0 0 0,0 1 1 0 0,1-1-1 0 0,-2 17 0 0 0,4-26 787 0 0,0 1 0 0 0,0-1 0 0 0,0 1 0 0 0,0-1 0 0 0,0 1 0 0 0,1-1 0 0 0,-1 1-1 0 0,0-1 1 0 0,0 0 0 0 0,1 1 0 0 0,-1-1 0 0 0,0 1 0 0 0,0-1 0 0 0,1 1-1 0 0,-1-1 1 0 0,1 0 0 0 0,-1 1 0 0 0,0-1 0 0 0,1 0 0 0 0,-1 0 0 0 0,1 1-1 0 0,-1-1 1 0 0,1 0 0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39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172 109 1264 0 0,'26'-23'2819'0'0,"-9"8"4"0"0,0 0 0 0 0,24-29 0 0 0,-37 34-1911 0 0,-11 8 31 0 0,-12 9-205 0 0,1 1-525 0 0,0 2 0 0 0,1 0 0 0 0,0 1 0 0 0,1 1 0 0 0,1 0 0 0 0,0 1-1 0 0,-21 23 1 0 0,35-35-204 0 0,0 1-1 0 0,0-1 1 0 0,0 0-1 0 0,0 0 0 0 0,0 1 1 0 0,1-1-1 0 0,-1 1 1 0 0,0-1-1 0 0,1 0 1 0 0,-1 1-1 0 0,1-1 0 0 0,0 1 1 0 0,-1 0-1 0 0,1-1 1 0 0,0 1-1 0 0,0-1 1 0 0,0 1-1 0 0,0-1 0 0 0,0 1 1 0 0,1 2-1 0 0,0-1-3 0 0,0-1 1 0 0,0 0-1 0 0,0 0 0 0 0,0 0 0 0 0,0 0 0 0 0,1 0 1 0 0,-1 0-1 0 0,1 0 0 0 0,0-1 0 0 0,-1 1 0 0 0,1 0 0 0 0,3 1 1 0 0,6 4-5 0 0,1 0 0 0 0,0-1 1 0 0,0 0-1 0 0,14 4 1 0 0,-14-6 7 0 0,-5-1 39 0 0,25 10-9 0 0,30 17 0 0 0,-54-26 194 0 0,-1 0 1 0 0,0 1-1 0 0,0 0 0 0 0,0 0 1 0 0,0 1-1 0 0,-1-1 1 0 0,0 2-1 0 0,-1-1 1 0 0,9 12-1 0 0,-13-17-154 0 0,0 1-1 0 0,0 0 1 0 0,-1 0-1 0 0,1 0 1 0 0,-1-1-1 0 0,1 1 1 0 0,-1 0-1 0 0,0 0 1 0 0,1 0-1 0 0,-1 0 1 0 0,0 0-1 0 0,0 0 1 0 0,0 0-1 0 0,-1 0 1 0 0,1 0-1 0 0,0 0 1 0 0,-1-1-1 0 0,1 1 1 0 0,-1 0-1 0 0,0 0 1 0 0,0 0-1 0 0,0-1 1 0 0,0 1-1 0 0,0 0 1 0 0,0-1-1 0 0,0 1 1 0 0,0-1-1 0 0,0 1 1 0 0,-1-1-1 0 0,1 1 1 0 0,-1-1-1 0 0,1 0 1 0 0,-3 2-1 0 0,-5 4 40 0 0,-1-1 0 0 0,1 0 0 0 0,-1-1-1 0 0,-11 5 1 0 0,21-10-117 0 0,-11 4-64 0 0,0 0 0 0 0,1-1 0 0 0,-1 0 0 0 0,-1-1 0 0 0,1 0 0 0 0,0 0 1 0 0,0-1-1 0 0,-1-1 0 0 0,1 0 0 0 0,0-1 0 0 0,-1 0 0 0 0,1-1 0 0 0,-19-5 0 0 0,19 4-928 0 0,1 0 1 0 0,0-2-1 0 0,-14-6 0 0 0,15 6-658 0 0,1-1-1 0 0,0 1 0 0 0,1-1 0 0 0,-9-8 1 0 0,-1-4-5683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39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31 104 536 0 0,'-2'-12'2780'0'0,"-1"2"-635"0"0,0 0-337 0 0,-1 0-284 0 0,2 1-320 0 0,-1 1-252 0 0,0-1 412 0 0,-1-4-540 0 0,-1 1-772 0 0,3 2-1236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41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501 137 272 0 0,'2'-8'1062'0'0,"-1"0"1"0"0,0 0-1 0 0,-1 1 1 0 0,0-1-1 0 0,0 0 1 0 0,0 0-1 0 0,-1 0 1 0 0,-2-8-1 0 0,3 13-885 0 0,-1-1 0 0 0,0 1 1 0 0,0 0-1 0 0,0 0 0 0 0,0 0 0 0 0,-1 1 0 0 0,1-1 0 0 0,-1 0 0 0 0,0 0 1 0 0,0 1-1 0 0,0-1 0 0 0,0 1 0 0 0,0 0 0 0 0,0-1 0 0 0,-1 1 0 0 0,1 0 1 0 0,-1 0-1 0 0,1 1 0 0 0,-1-1 0 0 0,0 0 0 0 0,-5-1 0 0 0,7 2-150 0 0,0 1 0 0 0,-1 0 0 0 0,1 0-1 0 0,0 0 1 0 0,0 0 0 0 0,-1 0 0 0 0,1 0-1 0 0,0 0 1 0 0,0 0 0 0 0,-1 1 0 0 0,1-1-1 0 0,0 0 1 0 0,0 1 0 0 0,-1-1 0 0 0,0 2-1 0 0,-3-1 46 0 0,-2 2 15 0 0,-1 0 0 0 0,0 1 0 0 0,1 0-1 0 0,-1 0 1 0 0,1 0 0 0 0,0 1 0 0 0,-11 10 0 0 0,-41 45 207 0 0,50-51-241 0 0,-28 32 132 0 0,-44 62 1 0 0,70-87-156 0 0,1 0 0 0 0,1 1 0 0 0,0 0 0 0 0,1 1 0 0 0,1 0 1 0 0,0 0-1 0 0,-6 30 0 0 0,12-45-22 0 0,1 1 0 0 0,-1-1 0 0 0,1 1 1 0 0,0-1-1 0 0,0 1 0 0 0,0-1 0 0 0,0 1 1 0 0,0-1-1 0 0,1 1 0 0 0,0-1 0 0 0,0 0 1 0 0,0 1-1 0 0,0-1 0 0 0,0 0 0 0 0,0 0 1 0 0,1 0-1 0 0,0 0 0 0 0,0 0 0 0 0,3 4 1 0 0,-2-4 0 0 0,0 0 1 0 0,1 0 0 0 0,-1 0-1 0 0,1-1 1 0 0,0 1 0 0 0,0-1 0 0 0,0 0-1 0 0,0-1 1 0 0,0 1 0 0 0,1 0-1 0 0,-1-1 1 0 0,0 0 0 0 0,7 1 0 0 0,1-1 1 0 0,0 0 1 0 0,0-1-1 0 0,0 0 1 0 0,0-1-1 0 0,0-1 1 0 0,0 1 0 0 0,0-2-1 0 0,-1 0 1 0 0,1 0-1 0 0,17-8 1 0 0,-17 5-8 0 0,-1-1 1 0 0,1-1-1 0 0,-1 0 1 0 0,-1 0-1 0 0,0-1 0 0 0,0 0 1 0 0,0-1-1 0 0,-1 0 1 0 0,-1 0-1 0 0,0-1 0 0 0,0 0 1 0 0,8-18-1 0 0,4-13 17 0 0,-1 0-1 0 0,16-58 1 0 0,-27 74-1 0 0,3 3-63 0 0,-5 22 34 0 0,-1 12 59 0 0,-3 11 209 0 0,-1 0 0 0 0,0-1 0 0 0,-1 1 0 0 0,-2 0 0 0 0,-4 21 0 0 0,3-16-70 0 0,-21 141 825 0 0,-7 0 1 0 0,-64 195-1 0 0,86-335-907 0 0,-57 172 371 0 0,51-162-150 0 0,-1 0 0 0 0,-3-1 1 0 0,-24 37-1 0 0,39-68-265 0 0,1-1 0 0 0,-1-1-1 0 0,0 1 1 0 0,0-1 0 0 0,-1 1-1 0 0,1-1 1 0 0,-1 0 0 0 0,0-1 0 0 0,0 1-1 0 0,0-1 1 0 0,0 0 0 0 0,-1 0-1 0 0,1-1 1 0 0,-1 1 0 0 0,-11 2 0 0 0,13-5-49 0 0,-1 1 1 0 0,0-1-1 0 0,1 1 1 0 0,-1-1-1 0 0,0-1 1 0 0,1 1 0 0 0,-1-1-1 0 0,0 0 1 0 0,1 0-1 0 0,-1 0 1 0 0,1 0 0 0 0,0-1-1 0 0,-1 0 1 0 0,1 0-1 0 0,0 0 1 0 0,0-1-1 0 0,0 1 1 0 0,0-1 0 0 0,0 0-1 0 0,1 0 1 0 0,-5-5-1 0 0,3 3-8 0 0,0-1 0 0 0,0 1-1 0 0,1-1 1 0 0,0-1-1 0 0,0 1 1 0 0,0 0 0 0 0,1-1-1 0 0,0 0 1 0 0,0 0 0 0 0,1 0-1 0 0,-3-13 1 0 0,3 8-13 0 0,1-1-1 0 0,0 1 1 0 0,1-1 0 0 0,0 1-1 0 0,1-1 1 0 0,3-16 0 0 0,3-3-46 0 0,2 1 0 0 0,1 1 0 0 0,1 0 0 0 0,24-45 0 0 0,-11 31-13 0 0,2 2 0 0 0,2 1 0 0 0,2 1 0 0 0,1 1-1 0 0,39-36 1 0 0,12-2-377 0 0,103-76 0 0 0,-11 13-254 0 0,-128 100 425 0 0,67-78 1 0 0,-99 102 183 0 0,20-35 1 0 0,-30 45 56 0 0,-1 0 1 0 0,0 0 0 0 0,0 0-1 0 0,0-1 1 0 0,-1 1 0 0 0,0-1 0 0 0,0 0-1 0 0,-1 1 1 0 0,1-12 0 0 0,-1 17 21 0 0,-1-1 1 0 0,0 0 0 0 0,0 1-1 0 0,0-1 1 0 0,0 0 0 0 0,0 1-1 0 0,-1-1 1 0 0,1 0-1 0 0,0 1 1 0 0,-1-1 0 0 0,0 1-1 0 0,1-1 1 0 0,-1 0 0 0 0,0 1-1 0 0,1-1 1 0 0,-1 1 0 0 0,0 0-1 0 0,0-1 1 0 0,0 1 0 0 0,0 0-1 0 0,-1-1 1 0 0,1 1 0 0 0,0 0-1 0 0,0 0 1 0 0,-1 0 0 0 0,1 0-1 0 0,-1 0 1 0 0,1 1 0 0 0,-1-1-1 0 0,1 0 1 0 0,-1 1-1 0 0,1-1 1 0 0,-1 1 0 0 0,0-1-1 0 0,1 1 1 0 0,-1 0 0 0 0,0 0-1 0 0,1-1 1 0 0,-1 1 0 0 0,0 0-1 0 0,1 1 1 0 0,-1-1 0 0 0,0 0-1 0 0,1 0 1 0 0,-1 1 0 0 0,-2 0-1 0 0,-4 1-5 0 0,-1 1 0 0 0,1-1 1 0 0,0 1-1 0 0,0 1 0 0 0,0 0 0 0 0,0 0 0 0 0,-12 9 0 0 0,17-10 9 0 0,-1 0 1 0 0,1 0-1 0 0,-1 0 0 0 0,1 1 0 0 0,0-1 0 0 0,0 1 0 0 0,1-1 1 0 0,-1 1-1 0 0,1 0 0 0 0,0 0 0 0 0,-4 8 0 0 0,6-10 5 0 0,-1 0-1 0 0,1-1 0 0 0,0 1 1 0 0,0 0-1 0 0,0 0 0 0 0,0 0 1 0 0,0-1-1 0 0,0 1 0 0 0,1 0 1 0 0,-1 0-1 0 0,0 0 0 0 0,1-1 1 0 0,-1 1-1 0 0,1 0 0 0 0,0-1 1 0 0,0 1-1 0 0,0 0 0 0 0,-1-1 1 0 0,1 1-1 0 0,1-1 0 0 0,-1 0 1 0 0,0 1-1 0 0,0-1 0 0 0,0 0 1 0 0,1 1-1 0 0,-1-1 0 0 0,1 0 1 0 0,-1 0-1 0 0,1 0 0 0 0,-1 0 1 0 0,1-1-1 0 0,0 1 0 0 0,1 0 1 0 0,5 3-7 0 0,-1-1 0 0 0,0 0 0 0 0,1 0 0 0 0,15 2 1 0 0,50 1-10 0 0,-41-5-2 0 0,-30 0 15 0 0,9 1-32 0 0,-8-2 32 0 0,0 1 0 0 0,0-1-1 0 0,-1 1 1 0 0,1-1 0 0 0,0 1 0 0 0,-1 0 0 0 0,1 0 0 0 0,-1 0 0 0 0,1 1 0 0 0,-1-1 0 0 0,1 1 0 0 0,-1-1 0 0 0,0 1 0 0 0,0 0 0 0 0,1-1 0 0 0,-2 1 0 0 0,1 1 0 0 0,0-1 0 0 0,0 0 0 0 0,0 0 0 0 0,-1 0 0 0 0,0 1 0 0 0,1-1 0 0 0,-1 1 0 0 0,0-1 0 0 0,0 1 0 0 0,0 0 0 0 0,0-1 0 0 0,-1 1 0 0 0,1 0 0 0 0,-1 0 0 0 0,0-1 0 0 0,1 1 0 0 0,-1 0 0 0 0,-1 5 0 0 0,-2 7 18 0 0,-2 0 0 0 0,1 0-1 0 0,-2 0 1 0 0,0-1 0 0 0,-12 23 0 0 0,-14 31 60 0 0,31-65-70 0 0,0-1-1 0 0,0 0 1 0 0,0 0 0 0 0,1 0 0 0 0,-1 0-1 0 0,1 0 1 0 0,-1 0 0 0 0,1 0 0 0 0,0 0-1 0 0,0 1 1 0 0,0-1 0 0 0,0 0 0 0 0,0 0-1 0 0,0 0 1 0 0,1 2 0 0 0,0-2-2 0 0,0 0 1 0 0,-1-1-1 0 0,1 1 1 0 0,0 0-1 0 0,0-1 0 0 0,0 1 1 0 0,1-1-1 0 0,-1 0 1 0 0,0 1-1 0 0,1-1 1 0 0,-1 0-1 0 0,0 0 0 0 0,1 0 1 0 0,0 0-1 0 0,-1 0 1 0 0,1 0-1 0 0,-1 0 1 0 0,1 0-1 0 0,0 0 0 0 0,0-1 1 0 0,-1 1-1 0 0,1-1 1 0 0,0 0-1 0 0,0 1 0 0 0,0-1 1 0 0,0 0-1 0 0,3 0 1 0 0,-5 0-6 0 0,11 1-1 0 0,-1-1 0 0 0,1 0 0 0 0,-1 0 0 0 0,1-1 1 0 0,-1 0-1 0 0,0-1 0 0 0,1 0 0 0 0,-1 0 0 0 0,0-1 0 0 0,12-6 0 0 0,-10 5-20 0 0,11-5-53 0 0,0-1 0 0 0,-1-1 0 0 0,0 0-1 0 0,-1-2 1 0 0,0-1 0 0 0,-2 0 0 0 0,1-1 0 0 0,-2-2-1 0 0,0 1 1 0 0,22-28 0 0 0,-11 8 43 0 0,-2-2 1 0 0,-1-1-1 0 0,-2-1 0 0 0,29-65 1 0 0,-49 97 36 0 0,-1 0 0 0 0,0 0 0 0 0,0 0-1 0 0,-1 0 1 0 0,-1 0 0 0 0,1-1 0 0 0,0-12 0 0 0,-2 20-4 0 0,-1 1 0 0 0,1 0 0 0 0,0-1-1 0 0,0 1 1 0 0,0 0 0 0 0,-1 0 0 0 0,1 0 0 0 0,0-1 0 0 0,-1 1-1 0 0,1 0 1 0 0,0 0 0 0 0,0 0 0 0 0,-1 0 0 0 0,1-1 0 0 0,0 1-1 0 0,-1 0 1 0 0,1 0 0 0 0,0 0 0 0 0,-1 0 0 0 0,1 0 0 0 0,0 0-1 0 0,-1 0 1 0 0,1 0 0 0 0,0 0 0 0 0,-1 0 0 0 0,1 0 0 0 0,0 0-1 0 0,-1 0 1 0 0,1 0 0 0 0,0 1 0 0 0,-1-1 0 0 0,1 0 0 0 0,0 0-1 0 0,-1 0 1 0 0,1 0 0 0 0,0 0 0 0 0,-1 1 0 0 0,1-1 0 0 0,0 0-1 0 0,0 0 1 0 0,0 1 0 0 0,-1-1 0 0 0,1 1 0 0 0,-16 8 3 0 0,16-9-1 0 0,-21 19 69 0 0,2 0 1 0 0,0 1-1 0 0,2 1 0 0 0,0 1 1 0 0,-19 33-1 0 0,21-32-43 0 0,7-11-7 0 0,0 0 1 0 0,1 1 0 0 0,1 0 0 0 0,0 0 0 0 0,0 1 0 0 0,-5 25-1 0 0,9-34-23 0 0,2 0-1 0 0,-1 0 0 0 0,0-1 1 0 0,1 1-1 0 0,0 0 0 0 0,0 0 1 0 0,1 0-1 0 0,-1 0 0 0 0,1-1 1 0 0,0 1-1 0 0,0 0 0 0 0,1-1 1 0 0,-1 1-1 0 0,1 0 0 0 0,0-1 1 0 0,0 0-1 0 0,0 0 0 0 0,1 1 1 0 0,0-1-1 0 0,0-1 0 0 0,0 1 1 0 0,0 0-1 0 0,0-1 0 0 0,6 5 1 0 0,4 1-368 0 0,1 0 1 0 0,1 0 0 0 0,-1-1 0 0 0,1-1 0 0 0,1 0 0 0 0,-1-1 0 0 0,1-1 0 0 0,1-1 0 0 0,-1 0 0 0 0,29 3 0 0 0,-13-4-789 0 0,-1-2 0 0 0,0-1 1 0 0,1-1-1 0 0,56-11 0 0 0,-67 8-142 0 0,-1-1-1 0 0,0-1 0 0 0,35-15 1 0 0,-21 4-1504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42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261 881 4144 0 0,'11'-12'866'0'0,"-1"-1"0"0"0,-1 0-1 0 0,0 0 1 0 0,0-1 0 0 0,-1-1-1 0 0,-1 1 1 0 0,-1-1 0 0 0,0 0-1 0 0,5-20 1 0 0,-11 34-797 0 0,1-1-1 0 0,-1 1 0 0 0,0 0 1 0 0,0 0-1 0 0,0 0 1 0 0,1 0-1 0 0,-1 0 1 0 0,-1-1-1 0 0,1 1 0 0 0,0 0 1 0 0,0 0-1 0 0,0 0 1 0 0,0 0-1 0 0,-1-1 1 0 0,1 1-1 0 0,-1 0 0 0 0,1 0 1 0 0,-1 0-1 0 0,1 0 1 0 0,-1 0-1 0 0,0 0 1 0 0,-1-1-1 0 0,1 1-14 0 0,0 1 0 0 0,0-1 0 0 0,0 1 0 0 0,0-1 0 0 0,0 1 0 0 0,-1-1 0 0 0,1 1 0 0 0,0 0 0 0 0,0 0 0 0 0,-1 0 0 0 0,1 0-1 0 0,0 0 1 0 0,0 0 0 0 0,-1 0 0 0 0,1 0 0 0 0,0 0 0 0 0,-2 1 0 0 0,-6 2 162 0 0,0 0-1 0 0,0 0 1 0 0,0 1-1 0 0,-9 6 1 0 0,17-10-201 0 0,-34 20 403 0 0,1 1 0 0 0,-38 30 1 0 0,57-38-355 0 0,-1 1 0 0 0,2 0 1 0 0,0 0-1 0 0,1 2 1 0 0,0-1-1 0 0,-14 26 0 0 0,26-39-53 0 0,-1 1 0 0 0,1 0 0 0 0,0-1-1 0 0,0 1 1 0 0,0 0 0 0 0,0 0 0 0 0,1 0 0 0 0,-1 0-1 0 0,1 0 1 0 0,0 0 0 0 0,0 0 0 0 0,0 0-1 0 0,1 4 1 0 0,-1-5-13 0 0,1-1 0 0 0,-1 1 0 0 0,1 0-1 0 0,0-1 1 0 0,0 1 0 0 0,0-1 0 0 0,0 1-1 0 0,0-1 1 0 0,0 0 0 0 0,0 1 0 0 0,0-1-1 0 0,0 0 1 0 0,1 0 0 0 0,-1 0 0 0 0,1 0 0 0 0,-1 0-1 0 0,0 0 1 0 0,1 0 0 0 0,0 0 0 0 0,-1-1-1 0 0,1 1 1 0 0,-1 0 0 0 0,1-1 0 0 0,0 0-1 0 0,0 1 1 0 0,-1-1 0 0 0,1 0 0 0 0,0 0 0 0 0,-1 0-1 0 0,1 0 1 0 0,0 0 0 0 0,2 0 0 0 0,7-1-117 0 0,-1 0 0 0 0,1 0 1 0 0,0-1-1 0 0,-1 0 0 0 0,0-1 1 0 0,1 0-1 0 0,-1-1 0 0 0,0 0 1 0 0,0 0-1 0 0,-1-1 0 0 0,0-1 1 0 0,10-6-1 0 0,19-18-105 0 0,-1-1 0 0 0,41-44 0 0 0,-58 54 208 0 0,16-14-12 0 0,-35 36 50 0 0,0 0 0 0 0,0 0 0 0 0,0 0 0 0 0,0 0 0 0 0,0 0 0 0 0,0 0 0 0 0,0 0 0 0 0,-1 1 0 0 0,1-1 0 0 0,0 0 0 0 0,-1 0 0 0 0,1 1 0 0 0,-1-1 0 0 0,1 0 0 0 0,-1 0 0 0 0,0 1 0 0 0,1-1 0 0 0,-1 1 0 0 0,0-1 0 0 0,0 0 0 0 0,0 1 0 0 0,0-1 0 0 0,0 0 0 0 0,-1 3 1 0 0,0 18 316 0 0,-1-1 0 0 0,-9 37 1 0 0,6-36-219 0 0,1-1 0 0 0,-2 40 0 0 0,6-57-108 0 0,0 1-1 0 0,0 0 1 0 0,0 0-1 0 0,1 0 1 0 0,-1 0 0 0 0,1 0-1 0 0,1 0 1 0 0,-1 0-1 0 0,1-1 1 0 0,-1 1 0 0 0,1 0-1 0 0,1-1 1 0 0,-1 0-1 0 0,1 1 1 0 0,-1-1 0 0 0,1 0-1 0 0,0 0 1 0 0,1-1-1 0 0,-1 1 1 0 0,1 0-1 0 0,-1-1 1 0 0,1 0 0 0 0,0 0-1 0 0,0 0 1 0 0,1-1-1 0 0,-1 1 1 0 0,6 1 0 0 0,-4-1-3 0 0,1 0 1 0 0,0 0-1 0 0,0-1 1 0 0,0 0-1 0 0,1 0 1 0 0,-1-1-1 0 0,0 1 1 0 0,1-2 0 0 0,-1 1-1 0 0,1-1 1 0 0,-1 0-1 0 0,1-1 1 0 0,-1 0-1 0 0,9-2 1 0 0,-6 0-51 0 0,-1 0 0 0 0,0-1-1 0 0,1 0 1 0 0,-1 0 0 0 0,-1-1 0 0 0,1-1 0 0 0,-1 1 0 0 0,0-1-1 0 0,11-10 1 0 0,2-7-185 0 0,-1 0 0 0 0,-1-1 0 0 0,-1-1 0 0 0,-1-1 0 0 0,25-50 0 0 0,49-116-389 0 0,101-312 0 0 0,-133 324 1803 0 0,-58 176-1080 0 0,-3 5-16 0 0,-6 12 63 0 0,-10 22 171 0 0,-55 150 970 0 0,-52 146 64 0 0,97-244-1061 0 0,-32 168 0 0 0,56-226-232 0 0,-2 57 0 0 0,6-77-42 0 0,1 1 0 0 0,-1-1-1 0 0,2 1 1 0 0,-1-1 0 0 0,1 0-1 0 0,1 0 1 0 0,-1 1 0 0 0,2-2-1 0 0,-1 1 1 0 0,6 9 0 0 0,-8-16-24 0 0,1 1 1 0 0,-1 0-1 0 0,1-1 0 0 0,0 0 1 0 0,0 1-1 0 0,0-1 1 0 0,0 0-1 0 0,0 0 1 0 0,1 0-1 0 0,-1 0 1 0 0,1 0-1 0 0,-1-1 1 0 0,1 1-1 0 0,0-1 1 0 0,-1 0-1 0 0,1 0 0 0 0,0 1 1 0 0,6 0-1 0 0,-6-2 4 0 0,1 0 0 0 0,0 0-1 0 0,-1 0 1 0 0,1-1 0 0 0,-1 1-1 0 0,1-1 1 0 0,0 0 0 0 0,-1 0 0 0 0,1 0-1 0 0,-1-1 1 0 0,0 1 0 0 0,1-1-1 0 0,3-2 1 0 0,7-6 12 0 0,-1 0 0 0 0,-1-1 0 0 0,0 0 0 0 0,0-1 0 0 0,14-20 0 0 0,-12 14-17 0 0,-2-1-1 0 0,0 0 0 0 0,-1-1 1 0 0,11-27-1 0 0,-6 6-10 0 0,14-54 1 0 0,-28 89-12 0 0,-1 0 0 0 0,1-1 0 0 0,-1 1 0 0 0,0-1 0 0 0,-1 0 0 0 0,1 1 0 0 0,-1-1 0 0 0,-2-12 0 0 0,1 18-1 0 0,-1 1 18 0 0,0 1 0 0 0,-1-1 0 0 0,1 1 1 0 0,0 0-1 0 0,0-1 0 0 0,-1 1 1 0 0,1 1-1 0 0,0-1 0 0 0,0 0 1 0 0,0 0-1 0 0,0 1 0 0 0,0-1 0 0 0,1 1 1 0 0,-1-1-1 0 0,0 1 0 0 0,1 0 1 0 0,-1 0-1 0 0,1 0 0 0 0,-2 2 0 0 0,-25 46-21 0 0,24-40 11 0 0,-1-2 15 0 0,1 1-1 0 0,1-1 0 0 0,0 1 1 0 0,0 0-1 0 0,1 0 1 0 0,0 1-1 0 0,0-1 1 0 0,1 0-1 0 0,0 1 0 0 0,1-1 1 0 0,0 0-1 0 0,2 14 1 0 0,-1-16 4 0 0,1-1 1 0 0,0 1 0 0 0,0-1-1 0 0,0 0 1 0 0,1 0 0 0 0,0 0-1 0 0,0 0 1 0 0,1 0 0 0 0,-1-1-1 0 0,1 1 1 0 0,0-1 0 0 0,1 0-1 0 0,-1 0 1 0 0,1-1 0 0 0,0 1 0 0 0,0-1-1 0 0,1 0 1 0 0,8 4 0 0 0,-4-1-74 0 0,1-1 0 0 0,0-1 1 0 0,0 0-1 0 0,1-1 1 0 0,-1 0-1 0 0,1 0 0 0 0,0-1 1 0 0,0-1-1 0 0,0 0 1 0 0,0-1-1 0 0,0 0 0 0 0,1-1 1 0 0,-1 0-1 0 0,0-1 1 0 0,0 0-1 0 0,0-1 1 0 0,0 0-1 0 0,0-1 0 0 0,0-1 1 0 0,0 0-1 0 0,-1 0 1 0 0,0-1-1 0 0,0-1 0 0 0,0 1 1 0 0,-1-2-1 0 0,1 0 1 0 0,-2 0-1 0 0,13-11 0 0 0,-6 0-100 0 0,-1 0-1 0 0,0-1 0 0 0,-2 0 0 0 0,0-1 0 0 0,-1-1 0 0 0,-1 0 0 0 0,-1 0 0 0 0,12-39 0 0 0,-19 51 148 0 0,-1 0-1 0 0,0 0 1 0 0,-1-1 0 0 0,0 1-1 0 0,0-11 1 0 0,-1 15 17 0 0,0 1-1 0 0,0-1 1 0 0,-1 0 0 0 0,0 1 0 0 0,0-1-1 0 0,0 1 1 0 0,0-1 0 0 0,-1 1 0 0 0,1 0 0 0 0,-1 0-1 0 0,0 0 1 0 0,-3-5 0 0 0,4 8 4 0 0,0 0 1 0 0,1 0-1 0 0,-1 0 0 0 0,0 0 0 0 0,0 1 1 0 0,0-1-1 0 0,0 0 0 0 0,0 0 1 0 0,0 1-1 0 0,0-1 0 0 0,0 0 1 0 0,0 1-1 0 0,-1-1 0 0 0,1 1 1 0 0,0 0-1 0 0,0-1 0 0 0,0 1 1 0 0,-1 0-1 0 0,1-1 0 0 0,0 1 0 0 0,0 0 1 0 0,-1 0-1 0 0,1 0 0 0 0,0 0 1 0 0,0 1-1 0 0,-1-1 0 0 0,0 0 1 0 0,-1 1 0 0 0,0 0 1 0 0,1 0-1 0 0,-1 1 1 0 0,1-1-1 0 0,0 0 1 0 0,-1 1-1 0 0,1-1 1 0 0,0 1-1 0 0,-3 2 1 0 0,4-3 1 0 0,0 0-1 0 0,1 1 1 0 0,-1-1 0 0 0,0 0 0 0 0,1 0-1 0 0,-1 0 1 0 0,1 0 0 0 0,-1 0-1 0 0,1 1 1 0 0,-1-1 0 0 0,1 0 0 0 0,0 0-1 0 0,0 1 1 0 0,-1-1 0 0 0,1 0-1 0 0,0 0 1 0 0,0 1 0 0 0,0-1 0 0 0,1 0-1 0 0,-1 1 1 0 0,0-1 0 0 0,0 0 0 0 0,1 0-1 0 0,-1 1 1 0 0,1-1 0 0 0,-1 0-1 0 0,1 0 1 0 0,-1 0 0 0 0,1 0 0 0 0,0 0-1 0 0,-1 0 1 0 0,1 0 0 0 0,0 0-1 0 0,0 0 1 0 0,0 0 0 0 0,0 0 0 0 0,2 1-1 0 0,1 2 7 0 0,0 0 0 0 0,0-1-1 0 0,1 0 1 0 0,-1 0 0 0 0,1 0-1 0 0,0 0 1 0 0,6 2 0 0 0,3-1 0 0 0,-1-1 1 0 0,1 0 0 0 0,0-1 0 0 0,0 0-1 0 0,0-2 1 0 0,0 1 0 0 0,0-2-1 0 0,24-2 1 0 0,-14-2 4 0 0,0 0 0 0 0,0-2 0 0 0,-1 0-1 0 0,25-12 1 0 0,31-23 488 0 0,-77 41-371 0 0,-3 3-101 0 0,-8 11 168 0 0,0-1 0 0 0,-1-1 0 0 0,0 0-1 0 0,-14 12 1 0 0,-24 27 383 0 0,40-39-490 0 0,-6 6 25 0 0,1 1 0 0 0,-11 19-1 0 0,21-32-97 0 0,1-1 0 0 0,-1 0 0 0 0,1 1-1 0 0,1-1 1 0 0,-1 1 0 0 0,1 0 0 0 0,-1-1 0 0 0,1 1-1 0 0,1 0 1 0 0,-1 0 0 0 0,1 0 0 0 0,0 0 0 0 0,0 0-1 0 0,0-1 1 0 0,2 8 0 0 0,-1-9-8 0 0,0 0 1 0 0,1 1-1 0 0,0-1 0 0 0,0 0 1 0 0,0 0-1 0 0,0 0 1 0 0,0 0-1 0 0,0-1 0 0 0,1 1 1 0 0,0-1-1 0 0,-1 1 1 0 0,1-1-1 0 0,0 0 0 0 0,0 0 1 0 0,0 0-1 0 0,0 0 1 0 0,1-1-1 0 0,-1 1 0 0 0,0-1 1 0 0,7 2-1 0 0,2 0-2 0 0,0 0-1 0 0,-1-1 0 0 0,1 0 1 0 0,24 0-1 0 0,-23-3-408 0 0,0 0-1 0 0,0 0 1 0 0,-1-2 0 0 0,1 1-1 0 0,-1-2 1 0 0,0 1-1 0 0,0-2 1 0 0,19-9-1 0 0,-20 8-1060 0 0,0 0-1 0 0,0-1 1 0 0,-1-1-1 0 0,1 1 0 0 0,8-11 1 0 0,0-2-4629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42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2 2992 0 0,'-69'-1'3366'0'0,"-100"4"3515"0"0,145 2-5692 0 0,24-5-1176 0 0,0 0 0 0 0,0 0 0 0 0,0 0 0 0 0,0 1 0 0 0,0-1 0 0 0,0 0 0 0 0,0 0 0 0 0,0 0 0 0 0,0 0 0 0 0,0 1 0 0 0,0-1 0 0 0,0 0-1 0 0,0 0 1 0 0,1 0 0 0 0,-1 0 0 0 0,0 1 0 0 0,0-1 0 0 0,0 0 0 0 0,0 0 0 0 0,0 0 0 0 0,0 0 0 0 0,0 1 0 0 0,0-1 0 0 0,1 0 0 0 0,-1 0 0 0 0,0 0 0 0 0,0 0 0 0 0,0 0 0 0 0,0 0 0 0 0,1 0 0 0 0,-1 0 0 0 0,0 1 0 0 0,0-1 0 0 0,0 0 0 0 0,0 0 0 0 0,1 0-1 0 0,-1 0 1 0 0,0 0 0 0 0,0 0 0 0 0,0 0 0 0 0,1 0 0 0 0,-1 0 0 0 0,0 0 0 0 0,0 0 0 0 0,0 0 0 0 0,0 0 0 0 0,1 0 0 0 0,-1 0 0 0 0,0-1 0 0 0,0 1 0 0 0,47 8-86 0 0,-41-7-79 0 0,104 8-2427 0 0,-36-6-1948 0 0,-18-1-827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43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151 815 2024 0 0,'-19'9'2068'0'0,"-113"49"10996"0"0,153-71-12354 0 0,8-4-600 0 0,-1-1 0 0 0,0-2 0 0 0,-1-1 0 0 0,-2-1 0 0 0,0-1 0 0 0,-1-1 0 0 0,27-37 0 0 0,-9 1-112 0 0,-3-2-1 0 0,-3-1 0 0 0,-3-2 0 0 0,-3-1 0 0 0,28-89 1 0 0,-45 115-67 0 0,-3 0 0 0 0,8-51 0 0 0,-18 90 64 0 0,0 0-1 0 0,1 0 0 0 0,-1 0 1 0 0,0 0-1 0 0,0 0 1 0 0,0 0-1 0 0,0 0 1 0 0,0 0-1 0 0,0 0 1 0 0,0 0-1 0 0,-1 0 1 0 0,1 0-1 0 0,0 1 1 0 0,0-1-1 0 0,-1 0 1 0 0,1 0-1 0 0,-1 0 1 0 0,0-1-1 0 0,1 2 4 0 0,-1 0-1 0 0,1-1 1 0 0,-1 1 0 0 0,1 0-1 0 0,-1 0 1 0 0,1 0-1 0 0,0-1 1 0 0,-1 1 0 0 0,1 0-1 0 0,-1 0 1 0 0,1 0 0 0 0,-1 0-1 0 0,1 0 1 0 0,-1 0-1 0 0,1 0 1 0 0,-1 0 0 0 0,1 0-1 0 0,-1 1 1 0 0,1-1 0 0 0,-1 0-1 0 0,1 0 1 0 0,-1 0 0 0 0,1 0-1 0 0,-1 1 1 0 0,-3 1-2 0 0,0 1 0 0 0,0-1 0 0 0,1 1 0 0 0,-1 0-1 0 0,1 0 1 0 0,-4 4 0 0 0,-26 34 10 0 0,2 3-1 0 0,2 0 1 0 0,-33 69 0 0 0,43-78 9 0 0,-15 30 32 0 0,-27 71 0 0 0,50-105-23 0 0,0 0-1 0 0,3 0 1 0 0,0 1-1 0 0,-5 59 1 0 0,13-84-13 0 0,-1 1 0 0 0,2-1 0 0 0,-1 1 0 0 0,1-1 0 0 0,0 1 0 0 0,1-1 0 0 0,-1 1 0 0 0,1-1 0 0 0,1 0 0 0 0,0 0 0 0 0,0 0 0 0 0,0 0 1 0 0,1 0-1 0 0,0-1 0 0 0,0 1 0 0 0,7 7 0 0 0,-6-9-2 0 0,0 0 0 0 0,0-1 1 0 0,0 0-1 0 0,1 0 0 0 0,0 0 1 0 0,0 0-1 0 0,0-1 0 0 0,0 0 1 0 0,0 0-1 0 0,0-1 0 0 0,1 0 1 0 0,0 0-1 0 0,-1 0 0 0 0,1-1 1 0 0,0 0-1 0 0,0 0 0 0 0,-1-1 1 0 0,11 0-1 0 0,-5-1-103 0 0,0-1 1 0 0,0 0-1 0 0,0-1 0 0 0,0 0 1 0 0,-1-1-1 0 0,1-1 0 0 0,-1 1 1 0 0,0-2-1 0 0,-1 1 0 0 0,1-2 0 0 0,-1 1 1 0 0,0-2-1 0 0,17-15 0 0 0,1-5-491 0 0,-1-1 0 0 0,45-64-1 0 0,-21 16 280 0 0,-3-3 0 0 0,-4-2 0 0 0,-3-2 0 0 0,35-102 0 0 0,-43 104 918 0 0,-33 80-562 0 0,-1 4 33 0 0,-21 42 718 0 0,-26 73 0 0 0,14-30-244 0 0,-10 16 25 0 0,5 2 0 0 0,-40 172 0 0 0,78-277-566 0 0,1 1 0 0 0,0-1 0 0 0,0 1-1 0 0,-1-1 1 0 0,1 1 0 0 0,0 0 0 0 0,0-1 0 0 0,0 1 0 0 0,0-1 0 0 0,0 1-1 0 0,0 0 1 0 0,0-1 0 0 0,0 1 0 0 0,0-1 0 0 0,0 1 0 0 0,0 0-1 0 0,0-1 1 0 0,1 1 0 0 0,-1-1 0 0 0,0 1 0 0 0,0-1 0 0 0,1 1 0 0 0,-1-1-1 0 0,0 1 1 0 0,1-1 0 0 0,-1 1 0 0 0,0-1 0 0 0,1 1 0 0 0,-1-1-1 0 0,1 1 1 0 0,0-1 0 0 0,0 1-4 0 0,0-1 1 0 0,0 0-1 0 0,0 0 0 0 0,0 0 0 0 0,0-1 0 0 0,0 1 0 0 0,0 0 0 0 0,0 0 1 0 0,1 0-1 0 0,-1-1 0 0 0,0 1 0 0 0,0-1 0 0 0,0 1 0 0 0,2-2 1 0 0,32-24 85 0 0,36-39-73 0 0,59-49-39 0 0,-108 96-34 0 0,1 2-1 0 0,1 1 1 0 0,1 0 0 0 0,26-10 0 0 0,-50 24 44 0 0,0 1 1 0 0,0-1-1 0 0,0 1 0 0 0,0-1 1 0 0,0 1-1 0 0,1 0 0 0 0,-1-1 1 0 0,0 1-1 0 0,0 0 0 0 0,1 0 1 0 0,-1 0-1 0 0,0 0 0 0 0,0 0 1 0 0,0 0-1 0 0,1 0 0 0 0,-1 1 0 0 0,0-1 1 0 0,2 1-1 0 0,-1 0 5 0 0,-1-1-1 0 0,1 1 1 0 0,-1-1 0 0 0,1 1-1 0 0,-1 0 1 0 0,0-1-1 0 0,1 1 1 0 0,-1 0 0 0 0,0 0-1 0 0,0 0 1 0 0,0 0-1 0 0,0 0 1 0 0,0 0 0 0 0,0 0-1 0 0,0 1 1 0 0,0-1 0 0 0,0 0-1 0 0,0 1 1 0 0,0-1-1 0 0,-1 0 1 0 0,1 1 0 0 0,-1-1-1 0 0,1 1 1 0 0,-1-1-1 0 0,0 1 1 0 0,1-1 0 0 0,-1 1-1 0 0,0-1 1 0 0,0 1-1 0 0,0-1 1 0 0,0 1 0 0 0,0-1-1 0 0,0 1 1 0 0,-1-1 0 0 0,1 1-1 0 0,-1 1 1 0 0,0 1 2 0 0,-2 16 48 0 0,-2-1 0 0 0,-1 0-1 0 0,0 0 1 0 0,-17 33 0 0 0,14-32-268 0 0,0 1 0 0 0,1-1 0 0 0,-6 33 0 0 0,13-51-22 0 0,0 1 0 0 0,1 0 1 0 0,0 0-1 0 0,0 0 0 0 0,0 0 0 0 0,0 0 0 0 0,0 0 0 0 0,1 0 1 0 0,0 0-1 0 0,-1 0 0 0 0,1 0 0 0 0,0 0 0 0 0,0-1 0 0 0,0 1 0 0 0,1 0 1 0 0,-1 0-1 0 0,3 2 0 0 0,-2-2-277 0 0,0-1 0 0 0,1 1 0 0 0,-1-1 0 0 0,0 0 0 0 0,1 0-1 0 0,0 0 1 0 0,0 0 0 0 0,-1-1 0 0 0,1 1 0 0 0,0-1 0 0 0,0 1 0 0 0,0-1 0 0 0,0 0 0 0 0,1 0 0 0 0,5 0 0 0 0,7 1-3421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44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321 171 1724 0 0,'9'-15'2163'0'0,"-1"0"1"0"0,-1 0-1 0 0,-1-1 0 0 0,8-28 0 0 0,-13 43-2116 0 0,-1 0-1 0 0,0 0 0 0 0,0 1 0 0 0,0-1 0 0 0,0 0 0 0 0,0 0 0 0 0,0 0 1 0 0,0 1-1 0 0,0-1 0 0 0,0 0 0 0 0,0 0 0 0 0,0 0 0 0 0,0 0 0 0 0,0 1 0 0 0,-1-1 1 0 0,1 0-1 0 0,0 0 0 0 0,-1 1 0 0 0,1-1 0 0 0,-1 0 0 0 0,1 0 0 0 0,0 1 0 0 0,-1-1 1 0 0,0 0-1 0 0,1 1 0 0 0,-1-1 0 0 0,1 1 0 0 0,-1-1 0 0 0,0 1 0 0 0,1-1 0 0 0,-1 1 1 0 0,0-1-1 0 0,0 1 0 0 0,1 0 0 0 0,-1-1 0 0 0,0 1 0 0 0,0 0 0 0 0,1 0 1 0 0,-1-1-1 0 0,0 1 0 0 0,0 0 0 0 0,0 0 0 0 0,0 0 0 0 0,1 0 0 0 0,-1 0 0 0 0,0 0 1 0 0,0 0-1 0 0,0 1 0 0 0,0-1 0 0 0,-1 1 0 0 0,-4 0 130 0 0,0 0 0 0 0,0 0 1 0 0,0 1-1 0 0,0 0 0 0 0,-7 4 0 0 0,-17 10 144 0 0,0 1-1 0 0,1 2 1 0 0,1 1 0 0 0,1 1-1 0 0,0 2 1 0 0,2 0-1 0 0,-35 43 1 0 0,55-60-311 0 0,0 0 0 0 0,1 0 0 0 0,0 1 0 0 0,0 0 0 0 0,1 0 0 0 0,0 0 0 0 0,0 0-1 0 0,1 1 1 0 0,-1-1 0 0 0,0 10 0 0 0,2-15 3 0 0,1 1-1 0 0,0-1 1 0 0,0 1-1 0 0,0-1 1 0 0,0 1-1 0 0,0-1 1 0 0,1 0-1 0 0,-1 1 0 0 0,1-1 1 0 0,0 0-1 0 0,-1 1 1 0 0,1-1-1 0 0,0 0 1 0 0,0 0-1 0 0,0 0 1 0 0,1 1-1 0 0,-1-1 1 0 0,0 0-1 0 0,1-1 1 0 0,0 1-1 0 0,-1 0 1 0 0,1 0-1 0 0,0-1 1 0 0,0 1-1 0 0,0-1 1 0 0,0 1-1 0 0,0-1 1 0 0,0 0-1 0 0,0 0 0 0 0,0 0 1 0 0,1 0-1 0 0,-1 0 1 0 0,0-1-1 0 0,1 1 1 0 0,-1-1-1 0 0,3 1 1 0 0,2 0 7 0 0,-1-1 0 0 0,1 1 0 0 0,0-1 0 0 0,0-1 1 0 0,0 1-1 0 0,-1-1 0 0 0,1 0 0 0 0,0-1 0 0 0,-1 0 0 0 0,1 0 0 0 0,-1 0 1 0 0,0-1-1 0 0,0 0 0 0 0,11-6 0 0 0,3-4-10 0 0,0-1-1 0 0,31-29 0 0 0,7-13-163 0 0,-2-4-1 0 0,56-76 1 0 0,-58 74-82 0 0,-53 60 223 0 0,0 2 28 0 0,-1 1 0 0 0,1-1 0 0 0,-1 0 0 0 0,1 0 0 0 0,-1 1-1 0 0,1-1 1 0 0,-1 0 0 0 0,0 1 0 0 0,1-1 0 0 0,-1 1 0 0 0,0-1 0 0 0,1 0 0 0 0,-1 1 0 0 0,0-1 0 0 0,1 1 0 0 0,-1-1-1 0 0,0 1 1 0 0,0-1 0 0 0,0 1 0 0 0,1-1 0 0 0,-1 1 0 0 0,0-1 0 0 0,0 1 0 0 0,0-1 0 0 0,0 1 0 0 0,0 0-1 0 0,0-1 1 0 0,0 1 0 0 0,0-1 0 0 0,0 1 0 0 0,0-1 0 0 0,-1 1 0 0 0,1-1 0 0 0,0 1 0 0 0,0-1 0 0 0,0 1-1 0 0,-1-1 1 0 0,1 1 0 0 0,-7 24 587 0 0,6-25-580 0 0,-70 162 2374 0 0,-10 28-1694 0 0,79-183-857 0 0,-1 1-1 0 0,2-1 0 0 0,-1 0 0 0 0,1 1 0 0 0,0-1 0 0 0,0 9 0 0 0,1-14-168 0 0,0 0 0 0 0,0 0 1 0 0,1 1-1 0 0,-1-1 0 0 0,0 0 0 0 0,1 0 0 0 0,0 0 0 0 0,-1 0 1 0 0,1 0-1 0 0,0 0 0 0 0,0 0 0 0 0,0 0 0 0 0,0 0 0 0 0,1-1 1 0 0,-1 1-1 0 0,0 0 0 0 0,1-1 0 0 0,-1 1 0 0 0,1-1 1 0 0,-1 1-1 0 0,1-1 0 0 0,0 0 0 0 0,3 3 0 0 0,-4-4 126 0 0,0 1 0 0 0,0-1 0 0 0,0 0 0 0 0,-1 1 0 0 0,1-1-1 0 0,0 0 1 0 0,0 0 0 0 0,0 0 0 0 0,-1 1 0 0 0,1-1 0 0 0,0 0 0 0 0,0 0 0 0 0,0 0-1 0 0,0 0 1 0 0,1-1 0 0 0,23-9-8202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44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106 118 2260 0 0,'15'-26'4136'0'0,"12"-17"3619"0"0,-25 47-7218 0 0,-1-3-412 0 0,-1 0-1 0 0,1 0 1 0 0,0 0-1 0 0,-1 0 1 0 0,1 0-1 0 0,-1 1 1 0 0,0-1 0 0 0,1 0-1 0 0,-1 0 1 0 0,0 1-1 0 0,0-1 1 0 0,0 0-1 0 0,0 0 1 0 0,0 1-1 0 0,0-1 1 0 0,0 2 0 0 0,-7 31 1443 0 0,-1-1 1 0 0,-21 58-1 0 0,-37 59-464 0 0,43-101-750 0 0,3-5 231 0 0,19-42-341 0 0,1-5-205 0 0,0-1-34 0 0,1 0 0 0 0,0 0 0 0 0,0 0 0 0 0,0 0 0 0 0,1 1 0 0 0,-1-1 1 0 0,1 0-1 0 0,0 1 0 0 0,0-1 0 0 0,4-4 0 0 0,30-38-44 0 0,-23 29 8 0 0,38-46-145 0 0,70-68 0 0 0,-89 101 77 0 0,0 2 1 0 0,3 0 0 0 0,72-43 0 0 0,-104 69 105 0 0,0 0 0 0 0,1 1 0 0 0,-1-1 1 0 0,1 0-1 0 0,0 1 0 0 0,0 0 0 0 0,-1 0 0 0 0,1 0 0 0 0,0 0 0 0 0,0 1 0 0 0,0-1 1 0 0,0 1-1 0 0,0 0 0 0 0,0 0 0 0 0,4 1 0 0 0,-6 0-1 0 0,0 0 1 0 0,1 0-1 0 0,-1 1 0 0 0,0-1 1 0 0,0 0-1 0 0,0 1 0 0 0,-1 0 1 0 0,1-1-1 0 0,0 1 0 0 0,0 0 0 0 0,-1 0 1 0 0,1 0-1 0 0,-1 0 0 0 0,0 0 1 0 0,0 0-1 0 0,0 0 0 0 0,2 4 1 0 0,-2-1 75 0 0,1 0 1 0 0,-1 1 0 0 0,0-1-1 0 0,-1 1 1 0 0,1-1 0 0 0,-1 1-1 0 0,-1 8 1 0 0,-1 6 251 0 0,-2 0 0 0 0,0 0 0 0 0,-9 26 1 0 0,-45 108 539 0 0,56-147-833 0 0,-1 0-1 0 0,1 1 0 0 0,1-1 0 0 0,-1 0 0 0 0,1 1 0 0 0,0-1 1 0 0,1 13-1 0 0,0-20-51 0 0,0 1 1 0 0,0 0 0 0 0,0 0 0 0 0,0-1-1 0 0,0 1 1 0 0,0 0 0 0 0,0 0-1 0 0,1-1 1 0 0,-1 1 0 0 0,0 0-1 0 0,0-1 1 0 0,1 1 0 0 0,-1 0-1 0 0,0-1 1 0 0,1 1 0 0 0,-1 0-1 0 0,1-1 1 0 0,-1 1 0 0 0,1-1-1 0 0,-1 1 1 0 0,1-1 0 0 0,-1 1 0 0 0,1-1-1 0 0,0 1 1 0 0,-1-1 0 0 0,1 1-1 0 0,-1-1 1 0 0,1 0 0 0 0,0 1-1 0 0,0-1 1 0 0,-1 0 0 0 0,1 0-1 0 0,0 0 1 0 0,-1 1 0 0 0,1-1-1 0 0,0 0 1 0 0,0 0 0 0 0,-1 0 0 0 0,1 0-1 0 0,0 0 1 0 0,0 0 0 0 0,-1-1-1 0 0,1 1 1 0 0,0 0 0 0 0,0 0-1 0 0,-1 0 1 0 0,1-1 0 0 0,1 0-1 0 0,2 0-327 0 0,-1 0 0 0 0,1 0 0 0 0,-1-1 0 0 0,1 0-1 0 0,-1 0 1 0 0,0 0 0 0 0,7-5 0 0 0,0-3-1931 0 0,0-1-1 0 0,11-16 1 0 0,0-11-5116 0 0,-12 18 693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45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97 2992 0 0,'-39'-3'3277'0'0,"7"1"-737"0"0,8 1-608 0 0,7-3-456 0 0,5-1 692 0 0,12-5-1388 0 0,12 5-184 0 0,7-2-292 0 0,11-3-416 0 0,13 2-408 0 0,6 1-324 0 0,8-2-84 0 0,8 2-512 0 0,-1 2-720 0 0,2-1-1024 0 0,4-1-1289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47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62 1936 0 0,'4'-12'3915'0'0,"-2"0"0"0"0,2-22 0 0 0,-3 31-2745 0 0,-1 9-596 0 0,0 21-694 0 0,-24 270 2746 0 0,13-196-2401 0 0,9-81-178 0 0,2 1 1 0 0,2 33-1 0 0,-1-53-84 0 0,-1 0 1 0 0,0 0-1 0 0,0 0 0 0 0,0 0 0 0 0,1 0 0 0 0,-1 0 0 0 0,0 0 0 0 0,1 0 0 0 0,-1 0 0 0 0,1 0 0 0 0,-1-1 0 0 0,1 1 0 0 0,0 0 1 0 0,-1 0-1 0 0,1 0 0 0 0,0-1 0 0 0,-1 1 0 0 0,1 0 0 0 0,0-1 0 0 0,0 1 0 0 0,0-1 0 0 0,0 1 0 0 0,-1-1 0 0 0,1 1 1 0 0,0-1-1 0 0,0 1 0 0 0,0-1 0 0 0,0 0 0 0 0,0 0 0 0 0,0 1 0 0 0,0-1 0 0 0,0 0 0 0 0,0 0 0 0 0,0 0 0 0 0,0 0 0 0 0,2-1 1 0 0,1 1-260 0 0,0-1 0 0 0,0 1 0 0 0,0-1 0 0 0,0 0 0 0 0,0-1 0 0 0,0 1 0 0 0,5-3 0 0 0,-1-1-664 0 0,0 0 1 0 0,0-1 0 0 0,-1 0 0 0 0,0 0-1 0 0,0 0 1 0 0,-1-1 0 0 0,1 0-1 0 0,8-13 1 0 0,-5 3-2568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48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178 292 596 0 0,'-15'5'771'0'0,"1"0"0"0"0,0 1 0 0 0,0 1 0 0 0,1 0 0 0 0,0 0 0 0 0,0 2 0 0 0,0 0 0 0 0,1 0 0 0 0,1 1 0 0 0,0 0 0 0 0,-17 20 0 0 0,28-29-745 0 0,-1 0 0 0 0,0-1 0 0 0,1 1 0 0 0,-1 0 0 0 0,1-1 0 0 0,-1 1 0 0 0,1 0 0 0 0,0 0 0 0 0,-1 0 0 0 0,1 0 0 0 0,0-1 0 0 0,-1 1 0 0 0,1 0 0 0 0,0 0 0 0 0,0 0 0 0 0,0 0 0 0 0,0 0 0 0 0,0 0 0 0 0,0 0 0 0 0,0 0 0 0 0,0-1 0 0 0,0 1-1 0 0,0 0 1 0 0,1 0 0 0 0,-1 0 0 0 0,0 0 0 0 0,1 0 0 0 0,-1 0 0 0 0,0-1 0 0 0,1 1 0 0 0,-1 0 0 0 0,1 0 0 0 0,-1-1 0 0 0,1 1 0 0 0,0 0 0 0 0,-1-1 0 0 0,1 1 0 0 0,0 0 0 0 0,-1-1 0 0 0,1 1 0 0 0,1 0 0 0 0,0 0 13 0 0,1 1-1 0 0,0-1 1 0 0,0 1 0 0 0,0-1-1 0 0,0 0 1 0 0,0 0 0 0 0,1 0-1 0 0,-1-1 1 0 0,4 1 0 0 0,6-1 6 0 0,1 0 0 0 0,-1-1 0 0 0,1-1 0 0 0,-1 0 0 0 0,17-5 0 0 0,65-25-40 0 0,-61 20 10 0 0,252-103 252 0 0,-224 86-410 0 0,-2-4 1 0 0,84-59-1 0 0,-119 74 60 0 0,0-2 0 0 0,-2-1 1 0 0,40-44-1 0 0,-62 63 57 0 0,4 41 3 0 0,-11 129 621 0 0,26 283-1 0 0,-11-360 1014 0 0,-8-90-1173 0 0,9-20-229 0 0,-5-1-198 0 0,1 2 0 0 0,1-1 0 0 0,0 1 1 0 0,2 0-1 0 0,0 0 0 0 0,1 1 0 0 0,1 1 0 0 0,0 0 0 0 0,18-20 0 0 0,-27 34-16 0 0,0 0 0 0 0,0 0 0 0 0,-1 1 0 0 0,1-1 1 0 0,0 0-1 0 0,0 1 0 0 0,0 0 0 0 0,1-1 0 0 0,-1 1 0 0 0,0 0 0 0 0,0 0 0 0 0,1 0 0 0 0,-1 0 0 0 0,1 1 0 0 0,-1-1 0 0 0,1 1 0 0 0,-1-1 0 0 0,1 1 0 0 0,-1 0 0 0 0,1 0 0 0 0,-1 0 0 0 0,1 0 0 0 0,-1 1 0 0 0,1-1 0 0 0,-1 1 0 0 0,1-1 0 0 0,4 3 0 0 0,-3-1 4 0 0,0 1 0 0 0,0-1-1 0 0,-1 1 1 0 0,1 0 0 0 0,0 1-1 0 0,-1-1 1 0 0,0 1 0 0 0,0-1-1 0 0,0 1 1 0 0,0 0-1 0 0,-1 0 1 0 0,1 0 0 0 0,-1 0-1 0 0,2 6 1 0 0,8 21-21 0 0,-8-20 40 0 0,0 1 0 0 0,1-1 0 0 0,0 0 0 0 0,1 0 0 0 0,0-1 0 0 0,12 16 0 0 0,-16-24-8 0 0,1 0 0 0 0,-1-1 0 0 0,1 1 0 0 0,0-1 0 0 0,0 1 0 0 0,0-1-1 0 0,-1 0 1 0 0,1 0 0 0 0,0 0 0 0 0,0 0 0 0 0,0-1 0 0 0,1 1 0 0 0,-1-1 0 0 0,0 0 0 0 0,0 0 0 0 0,0 0 0 0 0,0 0 0 0 0,0-1 0 0 0,0 1 0 0 0,0-1-1 0 0,4 0 1 0 0,2-2 5 0 0,0 0-1 0 0,0 0 0 0 0,-1 0 0 0 0,1-1 1 0 0,14-9-1 0 0,-9 3-7 0 0,0 0-1 0 0,0-1 0 0 0,-1-1 1 0 0,-1 0-1 0 0,0-1 1 0 0,-1 0-1 0 0,0 0 1 0 0,11-20-1 0 0,-17 24 69 0 0,1-1-1 0 0,-1 1 0 0 0,-1-1 1 0 0,0 0-1 0 0,-1-1 0 0 0,0 1 1 0 0,0-1-1 0 0,-1 1 0 0 0,0-1 1 0 0,-1 0-1 0 0,0 0 0 0 0,-1 1 1 0 0,0-1-1 0 0,-2-13 0 0 0,2 23-69 0 0,0 1 0 0 0,0-1 0 0 0,0 1 0 0 0,0-1 0 0 0,-1 1-1 0 0,1-1 1 0 0,0 0 0 0 0,0 1 0 0 0,0-1 0 0 0,0 1 0 0 0,-1-1-1 0 0,1 1 1 0 0,0-1 0 0 0,0 1 0 0 0,-1-1 0 0 0,1 1 0 0 0,-1 0-1 0 0,1-1 1 0 0,0 1 0 0 0,-1-1 0 0 0,1 1 0 0 0,-1 0 0 0 0,1-1-1 0 0,-1 1 1 0 0,1 0 0 0 0,-1-1 0 0 0,1 1 0 0 0,-1 0 0 0 0,0 0-1 0 0,0 0-1 0 0,0 0-1 0 0,0 0 0 0 0,0 0 1 0 0,0 0-1 0 0,0 1 1 0 0,0-1-1 0 0,0 0 0 0 0,0 1 1 0 0,1-1-1 0 0,-1 1 0 0 0,0-1 1 0 0,0 1-1 0 0,0 0 1 0 0,-1 1-1 0 0,-27 30-14 0 0,27-29 26 0 0,-12 15-11 0 0,2 0-1 0 0,0 1 1 0 0,-11 25 0 0 0,17-32 4 0 0,1 1 1 0 0,0-1 0 0 0,1 1 0 0 0,1 0 0 0 0,0 0 0 0 0,-2 22-1 0 0,5-31 1 0 0,0 0-1 0 0,0-1 1 0 0,0 1-1 0 0,0 0 1 0 0,1 0-1 0 0,0 0 1 0 0,0 0-1 0 0,0 0 1 0 0,0-1-1 0 0,0 1 0 0 0,1 0 1 0 0,-1-1-1 0 0,1 1 1 0 0,0-1-1 0 0,0 0 1 0 0,4 5-1 0 0,-2-5-9 0 0,0 1 0 0 0,0-1-1 0 0,0 0 1 0 0,0 0 0 0 0,1 0-1 0 0,0 0 1 0 0,-1-1 0 0 0,1 1-1 0 0,0-1 1 0 0,9 2 0 0 0,8 0-192 0 0,0 0-1 0 0,1-1 1 0 0,-1-2 0 0 0,36-1 0 0 0,-49 0 59 0 0,163-11-4709 0 0,238-44 1 0 0,-318 40 1629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49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28 150 2104 0 0,'-2'-1'1506'0'0,"0"-1"-1212"0"0,0 1 0 0 0,0-1 0 0 0,0 1 0 0 0,0-1-1 0 0,1 1 1 0 0,-1-1 0 0 0,1 0 0 0 0,-1 0 0 0 0,1 0 0 0 0,0 0 0 0 0,-1 0 0 0 0,1 0 0 0 0,0 0 0 0 0,1 0 0 0 0,-1 0 0 0 0,0-1 0 0 0,0 1 0 0 0,1 0 0 0 0,0 0 0 0 0,-1-1 0 0 0,1-3 0 0 0,0 4-203 0 0,1-1-1 0 0,-1 1 1 0 0,0 0 0 0 0,1 0 0 0 0,0-1-1 0 0,-1 1 1 0 0,1 0 0 0 0,0 0 0 0 0,0 0-1 0 0,1 0 1 0 0,-1 0 0 0 0,0 0 0 0 0,1 0 0 0 0,-1 1-1 0 0,3-3 1 0 0,-2 1-44 0 0,1 1 1 0 0,0-1-1 0 0,0 1 0 0 0,0-1 1 0 0,0 1-1 0 0,0 0 0 0 0,0 1 1 0 0,1-1-1 0 0,-1 0 0 0 0,1 1 1 0 0,-1 0-1 0 0,1 0 0 0 0,-1 0 1 0 0,1 0-1 0 0,0 1 0 0 0,0-1 1 0 0,6 1-1 0 0,-5 0-2 0 0,0 1-1 0 0,1 0 1 0 0,-1 0 0 0 0,0 1-1 0 0,0 0 1 0 0,0 0 0 0 0,0 0-1 0 0,0 0 1 0 0,-1 1 0 0 0,1-1-1 0 0,5 6 1 0 0,-1-1 33 0 0,-1 0 0 0 0,0 1 0 0 0,0 0 0 0 0,0 0-1 0 0,-1 1 1 0 0,-1 0 0 0 0,0 0 0 0 0,0 0 0 0 0,0 1 0 0 0,-1 0 0 0 0,5 15 0 0 0,-7-10 45 0 0,0-1 0 0 0,0 1-1 0 0,-1 1 1 0 0,-1-1 0 0 0,-1 0 0 0 0,0 0-1 0 0,-1 0 1 0 0,-1 0 0 0 0,0 0 0 0 0,-1 0 0 0 0,-7 24-1 0 0,4-18 601 0 0,8-21-469 0 0,1-4-64 0 0,20-34 94 0 0,-16 24-327 0 0,56-84-7 0 0,83-100-1 0 0,-105 149-152 0 0,-40 48 200 0 0,-1 1-1 0 0,1-1 1 0 0,-1 1 0 0 0,1-1 0 0 0,-1 1-1 0 0,1-1 1 0 0,-1 1 0 0 0,1 0-1 0 0,-1-1 1 0 0,1 1 0 0 0,-1 0 0 0 0,1-1-1 0 0,0 1 1 0 0,-1 0 0 0 0,1 0 0 0 0,-1-1-1 0 0,1 1 1 0 0,0 0 0 0 0,-1 0 0 0 0,1 0-1 0 0,0 0 1 0 0,-1 0 0 0 0,1 0 0 0 0,0 0-1 0 0,-1 0 1 0 0,1 0 0 0 0,0 1 0 0 0,-1-1-1 0 0,1 0 1 0 0,-1 0 0 0 0,1 0-1 0 0,0 1 1 0 0,-1-1 0 0 0,2 1 0 0 0,-1 0 1 0 0,0 0 0 0 0,0 0 0 0 0,0 0 1 0 0,1 0-1 0 0,-1 0 0 0 0,0 0 0 0 0,0 0 0 0 0,-1 0 0 0 0,1 0 1 0 0,0 1-1 0 0,0-1 0 0 0,-1 0 0 0 0,2 2 0 0 0,0 7 6 0 0,0 1-1 0 0,0-1 0 0 0,-1 0 0 0 0,0 0 0 0 0,-1 1 0 0 0,-2 17 0 0 0,-13 65 53 0 0,1-15 27 0 0,11-58-59 0 0,2-15-16 0 0,0-1 1 0 0,0 0 0 0 0,0 1 0 0 0,1-1-1 0 0,-1 1 1 0 0,1-1 0 0 0,0 0 0 0 0,1 1-1 0 0,-1-1 1 0 0,1 1 0 0 0,0-1 0 0 0,0 0-1 0 0,0 1 1 0 0,1-1 0 0 0,-1 0-1 0 0,4 5 1 0 0,-4-7-4 0 0,1-1 1 0 0,-1 0-1 0 0,1 0 0 0 0,-1 1 0 0 0,1-1 1 0 0,0 0-1 0 0,-1-1 0 0 0,1 1 0 0 0,0 0 0 0 0,0 0 1 0 0,0-1-1 0 0,0 1 0 0 0,0-1 0 0 0,0 0 1 0 0,0 1-1 0 0,2-1 0 0 0,30-1 14 0 0,-20-1-29 0 0,-1-1 0 0 0,1 0 1 0 0,-1-2-1 0 0,1 1 1 0 0,-2-1-1 0 0,1-1 0 0 0,0 0 1 0 0,-1-1-1 0 0,0-1 1 0 0,-1 1-1 0 0,0-2 0 0 0,12-11 1 0 0,-3 1-56 0 0,-1-1 0 0 0,-1 0 0 0 0,0-2 0 0 0,-2 0 0 0 0,15-27 0 0 0,38-82 122 0 0,-61 115 40 0 0,-1 6-145 0 0,-4 16 1 0 0,-5 15 46 0 0,-9 26 75 0 0,-9 57 54 0 0,18-92-111 0 0,1 0-1 0 0,1 0 0 0 0,0 0 1 0 0,1-1-1 0 0,0 1 0 0 0,5 20 1 0 0,-6-29-7 0 0,2 1 0 0 0,-1-1 0 0 0,0 1 1 0 0,1-1-1 0 0,-1 0 0 0 0,1 1 1 0 0,0-1-1 0 0,0 0 0 0 0,1 0 0 0 0,-1 0 1 0 0,0 0-1 0 0,1-1 0 0 0,0 1 1 0 0,0-1-1 0 0,-1 0 0 0 0,1 1 1 0 0,1-1-1 0 0,-1 0 0 0 0,0-1 0 0 0,0 1 1 0 0,1-1-1 0 0,-1 1 0 0 0,1-1 1 0 0,-1 0-1 0 0,1 0 0 0 0,0-1 0 0 0,-1 1 1 0 0,1-1-1 0 0,0 1 0 0 0,0-1 1 0 0,-1-1-1 0 0,1 1 0 0 0,7-2 1 0 0,-3 1-1 0 0,0 0 1 0 0,-1-1-1 0 0,1 0 1 0 0,0-1-1 0 0,-1 0 1 0 0,1 0-1 0 0,-1-1 1 0 0,0 0-1 0 0,0 0 1 0 0,0 0-1 0 0,-1-1 1 0 0,1 0-1 0 0,-1-1 1 0 0,10-10 0 0 0,-4-1-6 0 0,-1-1 0 0 0,0 0 0 0 0,15-37 1 0 0,14-63-28 0 0,-30 85-35 0 0,-9 31 32 0 0,-5 24-42 0 0,-11 23 51 0 0,-16 59 121 0 0,27-87-106 0 0,1-1-1 0 0,1 0 0 0 0,1 0 1 0 0,0 26-1 0 0,1-38-196 0 0,0 1 1 0 0,1-1 0 0 0,0 1-1 0 0,0-1 1 0 0,0 1-1 0 0,0-1 1 0 0,1 1 0 0 0,-1-1-1 0 0,1 0 1 0 0,0 0-1 0 0,1 0 1 0 0,-1 0-1 0 0,1 0 1 0 0,0-1 0 0 0,-1 1-1 0 0,2-1 1 0 0,4 5-1 0 0,-4-4-538 0 0,1-1-1 0 0,-1 0 0 0 0,1-1 1 0 0,0 1-1 0 0,0-1 0 0 0,0 0 1 0 0,0 0-1 0 0,0-1 0 0 0,8 2 1 0 0,5 1-2969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50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7 135 948 0 0,'-3'-15'2636'0'0,"1"1"0"0"0,0-23 0 0 0,2 33-2415 0 0,1 0 1 0 0,-1-1-1 0 0,1 1 0 0 0,-1 0 1 0 0,1 0-1 0 0,0-1 1 0 0,1 1-1 0 0,-1 0 0 0 0,1 0 1 0 0,0 0-1 0 0,0 1 0 0 0,0-1 1 0 0,3-4-1 0 0,-3 7-173 0 0,-1 0-1 0 0,0 0 1 0 0,1 0 0 0 0,-1 1 0 0 0,0-1-1 0 0,1 1 1 0 0,-1-1 0 0 0,1 1-1 0 0,-1-1 1 0 0,1 1 0 0 0,-1 0-1 0 0,1-1 1 0 0,-1 1 0 0 0,1 0-1 0 0,-1 0 1 0 0,1 0 0 0 0,0 1-1 0 0,-1-1 1 0 0,1 0 0 0 0,-1 0-1 0 0,1 1 1 0 0,-1-1 0 0 0,0 1-1 0 0,1 0 1 0 0,-1-1 0 0 0,3 2 0 0 0,0 1 50 0 0,0 1 0 0 0,-1-1 0 0 0,1 1 0 0 0,-1 0 0 0 0,0 0 0 0 0,0 0 1 0 0,0 0-1 0 0,0 0 0 0 0,0 1 0 0 0,-1-1 0 0 0,0 1 0 0 0,0 0 0 0 0,-1 0 1 0 0,3 7-1 0 0,-1 2 26 0 0,0 0 1 0 0,-1 0 0 0 0,1 28-1 0 0,-4-17 22 0 0,-2-1 0 0 0,-8 43 0 0 0,4-33 30 0 0,7-30-53 0 0,-1-2-51 0 0,1 0 0 0 0,0 1 0 0 0,-1-1 0 0 0,1 1 0 0 0,-1-1 0 0 0,0 0 0 0 0,0 0 0 0 0,0 1 0 0 0,0-1 0 0 0,0 0 0 0 0,-1 0 0 0 0,1 0 0 0 0,0 0 0 0 0,-3 2 0 0 0,3-3 28 0 0,0-1-97 0 0,1 0-1 0 0,-1 0 0 0 0,1-1 0 0 0,-1 1 1 0 0,0 0-1 0 0,1-1 0 0 0,-1 1 1 0 0,1 0-1 0 0,0-1 0 0 0,-1 1 1 0 0,1-1-1 0 0,-1 1 0 0 0,1-1 0 0 0,0 1 1 0 0,-1-1-1 0 0,1 1 0 0 0,0-1 1 0 0,-1 1-1 0 0,1-1 0 0 0,0 1 0 0 0,0-1 1 0 0,0 0-1 0 0,0 1 0 0 0,-1-1 1 0 0,1 1-1 0 0,0-1 0 0 0,0 0 1 0 0,0 1-1 0 0,0-1 0 0 0,0 1 0 0 0,1-2 1 0 0,-1-18-10 0 0,2 9 0 0 0,0 1 0 0 0,1-1-1 0 0,0 0 1 0 0,1 1 0 0 0,0 0 0 0 0,0 0 0 0 0,1 0 0 0 0,1 1-1 0 0,-1-1 1 0 0,2 1 0 0 0,-1 0 0 0 0,1 1 0 0 0,0 0-1 0 0,1 0 1 0 0,0 0 0 0 0,0 1 0 0 0,1 0 0 0 0,0 1 0 0 0,0 0-1 0 0,13-6 1 0 0,-20 11 7 0 0,1 0 0 0 0,0 1-1 0 0,-1-1 1 0 0,1 1 0 0 0,0 0-1 0 0,0 0 1 0 0,0 0-1 0 0,-1 0 1 0 0,1 0 0 0 0,5 2-1 0 0,-6-2 5 0 0,1 0 2 0 0,0 1 1 0 0,0 0 0 0 0,0 0 0 0 0,-1 0 0 0 0,1 0-1 0 0,0 0 1 0 0,-1 1 0 0 0,1-1 0 0 0,0 1-1 0 0,-1 0 1 0 0,0 0 0 0 0,1 0 0 0 0,3 4 0 0 0,-2-2 10 0 0,-1 0 0 0 0,1 1 0 0 0,-1-1 1 0 0,0 1-1 0 0,5 9 0 0 0,-4 1 31 0 0,1-1-1 0 0,-2 0 1 0 0,0 1-1 0 0,1 20 1 0 0,0-2 143 0 0,-3-31-54 0 0,0-3-136 0 0,0 1 0 0 0,0-1 0 0 0,0 1 0 0 0,0-1 0 0 0,0 1 0 0 0,0-1 0 0 0,0 0 0 0 0,-1 1 0 0 0,1-1 0 0 0,0 0 0 0 0,0 0 0 0 0,-1 1 0 0 0,1-1 1 0 0,0 0-1 0 0,-1 0 0 0 0,1 0 0 0 0,0 0 0 0 0,0-1 0 0 0,12-25 5 0 0,-8 16-4 0 0,7-10-9 0 0,3-8-6 0 0,2 0 0 0 0,1 2-1 0 0,23-27 1 0 0,-39 51 16 0 0,0 1-1 0 0,0 0 0 0 0,0 0 0 0 0,0 0 1 0 0,1 0-1 0 0,-1 0 0 0 0,0 0 1 0 0,1 1-1 0 0,4-3 0 0 0,-4 2 11 0 0,-2 2-1 0 0,0 0 0 0 0,0 0 0 0 0,0-1 0 0 0,0 1 0 0 0,0 0 0 0 0,0 0 0 0 0,1 0 0 0 0,-1 0 0 0 0,0 0 0 0 0,0 0 0 0 0,0 1 0 0 0,0-1 0 0 0,0 0 0 0 0,0 0 0 0 0,0 1 0 0 0,0-1 0 0 0,0 1 0 0 0,0-1 0 0 0,0 1 0 0 0,0-1 0 0 0,1 2 0 0 0,14 12 198 0 0,-10-6-164 0 0,-1 0 1 0 0,0 0 0 0 0,0 1-1 0 0,-1 0 1 0 0,0 0 0 0 0,-1 0-1 0 0,0 0 1 0 0,0 1-1 0 0,-1-1 1 0 0,1 14 0 0 0,0-8-539 0 0,0 0 0 0 0,11 26 0 0 0,9 1-2718 0 0,-3-17-3278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50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136 203 2124 0 0,'28'-167'12024'0'0,"-26"153"-11231"0"0,2-6 105 0 0,-4 19-578 0 0,2 21 995 0 0,-3 15-654 0 0,-2 0-1 0 0,-1 0 0 0 0,-11 40 0 0 0,-36 103-22 0 0,23-85-392 0 0,-41 124 133 0 0,69-215-318 0 0,12-18-71 0 0,5-21-90 0 0,3 0 0 0 0,0 2 0 0 0,31-40 0 0 0,-40 59 73 0 0,2 1-1 0 0,0 1 1 0 0,1 0 0 0 0,0 1 0 0 0,1 0 0 0 0,1 1-1 0 0,0 1 1 0 0,33-18 0 0 0,-46 28 24 0 0,-1-1-1 0 0,1 1 0 0 0,-1 0 0 0 0,1 0 0 0 0,-1 0-1 0 0,1 0 1 0 0,0 0 0 0 0,-1 1 0 0 0,1-1 0 0 0,0 1-1 0 0,0 0 1 0 0,-1-1 0 0 0,1 1 0 0 0,0 1 0 0 0,3-1 0 0 0,22 11-15 0 0,-21-1 35 0 0,-5-5-7 0 0,1 1 16 0 0,-1 1-1 0 0,0-1 1 0 0,0 0 0 0 0,0 1-1 0 0,-1-1 1 0 0,0 1 0 0 0,-1 0-1 0 0,1-1 1 0 0,-1 1-1 0 0,0-1 1 0 0,-1 1 0 0 0,0 0-1 0 0,0-1 1 0 0,0 1 0 0 0,-1-1-1 0 0,0 1 1 0 0,0-1-1 0 0,-1 0 1 0 0,-2 6 0 0 0,-3 4 28 0 0,0-1 1 0 0,-1 0-1 0 0,0-1 1 0 0,-2 0-1 0 0,1 0 0 0 0,-15 13 1 0 0,15-17 16 0 0,-1 0-1 0 0,0 0 1 0 0,-1-2 0 0 0,0 1-1 0 0,0-1 1 0 0,0-1 0 0 0,-1 0-1 0 0,-1-1 1 0 0,-22 8 0 0 0,31-13-89 0 0,0-1 1 0 0,0 1 0 0 0,0-1 0 0 0,0 0-1 0 0,0 0 1 0 0,0-1 0 0 0,0 1-1 0 0,0-1 1 0 0,1 0 0 0 0,-1-1 0 0 0,0 1-1 0 0,0-1 1 0 0,1 0 0 0 0,-1 0-1 0 0,1 0 1 0 0,-1-1 0 0 0,1 0 0 0 0,-6-4-1 0 0,9 6-140 0 0,0 0 0 0 0,-1 0 0 0 0,1 0-1 0 0,0 0 1 0 0,0 0 0 0 0,0 0 0 0 0,0-1-1 0 0,0 1 1 0 0,0 0 0 0 0,0-1 0 0 0,0 1-1 0 0,1 0 1 0 0,-1-1 0 0 0,0 1 0 0 0,1-1-1 0 0,0 1 1 0 0,-1-1 0 0 0,1 0 0 0 0,0 1-1 0 0,-1-1 1 0 0,1 1 0 0 0,0-1 0 0 0,0 0-1 0 0,0 1 1 0 0,1-1 0 0 0,-1-2 0 0 0,1-1-1204 0 0,1 0 1 0 0,0 0-1 0 0,-1 1 1 0 0,1-1-1 0 0,1 0 1 0 0,3-6-1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51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132 178 2484 0 0,'-6'20'9958'0'0,"6"-16"-9607"0"0,-1-1 0 0 0,1 1 0 0 0,0-1 0 0 0,0 0-1 0 0,0 1 1 0 0,0-1 0 0 0,1 1 0 0 0,-1-1 0 0 0,1 0-1 0 0,2 6 1 0 0,-2-7-288 0 0,0-1-1 0 0,0 1 0 0 0,0 0 1 0 0,0-1-1 0 0,0 1 0 0 0,1-1 0 0 0,-1 1 1 0 0,0-1-1 0 0,1 0 0 0 0,-1 1 1 0 0,1-1-1 0 0,0 0 0 0 0,-1 0 1 0 0,1 0-1 0 0,0 0 0 0 0,0-1 1 0 0,0 1-1 0 0,0 0 0 0 0,0-1 1 0 0,-1 1-1 0 0,5 0 0 0 0,2 0 11 0 0,1 0-1 0 0,-1 0 1 0 0,1-1-1 0 0,-1 0 1 0 0,1 0 0 0 0,-1-1-1 0 0,0 0 1 0 0,1-1-1 0 0,-1 0 1 0 0,0 0-1 0 0,0 0 1 0 0,0-1-1 0 0,0-1 1 0 0,8-3-1 0 0,-12 4-61 0 0,1-1 1 0 0,-1 1-1 0 0,0 0 0 0 0,0-1 0 0 0,0 0 0 0 0,0 0 0 0 0,-1 0 0 0 0,1-1 0 0 0,-1 1 0 0 0,0-1 0 0 0,-1 0 0 0 0,1 1 0 0 0,-1-1 0 0 0,0 0 1 0 0,0-1-1 0 0,0 1 0 0 0,-1 0 0 0 0,0 0 0 0 0,0-1 0 0 0,0 1 0 0 0,0-1 0 0 0,-1-7 0 0 0,0 8-16 0 0,0 0-1 0 0,0 0 1 0 0,0 0-1 0 0,-1 0 1 0 0,1 0-1 0 0,-1 0 1 0 0,0 0-1 0 0,-1 0 1 0 0,1 0-1 0 0,-1 1 1 0 0,0-1-1 0 0,0 1 1 0 0,0-1-1 0 0,-1 1 1 0 0,-4-6-1 0 0,6 9 3 0 0,0 1 1 0 0,0-1-1 0 0,0 0 0 0 0,-1 1 0 0 0,1-1 1 0 0,0 1-1 0 0,-1 0 0 0 0,1-1 0 0 0,0 1 0 0 0,0 0 1 0 0,-1 0-1 0 0,1 0 0 0 0,0 0 0 0 0,-1 0 1 0 0,1 0-1 0 0,-1 0 0 0 0,1 0 0 0 0,0 1 1 0 0,0-1-1 0 0,-1 0 0 0 0,1 1 0 0 0,-1 0 1 0 0,-28 13-28 0 0,11-1 52 0 0,0 0 0 0 0,1 2 0 0 0,1 0 0 0 0,0 1 0 0 0,-27 34-1 0 0,21-20 98 0 0,2 1-1 0 0,-32 62 0 0 0,44-75-75 0 0,1 0 0 0 0,1 1 1 0 0,-6 23-1 0 0,11-38-28 0 0,1 1 1 0 0,0 0 0 0 0,0 0-1 0 0,0 0 1 0 0,1 0-1 0 0,0 0 1 0 0,0-1-1 0 0,0 1 1 0 0,0 0-1 0 0,1 0 1 0 0,0 0 0 0 0,0 0-1 0 0,0 0 1 0 0,1-1-1 0 0,-1 1 1 0 0,1 0-1 0 0,0-1 1 0 0,4 7-1 0 0,-3-9-5 0 0,-1 0 0 0 0,1 1 0 0 0,-1-2 0 0 0,1 1 0 0 0,0 0 0 0 0,0 0-1 0 0,0-1 1 0 0,0 1 0 0 0,0-1 0 0 0,0 0 0 0 0,0 0 0 0 0,0 0 0 0 0,0-1-1 0 0,0 1 1 0 0,1-1 0 0 0,-1 0 0 0 0,0 1 0 0 0,1-1 0 0 0,5-1 0 0 0,2-1 5 0 0,0 1 1 0 0,0-1 0 0 0,0-1 0 0 0,16-6 0 0 0,2-3-9 0 0,-1-2 0 0 0,-1 0 1 0 0,0-2-1 0 0,-1-2 1 0 0,0 0-1 0 0,-2-1 1 0 0,0-2-1 0 0,-1 0 1 0 0,-2-2-1 0 0,0 0 0 0 0,-1-1 1 0 0,-1-1-1 0 0,-2-1 1 0 0,0-1-1 0 0,-2 0 1 0 0,-1-1-1 0 0,15-42 1 0 0,-25 57-22 0 0,-1-1 1 0 0,-1 1 0 0 0,0-1 0 0 0,0 0-1 0 0,-1-16 1 0 0,-1 30 11 0 0,0-1 0 0 0,0 1 0 0 0,0-1 0 0 0,0 0 0 0 0,0 1 0 0 0,-1-1 0 0 0,1 1 0 0 0,0-1 0 0 0,0 1 1 0 0,0-1-1 0 0,0 1 0 0 0,-1-1 0 0 0,1 1 0 0 0,0-1 0 0 0,-1 1 0 0 0,1-1 0 0 0,0 1 0 0 0,-1 0 0 0 0,1-1 0 0 0,0 1 0 0 0,-1-1 0 0 0,1 1 0 0 0,-1 0 0 0 0,1-1 0 0 0,-1 1 0 0 0,1 0 0 0 0,-1 0 0 0 0,1-1 0 0 0,-1 1 0 0 0,1 0 0 0 0,-1 0 0 0 0,1 0 0 0 0,-1 0 0 0 0,1 0 0 0 0,-1 0 0 0 0,1 0 0 0 0,-1-1 0 0 0,1 2 0 0 0,-2-1 0 0 0,1 0 0 0 0,-1 0-1 0 0,0 0 0 0 0,1 0 0 0 0,-1 1 0 0 0,1-1 0 0 0,-1 1 0 0 0,1-1 0 0 0,-1 1 0 0 0,1 0 1 0 0,-1-1-1 0 0,-2 3 0 0 0,2-2 3 0 0,1 0 1 0 0,-1 1-1 0 0,1-1 1 0 0,0 1-1 0 0,-1-1 1 0 0,1 1-1 0 0,0-1 0 0 0,0 1 1 0 0,0 0-1 0 0,0-1 1 0 0,0 1-1 0 0,0 0 1 0 0,0 0-1 0 0,1 0 1 0 0,-1 0-1 0 0,0 0 0 0 0,1 0 1 0 0,0-1-1 0 0,0 1 1 0 0,-1 0-1 0 0,1 0 1 0 0,0 0-1 0 0,1 0 1 0 0,-1 0-1 0 0,0 0 1 0 0,0 0-1 0 0,1 0 0 0 0,-1 0 1 0 0,1 0-1 0 0,0 0 1 0 0,0 0-1 0 0,-1 0 1 0 0,1-1-1 0 0,0 1 1 0 0,1 0-1 0 0,0 2 1 0 0,0-2 4 0 0,0 0 0 0 0,0 0 0 0 0,0 0 1 0 0,0-1-1 0 0,0 1 0 0 0,0 0 1 0 0,0-1-1 0 0,1 1 0 0 0,2 1 1 0 0,3-1 3 0 0,0 0 0 0 0,0-1 0 0 0,0 1 1 0 0,10-1-1 0 0,48 4-43 0 0,-63-5 19 0 0,13 0-15 0 0,-13 0 23 0 0,-1 1-2 0 0,-1 0 16 0 0,1 0 1 0 0,-1 0-1 0 0,0 0 1 0 0,1 0 0 0 0,-1 0-1 0 0,0 0 1 0 0,0 0 0 0 0,0 0-1 0 0,0 0 1 0 0,0 0-1 0 0,0 1 1 0 0,0-1 0 0 0,0 0-1 0 0,-1 1 1 0 0,1-1 0 0 0,0 1-1 0 0,-1-1 1 0 0,1 1-1 0 0,-1-1 1 0 0,0 1 0 0 0,1-1-1 0 0,-1 1 1 0 0,0-1 0 0 0,0 1-1 0 0,0-1 1 0 0,0 1-1 0 0,0 0 1 0 0,0-1 0 0 0,-1 1-1 0 0,1-1 1 0 0,-1 2 0 0 0,0 1 32 0 0,-1 11 190 0 0,-2 1 1 0 0,0-1 0 0 0,-12 28 0 0 0,10-29-159 0 0,1-1 0 0 0,1 1 0 0 0,0 0 0 0 0,-2 15 1 0 0,6-29-70 0 0,0 1 1 0 0,0 0-1 0 0,0 0 1 0 0,0-1-1 0 0,0 1 1 0 0,0 0-1 0 0,0 0 1 0 0,0-1-1 0 0,0 1 1 0 0,0 0 0 0 0,1 0-1 0 0,-1-1 1 0 0,0 1-1 0 0,1 0 1 0 0,-1-1-1 0 0,1 1 1 0 0,-1 0-1 0 0,0-1 1 0 0,1 1-1 0 0,-1 0 1 0 0,1-1-1 0 0,0 1 1 0 0,-1-1 0 0 0,1 1-1 0 0,1 0-35 0 0,0 0 1 0 0,0 0-1 0 0,0 0 0 0 0,0 0 1 0 0,0 0-1 0 0,1-1 1 0 0,-1 1-1 0 0,4-1 0 0 0,4 1-372 0 0,0 0 0 0 0,19-3-1 0 0,-25 2 212 0 0,31-5-1658 0 0,-1 0 0 0 0,38-12 0 0 0,22-11-4863 0 0,-46 12 1393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52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543 389 268 0 0,'0'0'429'0'0,"-2"-54"8814"0"0,-4 21-6091 0 0,5 32-2812 0 0,-6 0 155 0 0,6 1-471 0 0,0 0 0 0 0,1 0 0 0 0,-1 0 1 0 0,0 0-1 0 0,0 0 0 0 0,1 0 0 0 0,-1 0 1 0 0,0 0-1 0 0,1 0 0 0 0,-1 0 0 0 0,0 1 1 0 0,1-1-1 0 0,-1 0 0 0 0,0 1 0 0 0,1-1 1 0 0,-1 0-1 0 0,0 1 0 0 0,0 0 0 0 0,-6 5 144 0 0,0 0-1 0 0,0 0 0 0 0,1 1 1 0 0,0 0-1 0 0,0 0 0 0 0,1 0 1 0 0,-8 15-1 0 0,-3 3 123 0 0,-1 0-128 0 0,1 1 0 0 0,1 0 0 0 0,1 0 0 0 0,2 2 0 0 0,-11 33 0 0 0,21-56-139 0 0,1 0 1 0 0,0 0-1 0 0,0 0 0 0 0,0 1 0 0 0,0-1 0 0 0,1 1 1 0 0,0-1-1 0 0,1 9 0 0 0,0-12-14 0 0,-1 0-1 0 0,1 0 1 0 0,-1 0-1 0 0,1 0 1 0 0,0-1 0 0 0,0 1-1 0 0,0 0 1 0 0,0 0-1 0 0,0-1 1 0 0,0 1 0 0 0,0 0-1 0 0,1-1 1 0 0,-1 1 0 0 0,1-1-1 0 0,-1 0 1 0 0,1 1-1 0 0,-1-1 1 0 0,1 0 0 0 0,0 0-1 0 0,-1 0 1 0 0,1 0-1 0 0,0 0 1 0 0,0-1 0 0 0,0 1-1 0 0,2 0 1 0 0,3 1 4 0 0,1-1 1 0 0,-1 1-1 0 0,1-2 1 0 0,-1 1-1 0 0,0-1 1 0 0,1 0-1 0 0,-1 0 1 0 0,1-1-1 0 0,-1 0 1 0 0,1-1-1 0 0,-1 1 1 0 0,0-1-1 0 0,0-1 1 0 0,0 1-1 0 0,0-1 1 0 0,0 0-1 0 0,-1-1 0 0 0,1 0 1 0 0,10-8-1 0 0,-11 7-6 0 0,0-1 0 0 0,0 1 0 0 0,0-1 0 0 0,-1-1-1 0 0,1 1 1 0 0,-2-1 0 0 0,1 0 0 0 0,-1 0 0 0 0,0 0 0 0 0,0-1-1 0 0,-1 1 1 0 0,0-1 0 0 0,0 0 0 0 0,-1 0 0 0 0,0 0-1 0 0,0 0 1 0 0,0-13 0 0 0,-2 7-7 0 0,0 1 0 0 0,-1 0 0 0 0,-1-1 0 0 0,0 1 0 0 0,-1 0 1 0 0,-6-19-1 0 0,7 26-4 0 0,0-1 1 0 0,-1 1 0 0 0,0 0-1 0 0,0 0 1 0 0,0 0 0 0 0,-1 1 0 0 0,1-1-1 0 0,-2 1 1 0 0,1 0 0 0 0,0 0-1 0 0,-1 0 1 0 0,0 0 0 0 0,0 1 0 0 0,-10-7-1 0 0,11 10 0 0 0,0-1 0 0 0,0 1 0 0 0,-1 0 0 0 0,1 0 0 0 0,0 0 0 0 0,-1 0 0 0 0,1 1 0 0 0,-1 0 0 0 0,1 0 0 0 0,-1 0 0 0 0,1 0 1 0 0,0 1-1 0 0,-1 0 0 0 0,1 0 0 0 0,0 0 0 0 0,-1 0 0 0 0,1 1 0 0 0,0-1 0 0 0,0 1 0 0 0,0 0 0 0 0,0 1 0 0 0,1-1 0 0 0,-1 0 0 0 0,0 1 0 0 0,-2 3 0 0 0,-1-1 1 0 0,1 1 0 0 0,0 0 0 0 0,0 0 0 0 0,0 0-1 0 0,1 1 1 0 0,0 0 0 0 0,0 0 0 0 0,1 0 0 0 0,0 0 0 0 0,0 1 0 0 0,1 0 0 0 0,-4 10 0 0 0,6-14 5 0 0,0-1 0 0 0,1 1 0 0 0,-1-1 0 0 0,1 1 0 0 0,0-1 0 0 0,0 1 1 0 0,0 0-1 0 0,1-1 0 0 0,-1 1 0 0 0,1-1 0 0 0,-1 1 0 0 0,1-1 0 0 0,0 1 0 0 0,1-1 0 0 0,-1 0 0 0 0,4 7 0 0 0,-2-6 2 0 0,0-1 0 0 0,0 1-1 0 0,0 0 1 0 0,1-1-1 0 0,0 0 1 0 0,-1 0-1 0 0,1 0 1 0 0,0 0-1 0 0,1 0 1 0 0,-1-1 0 0 0,5 2-1 0 0,4 1 6 0 0,1 0 0 0 0,-1-1 0 0 0,1-1-1 0 0,0 0 1 0 0,0-1 0 0 0,0-1 0 0 0,24 0 0 0 0,-11-2 1 0 0,0-1 0 0 0,0-1 1 0 0,0-2-1 0 0,0-1 0 0 0,-1-1 1 0 0,0-1-1 0 0,0-1 0 0 0,-1-1 1 0 0,-1-1-1 0 0,1-2 0 0 0,-2 0 1 0 0,0-1-1 0 0,0-2 0 0 0,-2 0 1 0 0,0-2-1 0 0,-1 0 0 0 0,0-1 1 0 0,-2-1-1 0 0,0-1 0 0 0,-1 0 1 0 0,-2-1-1 0 0,0-1 0 0 0,16-33 1 0 0,26-76 239 0 0,-30 66 147 0 0,-21 58-381 0 0,-2 15 3 0 0,-2 21 32 0 0,-6 29 382 0 0,-3 0 1 0 0,-16 60-1 0 0,-37 109 362 0 0,59-224-790 0 0,-341 1043 2283 0 0,203-699-1349 0 0,87-234 2571 0 0,52-111-3474 0 0,0 0-1 0 0,-1 0 1 0 0,1 0 0 0 0,-1-1 0 0 0,1 1 0 0 0,-1 0 0 0 0,1 0-1 0 0,-1-1 1 0 0,0 1 0 0 0,1 0 0 0 0,-1-1 0 0 0,0 1-1 0 0,1 0 1 0 0,-1-1 0 0 0,0 1 0 0 0,0-1 0 0 0,0 1-1 0 0,0-1 1 0 0,1 0 0 0 0,-1 1 0 0 0,0-1 0 0 0,0 0 0 0 0,0 0-1 0 0,0 1 1 0 0,0-1 0 0 0,0 0 0 0 0,0 0 0 0 0,0 0-1 0 0,0 0 1 0 0,0 0 0 0 0,0 0 0 0 0,-1-1 0 0 0,-24-9 258 0 0,-3-9-205 0 0,2-1 0 0 0,0-1 1 0 0,1-1-1 0 0,-29-32 0 0 0,4 4-41 0 0,47 46-43 0 0,-139-140 40 0 0,123 122-52 0 0,2-1-1 0 0,0 0 0 0 0,1-2 0 0 0,-24-48 0 0 0,37 64-27 0 0,1-1-1 0 0,-1 1 1 0 0,1-1 0 0 0,1 1-1 0 0,0-1 1 0 0,0 0-1 0 0,1 0 1 0 0,1 0-1 0 0,-1 0 1 0 0,1 0-1 0 0,1 0 1 0 0,3-18 0 0 0,0 15-105 0 0,-1 0 0 0 0,2 1 0 0 0,0 0 0 0 0,1 0 0 0 0,0 0 0 0 0,0 0 0 0 0,1 1 0 0 0,1 0 0 0 0,11-13 0 0 0,9-6-451 0 0,1 2 1 0 0,1 0 0 0 0,2 2-1 0 0,65-41 1 0 0,153-68-3053 0 0,100-15-2885 0 0,-109 69-1128 0 0,-163 59 3130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53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191 511 956 0 0,'-24'5'2559'0'0,"-134"24"10273"0"0,156-29-12474 0 0,-1-2 80 0 0,3 2-430 0 0,0 0 0 0 0,0 0 0 0 0,0 0 0 0 0,-1 0 0 0 0,1 0 0 0 0,0 0 0 0 0,0 0 0 0 0,0 0 0 0 0,0 0 0 0 0,-1 0 0 0 0,1-1-1 0 0,0 1 1 0 0,0 0 0 0 0,0 0 0 0 0,0 0 0 0 0,0 0 0 0 0,0 0 0 0 0,-1 0 0 0 0,1 0 0 0 0,0-1 0 0 0,0 1 0 0 0,0 0 0 0 0,0 0 0 0 0,0 0 0 0 0,0 0 0 0 0,0 0 0 0 0,0-1 0 0 0,0 1 0 0 0,0 0 0 0 0,0 0 0 0 0,0 0-1 0 0,0 0 1 0 0,0-1 0 0 0,0 1 0 0 0,0 0 0 0 0,0 0 0 0 0,0 0 0 0 0,0 0 0 0 0,0 0 0 0 0,0-1 0 0 0,0 1 0 0 0,0 0 0 0 0,10-14 90 0 0,1 1 1 0 0,0 1-1 0 0,1 0 1 0 0,0 0-1 0 0,1 1 1 0 0,20-13-1 0 0,8-8-26 0 0,-29 22-56 0 0,123-111 123 0 0,-111 98-105 0 0,-2-1 0 0 0,0-2 0 0 0,25-40-1 0 0,-38 52-14 0 0,13-29 0 0 0,-21 40-21 0 0,1 0 0 0 0,-1 0 0 0 0,0-1 1 0 0,0 1-1 0 0,0 0 0 0 0,-1 0 0 0 0,1-1 0 0 0,-1 1 1 0 0,0 0-1 0 0,0 0 0 0 0,0-1 0 0 0,0 1 1 0 0,0 0-1 0 0,-1-1 0 0 0,1 1 0 0 0,-3-5 1 0 0,2 6-3 0 0,0 1 0 0 0,0-1-1 0 0,0 1 1 0 0,0-1 0 0 0,0 1 0 0 0,-1 0 0 0 0,1 0 0 0 0,0 0 0 0 0,-1 0 0 0 0,1 0 0 0 0,-1 0 0 0 0,1 0 0 0 0,-1 0-1 0 0,0 0 1 0 0,1 1 0 0 0,-1-1 0 0 0,0 1 0 0 0,0-1 0 0 0,1 1 0 0 0,-1 0 0 0 0,0-1 0 0 0,0 1 0 0 0,1 0 0 0 0,-1 0 0 0 0,0 0-1 0 0,0 1 1 0 0,0-1 0 0 0,1 0 0 0 0,-1 1 0 0 0,0-1 0 0 0,1 1 0 0 0,-1-1 0 0 0,-2 2 0 0 0,-3 1-10 0 0,1 0 0 0 0,-1 0 1 0 0,0 0-1 0 0,1 1 0 0 0,0 0 1 0 0,-11 9-1 0 0,14-10 11 0 0,0-1 0 0 0,1 1 0 0 0,-1 0 0 0 0,1 0 1 0 0,0 0-1 0 0,-1 0 0 0 0,1 1 0 0 0,1-1 0 0 0,-1 1 0 0 0,0-1 0 0 0,1 1 0 0 0,0-1 1 0 0,0 1-1 0 0,0 0 0 0 0,0 0 0 0 0,0-1 0 0 0,1 1 0 0 0,0 0 0 0 0,0 0 0 0 0,0 0 0 0 0,0 0 1 0 0,1 0-1 0 0,-1-1 0 0 0,1 1 0 0 0,0 0 0 0 0,0 0 0 0 0,0-1 0 0 0,3 6 0 0 0,4 8-17 0 0,1-1-1 0 0,1 1 1 0 0,1-2 0 0 0,20 25-1 0 0,-8-12 12 0 0,-13-14 112 0 0,0 0 1 0 0,-1 0-1 0 0,0 1 1 0 0,-1 0-1 0 0,9 25 1 0 0,-16-35-69 0 0,1 0 1 0 0,-1 1 0 0 0,1 0 0 0 0,-2-1-1 0 0,1 1 1 0 0,0 0 0 0 0,-1-1 0 0 0,0 1-1 0 0,-1 0 1 0 0,1 0 0 0 0,-1-1 0 0 0,0 1-1 0 0,-1 0 1 0 0,1-1 0 0 0,-1 1 0 0 0,0-1 0 0 0,0 0-1 0 0,-1 0 1 0 0,-5 9 0 0 0,2-6 71 0 0,0-1 0 0 0,0 0 0 0 0,-1-1 0 0 0,1 0 0 0 0,-1 0 0 0 0,-1 0 0 0 0,1-1 0 0 0,-1 0 0 0 0,0 0 0 0 0,0-1 0 0 0,-1 0 0 0 0,1 0 0 0 0,-1-1 0 0 0,0 0 0 0 0,0-1 0 0 0,0 0 0 0 0,0 0 0 0 0,0-1 0 0 0,-12 0 0 0 0,9 0-74 0 0,-1-1 1 0 0,1-1-1 0 0,-1 0 0 0 0,1-1 1 0 0,0 0-1 0 0,0-1 1 0 0,0-1-1 0 0,0 0 1 0 0,0 0-1 0 0,1-1 1 0 0,-1 0-1 0 0,2-1 1 0 0,-21-14-1 0 0,30 20-111 0 0,0-1 1 0 0,0 0-1 0 0,0 0 0 0 0,0 1 0 0 0,1-1 0 0 0,-1 0 1 0 0,0 0-1 0 0,0 0 0 0 0,0 0 0 0 0,1 0 1 0 0,-1 0-1 0 0,0 0 0 0 0,1 0 0 0 0,-1 0 1 0 0,1 0-1 0 0,-1 0 0 0 0,1 0 0 0 0,0 0 1 0 0,-1-1-1 0 0,1 1 0 0 0,0-2 0 0 0,0 2-76 0 0,1 0-1 0 0,-1 0 0 0 0,0 0 0 0 0,1 0 1 0 0,-1 0-1 0 0,1 0 0 0 0,0 0 0 0 0,-1 0 1 0 0,1 0-1 0 0,0 0 0 0 0,-1 1 1 0 0,1-1-1 0 0,0 0 0 0 0,0 0 0 0 0,0 1 1 0 0,0-1-1 0 0,0 1 0 0 0,1-2 0 0 0,6-2-1329 0 0,0 1 0 0 0,1 0 0 0 0,-1 0 0 0 0,12-2 0 0 0,-5 2-1783 0 0,0 1-1049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54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2384 0 0,'18'-29'7503'0'0,"19"-45"-1"0"0,-32 69-5430 0 0,-3 14-1345 0 0,-4 16-142 0 0,-22 62 562 0 0,-5 30-639 0 0,26-101-467 0 0,1-1 1 0 0,0 1-1 0 0,2-1 1 0 0,-1 1-1 0 0,4 24 1 0 0,-2-35-29 0 0,0 0-1 0 0,0-1 1 0 0,0 1 0 0 0,1 0 0 0 0,-1 0 0 0 0,1-1 0 0 0,0 1 0 0 0,1-1 0 0 0,-1 0-1 0 0,1 0 1 0 0,0 0 0 0 0,0 0 0 0 0,0 0 0 0 0,0 0 0 0 0,0-1 0 0 0,1 1 0 0 0,0-1-1 0 0,0 0 1 0 0,0 0 0 0 0,0-1 0 0 0,0 1 0 0 0,6 1 0 0 0,-5-2-19 0 0,0 0 1 0 0,1-1 0 0 0,-1 0 0 0 0,1 0-1 0 0,-1 0 1 0 0,1 0 0 0 0,-1-1 0 0 0,1 0-1 0 0,-1-1 1 0 0,1 1 0 0 0,-1-1 0 0 0,0 0-1 0 0,1 0 1 0 0,-1-1 0 0 0,0 1-1 0 0,0-1 1 0 0,1 0 0 0 0,-1-1 0 0 0,8-4-1 0 0,1-3-71 0 0,0-1 0 0 0,-1 0 0 0 0,0 0 0 0 0,-1-1 0 0 0,-1-1 0 0 0,0 0 0 0 0,17-26 0 0 0,55-111-205 0 0,-72 127 278 0 0,14-26-36 0 0,-24 47 66 0 0,-1 4-5 0 0,1 0-1 0 0,-1 0 0 0 0,0-1 0 0 0,0 1 0 0 0,0 0 0 0 0,0-1 0 0 0,0 1 1 0 0,0 0-1 0 0,0 0 0 0 0,0-1 0 0 0,-1 1 0 0 0,1 0 0 0 0,-2 2 1 0 0,2-1 12 0 0,-7 23 52 0 0,-1 0 1 0 0,-1-1 0 0 0,-17 35 0 0 0,11-28-28 0 0,-11 39-1 0 0,19-47-322 0 0,-5 32-1 0 0,10-48-224 0 0,1-1 0 0 0,1 1-1 0 0,0 0 1 0 0,0 0 0 0 0,0 0-1 0 0,1 0 1 0 0,0 0-1 0 0,3 9 1 0 0,-3-14 6 0 0,1-1 1 0 0,-1 1-1 0 0,0-1 1 0 0,1 0-1 0 0,0 0 1 0 0,-1 1-1 0 0,1-1 1 0 0,0 0-1 0 0,0 0 1 0 0,0-1-1 0 0,0 1 1 0 0,0 0-1 0 0,1-1 1 0 0,-1 1-1 0 0,0-1 1 0 0,1 0-1 0 0,-1 0 1 0 0,1 0-1 0 0,0 0 1 0 0,3 1-1 0 0,9 2-4739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54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278 423 200 0 0,'6'-17'2422'0'0,"-2"6"-729"0"0,-1 0 0 0 0,1 0 0 0 0,-2 0 0 0 0,1-1 0 0 0,0-21 0 0 0,-3 33-1630 0 0,0-1 1 0 0,0 0 0 0 0,0 1-1 0 0,0-1 1 0 0,0 1 0 0 0,0-1-1 0 0,0 1 1 0 0,0-1 0 0 0,0 0-1 0 0,-1 1 1 0 0,1-1-1 0 0,0 1 1 0 0,0-1 0 0 0,-1 1-1 0 0,1-1 1 0 0,0 1 0 0 0,-1-1-1 0 0,1 1 1 0 0,0-1 0 0 0,-1 1-1 0 0,1 0 1 0 0,-1-1-1 0 0,1 1 1 0 0,-1 0 0 0 0,1-1-1 0 0,-1 1 1 0 0,1 0 0 0 0,-1 0-1 0 0,1-1 1 0 0,-1 1 0 0 0,1 0-1 0 0,-1 0 1 0 0,1 0-1 0 0,-1 0 1 0 0,1-1 0 0 0,-1 1-1 0 0,0 0 1 0 0,1 0 0 0 0,-1 0-1 0 0,0 1 1 0 0,-22 5 1317 0 0,12 1-1013 0 0,1 1 0 0 0,0-1 0 0 0,0 2-1 0 0,1-1 1 0 0,-10 12 0 0 0,-38 51 606 0 0,48-59-829 0 0,7-8-113 0 0,-77 110 737 0 0,72-101-715 0 0,0 0 0 0 0,0 0 0 0 0,2 1 0 0 0,-1 0 0 0 0,2 0 0 0 0,0 0 0 0 0,-3 21 0 0 0,7-32-44 0 0,-1 0-1 0 0,1-1 1 0 0,0 1-1 0 0,-1 0 1 0 0,1 0-1 0 0,1 0 1 0 0,-1 0-1 0 0,0-1 1 0 0,1 1-1 0 0,0 0 1 0 0,-1 0-1 0 0,1 0 1 0 0,0-1-1 0 0,0 1 1 0 0,1-1-1 0 0,-1 1 1 0 0,0-1-1 0 0,1 1 0 0 0,0-1 1 0 0,-1 0-1 0 0,1 1 1 0 0,0-1-1 0 0,0 0 1 0 0,1 0-1 0 0,-1-1 1 0 0,0 1-1 0 0,0 0 1 0 0,1-1-1 0 0,-1 1 1 0 0,1-1-1 0 0,0 0 1 0 0,-1 0-1 0 0,1 0 1 0 0,0 0-1 0 0,-1 0 1 0 0,1-1-1 0 0,0 1 1 0 0,4-1-1 0 0,2 1-134 0 0,1-1 0 0 0,0 0 0 0 0,-1 0 0 0 0,1-1 0 0 0,-1-1 0 0 0,1 1 0 0 0,-1-1-1 0 0,0-1 1 0 0,1 0 0 0 0,11-6 0 0 0,-2-1-523 0 0,0-1 0 0 0,-1 0 0 0 0,0-1 0 0 0,-1-1 0 0 0,29-29 0 0 0,-24 18-17 0 0,0-2 0 0 0,-2 0-1 0 0,21-34 1 0 0,2-19-244 0 0,61-154 1 0 0,-25 23 4703 0 0,-78 208-3238 0 0,0 5-448 0 0,0-1 0 0 0,-1 0 1 0 0,1 1-1 0 0,-1-1 0 0 0,1 0 0 0 0,-1 1 0 0 0,0-1 1 0 0,0 0-1 0 0,0 1 0 0 0,0-1 0 0 0,-1 1 1 0 0,1-1-1 0 0,-1 0 0 0 0,-1 4 0 0 0,1 3 216 0 0,-14 74 882 0 0,-4 0 1 0 0,-37 104-1 0 0,32-111-896 0 0,-25 66 58 0 0,45-132-335 0 0,-2 10 129 0 0,10-16-107 0 0,6-6-70 0 0,-2-3-43 0 0,0 0 0 0 0,0 0 0 0 0,-1-1 0 0 0,0 0 0 0 0,0-1-1 0 0,8-9 1 0 0,7-7-55 0 0,-7 10 61 0 0,0 1-1 0 0,0 0 0 0 0,1 1 1 0 0,1 0-1 0 0,0 2 0 0 0,27-12 1 0 0,-37 18 37 0 0,-1 1 0 0 0,1 0 0 0 0,0 1 0 0 0,0-1 0 0 0,0 1 1 0 0,0 1-1 0 0,0-1 0 0 0,0 1 0 0 0,9 1 0 0 0,-11 0 12 0 0,0 0 0 0 0,-1 0 0 0 0,1 1 0 0 0,0 0 0 0 0,-1-1 0 0 0,1 1 0 0 0,-1 1 0 0 0,0-1 0 0 0,0 1 0 0 0,0-1 0 0 0,0 1 0 0 0,0 1 0 0 0,0-1 0 0 0,5 6 0 0 0,-5-3 37 0 0,0-1-1 0 0,0 1 1 0 0,0-1 0 0 0,-1 1 0 0 0,0 0 0 0 0,0 0 0 0 0,-1 1 0 0 0,1-1 0 0 0,-1 1 0 0 0,-1-1 0 0 0,2 12 0 0 0,-1 1 79 0 0,-1 1 1 0 0,-3 31-1 0 0,0-3-187 0 0,2-48 26 0 0,0 0 1 0 0,0 1-1 0 0,0-1 0 0 0,0 0 1 0 0,0 1-1 0 0,0-1 0 0 0,0 0 1 0 0,0 1-1 0 0,0-1 0 0 0,1 0 1 0 0,-1 0-1 0 0,0 1 0 0 0,0-1 1 0 0,0 0-1 0 0,0 1 0 0 0,0-1 1 0 0,1 0-1 0 0,-1 0 0 0 0,0 1 1 0 0,0-1-1 0 0,1 0 0 0 0,-1 0 1 0 0,0 0-1 0 0,0 1 0 0 0,1-1 1 0 0,-1 0-1 0 0,0 0 0 0 0,0 0 1 0 0,1 0-1 0 0,-1 1 0 0 0,0-1 1 0 0,1 0-1 0 0,-1 0 0 0 0,0 0 1 0 0,0 0-1 0 0,1 0 0 0 0,-1 0 1 0 0,0 0-1 0 0,1 0 0 0 0,-1 0 1 0 0,0 0-1 0 0,1 0 0 0 0,12-4-1553 0 0,-12 4 1687 0 0,4-3-788 0 0,1 0 1 0 0,-1 0-1 0 0,0 0 1 0 0,0-1 0 0 0,0 1-1 0 0,0-1 1 0 0,-1 0-1 0 0,1-1 1 0 0,-1 1-1 0 0,0-1 1 0 0,4-7 0 0 0,6-5-2261 0 0,9-8-2209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56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26 214 568 0 0,'-2'-1'409'0'0,"0"-1"0"0"0,0 1 0 0 0,1-1 0 0 0,-1 0 0 0 0,0 0 0 0 0,0 1 0 0 0,1-1 1 0 0,-1 0-1 0 0,1-1 0 0 0,0 1 0 0 0,0 0 0 0 0,0 0 0 0 0,0 0 0 0 0,0-1 0 0 0,0 1 0 0 0,0-1 0 0 0,1 1 0 0 0,-1 0 0 0 0,1-1 0 0 0,0 1 0 0 0,-1-5 0 0 0,2 3-215 0 0,0 0-1 0 0,0-1 0 0 0,1 1 1 0 0,-1 0-1 0 0,1 0 0 0 0,0 1 1 0 0,0-1-1 0 0,0 0 0 0 0,1 0 1 0 0,-1 1-1 0 0,1 0 0 0 0,3-5 0 0 0,4-1-73 0 0,1 0 0 0 0,-1 0-1 0 0,2 0 1 0 0,-1 2-1 0 0,1-1 1 0 0,0 2-1 0 0,0-1 1 0 0,1 2-1 0 0,0 0 1 0 0,0 0-1 0 0,0 1 1 0 0,1 1-1 0 0,-1 0 1 0 0,1 1-1 0 0,0 0 1 0 0,-1 1 0 0 0,1 0-1 0 0,17 3 1 0 0,-20-2-106 0 0,0 2 0 0 0,1 0 0 0 0,-1 0 0 0 0,0 1 0 0 0,0 0 0 0 0,0 1 0 0 0,-1 0 0 0 0,1 1 0 0 0,-1 0 0 0 0,10 7 0 0 0,-13-7 6 0 0,-1 0-1 0 0,1 1 1 0 0,-1-1-1 0 0,0 1 1 0 0,0 1 0 0 0,-1-1-1 0 0,0 1 1 0 0,0 0-1 0 0,0 0 1 0 0,-1 1 0 0 0,0-1-1 0 0,-1 1 1 0 0,1 0-1 0 0,2 11 1 0 0,-4-10 29 0 0,-1 1-1 0 0,0-1 1 0 0,0 1 0 0 0,0 0-1 0 0,-2-1 1 0 0,1 1-1 0 0,-1 0 1 0 0,0-1 0 0 0,-1 1-1 0 0,0-1 1 0 0,-1 0 0 0 0,0 1-1 0 0,0-1 1 0 0,-1 0 0 0 0,0-1-1 0 0,-1 1 1 0 0,-9 13-1 0 0,-1-1 171 0 0,-1-1 0 0 0,-1 0 0 0 0,0-1 0 0 0,-1-1 0 0 0,-32 23 0 0 0,36-31 213 0 0,11-8-196 0 0,7-7-213 0 0,-2 4-24 0 0,-1 0 1 0 0,1 0 0 0 0,-1 0 0 0 0,1 0 0 0 0,0 1 0 0 0,-1-1 0 0 0,1 0-1 0 0,0 1 1 0 0,0 0 0 0 0,0-1 0 0 0,-1 1 0 0 0,3 0 0 0 0,6-2 0 0 0,-3 1-2 0 0,0-1 0 0 0,0 1 0 0 0,-1 1 0 0 0,1-1 0 0 0,0 1 1 0 0,0 1-1 0 0,0-1 0 0 0,0 1 0 0 0,-1 0 0 0 0,1 1 0 0 0,0 0 1 0 0,-1 0-1 0 0,1 0 0 0 0,-1 0 0 0 0,0 1 0 0 0,0 0 0 0 0,7 5 1 0 0,-3-1-2 0 0,-1 0 1 0 0,0 1 0 0 0,0 0-1 0 0,0 1 1 0 0,-1 0 0 0 0,-1 0 0 0 0,1 0-1 0 0,-2 1 1 0 0,8 13 0 0 0,-6-8 50 0 0,0 1 0 0 0,-1 0 0 0 0,-1 1 0 0 0,-1-1 0 0 0,0 1 1 0 0,-1 0-1 0 0,-1 1 0 0 0,0-1 0 0 0,0 32 0 0 0,-4-37 73 0 0,1 0 0 0 0,-2 0 0 0 0,1 1 0 0 0,-2-1-1 0 0,0-1 1 0 0,0 1 0 0 0,-1 0 0 0 0,0-1 0 0 0,-1 0 0 0 0,0 0-1 0 0,-1 0 1 0 0,0 0 0 0 0,-1-1 0 0 0,-15 18 0 0 0,19-24-29 0 0,-1-1 0 0 0,0 1 0 0 0,0 0 0 0 0,0-1 1 0 0,0 0-1 0 0,-1 0 0 0 0,1 0 0 0 0,-1 0 0 0 0,0-1 0 0 0,0 0 0 0 0,0 0 1 0 0,0 0-1 0 0,0 0 0 0 0,-9 1 0 0 0,13-3-85 0 0,0 0 1 0 0,0 0-1 0 0,0-1 1 0 0,0 1-1 0 0,-1 0 1 0 0,1 0-1 0 0,0-1 1 0 0,0 1-1 0 0,0 0 1 0 0,0-1-1 0 0,0 1 1 0 0,0-1-1 0 0,0 1 1 0 0,1-1-1 0 0,-1 0 1 0 0,0 1-1 0 0,0-1 1 0 0,0 0-1 0 0,0 0 1 0 0,1 0-1 0 0,-1 0 1 0 0,0 1-1 0 0,1-1 0 0 0,-1 0 1 0 0,1 0-1 0 0,-1 0 1 0 0,1 0-1 0 0,0 0 1 0 0,-1 0-1 0 0,1 0 1 0 0,-1-2-1 0 0,0-1 8 0 0,0-1-1 0 0,0 0 1 0 0,0 0-1 0 0,0-10 1 0 0,2 3-13 0 0,0 0 0 0 0,1 0 0 0 0,0 0 0 0 0,1 1-1 0 0,1-1 1 0 0,0 1 0 0 0,0 0 0 0 0,9-16 0 0 0,54-83-23 0 0,-58 98 17 0 0,47-65-73 0 0,94-97 1 0 0,7-9-304 0 0,-146 169 335 0 0,4-6-1 0 0,24-38 1 0 0,-36 53 20 0 0,0-1 1 0 0,-1 1 0 0 0,1 0 0 0 0,-1-1 0 0 0,0 0-1 0 0,-1 1 1 0 0,1-1 0 0 0,-1 0 0 0 0,0 0 0 0 0,-1 0-1 0 0,1 0 1 0 0,-1 0 0 0 0,-1-6 0 0 0,1 10 14 0 0,0 1 1 0 0,-1-1-1 0 0,1 1 1 0 0,0-1 0 0 0,-1 1-1 0 0,1-1 1 0 0,-1 1-1 0 0,1-1 1 0 0,-1 1-1 0 0,0 0 1 0 0,0-1-1 0 0,1 1 1 0 0,-1 0-1 0 0,0 0 1 0 0,0-1-1 0 0,0 1 1 0 0,-1 0-1 0 0,1 0 1 0 0,0 0-1 0 0,0 0 1 0 0,0 0-1 0 0,-2 0 1 0 0,1 0 1 0 0,0 1 0 0 0,0-1 0 0 0,0 1 1 0 0,0 0-1 0 0,0 0 0 0 0,0 0 0 0 0,0 0 0 0 0,0 0 0 0 0,0 0 0 0 0,-1 0 0 0 0,1 1 1 0 0,0-1-1 0 0,0 1 0 0 0,-2 0 0 0 0,-4 3-11 0 0,0-1-1 0 0,1 1 1 0 0,-1 0 0 0 0,1 1-1 0 0,0 0 1 0 0,-10 9 0 0 0,12-9 12 0 0,0 0 1 0 0,1 0 0 0 0,-1 0 0 0 0,1 1 0 0 0,0-1 0 0 0,1 1 0 0 0,-1 0-1 0 0,1 0 1 0 0,0 1 0 0 0,1-1 0 0 0,0 1 0 0 0,0-1 0 0 0,0 1 0 0 0,-1 13 0 0 0,2-15 6 0 0,1-1 1 0 0,0 0 0 0 0,1 1 0 0 0,-1-1 0 0 0,1 0 0 0 0,0 0 0 0 0,0 1 0 0 0,0-1 0 0 0,1 0 0 0 0,-1 0-1 0 0,1 0 1 0 0,0 0 0 0 0,0-1 0 0 0,1 1 0 0 0,-1 0 0 0 0,1-1 0 0 0,-1 1 0 0 0,1-1 0 0 0,0 0 0 0 0,1 0 0 0 0,-1 0-1 0 0,0-1 1 0 0,1 1 0 0 0,7 3 0 0 0,1 0 6 0 0,0-1 1 0 0,0 0-1 0 0,1-1 0 0 0,-1 0 1 0 0,1-1-1 0 0,0 0 0 0 0,0-1 1 0 0,1-1-1 0 0,-1 0 0 0 0,21-1 1 0 0,-14-2 2 0 0,-1 0 0 0 0,0-1 0 0 0,-1 0 0 0 0,1-2 0 0 0,0 0 0 0 0,30-14 1 0 0,-30 9-16 0 0,0-1 0 0 0,-1-1 0 0 0,0-1 0 0 0,0-1 0 0 0,-2 0 0 0 0,0-1 0 0 0,0-1 0 0 0,-2-1 0 0 0,0 0 0 0 0,-1 0 0 0 0,0-1 0 0 0,-2-1 0 0 0,0 0 0 0 0,-1-1 0 0 0,-1 0 0 0 0,11-36 1 0 0,-19 38-99 0 0,-1 18 100 0 0,0-1 0 0 0,-1 1 0 0 0,1 0 1 0 0,0 0-1 0 0,0-1 0 0 0,0 1 1 0 0,-1 0-1 0 0,1 0 0 0 0,0-1 0 0 0,0 1 1 0 0,-1 0-1 0 0,1 0 0 0 0,0 0 1 0 0,0-1-1 0 0,-1 1 0 0 0,1 0 0 0 0,0 0 1 0 0,-1 0-1 0 0,1 0 0 0 0,0 0 1 0 0,-1 0-1 0 0,1 0 0 0 0,0-1 0 0 0,-1 1 1 0 0,1 0-1 0 0,0 0 0 0 0,0 0 0 0 0,-1 0 1 0 0,0 1-1 0 0,-1-1-3 0 0,0 1 0 0 0,0 0 0 0 0,0-1 0 0 0,0 1 0 0 0,0 0 0 0 0,0 0 0 0 0,0 1 0 0 0,0-1 0 0 0,0 0 0 0 0,0 1 0 0 0,-2 2 0 0 0,-7 8-9 0 0,0 0 0 0 0,1 1-1 0 0,0 0 1 0 0,1 1-1 0 0,1 0 1 0 0,-7 16-1 0 0,11-23 17 0 0,1 1-1 0 0,0 0 0 0 0,0 1 1 0 0,1-1-1 0 0,0 0 1 0 0,0 1-1 0 0,1-1 0 0 0,0 1 1 0 0,1-1-1 0 0,0 1 1 0 0,0 0-1 0 0,1-1 0 0 0,1 10 1 0 0,-1-15-1 0 0,0 1 0 0 0,1-1 0 0 0,-1 1 0 0 0,1-1 0 0 0,-1 0 0 0 0,1 0 0 0 0,0 0 0 0 0,0 0 0 0 0,1 0 1 0 0,-1 0-1 0 0,1 0 0 0 0,-1-1 0 0 0,1 1 0 0 0,3 2 0 0 0,0-1-102 0 0,0-1 0 0 0,0 1 0 0 0,1-1 0 0 0,-1 0 0 0 0,1-1 1 0 0,13 4-1 0 0,-6-3-268 0 0,0-1 1 0 0,0 0-1 0 0,1-1 1 0 0,-1 0-1 0 0,0-2 1 0 0,25-2 0 0 0,-23 0 92 0 0,-1 0 0 0 0,0 0 1 0 0,0-2-1 0 0,-1 0 1 0 0,0 0-1 0 0,1-2 1 0 0,-2 1-1 0 0,1-2 1 0 0,-1 0-1 0 0,0 0 1 0 0,-1-2-1 0 0,0 1 1 0 0,0-1-1 0 0,-1-1 1 0 0,18-22-1 0 0,-17 17 968 0 0,0-1 0 0 0,-1-1 0 0 0,14-29 0 0 0,-3 4 1817 0 0,-21 41-2069 0 0,4-7 900 0 0,-4 5-778 0 0,-7 10-701 0 0,-13 22 129 0 0,1 0 1 0 0,2 0 0 0 0,1 2-1 0 0,-14 36 1 0 0,24-50 12 0 0,0-1 1 0 0,0 2 0 0 0,2-1-1 0 0,0 0 1 0 0,-1 21-1 0 0,3 83 59 0 0,2-66 17 0 0,-1-47-353 0 0,0-1-1 0 0,1 1 1 0 0,-1 0-1 0 0,2-1 1 0 0,2 12-1 0 0,9 4-3280 0 0,0-12-2109 0 0,-11-9 4957 0 0,3 2-1 0 0,11 2-4208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56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66 127 852 0 0,'4'-47'12814'0'0,"-4"36"-9129"0"0,-5 16-3492 0 0,0-1-1 0 0,1 1 1 0 0,0 0 0 0 0,0 0-1 0 0,1 0 1 0 0,-1 0 0 0 0,1 0-1 0 0,0 1 1 0 0,0 0 0 0 0,1 0-1 0 0,-3 10 1 0 0,-3 9 97 0 0,-5 37 0 0 0,12-57-273 0 0,0-1 1 0 0,1 0 0 0 0,-1 0-1 0 0,1 1 1 0 0,0-1 0 0 0,0 0 0 0 0,0 1-1 0 0,1-1 1 0 0,0 0 0 0 0,-1 0-1 0 0,2 0 1 0 0,-1 1 0 0 0,0-1 0 0 0,1 0-1 0 0,0-1 1 0 0,0 1 0 0 0,0 0 0 0 0,0 0-1 0 0,0-1 1 0 0,1 1 0 0 0,0-1-1 0 0,0 0 1 0 0,0 0 0 0 0,0 0 0 0 0,0 0-1 0 0,0 0 1 0 0,1-1 0 0 0,-1 0 0 0 0,1 1-1 0 0,0-1 1 0 0,0 0 0 0 0,0-1-1 0 0,0 1 1 0 0,0-1 0 0 0,8 2 0 0 0,-2-2-3 0 0,0 0 0 0 0,0 0 1 0 0,-1-1-1 0 0,1-1 0 0 0,0 1 1 0 0,0-1-1 0 0,0-1 0 0 0,-1 0 1 0 0,1-1-1 0 0,-1 0 0 0 0,1 0 0 0 0,-1-1 1 0 0,0 0-1 0 0,-1 0 0 0 0,1-1 1 0 0,-1 0-1 0 0,1-1 0 0 0,11-10 1 0 0,-11 7-7 0 0,0 0 0 0 0,0 0 0 0 0,-1-1 0 0 0,0 0 0 0 0,0-1 0 0 0,-2 0 0 0 0,1 0-1 0 0,-1 0 1 0 0,-1-1 0 0 0,0 1 0 0 0,0-2 0 0 0,-1 1 0 0 0,4-25 0 0 0,-7 33-11 0 0,-1 0 0 0 0,1 1 0 0 0,-1-1 0 0 0,0 0 0 0 0,0 0 0 0 0,0 0-1 0 0,-1 1 1 0 0,1-1 0 0 0,-1 0 0 0 0,0 0 0 0 0,0 1 0 0 0,0-1 0 0 0,-1 0 0 0 0,1 1 0 0 0,-1 0-1 0 0,0-1 1 0 0,0 1 0 0 0,0 0 0 0 0,0 0 0 0 0,-1 0 0 0 0,1 0 0 0 0,-1 0 0 0 0,0 0 0 0 0,1 1-1 0 0,-1 0 1 0 0,-1-1 0 0 0,-3-1 0 0 0,-1 0-5 0 0,0 0-1 0 0,0 1 1 0 0,-1 0-1 0 0,1 0 1 0 0,-1 1-1 0 0,1 0 1 0 0,-1 1-1 0 0,0 0 1 0 0,0 0-1 0 0,-15 2 1 0 0,10-1-75 0 0,1 1 1 0 0,0 1-1 0 0,0 1 1 0 0,-17 4-1 0 0,24-5-168 0 0,1 0 0 0 0,0 0 1 0 0,0 0-1 0 0,0 1 0 0 0,0 0 0 0 0,0 0 0 0 0,1 0 1 0 0,-1 0-1 0 0,1 1 0 0 0,0 0 0 0 0,0 0 0 0 0,0 0 1 0 0,-4 5-1 0 0,-1 14-2363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57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180 219 2268 0 0,'2'-1'3068'0'0,"10"-4"1666"0"0,-11 4-4633 0 0,17-6 3911 0 0,-17 7-3958 0 0,-1 0 1 0 0,1 0 0 0 0,-1 0 0 0 0,1 0-1 0 0,-1 0 1 0 0,0-1 0 0 0,1 1-1 0 0,-1 0 1 0 0,1 0 0 0 0,-1 0-1 0 0,1 0 1 0 0,-1 0 0 0 0,0 0 0 0 0,1 1-1 0 0,-1-1 1 0 0,1 0 0 0 0,-1 0-1 0 0,1 0 1 0 0,-1 0 0 0 0,0 0-1 0 0,1 1 1 0 0,-1-1 0 0 0,0 0-1 0 0,1 0 1 0 0,-1 1 0 0 0,1-1 0 0 0,-1 0-1 0 0,0 0 1 0 0,0 1 0 0 0,1-1-1 0 0,-1 1 1 0 0,0-1 0 0 0,0 0-1 0 0,1 1 1 0 0,-1-1 0 0 0,0 0 0 0 0,0 1-1 0 0,0-1 1 0 0,1 1 0 0 0,-1-1-1 0 0,0 1 1 0 0,0-1 0 0 0,0 0-1 0 0,0 1 1 0 0,0 0 0 0 0,3 2 120 0 0,-1-1 0 0 0,1 0 0 0 0,0 0-1 0 0,0 0 1 0 0,0 0 0 0 0,1 0 0 0 0,-1-1 0 0 0,6 3 0 0 0,-7-4 22 0 0,2 1-95 0 0,0-1 0 0 0,0 0 0 0 0,0 0 0 0 0,0 0 0 0 0,0 0 0 0 0,6-2 0 0 0,-10 2-113 0 0,3 0 32 0 0,0-1-1 0 0,0 0 1 0 0,0 0-1 0 0,0-1 1 0 0,0 1-1 0 0,-1-1 1 0 0,1 1 0 0 0,0-1-1 0 0,-1 0 1 0 0,0 0-1 0 0,1 0 1 0 0,-1 0-1 0 0,0 0 1 0 0,0 0-1 0 0,0-1 1 0 0,0 1-1 0 0,-1-1 1 0 0,1 0 0 0 0,0 1-1 0 0,-1-1 1 0 0,0 0-1 0 0,0 0 1 0 0,0 0-1 0 0,1-4 1 0 0,0 0-12 0 0,-1 0 0 0 0,1 0 0 0 0,-2 0-1 0 0,1 0 1 0 0,-1 0 0 0 0,0 0 0 0 0,0 0 0 0 0,-1 0 0 0 0,-1-9 0 0 0,0 8-15 0 0,2 6 6 0 0,0 0 0 0 0,0 0 0 0 0,-1 0 0 0 0,1 0-1 0 0,-1 0 1 0 0,1 0 0 0 0,-1 0 0 0 0,0 1 0 0 0,0-1 0 0 0,0 0 0 0 0,0 0 0 0 0,0 1 0 0 0,-2-3-1 0 0,-12-7-12 0 0,8 12-1 0 0,5-1 12 0 0,-2 0 7 0 0,0 1 1 0 0,0-1-1 0 0,-1 1 1 0 0,1-1-1 0 0,0 1 0 0 0,0 0 1 0 0,0 1-1 0 0,-1-1 0 0 0,1 1 1 0 0,1 0-1 0 0,-1 0 0 0 0,-4 3 1 0 0,-39 30 88 0 0,47-35-94 0 0,-29 25 84 0 0,1 2 0 0 0,-39 48-1 0 0,55-59-58 0 0,0 0 0 0 0,1 0 0 0 0,1 1 0 0 0,1 1-1 0 0,0 0 1 0 0,-11 37 0 0 0,18-51-6 0 0,1 1 0 0 0,0 0 0 0 0,0-1 0 0 0,1 1-1 0 0,-1 0 1 0 0,1 0 0 0 0,0-1 0 0 0,0 1 0 0 0,1 0 0 0 0,0 0 0 0 0,-1-1 0 0 0,1 1 0 0 0,1 0 0 0 0,-1-1 0 0 0,1 1 0 0 0,4 7 0 0 0,-3-8 2 0 0,0 1 0 0 0,0-2 0 0 0,1 1 0 0 0,-1 0 0 0 0,1-1 1 0 0,0 1-1 0 0,0-1 0 0 0,0 0 0 0 0,1-1 0 0 0,-1 1 1 0 0,1-1-1 0 0,-1 0 0 0 0,1 0 0 0 0,0 0 0 0 0,9 2 1 0 0,8 1 5 0 0,1-2 1 0 0,0 0-1 0 0,0-1 1 0 0,0-1-1 0 0,-1-2 1 0 0,28-2-1 0 0,-11-3-193 0 0,0-1-1 0 0,65-20 1 0 0,-70 14-63 0 0,0-1 0 0 0,-1-1 0 0 0,-1-2 0 0 0,-1-1 0 0 0,-1-2 0 0 0,54-45 0 0 0,-47 32 157 0 0,-1-2-1 0 0,-2-2 1 0 0,-2-1-1 0 0,41-62 1 0 0,-71 97 100 0 0,5-6 164 0 0,-1-1 0 0 0,0 0 0 0 0,-1 0 0 0 0,0 0 0 0 0,5-17 0 0 0,-10 26-185 0 0,0 1 0 0 0,0-1 0 0 0,-1 1 0 0 0,1-1-1 0 0,0 0 1 0 0,0 1 0 0 0,-1-1 0 0 0,1 1 0 0 0,0-1 0 0 0,-1 0 0 0 0,1 1-1 0 0,-1-1 1 0 0,1 1 0 0 0,-1-1 0 0 0,1 1 0 0 0,-1 0 0 0 0,1-1 0 0 0,-1 1-1 0 0,1-1 1 0 0,-1 1 0 0 0,1 0 0 0 0,-1 0 0 0 0,0-1 0 0 0,1 1-1 0 0,-1 0 1 0 0,0 0 0 0 0,1 0 0 0 0,-1 0 0 0 0,0-1 0 0 0,1 1 0 0 0,-1 0-1 0 0,0 0 1 0 0,1 0 0 0 0,-1 0 0 0 0,0 1 0 0 0,1-1 0 0 0,-1 0 0 0 0,1 0-1 0 0,-1 0 1 0 0,0 0 0 0 0,1 1 0 0 0,-2-1 0 0 0,-1 2-2 0 0,-1-1 0 0 0,0 1 1 0 0,0-1-1 0 0,1 1 0 0 0,-1 0 0 0 0,1 0 1 0 0,0 1-1 0 0,-1-1 0 0 0,1 1 0 0 0,0 0 1 0 0,0-1-1 0 0,1 1 0 0 0,-1 1 0 0 0,1-1 1 0 0,-1 0-1 0 0,1 0 0 0 0,0 1 0 0 0,0 0 1 0 0,0-1-1 0 0,1 1 0 0 0,0 0 0 0 0,-1 0 1 0 0,1 0-1 0 0,0 0 0 0 0,1 0 0 0 0,-1 0 1 0 0,1 0-1 0 0,0 0 0 0 0,0 0 1 0 0,0 0-1 0 0,0 0 0 0 0,1 0 0 0 0,1 5 1 0 0,2 6 87 0 0,0 0 0 0 0,2 0 0 0 0,0-1 0 0 0,0 0 0 0 0,14 21 0 0 0,-10-17 153 0 0,-1 0 0 0 0,10 27 0 0 0,-18-44-157 0 0,0 1-1 0 0,-1 0 0 0 0,0 0 1 0 0,1 0-1 0 0,-1 0 0 0 0,0 0 0 0 0,0 0 1 0 0,0 0-1 0 0,0 0 0 0 0,0 0 1 0 0,-1 0-1 0 0,1 0 0 0 0,0 0 1 0 0,-1 0-1 0 0,0-1 0 0 0,1 1 1 0 0,-1 0-1 0 0,-2 3 0 0 0,1-2-3 0 0,0 0-1 0 0,-1 0 0 0 0,0 0 1 0 0,0 0-1 0 0,1 0 1 0 0,-1-1-1 0 0,-1 1 1 0 0,-5 3-1 0 0,-3 0 4 0 0,0 0 1 0 0,0-1-1 0 0,-1-1 0 0 0,-21 6 0 0 0,13-6-174 0 0,0 0 0 0 0,0-2 0 0 0,-39 1 0 0 0,50-3-370 0 0,0-1 1 0 0,0 0 0 0 0,0-1-1 0 0,0 1 1 0 0,1-2 0 0 0,-1 1-1 0 0,1-2 1 0 0,-1 1 0 0 0,1-1-1 0 0,-11-7 1 0 0,-4-9-2819 0 0,14 1-2729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58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78 2288 0 0,'-10'-31'7688'0'0,"9"26"-6729"0"0,-1-1 0 0 0,0 1 1 0 0,0-1-1 0 0,0 1 0 0 0,-4-7 0 0 0,5 11-621 0 0,-3-5 1580 0 0,-18 132 1372 0 0,9-48-2766 0 0,-13 50-84 0 0,-7 34-1022 0 0,32-154 15 0 0,0 1 0 0 0,0 0 0 0 0,1 12 0 0 0,0-18 90 0 0,0 0 0 0 0,1-1 0 0 0,-1 1 0 0 0,1 0 1 0 0,0-1-1 0 0,0 1 0 0 0,0-1 0 0 0,0 1 0 0 0,0-1 0 0 0,0 0 1 0 0,1 1-1 0 0,-1-1 0 0 0,1 0 0 0 0,2 3 0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58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0 166 968 0 0,'21'-35'5580'0'0,"-12"20"-1626"0"0,15-30 1 0 0,-24 44-3893 0 0,0 1 1 0 0,0-1-1 0 0,0 1 1 0 0,0-1 0 0 0,1 1-1 0 0,-1-1 1 0 0,0 1-1 0 0,0-1 1 0 0,1 1-1 0 0,-1-1 1 0 0,0 1 0 0 0,1 0-1 0 0,-1-1 1 0 0,0 1-1 0 0,1 0 1 0 0,-1-1-1 0 0,0 1 1 0 0,1 0-1 0 0,-1-1 1 0 0,1 1 0 0 0,-1 0-1 0 0,1 0 1 0 0,6 5 1872 0 0,0 18-384 0 0,-8 30-813 0 0,-3 1-1 0 0,-18 95 1 0 0,20-130-483 0 0,2-19-253 0 0,0 0 1 0 0,0 0-1 0 0,0 0 0 0 0,0 0 1 0 0,0 0-1 0 0,0 1 1 0 0,0-1-1 0 0,0 0 0 0 0,0 0 1 0 0,0 0-1 0 0,0 0 1 0 0,1 0-1 0 0,-1 0 1 0 0,0 0-1 0 0,0 0 0 0 0,0 0 1 0 0,0 0-1 0 0,0 0 1 0 0,0 0-1 0 0,0 0 0 0 0,0 0 1 0 0,1 0-1 0 0,-1 0 1 0 0,0 0-1 0 0,0 0 1 0 0,0 0-1 0 0,0 0 0 0 0,0 0 1 0 0,0 0-1 0 0,0 0 1 0 0,0 0-1 0 0,1 0 1 0 0,-1 0-1 0 0,0 0 0 0 0,0 0 1 0 0,0 0-1 0 0,0 0 1 0 0,0 0-1 0 0,0 0 0 0 0,0 0 1 0 0,0 0-1 0 0,0 0 1 0 0,1 0-1 0 0,-1-1 1 0 0,0 1-1 0 0,0 0 0 0 0,0 0 1 0 0,0 0-1 0 0,0 0 1 0 0,0 0-1 0 0,0 0 1 0 0,0 0-1 0 0,0 0 0 0 0,0 0 1 0 0,0-1-1 0 0,0 1 1 0 0,0 0-1 0 0,0 0 0 0 0,0 0 1 0 0,0 0-1 0 0,0 0 1 0 0,0 0-1 0 0,0-1 1 0 0,18-30 103 0 0,-9 15-108 0 0,14-18 13 0 0,1 1 1 0 0,2 1-1 0 0,51-48 0 0 0,-55 60-24 0 0,1 1 0 0 0,1 1 0 0 0,1 1-1 0 0,0 1 1 0 0,51-22 0 0 0,-73 36 14 0 0,-1 1 0 0 0,1 0 1 0 0,0 0-1 0 0,0 0 0 0 0,0 0 1 0 0,0 1-1 0 0,0-1 0 0 0,0 1 1 0 0,0-1-1 0 0,0 1 0 0 0,0 0 0 0 0,0 1 1 0 0,0-1-1 0 0,0 0 0 0 0,0 1 1 0 0,0 0-1 0 0,6 1 0 0 0,-7 0 30 0 0,0 0-1 0 0,1-1 1 0 0,-1 1 0 0 0,0 0-1 0 0,0 0 1 0 0,0 0-1 0 0,0 1 1 0 0,0-1 0 0 0,-1 0-1 0 0,1 1 1 0 0,-1-1-1 0 0,1 1 1 0 0,-1-1-1 0 0,0 1 1 0 0,0 0 0 0 0,0-1-1 0 0,-1 1 1 0 0,2 5-1 0 0,0 5 104 0 0,-1 0 0 0 0,0 0 0 0 0,0 0 0 0 0,-2 0 0 0 0,1 0 0 0 0,-4 14 0 0 0,-20 79 380 0 0,11-57-339 0 0,6-15-63 0 0,-1 1 94 0 0,-17 50 0 0 0,24-85-202 0 0,1 0-1 0 0,0 1 1 0 0,0-1-1 0 0,-1 1 1 0 0,1-1 0 0 0,0 0-1 0 0,0 1 1 0 0,0-1-1 0 0,-1 1 1 0 0,1-1-1 0 0,0 0 1 0 0,0 1-1 0 0,0-1 1 0 0,0 1-1 0 0,0-1 1 0 0,0 1-1 0 0,0-1 1 0 0,0 1 0 0 0,0-1-1 0 0,0 0 1 0 0,0 1-1 0 0,0-1 1 0 0,1 1-1 0 0,-1-1 1 0 0,0 1-1 0 0,0-1 1 0 0,0 0-1 0 0,0 1 1 0 0,1-1-1 0 0,-1 1 1 0 0,0-1 0 0 0,0 0-1 0 0,1 1 1 0 0,-1-1-1 0 0,0 0 1 0 0,1 0-1 0 0,-1 1 1 0 0,0-1-1 0 0,1 0 1 0 0,-1 1-1 0 0,1-1 1 0 0,-1 0-1 0 0,0 0 1 0 0,1 0 0 0 0,-1 0-1 0 0,1 1 1 0 0,-1-1-1 0 0,1 0 1 0 0,-1 0-1 0 0,0 0 1 0 0,1 0-1 0 0,-1 0 1 0 0,1 0-1 0 0,-1 0 1 0 0,1 0-1 0 0,22-5-88 0 0,-15 0-238 0 0,1 0 1 0 0,-1 0-1 0 0,0 0 1 0 0,0-1-1 0 0,-1-1 1 0 0,0 1-1 0 0,10-12 1 0 0,40-56-2824 0 0,-44 55 2229 0 0,37-60-3245 0 0,-21 24-1452 0 0,-12 18-506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7:58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2 2764 0 0,'-92'-1'4952'0'0,"-130"5"1671"0"0,204 2-6221 0 0,17-6-402 0 0,1 0 0 0 0,0 0 1 0 0,-1 1-1 0 0,1-1 0 0 0,0 0 1 0 0,-1 0-1 0 0,1 0 0 0 0,0 1 1 0 0,0-1-1 0 0,-1 0 0 0 0,1 0 1 0 0,0 1-1 0 0,0-1 0 0 0,0 0 1 0 0,-1 0-1 0 0,1 1 1 0 0,0-1-1 0 0,0 0 0 0 0,0 1 1 0 0,0-1-1 0 0,-1 0 0 0 0,1 1 1 0 0,0-1-1 0 0,0 0 0 0 0,0 1 1 0 0,0-1-1 0 0,0 0 0 0 0,0 1 1 0 0,0-1-1 0 0,0 0 0 0 0,0 1 1 0 0,0-1-1 0 0,0 0 0 0 0,0 1 1 0 0,0-1-1 0 0,1 0 0 0 0,-1 1 1 0 0,0-1-1 0 0,0 0 0 0 0,0 1 1 0 0,0-1-1 0 0,1 0 0 0 0,-1 1 1 0 0,0-1-1 0 0,0 0 0 0 0,0 0 1 0 0,1 1-1 0 0,-1-1 1 0 0,0 0-1 0 0,1 0 0 0 0,-1 0 1 0 0,0 1-1 0 0,1-1 0 0 0,13 12-720 0 0,6-2-2522 0 0,29 10 0 0 0,-19-8-1909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00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1068 1304 0 0,'-18'13'1452'0'0,"1"1"0"0"0,0 1 0 0 0,1 1 0 0 0,1 0 0 0 0,1 1 0 0 0,-16 23 0 0 0,30-40-1404 0 0,0 1 0 0 0,-1-1 1 0 0,1 0-1 0 0,0 1 0 0 0,-1-1 1 0 0,1 1-1 0 0,0-1 1 0 0,-1 1-1 0 0,1-1 0 0 0,0 1 1 0 0,0-1-1 0 0,0 0 0 0 0,0 1 1 0 0,0 0-1 0 0,-1-1 0 0 0,1 1 1 0 0,0-1-1 0 0,0 1 0 0 0,0-1 1 0 0,0 1-1 0 0,0-1 0 0 0,0 1 1 0 0,1-1-1 0 0,-1 1 1 0 0,0-1-1 0 0,0 1 0 0 0,0-1 1 0 0,0 1-1 0 0,1-1 0 0 0,-1 0 1 0 0,0 1-1 0 0,0-1 0 0 0,1 1 1 0 0,-1-1-1 0 0,0 1 0 0 0,1-1 1 0 0,-1 0-1 0 0,0 1 0 0 0,1-1 1 0 0,-1 0-1 0 0,1 1 1 0 0,-1-1-1 0 0,1 0 0 0 0,-1 0 1 0 0,0 1-1 0 0,1-1 0 0 0,-1 0 1 0 0,1 0-1 0 0,-1 0 0 0 0,1 0 1 0 0,-1 0-1 0 0,1 0 0 0 0,-1 1 1 0 0,1-1-1 0 0,-1 0 0 0 0,1 0 1 0 0,0-1-1 0 0,27-1 726 0 0,-3-9-594 0 0,0-1 0 0 0,-2-1 0 0 0,1-1 0 0 0,-2-1 0 0 0,0-1 0 0 0,0-1 0 0 0,-2 0 0 0 0,0-2 0 0 0,19-23 0 0 0,-3-2-124 0 0,-2-2-1 0 0,-1-1 0 0 0,33-66 1 0 0,-32 45-44 0 0,-3-1 1 0 0,-2-1 0 0 0,-4-2 0 0 0,-3-1-1 0 0,-3 0 1 0 0,-4-1 0 0 0,10-114 0 0 0,-21 154-12 0 0,-2 23-42 0 0,-1-1 1 0 0,0 0 0 0 0,-2-21 0 0 0,0 31-4 0 0,-26 49-26 0 0,-34 121 782 0 0,-52 227 0 0 0,112-389-703 0 0,-8 32 64 0 0,-4 52 0 0 0,12-80-52 0 0,1 0 0 0 0,0 0 1 0 0,0 0-1 0 0,1 1 0 0 0,0-1 1 0 0,1 0-1 0 0,0 0 0 0 0,0-1 0 0 0,1 1 1 0 0,7 14-1 0 0,-8-20-7 0 0,0 0 0 0 0,0 0 0 0 0,1-1 0 0 0,0 1 0 0 0,0-1 0 0 0,0 1-1 0 0,0-1 1 0 0,0 0 0 0 0,1 0 0 0 0,-1 0 0 0 0,1-1 0 0 0,0 1 0 0 0,0-1 0 0 0,0 0 0 0 0,7 3 0 0 0,-4-3-23 0 0,0-1 0 0 0,-1 1 1 0 0,1-1-1 0 0,0 0 1 0 0,0-1-1 0 0,0 0 1 0 0,0 0-1 0 0,0 0 0 0 0,10-3 1 0 0,-1 0-151 0 0,1-2 0 0 0,-1 0 0 0 0,1-1 0 0 0,-2-1 1 0 0,1 0-1 0 0,-1-1 0 0 0,21-14 0 0 0,-5-1-310 0 0,-1-2-1 0 0,-1-1 1 0 0,-2-1-1 0 0,-1-1 1 0 0,-1-2 0 0 0,-1 0-1 0 0,23-40 1 0 0,-14 15 263 0 0,-3-3 1 0 0,-2 0 0 0 0,29-91 0 0 0,-44 103 854 0 0,-10 32-294 0 0,0 1 0 0 0,11-26 0 0 0,-10 29-203 0 0,-8 11-53 0 0,-9 17 16 0 0,-34 101 1037 0 0,-52 206 0 0 0,64-143-833 0 0,26-126-131 0 0,9-54-171 0 0,0-1-1 0 0,0 1 1 0 0,0 0-1 0 0,0-1 1 0 0,0 1-1 0 0,1-1 1 0 0,-1 1 0 0 0,0-1-1 0 0,1 1 1 0 0,0-1-1 0 0,1 3 1 0 0,-2-3-20 0 0,1 1 62 0 0,0-2-50 0 0,0 1 0 0 0,0-1 0 0 0,0 0 0 0 0,0 0 0 0 0,1 0 0 0 0,-1 0 0 0 0,0 0 0 0 0,0 0 0 0 0,0 0 0 0 0,0 0 1 0 0,0 0-1 0 0,0 0 0 0 0,2-1 0 0 0,14-11 14 0 0,-1-1 0 0 0,0 0 0 0 0,-1-1 1 0 0,0-1-1 0 0,19-25 0 0 0,-8 10-5 0 0,69-69 10 0 0,-78 85-49 0 0,-1 0 0 0 0,2 1 0 0 0,0 0-1 0 0,25-12 1 0 0,-41 24 17 0 0,-1 0 0 0 0,1 0 0 0 0,0 0 1 0 0,0 0-1 0 0,0 1 0 0 0,0-1 0 0 0,0 0 0 0 0,0 1 0 0 0,0 0 1 0 0,0-1-1 0 0,0 1 0 0 0,0 0 0 0 0,0 0 0 0 0,0 0 0 0 0,1 0 0 0 0,-1 1 1 0 0,0-1-1 0 0,0 1 0 0 0,0-1 0 0 0,3 2 0 0 0,-2 0-1 0 0,-1-1-1 0 0,0 1 1 0 0,-1 0 0 0 0,1 0-1 0 0,0-1 1 0 0,0 1-1 0 0,-1 0 1 0 0,1 1 0 0 0,-1-1-1 0 0,0 0 1 0 0,1 0-1 0 0,-1 1 1 0 0,0-1 0 0 0,1 4-1 0 0,1 8-4 0 0,0-1 1 0 0,-1 1-1 0 0,0-1 0 0 0,-1 28 0 0 0,-1-10 33 0 0,-1-15-8 0 0,0 0 1 0 0,2 0-1 0 0,-1 0 0 0 0,2 0 0 0 0,1-1 1 0 0,0 1-1 0 0,7 23 0 0 0,-8-36-4 0 0,0 1 0 0 0,-1-1 1 0 0,1 0-1 0 0,0 0 0 0 0,1 0 0 0 0,-1 0 1 0 0,0 0-1 0 0,1 0 0 0 0,0 0 0 0 0,-1-1 0 0 0,1 0 1 0 0,0 1-1 0 0,1-1 0 0 0,-1 0 0 0 0,0 0 0 0 0,0-1 1 0 0,1 1-1 0 0,-1-1 0 0 0,1 0 0 0 0,-1 0 1 0 0,1 0-1 0 0,0 0 0 0 0,0 0 0 0 0,-1-1 0 0 0,1 0 1 0 0,0 0-1 0 0,7 0 0 0 0,-3-1 2 0 0,0 0-1 0 0,0-1 1 0 0,0 0 0 0 0,0 0-1 0 0,-1-1 1 0 0,1 0 0 0 0,-1 0-1 0 0,1-1 1 0 0,-1 0 0 0 0,0 0-1 0 0,11-9 1 0 0,-8 3-5 0 0,0 0-1 0 0,0 0 1 0 0,-1-1-1 0 0,0 0 1 0 0,-1-1-1 0 0,0 1 1 0 0,-1-2-1 0 0,-1 1 1 0 0,7-18-1 0 0,2-12 42 0 0,14-70 1 0 0,-25 95-31 0 0,-3 13-26 0 0,0 3 3 0 0,-1 0 0 0 0,0 0 0 0 0,1 0 1 0 0,-1 0-1 0 0,0 0 0 0 0,0 0 0 0 0,1 0 0 0 0,-1 0 0 0 0,0 0 0 0 0,0 0 0 0 0,0 0 0 0 0,0 0 0 0 0,0 0 0 0 0,-1 0 1 0 0,1 0-1 0 0,0 0 0 0 0,0 1 0 0 0,0-1 0 0 0,-1 0 0 0 0,1 0 0 0 0,-1 0 0 0 0,1 0 0 0 0,-1 0 0 0 0,1 0 1 0 0,-1 0-1 0 0,-1-1 0 0 0,1 3 1 0 0,0-1 1 0 0,0 0 0 0 0,0 1-1 0 0,0-1 1 0 0,0 0-1 0 0,0 1 1 0 0,0 0 0 0 0,0-1-1 0 0,0 1 1 0 0,0 0-1 0 0,0-1 1 0 0,0 1 0 0 0,1 0-1 0 0,-1 0 1 0 0,0 0-1 0 0,0 0 1 0 0,1-1 0 0 0,-1 1-1 0 0,0 2 1 0 0,-6 8 9 0 0,0 0 0 0 0,1 0 1 0 0,1 1-1 0 0,0 0 1 0 0,0 0-1 0 0,1 0 0 0 0,1 0 1 0 0,0 1-1 0 0,0-1 0 0 0,2 1 1 0 0,-1 0-1 0 0,2 0 1 0 0,0 0-1 0 0,0-1 0 0 0,3 16 1 0 0,-2-24 1 0 0,0 0 0 0 0,0 0 0 0 0,1 0 0 0 0,-1-1 1 0 0,1 1-1 0 0,0 0 0 0 0,0 0 0 0 0,1-1 0 0 0,-1 0 0 0 0,1 1 1 0 0,-1-1-1 0 0,1 0 0 0 0,4 3 0 0 0,-1-1 19 0 0,0-1 0 0 0,1 0 0 0 0,-1 0 0 0 0,1 0 0 0 0,-1-1 0 0 0,15 5 0 0 0,-5-4-232 0 0,0 0 0 0 0,0-1 0 0 0,0-1 0 0 0,0 0 0 0 0,0-1 0 0 0,20-2 0 0 0,-23 0-505 0 0,-1-1 1 0 0,0 0-1 0 0,0 0 0 0 0,19-8 0 0 0,-21 6-845 0 0,0 0 1 0 0,0-1-1 0 0,9-6 0 0 0,5-4-4081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00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465 0 1628 0 0,'-93'4'3461'0'0,"-277"21"5833"0"0,368-25-8692 0 0,295-2-1843 0 0,-167-3-1347 0 0,-52 3-988 0 0,1-3-1600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01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251 955 1364 0 0,'-243'57'11676'0'0,"240"-56"-11291"0"0,2-2-373 0 0,1 1 0 0 0,0 0 1 0 0,0 0-1 0 0,0 0 0 0 0,-1 0 1 0 0,1 0-1 0 0,0 0 1 0 0,0 0-1 0 0,0-1 0 0 0,-1 1 1 0 0,1 0-1 0 0,0 0 0 0 0,0 0 1 0 0,0 0-1 0 0,0-1 1 0 0,-1 1-1 0 0,1 0 0 0 0,0 0 1 0 0,0 0-1 0 0,0-1 0 0 0,0 1 1 0 0,0 0-1 0 0,0 0 1 0 0,0-1-1 0 0,0 1 0 0 0,-1 0 1 0 0,1 0-1 0 0,0-1 0 0 0,0 1 1 0 0,0 0-1 0 0,0 0 1 0 0,0-1-1 0 0,0 1 0 0 0,1 0 1 0 0,-1 0-1 0 0,0 0 0 0 0,0-1 1 0 0,0 1-1 0 0,0 0 1 0 0,0 0-1 0 0,0-1 0 0 0,0 1 1 0 0,0 0-1 0 0,1 0 1 0 0,-1 0-1 0 0,0-1 0 0 0,0 1 1 0 0,0 0-1 0 0,0 0 0 0 0,1 0 1 0 0,-1 0-1 0 0,0-1 1 0 0,0 1-1 0 0,0 0 0 0 0,1 0 1 0 0,-1 0-1 0 0,0 0 0 0 0,1 0 1 0 0,13-12 156 0 0,-14 12-150 0 0,101-64 423 0 0,21-15-271 0 0,-95 59-146 0 0,-1-2 0 0 0,-2-1 0 0 0,0 0 0 0 0,-1-2 0 0 0,-2-1 0 0 0,0 0 0 0 0,-2-2 0 0 0,-1 0 0 0 0,-1-1 0 0 0,-2-1 0 0 0,-1-1 0 0 0,-1 0 0 0 0,-1 0 0 0 0,7-36 0 0 0,-5-5 206 0 0,-2-1 0 0 0,-4 0 0 0 0,-2-110 0 0 0,-6 178-181 0 0,-2 4-22 0 0,-5 13-15 0 0,-3 20-5 0 0,-58 360 1622 0 0,4-17-304 0 0,31-198-886 0 0,-91 394 328 0 0,36-327-245 0 0,87-242-499 0 0,0 0 0 0 0,0 1 0 0 0,-1-1 0 0 0,1 0 1 0 0,-1 0-1 0 0,0 0 0 0 0,1 0 0 0 0,-1 0 0 0 0,0 0 1 0 0,0-1-1 0 0,0 1 0 0 0,-4 1 0 0 0,4-2-1 0 0,-15-7 42 0 0,15 2-93 0 0,-1 0 1 0 0,1 1-1 0 0,-1-1 0 0 0,1 0 0 0 0,0 0 0 0 0,1 0 1 0 0,-1 0-1 0 0,1-1 0 0 0,-1 1 0 0 0,1 0 0 0 0,1-1 1 0 0,-1 1-1 0 0,0-8 0 0 0,1-11-210 0 0,2-32 0 0 0,-1 31 174 0 0,2-11 32 0 0,1 1 1 0 0,2 0-1 0 0,1-1 1 0 0,2 2-1 0 0,1-1 0 0 0,1 2 1 0 0,2-1-1 0 0,2 2 1 0 0,0-1-1 0 0,2 2 1 0 0,2 1-1 0 0,0 0 1 0 0,42-46-1 0 0,-28 40 17 0 0,2 1-1 0 0,2 2 1 0 0,0 1 0 0 0,2 2-1 0 0,2 2 1 0 0,0 1 0 0 0,2 2-1 0 0,0 2 1 0 0,60-20-1 0 0,-89 36 2 0 0,-9 3 10 0 0,0 1 0 0 0,0 1 0 0 0,0-1 0 0 0,0 1 0 0 0,0 0 0 0 0,0 0 0 0 0,0 0 0 0 0,0 1 0 0 0,0 0 0 0 0,7 0 0 0 0,-7 0 7 0 0,0 0 1 0 0,0 1-1 0 0,0-1 1 0 0,0 1-1 0 0,0 0 0 0 0,0 1 1 0 0,-1-1-1 0 0,1 1 1 0 0,0 0-1 0 0,-1 0 1 0 0,6 3-1 0 0,-8-3 1 0 0,-1-1-1 0 0,1 0 1 0 0,-1 0-1 0 0,1 1 1 0 0,-1-1-1 0 0,0 0 1 0 0,0 1-1 0 0,1-1 1 0 0,-1 1-1 0 0,0 0 1 0 0,-1-1-1 0 0,1 1 1 0 0,0 0-1 0 0,0 0 1 0 0,-1-1-1 0 0,1 1 1 0 0,-1 0-1 0 0,1 0 1 0 0,-1 0-1 0 0,0 0 1 0 0,0 0-1 0 0,0 0 1 0 0,0 0 0 0 0,0 0-1 0 0,0 0 1 0 0,0-1-1 0 0,-1 1 1 0 0,1 0-1 0 0,-1 0 1 0 0,1 0-1 0 0,-1 0 1 0 0,-1 2-1 0 0,-2 5 23 0 0,-1 0-1 0 0,0 0 0 0 0,0 0 1 0 0,-1 0-1 0 0,0-1 1 0 0,-1 0-1 0 0,0 0 0 0 0,0-1 1 0 0,-1 0-1 0 0,0 0 0 0 0,0 0 1 0 0,-15 8-1 0 0,4-4-377 0 0,-1-2 0 0 0,-1 0 1 0 0,1-1-1 0 0,-43 10 0 0 0,60-17-88 0 0,-2 1-275 0 0,-1-1 1 0 0,0 0 0 0 0,0 0 0 0 0,0 0 0 0 0,-6 0 0 0 0,-7-5-6118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02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3008 0 0,'2'-7'1315'0'0,"1"1"-1"0"0,0 0 1 0 0,0 0-1 0 0,1 0 1 0 0,0 0-1 0 0,7-9 1 0 0,-9 13-1179 0 0,0 0 0 0 0,1 1 0 0 0,-1-1 0 0 0,1 0 1 0 0,-1 1-1 0 0,1 0 0 0 0,0-1 0 0 0,-1 1 0 0 0,1 0 0 0 0,0 0 1 0 0,0 1-1 0 0,0-1 0 0 0,0 1 0 0 0,0-1 0 0 0,0 1 0 0 0,5 0 1 0 0,1 1-21 0 0,0 0 1 0 0,0 0 0 0 0,-1 0-1 0 0,1 1 1 0 0,-1 1 0 0 0,1 0-1 0 0,-1 0 1 0 0,0 0 0 0 0,14 8 0 0 0,-8-2-31 0 0,0 1 1 0 0,0 0-1 0 0,-1 0 1 0 0,12 14-1 0 0,-18-18-12 0 0,-1 1 0 0 0,-1 1 0 0 0,1-1 0 0 0,-1 1 0 0 0,0-1 0 0 0,-1 1 0 0 0,0 1 0 0 0,0-1 0 0 0,-1 1 0 0 0,0-1 0 0 0,0 1 0 0 0,1 12 0 0 0,-3-14-29 0 0,0 0 0 0 0,-1 0 1 0 0,0 0-1 0 0,0 0 1 0 0,0 0-1 0 0,-1 0 1 0 0,0 0-1 0 0,0 0 0 0 0,-1 0 1 0 0,0-1-1 0 0,0 1 1 0 0,-1-1-1 0 0,0 1 0 0 0,0-1 1 0 0,0 0-1 0 0,-7 9 1 0 0,-11 16 320 0 0,21-36-340 0 0,-1 5-26 0 0,1-1 1 0 0,0 1-1 0 0,0 0 0 0 0,-1-1 1 0 0,1 1-1 0 0,0-1 0 0 0,0 1 1 0 0,0-1-1 0 0,-1 1 0 0 0,1-1 1 0 0,0 1-1 0 0,0-1 0 0 0,0 1 1 0 0,0-1-1 0 0,0 1 0 0 0,0-1 1 0 0,0 1-1 0 0,0 0 0 0 0,0-1 1 0 0,0 1-1 0 0,1-1 0 0 0,-1 0 1 0 0,12-27 6 0 0,1 0 1 0 0,18-29 0 0 0,-23 44-26 0 0,1 1 1 0 0,1-1-1 0 0,0 1 0 0 0,0 1 1 0 0,1 0-1 0 0,16-13 1 0 0,-23 21 9 0 0,0 1 0 0 0,0-1 1 0 0,0 1-1 0 0,0 0 0 0 0,0 0 1 0 0,1 0-1 0 0,-1 1 1 0 0,1-1-1 0 0,-1 1 0 0 0,1 0 1 0 0,-1 1-1 0 0,1-1 0 0 0,0 1 1 0 0,-1 0-1 0 0,1 0 0 0 0,0 0 1 0 0,-1 0-1 0 0,6 2 0 0 0,4 2 5 0 0,1 0 1 0 0,-1 2-1 0 0,0-1 0 0 0,16 10 0 0 0,-29-14 3 0 0,25 11 17 0 0,0-1-1 0 0,0-1 1 0 0,49 11-1 0 0,-60-17 4 0 0,0-2-1 0 0,1 0 0 0 0,0-1 0 0 0,0 0 1 0 0,-1-1-1 0 0,1-1 0 0 0,0 0 0 0 0,19-5 1 0 0,-29 4-16 0 0,0 0 0 0 0,0-1 0 0 0,0 1 0 0 0,-1-1 0 0 0,1-1 1 0 0,-1 1-1 0 0,1-1 0 0 0,-1 0 0 0 0,0 0 0 0 0,-1 0 0 0 0,1-1 1 0 0,-1 0-1 0 0,0 1 0 0 0,7-11 0 0 0,-4 3 0 0 0,0 0 0 0 0,0-1 0 0 0,-1 0 0 0 0,-1 0 0 0 0,6-21 0 0 0,-10 31-10 0 0,0 0 0 0 0,-1 0-1 0 0,1-1 1 0 0,-1 1 0 0 0,0 0 0 0 0,0 0 0 0 0,0-5 0 0 0,0 7 3 0 0,-1 0 0 0 0,1 0 1 0 0,0 0-1 0 0,0 1 0 0 0,-1-1 0 0 0,1 0 0 0 0,0 0 0 0 0,-1 1 1 0 0,1-1-1 0 0,-1 0 0 0 0,1 1 0 0 0,-1-1 0 0 0,1 0 0 0 0,-1 1 1 0 0,0-1-1 0 0,1 1 0 0 0,-1-1 0 0 0,0 1 0 0 0,1-1 0 0 0,-1 1 1 0 0,0-1-1 0 0,0 1 0 0 0,1 0 0 0 0,-1-1 0 0 0,0 1 0 0 0,0 0 1 0 0,0 0-1 0 0,1 0 0 0 0,-1 0 0 0 0,0-1 0 0 0,0 1 0 0 0,0 0 1 0 0,0 0-1 0 0,1 1 0 0 0,-1-1 0 0 0,0 0 0 0 0,0 0 0 0 0,0 0 1 0 0,0 1-1 0 0,-7 1-8 0 0,0 1 0 0 0,0-1 0 0 0,0 2 0 0 0,1-1 0 0 0,-1 1 0 0 0,1 0 1 0 0,0 1-1 0 0,0 0 0 0 0,-11 10 0 0 0,-3 4 3 0 0,-30 36-1 0 0,40-42 8 0 0,0 1 0 0 0,-9 16 1 0 0,18-26 10 0 0,-1-1 0 0 0,2 1 0 0 0,-1-1 0 0 0,0 1 0 0 0,1 0 1 0 0,0 0-1 0 0,-1 0 0 0 0,2 0 0 0 0,-1 0 0 0 0,0 0 0 0 0,1 0 1 0 0,0 0-1 0 0,0 0 0 0 0,0 0 0 0 0,1 5 0 0 0,0-6 1 0 0,0-1-1 0 0,0 1 0 0 0,0-1 0 0 0,1 0 1 0 0,-1 1-1 0 0,1-1 0 0 0,-1 0 1 0 0,1 0-1 0 0,0 0 0 0 0,0 0 0 0 0,0 0 1 0 0,0-1-1 0 0,0 1 0 0 0,1 0 0 0 0,-1-1 1 0 0,0 0-1 0 0,1 0 0 0 0,-1 1 0 0 0,6 0 1 0 0,5 3 15 0 0,0-2 0 0 0,22 4 0 0 0,-27-5-15 0 0,34 5 44 0 0,1-2 0 0 0,60-1 1 0 0,-79-5-941 0 0,1 0 1 0 0,-1-2 0 0 0,0-1 0 0 0,0 0 0 0 0,40-15 0 0 0,-59 17-381 0 0,0-1 0 0 0,1 0 0 0 0,-1 0 0 0 0,9-7 0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04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57 1204 0 0,'72'-40'10320'0'0,"-71"39"-9908"0"0,2-4 211 0 0,-3 5-602 0 0,0 0 0 0 0,0-1 1 0 0,0 1-1 0 0,1 0 0 0 0,-1 0 0 0 0,0-1 0 0 0,0 1 1 0 0,0 0-1 0 0,0 0 0 0 0,0-1 0 0 0,1 1 0 0 0,-1 0 1 0 0,0-1-1 0 0,0 1 0 0 0,0 0 0 0 0,0-1 0 0 0,0 1 1 0 0,0 0-1 0 0,0 0 0 0 0,0-1 0 0 0,0 1 1 0 0,0 0-1 0 0,0-1 0 0 0,0 1 0 0 0,0 0 0 0 0,0-1 1 0 0,-1 1-1 0 0,1 0 0 0 0,0-1 0 0 0,0 0 63 0 0,-3 1-33 0 0,-9 1-31 0 0,1 1 1 0 0,0 0-1 0 0,-1 0 0 0 0,1 1 1 0 0,1 1-1 0 0,-1 0 0 0 0,0 0 1 0 0,1 1-1 0 0,0 0 0 0 0,-11 8 1 0 0,-11 8 61 0 0,-51 45 1 0 0,66-51-66 0 0,1 1 0 0 0,1 0 0 0 0,-23 31 0 0 0,34-42-6 0 0,0 1 0 0 0,0 0 0 0 0,0 0 0 0 0,1 1 0 0 0,0-1 0 0 0,1 1 0 0 0,-1 0 0 0 0,1-1 0 0 0,1 1 0 0 0,-1 0 0 0 0,1 0 0 0 0,0 0 0 0 0,1 1 0 0 0,-1-1 0 0 0,3 12 0 0 0,-1-14-19 0 0,1 0 0 0 0,-1 0 0 0 0,2-1 0 0 0,-1 1 0 0 0,0-1 0 0 0,1 0 0 0 0,0 0 0 0 0,0 0 0 0 0,0 0 0 0 0,0 0 0 0 0,1 0 0 0 0,-1-1 0 0 0,1 0 0 0 0,0 0 0 0 0,0 0 0 0 0,0 0-1 0 0,1 0 1 0 0,-1-1 0 0 0,0 0 0 0 0,8 3 0 0 0,4 1-398 0 0,-1-1-1 0 0,1 0 1 0 0,0-1-1 0 0,32 4 1 0 0,-31-7-413 0 0,0 0 0 0 0,1 0 0 0 0,-1-2 0 0 0,0 0 0 0 0,0-1 0 0 0,0-1 0 0 0,0-1 0 0 0,29-9 0 0 0,-20 2-1168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05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62 606 764 0 0,'7'-17'3908'0'0,"-2"0"1"0"0,7-32-1 0 0,-12 47-3705 0 0,0 2-192 0 0,0-1 0 0 0,0 1 0 0 0,0 0 0 0 0,0-1 0 0 0,0 1 0 0 0,0 0 0 0 0,1-1 0 0 0,-1 1 1 0 0,0 0-1 0 0,0-1 0 0 0,0 1 0 0 0,0 0 0 0 0,0-1 0 0 0,1 1 0 0 0,-1 0 0 0 0,0-1 0 0 0,0 1 0 0 0,1 0 0 0 0,-1 0 0 0 0,0-1 1 0 0,0 1-1 0 0,1 0 0 0 0,-1 0 0 0 0,0 0 0 0 0,1-1 0 0 0,-1 1 0 0 0,0 0 0 0 0,1 0 0 0 0,100 21 512 0 0,-98-20-464 0 0,1-2-26 0 0,35-7 126 0 0,-33 6-131 0 0,-4 1-21 0 0,0 0 1 0 0,-1 0-1 0 0,1-1 1 0 0,0 1 0 0 0,-1 0-1 0 0,1-1 1 0 0,0 1-1 0 0,-1 0 1 0 0,0-1 0 0 0,1 0-1 0 0,-1 1 1 0 0,0-1-1 0 0,0 0 1 0 0,0 0-1 0 0,0 0 1 0 0,0 0 0 0 0,0 0-1 0 0,-1 0 1 0 0,1 0-1 0 0,0-4 1 0 0,1-2 46 0 0,-1-1 0 0 0,0 0 1 0 0,-1-11-1 0 0,0 18-45 0 0,0 0-5 0 0,0 0 0 0 0,0-1 0 0 0,0 1 1 0 0,0-1-1 0 0,0 1 0 0 0,0-1 0 0 0,-1 1 0 0 0,0 0 1 0 0,1-1-1 0 0,-1 1 0 0 0,0 0 0 0 0,0 0 0 0 0,0 0 0 0 0,0-1 1 0 0,0 1-1 0 0,-1 0 0 0 0,1 0 0 0 0,-1 0 0 0 0,1 1 0 0 0,-1-1 1 0 0,0 0-1 0 0,0 1 0 0 0,1-1 0 0 0,-1 1 0 0 0,-3-2 0 0 0,1 2-13 0 0,1 0-1 0 0,-1 0 0 0 0,1 0 0 0 0,0 1 0 0 0,-1-1 1 0 0,1 1-1 0 0,-1 0 0 0 0,1 0 0 0 0,-1 1 0 0 0,1-1 1 0 0,-1 1-1 0 0,1 0 0 0 0,-1-1 0 0 0,1 2 0 0 0,0-1 1 0 0,0 0-1 0 0,-5 3 0 0 0,-6 3-2 0 0,1 0 1 0 0,-1 1-1 0 0,2 1 1 0 0,-1 0-1 0 0,1 0 0 0 0,1 1 1 0 0,0 1-1 0 0,0 0 1 0 0,1 1-1 0 0,0 0 0 0 0,1 0 1 0 0,0 1-1 0 0,1 0 1 0 0,-8 20-1 0 0,14-29 9 0 0,1-1 0 0 0,-1 1 0 0 0,1 0 0 0 0,0 0 0 0 0,1 0 0 0 0,-1-1 0 0 0,0 1 0 0 0,1 0 0 0 0,0 0 0 0 0,0 0 0 0 0,0 0 0 0 0,1 0 0 0 0,0 0 0 0 0,-1 0-1 0 0,1 0 1 0 0,0 0 0 0 0,1-1 0 0 0,-1 1 0 0 0,1 0 0 0 0,-1-1 0 0 0,1 1 0 0 0,0-1 0 0 0,1 0 0 0 0,-1 1 0 0 0,0-1 0 0 0,1 0 0 0 0,3 3 0 0 0,2 0-136 0 0,1 1-1 0 0,0-1 1 0 0,0-1 0 0 0,0 1-1 0 0,1-2 1 0 0,0 1 0 0 0,0-1-1 0 0,20 5 1 0 0,-6-4-316 0 0,0 0-1 0 0,1-2 0 0 0,-1-1 1 0 0,1 0-1 0 0,-1-2 0 0 0,1-1 1 0 0,0-1-1 0 0,-1-1 0 0 0,0-1 1 0 0,0-1-1 0 0,33-12 1 0 0,-30 7 144 0 0,-1 0 0 0 0,-1-2 1 0 0,47-29-1 0 0,-51 27 735 0 0,-2-1 0 0 0,0-1 0 0 0,0-1 0 0 0,25-30 0 0 0,-37 39-51 0 0,-1 0-1 0 0,-1-1 1 0 0,1 0 0 0 0,-1 0 0 0 0,-1 0 0 0 0,0 0 0 0 0,0-1 0 0 0,3-13-1 0 0,-7 23-357 0 0,0-1-1 0 0,0 1 1 0 0,0-1-1 0 0,0 1 1 0 0,0-1-1 0 0,0 1 1 0 0,0 0 0 0 0,0-1-1 0 0,0 1 1 0 0,0-1-1 0 0,0 1 1 0 0,-1-1-1 0 0,1 1 1 0 0,0-1-1 0 0,0 1 1 0 0,0 0-1 0 0,-1-1 1 0 0,1 1-1 0 0,0 0 1 0 0,0-1-1 0 0,-1 1 1 0 0,1 0-1 0 0,0-1 1 0 0,-1 1-1 0 0,1 0 1 0 0,0-1-1 0 0,-1 1 1 0 0,1 0-1 0 0,-1 0 1 0 0,1-1-1 0 0,0 1 1 0 0,-1 0-1 0 0,1 0 1 0 0,-1 0 0 0 0,1 0-1 0 0,-1 0 1 0 0,1 0-1 0 0,0 0 1 0 0,-1 0-1 0 0,1 0 1 0 0,-1 0-1 0 0,1 0 1 0 0,-1 0-1 0 0,1 0 1 0 0,-1 0-1 0 0,1 0 1 0 0,-1 0-1 0 0,1 0 1 0 0,-22 5 487 0 0,4 3-153 0 0,-1 1 1 0 0,1 2-1 0 0,1-1 0 0 0,0 2 1 0 0,-29 25-1 0 0,24-19-140 0 0,1 0 36 0 0,-38 39 0 0 0,51-48-194 0 0,0 0 0 0 0,1 1-1 0 0,0 0 1 0 0,1 0 0 0 0,0 1-1 0 0,-9 21 1 0 0,15-31-42 0 0,0 0-1 0 0,0 0 1 0 0,0 1 0 0 0,0-1 0 0 0,0 0-1 0 0,0 0 1 0 0,1 1 0 0 0,-1-1-1 0 0,0 0 1 0 0,0 0 0 0 0,1 1-1 0 0,-1-1 1 0 0,1 0 0 0 0,-1 0-1 0 0,1 0 1 0 0,0 0 0 0 0,-1 0-1 0 0,1 0 1 0 0,0 0 0 0 0,0 0-1 0 0,0 0 1 0 0,0 0 0 0 0,-1 0 0 0 0,1-1-1 0 0,0 1 1 0 0,1 0 0 0 0,-1-1-1 0 0,0 1 1 0 0,0 0 0 0 0,0-1-1 0 0,0 0 1 0 0,0 1 0 0 0,1-1-1 0 0,-1 0 1 0 0,0 1 0 0 0,0-1-1 0 0,0 0 1 0 0,3 0 0 0 0,7-3 8 0 0,0-1 1 0 0,0 0 0 0 0,0 0-1 0 0,-1-1 1 0 0,1 0-1 0 0,-1-1 1 0 0,-1-1 0 0 0,1 1-1 0 0,-1-1 1 0 0,0-1-1 0 0,9-9 1 0 0,14-17-204 0 0,39-53 1 0 0,-23 22-187 0 0,59-110 1 0 0,21-82 752 0 0,-114 225-387 0 0,-13 30-4 0 0,-8 9-8 0 0,-9 17 58 0 0,0 2 0 0 0,2-1 0 0 0,-21 52 0 0 0,26-58-27 0 0,-11 28 16 0 0,2 0-1 0 0,-19 75 1 0 0,33-103-13 0 0,1 0 0 0 0,0 0 0 0 0,1-1 1 0 0,1 1-1 0 0,1 0 0 0 0,1 0 1 0 0,0 0-1 0 0,1 0 0 0 0,10 37 1 0 0,-9-48-3 0 0,0-1 1 0 0,0 0-1 0 0,1 1 0 0 0,0-1 1 0 0,0 0-1 0 0,1-1 1 0 0,7 9-1 0 0,-9-11-6 0 0,0-1 0 0 0,0 0 0 0 0,0 0 1 0 0,1 0-1 0 0,-1 0 0 0 0,1-1 0 0 0,0 1 0 0 0,0-1 0 0 0,0 0 0 0 0,0 0 1 0 0,0 0-1 0 0,0-1 0 0 0,0 0 0 0 0,6 2 0 0 0,-6-3-4 0 0,0 0-1 0 0,0 0 1 0 0,0 0 0 0 0,-1-1-1 0 0,1 0 1 0 0,0 1 0 0 0,0-1-1 0 0,0 0 1 0 0,-1-1-1 0 0,1 1 1 0 0,0-1 0 0 0,-1 1-1 0 0,1-1 1 0 0,-1 0 0 0 0,0-1-1 0 0,5-3 1 0 0,2-3 1 0 0,1-1 0 0 0,17-22 0 0 0,-25 28-3 0 0,17-24 240 0 0,-1 0-1 0 0,29-61 1 0 0,-12 22 1027 0 0,-35 65-1204 0 0,-8 23-23 0 0,-43 100 124 0 0,45-104-135 0 0,0 0 0 0 0,0 1 0 0 0,2 0 0 0 0,0-1 0 0 0,0 23 0 0 0,3-34-120 0 0,1-1 1 0 0,0 1 0 0 0,0-1 0 0 0,0 0-1 0 0,1 1 1 0 0,0-1 0 0 0,0 0-1 0 0,0 0 1 0 0,5 9 0 0 0,-5-12-154 0 0,-1 0 0 0 0,0 0 0 0 0,0-1 0 0 0,1 1 1 0 0,-1-1-1 0 0,1 1 0 0 0,-1-1 0 0 0,1 0 0 0 0,0 1 0 0 0,-1-1 1 0 0,1 0-1 0 0,3 1 0 0 0,-3-1-107 0 0,-1-1-1 0 0,1 0 1 0 0,-1 1 0 0 0,1-1 0 0 0,-1 0-1 0 0,1 0 1 0 0,-1 0 0 0 0,1 0-1 0 0,-1 0 1 0 0,1-1 0 0 0,-1 1 0 0 0,1 0-1 0 0,-1-1 1 0 0,1 1 0 0 0,-1-1-1 0 0,0 0 1 0 0,1 1 0 0 0,-1-1 0 0 0,0 0-1 0 0,2 0 1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05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48 2292 0 0,'-14'-12'1984'0'0,"6"2"-483"0"0,-1 2-321 0 0,1 1-244 0 0,1 2 376 0 0,-8 0-644 0 0,1 7-664 0 0,2 8-576 0 0,7-2-76 0 0,3 2-292 0 0,-1 1-1485 0 0,3-1-463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06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1 124 0 0,'3'26'7951'0'0,"26"53"-3626"0"0,-18-54-3697 0 0,-1 1 0 0 0,-1 0 0 0 0,-1 1 0 0 0,-1 0 1 0 0,4 47-1 0 0,-9-58-252 0 0,-2 1 0 0 0,0-1 0 0 0,-1 0 1 0 0,-1 0-1 0 0,0 0 0 0 0,-1 0 0 0 0,-7 21 0 0 0,10-36-360 0 0,0-1 1 0 0,0 1-1 0 0,0-1 0 0 0,0 0 0 0 0,0 1 0 0 0,0-1 0 0 0,0 1 0 0 0,-1-1 0 0 0,1 0 0 0 0,0 1 0 0 0,0-1 0 0 0,0 0 0 0 0,0 1 0 0 0,-1-1 0 0 0,1 0 0 0 0,0 1 0 0 0,-1-1 0 0 0,1 0 0 0 0,0 1 0 0 0,0-1 0 0 0,-1 0 0 0 0,1 0 0 0 0,0 1 0 0 0,-1-1 0 0 0,1 0 0 0 0,-1 0 0 0 0,1 0 1 0 0,0 1-1 0 0,-1-1 0 0 0,1 0 0 0 0,0 0 0 0 0,-1 0 0 0 0,1 0 0 0 0,-1 0 0 0 0,1 0 0 0 0,-1 0 0 0 0,1 0 0 0 0,0 0 0 0 0,-1 0 0 0 0,1 0 0 0 0,-1 0 0 0 0,1 0 0 0 0,0 0 0 0 0,-1 0 0 0 0,1-1 0 0 0,-1 1 0 0 0,0-1-4 0 0,0 1 1 0 0,1-1-1 0 0,-1 0 0 0 0,0 1 0 0 0,1-1 0 0 0,-1 0 1 0 0,1 0-1 0 0,-1 1 0 0 0,1-1 0 0 0,-1 0 1 0 0,1 0-1 0 0,0 0 0 0 0,-1 0 0 0 0,1 0 0 0 0,0 1 1 0 0,-1-3-1 0 0,1-6-15 0 0,1-1 0 0 0,0 1 0 0 0,0-1 0 0 0,0 1 1 0 0,2 0-1 0 0,-1 0 0 0 0,1 0 0 0 0,5-12 0 0 0,5-6-88 0 0,19-33 0 0 0,-22 44 61 0 0,1 1 0 0 0,1-1 1 0 0,0 2-1 0 0,1 0 0 0 0,0 0 1 0 0,1 1-1 0 0,25-17 0 0 0,-29 23 1 0 0,1 0-1 0 0,1 0 0 0 0,-1 1 0 0 0,1 0 0 0 0,0 1 0 0 0,1 0 1 0 0,-1 1-1 0 0,1 0 0 0 0,0 1 0 0 0,0 1 0 0 0,24-2 0 0 0,-33 4 25 0 0,-1 0 0 0 0,1 0 0 0 0,0 0 0 0 0,-1 1 0 0 0,1 0 0 0 0,0 0 0 0 0,-1 0 0 0 0,1 0 0 0 0,-1 0 0 0 0,1 0 0 0 0,-1 1 0 0 0,0 0-1 0 0,0 0 1 0 0,1 0 0 0 0,-1 0 0 0 0,-1 0 0 0 0,1 1 0 0 0,0-1 0 0 0,0 1 0 0 0,-1 0 0 0 0,4 5 0 0 0,-3-4 6 0 0,-1 0 1 0 0,0 1 0 0 0,-1-1-1 0 0,1 1 1 0 0,-1-1-1 0 0,1 1 1 0 0,-1 0-1 0 0,-1 0 1 0 0,1-1 0 0 0,-1 1-1 0 0,0 0 1 0 0,0 0-1 0 0,0 0 1 0 0,-1 0 0 0 0,1-1-1 0 0,-3 7 1 0 0,-5 16 81 0 0,-1-1 1 0 0,-1-1 0 0 0,-23 41 0 0 0,-10 24-2175 0 0,42-88 1815 0 0,0 1 0 0 0,0 0 0 0 0,0-1 0 0 0,1 1 0 0 0,-1 0 0 0 0,1 0 0 0 0,-1-1-1 0 0,1 1 1 0 0,0 0 0 0 0,0 0 0 0 0,0 0 0 0 0,1 5 0 0 0,0-7-50 0 0,0 1 1 0 0,-1-1-1 0 0,1 1 0 0 0,0-1 1 0 0,0 1-1 0 0,0-1 0 0 0,0 0 1 0 0,0 1-1 0 0,0-1 0 0 0,0 0 1 0 0,1 0-1 0 0,-1 0 0 0 0,0 0 1 0 0,1 0-1 0 0,-1 0 0 0 0,1 0 1 0 0,-1 0-1 0 0,1-1 0 0 0,-1 1 1 0 0,1-1-1 0 0,0 1 0 0 0,2 0 1 0 0,14 3-3688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06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750 124 200 0 0,'3'-4'1078'0'0,"5"-8"1158"0"0,-1 0-1 0 0,10-19 1 0 0,-16 28-2008 0 0,0 1 1 0 0,0 0 0 0 0,0 0-1 0 0,-1-1 1 0 0,1 1 0 0 0,0-1-1 0 0,-1 1 1 0 0,1 0 0 0 0,-1-1-1 0 0,0 1 1 0 0,0-1 0 0 0,0 1-1 0 0,0-1 1 0 0,-1 1 0 0 0,1-1-1 0 0,0 1 1 0 0,-1 0 0 0 0,0-1-1 0 0,0 1 1 0 0,1-1 0 0 0,-3-2-1 0 0,-7-2 478 0 0,-11 6-12 0 0,-1 4-287 0 0,11-1-215 0 0,-4 3-66 0 0,-1 1 1 0 0,1 1-1 0 0,0 0 1 0 0,1 1-1 0 0,0 0 1 0 0,0 1-1 0 0,0 1 1 0 0,1 0-1 0 0,1 0 0 0 0,-15 17 1 0 0,24-23-110 0 0,0 0 1 0 0,-1 0-1 0 0,2 0 0 0 0,-1 1 1 0 0,0-1-1 0 0,1 1 1 0 0,0 0-1 0 0,0-1 1 0 0,0 1-1 0 0,1 0 0 0 0,-1 0 1 0 0,0 9-1 0 0,2-11 4 0 0,0 0 0 0 0,0-1 0 0 0,0 1 0 0 0,1 0 0 0 0,-1 0 0 0 0,1 0 0 0 0,-1-1 0 0 0,1 1 0 0 0,0 0 0 0 0,0-1 0 0 0,0 1 0 0 0,0-1 0 0 0,1 1-1 0 0,-1-1 1 0 0,1 1 0 0 0,-1-1 0 0 0,1 0 0 0 0,0 0 0 0 0,0 0 0 0 0,0 0 0 0 0,0 0 0 0 0,0 0 0 0 0,1-1 0 0 0,3 3 0 0 0,-3-2-21 0 0,1-1-1 0 0,-1 0 1 0 0,1 0 0 0 0,-1 0 0 0 0,1 0 0 0 0,-1 0-1 0 0,1-1 1 0 0,0 1 0 0 0,-1-1 0 0 0,1 0-1 0 0,0 0 1 0 0,0 0 0 0 0,-1-1 0 0 0,1 0 0 0 0,-1 1-1 0 0,1-1 1 0 0,0 0 0 0 0,-1-1 0 0 0,0 1-1 0 0,1-1 1 0 0,4-2 0 0 0,9-6 10 0 0,0-1 1 0 0,29-23-1 0 0,-19 13-1 0 0,-20 16-8 0 0,-3 2-47 0 0,1-1 1 0 0,-1 1 0 0 0,1 1 0 0 0,-1-1 0 0 0,1 1 0 0 0,0-1 0 0 0,9-2 0 0 0,-13 6 38 0 0,0-1-1 0 0,0 1 1 0 0,0-1-1 0 0,0 1 1 0 0,0 0-1 0 0,0-1 1 0 0,0 1-1 0 0,0 0 1 0 0,0 0-1 0 0,0 0 1 0 0,0 0-1 0 0,-1-1 1 0 0,1 1-1 0 0,0 0 1 0 0,-1 0-1 0 0,1 0 1 0 0,0 1-1 0 0,-1-1 1 0 0,0 0-1 0 0,1 0 1 0 0,0 2 0 0 0,1 6 6 0 0,0 1 0 0 0,0-1 0 0 0,-1 0 0 0 0,0 1 0 0 0,0-1 0 0 0,-1 1 0 0 0,-1 11 0 0 0,-14 69 603 0 0,10-62-348 0 0,-86 356 2232 0 0,45-204-1645 0 0,23-83-476 0 0,-80 272 816 0 0,97-353-893 0 0,0-1 0 0 0,-1 1-1 0 0,-1-1 1 0 0,0-1 0 0 0,-1 0 0 0 0,0 0 0 0 0,-1 0 0 0 0,-1-1 0 0 0,-16 14 0 0 0,20-21-104 0 0,0 0 1 0 0,0-1-1 0 0,-1 0 1 0 0,0 0-1 0 0,0-1 1 0 0,0 0-1 0 0,0 0 1 0 0,-1-1-1 0 0,1 0 1 0 0,-1-1-1 0 0,0 1 1 0 0,0-2-1 0 0,0 1 1 0 0,0-2-1 0 0,0 1 1 0 0,0-1-1 0 0,0 0 1 0 0,-15-3-1 0 0,9 1-41 0 0,0-2 0 0 0,-1 0 1 0 0,2-1-1 0 0,-1 0 0 0 0,0-1 0 0 0,1-1 0 0 0,0 0 0 0 0,1-1 0 0 0,-1 0 0 0 0,2-1 0 0 0,-1-1 0 0 0,-19-18 1 0 0,26 21-176 0 0,0 1 1 0 0,0-1 0 0 0,1 0-1 0 0,0 0 1 0 0,0-1 0 0 0,0 0-1 0 0,1 1 1 0 0,0-1 0 0 0,1-1-1 0 0,0 1 1 0 0,0-1-1 0 0,1 1 1 0 0,0-1 0 0 0,0 0-1 0 0,1 1 1 0 0,0-1 0 0 0,1 0-1 0 0,0 0 1 0 0,0 0 0 0 0,1 0-1 0 0,0 0 1 0 0,0 1 0 0 0,6-17-1 0 0,0 8-353 0 0,1-1 1 0 0,1 1-1 0 0,0 1 0 0 0,1 0 0 0 0,1 0 0 0 0,0 1 0 0 0,2 0 0 0 0,-1 1 0 0 0,2 0 0 0 0,26-20 0 0 0,12-5-1971 0 0,101-57 0 0 0,38-5-2794 0 0,-73 41-1820 0 0,-58 27 561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07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70 20 0 0,'3'-37'9436'0'0,"2"14"-6252"0"0,-5 23-3138 0 0,0-1 0 0 0,0 0 0 0 0,1 1 0 0 0,-1-1 1 0 0,0 1-1 0 0,1-1 0 0 0,-1 1 0 0 0,1-1 0 0 0,-1 1 0 0 0,0 0 1 0 0,1-1-1 0 0,-1 1 0 0 0,1-1 0 0 0,-1 1 0 0 0,1 0 1 0 0,-1-1-1 0 0,1 1 0 0 0,0 0 0 0 0,-1 0 0 0 0,1-1 0 0 0,-1 1 1 0 0,1 0-1 0 0,0 0 0 0 0,-1 0 0 0 0,1 0 0 0 0,-1 0 0 0 0,1 0 1 0 0,0 0-1 0 0,-1 0 0 0 0,1 0 0 0 0,0 0 0 0 0,-1 0 0 0 0,1 0 1 0 0,-1 0-1 0 0,1 1 0 0 0,0-1 0 0 0,-1 0 0 0 0,1 0 0 0 0,-1 1 1 0 0,1-1-1 0 0,-1 0 0 0 0,1 1 0 0 0,-1-1 0 0 0,2 1 0 0 0,20 18 159 0 0,-16-11-101 0 0,-1 0-1 0 0,0 1 1 0 0,-1-1-1 0 0,0 1 1 0 0,0 0-1 0 0,-1 0 1 0 0,0 0-1 0 0,-1 1 1 0 0,0-1-1 0 0,0 1 1 0 0,-1-1 0 0 0,0 1-1 0 0,-1-1 1 0 0,-1 19-1 0 0,0-16 105 0 0,-1 1-1 0 0,-1-1 0 0 0,0 0 1 0 0,0 0-1 0 0,-1 0 1 0 0,-1 0-1 0 0,0 0 1 0 0,-1-1-1 0 0,0 0 1 0 0,-14 19-1 0 0,5-11 615 0 0,-2 0-1 0 0,-37 32 1 0 0,42-46-42 0 0,10-12-585 0 0,9-12-175 0 0,0 5-54 0 0,2 1-1 0 0,0 0 1 0 0,1 0-1 0 0,0 1 0 0 0,0 1 1 0 0,1 0-1 0 0,1 0 1 0 0,0 1-1 0 0,1 0 1 0 0,0 1-1 0 0,0 1 0 0 0,1 0 1 0 0,0 1-1 0 0,25-10 1 0 0,-36 16 24 0 0,0 0 0 0 0,-1 0 0 0 0,1 1 0 0 0,-1-1 0 0 0,1 1 0 0 0,0 0 0 0 0,0 0 0 0 0,-1 0 0 0 0,1 0 0 0 0,0 0 0 0 0,-1 0 0 0 0,1 1 0 0 0,0-1 0 0 0,-1 1 0 0 0,1 0 0 0 0,-1 0 0 0 0,1 0 0 0 0,-1 0 0 0 0,1 0 0 0 0,-1 1 0 0 0,0-1 0 0 0,1 1 0 0 0,-1-1 0 0 0,0 1 0 0 0,0 0 0 0 0,0 0 0 0 0,-1 0 0 0 0,1 0 0 0 0,0 0 0 0 0,-1 0 0 0 0,1 0 0 0 0,-1 1 0 0 0,0-1 0 0 0,1 1 0 0 0,-1-1 0 0 0,0 1 0 0 0,-1-1 0 0 0,2 4 0 0 0,0 1 3 0 0,1 7 31 0 0,2 1-1 0 0,10 24 0 0 0,-13-35-10 0 0,1 1 0 0 0,0-1 0 0 0,0 1 0 0 0,0-1 0 0 0,1 0 0 0 0,-1 0 0 0 0,1-1 0 0 0,0 1 0 0 0,0-1-1 0 0,0 1 1 0 0,8 3 0 0 0,-7-4 2 0 0,-1-1 0 0 0,1 0 0 0 0,-1 0 0 0 0,1-1 0 0 0,0 1 0 0 0,0-1 0 0 0,0 0 0 0 0,0 0 0 0 0,0 0 0 0 0,0-1 0 0 0,0 0 0 0 0,0 0 1 0 0,0 0-1 0 0,0-1 0 0 0,0 1 0 0 0,0-1 0 0 0,0-1 0 0 0,5 0 0 0 0,-4-1-5 0 0,0 0 0 0 0,0 0 1 0 0,0 0-1 0 0,-1 0 1 0 0,1-1-1 0 0,-1 0 1 0 0,1 0-1 0 0,-1-1 1 0 0,-1 1-1 0 0,1-1 0 0 0,-1 0 1 0 0,1-1-1 0 0,3-6 1 0 0,1-4-47 0 0,0 1 0 0 0,-1-1 0 0 0,-1 0 0 0 0,-1-1 0 0 0,0 0 0 0 0,4-21 0 0 0,-9 31-3 0 0,1 0 0 0 0,-1 0 0 0 0,0-1 0 0 0,-1 1 0 0 0,0 0 0 0 0,0 0 0 0 0,0 0 0 0 0,-1 0 0 0 0,0 0 0 0 0,-1 0 0 0 0,1 0 0 0 0,-1 0 0 0 0,-1 0 0 0 0,1 1 0 0 0,-1-1 0 0 0,0 1 0 0 0,-1 0 0 0 0,-6-9 0 0 0,8 12 9 0 0,-1 0-1 0 0,0 0 1 0 0,0 0-1 0 0,0 1 1 0 0,-1-1 0 0 0,1 1-1 0 0,0 0 1 0 0,-1 0-1 0 0,0 0 1 0 0,1 1-1 0 0,-1-1 1 0 0,0 1 0 0 0,0 0-1 0 0,0 0 1 0 0,0 0-1 0 0,0 1 1 0 0,0-1 0 0 0,0 1-1 0 0,-6 0 1 0 0,3 1-80 0 0,0 0 1 0 0,0 0-1 0 0,0 1 1 0 0,0 0-1 0 0,0 0 0 0 0,1 0 1 0 0,-1 1-1 0 0,1 0 1 0 0,-1 1-1 0 0,1-1 1 0 0,-5 5-1 0 0,5-4-89 0 0,1 1 0 0 0,0-1-1 0 0,0 1 1 0 0,0 0 0 0 0,0 0 0 0 0,1 0 0 0 0,0 1-1 0 0,0-1 1 0 0,1 1 0 0 0,-1 0 0 0 0,-3 9 0 0 0,6-11 16 0 0,0-1 1 0 0,0 1-1 0 0,0 0 0 0 0,0 0 1 0 0,1 0-1 0 0,-1 0 1 0 0,1 0-1 0 0,0 0 0 0 0,0-1 1 0 0,1 1-1 0 0,-1 0 1 0 0,1 0-1 0 0,0 0 1 0 0,0 0-1 0 0,0 0 0 0 0,0-1 1 0 0,1 1-1 0 0,-1 0 1 0 0,1-1-1 0 0,3 5 1 0 0,0-2-268 0 0,0 0 0 0 0,0 1 1 0 0,1-2-1 0 0,0 1 1 0 0,0-1-1 0 0,1 0 1 0 0,-1 0-1 0 0,1 0 0 0 0,0-1 1 0 0,11 5-1 0 0,0-1-699 0 0,1-2-1 0 0,0 1 1 0 0,23 3-1 0 0,-19-6 279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08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49 239 2020 0 0,'17'-14'1184'0'0,"0"0"-1"0"0,-1-1 1 0 0,-1 0-1 0 0,0-1 0 0 0,-1-1 1 0 0,-1 0-1 0 0,0-1 1 0 0,10-20-1 0 0,-14 19-168 0 0,-19 23-585 0 0,-20 26-92 0 0,-61 83 426 0 0,78-94-686 0 0,1 0 0 0 0,1 0 0 0 0,1 1 1 0 0,-11 32-1 0 0,21-49-52 0 0,-1 0 0 0 0,0 1 1 0 0,1-1-1 0 0,-1 1 0 0 0,1-1 0 0 0,0 1 1 0 0,0-1-1 0 0,1 1 0 0 0,-1-1 0 0 0,1 1 0 0 0,-1-1 1 0 0,1 0-1 0 0,0 1 0 0 0,0-1 0 0 0,1 0 1 0 0,-1 0-1 0 0,3 4 0 0 0,-3-5-5 0 0,0 0 1 0 0,1 0-1 0 0,-1 0 0 0 0,1 0 0 0 0,0 0 0 0 0,-1-1 0 0 0,1 1 1 0 0,0-1-1 0 0,0 1 0 0 0,0-1 0 0 0,0 0 0 0 0,0 1 1 0 0,0-1-1 0 0,0 0 0 0 0,0 0 0 0 0,1-1 0 0 0,-1 1 0 0 0,0 0 1 0 0,1-1-1 0 0,-1 0 0 0 0,0 1 0 0 0,1-1 0 0 0,-1 0 0 0 0,0 0 1 0 0,1 0-1 0 0,-1 0 0 0 0,4-1 0 0 0,4-2 3 0 0,0 0-1 0 0,0-1 1 0 0,0 0-1 0 0,0-1 1 0 0,0 0-1 0 0,-1 0 1 0 0,0-1-1 0 0,0 0 1 0 0,-1 0-1 0 0,10-10 1 0 0,12-13-2 0 0,34-45 0 0 0,-25 29 19 0 0,-32 35-66 0 0,1 1-241 0 0,-8 9 264 0 0,0 0-1 0 0,0 0 0 0 0,1 0 0 0 0,-1 0 0 0 0,0 0 0 0 0,0 0 0 0 0,0 0 0 0 0,1 0 1 0 0,-1 0-1 0 0,0 0 0 0 0,0 0 0 0 0,0 0 0 0 0,1 0 0 0 0,-1 0 0 0 0,0 0 0 0 0,0 0 1 0 0,0 0-1 0 0,1 0 0 0 0,-1 0 0 0 0,0 0 0 0 0,0 0 0 0 0,0 0 0 0 0,1 0 0 0 0,-1 1 1 0 0,0-1-1 0 0,0 0 0 0 0,0 0 0 0 0,0 0 0 0 0,1 0 0 0 0,-1 0 0 0 0,0 1 0 0 0,0-1 1 0 0,0 0-1 0 0,0 0 0 0 0,0 0 0 0 0,0 0 0 0 0,0 1 0 0 0,0-1 0 0 0,1 0 0 0 0,-1 1 1 0 0,0 0-2 0 0,0 0 1 0 0,0 1 0 0 0,0-1 0 0 0,-1 0 0 0 0,1 1-1 0 0,0-1 1 0 0,0 0 0 0 0,-1 1 0 0 0,1-1 0 0 0,-1 0-1 0 0,1 1 1 0 0,-1-1 0 0 0,0 0 0 0 0,-1 2 0 0 0,0 3-10 0 0,-5 11-6 0 0,1 2 0 0 0,-4 18 0 0 0,9-33 34 0 0,0 1 1 0 0,1 0-1 0 0,-1-1 1 0 0,1 1-1 0 0,0 0 1 0 0,0-1 0 0 0,0 1-1 0 0,0-1 1 0 0,1 1-1 0 0,0 0 1 0 0,0-1-1 0 0,0 1 1 0 0,4 7 0 0 0,-4-10 68 0 0,0 0 1 0 0,0 0-1 0 0,1 0 1 0 0,-1 0-1 0 0,0-1 1 0 0,1 1-1 0 0,-1 0 1 0 0,1-1-1 0 0,0 1 1 0 0,-1-1-1 0 0,1 0 1 0 0,0 1-1 0 0,0-1 1 0 0,0 0-1 0 0,0 0 1 0 0,0 0-1 0 0,0-1 1 0 0,0 1-1 0 0,0 0 1 0 0,0-1-1 0 0,0 1 1 0 0,1-1-1 0 0,-1 0 1 0 0,0 0-1 0 0,0 0 1 0 0,3 0-1 0 0,0 0 11 0 0,0-1-1 0 0,-1 0 1 0 0,1 0-1 0 0,0 0 1 0 0,-1-1-1 0 0,1 1 1 0 0,-1-1 0 0 0,1 0-1 0 0,-1-1 1 0 0,0 1-1 0 0,0-1 1 0 0,0 1-1 0 0,0-1 1 0 0,3-4-1 0 0,4-3-2 0 0,0-1-1 0 0,17-23 0 0 0,-15 17-114 0 0,-2 0 0 0 0,0-1 0 0 0,-2 0 0 0 0,1 0 0 0 0,5-20 0 0 0,-10 25-228 0 0,-2 1 1 0 0,1-1-1 0 0,-2 0 0 0 0,0 0 0 0 0,0 0 0 0 0,-2-1 0 0 0,1 1 1 0 0,-3-21-1 0 0,1 31-402 0 0,-2-3-415 0 0,19 12-3451 0 0,-9-3 4199 0 0,1 0 0 0 0,0-1 0 0 0,1 0 0 0 0,-1-1 0 0 0,0 0 0 0 0,1 0 0 0 0,-1 0 0 0 0,0-1 0 0 0,9-1-1 0 0,2-1 948 0 0,0-1-1 0 0,0 0 1 0 0,33-11-1 0 0,-44 10 59 0 0,-1 1 0 0 0,1-1 0 0 0,-1-1 0 0 0,13-9 0 0 0,-19 13-486 0 0,6-4 180 0 0,-10 8-375 0 0,-1 0-1 0 0,1-1 1 0 0,-1 1 0 0 0,1 0-1 0 0,0 0 1 0 0,0 1-1 0 0,1-1 1 0 0,-1 1 0 0 0,1 0-1 0 0,-1-1 1 0 0,1 1-1 0 0,0 0 1 0 0,1 0 0 0 0,-1 0-1 0 0,1 0 1 0 0,0 1-1 0 0,0-1 1 0 0,0 0 0 0 0,0 1-1 0 0,1-1 1 0 0,-1 9 0 0 0,2 8-11 0 0,1 0 0 0 0,0 0 0 0 0,8 30 0 0 0,-1-8-1 0 0,-8-35 243 0 0,1 1 0 0 0,-2 0 0 0 0,1 0 0 0 0,-1-1-1 0 0,0 1 1 0 0,-1 0 0 0 0,-2 10 0 0 0,2-15-98 0 0,0-1-1 0 0,-1 1 1 0 0,1-1 0 0 0,-1 1-1 0 0,0-1 1 0 0,0 0-1 0 0,0 1 1 0 0,0-1 0 0 0,0 0-1 0 0,-1 0 1 0 0,1-1-1 0 0,-1 1 1 0 0,0 0 0 0 0,0-1-1 0 0,0 0 1 0 0,0 0-1 0 0,0 0 1 0 0,-1 0 0 0 0,-3 2-1 0 0,-15 5-180 0 0,1 0 1 0 0,-2-2-1 0 0,1 0 0 0 0,-1-2 0 0 0,-26 4 0 0 0,-6-6-3842 0 0,1-8-4287 0 0,40 2 2888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11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90 496 0 0,'4'-61'10371'0'0,"-4"55"-9573"0"0,0 4-261 0 0,0-18 867 0 0,-4 400-3038 0 0,7-324-3943 0 0,-2-40 1586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11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49 1308 0 0,'3'-5'1388'0'0,"-1"0"1"0"0,1-1-1 0 0,-1 1 0 0 0,0-1 0 0 0,2-8 1 0 0,-2 6 349 0 0,-8 32-967 0 0,-26 97 454 0 0,-7 29-1700 0 0,33-118-1927 0 0,-2 39 0 0 0,8-57-124 0 0,1-4-637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12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0 113 756 0 0,'13'-25'4529'0'0,"-1"0"0"0"0,8-27 0 0 0,-19 50-4194 0 0,2-6 916 0 0,-2 18-1013 0 0,-2 0 1 0 0,1 0-1 0 0,-1 0 1 0 0,-1 0-1 0 0,0 0 1 0 0,-6 17 0 0 0,-3 18-13 0 0,-2 68-2266 0 0,12-92-2218 0 0,4 35 0 0 0,-2-41-607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12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0 117 1648 0 0,'2'-22'2156'0'0,"-2"13"-1232"0"0,0 0-1 0 0,1 0 0 0 0,0 0 0 0 0,1 0 0 0 0,0 1 0 0 0,5-16 0 0 0,-6 23-856 0 0,-1 0 0 0 0,1-1-1 0 0,0 1 1 0 0,0 0 0 0 0,0 0-1 0 0,0 0 1 0 0,0 0 0 0 0,0 0-1 0 0,0 0 1 0 0,0 0 0 0 0,0 0-1 0 0,0 1 1 0 0,1-1 0 0 0,-1 0-1 0 0,0 1 1 0 0,1-1 0 0 0,-1 1-1 0 0,0-1 1 0 0,1 1 0 0 0,-1 0-1 0 0,0 0 1 0 0,1-1 0 0 0,-1 1-1 0 0,1 0 1 0 0,-1 0 0 0 0,0 0-1 0 0,1 0 1 0 0,-1 1 0 0 0,1-1-1 0 0,-1 0 1 0 0,0 1 0 0 0,1-1-1 0 0,-1 1 1 0 0,0-1 0 0 0,1 1-1 0 0,1 0 1 0 0,2 2 147 0 0,1 0 0 0 0,0 0-1 0 0,-1 1 1 0 0,0 0 0 0 0,1 0 0 0 0,7 8 0 0 0,4 8 90 0 0,0 1 0 0 0,-2 1 1 0 0,0 0-1 0 0,-2 1 0 0 0,0 1 0 0 0,-2 0 0 0 0,0 0 0 0 0,-2 1 1 0 0,-1 1-1 0 0,-1-1 0 0 0,6 36 0 0 0,-5-2-49 0 0,-2 0-1 0 0,-3 0 0 0 0,-9 119 1 0 0,-2-96 63 0 0,-35 151 1 0 0,-6-81-2541 0 0,31-109-2211 0 0,-32 57 1 0 0,37-77-1612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13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187 147 1944 0 0,'-1'-22'4751'0'0,"-1"1"0"0"0,-7-27-1 0 0,2 7 9 0 0,5 29-3753 0 0,-2 10-354 0 0,-3 18-88 0 0,-2 30-160 0 0,-63 299 851 0 0,6-39-2558 0 0,63-288-559 0 0,-1 30-1 0 0,5-26-2122 0 0,4-2-3990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13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91 283 2840 0 0,'-75'-13'8963'0'0,"72"13"-8638"0"0,1-1-43 0 0,-8 3-5 0 0,10 4 118 0 0,1-5-377 0 0,0 0 0 0 0,0 0 0 0 0,0 0 0 0 0,0 0 0 0 0,0 0 1 0 0,0-1-1 0 0,1 1 0 0 0,-1 0 0 0 0,0 0 0 0 0,1-1 1 0 0,-1 1-1 0 0,0-1 0 0 0,1 1 0 0 0,-1-1 0 0 0,3 1 1 0 0,13 1 50 0 0,1 0 0 0 0,-1-1 0 0 0,1-1 0 0 0,0-1 0 0 0,29-4 0 0 0,88-25 94 0 0,-103 21-133 0 0,-20 6-10 0 0,147-41-292 0 0,-132 35 54 0 0,-1-1 1 0 0,0-2-1 0 0,43-25 0 0 0,-60 30 241 0 0,0 1-1 0 0,-1-2 0 0 0,1 1 1 0 0,-2-1-1 0 0,1 0 0 0 0,-1-1 1 0 0,0 0-1 0 0,-1 0 0 0 0,0 0 1 0 0,-1-1-1 0 0,1 0 0 0 0,-2 0 1 0 0,5-12-1 0 0,-9 20 26 0 0,-3 20-37 0 0,-49 305 1925 0 0,31-176-1471 0 0,-21 167 405 0 0,41-312-756 0 0,6-8-111 0 0,-1 0 0 0 0,1-1 0 0 0,-2 1 1 0 0,1-1-1 0 0,-1 0 0 0 0,5-14 1 0 0,3-6-11 0 0,1 1-31 0 0,1 0 0 0 0,1 1 0 0 0,2 0 0 0 0,0 1 0 0 0,2 1 0 0 0,37-38 0 0 0,-54 59 34 0 0,1 1-1 0 0,-1-1 1 0 0,1 1 0 0 0,-1-1-1 0 0,1 1 1 0 0,0 0-1 0 0,0 0 1 0 0,0-1 0 0 0,0 1-1 0 0,0 1 1 0 0,0-1-1 0 0,0 0 1 0 0,0 0 0 0 0,0 1-1 0 0,0-1 1 0 0,0 1-1 0 0,1 0 1 0 0,-1-1 0 0 0,0 1-1 0 0,0 0 1 0 0,0 0-1 0 0,1 1 1 0 0,-1-1-1 0 0,0 0 1 0 0,0 1 0 0 0,0-1-1 0 0,0 1 1 0 0,1 0-1 0 0,1 1 1 0 0,0 0 7 0 0,-1 1 1 0 0,1 0-1 0 0,-1 0 1 0 0,0 1-1 0 0,0-1 0 0 0,0 1 1 0 0,-1-1-1 0 0,1 1 1 0 0,-1 0-1 0 0,0 0 0 0 0,0 0 1 0 0,0 0-1 0 0,2 7 0 0 0,1 9 24 0 0,-1 1 0 0 0,0-1 0 0 0,-1 1-1 0 0,-2 0 1 0 0,0 0 0 0 0,-3 39-1 0 0,1 43-67 0 0,1-100 46 0 0,1 0 0 0 0,-1 0-1 0 0,1 0 1 0 0,0 0 0 0 0,-1-1 0 0 0,1 1 0 0 0,0 0 0 0 0,1 0 0 0 0,1 2 0 0 0,-3-4-7 0 0,1 0 0 0 0,-1 0 0 0 0,1 0 1 0 0,0-1-1 0 0,0 1 0 0 0,-1 0 0 0 0,1 0 0 0 0,0-1 1 0 0,0 1-1 0 0,0-1 0 0 0,0 1 0 0 0,0-1 1 0 0,0 1-1 0 0,0-1 0 0 0,0 1 0 0 0,0-1 0 0 0,0 0 1 0 0,0 1-1 0 0,0-1 0 0 0,0 0 0 0 0,0 0 1 0 0,0 0-1 0 0,0 0 0 0 0,0 0 0 0 0,0 0 0 0 0,0 0 1 0 0,0 0-1 0 0,2-1 0 0 0,8-2-137 0 0,0-1 0 0 0,1-1 0 0 0,-1 0 0 0 0,-1 0 0 0 0,1-1-1 0 0,-1-1 1 0 0,0 0 0 0 0,0 0 0 0 0,-1 0 0 0 0,15-17 0 0 0,-10 9-20 0 0,0-1 0 0 0,-2 0 1 0 0,0-1-1 0 0,-1 0 0 0 0,16-33 0 0 0,-23 40 150 0 0,0 0-1 0 0,0-1 0 0 0,-1 1 0 0 0,3-21 0 0 0,-5 26 97 0 0,0-1-1 0 0,-1 1 0 0 0,0 0 0 0 0,0-1 0 0 0,-1 1 0 0 0,1 0 0 0 0,-1 0 0 0 0,-1-1 0 0 0,1 1 0 0 0,0 0 0 0 0,-4-7 0 0 0,5 12-78 0 0,-1-1 1 0 0,1 1-1 0 0,0-1 0 0 0,-1 0 0 0 0,1 1 0 0 0,-1-1 0 0 0,1 1 0 0 0,0-1 0 0 0,-1 1 0 0 0,1-1 0 0 0,-1 1 0 0 0,0 0 0 0 0,1-1 0 0 0,-1 1 0 0 0,1 0 0 0 0,-1-1 1 0 0,1 1-1 0 0,-1 0 0 0 0,0-1 0 0 0,1 1 0 0 0,-1 0 0 0 0,0 0 0 0 0,1 0 0 0 0,-1 0 0 0 0,0 0 0 0 0,1 0 0 0 0,-1 0 0 0 0,0 0 0 0 0,1 0 0 0 0,-1 0 1 0 0,0 0-1 0 0,1 0 0 0 0,-1 1 0 0 0,0-1 0 0 0,1 0 0 0 0,-1 0 0 0 0,0 1 0 0 0,1-1 0 0 0,-1 0 0 0 0,1 1 0 0 0,-1-1 0 0 0,1 0 0 0 0,-1 1 0 0 0,1-1 0 0 0,-1 1 1 0 0,1-1-1 0 0,-1 1 0 0 0,1-1 0 0 0,-1 2 0 0 0,-21 26 278 0 0,14-15-172 0 0,1 1 1 0 0,1-1-1 0 0,0 1 1 0 0,-7 26 0 0 0,11-35-94 0 0,1 0 1 0 0,-1 0 0 0 0,2 0 0 0 0,-1 0-1 0 0,0 1 1 0 0,1-1 0 0 0,0 0 0 0 0,0 0-1 0 0,1 1 1 0 0,-1-1 0 0 0,1 0-1 0 0,0 0 1 0 0,1 0 0 0 0,-1 0 0 0 0,1 0-1 0 0,0 0 1 0 0,3 5 0 0 0,-3-8-12 0 0,1 1 1 0 0,-1 0 0 0 0,1-1-1 0 0,0 0 1 0 0,0 1-1 0 0,0-1 1 0 0,0 0-1 0 0,0-1 1 0 0,1 1 0 0 0,-1 0-1 0 0,0-1 1 0 0,1 0-1 0 0,0 0 1 0 0,-1 0-1 0 0,1 0 1 0 0,-1-1 0 0 0,8 1-1 0 0,6 0-88 0 0,1-1 0 0 0,25-3 1 0 0,-34 2-25 0 0,47-6-1419 0 0,74-19 0 0 0,-8-7-4260 0 0,-61 15 576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1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97 2296 0 0,'-3'-97'10796'0'0,"14"129"-10153"0"0,2 44 755 0 0,2 115 1 0 0,-14 77-218 0 0,-1-253-1123 0 0,-28 459 761 0 0,0 38-617 0 0,28-497-198 0 0,0-2 12 0 0,0 0-1 0 0,3 22 1 0 0,-2-32-8 0 0,-1-1 0 0 0,1 1 1 0 0,-1 0-1 0 0,1-1 1 0 0,0 1-1 0 0,0 0 1 0 0,1-1-1 0 0,-1 1 1 0 0,0-1-1 0 0,1 1 1 0 0,0-1-1 0 0,-1 0 1 0 0,1 0-1 0 0,0 0 1 0 0,0 0-1 0 0,0 0 1 0 0,4 3-1 0 0,-4-5-2 0 0,-1 1 0 0 0,1-1 0 0 0,0 0 0 0 0,-1 1 0 0 0,1-1-1 0 0,0 0 1 0 0,0 0 0 0 0,-1 0 0 0 0,1 0 0 0 0,0 0 0 0 0,-1-1 0 0 0,1 1 0 0 0,0 0 0 0 0,-1-1-1 0 0,1 1 1 0 0,0-1 0 0 0,-1 0 0 0 0,1 0 0 0 0,-1 1 0 0 0,1-1 0 0 0,1-2 0 0 0,28-20 56 0 0,-22 13-73 0 0,-1 1 1 0 0,0-2-1 0 0,0 1 0 0 0,-1-1 0 0 0,0 0 0 0 0,-1 0 1 0 0,0-1-1 0 0,-1 0 0 0 0,0 0 0 0 0,-1 0 0 0 0,0-1 1 0 0,-1 1-1 0 0,1-14 0 0 0,-1 6-48 0 0,-1 0 0 0 0,-1 0 0 0 0,-1 0 0 0 0,-1 0-1 0 0,-1 0 1 0 0,-1 0 0 0 0,-8-34 0 0 0,5 34 36 0 0,-1 1-1 0 0,-1-1 1 0 0,-1 2 0 0 0,0-1 0 0 0,-1 2-1 0 0,-1-1 1 0 0,-1 1 0 0 0,-1 1-1 0 0,-17-19 1 0 0,11 17 7 0 0,0 1-1 0 0,-1 0 0 0 0,-1 1 1 0 0,-1 2-1 0 0,0 0 1 0 0,-45-20-1 0 0,-76-26-73 0 0,143 60 88 0 0,-1 0 1 0 0,1 0 0 0 0,-1-1 0 0 0,1 1 0 0 0,-1 0 0 0 0,1 0-1 0 0,-1-1 1 0 0,1 1 0 0 0,-1 0 0 0 0,1 0 0 0 0,0-1-1 0 0,-1 1 1 0 0,1-1 0 0 0,-1 1 0 0 0,1 0 0 0 0,0-1 0 0 0,-1 1-1 0 0,1-1 1 0 0,0 1 0 0 0,0-1 0 0 0,-1 1 0 0 0,1-1-1 0 0,0 1 1 0 0,0-1 0 0 0,0 1 0 0 0,0-1 0 0 0,0 1-1 0 0,-1-1 1 0 0,1 1 0 0 0,0-1 0 0 0,0 0 0 0 0,0 1 0 0 0,0-1-1 0 0,1 1 1 0 0,-1-1 0 0 0,0 1 0 0 0,0-1 0 0 0,0 1-1 0 0,1-1 1 0 0,10-16-75 0 0,26-13-641 0 0,2 1 0 0 0,1 2-1 0 0,78-38 1 0 0,-29 16-389 0 0,-21 11 235 0 0,-11 6-177 0 0,-1-1 0 0 0,93-75 1 0 0,-143 102 1137 0 0,0 1 0 0 0,-1-1 1 0 0,0 0-1 0 0,-1-1 0 0 0,1 1 0 0 0,6-14 0 0 0,-8 14 451 0 0,-1 0 0 0 0,1-1-1 0 0,-1 1 1 0 0,0-1-1 0 0,-1 1 1 0 0,0-1-1 0 0,0 1 1 0 0,0-9-1 0 0,-8 25-132 0 0,2 2-84 0 0,0 1 0 0 0,0 0-1 0 0,2 0 1 0 0,-5 26 0 0 0,3-14-120 0 0,0 2-51 0 0,0-1 0 0 0,2 1 0 0 0,1 53 0 0 0,2-69-132 0 0,1-1 0 0 0,0 1-1 0 0,1-1 1 0 0,0 0 0 0 0,1 1-1 0 0,0-1 1 0 0,0 0 0 0 0,1-1-1 0 0,0 1 1 0 0,1-1 0 0 0,0 0-1 0 0,1 0 1 0 0,7 10 0 0 0,-9-14-174 0 0,1-1 0 0 0,0 0 0 0 0,0 1 0 0 0,0-1 1 0 0,1-1-1 0 0,-1 1 0 0 0,1-1 0 0 0,0 0 0 0 0,-1-1 0 0 0,2 1 1 0 0,5 1-1 0 0,-7-3-310 0 0,0 0 1 0 0,0 0-1 0 0,0 0 1 0 0,0-1-1 0 0,0 0 1 0 0,7 0-1 0 0,-8-1-270 0 0,0 0-1 0 0,-1 1 0 0 0,1-1 1 0 0,0 0-1 0 0,0-1 0 0 0,-1 1 1 0 0,1-1-1 0 0,6-3 0 0 0,4-6-3827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15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48 1340 0 0,'-12'-10'2228'0'0,"2"2"-464"0"0,-2 2-411 0 0,2 0-273 0 0,0 1-208 0 0,0 0 316 0 0,-7-1-452 0 0,0 5-412 0 0,5 6-452 0 0,5 7-1008 0 0,9 5-2640 0 0,0-7 335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15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2140 0 0,'6'6'1602'0'0,"0"0"0"0"0,0 0-1 0 0,7 10 1 0 0,13 26 1348 0 0,15 48-794 0 0,-35-74-1485 0 0,5 11-70 0 0,-2 1 1 0 0,-2 0-1 0 0,0 0 0 0 0,4 49 1 0 0,-4 114 4944 0 0,-7-189-5090 0 0,1 4 572 0 0,-1-16-825 0 0,4-8-310 0 0,1 0 1 0 0,1 0 0 0 0,1 1 0 0 0,0-1-1 0 0,1 2 1 0 0,1-1 0 0 0,0 1 0 0 0,1 0-1 0 0,1 1 1 0 0,23-25 0 0 0,-21 27-829 0 0,0 1 0 0 0,1 0 0 0 0,0 1 0 0 0,25-14 1 0 0,-25 17-431 0 0,0 1 0 0 0,1 0 0 0 0,0 1 0 0 0,0 1 0 0 0,22-4 1 0 0,4 0-3237 0 0,-21 5 1074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15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86 2048 0 0,'3'-2'782'0'0,"0"-1"1"0"0,-1 0-1 0 0,0 0 0 0 0,1 0 1 0 0,-1 0-1 0 0,0-1 0 0 0,-1 1 0 0 0,1 0 1 0 0,0-1-1 0 0,-1 0 0 0 0,0 1 0 0 0,0-1 1 0 0,0 0-1 0 0,0 1 0 0 0,-1-1 0 0 0,1-9 869 0 0,-1 12-1494 0 0,0 0-1 0 0,0 0 0 0 0,0 0 0 0 0,0 0 0 0 0,0 1 0 0 0,0-1 0 0 0,0 0 1 0 0,0 0-1 0 0,0 0 0 0 0,-1 0 0 0 0,1 0 0 0 0,0 0 0 0 0,-1 0 0 0 0,1 0 1 0 0,0 0-1 0 0,-1 0 0 0 0,1 1 0 0 0,-1-1 0 0 0,1 0 0 0 0,-2-1 0 0 0,-3 5-95 0 0,0-1 0 0 0,0 1 0 0 0,0 0-1 0 0,0 0 1 0 0,0 0 0 0 0,1 1 0 0 0,-1-1-1 0 0,1 1 1 0 0,0 0 0 0 0,0 1-1 0 0,1-1 1 0 0,-1 1 0 0 0,1-1 0 0 0,0 1-1 0 0,-3 5 1 0 0,2-2-51 0 0,0 1 1 0 0,0-1-1 0 0,1 0 1 0 0,0 1-1 0 0,0 0 1 0 0,1-1-1 0 0,0 1 1 0 0,1 0-1 0 0,-1 10 1 0 0,2-13-2 0 0,1 0 1 0 0,-1 0-1 0 0,1 0 1 0 0,1 0 0 0 0,-1 0-1 0 0,1-1 1 0 0,0 1 0 0 0,0 0-1 0 0,0-1 1 0 0,1 1-1 0 0,0-1 1 0 0,4 5 0 0 0,3 4 19 0 0,2 0 1 0 0,21 20 0 0 0,-20-21-19 0 0,16 17 254 0 0,-28-29-202 0 0,0 7 113 0 0,-1-8-172 0 0,0 1-1 0 0,0-1 0 0 0,0 1 0 0 0,0-1 0 0 0,1 1 0 0 0,-1-1 1 0 0,0 1-1 0 0,0-1 0 0 0,0 1 0 0 0,0 0 0 0 0,0-1 0 0 0,0 1 0 0 0,-1-1 1 0 0,1 1-1 0 0,0-1 0 0 0,0 1 0 0 0,0-1 0 0 0,0 1 0 0 0,-1-1 1 0 0,1 1-1 0 0,0-1 0 0 0,0 1 0 0 0,-1-1 0 0 0,0 1 0 0 0,-7 10 26 0 0,-1-1-1 0 0,0 0 1 0 0,0-1-1 0 0,-1 0 1 0 0,-1-1-1 0 0,-16 12 1 0 0,4-6-47 0 0,0-1 0 0 0,-32 12 0 0 0,49-22-462 0 0,0 0 0 0 0,0-1 0 0 0,0 0 0 0 0,0 0 0 0 0,-1-1 0 0 0,1 0 0 0 0,0 0 0 0 0,-1 0 1 0 0,-6-1-1 0 0,12 0 120 0 0,0 0 0 0 0,0-1 0 0 0,-1 1 1 0 0,1-1-1 0 0,0 1 0 0 0,0-1 1 0 0,0 1-1 0 0,0-1 0 0 0,0 0 0 0 0,0 0 1 0 0,0 1-1 0 0,1-1 0 0 0,-1 0 1 0 0,0 0-1 0 0,0 0 0 0 0,0 0 0 0 0,1 0 1 0 0,-1 0-1 0 0,1 0 0 0 0,-1 0 1 0 0,1 0-1 0 0,-2-2 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15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65 432 0 0,'30'-46'15247'0'0,"-17"28"-10089"0"0,-9 19-4569 0 0,-4-1-566 0 0,0 0 0 0 0,1 0 0 0 0,-1 0 0 0 0,0 0 0 0 0,0 0 0 0 0,1 0 1 0 0,-1 0-1 0 0,0 0 0 0 0,1 0 0 0 0,-1 0 0 0 0,0 0 0 0 0,1 0 1 0 0,-1 0-1 0 0,0 0 0 0 0,0 0 0 0 0,1 0 0 0 0,-1 1 0 0 0,0-1 0 0 0,0 0 1 0 0,1 0-1 0 0,-1 0 0 0 0,0 0 0 0 0,0 1 0 0 0,1-1 0 0 0,-1 0 0 0 0,0 0 1 0 0,0 1-1 0 0,0-1 0 0 0,0 0 0 0 0,1 0 0 0 0,-1 1 0 0 0,0-1 1 0 0,0 1-1 0 0,5 30 1444 0 0,-1-1 1 0 0,-1 57 0 0 0,-12 68 5 0 0,2-54-1017 0 0,-26 294 207 0 0,31-367-1174 0 0,2-27 377 0 0,0 0 0 0 0,1 0 1 0 0,-1 1-1 0 0,0-1 0 0 0,0 0 0 0 0,0 0 0 0 0,1 0 0 0 0,-1 0 0 0 0,0 0 1 0 0,1 0-1 0 0,-1 0 0 0 0,1 0 0 0 0,-1 0 0 0 0,1 0 0 0 0,0-1 0 0 0,-1 1 1 0 0,1 0-1 0 0,0 0 0 0 0,0 0 0 0 0,0-1 0 0 0,0 2 0 0 0,1-2-124 0 0,0 0-1 0 0,0 0 0 0 0,-1-1 0 0 0,1 1 1 0 0,0 0-1 0 0,-1-1 0 0 0,1 1 1 0 0,0-1-1 0 0,-1 0 0 0 0,1 1 0 0 0,-1-1 1 0 0,1 0-1 0 0,-1 0 0 0 0,0 0 0 0 0,3-2 1 0 0,-2 2-227 0 0,7-6-1525 0 0,0 0 1 0 0,0-1-1 0 0,0 0 0 0 0,-1 0 1 0 0,8-10-1 0 0,0-5-4656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16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161 205 3076 0 0,'-146'22'13734'0'0,"143"-22"-13248"0"0,-5-1 81 0 0,8 1-560 0 0,0 0 0 0 0,0 0 0 0 0,0 0 0 0 0,0 0 0 0 0,0 0 0 0 0,-1 0 0 0 0,1 0 0 0 0,0 0 0 0 0,0 0 0 0 0,0 0 0 0 0,0 0 0 0 0,0 0 0 0 0,0 0 0 0 0,-1 0 0 0 0,1 0 0 0 0,0 0 0 0 0,0 0 0 0 0,0 0 0 0 0,0 0 0 0 0,0 0 0 0 0,0 0 0 0 0,-1 0 0 0 0,1 0 0 0 0,0 0 0 0 0,0 0 0 0 0,0 0 0 0 0,0 0 0 0 0,0-1 0 0 0,0 1 0 0 0,0 0 0 0 0,0 0 0 0 0,-1 0 0 0 0,1 0 0 0 0,0 0 0 0 0,0 0 0 0 0,0 0 0 0 0,0-1 0 0 0,0 1 0 0 0,0 0 0 0 0,0 0 0 0 0,0 0 0 0 0,0 0 0 0 0,0 0 0 0 0,0 0 0 0 0,0-1 0 0 0,0 1 0 0 0,0 0 0 0 0,0 0 0 0 0,0 0 0 0 0,0 0 0 0 0,0 0 0 0 0,0 0 0 0 0,0-1 0 0 0,0 1 0 0 0,21-15 125 0 0,0 2-1 0 0,1 0 1 0 0,0 1-1 0 0,1 1 1 0 0,39-13-1 0 0,-19 7-42 0 0,113-41-468 0 0,-84 32-2557 0 0,-1-2-5316 0 0,-59 23 3097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18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97 488 0 0,'-3'-3'765'0'0,"1"0"0"0"0,1 0 0 0 0,-1 0 0 0 0,0 0 0 0 0,1-1 0 0 0,-1 1 0 0 0,0-6 0 0 0,1 7-607 0 0,1 0 0 0 0,0 0 0 0 0,0-1 0 0 0,0 1-1 0 0,0 0 1 0 0,0-1 0 0 0,1 1 0 0 0,-1 0 0 0 0,0-1 0 0 0,1 1 0 0 0,0 0-1 0 0,0 0 1 0 0,0-1 0 0 0,0 1 0 0 0,0 0 0 0 0,0 0 0 0 0,0 0 0 0 0,3-3 0 0 0,-3 4-129 0 0,0-1 1 0 0,0 1-1 0 0,0 0 0 0 0,0-1 1 0 0,0 1-1 0 0,0 0 1 0 0,1 0-1 0 0,-1-1 1 0 0,1 1-1 0 0,-1 0 1 0 0,1 0-1 0 0,-1 1 1 0 0,1-1-1 0 0,-1 0 1 0 0,1 0-1 0 0,0 1 1 0 0,-1-1-1 0 0,1 1 1 0 0,0-1-1 0 0,0 1 1 0 0,-1 0-1 0 0,1 0 1 0 0,0 0-1 0 0,0 0 1 0 0,0 0-1 0 0,-1 0 0 0 0,1 0 1 0 0,0 1-1 0 0,0-1 1 0 0,-1 1-1 0 0,1-1 1 0 0,0 1-1 0 0,-1-1 1 0 0,1 1-1 0 0,-1 0 1 0 0,1 0-1 0 0,-1 0 1 0 0,1 0-1 0 0,-1 0 1 0 0,1 0-1 0 0,-1 1 1 0 0,2 1-1 0 0,3 3-16 0 0,-1 0 0 0 0,0 0 0 0 0,0 0-1 0 0,-1 0 1 0 0,0 1 0 0 0,0 0 0 0 0,-1 0 0 0 0,4 10-1 0 0,-3-3 0 0 0,0 0 0 0 0,-2 1-1 0 0,0-1 1 0 0,0 1 0 0 0,-2 0 0 0 0,0-1-1 0 0,0 1 1 0 0,-1 0 0 0 0,-4 17-1 0 0,-1-5 19 0 0,-1 0 0 0 0,-1 0 0 0 0,-22 49 0 0 0,26-68 135 0 0,0 1 1 0 0,-1-1-1 0 0,0 0 0 0 0,-1 0 1 0 0,-8 9-1 0 0,13-16 200 0 0,-1-2-204 0 0,1 1-151 0 0,0 0-1 0 0,1 0 0 0 0,-1-1 1 0 0,0 1-1 0 0,1 0 1 0 0,-1-1-1 0 0,1 1 0 0 0,-1 0 1 0 0,0-1-1 0 0,1 1 1 0 0,-1-1-1 0 0,1 1 0 0 0,-1-1 1 0 0,1 1-1 0 0,0-1 1 0 0,-1 0-1 0 0,1 1 1 0 0,0-1-1 0 0,-1-1 0 0 0,0-18 113 0 0,5 4-100 0 0,-1 0 0 0 0,2 0 0 0 0,0 0-1 0 0,1 1 1 0 0,1 0 0 0 0,0 0 0 0 0,12-17 0 0 0,-1 4 105 0 0,1 1 1 0 0,38-40 0 0 0,-52 60-123 0 0,1 1 0 0 0,1 0 0 0 0,-1 0 0 0 0,1 0 0 0 0,0 1 1 0 0,0 0-1 0 0,1 1 0 0 0,-1 0 0 0 0,1 0 0 0 0,0 0 0 0 0,14-3 1 0 0,-20 6-5 0 0,1 1 1 0 0,-1 0-1 0 0,0 1 1 0 0,0-1-1 0 0,1 0 1 0 0,-1 1 0 0 0,0-1-1 0 0,0 1 1 0 0,0 0-1 0 0,0-1 1 0 0,0 1 0 0 0,0 0-1 0 0,0 0 1 0 0,0 1-1 0 0,0-1 1 0 0,0 0-1 0 0,0 1 1 0 0,-1-1 0 0 0,1 1-1 0 0,-1-1 1 0 0,1 1-1 0 0,-1 0 1 0 0,1 0 0 0 0,-1 0-1 0 0,0 0 1 0 0,0-1-1 0 0,0 2 1 0 0,1 2-1 0 0,2 4 9 0 0,0 0-1 0 0,-1-1 0 0 0,-1 1 0 0 0,1 0 0 0 0,0 13 0 0 0,-2-5-48 0 0,-1 0-1 0 0,-1 0 1 0 0,-1-1-1 0 0,0 1 1 0 0,-1 0-1 0 0,-9 26 1 0 0,-2 13-3388 0 0,13-52 2253 0 0,2 11-2532 0 0,2-5 918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19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161 272 1168 0 0,'11'-74'12106'0'0,"-10"72"-11607"0"0,-1 1-438 0 0,0 1 1 0 0,0-1 0 0 0,0 0 0 0 0,0 1 0 0 0,0-1 0 0 0,0 1 0 0 0,0-1-1 0 0,0 1 1 0 0,0-1 0 0 0,0 0 0 0 0,0 1 0 0 0,0-1 0 0 0,-1 1 0 0 0,1-1-1 0 0,0 1 1 0 0,0-1 0 0 0,-1 0 0 0 0,-5 7 13 0 0,0 0 0 0 0,1 0 0 0 0,-1 1 0 0 0,1 0-1 0 0,0 0 1 0 0,1 0 0 0 0,0 1 0 0 0,0 0 0 0 0,1-1 0 0 0,-4 14 0 0 0,1-3-38 0 0,2 0 0 0 0,0 0 1 0 0,-3 35-1 0 0,6-50-22 0 0,1 1 1 0 0,0 0 0 0 0,0 0-1 0 0,0 0 1 0 0,1 0 0 0 0,-1 0-1 0 0,1 0 1 0 0,0 0 0 0 0,0-1-1 0 0,0 1 1 0 0,0 0-1 0 0,1-1 1 0 0,0 1 0 0 0,-1-1-1 0 0,1 1 1 0 0,1-1 0 0 0,-1 0-1 0 0,0 0 1 0 0,1 0 0 0 0,-1 0-1 0 0,1 0 1 0 0,0-1 0 0 0,0 1-1 0 0,0-1 1 0 0,1 0-1 0 0,-1 0 1 0 0,0 0 0 0 0,1 0-1 0 0,-1 0 1 0 0,1-1 0 0 0,0 1-1 0 0,-1-1 1 0 0,1 0 0 0 0,0-1-1 0 0,0 1 1 0 0,0 0 0 0 0,0-1-1 0 0,5 0 1 0 0,-4 0 5 0 0,0 0-1 0 0,0-1 1 0 0,0 1 0 0 0,0-1 0 0 0,0 0 0 0 0,0 0 0 0 0,0-1-1 0 0,0 1 1 0 0,-1-1 0 0 0,1 0 0 0 0,-1-1 0 0 0,1 1-1 0 0,-1-1 1 0 0,0 1 0 0 0,0-1 0 0 0,0-1 0 0 0,0 1-1 0 0,-1-1 1 0 0,1 1 0 0 0,-1-1 0 0 0,0 0 0 0 0,0 0 0 0 0,0 0-1 0 0,0 0 1 0 0,-1-1 0 0 0,0 1 0 0 0,0-1 0 0 0,0 0-1 0 0,-1 0 1 0 0,1 1 0 0 0,0-10 0 0 0,-1 1-7 0 0,-1 0-1 0 0,0 0 1 0 0,-1 0-1 0 0,0 1 1 0 0,-1-1 0 0 0,-1 1-1 0 0,0-1 1 0 0,-1 1 0 0 0,0 0-1 0 0,0 0 1 0 0,-2 0-1 0 0,-7-13 1 0 0,9 18-22 0 0,0 0 0 0 0,-1 0 0 0 0,0 0 0 0 0,0 0 0 0 0,-1 1 1 0 0,1 0-1 0 0,-1 0 0 0 0,-1 0 0 0 0,1 1 0 0 0,-1 0 0 0 0,0 0 0 0 0,0 0 0 0 0,-1 1 0 0 0,1 1 0 0 0,-1-1 0 0 0,0 1 0 0 0,0 0 0 0 0,0 1 0 0 0,-12-3 1 0 0,15 5-12 0 0,0 0 0 0 0,0 1 0 0 0,0-1 0 0 0,0 1 0 0 0,0 0 0 0 0,0 0 0 0 0,0 0 0 0 0,0 1 0 0 0,0 0 1 0 0,0 0-1 0 0,1 0 0 0 0,-1 1 0 0 0,1-1 0 0 0,-1 1 0 0 0,1 0 0 0 0,0 0 0 0 0,0 1 0 0 0,1-1 0 0 0,-1 1 1 0 0,1 0-1 0 0,-1 0 0 0 0,1 0 0 0 0,1 0 0 0 0,-1 0 0 0 0,0 1 0 0 0,-1 5 0 0 0,2-7-42 0 0,0 0 0 0 0,1 1-1 0 0,0-1 1 0 0,0 0 0 0 0,0 1-1 0 0,0-1 1 0 0,0 1 0 0 0,1-1-1 0 0,0 1 1 0 0,-1-1 0 0 0,1 1-1 0 0,1 0 1 0 0,-1-1 0 0 0,0 1-1 0 0,1-1 1 0 0,0 1 0 0 0,0-1-1 0 0,0 1 1 0 0,0-1 0 0 0,0 0-1 0 0,1 0 1 0 0,-1 1 0 0 0,1-1-1 0 0,0 0 1 0 0,0 0 0 0 0,0-1-1 0 0,1 1 1 0 0,-1 0 0 0 0,1-1-1 0 0,-1 1 1 0 0,1-1 0 0 0,0 0-1 0 0,0 0 1 0 0,0 0 0 0 0,0 0-1 0 0,0 0 1 0 0,6 1 0 0 0,5 2-268 0 0,0 0 1 0 0,1-1-1 0 0,-1-1 1 0 0,1-1-1 0 0,0 0 1 0 0,0-1-1 0 0,0 0 1 0 0,0-1 0 0 0,0-1-1 0 0,19-3 1 0 0,-6-1 56 0 0,1-1 0 0 0,-1-2 0 0 0,0-1 1 0 0,36-16-1 0 0,-42 13 488 0 0,0-1-1 0 0,-1-1 1 0 0,0 0 0 0 0,33-33 0 0 0,9-5 1246 0 0,-62 51-1457 0 0,-1 0 1 0 0,1 1 0 0 0,0-1 0 0 0,0 1-1 0 0,-1-1 1 0 0,1 1 0 0 0,0 0-1 0 0,0-1 1 0 0,0 1 0 0 0,0 0 0 0 0,-1 0-1 0 0,1-1 1 0 0,0 1 0 0 0,0 0-1 0 0,0 0 1 0 0,0 0 0 0 0,0 0-1 0 0,-1 0 1 0 0,1 0 0 0 0,0 0 0 0 0,0 1-1 0 0,0-1 1 0 0,0 0 0 0 0,0 0-1 0 0,0 1 1 0 0,1 0-2 0 0,-1 0 0 0 0,1 0 0 0 0,-1 0 0 0 0,1 1 0 0 0,-1-1 0 0 0,0 0 0 0 0,0 1 0 0 0,1-1 0 0 0,-1 1-1 0 0,0-1 1 0 0,1 3 0 0 0,1 3 72 0 0,0 0 0 0 0,0 0 0 0 0,-1 0 0 0 0,3 12-1 0 0,-2 1 132 0 0,-1 1 0 0 0,-1-1-1 0 0,0 1 1 0 0,-3 21-1 0 0,-15 80 3664 0 0,16-112-3157 0 0,0-9-276 0 0,-3 5 778 0 0,4-10-1179 0 0,-1 0 0 0 0,1-1 0 0 0,0 1 0 0 0,0-1 0 0 0,1 1 0 0 0,-1-1 0 0 0,1 1 0 0 0,0-1 0 0 0,2-5 0 0 0,17-44 31 0 0,-13 36-43 0 0,3-6-38 0 0,0-1 0 0 0,2 1 1 0 0,1 1-1 0 0,1 0 0 0 0,1 1 1 0 0,1 1-1 0 0,0 0 1 0 0,2 1-1 0 0,0 1 0 0 0,2 0 1 0 0,28-20-1 0 0,-42 35 1 0 0,0 0 0 0 0,1 1 1 0 0,-1-1-1 0 0,1 1 0 0 0,0 1 0 0 0,0 0 0 0 0,0 0 0 0 0,0 0 0 0 0,12-1 0 0 0,-17 3 10 0 0,0 0 0 0 0,0 0-1 0 0,0 0 1 0 0,-1 1 0 0 0,1-1-1 0 0,0 1 1 0 0,0-1-1 0 0,-1 1 1 0 0,1-1 0 0 0,0 1-1 0 0,-1 0 1 0 0,1 0 0 0 0,-1 0-1 0 0,1 0 1 0 0,-1 0-1 0 0,1 0 1 0 0,-1 0 0 0 0,0 0-1 0 0,2 3 1 0 0,18 27-18 0 0,-19-24 22 0 0,0-1-1 0 0,0 0 0 0 0,0 0 0 0 0,-1 1 0 0 0,0-1 0 0 0,0 1 0 0 0,0-1 1 0 0,-1 1-1 0 0,0-1 0 0 0,-1 1 0 0 0,-1 11 0 0 0,-3 8 20 0 0,-11 36-1 0 0,12-49 23 0 0,1-4-529 0 0,0-1 1 0 0,1 1-1 0 0,0-1 1 0 0,1 1-1 0 0,0 0 1 0 0,0 0-1 0 0,1 15 1 0 0,1-23 113 0 0,1 0 1 0 0,-1 0-1 0 0,1 0 0 0 0,-1 0 1 0 0,1 0-1 0 0,0-1 1 0 0,0 1-1 0 0,-1 0 0 0 0,1-1 1 0 0,0 0-1 0 0,0 1 1 0 0,0-1-1 0 0,3 0 0 0 0,24-2-7991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20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40 908 0 0,'-37'-2'27686'0'0,"33"4"-26685"0"0,-1 4-3649 0 0,5-6 2647 0 0,0 0-1 0 0,0 1 1 0 0,1-1 0 0 0,-1 0-1 0 0,0 1 1 0 0,0-1 0 0 0,0 0-1 0 0,0 0 1 0 0,0 1-1 0 0,0-1 1 0 0,1 0 0 0 0,-1 1-1 0 0,0-1 1 0 0,0 0 0 0 0,0 0-1 0 0,1 0 1 0 0,-1 1 0 0 0,0-1-1 0 0,0 0 1 0 0,1 0 0 0 0,-1 0-1 0 0,0 1 1 0 0,1-1-1 0 0,27 0-1160 0 0,0-1 0 0 0,0-1-1 0 0,0-2 1 0 0,37-8 0 0 0,-23 3-1545 0 0,37-7-6890 0 0,-54 9 3202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22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92 1368 0 0,'0'0'1129'0'0,"-4"0"-122"0"0,-47-3 4204 0 0,48 3-4686 0 0,-14-1 1564 0 0,16 1-2065 0 0,1 0 0 0 0,0 0-1 0 0,0 0 1 0 0,-1 1 0 0 0,1-1 0 0 0,0 0-1 0 0,0 0 1 0 0,0 0 0 0 0,-1 0 0 0 0,1-1-1 0 0,0 1 1 0 0,0 0 0 0 0,0 0 0 0 0,-1 0-1 0 0,1 0 1 0 0,0 0 0 0 0,0 0 0 0 0,0 0 0 0 0,-1 0-1 0 0,1 0 1 0 0,0 0 0 0 0,0-1 0 0 0,0 1-1 0 0,-1 0 1 0 0,1 0 0 0 0,0 0 0 0 0,0 0-1 0 0,0 0 1 0 0,0-1 0 0 0,0 1 0 0 0,0 0-1 0 0,-1 0 1 0 0,1 0 0 0 0,0-1 0 0 0,0 1-1 0 0,0 0 1 0 0,0 0 0 0 0,0 0 0 0 0,0-1 0 0 0,0 1-1 0 0,0 0 1 0 0,0 0 0 0 0,0 0 0 0 0,0-1-1 0 0,0 1 1 0 0,0 0 0 0 0,0 0 0 0 0,0-1-1 0 0,0 1 1 0 0,0 0 0 0 0,0 0 0 0 0,0 0-1 0 0,0-1 1 0 0,0 1 0 0 0,1 0 0 0 0,14-10 345 0 0,27-6-270 0 0,-12 7-18 0 0,-1 2 0 0 0,43-6 0 0 0,-60 11-82 0 0,1 1 0 0 0,-1 1-1 0 0,1 0 1 0 0,-1 0 0 0 0,1 2 0 0 0,-1-1-1 0 0,1 2 1 0 0,18 5 0 0 0,-28-7 5 0 0,0 0 0 0 0,0 0 0 0 0,0 1-1 0 0,0-1 1 0 0,0 1 0 0 0,0-1 0 0 0,-1 1 0 0 0,1 0 0 0 0,-1 0 0 0 0,1 1 0 0 0,-1-1-1 0 0,0 0 1 0 0,0 1 0 0 0,0-1 0 0 0,0 1 0 0 0,0 0 0 0 0,-1-1 0 0 0,1 1 0 0 0,1 4-1 0 0,-2-2 3 0 0,0 0-1 0 0,-1-1 1 0 0,1 1-1 0 0,-1-1 0 0 0,0 1 1 0 0,0 0-1 0 0,0-1 0 0 0,-1 1 1 0 0,1 0-1 0 0,-1-1 0 0 0,0 1 1 0 0,-2 4-1 0 0,-3 6 39 0 0,-1 1 0 0 0,0-1 1 0 0,-1-1-1 0 0,-1 0 0 0 0,0 0 0 0 0,-16 18 1 0 0,-16 12 242 0 0,-3-2-1 0 0,-49 38 1 0 0,75-65-231 0 0,-33 30 380 0 0,49-44-377 0 0,4 2-21 0 0,-2-3-37 0 0,0 1-1 0 0,0-1 1 0 0,0 0 0 0 0,0 0-1 0 0,0 0 1 0 0,0 1-1 0 0,0-1 1 0 0,0 0-1 0 0,0 0 1 0 0,1 0 0 0 0,-1 1-1 0 0,0-1 1 0 0,0 0-1 0 0,0 0 1 0 0,0 0 0 0 0,0 1-1 0 0,0-1 1 0 0,1 0-1 0 0,-1 0 1 0 0,0 0-1 0 0,0 0 1 0 0,0 1 0 0 0,0-1-1 0 0,1 0 1 0 0,-1 0-1 0 0,0 0 1 0 0,0 0-1 0 0,0 0 1 0 0,0 0 0 0 0,1 0-1 0 0,-1 0 1 0 0,0 0-1 0 0,0 0 1 0 0,1 0 0 0 0,-1 1-1 0 0,0-1 1 0 0,0 0-1 0 0,0 0 1 0 0,1-1-1 0 0,9 2-8 0 0,0 0 0 0 0,1 0 0 0 0,-1 0 0 0 0,0 1 0 0 0,0 1 0 0 0,-1 0 0 0 0,1 0 0 0 0,0 1 0 0 0,-1 0 0 0 0,13 8-1 0 0,-9-3 2 0 0,0 0-1 0 0,0 1 1 0 0,-1 0-1 0 0,-1 0 0 0 0,0 2 1 0 0,13 16-1 0 0,-9-8-4 0 0,-2 0 0 0 0,0 1 0 0 0,-1 0 0 0 0,-1 1 0 0 0,-1 1 0 0 0,-2-1 0 0 0,0 2 0 0 0,9 44 0 0 0,-15-57 105 0 0,-1 0 0 0 0,0 0 0 0 0,-1 1 0 0 0,0-1 0 0 0,-1 1 0 0 0,0-1 1 0 0,-1 0-1 0 0,0 0 0 0 0,-1 0 0 0 0,0 0 0 0 0,0 0 0 0 0,-1 0 0 0 0,-6 9 0 0 0,7-14 49 0 0,-1 0 0 0 0,1 0-1 0 0,-1-1 1 0 0,0 0-1 0 0,-1 0 1 0 0,1 0-1 0 0,-1 0 1 0 0,0-1-1 0 0,0 0 1 0 0,0 0 0 0 0,-1 0-1 0 0,0-1 1 0 0,1 1-1 0 0,-1-1 1 0 0,0-1-1 0 0,-1 1 1 0 0,1-1-1 0 0,0 0 1 0 0,-1 0 0 0 0,1-1-1 0 0,-1 0 1 0 0,1 0-1 0 0,-11-1 1 0 0,7 0 2 0 0,0 0 0 0 0,1-1 0 0 0,-1-1 0 0 0,1 0 0 0 0,0 0 0 0 0,0-1 0 0 0,-1 0 0 0 0,2 0 0 0 0,-1-1 0 0 0,-10-6 0 0 0,15 8-133 0 0,1 0-1 0 0,-1 0 1 0 0,1-1 0 0 0,0 1 0 0 0,0-1 0 0 0,0 0 0 0 0,1 0 0 0 0,-1 0 0 0 0,1 0 0 0 0,-1 0 0 0 0,1 0-1 0 0,0-1 1 0 0,0 1 0 0 0,0-1 0 0 0,1 0 0 0 0,-1 1 0 0 0,1-1 0 0 0,0 0 0 0 0,0 0 0 0 0,1 0 0 0 0,-1 0-1 0 0,1 0 1 0 0,-1 0 0 0 0,1 0 0 0 0,0 0 0 0 0,2-7 0 0 0,1-2-73 0 0,1-1 1 0 0,0 1-1 0 0,1 0 0 0 0,0 1 1 0 0,1-1-1 0 0,0 1 1 0 0,14-18-1 0 0,64-75-503 0 0,-66 84 454 0 0,148-161-1384 0 0,58-69-1250 0 0,-213 237 2569 0 0,-1 0 0 0 0,-1 0 1 0 0,0-1-1 0 0,10-22 0 0 0,-16 30 112 0 0,0 0 0 0 0,-1 0 1 0 0,0 0-1 0 0,0 0 0 0 0,-1 0 0 0 0,0 0 0 0 0,0 0 0 0 0,-1-1 0 0 0,1 1 0 0 0,-2 0 0 0 0,1-1 0 0 0,-3-11 0 0 0,3 17 57 0 0,0 1 0 0 0,0 0 0 0 0,-1 0-1 0 0,1 0 1 0 0,0 0 0 0 0,-1 0 0 0 0,1 0 0 0 0,0 0-1 0 0,-1 0 1 0 0,1 0 0 0 0,-1 0 0 0 0,0 0-1 0 0,1 0 1 0 0,-1 0 0 0 0,0 0 0 0 0,0 1 0 0 0,1-1-1 0 0,-1 0 1 0 0,0 0 0 0 0,0 1 0 0 0,0-1 0 0 0,0 0-1 0 0,0 1 1 0 0,0-1 0 0 0,0 1 0 0 0,0 0-1 0 0,0-1 1 0 0,0 1 0 0 0,0 0 0 0 0,0-1 0 0 0,0 1-1 0 0,0 0 1 0 0,-1 0 0 0 0,1 0 0 0 0,0 0-1 0 0,0 0 1 0 0,0 0 0 0 0,0 0 0 0 0,0 1 0 0 0,0-1-1 0 0,0 0 1 0 0,0 0 0 0 0,0 1 0 0 0,0-1-1 0 0,0 1 1 0 0,-2 0 0 0 0,-2 2-10 0 0,1-1 1 0 0,0 1-1 0 0,0 0 0 0 0,0 0 0 0 0,0 1 1 0 0,0-1-1 0 0,0 1 0 0 0,-4 6 0 0 0,-2 5 3 0 0,1 1-1 0 0,0 0 1 0 0,1 1 0 0 0,1-1-1 0 0,1 1 1 0 0,0 1 0 0 0,2-1-1 0 0,0 1 1 0 0,0 0-1 0 0,2 0 1 0 0,-1 30 0 0 0,3-44 18 0 0,0 1 0 0 0,0-1 0 0 0,1 1 0 0 0,-1 0 0 0 0,1-1 0 0 0,0 0 0 0 0,1 1 0 0 0,-1-1 0 0 0,1 1 0 0 0,-1-1 0 0 0,1 0 0 0 0,1 0 0 0 0,-1 0 0 0 0,1 0 0 0 0,-1-1 0 0 0,6 6 0 0 0,-4-5 3 0 0,0 0 0 0 0,1-1 0 0 0,0 0 0 0 0,-1 0 0 0 0,1 0 0 0 0,0-1 0 0 0,0 0 0 0 0,0 1 0 0 0,1-2 0 0 0,-1 1 0 0 0,1-1 0 0 0,5 1 0 0 0,2 0-4 0 0,0-1 0 0 0,-1-1 0 0 0,1 0 0 0 0,0-1 0 0 0,0 0 0 0 0,0-1 0 0 0,0 0-1 0 0,-1-1 1 0 0,1-1 0 0 0,-1 0 0 0 0,12-6 0 0 0,-12 4-3 0 0,-1-1 0 0 0,1 0-1 0 0,-1-1 1 0 0,-1-1 0 0 0,0 1-1 0 0,0-1 1 0 0,0-1 0 0 0,-2 0-1 0 0,1 0 1 0 0,-1-1 0 0 0,0 0-1 0 0,-1-1 1 0 0,-1 1-1 0 0,0-1 1 0 0,0-1 0 0 0,4-14-1 0 0,-6 15 14 0 0,0 0-1 0 0,-2 0 0 0 0,1 0 0 0 0,-1-1 0 0 0,-1 1 1 0 0,0 0-1 0 0,-1-1 0 0 0,0 1 0 0 0,-1-1 0 0 0,-1 1 0 0 0,0 0 1 0 0,0-1-1 0 0,-1 1 0 0 0,-1 0 0 0 0,0 1 0 0 0,0-1 0 0 0,-11-19 1 0 0,-2 9-92 0 0,15 21 64 0 0,-1 1-48 0 0,2 0 56 0 0,0 0 1 0 0,0 1-1 0 0,1-1 0 0 0,-1 0 1 0 0,0 0-1 0 0,0 1 1 0 0,0-1-1 0 0,0 0 0 0 0,0 1 1 0 0,1-1-1 0 0,-1 1 0 0 0,0-1 1 0 0,0 1-1 0 0,1 0 1 0 0,-1-1-1 0 0,0 1 0 0 0,1 0 1 0 0,-1-1-1 0 0,0 1 0 0 0,1 0 1 0 0,-1 0-1 0 0,1-1 1 0 0,-1 1-1 0 0,1 0 0 0 0,0 0 1 0 0,-1 0-1 0 0,1 2 0 0 0,0-1 3 0 0,0 0-1 0 0,0 0 0 0 0,0 1 0 0 0,0-1 1 0 0,0 0-1 0 0,1 0 0 0 0,-1 1 0 0 0,1-1 0 0 0,0 0 1 0 0,0 0-1 0 0,1 3 0 0 0,1 1 7 0 0,0 0 1 0 0,1-1-1 0 0,0 1 0 0 0,0-1 1 0 0,0 0-1 0 0,0 0 0 0 0,1-1 1 0 0,6 6-1 0 0,2-2 9 0 0,0-1 0 0 0,1-1 0 0 0,-1 0 0 0 0,1 0 1 0 0,1-2-1 0 0,-1 1 0 0 0,1-2 0 0 0,15 2 0 0 0,-8-2 14 0 0,-1-2 0 0 0,0 0 0 0 0,1-1 0 0 0,-1-2-1 0 0,24-3 1 0 0,-39 4 15 0 0,1-1 1 0 0,0 0-1 0 0,0 0 0 0 0,-1 0 0 0 0,1-1 0 0 0,-1 1 1 0 0,7-6-1 0 0,-10 7-26 0 0,0-1 0 0 0,-1 0 0 0 0,0 0 0 0 0,1 0 0 0 0,-1-1 0 0 0,0 1 0 0 0,0 0 0 0 0,0-1 0 0 0,-1 1 0 0 0,1-1 0 0 0,0 0 0 0 0,-1 0 0 0 0,0 1 0 0 0,1-1 0 0 0,-1 0 0 0 0,-1 0 0 0 0,1 0 0 0 0,0 0 0 0 0,-1 0 0 0 0,1 0 0 0 0,-1-6 0 0 0,-1 8-16 0 0,0 1 0 0 0,0 0 0 0 0,-1 0 0 0 0,1 0 0 0 0,0 0 0 0 0,0 0 0 0 0,0 0 0 0 0,-1 1 0 0 0,1-1 0 0 0,0 0 0 0 0,-2 1 0 0 0,2-1-2 0 0,-4 4 0 0 0,-1-1 0 0 0,1 1 1 0 0,0 0-1 0 0,0 0 1 0 0,0 0-1 0 0,0 1 0 0 0,1 0 1 0 0,0 0-1 0 0,0 0 0 0 0,0 0 1 0 0,-5 10-1 0 0,-4 5 2 0 0,0-3 0 0 0,1 0 0 0 0,1 2 0 0 0,0-1-1 0 0,1 1 1 0 0,2 1 0 0 0,0-1 0 0 0,-6 23-1 0 0,13-38 15 0 0,0 0-1 0 0,0 1 0 0 0,0 0 1 0 0,1-1-1 0 0,0 1 0 0 0,-1-1 0 0 0,2 1 1 0 0,-1 0-1 0 0,0-1 0 0 0,1 1 1 0 0,0-1-1 0 0,0 1 0 0 0,0-1 0 0 0,1 0 1 0 0,0 1-1 0 0,-1-1 0 0 0,1 0 1 0 0,1 0-1 0 0,2 5 0 0 0,-1-5-3 0 0,-1-1 0 0 0,1 0 0 0 0,0 0-1 0 0,0 0 1 0 0,0 0 0 0 0,0 0 0 0 0,0-1-1 0 0,1 0 1 0 0,-1 0 0 0 0,1 0 0 0 0,-1 0 0 0 0,1-1-1 0 0,0 1 1 0 0,0-1 0 0 0,0-1 0 0 0,-1 1 0 0 0,10 0-1 0 0,-1-1 1 0 0,1 0-1 0 0,-1 0 1 0 0,0-1 0 0 0,0-1-1 0 0,0 0 1 0 0,0-1-1 0 0,0-1 1 0 0,0 0-1 0 0,0 0 1 0 0,-1-1-1 0 0,0-1 1 0 0,0 0-1 0 0,-1-1 1 0 0,0 0-1 0 0,0 0 1 0 0,0-1-1 0 0,-1-1 1 0 0,0 0-1 0 0,-1 0 1 0 0,0-1 0 0 0,0 0-1 0 0,-1-1 1 0 0,0 0-1 0 0,-1 0 1 0 0,0 0-1 0 0,8-22 1 0 0,22-65 1537 0 0,-36 96-1397 0 0,-13 26-129 0 0,5-10-13 0 0,0 3-4 0 0,0 1 0 0 0,2 0 0 0 0,-6 35 0 0 0,10-45 12 0 0,0 0 0 0 0,0 0 0 0 0,1 0 0 0 0,0-1 0 0 0,1 1 0 0 0,0 0 0 0 0,0 0 0 0 0,1-1 0 0 0,0 1 0 0 0,0-1 0 0 0,0 1 0 0 0,5 7 1 0 0,-6-12-3 0 0,0-1 1 0 0,1 1 0 0 0,-1-1-1 0 0,1 0 1 0 0,0 0 0 0 0,-1 0-1 0 0,1 0 1 0 0,0 0 0 0 0,0 0-1 0 0,0 0 1 0 0,0-1 0 0 0,1 1-1 0 0,-1-1 1 0 0,0 0 0 0 0,1 1-1 0 0,-1-1 1 0 0,1 0 0 0 0,-1 0-1 0 0,4 0 1 0 0,-2 0 9 0 0,0-1 1 0 0,0 0-1 0 0,0 0 0 0 0,0 0 1 0 0,0-1-1 0 0,0 1 0 0 0,0-1 0 0 0,0 0 1 0 0,0 0-1 0 0,0 0 0 0 0,6-4 1 0 0,0 0 18 0 0,0-1 1 0 0,0 0 0 0 0,-1 0 0 0 0,0-1-1 0 0,-1 0 1 0 0,1-1 0 0 0,-1 0 0 0 0,10-12-1 0 0,-10 7-29 0 0,0 1-1 0 0,0-1 0 0 0,-2 0 1 0 0,1-1-1 0 0,-2 0 1 0 0,0 0-1 0 0,0 0 0 0 0,-1 0 1 0 0,-1-1-1 0 0,0 0 0 0 0,-1 1 1 0 0,-1-1-1 0 0,-1 0 1 0 0,-1-25-1 0 0,0 36-120 0 0,1 1 0 0 0,-1 0 0 0 0,0-1 0 0 0,-1 1 0 0 0,1 0 0 0 0,0 0 0 0 0,-1-1 0 0 0,0 1 0 0 0,0 0 0 0 0,0 1 0 0 0,0-1 0 0 0,0 0 0 0 0,-1 1 0 0 0,1-1 0 0 0,-1 1 0 0 0,1 0 0 0 0,-1-1 0 0 0,0 1 0 0 0,-6-3 0 0 0,1 2-1271 0 0,0-1-1 0 0,0 1 1 0 0,0 1-1 0 0,-1-1 0 0 0,1 1 1 0 0,-13-1-1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25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206 672 1524 0 0,'0'0'10204'0'0,"0"0"-10152"0"0,-1 0 0 0 0,0 0-1 0 0,1 0 1 0 0,-1 0-1 0 0,0 1 1 0 0,1-1-1 0 0,-1 0 1 0 0,1 0 0 0 0,-1 1-1 0 0,0-1 1 0 0,1 0-1 0 0,-1 0 1 0 0,1 1-1 0 0,-1-1 1 0 0,1 1 0 0 0,-2 0-1 0 0,3 0 35 0 0,0 0 0 0 0,0 0 0 0 0,-1 0 0 0 0,1 0 0 0 0,0 0-1 0 0,0 0 1 0 0,0 0 0 0 0,0-1 0 0 0,0 1 0 0 0,0 0 0 0 0,0 0 0 0 0,1-1-1 0 0,-1 1 1 0 0,0-1 0 0 0,0 1 0 0 0,0-1 0 0 0,1 0 0 0 0,-1 1 0 0 0,0-1 0 0 0,2 0-1 0 0,1 0 67 0 0,-1 0 0 0 0,0 0-1 0 0,0 0 1 0 0,0-1-1 0 0,1 1 1 0 0,-1-1-1 0 0,0 0 1 0 0,4-1-1 0 0,-2-1-26 0 0,0 1-1 0 0,0-1 0 0 0,0 1 1 0 0,0-1-1 0 0,0-1 1 0 0,-1 1-1 0 0,1-1 0 0 0,-1 1 1 0 0,5-7-1 0 0,-5 4-112 0 0,-1 1 0 0 0,0-1 0 0 0,0 0-1 0 0,-1 0 1 0 0,1 0 0 0 0,-1-1 0 0 0,-1 1 0 0 0,1 0 0 0 0,-1-1-1 0 0,0 1 1 0 0,-1-1 0 0 0,0 0 0 0 0,0 1 0 0 0,0-1-1 0 0,0 1 1 0 0,-1-1 0 0 0,0 1 0 0 0,-1-1 0 0 0,0 1 0 0 0,0 0-1 0 0,0 0 1 0 0,0-1 0 0 0,-1 2 0 0 0,-7-12 0 0 0,9 16-19 0 0,0 0 0 0 0,1 1 1 0 0,-1-1-1 0 0,0 0 0 0 0,0 1 1 0 0,0-1-1 0 0,-1 0 1 0 0,1 1-1 0 0,0 0 0 0 0,0-1 1 0 0,0 1-1 0 0,0 0 0 0 0,0-1 1 0 0,0 1-1 0 0,-1 0 1 0 0,1 0-1 0 0,0 0 0 0 0,0 0 1 0 0,0 0-1 0 0,-1 0 0 0 0,0 1 1 0 0,-25 7-70 0 0,18-3 53 0 0,0 1 0 0 0,1 0 0 0 0,-1 0-1 0 0,1 1 1 0 0,1 0 0 0 0,-14 16 0 0 0,-36 53-69 0 0,50-65 80 0 0,-9 10-5 0 0,2 1 0 0 0,0 1 1 0 0,2 0-1 0 0,0 1 1 0 0,2 0-1 0 0,1 1 1 0 0,0 0-1 0 0,2 1 1 0 0,-5 33-1 0 0,11-56 18 0 0,1 1 0 0 0,0-1 1 0 0,0 0-1 0 0,0 0 0 0 0,0 0 0 0 0,1 1 0 0 0,-1-1 0 0 0,1 0 0 0 0,0 0 0 0 0,0 0 0 0 0,0 0 0 0 0,0 0 1 0 0,0 0-1 0 0,1 0 0 0 0,-1 0 0 0 0,1-1 0 0 0,0 1 0 0 0,0-1 0 0 0,0 1 0 0 0,0-1 0 0 0,4 4 0 0 0,-3-4-2 0 0,1 0-1 0 0,-1 0 0 0 0,0 0 0 0 0,1 0 0 0 0,-1-1 0 0 0,1 1 0 0 0,0-1 0 0 0,-1 0 0 0 0,1 0 0 0 0,0-1 0 0 0,0 1 0 0 0,-1-1 0 0 0,1 0 0 0 0,0 1 0 0 0,0-2 0 0 0,0 1 0 0 0,5-1 0 0 0,14-5-188 0 0,0 0 0 0 0,-1-1 0 0 0,0-1 0 0 0,-1-1 0 0 0,0-1 0 0 0,0-1 0 0 0,-1-1 1 0 0,19-15-1 0 0,-2 0-257 0 0,-2-2 0 0 0,-1-2 0 0 0,34-40 0 0 0,-30 28 282 0 0,-3-2 0 0 0,-1-2 0 0 0,-3-1 0 0 0,-2-2 0 0 0,-2 0 0 0 0,-2-2 1 0 0,-2-1-1 0 0,16-59 0 0 0,-29 76 282 0 0,-1-1 0 0 0,-2 0 0 0 0,-1-1 0 0 0,0-45-1 0 0,-17 87-26 0 0,7 0-68 0 0,1 1 0 0 0,0-1 0 0 0,0 1 0 0 0,0-1 0 0 0,0 1 0 0 0,0 0 0 0 0,1 0 0 0 0,0 0 0 0 0,-2 8-1 0 0,-2 3 29 0 0,-77 236 893 0 0,82-248-934 0 0,-18 66 226 0 0,-10 72 0 0 0,24-101-168 0 0,1-1 0 0 0,2 1-1 0 0,4 52 1 0 0,0-76-40 0 0,0-1 0 0 0,0 1 0 0 0,2-1-1 0 0,0 0 1 0 0,1 0 0 0 0,11 24 0 0 0,-13-34-16 0 0,0 0 1 0 0,0 0-1 0 0,1 0 0 0 0,0-1 1 0 0,0 1-1 0 0,1-1 0 0 0,-1 0 0 0 0,1 0 1 0 0,0-1-1 0 0,1 0 0 0 0,-1 1 1 0 0,1-2-1 0 0,0 1 0 0 0,-1-1 0 0 0,2 0 1 0 0,-1 0-1 0 0,0 0 0 0 0,11 2 1 0 0,-4-3-14 0 0,0 0 0 0 0,-1 0 0 0 0,1-1 0 0 0,0-1-1 0 0,0-1 1 0 0,0 1 0 0 0,-1-2 0 0 0,1 0 0 0 0,0 0 0 0 0,-1-1 0 0 0,0-1 0 0 0,1 0 0 0 0,-1-1 0 0 0,-1 0 0 0 0,1-1 0 0 0,-1 0 0 0 0,16-11 0 0 0,-10 4-38 0 0,0-1 0 0 0,-1 0-1 0 0,-1-1 1 0 0,0 0 0 0 0,-1-1 0 0 0,-1-1 0 0 0,0 0-1 0 0,-1-1 1 0 0,16-33 0 0 0,-26 46 25 0 0,8-13 119 0 0,-2-1 0 0 0,0 0 0 0 0,-1 0 0 0 0,4-20 0 0 0,-11 39-103 0 0,-1 0 0 0 0,1 0-1 0 0,0 1 1 0 0,0-1 0 0 0,-1 0 0 0 0,1 0 0 0 0,0 1 0 0 0,0-1 0 0 0,-1 0 0 0 0,1 0 0 0 0,0 0 0 0 0,-1 0 0 0 0,1 1 0 0 0,0-1 0 0 0,-1 0 0 0 0,1 0 0 0 0,0 0 0 0 0,-1 0-1 0 0,1 0 1 0 0,-1 0 0 0 0,1 0 0 0 0,0 0 0 0 0,-1 0 0 0 0,1 0 0 0 0,0 0 0 0 0,-1 0 0 0 0,1 0 0 0 0,0 0 0 0 0,-1-1 0 0 0,1 1 0 0 0,0 0 0 0 0,-1 0 0 0 0,1 0 0 0 0,0 0-1 0 0,-1-1 1 0 0,1 1 0 0 0,0 0 0 0 0,0 0 0 0 0,-1-1 0 0 0,1 1 0 0 0,0 0 0 0 0,0 0 0 0 0,-1-1 0 0 0,1 1 0 0 0,0 0 0 0 0,0-1 0 0 0,0 1 0 0 0,-1 0 0 0 0,1-1 0 0 0,0 1-1 0 0,0 0 1 0 0,0-1 0 0 0,0 1 0 0 0,0 0 0 0 0,0-1 0 0 0,0 1 0 0 0,0 0 0 0 0,0-1 0 0 0,0 1 0 0 0,0 0 0 0 0,0-1 0 0 0,0 1 0 0 0,0-1 0 0 0,0 1 0 0 0,0 0-1 0 0,1-1 1 0 0,-1 1 0 0 0,-23 19 41 0 0,9-2-34 0 0,0 1-1 0 0,2 1 1 0 0,0 0 0 0 0,-11 22 0 0 0,18-28-3 0 0,-1-1 0 0 0,2 1 1 0 0,0 0-1 0 0,0 0 1 0 0,1 1-1 0 0,1-1 1 0 0,-2 28-1 0 0,4-38 2 0 0,0 1-1 0 0,0-1 1 0 0,0 1 0 0 0,1-1 0 0 0,0 0-1 0 0,-1 1 1 0 0,1-1 0 0 0,0 1 0 0 0,0-1-1 0 0,1 0 1 0 0,-1 0 0 0 0,1 0 0 0 0,0 0-1 0 0,0 0 1 0 0,0 0 0 0 0,0 0 0 0 0,0 0-1 0 0,0-1 1 0 0,1 1 0 0 0,-1-1-1 0 0,1 0 1 0 0,0 0 0 0 0,0 0 0 0 0,0 0-1 0 0,0 0 1 0 0,0 0 0 0 0,0-1 0 0 0,0 0-1 0 0,1 1 1 0 0,-1-1 0 0 0,0-1 0 0 0,1 1-1 0 0,6 1 1 0 0,-2-2-6 0 0,1 1 1 0 0,-1-1-1 0 0,1 0 1 0 0,-1-1-1 0 0,1 0 1 0 0,-1 0-1 0 0,0-1 1 0 0,0 0-1 0 0,0 0 1 0 0,0-1-1 0 0,0 0 0 0 0,0-1 1 0 0,9-5-1 0 0,-4 0-55 0 0,-1 0-1 0 0,0-2 1 0 0,0 1-1 0 0,-1-1 0 0 0,16-20 1 0 0,44-71-125 0 0,-37 50 118 0 0,-24 38 36 0 0,0-1-1 0 0,1 2 1 0 0,1 0-1 0 0,0 0 1 0 0,1 1 0 0 0,20-16-1 0 0,-29 26 18 0 0,0-1-1 0 0,0 0 0 0 0,1 1 0 0 0,-1 0 0 0 0,1 0 1 0 0,-1 0-1 0 0,1 1 0 0 0,-1-1 0 0 0,1 1 0 0 0,0 0 1 0 0,0 0-1 0 0,-1 1 0 0 0,1 0 0 0 0,0-1 0 0 0,0 2 1 0 0,0-1-1 0 0,0 0 0 0 0,0 1 0 0 0,-1 0 0 0 0,1 0 1 0 0,0 1-1 0 0,-1-1 0 0 0,1 1 0 0 0,-1 0 0 0 0,1 0 1 0 0,-1 0-1 0 0,7 6 0 0 0,-3-2 24 0 0,0 0 0 0 0,0 1 0 0 0,-1 1 0 0 0,0-1 0 0 0,-1 1 0 0 0,1 0-1 0 0,-1 0 1 0 0,-1 1 0 0 0,0 0 0 0 0,0 0 0 0 0,-1 0 0 0 0,0 1 0 0 0,0-1 0 0 0,-1 1 0 0 0,2 13 0 0 0,-4-18 106 0 0,0 0 0 0 0,0 1 1 0 0,-1-1-1 0 0,1 0 0 0 0,-1 1 1 0 0,-1-1-1 0 0,1 1 0 0 0,-1-1 1 0 0,0 0-1 0 0,0 1 0 0 0,-1-1 0 0 0,1 0 1 0 0,-1 0-1 0 0,0 0 0 0 0,-1 0 1 0 0,1 0-1 0 0,-1 0 0 0 0,0-1 0 0 0,0 1 1 0 0,0-1-1 0 0,-1 0 0 0 0,0 0 1 0 0,1 0-1 0 0,-1 0 0 0 0,-1-1 0 0 0,1 0 1 0 0,0 0-1 0 0,-1 0 0 0 0,-5 3 1 0 0,9-6-104 0 0,0 1 1 0 0,0 0 0 0 0,0-1-1 0 0,0 1 1 0 0,0-1 0 0 0,-1 1 0 0 0,1-1-1 0 0,0 0 1 0 0,0 1 0 0 0,0-1-1 0 0,0 0 1 0 0,0 0 0 0 0,-1 0-1 0 0,1 0 1 0 0,0 0 0 0 0,0 0 0 0 0,0 0-1 0 0,0 0 1 0 0,-1 0 0 0 0,1 0-1 0 0,0-1 1 0 0,0 1 0 0 0,0-1-1 0 0,0 1 1 0 0,0-1 0 0 0,0 1 0 0 0,0-1-1 0 0,0 1 1 0 0,0-1 0 0 0,0 0-1 0 0,0 0 1 0 0,0 1 0 0 0,0-1-1 0 0,1 0 1 0 0,-1 0 0 0 0,0 0 0 0 0,0 0-1 0 0,1 0 1 0 0,-1 0 0 0 0,1 0-1 0 0,-1 0 1 0 0,1 0 0 0 0,-1 0-1 0 0,1-2 1 0 0,-2-2-18 0 0,1 0 0 0 0,0-1 1 0 0,0 1-1 0 0,1 0 0 0 0,0 0 0 0 0,0 0 0 0 0,0-1 1 0 0,1-5-1 0 0,1 2-24 0 0,1 0 0 0 0,0-1 0 0 0,0 1 1 0 0,1 1-1 0 0,0-1 0 0 0,1 0 0 0 0,0 1 1 0 0,0 0-1 0 0,1 0 0 0 0,0 0 0 0 0,0 1 0 0 0,13-11 1 0 0,-12 11-3 0 0,1 1-1 0 0,0-1 1 0 0,0 1 0 0 0,0 1 0 0 0,1 0 0 0 0,0 0 0 0 0,0 1-1 0 0,0 0 1 0 0,1 0 0 0 0,0 1 0 0 0,17-3 0 0 0,-23 5 15 0 0,0 1 1 0 0,-1 0 0 0 0,1 0 0 0 0,0 1 0 0 0,0-1-1 0 0,-1 1 1 0 0,1-1 0 0 0,0 1 0 0 0,-1 1-1 0 0,1-1 1 0 0,-1 0 0 0 0,1 1 0 0 0,-1 0 0 0 0,0-1-1 0 0,0 1 1 0 0,1 1 0 0 0,-1-1 0 0 0,-1 0-1 0 0,1 1 1 0 0,0 0 0 0 0,0-1 0 0 0,-1 1 0 0 0,0 0-1 0 0,0 0 1 0 0,0 0 0 0 0,4 7 0 0 0,-2-1 15 0 0,0 0 0 0 0,-1-1 0 0 0,1 2 0 0 0,-2-1 0 0 0,1 0 0 0 0,-1 1 0 0 0,-1-1 0 0 0,1 20 0 0 0,-8 15 189 0 0,4-35-87 0 0,2-8-48 0 0,-4 7 174 0 0,5-13-236 0 0,0 0-1 0 0,0 0 1 0 0,1 0 0 0 0,-1 0 0 0 0,1 1-1 0 0,0-1 1 0 0,1 0 0 0 0,-1 1 0 0 0,4-5 0 0 0,28-40-38 0 0,-20 30 18 0 0,0 1 0 0 0,2 1 0 0 0,0 0 0 0 0,0 1 0 0 0,2 1 0 0 0,0 1 0 0 0,1 0 0 0 0,0 1 0 0 0,1 1 0 0 0,0 1 0 0 0,25-9 0 0 0,-42 19 14 0 0,0 0 0 0 0,0 0-1 0 0,0 1 1 0 0,0-1 0 0 0,0 1-1 0 0,0-1 1 0 0,0 1 0 0 0,0 0-1 0 0,0 0 1 0 0,0 1 0 0 0,0-1-1 0 0,0 1 1 0 0,0-1 0 0 0,0 1-1 0 0,0 0 1 0 0,0 0 0 0 0,0 0-1 0 0,-1 0 1 0 0,1 1 0 0 0,0-1-1 0 0,-1 1 1 0 0,1 0-1 0 0,2 2 1 0 0,-2-1 6 0 0,0 0-1 0 0,-1 0 1 0 0,1 0-1 0 0,-1 0 1 0 0,1 1 0 0 0,-1-1-1 0 0,0 1 1 0 0,-1-1-1 0 0,1 1 1 0 0,-1 0-1 0 0,1 0 1 0 0,-1 0 0 0 0,0-1-1 0 0,0 1 1 0 0,-1 0-1 0 0,1 1 1 0 0,-1 4-1 0 0,-1 28 20 0 0,-2 0-1 0 0,-10 53 1 0 0,13-88-13 0 0,-1-1 0 0 0,1 0 0 0 0,0 1 0 0 0,0-1 0 0 0,-1 1 0 0 0,1-1 0 0 0,0 1 0 0 0,0-1 0 0 0,0 1 0 0 0,1-1 0 0 0,-1 0 0 0 0,0 1 0 0 0,0-1 0 0 0,1 1 0 0 0,-1-1 0 0 0,1 0 0 0 0,-1 1 0 0 0,1-1 0 0 0,0 0 0 0 0,0 1 0 0 0,-1-1 0 0 0,1 0 0 0 0,0 0 0 0 0,0 0 0 0 0,0 0 0 0 0,0 0 0 0 0,0 0 0 0 0,0 0 0 0 0,1 0 0 0 0,-1 0 0 0 0,0-1 0 0 0,0 1 0 0 0,1 0 0 0 0,-1-1 0 0 0,0 1 0 0 0,1-1 0 0 0,-1 1 0 0 0,1-1 0 0 0,-1 0 0 0 0,0 1 0 0 0,1-1 0 0 0,-1 0 0 0 0,4 0 0 0 0,3 0 16 0 0,1 0 0 0 0,-1-1 0 0 0,1 0 0 0 0,-1 0 0 0 0,17-6 0 0 0,-10 2-15 0 0,-1-1 1 0 0,1-1 0 0 0,-1 0 0 0 0,0-1 0 0 0,-1 0 0 0 0,0-1-1 0 0,0-1 1 0 0,-1 0 0 0 0,-1-1 0 0 0,1 0 0 0 0,11-15-1 0 0,-14 15 77 0 0,-1 0 0 0 0,-1 0 0 0 0,1 0 0 0 0,-2-1 0 0 0,0 0 0 0 0,0 0 0 0 0,-1-1-1 0 0,0 1 1 0 0,-2-1 0 0 0,1 0 0 0 0,-1-1 0 0 0,-1 1 0 0 0,1-19 0 0 0,-3 27-15 0 0,0 5-64 0 0,0-1-1 0 0,0 1 1 0 0,0-1-1 0 0,0 1 1 0 0,0-1-1 0 0,0 0 0 0 0,0 1 1 0 0,0-1-1 0 0,0 1 1 0 0,0-1-1 0 0,0 1 1 0 0,0-1-1 0 0,-1 1 0 0 0,1-1 1 0 0,0 1-1 0 0,0-1 1 0 0,-1 1-1 0 0,1-1 1 0 0,0 1-1 0 0,-1-1 0 0 0,1 0-2 0 0,-1 1-1 0 0,1 0 1 0 0,-1-1-1 0 0,1 1 0 0 0,-1 0 1 0 0,0-1-1 0 0,1 1 1 0 0,-1 0-1 0 0,1 0 0 0 0,-1 0 1 0 0,1-1-1 0 0,-1 1 0 0 0,0 0 1 0 0,1 0-1 0 0,-1 0 1 0 0,1 0-1 0 0,-1 0 0 0 0,0 0 1 0 0,1 0-1 0 0,-1 1 1 0 0,1-1-1 0 0,-1 0 0 0 0,0 0 1 0 0,1 0-1 0 0,-1 0 0 0 0,1 1 1 0 0,-1-1-1 0 0,1 0 1 0 0,-1 1-1 0 0,1-1 0 0 0,-1 0 1 0 0,1 1-1 0 0,-1-1 1 0 0,1 1-1 0 0,-1-1 0 0 0,1 1 1 0 0,0-1-1 0 0,-1 0 0 0 0,1 1 1 0 0,-1 0-1 0 0,0 1 0 0 0,-10 10-2 0 0,1-1 0 0 0,1 2-1 0 0,0-1 1 0 0,0 1 0 0 0,2 1-1 0 0,-1 0 1 0 0,2 0 0 0 0,0 0-1 0 0,1 0 1 0 0,0 1 0 0 0,1 0-1 0 0,-3 19 1 0 0,6-25 3 0 0,0-1-1 0 0,0 1 1 0 0,1 0-1 0 0,0-1 1 0 0,1 1 0 0 0,2 12-1 0 0,-3-18 6 0 0,1-1 1 0 0,0 1-1 0 0,0 0 0 0 0,0-1 1 0 0,0 1-1 0 0,1-1 0 0 0,-1 0 1 0 0,1 1-1 0 0,-1-1 0 0 0,1 0 1 0 0,0 0-1 0 0,0 0 0 0 0,-1 0 1 0 0,2 0-1 0 0,-1 0 0 0 0,0 0 1 0 0,0-1-1 0 0,1 1 0 0 0,-1-1 1 0 0,0 0-1 0 0,1 0 0 0 0,-1 0 1 0 0,1 0-1 0 0,3 1 0 0 0,0-1 1 0 0,1 0 0 0 0,0-1 0 0 0,0 1 0 0 0,0-1 0 0 0,-1-1 0 0 0,1 1 0 0 0,0-1 0 0 0,0-1 0 0 0,-1 1 0 0 0,1-1 0 0 0,-1 0 0 0 0,1 0 0 0 0,-1-1 0 0 0,7-4-1 0 0,10-5-37 0 0,-2-1 0 0 0,29-22 0 0 0,49-49-115 0 0,-68 56 73 0 0,1 1 0 0 0,2 1 1 0 0,49-30-1 0 0,-80 55 64 0 0,-1 0 0 0 0,0 0 1 0 0,0 0-1 0 0,1 0 0 0 0,-1 0 1 0 0,1 0-1 0 0,-1 0 0 0 0,1 1 1 0 0,-1-1-1 0 0,1 1 0 0 0,-1 0 1 0 0,1 0-1 0 0,0 0 0 0 0,-1 0 1 0 0,1 0-1 0 0,-1 0 0 0 0,1 1 1 0 0,-1-1-1 0 0,1 1 0 0 0,-1 0 1 0 0,1 0-1 0 0,-1 0 0 0 0,0 0 1 0 0,1 0-1 0 0,1 2 0 0 0,1 0 0 0 0,-1 1 0 0 0,-1 0-1 0 0,1 0 1 0 0,0 1 0 0 0,-1-1-1 0 0,0 1 1 0 0,0-1-1 0 0,0 1 1 0 0,-1 0 0 0 0,4 10-1 0 0,4 11 142 0 0,-2 1 0 0 0,-2 0 0 0 0,0 1 0 0 0,-2-1 0 0 0,0 1 0 0 0,-2 40 0 0 0,0-72-118 0 0,-1-1 0 0 0,1 0 0 0 0,-1 1 0 0 0,1-1 0 0 0,0 1 0 0 0,1-1 0 0 0,5-6 0 0 0,-3 2-6 0 0,16-28-33 0 0,2 2-1 0 0,2 0 1 0 0,1 2 0 0 0,1 0 0 0 0,2 2 0 0 0,64-53-1 0 0,-89 81 8 0 0,1-1 0 0 0,-1 1-1 0 0,1 1 1 0 0,0-1 0 0 0,0 1-1 0 0,0 0 1 0 0,0 0 0 0 0,1 0-1 0 0,-1 1 1 0 0,0 0 0 0 0,7-1-1 0 0,-10 2 16 0 0,0 0 0 0 0,0 0 0 0 0,-1 1 0 0 0,1-1 0 0 0,0 1 0 0 0,-1-1 0 0 0,1 1 0 0 0,0-1 0 0 0,-1 1 0 0 0,1 0 0 0 0,-1 0 0 0 0,1 0 0 0 0,-1 0 0 0 0,0 0 0 0 0,1 0 0 0 0,1 2 0 0 0,15 19-32 0 0,-13-13 44 0 0,-1 0 0 0 0,-1 0 1 0 0,1 0-1 0 0,-1 0 0 0 0,-1 0 0 0 0,0 1 1 0 0,0-1-1 0 0,-1 1 0 0 0,0 0 0 0 0,-1 16 1 0 0,6 35-1164 0 0,-6-59 844 0 0,1 0 0 0 0,-1-1 0 0 0,1 1 0 0 0,0 0 0 0 0,0-1 0 0 0,0 1 0 0 0,0 0 0 0 0,0-1 0 0 0,0 1 0 0 0,0-1 0 0 0,1 0 0 0 0,-1 1 0 0 0,1-1 0 0 0,-1 0 0 0 0,1 0 0 0 0,-1 0 0 0 0,1 0 0 0 0,-1 0 0 0 0,1 0 0 0 0,0 0 0 0 0,0-1 0 0 0,-1 1 0 0 0,1-1 0 0 0,0 1 0 0 0,0-1 0 0 0,0 0 0 0 0,0 1 0 0 0,-1-1 0 0 0,1 0 0 0 0,0 0-1 0 0,0 0 1 0 0,0-1 0 0 0,0 1 0 0 0,0 0 0 0 0,-1-1 0 0 0,1 1 0 0 0,2-2 0 0 0,12-2-4012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25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318 224 1848 0 0,'22'-94'10205'0'0,"3"-8"102"0"0,-25 112-9510 0 0,-4 20 418 0 0,-2 0 0 0 0,-12 41-1 0 0,7-31-593 0 0,-99 294 1799 0 0,15-56-1841 0 0,93-270-580 0 0,-10 43 55 0 0,11-49-58 0 0,1 0-1 0 0,-1 0 1 0 0,1 1-1 0 0,0-1 1 0 0,0 0 0 0 0,0 0-1 0 0,0 1 1 0 0,1-1-1 0 0,-1 0 1 0 0,0 1 0 0 0,1-1-1 0 0,0 0 1 0 0,-1 0-1 0 0,1 0 1 0 0,0 0 0 0 0,0 0-1 0 0,3 4 1 0 0,-3-4-105 0 0,1-1 1 0 0,-1 0-1 0 0,1 0 1 0 0,-1 0-1 0 0,1 0 0 0 0,-1 0 1 0 0,1 0-1 0 0,0 0 1 0 0,0-1-1 0 0,-1 1 1 0 0,1-1-1 0 0,0 1 0 0 0,0-1 1 0 0,0 0-1 0 0,0 1 1 0 0,0-1-1 0 0,1 0 1 0 0,2-1-196 0 0,-1 1 0 0 0,1-1 1 0 0,-1 0-1 0 0,0 0 1 0 0,1 0-1 0 0,-1-1 0 0 0,4-1 1 0 0,5-4-1023 0 0,0 0 1 0 0,-1-1 0 0 0,16-13 0 0 0,-6 3-1603 0 0,-2-1 1 0 0,0 0-1 0 0,26-35 1 0 0,-19 17-3670 0 0</inkml:trace>
  <inkml:trace contextRef="#ctx0" brushRef="#br0" timeOffset="1">162 138 512 0 0,'-155'-27'14491'0'0,"152"27"-13857"0"0,3-1-621 0 0,0 1 1 0 0,-1 0 0 0 0,1 0 0 0 0,0 0 0 0 0,0 0-1 0 0,0 0 1 0 0,0 0 0 0 0,-1 0 0 0 0,1-1 0 0 0,0 1-1 0 0,0 0 1 0 0,0 0 0 0 0,0 0 0 0 0,0 0 0 0 0,-1 0-1 0 0,1-1 1 0 0,0 1 0 0 0,0 0 0 0 0,0 0 0 0 0,0 0-1 0 0,0-1 1 0 0,0 1 0 0 0,0 0 0 0 0,0 0 0 0 0,0 0-1 0 0,0-1 1 0 0,0 1 0 0 0,0 0 0 0 0,0 0 0 0 0,0 0-1 0 0,0-1 1 0 0,0 1 0 0 0,0 0 0 0 0,0 0-1 0 0,0 0 1 0 0,0-1 0 0 0,0 1 0 0 0,0 0 0 0 0,0 0-1 0 0,1 0 1 0 0,-1 0 0 0 0,0-1 0 0 0,0 1 0 0 0,0 0-1 0 0,0 0 1 0 0,0 0 0 0 0,1-1 0 0 0,44-14-27 0 0,1 2 1 0 0,61-11 0 0 0,102-5-3473 0 0,-75 15-1993 0 0,-62 7 583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26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169 109 1848 0 0,'48'-109'17254'0'0,"-50"119"-16991"0"0,1 0-1 0 0,-1 0 0 0 0,0 0 0 0 0,-1 0 0 0 0,0-1 0 0 0,-6 12 1 0 0,-2 8 24 0 0,-85 204 1023 0 0,54-140-2535 0 0,4 1-3675 0 0,36-89 4028 0 0,-4 13-850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26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79 32 0 0,'25'-36'7173'0'0,"-21"28"-5794"0"0,0 1-1 0 0,1 0 0 0 0,0 0 0 0 0,7-6 1 0 0,-12 13-1354 0 0,0 0 0 0 0,0 0 0 0 0,1 0 0 0 0,-1-1 1 0 0,0 1-1 0 0,0 0 0 0 0,0 0 0 0 0,1 1 1 0 0,-1-1-1 0 0,0 0 0 0 0,0 0 0 0 0,1 0 0 0 0,-1 0 1 0 0,0 0-1 0 0,0 0 0 0 0,0 0 0 0 0,1 0 1 0 0,-1 0-1 0 0,0 0 0 0 0,0 1 0 0 0,0-1 0 0 0,1 0 1 0 0,-1 0-1 0 0,0 0 0 0 0,0 0 0 0 0,0 0 0 0 0,0 1 1 0 0,1-1-1 0 0,-1 0 0 0 0,0 0 0 0 0,0 0 1 0 0,0 1-1 0 0,0-1 0 0 0,0 0 0 0 0,0 0 0 0 0,0 1 1 0 0,0-1-1 0 0,0 0 0 0 0,0 0 0 0 0,0 0 0 0 0,0 1 1 0 0,0-1-1 0 0,0 0 0 0 0,0 0 0 0 0,0 1 1 0 0,3 12 750 0 0,-2-13-734 0 0,-2 19 766 0 0,0-1-1 0 0,-1 0 0 0 0,-1 0 0 0 0,-8 27 0 0 0,3-11-272 0 0,-45 180 1089 0 0,49-194-815 0 0,9-32-325 0 0,4-11-441 0 0,15-26-103 0 0,54-83 0 0 0,-64 112-2 0 0,0 1 0 0 0,2 0 0 0 0,1 1 0 0 0,0 1 0 0 0,1 0 1 0 0,30-21-1 0 0,-46 37 56 0 0,-1 0 1 0 0,0 0-1 0 0,0 0 0 0 0,1 0 1 0 0,-1 1-1 0 0,1-1 0 0 0,-1 0 1 0 0,1 1-1 0 0,-1-1 1 0 0,1 1-1 0 0,0-1 0 0 0,-1 1 1 0 0,1 0-1 0 0,-1 0 1 0 0,1 0-1 0 0,0 0 0 0 0,-1 0 1 0 0,1 0-1 0 0,-1 0 0 0 0,1 0 1 0 0,0 1-1 0 0,-1-1 1 0 0,1 1-1 0 0,-1-1 0 0 0,1 1 1 0 0,-1-1-1 0 0,2 2 1 0 0,0 0 4 0 0,-1 0 1 0 0,0 1 0 0 0,0-1 0 0 0,0 0 0 0 0,0 1 0 0 0,0 0 0 0 0,0-1 0 0 0,-1 1 0 0 0,1 0 0 0 0,-1 0 0 0 0,0-1 0 0 0,0 1 0 0 0,1 5 0 0 0,1 5 29 0 0,-1-1 1 0 0,0 2 0 0 0,0-1-1 0 0,-2 0 1 0 0,-1 23-1 0 0,-13 66 98 0 0,3-24-111 0 0,1 3-116 0 0,10-79-117 0 0,1-2 69 0 0,0 0-88 0 0,1 0 0 0 0,-1 1 0 0 0,1-2-1 0 0,-1 1 1 0 0,1 0 0 0 0,-1 0 0 0 0,1 0 0 0 0,-1-1-1 0 0,0 1 1 0 0,1 0 0 0 0,-1-1 0 0 0,1 1-1 0 0,-1-1 1 0 0,0 0 0 0 0,0 1 0 0 0,2-2-1 0 0,1-2-760 0 0,0 1 0 0 0,0-1 0 0 0,0 0 0 0 0,0 0 0 0 0,-1 0 0 0 0,1-1-1 0 0,3-5 1 0 0,-5 6-230 0 0,12-19-5899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26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40 1324 0 0,'-32'-13'4601'0'0,"-42"-11"0"0"0,73 24-4601 0 0,1-1 1 0 0,0 1-1 0 0,-1 0 1 0 0,1 0 0 0 0,-1 0-1 0 0,1 0 1 0 0,0-1-1 0 0,-1 1 1 0 0,1 0-1 0 0,0 0 1 0 0,-1 0 0 0 0,1 0-1 0 0,-1 0 1 0 0,1 0-1 0 0,0 0 1 0 0,-1 0 0 0 0,1 0-1 0 0,-1 0 1 0 0,1 0-1 0 0,0 0 1 0 0,-1 0-1 0 0,1 1 1 0 0,0-1 0 0 0,-1 0-1 0 0,1 0 1 0 0,-1 0-1 0 0,1 0 1 0 0,0 1 0 0 0,-1-1-1 0 0,1 0 1 0 0,0 0-1 0 0,0 1 1 0 0,-1-1-1 0 0,1 0 1 0 0,0 1 0 0 0,0-1-1 0 0,-1 0 1 0 0,1 1-1 0 0,0-1 1 0 0,0 0 0 0 0,0 1-1 0 0,0-1 1 0 0,-1 0-1 0 0,1 1 1 0 0,0-1-1 0 0,0 1 1 0 0,0-1 0 0 0,0 0-1 0 0,0 1 1 0 0,0-1-1 0 0,0 1 1 0 0,0-1 0 0 0,0 0-1 0 0,0 1 1 0 0,0-1-1 0 0,0 1 1 0 0,0-1-1 0 0,1 0 1 0 0,-1 1 0 0 0,0 0-1 0 0,1 1-463 0 0,0 1-1 0 0,0-1 0 0 0,0 1 1 0 0,1-1-1 0 0,-1 0 0 0 0,1 0 1 0 0,-1 1-1 0 0,1-1 0 0 0,2 2 1 0 0,7 5-3058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27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296 231 1512 0 0,'-2'0'1837'0'0,"-36"9"4352"0"0,36-8-5549 0 0,-18 4 3481 0 0,28-9-3971 0 0,23-13 241 0 0,-1-1-1 0 0,29-23 1 0 0,-50 34-356 0 0,-1 0 1 0 0,0-1-1 0 0,-1 1 0 0 0,0-1 1 0 0,0-1-1 0 0,-1 1 0 0 0,0-1 0 0 0,0 0 1 0 0,-1-1-1 0 0,0 0 0 0 0,4-11 1 0 0,-9 18-24 0 0,1 0-1 0 0,0 0 1 0 0,-1-1 0 0 0,0 1 0 0 0,0 0-1 0 0,0-6 1 0 0,0 8-13 0 0,0 0 0 0 0,0 0-1 0 0,0 0 1 0 0,0 0 0 0 0,-1 0 0 0 0,1 0-1 0 0,0 0 1 0 0,-1 0 0 0 0,1 0 0 0 0,0 0-1 0 0,-1 0 1 0 0,1 0 0 0 0,-1 0 0 0 0,1 0 0 0 0,-1 0-1 0 0,0 1 1 0 0,1-1 0 0 0,-1 0 0 0 0,0 0-1 0 0,0 1 1 0 0,0-1 0 0 0,1 0 0 0 0,-3 0-1 0 0,-2 0-5 0 0,0 0 0 0 0,1 1-1 0 0,-1-1 1 0 0,0 1 0 0 0,0 0-1 0 0,0 1 1 0 0,0-1 0 0 0,1 1-1 0 0,-1 0 1 0 0,0 0 0 0 0,0 0-1 0 0,1 1 1 0 0,-1 0 0 0 0,1 0-1 0 0,-1 0 1 0 0,1 0 0 0 0,-5 4-1 0 0,-10 7-12 0 0,0 1-1 0 0,-23 23 0 0 0,32-28 28 0 0,-24 24 90 0 0,1 1 0 0 0,1 1 0 0 0,2 2 0 0 0,2 1 0 0 0,-43 76 0 0 0,67-106-79 0 0,0 1 0 0 0,0-1 0 0 0,1 1 0 0 0,0 0 0 0 0,0 0 0 0 0,1 0 1 0 0,-1 10-1 0 0,2-16-13 0 0,1 0 1 0 0,0-1 0 0 0,0 1 0 0 0,0 0 0 0 0,1 0-1 0 0,-1-1 1 0 0,1 1 0 0 0,-1 0 0 0 0,1-1 0 0 0,0 1-1 0 0,0-1 1 0 0,0 1 0 0 0,0-1 0 0 0,1 1 0 0 0,-1-1-1 0 0,1 0 1 0 0,-1 1 0 0 0,1-1 0 0 0,0 0 0 0 0,0 0-1 0 0,0 0 1 0 0,0-1 0 0 0,0 1 0 0 0,0 0-1 0 0,0-1 1 0 0,1 1 0 0 0,4 1 0 0 0,4 2-176 0 0,0-1 0 0 0,1-1 0 0 0,0 0 0 0 0,-1-1 0 0 0,1 0 0 0 0,0 0 0 0 0,0-1 0 0 0,17-1 0 0 0,100-14-2133 0 0,-123 14 2186 0 0,63-13-2397 0 0,-2-2-1 0 0,88-31 1 0 0,-95 24-388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27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274 259 2356 0 0,'112'-95'3497'0'0,"-101"84"-2790"0"0,0-1 0 0 0,-1 0 0 0 0,0-1-1 0 0,-1 0 1 0 0,-1-1 0 0 0,0 1 0 0 0,8-19 0 0 0,-11 5 758 0 0,-5 26-1441 0 0,0 1-1 0 0,0-1 0 0 0,0 0 1 0 0,0 1-1 0 0,0-1 0 0 0,0 1 1 0 0,0-1-1 0 0,0 1 0 0 0,0-1 1 0 0,0 0-1 0 0,0 1 0 0 0,-1-1 1 0 0,1 1-1 0 0,0-1 0 0 0,0 1 1 0 0,0-1-1 0 0,-1 1 0 0 0,1-1 1 0 0,0 1-1 0 0,-1-1 1 0 0,1 1-1 0 0,0-1 0 0 0,-1 1 1 0 0,1 0-1 0 0,-1-1 0 0 0,1 1 1 0 0,-1-1-1 0 0,1 1 0 0 0,0 0 1 0 0,-1 0-1 0 0,0-1 0 0 0,1 1 1 0 0,-1 0-1 0 0,1 0 0 0 0,-1-1 1 0 0,1 1-1 0 0,-1 0 0 0 0,1 0 1 0 0,-1 0-1 0 0,0 0 1 0 0,1 0-1 0 0,-1 0 0 0 0,1 0 1 0 0,-1 0-1 0 0,1 0 0 0 0,-2 1 1 0 0,-13 3 270 0 0,1 1-1 0 0,-1 1 1 0 0,1 1 0 0 0,1 0 0 0 0,-1 0 0 0 0,1 1 0 0 0,-14 13 0 0 0,-87 76 917 0 0,91-76-1051 0 0,13-11-92 0 0,-87 82 367 0 0,84-76-391 0 0,-1-1 0 0 0,2 1 0 0 0,0 1 0 0 0,-14 26 0 0 0,25-40-33 0 0,-1 1-1 0 0,0-1 0 0 0,1 1 0 0 0,0 0 1 0 0,0-1-1 0 0,0 1 0 0 0,0 4 0 0 0,0-7-2 0 0,1 1 0 0 0,1 0-1 0 0,-1-1 1 0 0,0 1 0 0 0,0-1-1 0 0,1 1 1 0 0,-1 0 0 0 0,1-1-1 0 0,-1 1 1 0 0,1-1-1 0 0,-1 1 1 0 0,1-1 0 0 0,0 0-1 0 0,0 1 1 0 0,0-1 0 0 0,0 0-1 0 0,0 1 1 0 0,2 1 0 0 0,-2-3-6 0 0,-1 1 0 0 0,1-1 1 0 0,0 1-1 0 0,0 0 0 0 0,-1-1 1 0 0,1 0-1 0 0,0 1 0 0 0,0-1 0 0 0,0 1 1 0 0,0-1-1 0 0,0 0 0 0 0,0 0 1 0 0,0 1-1 0 0,0-1 0 0 0,0 0 0 0 0,0 0 1 0 0,0 0-1 0 0,1 0 0 0 0,0 0 3 0 0,3 1-10 0 0,0-1-1 0 0,0 0 0 0 0,0 1 0 0 0,0-2 0 0 0,0 1 0 0 0,0 0 0 0 0,0-1 0 0 0,10-3 1 0 0,37-14-141 0 0,-44 14 114 0 0,13-6-6 0 0,0 0 0 0 0,-1-2 0 0 0,0-1 0 0 0,-1 0 0 0 0,-1-2-1 0 0,0 0 1 0 0,19-21 0 0 0,104-131 190 0 0,-130 153-113 0 0,12-11-158 0 0,-22 24 92 0 0,-1 20-81 0 0,-11 15 127 0 0,-20 42 0 0 0,21-55-566 0 0,0 0 1 0 0,2 0 0 0 0,1 1 0 0 0,1 0-1 0 0,1 1 1 0 0,-3 24 0 0 0,7-43 121 0 0,1 0 0 0 0,1 0 0 0 0,-1 0-1 0 0,0 0 1 0 0,1 0 0 0 0,2 8 0 0 0,8 6-4547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28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195 520 1492 0 0,'14'-25'4030'0'0,"-1"0"-1"0"0,12-36 1 0 0,-9 22-91 0 0,-15 37-3597 0 0,-1 1-329 0 0,0 1 0 0 0,0 0-1 0 0,0 0 1 0 0,0 0 0 0 0,0-1-1 0 0,0 1 1 0 0,0 0 0 0 0,0 0 0 0 0,0 0-1 0 0,0-1 1 0 0,0 1 0 0 0,0 0-1 0 0,0 0 1 0 0,-1 0 0 0 0,1-1-1 0 0,0 1 1 0 0,0 0 0 0 0,0 0-1 0 0,0 0 1 0 0,0 0 0 0 0,-1-1-1 0 0,1 1 1 0 0,0 0 0 0 0,0 0 0 0 0,0 0-1 0 0,0 0 1 0 0,-1 0 0 0 0,1 0-1 0 0,0 0 1 0 0,0-1 0 0 0,0 1-1 0 0,-1 0 1 0 0,1 0 0 0 0,0 0-1 0 0,0 0 1 0 0,-1 0 0 0 0,1 0-1 0 0,0 0 1 0 0,0 0 0 0 0,0 0 0 0 0,-1 0-1 0 0,1 0 1 0 0,0 0 0 0 0,0 0-1 0 0,0 1 1 0 0,-1-1 0 0 0,1 0-1 0 0,0 0 1 0 0,0 0 0 0 0,-1 0-1 0 0,-10 6 131 0 0,10-6-131 0 0,-12 8 92 0 0,0 1-1 0 0,1 0 1 0 0,0 1-1 0 0,-21 22 0 0 0,-36 52 33 0 0,62-75-120 0 0,-4 4-14 0 0,1 0 0 0 0,0 1-1 0 0,1 0 1 0 0,1 1 0 0 0,0 0 0 0 0,1 0 0 0 0,1 0-1 0 0,-8 28 1 0 0,14-40-24 0 0,-1 0 0 0 0,1-1-1 0 0,0 1 1 0 0,0-1 0 0 0,0 1 0 0 0,0-1 0 0 0,0 1-1 0 0,0-1 1 0 0,1 1 0 0 0,-1-1 0 0 0,1 1 0 0 0,0-1-1 0 0,-1 1 1 0 0,1-1 0 0 0,0 1 0 0 0,1-1 0 0 0,-1 0-1 0 0,0 0 1 0 0,1 0 0 0 0,-1 0 0 0 0,1 0-1 0 0,0 0 1 0 0,-1 0 0 0 0,1 0 0 0 0,0-1 0 0 0,0 1-1 0 0,0 0 1 0 0,1-1 0 0 0,-1 0 0 0 0,0 0 0 0 0,0 1-1 0 0,1-1 1 0 0,-1-1 0 0 0,1 1 0 0 0,-1 0-1 0 0,1-1 1 0 0,2 1 0 0 0,5 1-184 0 0,0-1 1 0 0,0 0-1 0 0,0-1 1 0 0,0 0-1 0 0,0 0 1 0 0,0-1-1 0 0,0 0 0 0 0,12-4 1 0 0,0-2-161 0 0,1-2 0 0 0,-2 0 0 0 0,1-1 0 0 0,-1-1 0 0 0,-1-1 0 0 0,0-1 0 0 0,-1-1 0 0 0,0-1 0 0 0,-1 0 0 0 0,20-23 0 0 0,15-21-207 0 0,77-110-1 0 0,100-190 1624 0 0,-221 343-856 0 0,-20 39 250 0 0,-5 8 279 0 0,-32 66 925 0 0,-63 145 73 0 0,87-180-1521 0 0,8-23-49 0 0,2 0 0 0 0,-10 44 0 0 0,24-82-142 0 0,0-1 1 0 0,-1 1-1 0 0,1 0 0 0 0,0-1 1 0 0,0 1-1 0 0,0 0 1 0 0,0-1-1 0 0,0 1 0 0 0,0 0 1 0 0,0-1-1 0 0,0 1 0 0 0,0 0 1 0 0,0-1-1 0 0,0 1 1 0 0,0 0-1 0 0,0-1 0 0 0,1 1 1 0 0,-1 0-1 0 0,0-1 0 0 0,0 1 1 0 0,1-1-1 0 0,-1 1 1 0 0,1-1-1 0 0,-1 1 0 0 0,0 0 1 0 0,1-1-1 0 0,0 1 0 0 0,0 0 0 0 0,0-1 0 0 0,0 0-1 0 0,0 0 1 0 0,0 0-1 0 0,0 0 1 0 0,0 1-1 0 0,0-1 1 0 0,0-1 0 0 0,0 1-1 0 0,0 0 1 0 0,0 0-1 0 0,0 0 1 0 0,0 0-1 0 0,0-1 1 0 0,2 0-1 0 0,6-3 26 0 0,0 0-1 0 0,16-10 1 0 0,-22 11-20 0 0,84-55 89 0 0,-52 33-100 0 0,2 1 1 0 0,0 2-1 0 0,61-27 0 0 0,-92 47-18 0 0,-1 0-1 0 0,1 0 1 0 0,0 0-1 0 0,0 1 1 0 0,0 0-1 0 0,-1 0 1 0 0,13 1-1 0 0,-16 0 15 0 0,0 0 0 0 0,0 0-1 0 0,0 1 1 0 0,0-1 0 0 0,0 1 0 0 0,0 0-1 0 0,0 0 1 0 0,0-1 0 0 0,0 1-1 0 0,0 1 1 0 0,0-1 0 0 0,0 0 0 0 0,0 0-1 0 0,-1 1 1 0 0,1-1 0 0 0,-1 1-1 0 0,1-1 1 0 0,-1 1 0 0 0,1 0 0 0 0,-1-1-1 0 0,0 1 1 0 0,0 0 0 0 0,2 4-1 0 0,1 6 27 0 0,0 0-1 0 0,-1 0 0 0 0,-1 1 0 0 0,0-1 1 0 0,0 0-1 0 0,-2 1 0 0 0,1 0 1 0 0,-3 21-1 0 0,1-22-58 0 0,0 0 0 0 0,1 1 0 0 0,0-1 0 0 0,1 0 0 0 0,1 0 0 0 0,0 0 0 0 0,0 0 0 0 0,1 0 0 0 0,7 15 0 0 0,-8-23-141 0 0,0-1-1 0 0,0 1 1 0 0,1-1-1 0 0,0 0 1 0 0,-1 0-1 0 0,1 0 1 0 0,1 0-1 0 0,-1 0 1 0 0,0-1-1 0 0,1 1 1 0 0,-1-1-1 0 0,1 0 1 0 0,-1 0 0 0 0,1 0-1 0 0,0-1 1 0 0,0 0-1 0 0,0 1 1 0 0,6 0-1 0 0,3 0-1355 0 0,-1 0 0 0 0,1-1 0 0 0,-1 0 0 0 0,25-2 0 0 0,-3-3-3345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30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34 272 1116 0 0,'-4'-6'1249'0'0,"0"0"1"0"0,0 0-1 0 0,0 0 0 0 0,-5-12 1 0 0,8 13-922 0 0,-1 1 1 0 0,1-1-1 0 0,-1 1 0 0 0,2-1 1 0 0,-1 0-1 0 0,0 1 0 0 0,1-1 1 0 0,0 0-1 0 0,0 0 1 0 0,0 1-1 0 0,1-1 0 0 0,0-5 1 0 0,0 8-299 0 0,-1 1 0 0 0,0-1-1 0 0,0 0 1 0 0,1 0 0 0 0,-1 1 0 0 0,1-1 0 0 0,0 0 0 0 0,0 1 0 0 0,-1-1 0 0 0,1 0-1 0 0,0 1 1 0 0,0-1 0 0 0,0 1 0 0 0,1 0 0 0 0,-1-1 0 0 0,0 1 0 0 0,0 0 0 0 0,1 0 0 0 0,-1 0-1 0 0,1 0 1 0 0,-1 0 0 0 0,1 0 0 0 0,-1 0 0 0 0,1 0 0 0 0,0 0 0 0 0,-1 1 0 0 0,1-1-1 0 0,0 1 1 0 0,-1-1 0 0 0,1 1 0 0 0,0 0 0 0 0,0 0 0 0 0,0 0 0 0 0,-1 0 0 0 0,1 0 0 0 0,0 0-1 0 0,0 0 1 0 0,0 0 0 0 0,-1 1 0 0 0,4 0 0 0 0,-1 1-29 0 0,1-1 0 0 0,-1 1 0 0 0,0 0 0 0 0,1 0 0 0 0,-1 1-1 0 0,0-1 1 0 0,0 1 0 0 0,0 0 0 0 0,-1 0 0 0 0,1 0 0 0 0,-1 1 0 0 0,1-1 0 0 0,4 8 0 0 0,-2 1 14 0 0,0-1 0 0 0,-1 1-1 0 0,0 0 1 0 0,-1 0 0 0 0,0 1 0 0 0,-1-1 0 0 0,0 1 0 0 0,-1 0 0 0 0,-1-1 0 0 0,0 1-1 0 0,-1 22 1 0 0,-2-14 309 0 0,0 0 0 0 0,-2 0 0 0 0,0 0 1 0 0,-2-1-1 0 0,0 0 0 0 0,-13 28 0 0 0,9-27 1220 0 0,9-19-994 0 0,5-11-435 0 0,8-14-127 0 0,2 1-1 0 0,0 0 0 0 0,1 1 0 0 0,1 0 1 0 0,0 1-1 0 0,2 1 0 0 0,1 1 1 0 0,0 1-1 0 0,1 0 0 0 0,1 1 0 0 0,0 2 1 0 0,1 0-1 0 0,1 1 0 0 0,39-16 1 0 0,-60 28 2 0 0,1 0 1 0 0,0 0-1 0 0,-1 0 1 0 0,1 1 0 0 0,-1-1-1 0 0,1 1 1 0 0,0 0 0 0 0,0 0-1 0 0,-1 0 1 0 0,1 0 0 0 0,0 0-1 0 0,-1 0 1 0 0,1 1-1 0 0,0-1 1 0 0,-1 1 0 0 0,1 0-1 0 0,-1 0 1 0 0,1 0 0 0 0,-1 0-1 0 0,5 3 1 0 0,-6-3 6 0 0,1 0 0 0 0,0 0 0 0 0,-1 1 0 0 0,0-1 0 0 0,1 0 0 0 0,-1 1 0 0 0,0-1 0 0 0,1 1 0 0 0,-1 0 0 0 0,0-1 0 0 0,0 1 0 0 0,0 0 0 0 0,-1 0 0 0 0,1 0 0 0 0,1 2 0 0 0,5 31-20 0 0,-6-28 15 0 0,0 1 5 0 0,1 0 1 0 0,0-1 0 0 0,0 1 0 0 0,0 0 0 0 0,1-1 0 0 0,0 0 0 0 0,1 0-1 0 0,7 13 1 0 0,-8-17 9 0 0,0 0-1 0 0,0 0 0 0 0,-1 0 1 0 0,2 0-1 0 0,-1 0 1 0 0,0-1-1 0 0,1 1 0 0 0,-1-1 1 0 0,1 0-1 0 0,-1 0 1 0 0,1 0-1 0 0,0-1 0 0 0,0 0 1 0 0,0 1-1 0 0,0-1 0 0 0,0 0 1 0 0,0-1-1 0 0,8 1 1 0 0,-2 0 10 0 0,0-1 0 0 0,-1 0 0 0 0,1-1 0 0 0,0 0 0 0 0,0-1 1 0 0,-1 0-1 0 0,1 0 0 0 0,-1-1 0 0 0,13-5 0 0 0,-17 5-6 0 0,1 0-1 0 0,-1 0 1 0 0,0 0-1 0 0,0-1 0 0 0,-1 1 1 0 0,1-1-1 0 0,-1-1 1 0 0,0 1-1 0 0,0-1 0 0 0,0 1 1 0 0,0-1-1 0 0,-1 0 1 0 0,0 0-1 0 0,0 0 0 0 0,-1-1 1 0 0,4-8-1 0 0,-3 4-3 0 0,-1 0 0 0 0,0 0-1 0 0,0 0 1 0 0,-1 0-1 0 0,0 0 1 0 0,-1 0 0 0 0,0 0-1 0 0,-1 0 1 0 0,0 0-1 0 0,0 0 1 0 0,-1 0 0 0 0,-1 1-1 0 0,0-1 1 0 0,-6-14 0 0 0,8 19-13 0 0,-1 1 0 0 0,-1 0 0 0 0,1 0 0 0 0,0 0 0 0 0,-1 0 0 0 0,0 0 0 0 0,0 0 0 0 0,0 1 0 0 0,0-1 0 0 0,-1 1 0 0 0,1 0 0 0 0,-1 0 0 0 0,0 0 0 0 0,0 1 0 0 0,0-1 0 0 0,0 1 0 0 0,0 0 0 0 0,0 0 0 0 0,-1 1 0 0 0,1-1 0 0 0,-1 1 0 0 0,1 0 0 0 0,-1 0 0 0 0,0 0 0 0 0,1 1 0 0 0,-1-1 0 0 0,0 1 0 0 0,1 0 0 0 0,-1 1 0 0 0,0-1 0 0 0,1 1 0 0 0,-9 2 0 0 0,2 1-53 0 0,1-1 0 0 0,-1 2 1 0 0,1-1-1 0 0,1 1 0 0 0,-1 1 1 0 0,1 0-1 0 0,-1 0 0 0 0,-13 14 1 0 0,18-16-77 0 0,0 1 0 0 0,0 0 1 0 0,0 0-1 0 0,1 1 0 0 0,0-1 0 0 0,0 1 1 0 0,0 0-1 0 0,1 0 0 0 0,0 0 0 0 0,0 0 1 0 0,1 1-1 0 0,-1-1 0 0 0,1 1 0 0 0,1 0 1 0 0,-2 7-1 0 0,3-11 54 0 0,0-1-1 0 0,0 1 0 0 0,0-1 1 0 0,1 0-1 0 0,-1 1 1 0 0,0-1-1 0 0,1 0 1 0 0,0 1-1 0 0,0-1 1 0 0,0 0-1 0 0,0 0 1 0 0,0 1-1 0 0,0-1 1 0 0,0 0-1 0 0,0 0 1 0 0,4 3-1 0 0,-2-2-61 0 0,1 0 0 0 0,0 1 0 0 0,-1-1 0 0 0,1-1 0 0 0,1 1-1 0 0,-1-1 1 0 0,9 4 0 0 0,1-1-228 0 0,1 0 0 0 0,0-1 0 0 0,0-1 0 0 0,20 2 0 0 0,-1-2-165 0 0,-1-1 1 0 0,0-2-1 0 0,1-2 0 0 0,-1-1 0 0 0,53-11 1 0 0,-63 9 626 0 0,0-2 0 0 0,0-1 0 0 0,-1 0 0 0 0,0-2 0 0 0,-1-1 0 0 0,0 0 0 0 0,0-1 0 0 0,29-25 0 0 0,-20 12 1722 0 0,-2-2 1 0 0,26-31 0 0 0,-52 56-1415 0 0,-9 16-342 0 0,-42 72 235 0 0,27-50-207 0 0,2 0 1 0 0,1 1 0 0 0,-18 54 0 0 0,36-88-75 0 0,0-1 0 0 0,0 1-1 0 0,1-1 1 0 0,-1 1 0 0 0,1 0-1 0 0,0-1 1 0 0,0 1-1 0 0,0 0 1 0 0,0-1 0 0 0,0 1-1 0 0,0 0 1 0 0,1-1 0 0 0,-1 1-1 0 0,1 0 1 0 0,0-1 0 0 0,0 1-1 0 0,0-1 1 0 0,0 1-1 0 0,0-1 1 0 0,1 0 0 0 0,-1 1-1 0 0,1-1 1 0 0,-1 0 0 0 0,1 0-1 0 0,0 0 1 0 0,0 0 0 0 0,3 3-1 0 0,-2-3 0 0 0,0-1 0 0 0,0 1 1 0 0,0-1-1 0 0,0 1 0 0 0,1-1 0 0 0,-1 0 0 0 0,0 0 0 0 0,0-1 0 0 0,1 1 0 0 0,-1-1 1 0 0,1 1-1 0 0,-1-1 0 0 0,0 0 0 0 0,1 0 0 0 0,-1-1 0 0 0,1 1 0 0 0,-1-1 0 0 0,0 1 1 0 0,1-1-1 0 0,-1 0 0 0 0,0-1 0 0 0,5-1 0 0 0,7-5 2 0 0,0-1 0 0 0,-1 0 0 0 0,0-1 0 0 0,0-1 0 0 0,-1 0 0 0 0,-1 0 0 0 0,12-15 0 0 0,71-96 273 0 0,-86 109-211 0 0,0 5-105 0 0,-2 11-22 0 0,-3 14 11 0 0,-4-3 25 0 0,1 0 1 0 0,0-1 0 0 0,1 1-1 0 0,0-1 1 0 0,8 24 0 0 0,-9-32 26 0 0,1-1 0 0 0,0 1 0 0 0,0-1 0 0 0,0 0 0 0 0,1 1 0 0 0,-1-1 0 0 0,1 0 1 0 0,0 0-1 0 0,0-1 0 0 0,1 1 0 0 0,-1-1 0 0 0,1 0 0 0 0,0 1 0 0 0,0-1 0 0 0,0-1 0 0 0,0 1 1 0 0,0-1-1 0 0,9 4 0 0 0,-3-3 43 0 0,0 0 1 0 0,-1 0-1 0 0,1-1 1 0 0,0-1-1 0 0,0 0 1 0 0,0 0-1 0 0,0-1 1 0 0,0 0-1 0 0,0-1 0 0 0,0 0 1 0 0,0-1-1 0 0,0 0 1 0 0,14-5-1 0 0,-11 3-5 0 0,-1-2 1 0 0,0 0-1 0 0,0 0 0 0 0,-1-1 0 0 0,1 0 0 0 0,-1-1 0 0 0,-1-1 0 0 0,0 1 0 0 0,13-16 0 0 0,-11 11 12 0 0,-2 0-1 0 0,1-1 1 0 0,-2 0-1 0 0,0 0 0 0 0,-1-1 1 0 0,0 0-1 0 0,-1-1 1 0 0,-1 1-1 0 0,0-1 0 0 0,-1-1 1 0 0,-1 1-1 0 0,-1-1 1 0 0,0 0-1 0 0,-1 1 0 0 0,-1-1 1 0 0,-1-25-1 0 0,-1 37-38 0 0,0 0-1 0 0,0 0 0 0 0,0 0 0 0 0,-1 0 0 0 0,0 1 1 0 0,0-1-1 0 0,0 0 0 0 0,0 1 0 0 0,-1-1 0 0 0,-4-4 1 0 0,6 7-26 0 0,-1-1 1 0 0,0 1 0 0 0,0 0 0 0 0,0 0 0 0 0,0 1-1 0 0,0-1 1 0 0,0 0 0 0 0,0 1 0 0 0,-1-1-1 0 0,1 1 1 0 0,0 0 0 0 0,-1 0 0 0 0,1 0-1 0 0,-1 0 1 0 0,0 0 0 0 0,1 0 0 0 0,-1 1 0 0 0,0-1-1 0 0,1 1 1 0 0,-1 0 0 0 0,-5 0 0 0 0,8 0 4 0 0,-18 3-97 0 0,18-2 94 0 0,-1-1-1 0 0,0 0 1 0 0,0 0-1 0 0,1 0 1 0 0,-1 0-1 0 0,0 1 1 0 0,1-1-1 0 0,-1 0 0 0 0,0 0 1 0 0,1 1-1 0 0,-1-1 1 0 0,1 1-1 0 0,-1-1 1 0 0,1 0-1 0 0,-1 1 1 0 0,1-1-1 0 0,-1 1 1 0 0,1-1-1 0 0,-1 1 1 0 0,1 0-1 0 0,-1-1 1 0 0,1 1-1 0 0,0-1 1 0 0,-1 1-1 0 0,1 0 1 0 0,0-1-1 0 0,0 1 0 0 0,-1 1 1 0 0,1-1 3 0 0,1 1 0 0 0,-1-1 0 0 0,1 1 0 0 0,-1-1 0 0 0,1 1 0 0 0,-1-1 0 0 0,1 1 0 0 0,0-1 0 0 0,0 0 0 0 0,0 1 0 0 0,0-1 1 0 0,0 0-1 0 0,0 0 0 0 0,0 1 0 0 0,0-1 0 0 0,0 0 0 0 0,1 0 0 0 0,-1 0 0 0 0,0-1 0 0 0,1 1 0 0 0,-1 0 0 0 0,0 0 0 0 0,1-1 0 0 0,-1 1 0 0 0,1-1 0 0 0,-1 1 0 0 0,1-1 0 0 0,1 0 0 0 0,1 1 3 0 0,6 2-111 0 0,1 0 0 0 0,0-2 1 0 0,0 1-1 0 0,1-1 0 0 0,-1-1 0 0 0,12-1 1 0 0,69-10-1991 0 0,-54 6 1074 0 0,118-16-5506 0 0,-92 11 1733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30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32 704 0 0,'-14'-32'16530'0'0,"14"32"-16463"0"0,-6 13 1082 0 0,-6 24-751 0 0,9-30 75 0 0,-85 195 1641 0 0,58-140-1852 0 0,22-45-387 0 0,-1 1-2560 0 0,-11 33 1 0 0,38-50-4618 0 0,-17-2 6889 0 0,0 1-1 0 0,1-1 1 0 0,1 0 0 0 0,11-6-4431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30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48 36 0 0,'5'-10'2495'0'0,"5"-10"1345"0"0,-10 20-3702 0 0,1-1-1 0 0,-1 1 1 0 0,0-1 0 0 0,0 1 0 0 0,0-1-1 0 0,1 1 1 0 0,-1-1 0 0 0,0 1-1 0 0,0-1 1 0 0,0 0 0 0 0,0 1 0 0 0,0-1-1 0 0,0 1 1 0 0,0-1 0 0 0,0 1 0 0 0,-1-1-1 0 0,1 1 1 0 0,0-1 0 0 0,0 0-1 0 0,0 1 1 0 0,-1-1 0 0 0,1 1 0 0 0,0-1-1 0 0,0 1 1 0 0,-1-1 0 0 0,1 1 0 0 0,0 0-1 0 0,-1-1 1 0 0,-1 0-48 0 0,1 1 1 0 0,0 0-1 0 0,0-1 1 0 0,0 1-1 0 0,0 0 1 0 0,0 0-1 0 0,-1 0 1 0 0,1 0-1 0 0,0 0 1 0 0,0 0-1 0 0,0 0 1 0 0,-1 0-1 0 0,1 0 1 0 0,0 1-1 0 0,0-1 1 0 0,0 0-1 0 0,0 1 0 0 0,-2 0 1 0 0,-22 12 739 0 0,21-11-641 0 0,-4 2-56 0 0,-1 1 0 0 0,1 0 0 0 0,0 1 0 0 0,1-1 0 0 0,-1 2 0 0 0,1-1 0 0 0,0 1 0 0 0,1 0 0 0 0,-9 11 0 0 0,13-15-119 0 0,0 1 0 0 0,0 0 0 0 0,0 0 0 0 0,0 0 0 0 0,1 0 0 0 0,-1 0 0 0 0,1 1 0 0 0,0-1 0 0 0,1 0 0 0 0,-1 1 1 0 0,1-1-1 0 0,-1 0 0 0 0,1 1 0 0 0,1-1 0 0 0,-1 1 0 0 0,0-1 0 0 0,1 0 0 0 0,0 1 0 0 0,0-1 0 0 0,1 0 0 0 0,-1 0 0 0 0,4 6 0 0 0,2 4 70 0 0,1-2-1 0 0,1 1 1 0 0,0-1-1 0 0,1 0 1 0 0,1-1-1 0 0,15 13 1 0 0,-9-8 351 0 0,23 30 0 0 0,-34-39-411 0 0,-3-3 316 0 0,1 0 1 0 0,-1 0 0 0 0,0 0 0 0 0,-1 0-1 0 0,1 0 1 0 0,-1 1 0 0 0,0-1-1 0 0,0 1 1 0 0,0-1 0 0 0,0 1-1 0 0,-1 0 1 0 0,0-1 0 0 0,1 10 0 0 0,-2-12-251 0 0,-1 0 0 0 0,1 0 0 0 0,-1-1 0 0 0,1 1 1 0 0,-1 0-1 0 0,0 0 0 0 0,0-1 0 0 0,1 1 1 0 0,-1-1-1 0 0,0 1 0 0 0,-1-1 0 0 0,1 1 1 0 0,0-1-1 0 0,0 1 0 0 0,-1-1 0 0 0,1 0 0 0 0,-1 0 1 0 0,1 0-1 0 0,-1 0 0 0 0,-2 2 0 0 0,-31 14 583 0 0,24-14-784 0 0,1 0 0 0 0,-1 0 0 0 0,0-1 0 0 0,0 0 0 0 0,0-1 0 0 0,0 0 0 0 0,0-1 0 0 0,0 0 0 0 0,-15-3 0 0 0,19 2-515 0 0,-1-1-1 0 0,1 0 1 0 0,0 0 0 0 0,0-1 0 0 0,-1 1-1 0 0,-7-6 1 0 0,11 5-286 0 0,-1 1 1 0 0,1-1-1 0 0,0-1 0 0 0,-1 1 0 0 0,2-1 1 0 0,-1 0-1 0 0,0 0 0 0 0,1 0 1 0 0,-5-7-1 0 0,-3-8-5645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31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24 162 1340 0 0,'-14'-102'11965'0'0,"5"47"-9320"0"0,9 53-3241 0 0,0 0 69 0 0,34 4-11896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31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189 125 2720 0 0,'18'-35'13586'0'0,"19"-47"1"0"0,-37 80-13219 0 0,6-4 789 0 0,-6 28-1121 0 0,0-1 1 0 0,-2 1 0 0 0,0 0 0 0 0,-2-1-1 0 0,-8 32 1 0 0,2-10 117 0 0,-29 112 317 0 0,-70 178 0 0 0,87-270-438 0 0,-1-3-33 0 0,18-47 0 0 0,1-3 0 0 0,0-1 0 0 0,4-9-17 0 0,-1 0 1 0 0,1 0-1 0 0,0 0 0 0 0,0 0 1 0 0,0-1-1 0 0,0 1 1 0 0,0 0-1 0 0,0 0 0 0 0,0 0 1 0 0,-1 0-1 0 0,1-1 0 0 0,0 1 1 0 0,0 0-1 0 0,0 0 1 0 0,0 0-1 0 0,0 0 0 0 0,-1 0 1 0 0,1 0-1 0 0,0-1 0 0 0,0 1 1 0 0,0 0-1 0 0,-1 0 1 0 0,1 0-1 0 0,0 0 0 0 0,0 0 1 0 0,0 0-1 0 0,-1 0 0 0 0,1 0 1 0 0,0 0-1 0 0,0 0 1 0 0,0 0-1 0 0,-1 0 0 0 0,1 0 1 0 0,0 0-1 0 0,0 0 0 0 0,0 0 1 0 0,-1 0-1 0 0,1 1 1 0 0,0-1-1 0 0,0 0 0 0 0,0 0 1 0 0,-1 0-1 0 0,1 0 0 0 0,0 0 1 0 0,0 0-1 0 0,0 0 1 0 0,0 1-1 0 0,0-1 0 0 0,-1 0 1 0 0,1 0-1 0 0,0 0 0 0 0,0 0 1 0 0,0 1-1 0 0,0-1 1 0 0,0 0-1 0 0,0 0 0 0 0,0 0 1 0 0,0 1-1 0 0,0-1 0 0 0,0 0 1 0 0,0 0-1 0 0,-1 0 1 0 0,1 1-1 0 0,0-1 0 0 0,0 0 1 0 0,0 0-1 0 0,1 1 0 0 0,-5-15-2333 0 0,5-12-7941 0 0</inkml:trace>
  <inkml:trace contextRef="#ctx0" brushRef="#br0" timeOffset="1">1338 822 4288 0 0,'29'32'19050'0'0,"-21"-25"-16974"0"0,-1 0-2044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44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6 119 872 0 0,'3'-42'9723'0'0,"-2"38"-9185"0"0,0-1 0 0 0,0 1 1 0 0,0 0-1 0 0,1 0 0 0 0,0 0 1 0 0,2-5-1 0 0,-2 6-470 0 0,1 0-1 0 0,-1 0 0 0 0,1 0 1 0 0,0 0-1 0 0,-1 1 1 0 0,1-1-1 0 0,1 1 0 0 0,-1 0 1 0 0,0 0-1 0 0,0 0 1 0 0,1 0-1 0 0,-1 0 1 0 0,1 1-1 0 0,-1-1 0 0 0,1 1 1 0 0,0 0-1 0 0,0 0 1 0 0,4 0-1 0 0,-1 0-47 0 0,1 0 0 0 0,0 0-1 0 0,-1 1 1 0 0,1 0 0 0 0,-1 0 0 0 0,1 1 0 0 0,0 0-1 0 0,-1 0 1 0 0,0 1 0 0 0,1 0 0 0 0,-1 0 0 0 0,0 1-1 0 0,0 0 1 0 0,0 0 0 0 0,7 4 0 0 0,-10-4-9 0 0,0 0-1 0 0,0 0 1 0 0,0 1 0 0 0,0-1 0 0 0,0 1 0 0 0,-1 0-1 0 0,0 0 1 0 0,1 0 0 0 0,-2 0 0 0 0,1 1 0 0 0,0-1-1 0 0,-1 1 1 0 0,0-1 0 0 0,0 1 0 0 0,0 0 0 0 0,-1 0 0 0 0,1 0-1 0 0,-1 0 1 0 0,0 0 0 0 0,-1 0 0 0 0,1 1 0 0 0,-2 9-1 0 0,1-5 20 0 0,-2 1-1 0 0,0-1 0 0 0,0 0 0 0 0,-1 0 1 0 0,0 0-1 0 0,0 0 0 0 0,-1 0 0 0 0,-1-1 0 0 0,-7 13 1 0 0,-6 4 122 0 0,-35 42 0 0 0,9-14 544 0 0,28-34 707 0 0,10-14-458 0 0,9-12-751 0 0,6-1-152 0 0,-2 4-14 0 0,1 0-26 0 0,1 0 1 0 0,1 0-1 0 0,-1 1 1 0 0,0 0-1 0 0,0 1 1 0 0,1 0-1 0 0,-1 0 1 0 0,1 1-1 0 0,-1 0 1 0 0,1 1-1 0 0,-1 0 1 0 0,0 1-1 0 0,1 0 1 0 0,-1 0-1 0 0,0 1 1 0 0,13 5 0 0 0,-5-2 5 0 0,0 1 1 0 0,0 0 0 0 0,-1 2 0 0 0,0 0 0 0 0,-1 0-1 0 0,0 1 1 0 0,0 1 0 0 0,17 18 0 0 0,-29-27 41 0 0,-1 1 0 0 0,0-1-1 0 0,0 1 1 0 0,0-1 0 0 0,0 1 0 0 0,0 0 0 0 0,0 0-1 0 0,-1 0 1 0 0,0 0 0 0 0,1 0 0 0 0,-1 0 0 0 0,0 0 0 0 0,-1 0-1 0 0,1 1 1 0 0,0-1 0 0 0,-1 0 0 0 0,0 0 0 0 0,0 1 0 0 0,0-1-1 0 0,0 0 1 0 0,0 1 0 0 0,-1-1 0 0 0,1 0 0 0 0,-1 0 0 0 0,0 1-1 0 0,0-1 1 0 0,0 0 0 0 0,-1 0 0 0 0,1 0 0 0 0,-1 0 0 0 0,1 0-1 0 0,-1-1 1 0 0,0 1 0 0 0,0 0 0 0 0,0-1 0 0 0,-1 1 0 0 0,-2 2-1 0 0,-5 4 15 0 0,-1-1 0 0 0,1 0 0 0 0,-1-1 0 0 0,-1 0 0 0 0,1 0 0 0 0,-1-1 0 0 0,-1-1-1 0 0,1 0 1 0 0,-1-1 0 0 0,1 0 0 0 0,-17 2 0 0 0,0-1 39 0 0,-2-1 0 0 0,1-1 0 0 0,-55-3-1 0 0,18-6-610 0 0,26-4-4283 0 0,41 10 4575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47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40 1292 0 0,'-8'1'13349'0'0,"26"-1"-12116"0"0,31-3-1230 0 0,56-6 417 0 0,5-1-1747 0 0,-37 1-3837 0 0,-57 6 2020 0 0,0-3-1114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47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37 244 0 0,'1'-2'2823'0'0,"0"-33"11542"0"0,-40 236-9700 0 0,26-118-4291 0 0,3-27-655 0 0,-4 102 0 0 0,18-107-2384 0 0,3-26-363 0 0,-6-23 2300 0 0,0 0-1 0 0,0 0 1 0 0,0 0 0 0 0,0-1-1 0 0,0 1 1 0 0,1 0 0 0 0,-1 0-1 0 0,3 2 1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48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101 111 1112 0 0,'-13'5'6766'0'0,"5"-5"-4270"0"0,5 0-1860 0 0,1 0-1 0 0,-1 0 1 0 0,0 0-1 0 0,0 0 1 0 0,1 0 0 0 0,-1 1-1 0 0,1-1 1 0 0,-5 2-1 0 0,5-1-609 0 0,1 0 0 0 0,0 0 0 0 0,-1 0-1 0 0,1 0 1 0 0,0 1 0 0 0,0-1 0 0 0,0 0 0 0 0,0 0-1 0 0,0 1 1 0 0,0-1 0 0 0,1 0 0 0 0,-1 1-1 0 0,0-1 1 0 0,1 1 0 0 0,-1-1 0 0 0,1 1 0 0 0,-1-1-1 0 0,1 4 1 0 0,-6 20 36 0 0,-4 18 42 0 0,-6 53 0 0 0,14-83-88 0 0,2 1 0 0 0,-1-1 0 0 0,2 0 0 0 0,0 0 0 0 0,0 0 0 0 0,1 0 0 0 0,1 0 0 0 0,7 20 0 0 0,-9-28 38 0 0,1-1 1 0 0,0 0 0 0 0,0 0 0 0 0,0 0 0 0 0,1 0-1 0 0,-1 0 1 0 0,1-1 0 0 0,0 1 0 0 0,0-1 0 0 0,0 1-1 0 0,0-1 1 0 0,1 0 0 0 0,-1-1 0 0 0,1 1 0 0 0,0 0-1 0 0,0-1 1 0 0,0 0 0 0 0,0 0 0 0 0,0 0 0 0 0,0-1-1 0 0,0 1 1 0 0,1-1 0 0 0,-1 0 0 0 0,1 0 0 0 0,-1 0-1 0 0,1-1 1 0 0,-1 0 0 0 0,1 0 0 0 0,-1 0 0 0 0,1 0-1 0 0,-1-1 1 0 0,1 0 0 0 0,6-1 0 0 0,0-1 69 0 0,-1 0 1 0 0,0-1-1 0 0,0 0 1 0 0,0-1 0 0 0,0 0-1 0 0,-1 0 1 0 0,0-1-1 0 0,0 0 1 0 0,0 0-1 0 0,-1-1 1 0 0,0 0-1 0 0,0-1 1 0 0,8-10 0 0 0,-9 6-87 0 0,1 0 0 0 0,-2 0 1 0 0,0-1-1 0 0,0 0 0 0 0,-1 0 1 0 0,-1 0-1 0 0,0-1 0 0 0,-1 1 1 0 0,0-1-1 0 0,-1 0 0 0 0,0 0 1 0 0,-2 0-1 0 0,1 0 0 0 0,-2 0 1 0 0,-2-16-1 0 0,2 20-40 0 0,0 0 0 0 0,-1 0-1 0 0,-1 0 1 0 0,1 0 0 0 0,-2 0-1 0 0,1 1 1 0 0,-1 0 0 0 0,-1-1-1 0 0,0 1 1 0 0,0 1 0 0 0,0-1-1 0 0,-1 1 1 0 0,-1 0 0 0 0,1 0-1 0 0,-1 1 1 0 0,-1 0 0 0 0,1 0 0 0 0,-1 1-1 0 0,0 0 1 0 0,-1 0 0 0 0,-13-7-1 0 0,16 11-65 0 0,-1 0 0 0 0,1 0 0 0 0,-1 1 0 0 0,1-1 0 0 0,-1 1 0 0 0,0 1 0 0 0,1-1 0 0 0,-1 1 0 0 0,0 1 0 0 0,1-1 0 0 0,-1 1 0 0 0,-8 2 0 0 0,12-3-138 0 0,0 1 1 0 0,1 0 0 0 0,-1-1 0 0 0,0 1 0 0 0,1 0-1 0 0,-1 1 1 0 0,1-1 0 0 0,-1 0 0 0 0,1 1-1 0 0,0-1 1 0 0,0 1 0 0 0,-1 0 0 0 0,1 0 0 0 0,0-1-1 0 0,1 1 1 0 0,-1 1 0 0 0,0-1 0 0 0,0 0 0 0 0,1 0-1 0 0,0 1 1 0 0,-1-1 0 0 0,1 1 0 0 0,0-1-1 0 0,0 1 1 0 0,0-1 0 0 0,0 1 0 0 0,1 0 0 0 0,-1-1-1 0 0,1 1 1 0 0,0 0 0 0 0,0 0 0 0 0,0 3 0 0 0,0-4-228 0 0,0 0 1 0 0,1 0-1 0 0,-1 0 1 0 0,1 0-1 0 0,-1 0 1 0 0,1-1-1 0 0,0 1 1 0 0,-1 0 0 0 0,1 0-1 0 0,0-1 1 0 0,0 1-1 0 0,2 1 1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50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100 153 1036 0 0,'0'0'5203'0'0,"0"-2"-4693"0"0,0 1-1 0 0,0-1 1 0 0,-1 1-1 0 0,1 0 1 0 0,0-1 0 0 0,-1 1-1 0 0,0 0 1 0 0,1-1-1 0 0,-1 1 1 0 0,0 0-1 0 0,-1-2 1 0 0,0 4-414 0 0,1 1 0 0 0,-1-1-1 0 0,0 1 1 0 0,0 0 0 0 0,1 0 0 0 0,-1-1 0 0 0,1 1 0 0 0,-1 0 0 0 0,1 1 0 0 0,0-1 0 0 0,-2 4 0 0 0,-13 34 522 0 0,9-21-311 0 0,-31 90 587 0 0,35-96-834 0 0,0 1 0 0 0,1-1 0 0 0,0 0 0 0 0,1 0 0 0 0,1 1-1 0 0,1 20 1 0 0,-1-30 11 0 0,1-1 0 0 0,-1 1 0 0 0,1-1 0 0 0,0 0 0 0 0,0 0 0 0 0,0 1 0 0 0,0-1-1 0 0,1 0 1 0 0,-1 0 0 0 0,1 0 0 0 0,0 0 0 0 0,0 0 0 0 0,0-1 0 0 0,0 1 0 0 0,0 0 0 0 0,1-1-1 0 0,-1 0 1 0 0,4 4 0 0 0,-1-4 22 0 0,-1 0-1 0 0,0 0 0 0 0,1 0 1 0 0,-1 0-1 0 0,1-1 0 0 0,0 1 1 0 0,-1-1-1 0 0,1 0 0 0 0,0-1 1 0 0,0 1-1 0 0,8-1 1 0 0,2-1 80 0 0,-1-1 1 0 0,1 0 0 0 0,0-1 0 0 0,-1 0 0 0 0,1-1-1 0 0,-1-1 1 0 0,19-9 0 0 0,-16 5-37 0 0,0-1-1 0 0,0 0 1 0 0,-1-1 0 0 0,0-1-1 0 0,-1-1 1 0 0,0 0 0 0 0,-1-1-1 0 0,-1 0 1 0 0,0-1 0 0 0,13-21-1 0 0,-20 27-66 0 0,0-1 0 0 0,-1 1-1 0 0,-1-1 1 0 0,0 0 0 0 0,0-1 0 0 0,-1 1-1 0 0,0-1 1 0 0,2-18 0 0 0,-4 21-40 0 0,-1-1 0 0 0,0 0 0 0 0,-1 1 0 0 0,0-1 1 0 0,0 1-1 0 0,-1-1 0 0 0,0 1 0 0 0,0-1 0 0 0,-1 1 0 0 0,0 0 1 0 0,0 0-1 0 0,-6-8 0 0 0,4 8-34 0 0,0 1-1 0 0,-1-1 1 0 0,0 1 0 0 0,0 1-1 0 0,-1-1 1 0 0,0 1 0 0 0,0 0-1 0 0,-1 1 1 0 0,1 0 0 0 0,-1 0-1 0 0,0 0 1 0 0,0 1 0 0 0,-1 0-1 0 0,1 1 1 0 0,-1 0 0 0 0,0 0-1 0 0,0 1 1 0 0,0 0 0 0 0,-15-1-1 0 0,9 1-431 0 0,-1 1 0 0 0,1 1-1 0 0,-1 1 1 0 0,1 0 0 0 0,-1 0-1 0 0,1 2 1 0 0,0 0 0 0 0,0 1-1 0 0,0 0 1 0 0,-28 13 0 0 0,36-14-275 0 0,1 1 1 0 0,-1 0 0 0 0,1 0 0 0 0,-9 9 0 0 0,12-10-62 0 0,1-1-1 0 0,-1 1 1 0 0,1-1 0 0 0,0 1 0 0 0,0 0 0 0 0,0 0 0 0 0,-1 4-1 0 0,0 5-4320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50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10 2288 0 0,'-22'-9'13813'0'0,"21"9"-13754"0"0,0 0 0 0 0,1 0-1 0 0,-1 0 1 0 0,0 0-1 0 0,0 0 1 0 0,0 1-1 0 0,0-1 1 0 0,1 0-1 0 0,-1 1 1 0 0,0-1-1 0 0,0 0 1 0 0,1 1-1 0 0,-1-1 1 0 0,0 1 0 0 0,1-1-1 0 0,-1 1 1 0 0,0-1-1 0 0,1 1 1 0 0,-1 0-1 0 0,1-1 1 0 0,-1 1-1 0 0,1 0 1 0 0,-1-1-1 0 0,1 1 1 0 0,-1 0-1 0 0,1 0 1 0 0,0-1 0 0 0,-1 1-1 0 0,1 0 1 0 0,0 0-1 0 0,0 0 1 0 0,0 0-1 0 0,-1-1 1 0 0,1 2-1 0 0,-4 40 549 0 0,3-23-344 0 0,-15 80 280 0 0,5-26-434 0 0,-4 80 0 0 0,15-131-908 0 0,4 44-1 0 0,6-23-1816 0 0,-7-36 1367 0 0,-1-1-1 0 0,1 0 1 0 0,0 0 0 0 0,5 8 0 0 0,8 4-5667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52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65 268 1456 0 0,'2'-20'1909'0'0,"1"0"-1"0"0,0 0 1 0 0,2 0 0 0 0,13-36-1 0 0,-17 51-1516 0 0,1 1 139 0 0,-1-1-1 0 0,0 1 1 0 0,0-1-1 0 0,0 1 1 0 0,0-1 0 0 0,-1 0-1 0 0,0-6 1 0 0,0 10-432 0 0,0 0 278 0 0,0-1 95 0 0,0-2-88 0 0,-6 8-324 0 0,3 1-25 0 0,0-1 0 0 0,0 1 0 0 0,0 1-1 0 0,0-1 1 0 0,-1 7 0 0 0,-4 5 6 0 0,-8 19 46 0 0,-21 63 0 0 0,33-83-74 0 0,0 1 1 0 0,0-1 0 0 0,2 1-1 0 0,0 0 1 0 0,1-1 0 0 0,1 28 0 0 0,0-39 8 0 0,1-1 0 0 0,0 0 0 0 0,0 1 0 0 0,0-1 0 0 0,0 0-1 0 0,0 1 1 0 0,1-1 0 0 0,0 0 0 0 0,0 0 0 0 0,0 0 0 0 0,1-1 0 0 0,-1 1 0 0 0,1 0 0 0 0,0-1 0 0 0,0 0 0 0 0,0 1 0 0 0,4 2 0 0 0,-1-2 12 0 0,-1-1 1 0 0,1 1-1 0 0,0-1 0 0 0,0-1 0 0 0,0 1 1 0 0,0-1-1 0 0,1 0 0 0 0,-1-1 0 0 0,1 1 0 0 0,10 0 1 0 0,3-1 22 0 0,1-1 0 0 0,0-1 0 0 0,-1-1 0 0 0,1-1 0 0 0,-1 0 0 0 0,28-9 0 0 0,-28 6 35 0 0,-1-1-1 0 0,-1 0 0 0 0,1-1 1 0 0,-1-1-1 0 0,30-19 1 0 0,-43 24-44 0 0,1 0 0 0 0,-1-1 0 0 0,0 1 0 0 0,0-1 1 0 0,0 0-1 0 0,-1 0 0 0 0,1-1 0 0 0,-1 1 0 0 0,0-1 0 0 0,-1 0 0 0 0,0 0 0 0 0,0 0 1 0 0,0 0-1 0 0,0-1 0 0 0,-1 1 0 0 0,0-1 0 0 0,-1 0 0 0 0,1 1 0 0 0,-1-1 0 0 0,0-9 1 0 0,-2 3-31 0 0,0 1 0 0 0,-1 0 0 0 0,-1-1 0 0 0,1 1 0 0 0,-2 0 0 0 0,0 0 1 0 0,0 1-1 0 0,-1-1 0 0 0,-1 1 0 0 0,0 0 0 0 0,0 0 0 0 0,-1 1 0 0 0,0 0 1 0 0,-1 0-1 0 0,0 1 0 0 0,-17-15 0 0 0,14 14-79 0 0,-1 0 0 0 0,0 1 0 0 0,0 0 0 0 0,-1 1 1 0 0,0 1-1 0 0,0 0 0 0 0,-1 0 0 0 0,0 2 0 0 0,0-1 0 0 0,-1 2 0 0 0,1 0 0 0 0,-1 1 0 0 0,-24-2 0 0 0,33 4-243 0 0,1 1-1 0 0,-1 1 0 0 0,0-1 1 0 0,1 1-1 0 0,-1 0 0 0 0,0 0 1 0 0,1 1-1 0 0,0-1 0 0 0,-1 1 0 0 0,1 0 1 0 0,-9 6-1 0 0,12-7-36 0 0,0 0 0 0 0,-1 1 0 0 0,1 0 0 0 0,0 0 0 0 0,0 0-1 0 0,1 0 1 0 0,-1 0 0 0 0,0 0 0 0 0,0 0 0 0 0,1 0 0 0 0,0 1 0 0 0,-1-1 0 0 0,1 0 0 0 0,0 1 0 0 0,0-1 0 0 0,0 1 0 0 0,0 0-1 0 0,1-1 1 0 0,-1 1 0 0 0,1 0 0 0 0,0-1 0 0 0,0 1 0 0 0,0 0 0 0 0,0 0 0 0 0,0-1 0 0 0,1 5 0 0 0,3 8-4124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53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57 1404 0 0,'6'-11'5741'0'0,"-5"10"-5389"0"0,0 0 0 0 0,-1 0 0 0 0,1-1 1 0 0,0 1-1 0 0,-1-1 0 0 0,1 1 0 0 0,-1-1 0 0 0,0 1 0 0 0,1 0 0 0 0,-1-1 0 0 0,0 1 0 0 0,0-1 0 0 0,0 1 0 0 0,0-1 0 0 0,0 0 0 0 0,0 1 0 0 0,0-1 0 0 0,-1 1 0 0 0,1 0 0 0 0,-1-1 0 0 0,1 1 1 0 0,-1-1-1 0 0,1 1 0 0 0,-1 0 0 0 0,0-1 0 0 0,1 1 0 0 0,-1 0 0 0 0,0-1 0 0 0,0 1 0 0 0,-1-1 0 0 0,0 1-147 0 0,0 2-36 0 0,-7 4-86 0 0,0 0 1 0 0,1 1-1 0 0,0 0 0 0 0,0 0 0 0 0,0 1 1 0 0,1 0-1 0 0,0 0 0 0 0,1 1 1 0 0,-8 10-1 0 0,-3 6 29 0 0,-26 52 0 0 0,40-72-101 0 0,-11 26 24 0 0,0 0 0 0 0,-10 34 1 0 0,21-55-20 0 0,1-1 1 0 0,0 0 0 0 0,0 1 0 0 0,1 0 0 0 0,0-1 0 0 0,1 1 0 0 0,0 0 0 0 0,0-1 0 0 0,1 1 0 0 0,0 0-1 0 0,0-1 1 0 0,1 1 0 0 0,3 10 0 0 0,-2-15 7 0 0,-1 1-1 0 0,1-1 0 0 0,0 1 1 0 0,0-1-1 0 0,0 0 1 0 0,1 0-1 0 0,0-1 0 0 0,-1 1 1 0 0,1-1-1 0 0,1 1 1 0 0,-1-1-1 0 0,0-1 0 0 0,1 1 1 0 0,-1-1-1 0 0,1 1 1 0 0,0-1-1 0 0,0 0 1 0 0,0-1-1 0 0,0 1 0 0 0,10 0 1 0 0,0 1 24 0 0,0-1-1 0 0,1-1 1 0 0,-1-1 0 0 0,1 0 0 0 0,27-4 0 0 0,-33 3-13 0 0,0-1 0 0 0,0-1 0 0 0,0 0-1 0 0,-1 0 1 0 0,1-1 0 0 0,-1 0 0 0 0,0 0 0 0 0,0-1 0 0 0,0 0 0 0 0,0-1 0 0 0,-1 0 0 0 0,0 0 0 0 0,12-13 0 0 0,-14 12-22 0 0,-1 0 1 0 0,0 1 0 0 0,0-1-1 0 0,-1-1 1 0 0,0 1 0 0 0,0-1-1 0 0,-1 0 1 0 0,0 0 0 0 0,0 0-1 0 0,-1 0 1 0 0,0 0 0 0 0,0 0-1 0 0,-1-1 1 0 0,0 1 0 0 0,-1-1-1 0 0,0 1 1 0 0,-1-10 0 0 0,0 8 6 0 0,-1 0 0 0 0,0-1 1 0 0,0 1-1 0 0,-1 1 0 0 0,-1-1 1 0 0,0 0-1 0 0,0 1 0 0 0,-1 0 1 0 0,0 0-1 0 0,0 0 0 0 0,-1 0 1 0 0,0 1-1 0 0,-1 0 0 0 0,0 0 1 0 0,-10-8-1 0 0,7 7-264 0 0,0 1 0 0 0,-1 1 0 0 0,1 0 0 0 0,-1 0 0 0 0,-1 1 0 0 0,1 0 0 0 0,-1 1 0 0 0,0 0 0 0 0,-1 1 0 0 0,1 1 0 0 0,-23-4 0 0 0,32 6-1 0 0,1 1 1 0 0,-1 0-1 0 0,1 1 0 0 0,-1-1 1 0 0,1 0-1 0 0,-1 1 0 0 0,1-1 1 0 0,0 1-1 0 0,-1 0 1 0 0,1 0-1 0 0,0 0 0 0 0,0 0 1 0 0,-1 0-1 0 0,1 1 1 0 0,0-1-1 0 0,0 0 0 0 0,0 1 1 0 0,-3 3-1 0 0,4-4-165 0 0,0 0 0 0 0,0 0-1 0 0,0 1 1 0 0,0-1 0 0 0,0 0-1 0 0,1 1 1 0 0,-1-1 0 0 0,0 1-1 0 0,1-1 1 0 0,-1 1 0 0 0,1-1 0 0 0,-1 1-1 0 0,1 0 1 0 0,0-1 0 0 0,-1 1-1 0 0,1 0 1 0 0,0 2 0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53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200 102 2512 0 0,'-12'-13'4879'0'0,"11"12"-4419"0"0,-1-1-1 0 0,0 1 1 0 0,1-1 0 0 0,0 0 0 0 0,-1 1 0 0 0,1-1 0 0 0,0 0 0 0 0,0 0 0 0 0,0 0 0 0 0,0 0 0 0 0,0 0 0 0 0,0 0 0 0 0,0-2 0 0 0,1 3-438 0 0,0 1 0 0 0,0 0-1 0 0,0 0 1 0 0,0 0 0 0 0,0-1 0 0 0,-1 1-1 0 0,1 0 1 0 0,0 0 0 0 0,0 0 0 0 0,0-1 0 0 0,0 1-1 0 0,0 0 1 0 0,0 0 0 0 0,0 0 0 0 0,-1 0 0 0 0,1 0-1 0 0,0-1 1 0 0,0 1 0 0 0,0 0 0 0 0,0 0-1 0 0,-1 0 1 0 0,1 0 0 0 0,0 0 0 0 0,0 0 0 0 0,0 0-1 0 0,-1 0 1 0 0,1 0 0 0 0,0 0 0 0 0,0-1 0 0 0,0 1-1 0 0,-1 0 1 0 0,1 0 0 0 0,0 0 0 0 0,0 0-1 0 0,0 0 1 0 0,-1 1 0 0 0,1-1 0 0 0,0 0 0 0 0,0 0-1 0 0,0 0 1 0 0,-1 0 0 0 0,1 0 0 0 0,0 0-1 0 0,-1 0 1 0 0,-10 8 332 0 0,-14 25 44 0 0,1 2 0 0 0,-23 44 0 0 0,38-60-350 0 0,0 0 0 0 0,1 0 0 0 0,1 1 1 0 0,1 0-1 0 0,0 0 0 0 0,-3 32 1 0 0,8-48-19 0 0,1 1 0 0 0,0-1 1 0 0,0 0-1 0 0,0 1 1 0 0,0-1-1 0 0,1 0 0 0 0,0 1 1 0 0,0-1-1 0 0,0 0 1 0 0,0 0-1 0 0,1 0 1 0 0,0 0-1 0 0,-1 0 0 0 0,1 0 1 0 0,1 0-1 0 0,-1 0 1 0 0,1-1-1 0 0,-1 1 1 0 0,1-1-1 0 0,0 0 0 0 0,0 0 1 0 0,6 5-1 0 0,-5-5 28 0 0,1-1-1 0 0,-1 1 1 0 0,1-1-1 0 0,0 0 1 0 0,0 0-1 0 0,0-1 1 0 0,0 1 0 0 0,0-1-1 0 0,0 0 1 0 0,0-1-1 0 0,0 1 1 0 0,0-1-1 0 0,0 0 1 0 0,1 0-1 0 0,-1 0 1 0 0,0-1-1 0 0,0 0 1 0 0,9-2-1 0 0,-3-1 18 0 0,-1-1 1 0 0,0 0-1 0 0,0 0 0 0 0,0-1 0 0 0,-1 0 0 0 0,0 0 0 0 0,0-1 0 0 0,0-1 1 0 0,-1 1-1 0 0,0-1 0 0 0,-1-1 0 0 0,1 0 0 0 0,-2 0 0 0 0,1 0 0 0 0,-1 0 0 0 0,-1-1 1 0 0,0 0-1 0 0,7-19 0 0 0,-7 17-43 0 0,-1-1 1 0 0,0 1 0 0 0,-1-1-1 0 0,0 0 1 0 0,-1 0-1 0 0,0 0 1 0 0,-1 0 0 0 0,-1 0-1 0 0,0 0 1 0 0,-1-1-1 0 0,0 1 1 0 0,-1 0-1 0 0,0 0 1 0 0,-1 0 0 0 0,-8-22-1 0 0,7 28-76 0 0,0 0 0 0 0,0 1 0 0 0,-1-1 0 0 0,0 1 1 0 0,0 0-1 0 0,0 0 0 0 0,-1 0 0 0 0,0 1 0 0 0,0 0 0 0 0,0 0 0 0 0,0 0 0 0 0,-1 1 0 0 0,0 0 0 0 0,0 0 0 0 0,0 1 0 0 0,0 0 0 0 0,-16-4 0 0 0,18 5-234 0 0,0 1 0 0 0,-1 0 0 0 0,1 0 0 0 0,0 1 0 0 0,-1-1 0 0 0,1 1 0 0 0,-1 0 0 0 0,1 1 0 0 0,0-1 0 0 0,-1 1 0 0 0,1 0 0 0 0,0 1 0 0 0,0-1 0 0 0,0 1 0 0 0,0 0 0 0 0,0 0 0 0 0,0 1 0 0 0,0-1 0 0 0,0 1 0 0 0,1 0 0 0 0,0 0 0 0 0,-1 1 0 0 0,1-1 0 0 0,1 1 0 0 0,-1 0 0 0 0,-6 8 0 0 0,-9 22-5092 0 0,14-15 1004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9:22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1 316 0 0,'-91'8'2343'0'0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9:40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7 300 0 0,'0'0'1208'0'0,"7"-6"-1040"0"0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0:43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60 0 0,'0'0'5336'0'0,"1"-1"-5131"0"0,0 0 0 0 0,0 0 0 0 0,-1 0 1 0 0,1 1-1 0 0,0-1 0 0 0,0 0 0 0 0,1 1 0 0 0,-1-1 0 0 0,0 1 1 0 0,0-1-1 0 0,2 0 0 0 0,4 32-3631 0 0,-3-19 1398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0:45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48 212 0 0,'0'0'3695'0'0,"20"-32"-2932"0"0,-19 31-629 0 0,-1 1-1 0 0,1-1 0 0 0,-1 0 0 0 0,1 0 0 0 0,-1 0 0 0 0,0 1 0 0 0,1-1 0 0 0,-1 0 1 0 0,0 0-1 0 0,0 0 0 0 0,1 0 0 0 0,-1 0 0 0 0,0 0 0 0 0,0 0 0 0 0,0-1 1 0 0,-3 10-3202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0:55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0 184 0 0,'0'0'3310'0'0,"11"10"-4849"0"0,-6-1 888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0:52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1 152 0 0,'0'0'-56'0'0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0:53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11 580 0 0,'0'0'508'0'0,"9"-5"396"0"0,2 0-392 0 0,5 6-512 0 0,-15 9-980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0:55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57 32 0 0,'-5'-29'3426'0'0,"2"12"-2944"0"0,3 15-407 0 0,-1 1-72 0 0,-1-5-8 0 0,1 5 2 0 0,-5 19-2192 0 0,4-11 1580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07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0 224 0 0,'0'0'104'0'0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35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23 170 328 0 0,'0'0'1720'0'0,"-3"0"-1017"0"0,1-1 0 0 0,0 1 1 0 0,-1-1-1 0 0,1 1 1 0 0,0-1-1 0 0,-1 0 0 0 0,-2-2 1 0 0,5 2-685 0 0,1-1-1 0 0,-1 0 1 0 0,1 1 0 0 0,0-1 0 0 0,-1 1 0 0 0,1-1 0 0 0,0 1 0 0 0,0-1-1 0 0,0 1 1 0 0,0 0 0 0 0,0 0 0 0 0,1-1 0 0 0,-1 1 0 0 0,0 0 0 0 0,0 0-1 0 0,1 0 1 0 0,-1 0 0 0 0,1 0 0 0 0,-1 1 0 0 0,1-1 0 0 0,-1 0-1 0 0,3 0 1 0 0,41-15 18 0 0,-41 14-25 0 0,121-29-56 0 0,151-18 0 0 0,-123 24 18 0 0,-61 14-110 0 0,-90 10-148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36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91 122 864 0 0,'-3'1'1093'0'0,"-35"9"3311"0"0,35-9-3900 0 0,-23 6 2927 0 0,8-2-2269 0 0,16-5-916 0 0,14-6-146 0 0,14-4-68 0 0,0 2 0 0 0,1 0-1 0 0,0 2 1 0 0,40-4 0 0 0,-51 7-29 0 0,487-77 123 0 0,-480 76-49 0 0,23-6-134 0 0,-44 9 17 0 0,-18 5-1598 0 0,-102 20-5247 0 0,97-21 5740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36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104 157 1200 0 0,'-3'0'972'0'0,"-81"8"5813"0"0,82-7-6093 0 0,-13-3 711 0 0,17 0-1388 0 0,1 0 0 0 0,-1 0 0 0 0,0 0 0 0 0,1 1 0 0 0,-1-1 0 0 0,1 1-1 0 0,0-1 1 0 0,-1 1 0 0 0,1 0 0 0 0,0 0 0 0 0,3-1 0 0 0,41-9 35 0 0,-25 6-32 0 0,430-76-19 0 0,-331 63 11 0 0,44-6 1170 0 0,-162 24-1176 0 0,18-3 738 0 0,-11 0-2158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43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44 1632 0 0,'-1'-2'1797'0'0,"-4"-5"-561"0"0,3 3-36 0 0,-1 0 0 0 0,0-1 0 0 0,0 2 0 0 0,-1-1 0 0 0,1 0 0 0 0,-7-5 0 0 0,9 8-786 0 0,-6 2 133 0 0,7-1-532 0 0,-1 0 0 0 0,1-1 0 0 0,0 1 0 0 0,-1 0 0 0 0,1 0 0 0 0,0 0 0 0 0,-1 0 0 0 0,1 0 0 0 0,-1 0 0 0 0,1 0 0 0 0,0 0 0 0 0,-1 0 0 0 0,1 0 1 0 0,-1 0-1 0 0,1 0 0 0 0,0 0 0 0 0,-1 0 0 0 0,1 0 0 0 0,-1 0 0 0 0,1 0 0 0 0,0 0 0 0 0,-1 1 0 0 0,1-1 0 0 0,0 0 0 0 0,-1 0 0 0 0,0 1 0 0 0,-8 6 104 0 0,0 1 0 0 0,1 1 0 0 0,0 0 0 0 0,0 0 0 0 0,0 0-1 0 0,1 1 1 0 0,-9 16 0 0 0,-36 84-84 0 0,37-77-7 0 0,3-6 3 0 0,2 0-1 0 0,-12 45 1 0 0,19-57 4 0 0,0 1 0 0 0,1-1 0 0 0,1 0 1 0 0,0 0-1 0 0,1 1 0 0 0,3 24 0 0 0,-2-35-3 0 0,0 0 1 0 0,0 0-1 0 0,1 0 0 0 0,0 0 0 0 0,-1 0 0 0 0,2 0 1 0 0,-1 0-1 0 0,0-1 0 0 0,1 1 0 0 0,0-1 1 0 0,0 0-1 0 0,0 0 0 0 0,1 0 0 0 0,-1 0 0 0 0,1 0 1 0 0,5 3-1 0 0,-3-3 21 0 0,0-1 1 0 0,0 1-1 0 0,1-1 1 0 0,-1 0-1 0 0,1 0 1 0 0,0-1-1 0 0,0 1 1 0 0,0-2 0 0 0,1 1-1 0 0,10 0 1 0 0,-6-1 53 0 0,-1-1 0 0 0,0 0 0 0 0,0 0 1 0 0,0-1-1 0 0,0-1 0 0 0,1 0 0 0 0,-2-1 1 0 0,1 0-1 0 0,0 0 0 0 0,-1-1 1 0 0,1-1-1 0 0,-1 1 0 0 0,0-2 0 0 0,16-11 1 0 0,-17 9-43 0 0,0-1 1 0 0,-1-1 0 0 0,0 1 0 0 0,-1-1 0 0 0,0 0-1 0 0,-1-1 1 0 0,0 0 0 0 0,0 0 0 0 0,-1 0-1 0 0,-1 0 1 0 0,0-1 0 0 0,0 0 0 0 0,-1 0-1 0 0,-1 0 1 0 0,0 0 0 0 0,1-25 0 0 0,-3 12-52 0 0,0-1 1 0 0,-2 1 0 0 0,-1 0 0 0 0,-1 0 0 0 0,-1 0-1 0 0,-1 0 1 0 0,-12-31 0 0 0,15 48-26 0 0,-1 1 1 0 0,1-1-1 0 0,-1 1 1 0 0,0 0 0 0 0,-1 0-1 0 0,-5-7 1 0 0,8 12 15 0 0,-1 0-1 0 0,1-1 1 0 0,0 1 0 0 0,-1 0 0 0 0,1 0 0 0 0,-1 0 0 0 0,0 1 0 0 0,1-1 0 0 0,-1 1 0 0 0,0-1-1 0 0,0 1 1 0 0,0 0 0 0 0,0 0 0 0 0,0 0 0 0 0,0 0 0 0 0,0 1 0 0 0,-1-1 0 0 0,1 1 0 0 0,-6 0-1 0 0,6 1-135 0 0,0-1-1 0 0,0 1 1 0 0,0-1-1 0 0,0 1 1 0 0,1 0-1 0 0,-1 0 1 0 0,0 1-1 0 0,1-1 0 0 0,-1 0 1 0 0,1 1-1 0 0,-1 0 1 0 0,1-1-1 0 0,0 1 1 0 0,0 0-1 0 0,0 0 0 0 0,0 1 1 0 0,0-1-1 0 0,-2 3 1 0 0,3-4-230 0 0,0 1 0 0 0,0 0 0 0 0,0 0 0 0 0,0 0 0 0 0,1 0 1 0 0,-1 0-1 0 0,0 0 0 0 0,1 0 0 0 0,0 0 0 0 0,-1 0 0 0 0,1 0 0 0 0,0 0 1 0 0,0 1-1 0 0,0-1 0 0 0,0 0 0 0 0,0 0 0 0 0,1 0 0 0 0,-1 0 0 0 0,1 0 1 0 0,-1 0-1 0 0,1 0 0 0 0,0 0 0 0 0,0 0 0 0 0,0 0 0 0 0,0 0 0 0 0,0-1 1 0 0,2 4-1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46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77 1844 0 0,'15'-19'3624'0'0,"-7"9"-398"0"0,0 0 0 0 0,16-15 1 0 0,-20 20-2248 0 0,5-3 1054 0 0,-9 8-1999 0 0,0 0-1 0 0,1 0 1 0 0,-1 1 0 0 0,0-1-1 0 0,0 0 1 0 0,1 0 0 0 0,-1 0-1 0 0,0 0 1 0 0,0 0 0 0 0,1 0-1 0 0,-1 0 1 0 0,0 1 0 0 0,0-1-1 0 0,1 0 1 0 0,-1 0 0 0 0,0 0-1 0 0,0 0 1 0 0,0 1 0 0 0,1-1-1 0 0,-1 0 1 0 0,0 0 0 0 0,0 1-1 0 0,0-1 1 0 0,0 0 0 0 0,0 0-1 0 0,1 1 1 0 0,-1-1 0 0 0,0 0-1 0 0,0 0 1 0 0,0 1 0 0 0,0-1-1 0 0,0 0 1 0 0,0 1 0 0 0,0-1-1 0 0,0 0 1 0 0,0 0-1 0 0,0 1 1 0 0,0-1 0 0 0,0 0-1 0 0,0 1 1 0 0,0-1 0 0 0,-1 0-1 0 0,3 19 505 0 0,-2-1 0 0 0,0 0 0 0 0,-5 34 0 0 0,-15 57-62 0 0,14-81-306 0 0,-12 57-410 0 0,-11 139-1 0 0,31-169-2556 0 0,5-27-664 0 0,5-5-3828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33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83 181 140 0 0,'0'0'1439'0'0,"-13"-2"1025"0"0,8-1-1971 0 0,0 1-1 0 0,1-1 1 0 0,-1 1 0 0 0,0 1-1 0 0,0-1 1 0 0,-8-1-1 0 0,11 3 14 0 0,1-1-466 0 0,0 1 1 0 0,0 0-1 0 0,0 0 0 0 0,0 0 1 0 0,0-1-1 0 0,0 1 1 0 0,0 0-1 0 0,0 0 0 0 0,0 0 1 0 0,0 0-1 0 0,-1 1 1 0 0,1-1-1 0 0,0 0 0 0 0,0 0 1 0 0,1 1-1 0 0,-1-1 1 0 0,0 0-1 0 0,-1 1 0 0 0,-4 2 348 0 0,21-4-406 0 0,136-29 145 0 0,398-85 224 0 0,-493 98-259 0 0,-54 16-112 0 0,8-1 60 0 0,-21 12-4362 0 0,9-9 4003 0 0,0 0 0 0 0,-1 0 0 0 0,1 0 0 0 0,0 0 0 0 0,-3 1 0 0 0,-13 2-765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34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31 218 880 0 0,'-31'13'9029'0'0,"33"-14"-8982"0"0,25-10-84 0 0,0 2-1 0 0,54-13 1 0 0,-36 11 13 0 0,275-65 13 0 0,-61 15 228 0 0,-134 24 115 0 0,-122 36-335 0 0,7-1-1590 0 0,-12 4 1249 0 0,0 1 0 0 0,-1-1 0 0 0,1 0 0 0 0,-1-1 0 0 0,1 1-1 0 0,-1 0 1 0 0,0-1 0 0 0,0 0 0 0 0,0 1 0 0 0,0-1 0 0 0,0 0 0 0 0,-4 0 0 0 0,3 1-212 0 0,-8 1-773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34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86 194 36 0 0,'-45'7'5441'0'0,"43"-7"-4899"0"0,-24 3 2244 0 0,14-4-1238 0 0,12 0-1215 0 0,7-3-477 0 0,35-10 98 0 0,2 2 1 0 0,64-10-1 0 0,-35 9 19 0 0,154-30 84 0 0,128-28 359 0 0,-292 51-71 0 0,-61 20-380 0 0,1-1-210 0 0,7 0-78 0 0,-8 1-244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38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92 0 0,'0'0'1316'0'0,"5"7"-2212"0"0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39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4 16 0 0,'0'0'1236'0'0,"-13"-2"-844"0"0,30 0-1000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41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881 85 208 0 0,'3'-4'1104'0'0,"1"0"0"0"0,-1-1 1 0 0,0 1-1 0 0,0-1 0 0 0,-1 0 0 0 0,1 0 0 0 0,2-9 0 0 0,-4 12-575 0 0,-3-18 2368 0 0,0 18-2841 0 0,0 1 0 0 0,0-1 0 0 0,0 0 0 0 0,-1 1 0 0 0,1 0-1 0 0,-1 0 1 0 0,1-1 0 0 0,-1 2 0 0 0,1-1 0 0 0,-1 0 0 0 0,0 0 0 0 0,0 1 0 0 0,1-1 0 0 0,-6 1-1 0 0,-43-1 104 0 0,51 1-156 0 0,-93 8 103 0 0,-162 33 0 0 0,213-33-121 0 0,-1 3 0 0 0,1 0 0 0 0,-68 31 0 0 0,104-40 16 0 0,0 2 0 0 0,0-1 0 0 0,1 1-1 0 0,-1 0 1 0 0,1 0 0 0 0,0 0 0 0 0,0 1-1 0 0,0 0 1 0 0,1 0 0 0 0,-1 0 0 0 0,1 0-1 0 0,1 1 1 0 0,-1-1 0 0 0,1 1 0 0 0,0 0-1 0 0,0 0 1 0 0,0 1 0 0 0,1-1 0 0 0,0 0-1 0 0,1 1 1 0 0,-1 0 0 0 0,1-1 0 0 0,0 1 0 0 0,1 0-1 0 0,0-1 1 0 0,0 1 0 0 0,2 12 0 0 0,30 210 489 0 0,-10-87 495 0 0,-8-42-512 0 0,23 218 975 0 0,-35 343 213 0 0,-41-60-859 0 0,-1 32-450 0 0,-6 183 246 0 0,36-658-403 0 0,-57 673 1038 0 0,41-567-737 0 0,15-168 689 0 0,11-87-1098 0 0,-1-2 72 0 0,1-1 0 0 0,-1 0 0 0 0,0 1-1 0 0,-3 10 1 0 0,4-15-15 0 0,4 32-249 0 0,-1-16 117 0 0,0 1 1 0 0,1 35-1 0 0,2 12-158 0 0,-6-64 242 0 0,0-2-89 0 0,0 1 0 0 0,0-1 0 0 0,0 0 0 0 0,0 0 0 0 0,0 1 0 0 0,0-1 0 0 0,0 0 0 0 0,0 1 0 0 0,0-1 0 0 0,1 0 0 0 0,-1 1 0 0 0,0-1 0 0 0,0 0 1 0 0,0 0-1 0 0,0 1 0 0 0,0-1 0 0 0,1 0 0 0 0,-1 0 0 0 0,0 1 0 0 0,0-1 0 0 0,0 0 0 0 0,1 0 0 0 0,-1 0 0 0 0,0 1 0 0 0,0-1 0 0 0,1 0 0 0 0,-1 0 0 0 0,0 0 1 0 0,1 0-1 0 0,-1 0 0 0 0,0 1 0 0 0,0-1 0 0 0,1 0 0 0 0,0 0 0 0 0,170-43 373 0 0,-64 15-316 0 0,119-25-883 0 0,-20 6-2259 0 0,-4-5-5014 0 0,-169 42 3745 0 0,-3 1-2070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43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26 1608 0 0,'-17'-24'14359'0'0,"17"24"-14340"0"0,0 0-1 0 0,-1 0 1 0 0,1 0 0 0 0,0-1 0 0 0,0 1 0 0 0,-1 0 0 0 0,1 0-1 0 0,0 0 1 0 0,0 0 0 0 0,-1 0 0 0 0,1-1 0 0 0,0 1 0 0 0,0 0-1 0 0,-1 0 1 0 0,1 0 0 0 0,0 0 0 0 0,-1 0 0 0 0,1 0 0 0 0,0 0-1 0 0,0 0 1 0 0,-1 0 0 0 0,1 0 0 0 0,0 0 0 0 0,-1 0 0 0 0,1 0-1 0 0,0 1 1 0 0,0-1 0 0 0,-1 0 0 0 0,1 0 0 0 0,0 0 0 0 0,0 0-1 0 0,-1 0 1 0 0,1 0 0 0 0,0 1 0 0 0,0-1 0 0 0,-1 0 0 0 0,-6 14 275 0 0,0 27-178 0 0,6-30 0 0 0,-42 319 1766 0 0,40-302-2809 0 0,-12 54-1 0 0,14-80 401 0 0,1 1-1 0 0,-1-1 1 0 0,1 1 0 0 0,0-1-1 0 0,0 0 1 0 0,0 1 0 0 0,0-1-1 0 0,0 1 1 0 0,0-1-1 0 0,1 0 1 0 0,-1 1 0 0 0,1-1-1 0 0,0 0 1 0 0,-1 1 0 0 0,1-1-1 0 0,0 0 1 0 0,2 2 0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45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85 293 1536 0 0,'1'-6'1214'0'0,"-1"0"0"0"0,1 0 0 0 0,-1 0 0 0 0,0 0 0 0 0,-1 0 0 0 0,-1-6 0 0 0,0-17 2022 0 0,2 29-3216 0 0,0 0 1 0 0,0 0 0 0 0,0-1-1 0 0,0 1 1 0 0,0 0-1 0 0,0 0 1 0 0,-1-1-1 0 0,1 1 1 0 0,0 0-1 0 0,0 0 1 0 0,0-1-1 0 0,0 1 1 0 0,0 0 0 0 0,0 0-1 0 0,0-1 1 0 0,-1 1-1 0 0,1 0 1 0 0,0 0-1 0 0,0 0 1 0 0,0-1-1 0 0,-1 1 1 0 0,1 0-1 0 0,0 0 1 0 0,0 0 0 0 0,0 0-1 0 0,-1 0 1 0 0,1-1-1 0 0,0 1 1 0 0,0 0-1 0 0,-1 0 1 0 0,1 0-1 0 0,0 0 1 0 0,-1 0-2 0 0,1 0-1 0 0,-1 0 1 0 0,1 0-1 0 0,-1 0 1 0 0,1 1-1 0 0,-1-1 1 0 0,1 0-1 0 0,-1 0 1 0 0,1 0 0 0 0,-1 1-1 0 0,1-1 1 0 0,-1 0-1 0 0,1 1 1 0 0,0-1-1 0 0,-1 0 1 0 0,1 1-1 0 0,0-1 1 0 0,-1 0 0 0 0,1 1-1 0 0,0-1 1 0 0,-1 1-1 0 0,1-1 1 0 0,0 1-1 0 0,-1 0 1 0 0,-10 24 308 0 0,0 1 0 0 0,1 0-1 0 0,2 1 1 0 0,1 0 0 0 0,0 0 0 0 0,3 0 0 0 0,0 1-1 0 0,1 0 1 0 0,2 0 0 0 0,1 0 0 0 0,6 46 0 0 0,-5-67-267 0 0,0 1 1 0 0,1-1 0 0 0,0 0-1 0 0,0 0 1 0 0,0 0 0 0 0,1 0-1 0 0,0 0 1 0 0,1 0-1 0 0,0-1 1 0 0,0 0 0 0 0,0 0-1 0 0,0 0 1 0 0,1 0 0 0 0,0 0-1 0 0,0-1 1 0 0,11 8 0 0 0,-9-8 35 0 0,1-1 1 0 0,-1 0 0 0 0,1 0 0 0 0,0-1 0 0 0,0 0 0 0 0,0 0 0 0 0,0-1 0 0 0,1 0 0 0 0,-1 0-1 0 0,1-1 1 0 0,-1 0 0 0 0,1-1 0 0 0,-1 0 0 0 0,11-1 0 0 0,-8 0-8 0 0,1 0 0 0 0,-1-1 0 0 0,0-1 0 0 0,0 0 0 0 0,0 0 0 0 0,0-1 0 0 0,-1-1 0 0 0,0 0 0 0 0,0 0 0 0 0,0-1 0 0 0,0 0 0 0 0,-1 0 0 0 0,0-1 0 0 0,11-11 0 0 0,-9 6-36 0 0,0-1 0 0 0,-1 0 0 0 0,0 0 0 0 0,-1-1 0 0 0,0 0 0 0 0,-1-1 0 0 0,-1 0 0 0 0,0 0 0 0 0,5-19 0 0 0,-5 8-36 0 0,0 0 0 0 0,-2 0-1 0 0,0 0 1 0 0,-2-1 0 0 0,-1 1 0 0 0,-1-1 0 0 0,-4-30 0 0 0,2 40-12 0 0,-1 1 0 0 0,-2 0 0 0 0,1-1 0 0 0,-2 1 0 0 0,0 0 0 0 0,-1 1 0 0 0,0-1 0 0 0,-1 1 0 0 0,-1 1 0 0 0,-1-1 0 0 0,0 1 0 0 0,-16-19 0 0 0,20 29-15 0 0,1-1-1 0 0,-1 1 1 0 0,1 1 0 0 0,-1-1 0 0 0,0 1 0 0 0,-1 0 0 0 0,1 0 0 0 0,0 0-1 0 0,-1 1 1 0 0,0 0 0 0 0,1 0 0 0 0,-10-2 0 0 0,6 3 16 0 0,1 0 0 0 0,-1 0 0 0 0,0 0 0 0 0,0 1 0 0 0,0 1 0 0 0,0-1 0 0 0,0 1 0 0 0,-11 3 0 0 0,12-2-100 0 0,1 1 1 0 0,0-1 0 0 0,0 1 0 0 0,0 0 0 0 0,0 0 0 0 0,1 1 0 0 0,-1 0 0 0 0,1 0 0 0 0,-11 10-1 0 0,13-10-98 0 0,1 0-1 0 0,0-1 0 0 0,-1 1 0 0 0,2 1 0 0 0,-1-1 0 0 0,0 0 0 0 0,1 1 0 0 0,0-1 0 0 0,0 1 0 0 0,0-1 1 0 0,1 1-1 0 0,-1 0 0 0 0,1 0 0 0 0,0 0 0 0 0,0 8 0 0 0,1-10-66 0 0,0 0 1 0 0,0 0-1 0 0,0 0 1 0 0,1 0-1 0 0,-1 0 0 0 0,1 0 1 0 0,0 1-1 0 0,-1-1 0 0 0,2-1 1 0 0,-1 1-1 0 0,0 0 1 0 0,1 0-1 0 0,-1 0 0 0 0,1-1 1 0 0,0 1-1 0 0,3 4 0 0 0,-1-4-385 0 0,0 1-1 0 0,0-1 0 0 0,0 0 1 0 0,0 0-1 0 0,0-1 0 0 0,1 1 0 0 0,-1-1 1 0 0,1 0-1 0 0,0 0 0 0 0,4 1 1 0 0,19 4-4251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31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87 252 0 0,'0'0'2366'0'0,"-3"0"-2198"0"0,-3 1-177 0 0,-9 0 1462 0 0,13 1-845 0 0,7 2-637 0 0,0-4 66 0 0,-1 1 1 0 0,0-1-1 0 0,0 0 0 0 0,1 0 0 0 0,-1-1 0 0 0,0 1 1 0 0,1-1-1 0 0,4-1 0 0 0,-2 0 17 0 0,189-28 545 0 0,38-7-303 0 0,-122 20 690 0 0,-110 17-912 0 0,18-3 127 0 0,-10 1-163 0 0,-8 2 46 0 0,11 2-523 0 0,-22 11-3103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32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59 540 0 0,'0'0'2939'0'0,"-8"4"-921"0"0,16-3-1915 0 0,1-1 0 0 0,-1 0 0 0 0,0 0 0 0 0,1 0 0 0 0,15-4 0 0 0,2 1-1 0 0,-17 2-71 0 0,315-37 380 0 0,-204 21 1080 0 0,-118 17-1436 0 0,4 0 198 0 0,0 0-976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46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152 101 952 0 0,'-49'-47'4651'0'0,"40"39"-4424"0"0,0 1 0 0 0,0-1-1 0 0,-1 2 1 0 0,0 0 0 0 0,0 0-1 0 0,-14-6 1 0 0,21 12-508 0 0,-12 1-3132 0 0,12 4 2321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46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0 564 0 0,'0'0'3464'0'0,"7"7"-1523"0"0,0-2-2245 0 0,1 2-2169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45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1620 0 0,'59'-87'13774'0'0,"-58"105"-13054"0"0,-10 17-223 0 0,-2 11 106 0 0,-6 53 0 0 0,16-86-534 0 0,0 1 0 0 0,0-1 0 0 0,1 0 0 0 0,1 0 0 0 0,1 0 0 0 0,-1 0 0 0 0,2 0 0 0 0,0-1 1 0 0,5 16-1 0 0,-6-23-36 0 0,0-1 0 0 0,1 1 0 0 0,-1 0 1 0 0,1-1-1 0 0,0 1 0 0 0,0-1 0 0 0,0 0 1 0 0,1 0-1 0 0,-1 0 0 0 0,1-1 0 0 0,0 1 0 0 0,0-1 1 0 0,1 0-1 0 0,-1 0 0 0 0,0 0 0 0 0,1-1 1 0 0,0 1-1 0 0,0-1 0 0 0,5 2 0 0 0,-3-3-16 0 0,1 1 0 0 0,-1-1 1 0 0,1 0-1 0 0,-1-1 0 0 0,1 0 0 0 0,-1 0 0 0 0,1-1 0 0 0,-1 0 0 0 0,1 0 0 0 0,-1 0 0 0 0,1-1 0 0 0,12-5 0 0 0,-1-1-35 0 0,-1-1-1 0 0,1-1 0 0 0,-2-1 0 0 0,1 0 1 0 0,26-24-1 0 0,74-78 549 0 0,-76 70 587 0 0,31-35 1855 0 0,-72 77-2961 0 0,-1 1 0 0 0,0-1 0 0 0,1 1 0 0 0,-1 0 0 0 0,0-1 0 0 0,1 1 1 0 0,-1 0-1 0 0,1-1 0 0 0,-1 1 0 0 0,0 0 0 0 0,1-1 0 0 0,-1 1 0 0 0,1 0 0 0 0,-1 0 0 0 0,1 0 0 0 0,-1 0 0 0 0,1-1 1 0 0,-1 1-1 0 0,1 0 0 0 0,-1 0 0 0 0,1 0 0 0 0,-1 0 0 0 0,1 0 0 0 0,-1 0 0 0 0,1 0 0 0 0,-1 0 0 0 0,1 0 1 0 0,-1 1-1 0 0,1-1 0 0 0,-1 0 0 0 0,1 0 0 0 0,-1 0 0 0 0,1 0 0 0 0,-1 1 0 0 0,1-1 0 0 0,-1 0 0 0 0,1 1 0 0 0,-1-1 1 0 0,0 0-1 0 0,1 1 0 0 0,-1-1 0 0 0,0 0 0 0 0,1 1 0 0 0,-1-1 0 0 0,0 1 0 0 0,1-1 0 0 0,-1 0 0 0 0,0 1 1 0 0,0-1-1 0 0,0 1 0 0 0,1-1 0 0 0,-1 1 0 0 0,0-1 0 0 0,0 1 0 0 0,7 27 362 0 0,-6 5-33 0 0,-1 1-1 0 0,-1-1 0 0 0,-10 52 1 0 0,4-29-180 0 0,-35 265 344 0 0,9-107-3299 0 0,12-104-1872 0 0,3-38-4239 0 0,10-42 772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47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37 170 700 0 0,'0'-27'8651'0'0,"-1"-5"-2779"0"0,5 3-3313 0 0,-3 26-2490 0 0,0-1 1 0 0,0 1-1 0 0,0 0 1 0 0,1 0-1 0 0,0 0 1 0 0,0 0-1 0 0,0 0 1 0 0,0 0-1 0 0,0 0 1 0 0,0 0-1 0 0,1 1 1 0 0,-1-1-1 0 0,1 1 1 0 0,-1 0-1 0 0,1 0 1 0 0,4-2-1 0 0,3-2-40 0 0,0 2-1 0 0,0-1 1 0 0,0 2-1 0 0,0-1 1 0 0,1 1-1 0 0,-1 1 1 0 0,1 0-1 0 0,0 0 1 0 0,-1 1-1 0 0,1 0 1 0 0,0 1 0 0 0,0 1-1 0 0,0-1 1 0 0,0 2-1 0 0,-1-1 1 0 0,1 2-1 0 0,15 4 1 0 0,-17-4-26 0 0,-1 0-1 0 0,1 0 1 0 0,-1 1 0 0 0,0 0 0 0 0,0 1 0 0 0,0 0 0 0 0,-1 0-1 0 0,0 0 1 0 0,0 1 0 0 0,0 0 0 0 0,0 1 0 0 0,-1-1 0 0 0,0 1-1 0 0,-1 0 1 0 0,0 1 0 0 0,0-1 0 0 0,0 1 0 0 0,-1 0 0 0 0,0 1-1 0 0,0-1 1 0 0,2 12 0 0 0,-4-12 11 0 0,-1 0-1 0 0,-1 0 1 0 0,1 0-1 0 0,-1 0 0 0 0,-1 0 1 0 0,0 0-1 0 0,0 0 1 0 0,0 0-1 0 0,-1 0 1 0 0,0 0-1 0 0,-1 0 1 0 0,0-1-1 0 0,0 1 1 0 0,0-1-1 0 0,-1 0 0 0 0,0 0 1 0 0,-6 8-1 0 0,-5 5 183 0 0,-1 0 0 0 0,-1-1-1 0 0,0-1 1 0 0,-23 19 0 0 0,-115 75 1568 0 0,64-49-745 0 0,81-56-846 0 0,7-3-53 0 0,0-2-1 0 0,-1 1 0 0 0,1 0 0 0 0,-1-1 0 0 0,0 0 0 0 0,-6 3 0 0 0,55-3 65 0 0,224-44-1355 0 0,-92 1-4720 0 0,-130 28 2434 0 0,-18 2-1868 0 0,-11 3-1161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51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438 147 1512 0 0,'-5'-10'4885'0'0,"2"-4"-2169"0"0,1 4-1501 0 0,1 1 0 0 0,-1-1 0 0 0,2 0 0 0 0,-1 0 0 0 0,1 1 0 0 0,2-14 0 0 0,-1 21-1183 0 0,0 0 0 0 0,1 0-1 0 0,-1 0 1 0 0,0 0-1 0 0,1 0 1 0 0,0 0 0 0 0,-1 0-1 0 0,1 0 1 0 0,0 1 0 0 0,0-1-1 0 0,0 1 1 0 0,0-1 0 0 0,0 1-1 0 0,0 0 1 0 0,1 0-1 0 0,-1 0 1 0 0,0 0 0 0 0,1 0-1 0 0,2-1 1 0 0,-2 1-1 0 0,5-1-24 0 0,-1 0 0 0 0,1 1 0 0 0,0-1 0 0 0,-1 2 1 0 0,1-1-1 0 0,0 1 0 0 0,0 0 0 0 0,-1 1 0 0 0,1-1 0 0 0,0 2 0 0 0,0-1 0 0 0,-1 1 0 0 0,15 5 0 0 0,-12-3-6 0 0,1 0-1 0 0,-1 1 1 0 0,0 1 0 0 0,0-1 0 0 0,0 1-1 0 0,-1 1 1 0 0,0 0 0 0 0,15 14 0 0 0,-22-18 8 0 0,1 1 1 0 0,-1-1-1 0 0,0 0 0 0 0,0 1 1 0 0,0-1-1 0 0,0 1 1 0 0,0 0-1 0 0,-1 0 1 0 0,0-1-1 0 0,1 1 0 0 0,-1 0 1 0 0,-1 0-1 0 0,1 0 1 0 0,-1 0-1 0 0,1 0 0 0 0,-1 1 1 0 0,-1-1-1 0 0,1 0 1 0 0,0 0-1 0 0,-1 0 1 0 0,0 0-1 0 0,0 0 0 0 0,0 0 1 0 0,0-1-1 0 0,-1 1 1 0 0,1 0-1 0 0,-1 0 1 0 0,-5 6-1 0 0,0 2 57 0 0,-2-1-1 0 0,1 1 1 0 0,-2-1-1 0 0,1-1 1 0 0,-1 0-1 0 0,-23 17 1 0 0,1 0 857 0 0,30-26-782 0 0,2-1-130 0 0,0 0-1 0 0,0 0 1 0 0,0 0 0 0 0,-1 0-1 0 0,1 0 1 0 0,0 0 0 0 0,0 0-1 0 0,0 0 1 0 0,-1 0 0 0 0,1 0-1 0 0,0 0 1 0 0,0 0 0 0 0,0 0-1 0 0,-1 0 1 0 0,1 1 0 0 0,0-1-1 0 0,0 0 1 0 0,0 0 0 0 0,0 0 0 0 0,-1 0-1 0 0,1 0 1 0 0,0 0 0 0 0,0 1-1 0 0,0-1 1 0 0,0 0 0 0 0,0 0-1 0 0,0 0 1 0 0,-1 0 0 0 0,1 1-1 0 0,0-1 1 0 0,0 0 0 0 0,0 0-1 0 0,0 0 1 0 0,0 1 0 0 0,0-1 0 0 0,0 0-1 0 0,0 0 1 0 0,0 0 0 0 0,0 1-1 0 0,0-1 1 0 0,0 0 0 0 0,0 0-1 0 0,0 1 1 0 0,0-1 0 0 0,0 0-1 0 0,0 0 1 0 0,0 0 0 0 0,0 1-1 0 0,1-1-4 0 0,-1 1-1 0 0,0-1 0 0 0,1 1 0 0 0,-1-1 1 0 0,0 0-1 0 0,1 1 0 0 0,-1-1 0 0 0,1 1 0 0 0,-1-1 1 0 0,0 0-1 0 0,1 1 0 0 0,-1-1 0 0 0,1 0 1 0 0,-1 0-1 0 0,1 1 0 0 0,-1-1 0 0 0,1 0 0 0 0,-1 0 1 0 0,1 0-1 0 0,0 0 0 0 0,-1 1 0 0 0,1-1 1 0 0,-1 0-1 0 0,1 0 0 0 0,0 0 0 0 0,15 0 9 0 0,0 2-1 0 0,0 0 1 0 0,-1 0-1 0 0,1 2 1 0 0,-1 0-1 0 0,1 1 1 0 0,27 13-1 0 0,-33-13 52 0 0,0 0 0 0 0,0 1 0 0 0,0 0 0 0 0,-1 0 0 0 0,0 1 0 0 0,0 1-1 0 0,0-1 1 0 0,-1 1 0 0 0,-1 1 0 0 0,1 0 0 0 0,-1 0 0 0 0,6 11 0 0 0,-11-17 53 0 0,-1 0 1 0 0,0 0 0 0 0,1 0-1 0 0,-1 0 1 0 0,0 0-1 0 0,0 1 1 0 0,-1-1 0 0 0,1 0-1 0 0,-1 1 1 0 0,1-1-1 0 0,-1 1 1 0 0,0-1 0 0 0,-1 0-1 0 0,1 1 1 0 0,0-1 0 0 0,-2 5-1 0 0,0-3-15 0 0,0-1 0 0 0,0 1 0 0 0,0-1 1 0 0,-1 1-1 0 0,1-1 0 0 0,-1 0 0 0 0,0 0 0 0 0,0 0 0 0 0,-1 0 0 0 0,-3 3 0 0 0,-5 2 7 0 0,1 0 0 0 0,-2 0 0 0 0,1-1 0 0 0,-1-1 0 0 0,0 0-1 0 0,-22 7 1 0 0,7-5-320 0 0,1-1 0 0 0,-2-2 0 0 0,1-1-1 0 0,-1-1 1 0 0,1-1 0 0 0,-52-2-1 0 0,-175-28-6922 0 0,177 16 4089 0 0,6 2-1646 0 0,1-4-2281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54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128 170 1944 0 0,'21'-18'4889'0'0,"11"-12"1299"0"0,-31 29-5696 0 0,-1 1-429 0 0,0-1 1 0 0,1 1 0 0 0,-1 0 0 0 0,0-1 0 0 0,1 1 0 0 0,-1 0 0 0 0,0 0 0 0 0,1 0 0 0 0,-1-1 0 0 0,0 1 0 0 0,1 0 0 0 0,-1 0 0 0 0,1 0 0 0 0,-1 0 0 0 0,0 0-1 0 0,1 0 1 0 0,-1 0 0 0 0,1 0 0 0 0,-1 0 0 0 0,0 0 0 0 0,1 0 0 0 0,-1 0 0 0 0,1 0 0 0 0,-1 0 0 0 0,1 0 0 0 0,-1 4 10 0 0,-1-1 0 0 0,0 1 1 0 0,1 0-1 0 0,-1-1 1 0 0,-1 1-1 0 0,1-1 0 0 0,0 1 1 0 0,-1-1-1 0 0,-3 5 0 0 0,-24 34 562 0 0,10-14-322 0 0,-11 20 120 0 0,-27 59 1 0 0,49-91-375 0 0,1 1 0 0 0,1 1 0 0 0,1-1 0 0 0,0 1 0 0 0,1 0 0 0 0,1 0 1 0 0,-2 30-1 0 0,5-43 5 0 0,1 0 0 0 0,-1-1 1 0 0,1 1-1 0 0,-1-1 0 0 0,1 1 1 0 0,0-1-1 0 0,1 1 0 0 0,-1-1 1 0 0,1 0-1 0 0,0 0 0 0 0,0 1 0 0 0,0-1 1 0 0,1-1-1 0 0,-1 1 0 0 0,1 0 1 0 0,0-1-1 0 0,0 1 0 0 0,0-1 1 0 0,7 6-1 0 0,-4-6 29 0 0,-1 0 0 0 0,0 0 0 0 0,1 0 1 0 0,0 0-1 0 0,-1-1 0 0 0,1 0 0 0 0,0 0 0 0 0,0-1 0 0 0,0 1 0 0 0,1-1 0 0 0,-1-1 1 0 0,0 1-1 0 0,0-1 0 0 0,9-1 0 0 0,0-1 27 0 0,-2 0 0 0 0,1-2 0 0 0,0 1 1 0 0,-1-2-1 0 0,1 0 0 0 0,-1 0 0 0 0,0-1 0 0 0,-1-1 0 0 0,0 0 0 0 0,14-11 1 0 0,-4 2-36 0 0,-2-2 1 0 0,0 0 0 0 0,0-1-1 0 0,23-30 1 0 0,-31 34-58 0 0,0-1 1 0 0,-1-1-1 0 0,-1 0 0 0 0,-1 0 1 0 0,0-1-1 0 0,-1-1 1 0 0,-1 1-1 0 0,8-34 0 0 0,-13 44-26 0 0,-1 0 0 0 0,0 0 0 0 0,0 0 0 0 0,-1-1 0 0 0,0 1 0 0 0,-1 0 0 0 0,1 0 0 0 0,-2 0 0 0 0,1 0 0 0 0,-1 0 0 0 0,0 0 0 0 0,-1 0 0 0 0,0 0 0 0 0,0 1 0 0 0,-1 0 0 0 0,1-1 0 0 0,-2 1 0 0 0,1 1 0 0 0,-1-1 0 0 0,0 0 0 0 0,0 1-1 0 0,-1 0 1 0 0,-10-8 0 0 0,2 2-313 0 0,-2 1-1 0 0,1 1 0 0 0,-1 0 1 0 0,-1 1-1 0 0,1 1 0 0 0,-32-10 1 0 0,-3 3-3607 0 0,-3 3-3900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8:55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479 34 1200 0 0,'0'0'8292'0'0,"15"-6"-7018"0"0,87-8-732 0 0,0 4 0 0 0,177 6-1 0 0,-273 5-529 0 0,0-1-1 0 0,1 1 1 0 0,-1 0 0 0 0,0 1 0 0 0,0 0-1 0 0,0 0 1 0 0,0 0 0 0 0,-1 0-1 0 0,1 1 1 0 0,0 0 0 0 0,-1 0-1 0 0,10 8 1 0 0,-9-5 82 0 0,0 0 1 0 0,0 0-1 0 0,-1 1 0 0 0,0-1 1 0 0,0 1-1 0 0,0 0 0 0 0,-1 1 1 0 0,5 11-1 0 0,1 9 251 0 0,-1 1 0 0 0,-1 0 0 0 0,-2 0 0 0 0,3 39 0 0 0,-8-62-321 0 0,10 98 609 0 0,-5 0-1 0 0,-8 116 0 0 0,-35 210 440 0 0,19-243-706 0 0,-57 1376 1550 0 0,77-1272-1588 0 0,6 435 539 0 0,19-86-147 0 0,-7-218-252 0 0,-13-76 43 0 0,-7-201 4100 0 0,0-143-4301 0 0,2 52 3298 0 0,-13-46-3569 0 0,-31 9-441 0 0,0-2 1 0 0,-1-2 0 0 0,-54 9 0 0 0,55-12-167 0 0,-385 78-7030 0 0,244-53 1334 0 0,136-26 3961 0 0,-126 25-8809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9:07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172 276 84 0 0,'-4'0'988'0'0,"-103"6"5303"0"0,104-6-5921 0 0,1 1-1 0 0,-52 8 2663 0 0,53-8-2890 0 0,1-1-134 0 0,1 1 1 0 0,-1-1 0 0 0,1 1 0 0 0,0-1 0 0 0,-1 0-1 0 0,1 1 1 0 0,0-1 0 0 0,-1 0 0 0 0,1 1-1 0 0,0-1 1 0 0,0 0 0 0 0,-1 0 0 0 0,1 1-1 0 0,0-1 1 0 0,0 0 0 0 0,-1 0 0 0 0,1 0-1 0 0,0 0 1 0 0,0 0 0 0 0,0 0 0 0 0,-1 0 0 0 0,2-1-1 0 0,21 0 166 0 0,-22 1-169 0 0,343-33 622 0 0,-162 13-555 0 0,400-35 56 0 0,920-100 9 0 0,-1305 124-66 0 0,-194 30-424 0 0,16 3-1882 0 0,-16 9-1981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9:08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94 187 1288 0 0,'-91'-18'8401'0'0,"89"17"-7614"0"0,16-2-319 0 0,173-9 437 0 0,768-43-401 0 0,-832 49-517 0 0,54-2 11 0 0,595-45 140 0 0,-728 47-69 0 0,69-18 0 0 0,-112 23-286 0 0,0 1 84 0 0,0 1 0 0 0,-1-1 0 0 0,1 0 0 0 0,-1 0 0 0 0,1 0 0 0 0,-1 0 0 0 0,1 0 0 0 0,-1 0 0 0 0,1 1 0 0 0,-1-1-1 0 0,0 0 1 0 0,1 0 0 0 0,-1 1 0 0 0,1-1 0 0 0,-1 0 0 0 0,1 1 0 0 0,-1-1 0 0 0,0 0 0 0 0,1 1 0 0 0,-1 0 0 0 0,1 1-354 0 0,-2 2-38 0 0,-9 13-5662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09:09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0 242 1760 0 0,'0'0'5353'0'0,"13"-23"2555"0"0,-10 20-8024 0 0,36-15 145 0 0,1 2 1 0 0,1 1-1 0 0,48-9 0 0 0,133-19 74 0 0,-210 41-103 0 0,288-42-1193 0 0,551-10 0 0 0,-698 58-1322 0 0,-51 2-1896 0 0,-56-3 1002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0:06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60 1528 0 0,'-17'-9'2143'0'0,"-1"1"0"0"0,1 1-1 0 0,-34-8 1 0 0,49 15-1904 0 0,-1-1-42 0 0,0 1-103 0 0,0 0 0 0 0,-1 0 0 0 0,1 0 1 0 0,0 0-1 0 0,0 0 0 0 0,0 1 0 0 0,-1-1 0 0 0,1 1 0 0 0,0 0 0 0 0,0 0 1 0 0,0 0-1 0 0,0 0 0 0 0,-4 3 0 0 0,5-3-11 0 0,0 7 231 0 0,4-6-271 0 0,-1 0 0 0 0,1-1 0 0 0,0 1-1 0 0,0-1 1 0 0,0 1 0 0 0,0-1 0 0 0,0 0-1 0 0,1 0 1 0 0,-1 0 0 0 0,0 0-1 0 0,1 0 1 0 0,-1-1 0 0 0,0 1 0 0 0,1 0-1 0 0,4-1 1 0 0,43 4 252 0 0,13-7-104 0 0,118-22 1 0 0,-100 11-99 0 0,48-4 107 0 0,-127 17-127 0 0,2 3 51 0 0,-3-2-119 0 0,-1 0 0 0 0,0 0-1 0 0,0 0 1 0 0,1 0 0 0 0,-1 0 0 0 0,0 0-1 0 0,1 1 1 0 0,-1-1 0 0 0,0 0-1 0 0,0 0 1 0 0,1 0 0 0 0,-1 0-1 0 0,0 0 1 0 0,0 0 0 0 0,0 0 0 0 0,1 1-1 0 0,-1-1 1 0 0,0 0 0 0 0,0 0-1 0 0,1 0 1 0 0,-1 0 0 0 0,0 1-1 0 0,0-1 1 0 0,0 0 0 0 0,0 0-1 0 0,1 0 1 0 0,-1 1 0 0 0,0-1 0 0 0,0 0-1 0 0,0 0 1 0 0,0 1 0 0 0,-6 11 106 0 0,0 0 1 0 0,0-1-1 0 0,-2 0 1 0 0,1 0-1 0 0,-1-1 1 0 0,-15 15 0 0 0,-1 2 71 0 0,7-6-55 0 0,-1-1-44 0 0,1 1-1 0 0,1 1 1 0 0,1 0-1 0 0,0 1 1 0 0,-11 28-1 0 0,24-48-76 0 0,1 1 1 0 0,0 0-1 0 0,0-1 0 0 0,0 1 1 0 0,1 0-1 0 0,-1 0 0 0 0,1 0 1 0 0,0-1-1 0 0,0 1 0 0 0,0 0 1 0 0,0 0-1 0 0,1 0 0 0 0,0 0 1 0 0,-1-1-1 0 0,2 1 0 0 0,-1 0 1 0 0,0-1-1 0 0,1 1 0 0 0,-1-1 1 0 0,5 7-1 0 0,2 1 9 0 0,1-1 0 0 0,0 1 0 0 0,0-1 0 0 0,16 12-1 0 0,-4-3-3 0 0,9 9 66 0 0,63 64-153 0 0,-83-80 215 0 0,-1 0 0 0 0,0 1 1 0 0,-1 0-1 0 0,0 0 0 0 0,-1 0 0 0 0,8 22 1 0 0,-13-30-16 0 0,0 1 0 0 0,-1-1 0 0 0,0 0-1 0 0,0 1 1 0 0,0-1 0 0 0,-1 0 0 0 0,0 1 0 0 0,0-1 0 0 0,0 1 0 0 0,-1-1 0 0 0,0 1 0 0 0,0-1 0 0 0,-3 9 0 0 0,1-7 14 0 0,0 0 0 0 0,0 0-1 0 0,-1 0 1 0 0,0-1-1 0 0,0 1 1 0 0,-1-1 0 0 0,1 0-1 0 0,-2-1 1 0 0,-5 6 0 0 0,1-2 141 0 0,-1 0 0 0 0,0-1 1 0 0,0-1-1 0 0,-1 0 0 0 0,0 0 0 0 0,0-1 1 0 0,0-1-1 0 0,-1 0 0 0 0,0-1 1 0 0,-18 4-1 0 0,28-7-255 0 0,1-1 0 0 0,0 0 0 0 0,0 1 0 0 0,0-1 0 0 0,0 0 0 0 0,-1 0 0 0 0,1-1 0 0 0,0 1 0 0 0,0 0 0 0 0,0-1 0 0 0,0 1 0 0 0,0-1 0 0 0,0 0 0 0 0,0 1 0 0 0,0-1 0 0 0,0 0 0 0 0,0 0 0 0 0,0-1 0 0 0,0 1 0 0 0,0 0 0 0 0,1 0 0 0 0,-1-1 0 0 0,0 1 0 0 0,1-1 0 0 0,-1 0 0 0 0,1 1 0 0 0,0-1 0 0 0,0 0 0 0 0,0 0 0 0 0,0 0 0 0 0,-1-2 0 0 0,0 0-13 0 0,1 0 0 0 0,-1-1 1 0 0,1 1-1 0 0,0 0 0 0 0,1-1 0 0 0,-1 1 1 0 0,1 0-1 0 0,0-1 0 0 0,0 1 1 0 0,0 0-1 0 0,1-1 0 0 0,-1 1 0 0 0,1 0 1 0 0,1-5-1 0 0,2-1-46 0 0,0 0 1 0 0,1 0-1 0 0,0 0 0 0 0,0 1 1 0 0,1 0-1 0 0,0 0 0 0 0,0 0 1 0 0,1 1-1 0 0,0 0 0 0 0,1 0 1 0 0,0 1-1 0 0,14-11 1 0 0,4 1-2318 0 0,1 1 0 0 0,57-24 0 0 0,-14 9-6142 0 0,-53 21 2601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0:07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179 260 1324 0 0,'-9'-7'8252'0'0,"9"7"-8204"0"0,-1 0-1 0 0,0 0 0 0 0,1 1 1 0 0,-1-1-1 0 0,0 0 1 0 0,1 1-1 0 0,-1-1 0 0 0,0 1 1 0 0,1-1-1 0 0,-1 1 1 0 0,1-1-1 0 0,-1 1 1 0 0,1-1-1 0 0,-1 1 0 0 0,1 0 1 0 0,-1-1-1 0 0,1 1 1 0 0,-1 0-1 0 0,0 1 100 0 0,5 1-50 0 0,-4-3-90 0 0,0 1 0 0 0,0-1 0 0 0,0 0 0 0 0,0 0 0 0 0,0 1 0 0 0,0-1 0 0 0,0 0 1 0 0,0 0-1 0 0,0 1 0 0 0,0-1 0 0 0,1 0 0 0 0,-1 0 0 0 0,0 0 0 0 0,0 1 0 0 0,0-1 0 0 0,1 0 1 0 0,-1 0-1 0 0,0 0 0 0 0,0 1 0 0 0,0-1 0 0 0,1 0 0 0 0,-1 0 0 0 0,0 0 0 0 0,0 0 0 0 0,1 0 0 0 0,-1 0 1 0 0,0 0-1 0 0,0 0 0 0 0,1 1 0 0 0,-1-1 0 0 0,21 0 161 0 0,-18-1-144 0 0,14-14 16 0 0,-15 13-32 0 0,2-18 23 0 0,-4 4-18 0 0,0 14-13 0 0,1-1 1 0 0,-1 1-1 0 0,-1-1 1 0 0,1 1-1 0 0,0-1 1 0 0,-1 1-1 0 0,1-1 1 0 0,-1 1-1 0 0,1 0 1 0 0,-1-1-1 0 0,0 1 1 0 0,-2-4-1 0 0,-1 0 2 0 0,2 2 5 0 0,0 3-8 0 0,0 0 0 0 0,1-1 1 0 0,-1 1-1 0 0,0 0 0 0 0,0 0 0 0 0,0 0 1 0 0,0 0-1 0 0,0 0 0 0 0,0 1 0 0 0,0-1 1 0 0,0 1-1 0 0,-1-1 0 0 0,1 1 1 0 0,0 0-1 0 0,0 0 0 0 0,0 0 0 0 0,0 0 1 0 0,-1 0-1 0 0,1 0 0 0 0,0 1 0 0 0,0-1 1 0 0,0 1-1 0 0,0-1 0 0 0,0 1 1 0 0,0 0-1 0 0,0 0 0 0 0,-3 2 0 0 0,-2 1 6 0 0,0 1-1 0 0,1 0 0 0 0,0 0 0 0 0,0 0 1 0 0,-6 8-1 0 0,9-10 5 0 0,-7 8 4 0 0,0 0 0 0 0,1 1 1 0 0,0 1-1 0 0,1-1 1 0 0,0 2-1 0 0,1-1 0 0 0,0 1 1 0 0,2 0-1 0 0,-1 0 1 0 0,2 1-1 0 0,-6 23 0 0 0,10-36-7 0 0,0 0 0 0 0,-1 0 1 0 0,1 1-1 0 0,0-1 0 0 0,0 0 0 0 0,0 0 0 0 0,1 0 0 0 0,-1 0 0 0 0,0 0 0 0 0,1 0 0 0 0,-1 0 0 0 0,1 0 0 0 0,0 0 0 0 0,0 0 0 0 0,0 0 0 0 0,0 0 0 0 0,0-1 0 0 0,0 1 0 0 0,0 0 0 0 0,0-1 0 0 0,1 1 0 0 0,-1 0 0 0 0,1-1 1 0 0,-1 0-1 0 0,1 1 0 0 0,-1-1 0 0 0,1 0 0 0 0,0 0 0 0 0,0 0 0 0 0,0 0 0 0 0,0 0 0 0 0,0 0 0 0 0,-1-1 0 0 0,1 1 0 0 0,1 0 0 0 0,-1-1 0 0 0,0 0 0 0 0,3 1 0 0 0,3 0 10 0 0,1-1-1 0 0,-1 0 1 0 0,1 0 0 0 0,0-1-1 0 0,-1 0 1 0 0,1 0-1 0 0,16-5 1 0 0,-10 1 41 0 0,0-1 0 0 0,0 0 0 0 0,-1-1 0 0 0,0-1 0 0 0,0 0 0 0 0,-1 0 0 0 0,0-2 0 0 0,0 1 0 0 0,-1-2 0 0 0,0 0 1 0 0,-1 0-1 0 0,0-1 0 0 0,-1 0 0 0 0,-1-1 0 0 0,0 0 0 0 0,0-1 0 0 0,-1 0 0 0 0,-1 0 0 0 0,9-24 0 0 0,-11 24 114 0 0,-1 0 1 0 0,0 0-1 0 0,-1 0 0 0 0,0 0 1 0 0,-2-1-1 0 0,1-27 0 0 0,-2 41-169 0 0,0 0 0 0 0,0 0 0 0 0,0 0 0 0 0,0 0 0 0 0,0 0 0 0 0,0 0 0 0 0,0 0 0 0 0,-1 0 0 0 0,1 0 0 0 0,-1 0 0 0 0,1 1 0 0 0,0-1 0 0 0,-1 0 0 0 0,1 0 0 0 0,-1 0 0 0 0,0 0 0 0 0,1 0 0 0 0,-1 1 0 0 0,-1-2 0 0 0,1 2 0 0 0,0-1 0 0 0,1 1 0 0 0,-1 0 0 0 0,0 0 0 0 0,1 0 0 0 0,-1 0 0 0 0,0 0 0 0 0,1 0 0 0 0,-1 0 0 0 0,0 0 0 0 0,1 0 1 0 0,-1 0-1 0 0,0 0 0 0 0,0 0 0 0 0,1 1 0 0 0,-1-1 0 0 0,1 0 0 0 0,-1 0 0 0 0,0 1 0 0 0,1-1 0 0 0,-2 1 0 0 0,-1 2 6 0 0,-1 0 0 0 0,0 0 0 0 0,1 0-1 0 0,0 0 1 0 0,-1 0 0 0 0,-3 7 0 0 0,5-7-8 0 0,0-1 0 0 0,0 1 0 0 0,1 0 0 0 0,-1 0 0 0 0,1-1 0 0 0,0 1 0 0 0,-1 0 0 0 0,1 0 0 0 0,1 1 0 0 0,-1-1 0 0 0,0 0 0 0 0,1 0 0 0 0,0 0 0 0 0,-1 0 0 0 0,1 1 0 0 0,1-1 0 0 0,-1 0 0 0 0,0 0 0 0 0,2 5 0 0 0,-1-5 0 0 0,0-1 0 0 0,1 1 0 0 0,-1 0 0 0 0,1 0 0 0 0,0-1 1 0 0,0 1-1 0 0,0-1 0 0 0,0 0 0 0 0,0 0 0 0 0,0 1 0 0 0,0-1 0 0 0,1-1 0 0 0,-1 1 0 0 0,1 0 0 0 0,0-1 0 0 0,0 1 0 0 0,-1-1 0 0 0,1 0 0 0 0,0 1 1 0 0,4 0-1 0 0,9 1 9 0 0,0 0 0 0 0,1-1 0 0 0,-1-1 0 0 0,0-1 0 0 0,1 0 1 0 0,-1-1-1 0 0,0 0 0 0 0,1-1 0 0 0,-1-1 0 0 0,0-1 0 0 0,24-9 1 0 0,-28 8-3 0 0,0 0 0 0 0,-1-1 0 0 0,0 0 0 0 0,0-1 0 0 0,0-1 0 0 0,-1 1 1 0 0,0-2-1 0 0,-1 1 0 0 0,0-1 0 0 0,0-1 0 0 0,-1 0 0 0 0,0 0 0 0 0,0 0 1 0 0,-1-1-1 0 0,-1 0 0 0 0,10-22 0 0 0,-10 9-7 0 0,-6 24-2 0 0,0 0 0 0 0,0 0 1 0 0,-1 0-1 0 0,1 0 0 0 0,0 0 0 0 0,0 0 1 0 0,-1 0-1 0 0,1 0 0 0 0,0 0 0 0 0,0 0 1 0 0,-1 0-1 0 0,1 0 0 0 0,0 0 0 0 0,0 0 1 0 0,-1 0-1 0 0,1 0 0 0 0,0 0 0 0 0,0 0 1 0 0,-1 1-1 0 0,1-1 0 0 0,0 0 0 0 0,0 0 1 0 0,-1 0-1 0 0,1 0 0 0 0,0 0 0 0 0,0 1 1 0 0,0-1-1 0 0,0 0 0 0 0,-1 0 0 0 0,1 0 1 0 0,0 1-1 0 0,0-1 0 0 0,0 0 0 0 0,0 0 1 0 0,0 1-1 0 0,0-1 0 0 0,-1 0 1 0 0,1 1-1 0 0,-25 36-61 0 0,12-10 26 0 0,2 0 0 0 0,0 0 0 0 0,-6 30 0 0 0,15-50 38 0 0,0 0 1 0 0,1 1-1 0 0,0-1 0 0 0,0 0 1 0 0,1 1-1 0 0,0-1 1 0 0,0 0-1 0 0,0 1 0 0 0,1-1 1 0 0,1 0-1 0 0,-1 1 1 0 0,1-1-1 0 0,0 0 0 0 0,0 0 1 0 0,1 0-1 0 0,0-1 1 0 0,7 12-1 0 0,-7-14 3 0 0,0 0 1 0 0,0 0-1 0 0,1 0 0 0 0,0 0 1 0 0,0-1-1 0 0,0 1 0 0 0,0-1 1 0 0,0 0-1 0 0,1 0 1 0 0,0 0-1 0 0,-1-1 0 0 0,1 0 1 0 0,0 0-1 0 0,0 0 0 0 0,0 0 1 0 0,0-1-1 0 0,0 0 0 0 0,1 0 1 0 0,-1 0-1 0 0,9-1 0 0 0,-8 0-5 0 0,0-1-1 0 0,0 0 1 0 0,0 0-1 0 0,0 0 1 0 0,0-1-1 0 0,-1 0 1 0 0,1-1-1 0 0,0 1 0 0 0,-1-1 1 0 0,1 0-1 0 0,-1 0 1 0 0,0 0-1 0 0,0-1 1 0 0,-1 0-1 0 0,1 0 0 0 0,-1 0 1 0 0,7-8-1 0 0,1-5 28 0 0,-1-1-1 0 0,0 0 1 0 0,-2-1 0 0 0,0 0-1 0 0,-1 0 1 0 0,-1-1-1 0 0,6-26 1 0 0,-14 59-82 0 0,0 0-1 0 0,0 1 1 0 0,3 24 0 0 0,-1-30 67 0 0,0 0 1 0 0,0 1-1 0 0,0-1 1 0 0,1 0-1 0 0,0 0 0 0 0,1 0 1 0 0,0 0-1 0 0,0-1 1 0 0,1 1-1 0 0,4 7 1 0 0,-6-13 4 0 0,0 1 0 0 0,1-1 0 0 0,-1 0-1 0 0,0 0 1 0 0,1 0 0 0 0,0 0 0 0 0,-1 0 0 0 0,1-1 0 0 0,0 1 0 0 0,0-1 0 0 0,-1 0 0 0 0,1 0 0 0 0,0 0 0 0 0,1 0 0 0 0,-1 0 0 0 0,0-1 0 0 0,0 1 0 0 0,0-1 0 0 0,0 0 0 0 0,0 0 0 0 0,1 0 0 0 0,-1 0 0 0 0,0 0 0 0 0,0-1 0 0 0,0 0 0 0 0,0 1-1 0 0,0-1 1 0 0,0 0 0 0 0,0-1 0 0 0,0 1 0 0 0,3-2 0 0 0,0-1 33 0 0,1 1-1 0 0,-1-1 0 0 0,0-1 1 0 0,0 1-1 0 0,-1-1 0 0 0,1 0 0 0 0,-1-1 1 0 0,0 1-1 0 0,0-1 0 0 0,-1 0 1 0 0,0 0-1 0 0,6-10 0 0 0,-3 0 40 0 0,0-1-1 0 0,-1 1 1 0 0,0-2-1 0 0,5-34 1 0 0,-9 47-89 0 0,-2 0 1 0 0,1-1-1 0 0,-1 1 0 0 0,0-1 1 0 0,0 1-1 0 0,0-1 0 0 0,-1 1 1 0 0,0 0-1 0 0,0-1 0 0 0,0 1 1 0 0,-1 0-1 0 0,1 0 1 0 0,-1 0-1 0 0,-1 0 0 0 0,1 0 1 0 0,-1 0-1 0 0,0 0 0 0 0,0 1 1 0 0,0-1-1 0 0,-6-6 0 0 0,7 10-73 0 0,0-1 0 0 0,0 1 0 0 0,0 0 0 0 0,0 0 0 0 0,0 0 0 0 0,0 0-1 0 0,-1 0 1 0 0,1 0 0 0 0,0 1 0 0 0,0-1 0 0 0,-1 0 0 0 0,1 1 0 0 0,0 0-1 0 0,-1 0 1 0 0,1 0 0 0 0,0 0 0 0 0,-1 0 0 0 0,1 0 0 0 0,0 0 0 0 0,-1 1-1 0 0,1-1 1 0 0,0 1 0 0 0,0 0 0 0 0,-5 2 0 0 0,3-2-532 0 0,1 1 0 0 0,-1 0 0 0 0,0 1 0 0 0,0-1 0 0 0,1 1 0 0 0,0-1 1 0 0,-1 1-1 0 0,1 0 0 0 0,0 1 0 0 0,0-1 0 0 0,1 0 0 0 0,-5 7 0 0 0,2 2-3225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0:09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0 670 688 0 0,'9'7'5402'0'0,"-8"-7"-5084"0"0,10 0 136 0 0,0 0 1 0 0,0-1-1 0 0,0 0 0 0 0,0 0 0 0 0,0-2 1 0 0,0 1-1 0 0,-1-1 0 0 0,1-1 1 0 0,-1 0-1 0 0,0 0 0 0 0,0-1 1 0 0,0-1-1 0 0,11-7 0 0 0,-7 3-301 0 0,-1 0-1 0 0,0-1 0 0 0,0 0 1 0 0,-1-1-1 0 0,-1-1 1 0 0,0 1-1 0 0,-1-2 1 0 0,11-17-1 0 0,-12 14-36 0 0,-1 1 1 0 0,-1-1-1 0 0,0-1 0 0 0,-1 1 1 0 0,-1-1-1 0 0,5-35 0 0 0,-8 42-51 0 0,-1-1 1 0 0,-1 1-1 0 0,0 0 0 0 0,0-1 1 0 0,-1 1-1 0 0,0 0 0 0 0,-1-1 0 0 0,-1 1 1 0 0,1 0-1 0 0,-2 0 0 0 0,0 1 1 0 0,-8-17-1 0 0,10 23-73 0 0,0 1 0 0 0,0-1-1 0 0,-1 1 1 0 0,1 0 0 0 0,-1 0 0 0 0,0 0 0 0 0,0 0 0 0 0,0 0 0 0 0,0 1 0 0 0,-1-1-1 0 0,1 1 1 0 0,-1 0 0 0 0,1 0 0 0 0,-1 0 0 0 0,-5-2 0 0 0,5 4-10 0 0,-1 2 4 0 0,4-2 13 0 0,1 0 0 0 0,-1 0-1 0 0,0 0 1 0 0,1 0-1 0 0,-1 0 1 0 0,0 0-1 0 0,1 0 1 0 0,-1 1 0 0 0,0-1-1 0 0,1 0 1 0 0,-1 0-1 0 0,0 1 1 0 0,1-1-1 0 0,-1 0 1 0 0,1 1 0 0 0,-1-1-1 0 0,1 1 1 0 0,-1-1-1 0 0,1 1 1 0 0,-1-1-1 0 0,1 1 1 0 0,-1-1 0 0 0,1 1-1 0 0,-1-1 1 0 0,1 1-1 0 0,-1 1-6 0 0,0-1 6 0 0,1 0 0 0 0,-1 0 0 0 0,1 0 0 0 0,-1 1 0 0 0,1-1 0 0 0,-1 0 0 0 0,1 0 0 0 0,0 1 0 0 0,0-1 0 0 0,0 0 0 0 0,-1 1 0 0 0,1-1 0 0 0,0 0-1 0 0,1 0 1 0 0,-1 1 0 0 0,0-1 0 0 0,0 0 0 0 0,0 1 0 0 0,1-1 0 0 0,-1 0 0 0 0,1 0 0 0 0,-1 0 0 0 0,1 1 0 0 0,-1-1 0 0 0,1 0 0 0 0,0 0 0 0 0,0 0 0 0 0,-1 0 0 0 0,1 0 0 0 0,0 0 0 0 0,0 0 0 0 0,0 0 0 0 0,0 0 0 0 0,0-1 0 0 0,2 2 0 0 0,-3-2 2 0 0,8 5 6 0 0,0 0 0 0 0,0 0 0 0 0,0-1 0 0 0,1 0 0 0 0,0-1 0 0 0,0 0 0 0 0,0 0 0 0 0,0-1 0 0 0,0 0 0 0 0,0-1 0 0 0,15 1 0 0 0,12-1-5 0 0,55-5 1 0 0,-90 4-2 0 0,10-1 2 0 0,0 0 0 0 0,0-1 0 0 0,-1 0 0 0 0,1-1 0 0 0,-1 0 0 0 0,0 0 0 0 0,1-1 0 0 0,-2-1 0 0 0,1 0 0 0 0,0 0 0 0 0,-1-1 0 0 0,0 0 0 0 0,0 0 0 0 0,-1-1 0 0 0,0 0 0 0 0,0-1 0 0 0,7-8 0 0 0,-14 15-5 0 0,0 0 0 0 0,0 0 0 0 0,-1 0 0 0 0,1 0 1 0 0,0 0-1 0 0,0 0 0 0 0,-1 0 0 0 0,1 0 0 0 0,0 0 0 0 0,-1 0 0 0 0,1 0 0 0 0,-1 0 0 0 0,0-1 0 0 0,1 1 0 0 0,-1 0 0 0 0,0 0 1 0 0,0-1-1 0 0,0 1 0 0 0,0 0 0 0 0,0 0 0 0 0,0-1 0 0 0,0 1 0 0 0,0-2 0 0 0,-1-4-65 0 0,-13 17 35 0 0,6-5 33 0 0,0 1-1 0 0,1 1 0 0 0,0-1 1 0 0,0 1-1 0 0,1 1 0 0 0,0-1 1 0 0,-9 15-1 0 0,0 3-6 0 0,-13 32-1 0 0,22-45 10 0 0,1 0-1 0 0,1 1 0 0 0,0 0 0 0 0,1 0 0 0 0,0 0 0 0 0,1 0 1 0 0,0 0-1 0 0,1 0 0 0 0,1 19 0 0 0,0-28-1 0 0,1 1 0 0 0,-1 0 0 0 0,1 0-1 0 0,0-1 1 0 0,0 1 0 0 0,1-1 0 0 0,-1 1 0 0 0,1-1 0 0 0,0 1 0 0 0,0-1-1 0 0,1 0 1 0 0,-1 0 0 0 0,1 0 0 0 0,0 0 0 0 0,0-1 0 0 0,0 1 0 0 0,1-1-1 0 0,-1 1 1 0 0,1-1 0 0 0,0 0 0 0 0,0-1 0 0 0,0 1 0 0 0,0-1 0 0 0,0 0-1 0 0,0 0 1 0 0,1 0 0 0 0,-1 0 0 0 0,1-1 0 0 0,6 2 0 0 0,-1-1-94 0 0,1-1-1 0 0,-1 0 1 0 0,1 0 0 0 0,-1-1 0 0 0,1-1 0 0 0,-1 0 0 0 0,1 0 0 0 0,-1-1-1 0 0,1 0 1 0 0,-1-1 0 0 0,0 0 0 0 0,0-1 0 0 0,0 0 0 0 0,-1 0 0 0 0,1-1 0 0 0,-1 0-1 0 0,0-1 1 0 0,-1 0 0 0 0,16-13 0 0 0,-7 2 128 0 0,0 0 1 0 0,-1-1-1 0 0,0-1 0 0 0,-2 0 1 0 0,0-1-1 0 0,-1 0 0 0 0,17-38 1 0 0,-6 9 1309 0 0,-23 47-1206 0 0,-2 3-137 0 0,-1 0 0 0 0,1-1 0 0 0,0 1 0 0 0,0 0 0 0 0,0 0 0 0 0,-1 0 0 0 0,1 0 0 0 0,0 0 0 0 0,0 0 0 0 0,0 0 0 0 0,1 1 0 0 0,-1-1 0 0 0,0 0 0 0 0,0 0 0 0 0,1 1 0 0 0,-1-1 0 0 0,0 0 0 0 0,0 3 0 0 0,-10 26 3 0 0,10-29-3 0 0,-3 13-3 0 0,0 0-1 0 0,1 0 1 0 0,0 0 0 0 0,1 1 0 0 0,0 16-1 0 0,2-26 14 0 0,0 0 1 0 0,0 0-1 0 0,0 0 0 0 0,1 0 0 0 0,0 0 0 0 0,0 0 0 0 0,0 0 0 0 0,1 0 0 0 0,-1-1 0 0 0,1 1 0 0 0,0 0 0 0 0,1-1 1 0 0,-1 0-1 0 0,1 1 0 0 0,-1-1 0 0 0,1 0 0 0 0,1 0 0 0 0,5 5 0 0 0,-6-6 4 0 0,0-1 0 0 0,0 0 1 0 0,1 0-1 0 0,-1 0 0 0 0,0 0 0 0 0,1-1 0 0 0,-1 0 0 0 0,1 1 0 0 0,-1-1 1 0 0,1 0-1 0 0,0-1 0 0 0,-1 1 0 0 0,1-1 0 0 0,0 1 0 0 0,0-1 0 0 0,4-1 1 0 0,-3 1-3 0 0,1-2 1 0 0,0 1 0 0 0,-1-1 0 0 0,1 1 0 0 0,-1-1 0 0 0,0-1-1 0 0,1 1 1 0 0,-1-1 0 0 0,8-6 0 0 0,-3 2 5 0 0,-1-1 0 0 0,0 0 0 0 0,-1 0 0 0 0,0-1 0 0 0,0-1 0 0 0,-1 1 1 0 0,0-1-1 0 0,0 0 0 0 0,7-18 0 0 0,-10 19-5 0 0,0-1 1 0 0,-1 0 0 0 0,0 0-1 0 0,-1-1 1 0 0,0 1-1 0 0,-1 0 1 0 0,0-1 0 0 0,0 1-1 0 0,-2-21 1 0 0,0 27-15 0 0,1 1 0 0 0,-1-1 1 0 0,1 1-1 0 0,-1 0 0 0 0,0-1 1 0 0,-1 1-1 0 0,1 0 0 0 0,0 0 0 0 0,-1 0 1 0 0,0-1-1 0 0,0 1 0 0 0,0 1 1 0 0,0-1-1 0 0,0 0 0 0 0,0 1 0 0 0,-1-1 1 0 0,1 1-1 0 0,-1-1 0 0 0,0 1 1 0 0,0 0-1 0 0,1 0 0 0 0,-1 1 0 0 0,-1-1 1 0 0,1 0-1 0 0,0 1 0 0 0,0 0 0 0 0,-1 0 1 0 0,1 0-1 0 0,0 0 0 0 0,-1 0 1 0 0,1 1-1 0 0,-7-1 0 0 0,1 2-5 0 0,-1-1 1 0 0,1 1-1 0 0,-1 1 0 0 0,1-1 1 0 0,0 2-1 0 0,0-1 1 0 0,0 1-1 0 0,0 1 0 0 0,0-1 1 0 0,0 1-1 0 0,1 1 0 0 0,0 0 1 0 0,0 0-1 0 0,0 1 0 0 0,-7 7 1 0 0,7-7-11 0 0,1 0 1 0 0,1 1 0 0 0,-1 0-1 0 0,1 0 1 0 0,0 1 0 0 0,1 0 0 0 0,0 0-1 0 0,0 0 1 0 0,0 1 0 0 0,1 0 0 0 0,1-1-1 0 0,-1 2 1 0 0,2-1 0 0 0,-4 18-1 0 0,5-23-6 0 0,1 0-1 0 0,0 0 0 0 0,0 0 0 0 0,0-1 0 0 0,1 1 0 0 0,-1 0 0 0 0,1 0 0 0 0,0 0 1 0 0,0 0-1 0 0,1-1 0 0 0,-1 1 0 0 0,1-1 0 0 0,0 1 0 0 0,-1-1 0 0 0,2 1 0 0 0,-1-1 1 0 0,0 0-1 0 0,1 0 0 0 0,-1 0 0 0 0,1 0 0 0 0,0 0 0 0 0,0-1 0 0 0,0 0 0 0 0,0 1 0 0 0,0-1 1 0 0,1 0-1 0 0,-1 0 0 0 0,1-1 0 0 0,-1 1 0 0 0,1-1 0 0 0,5 2 0 0 0,3 0-66 0 0,0 0 0 0 0,0 0 0 0 0,-1-1 0 0 0,1-1 0 0 0,0 0 0 0 0,0-1 0 0 0,1 0 0 0 0,-1-1 0 0 0,13-3 0 0 0,-10 1-43 0 0,0-1 0 0 0,-1 0-1 0 0,0-1 1 0 0,0-1-1 0 0,0 0 1 0 0,0-1 0 0 0,-1-1-1 0 0,0 0 1 0 0,-1-1-1 0 0,20-16 1 0 0,-12 5 550 0 0,-1-1 1 0 0,-1 0-1 0 0,0-1 0 0 0,26-45 1 0 0,-44 67-402 0 0,10-16 481 0 0,-9 15-487 0 0,-1 0 0 0 0,0 0 0 0 0,1 1 1 0 0,-1-1-1 0 0,0 0 0 0 0,1 1 0 0 0,-1-1 0 0 0,1 0 0 0 0,-1 1 0 0 0,1-1 1 0 0,-1 1-1 0 0,1-1 0 0 0,0 1 0 0 0,-1-1 0 0 0,1 1 0 0 0,0 0 0 0 0,-1-1 0 0 0,1 1 1 0 0,1-1-1 0 0,-1 3-13 0 0,0 0 0 0 0,0 0 1 0 0,0 0-1 0 0,-1 1 0 0 0,1-1 0 0 0,-1 0 1 0 0,1 0-1 0 0,-1 0 0 0 0,0 1 1 0 0,1-1-1 0 0,-1 0 0 0 0,0 0 0 0 0,-1 1 1 0 0,1-1-1 0 0,-1 3 0 0 0,0 5-1 0 0,1-5 3 0 0,4 91 22 0 0,-3-86-18 0 0,1-1-1 0 0,0 1 1 0 0,0-1 0 0 0,1 0-1 0 0,0 1 1 0 0,0-1 0 0 0,9 15-1 0 0,-10-21 7 0 0,0 0-1 0 0,0 0 0 0 0,0-1 1 0 0,0 1-1 0 0,0 0 1 0 0,0-1-1 0 0,1 1 1 0 0,-1-1-1 0 0,1 0 0 0 0,0 0 1 0 0,0 0-1 0 0,0 0 1 0 0,0 0-1 0 0,0-1 1 0 0,0 1-1 0 0,0-1 0 0 0,1 0 1 0 0,-1 0-1 0 0,0 0 1 0 0,1 0-1 0 0,-1-1 1 0 0,1 1-1 0 0,-1-1 1 0 0,1 0-1 0 0,-1 0 0 0 0,0 0 1 0 0,1 0-1 0 0,-1-1 1 0 0,1 1-1 0 0,-1-1 1 0 0,1 0-1 0 0,-1 0 0 0 0,3-2 1 0 0,3-1-5 0 0,-1 0 1 0 0,1-1-1 0 0,-1 0 0 0 0,0 0 1 0 0,-1-1-1 0 0,1 0 0 0 0,-1 0 1 0 0,-1-1-1 0 0,1 0 0 0 0,10-14 1 0 0,-3-1 54 0 0,-1 0 0 0 0,-1-1 1 0 0,-1 0-1 0 0,-1 0 0 0 0,10-33 0 0 0,-18 49-83 0 0,0 8-23 0 0,-2 17-84 0 0,-2 29-53 0 0,1-39 200 0 0,1 0-1 0 0,0 0 1 0 0,0 0-1 0 0,1 0 0 0 0,0 0 1 0 0,1 0-1 0 0,-1 0 1 0 0,6 12-1 0 0,-6-17-10 0 0,0-1 0 0 0,0 1-1 0 0,0-1 1 0 0,1 1-1 0 0,0-1 1 0 0,-1 1 0 0 0,1-1-1 0 0,0 0 1 0 0,0 0-1 0 0,0 0 1 0 0,0 0 0 0 0,0 0-1 0 0,1 0 1 0 0,-1-1-1 0 0,1 1 1 0 0,-1-1 0 0 0,1 1-1 0 0,-1-1 1 0 0,1 0-1 0 0,0 0 1 0 0,0 0 0 0 0,-1-1-1 0 0,1 1 1 0 0,0-1-1 0 0,0 1 1 0 0,5-1 0 0 0,5-1 12 0 0,1 0 1 0 0,-1-2 0 0 0,0 1 0 0 0,0-1 0 0 0,0-1 0 0 0,0-1-1 0 0,0 1 1 0 0,-1-2 0 0 0,0 0 0 0 0,19-13 0 0 0,-7 3 16 0 0,0-1 1 0 0,-2-2-1 0 0,39-39 1 0 0,-46 41-13 0 0,0-1 0 0 0,23-36 0 0 0,-34 48-17 0 0,0-1 1 0 0,-1 1 0 0 0,0-1-1 0 0,0 0 1 0 0,0 0-1 0 0,-1 0 1 0 0,0 0 0 0 0,-1 0-1 0 0,1-1 1 0 0,-1 1 0 0 0,-1-1-1 0 0,0-14 1 0 0,0 20-9 0 0,0-1 0 0 0,-1 1 1 0 0,1 0-1 0 0,-1-1 0 0 0,0 1 0 0 0,1-1 1 0 0,-1 1-1 0 0,0 0 0 0 0,-1 0 0 0 0,1 0 1 0 0,0 0-1 0 0,-1-1 0 0 0,1 2 0 0 0,-1-1 0 0 0,1 0 1 0 0,-1 0-1 0 0,0 0 0 0 0,0 1 0 0 0,0-1 1 0 0,0 1-1 0 0,0-1 0 0 0,0 1 0 0 0,0 0 1 0 0,-4-1-1 0 0,3 1-6 0 0,-1 0-1 0 0,1 0 1 0 0,-1 1 0 0 0,1-1-1 0 0,-1 1 1 0 0,1 0 0 0 0,-1 0-1 0 0,1 0 1 0 0,-1 1 0 0 0,1-1-1 0 0,-1 1 1 0 0,1 0 0 0 0,-1 0 0 0 0,1 0-1 0 0,-7 4 1 0 0,10-5 8 0 0,-1 0-1 0 0,0 1 1 0 0,0-1 0 0 0,1 0 0 0 0,-1 1-1 0 0,0-1 1 0 0,1 1 0 0 0,-1-1 0 0 0,0 1-1 0 0,1 0 1 0 0,-1-1 0 0 0,1 1-1 0 0,-1 0 1 0 0,1-1 0 0 0,-1 1 0 0 0,1 0-1 0 0,-1-1 1 0 0,1 1 0 0 0,0 0 0 0 0,-1 0-1 0 0,1 0 1 0 0,0-1 0 0 0,0 1 0 0 0,0 0-1 0 0,0 0 1 0 0,0 0 0 0 0,0-1 0 0 0,0 1-1 0 0,0 0 1 0 0,0 0 0 0 0,0 0 0 0 0,0 0-1 0 0,0-1 1 0 0,0 1 0 0 0,1 0-1 0 0,-1 0 1 0 0,0 0 0 0 0,1-1 0 0 0,-1 1-1 0 0,0 0 1 0 0,1 0 0 0 0,-1-1 0 0 0,1 1-1 0 0,-1-1 1 0 0,1 1 0 0 0,0 0 0 0 0,-1-1-1 0 0,1 1 1 0 0,0 0 0 0 0,2 2 18 0 0,1 0-1 0 0,-1 0 1 0 0,1 0 0 0 0,0 0-1 0 0,-1-1 1 0 0,1 1 0 0 0,5 1 0 0 0,13 3-142 0 0,-1 0 0 0 0,1-2 0 0 0,1-1 0 0 0,-1-1 1 0 0,32 1-1 0 0,57-7-7841 0 0,-77 0 1855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0:16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17 1116 0 0,'-12'-2'2040'0'0,"-1"1"-388"0"0,-4-3-1020 0 0,2 1-720 0 0,8-4-2628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0:18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0 380 0 0,'0'0'1256'0'0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02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1 104 0 0,'0'0'-40'0'0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03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75 380 0 0,'10'-8'2742'0'0,"12"-20"615"0"0,-21 27-3132 0 0,2-28-945 0 0,-5 21-1854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39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 0 0,'0'0'424'0'0,"15"3"-572"0"0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40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16 468 0 0,'0'0'1032'0'0,"8"-8"-80"0"0,-4 1-740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41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60 0 0,'0'0'3720'0'0,"0"10"-2580"0"0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44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1796 0 0,'19'-47'7548'0'0,"-18"45"-7156"0"0,3-5 273 0 0,-1 6-351 0 0,-1 10-46 0 0,0 65 185 0 0,-13 141 1 0 0,1-56-970 0 0,9-122-330 0 0,-3 46-4888 0 0,2-69 3344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45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8 179 1000 0 0,'-4'-34'4055'0'0,"1"-62"-1"0"0,3 80-3459 0 0,0 15-572 0 0,-1 0 1 0 0,1 0-1 0 0,0 0 1 0 0,0 0-1 0 0,0-1 1 0 0,0 1-1 0 0,0 0 1 0 0,0 0-1 0 0,1 0 1 0 0,-1 0 0 0 0,0 0-1 0 0,0-1 1 0 0,1 1-1 0 0,-1 0 1 0 0,1 0-1 0 0,-1 0 1 0 0,1 0-1 0 0,0 0 1 0 0,-1 0-1 0 0,1 0 1 0 0,0 1-1 0 0,-1-1 1 0 0,1 0 0 0 0,0 0-1 0 0,0 0 1 0 0,0 1-1 0 0,0-1 1 0 0,0 0-1 0 0,0 1 1 0 0,0-1-1 0 0,0 1 1 0 0,0-1-1 0 0,0 1 1 0 0,0 0 0 0 0,0-1-1 0 0,0 1 1 0 0,1 0-1 0 0,-1 0 1 0 0,0 0-1 0 0,0 0 1 0 0,2 0-1 0 0,2 1-3 0 0,-1-1 0 0 0,1 1 1 0 0,-1 1-1 0 0,0-1 0 0 0,0 1 0 0 0,0 0 0 0 0,0 0 0 0 0,0 0 0 0 0,6 4 0 0 0,24 22 156 0 0,-1 1 1 0 0,55 63-1 0 0,14 14-1073 0 0,-94-99 478 0 0,45 37-4487 0 0,-40-35 2110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45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105 156 1348 0 0,'2'-156'8685'0'0,"-14"182"-8341"0"0,-15 53-154 0 0,4 1 1 0 0,-17 105-1 0 0,38-171-570 0 0,0-1 0 0 0,2 1 0 0 0,0 18 0 0 0,0-28 51 0 0,0 0 0 0 0,1 0 0 0 0,-1 0 1 0 0,1 0-1 0 0,0 0 0 0 0,0 0 0 0 0,1-1 0 0 0,-1 1 0 0 0,1 0 0 0 0,0-1 0 0 0,0 1 0 0 0,0-1 0 0 0,0 1 0 0 0,0-1 0 0 0,1 0 0 0 0,3 3 0 0 0,4 2-1103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45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821 196 1484 0 0,'4'-15'2161'0'0,"0"0"0"0"0,-1-1 0 0 0,1-23 0 0 0,-4 37-1941 0 0,0-8 339 0 0,-6 18-508 0 0,1 0 0 0 0,0 1 0 0 0,1-1 0 0 0,0 1 0 0 0,0 0 0 0 0,1 0 0 0 0,0 1 0 0 0,-2 15 0 0 0,4-20-28 0 0,0 0 0 0 0,1-1 1 0 0,-1 1-1 0 0,1 0 0 0 0,0 0 1 0 0,0-1-1 0 0,1 1 0 0 0,0 0 0 0 0,-1 0 1 0 0,2-1-1 0 0,-1 1 0 0 0,0-1 1 0 0,1 1-1 0 0,0-1 0 0 0,0 0 1 0 0,0 1-1 0 0,1-1 0 0 0,-1 0 0 0 0,5 4 1 0 0,-5-6-4 0 0,0 0 1 0 0,1 0-1 0 0,-1 0 1 0 0,1 0-1 0 0,0-1 1 0 0,-1 0-1 0 0,1 1 1 0 0,0-1-1 0 0,0 0 1 0 0,0 0 0 0 0,0-1-1 0 0,0 1 1 0 0,0 0-1 0 0,0-1 1 0 0,0 0-1 0 0,0 0 1 0 0,3 0-1 0 0,-2 0 61 0 0,1-1-1 0 0,0 1 1 0 0,-1-1-1 0 0,1 0 1 0 0,-1-1-1 0 0,1 1 1 0 0,-1-1-1 0 0,0 0 1 0 0,8-4 0 0 0,-7 2-2 0 0,0 0 0 0 0,0 0 0 0 0,0 0 0 0 0,-1-1 0 0 0,1 0 1 0 0,-1 0-1 0 0,0 0 0 0 0,0 0 0 0 0,-1-1 0 0 0,0 0 0 0 0,0 1 1 0 0,0-1-1 0 0,-1 0 0 0 0,1-1 0 0 0,-2 1 0 0 0,1 0 0 0 0,-1-1 1 0 0,1 1-1 0 0,-2 0 0 0 0,1-1 0 0 0,-1-8 0 0 0,0 8-58 0 0,0 1-1 0 0,-1 0 1 0 0,0 0 0 0 0,0-1-1 0 0,-1 1 1 0 0,1 0-1 0 0,-1 0 1 0 0,-1 0-1 0 0,1 1 1 0 0,-1-1 0 0 0,0 0-1 0 0,0 1 1 0 0,0 0-1 0 0,-1 0 1 0 0,0 0-1 0 0,0 0 1 0 0,0 0 0 0 0,-1 1-1 0 0,0 0 1 0 0,0 0-1 0 0,0 0 1 0 0,-5-3-1 0 0,-4 1-104 0 0,0 0-1 0 0,0 1 0 0 0,-1 0 0 0 0,1 1 0 0 0,-1 1 0 0 0,0 0 0 0 0,0 1 0 0 0,0 1 1 0 0,0 0-1 0 0,-17 2 0 0 0,-23 3-895 0 0,-75 15 1 0 0,117-17 844 0 0,-298 70-3974 0 0,186-40 1279 0 0,19-7-21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4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1364 0 0,'0'0'1992'0'0,"6"8"309"0"0,-1-3-2433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50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1 172 0 0,'0'0'6136'0'0,"-22"11"-5629"0"0,17-10-714 0 0,-7 3 553 0 0,11 3-3137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08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24 136 0 0,'-13'-6'300'0'0,"1"-1"-156"0"0,0 2-348 0 0,2 0 72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0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180 185 828 0 0,'17'-39'3881'0'0,"37"-65"0"0"0,-36 72-2534 0 0,-11 23-928 0 0,-2 9-144 0 0,-2 19-31 0 0,-7 33-108 0 0,-55 275 193 0 0,-26-3-93 0 0,-2 8-156 0 0,73-263-533 0 0,-1 8-1497 0 0,-1-27-2643 0 0,13-40 2337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0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0 349 252 0 0,'2'-49'2305'0'0,"5"-87"1996"0"0,-5 117-3850 0 0,1 1 0 0 0,1-1-1 0 0,1 1 1 0 0,0-1 0 0 0,8-16 0 0 0,-12 32-417 0 0,0 1 1 0 0,0 0-1 0 0,0 0 0 0 0,0 0 1 0 0,1 0-1 0 0,-1 0 0 0 0,1 0 1 0 0,-1 0-1 0 0,1 1 0 0 0,-1-1 1 0 0,1 0-1 0 0,0 1 1 0 0,0-1-1 0 0,0 1 0 0 0,0 0 1 0 0,0 0-1 0 0,0 0 0 0 0,0 0 1 0 0,4-2-1 0 0,-3 3-5 0 0,1 0 0 0 0,-1-1 0 0 0,0 1 0 0 0,0 0-1 0 0,0 1 1 0 0,0-1 0 0 0,0 0 0 0 0,0 1 0 0 0,0 0 0 0 0,0 0-1 0 0,0 0 1 0 0,0 0 0 0 0,3 2 0 0 0,6 3 24 0 0,-1 1-1 0 0,0 0 1 0 0,0 1-1 0 0,-1 0 1 0 0,17 18 0 0 0,-1 3 1 0 0,-2 0-1 0 0,0 2 1 0 0,-3 0 0 0 0,36 69 0 0 0,46 145 113 0 0,-17-36-26 0 0,-82-201-222 0 0,6 14-64 0 0,18 27 0 0 0,-25-43-217 0 0,1-1 0 0 0,0 0 0 0 0,0 0 0 0 0,0 0 0 0 0,1-1 0 0 0,0 1 0 0 0,0-1-1 0 0,0 0 1 0 0,11 6 0 0 0,6-13-4789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0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106 202 1712 0 0,'-25'-199'8610'0'0,"24"197"-8002"0"0,0 6-239 0 0,-2 16-127 0 0,-2 28-179 0 0,-27 254 208 0 0,-7 98 156 0 0,39-280-919 0 0,1-108-95 0 0,0 1 0 0 0,1-1 1 0 0,0 1-1 0 0,1-1 0 0 0,0 0 0 0 0,1 0 0 0 0,7 15 0 0 0,-3-16-1612 0 0,2-4-313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1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77 996 0 0,'1'-9'1081'0'0,"0"1"0"0"0,0 0 0 0 0,-1 0 0 0 0,-1 0 0 0 0,1 0 0 0 0,-1 0 0 0 0,-2-9 0 0 0,2 16-745 0 0,-1 3-60 0 0,-2 3-167 0 0,0 0 0 0 0,0 0-1 0 0,1 1 1 0 0,-1 0 0 0 0,1-1 0 0 0,1 1 0 0 0,-1 0 0 0 0,-2 9 0 0 0,-13 60 292 0 0,11-43-235 0 0,-1 1-13 0 0,-6 61-1 0 0,13-82-134 0 0,0-1 1 0 0,1 1-1 0 0,1-1 0 0 0,0 1 0 0 0,0-1 0 0 0,1 0 0 0 0,1 1 0 0 0,0-1 0 0 0,5 13 0 0 0,-6-21-7 0 0,-1 1 0 0 0,1-1 0 0 0,0 0 0 0 0,0 0 0 0 0,0 0 0 0 0,0 0 0 0 0,0 0 0 0 0,0-1 0 0 0,1 1 0 0 0,0 0 1 0 0,-1-1-1 0 0,1 0 0 0 0,0 0 0 0 0,0 0 0 0 0,0 0 0 0 0,0 0 0 0 0,1-1 0 0 0,3 2 0 0 0,-2-2-10 0 0,0 0 0 0 0,-1 0 0 0 0,1-1 0 0 0,0 1-1 0 0,0-1 1 0 0,-1-1 0 0 0,1 1 0 0 0,0-1 0 0 0,0 1 0 0 0,-1-1 0 0 0,1-1 0 0 0,6-1 0 0 0,1-2-35 0 0,0-1 0 0 0,1-1 0 0 0,-2 0 1 0 0,1 0-1 0 0,-1-1 0 0 0,0 0 0 0 0,-1-1 0 0 0,17-18 0 0 0,-13 9-13 0 0,0 1-1 0 0,-2-2 0 0 0,0 0 0 0 0,-2 0 1 0 0,0-1-1 0 0,13-38 0 0 0,26-130 1365 0 0,-49 186-1271 0 0,6-18 189 0 0,-3 15-95 0 0,-3 15-56 0 0,-3 16-77 0 0,-7 153 250 0 0,11-157-307 0 0,0 0 1 0 0,1-1-1 0 0,1 1 1 0 0,1-1 0 0 0,1 0-1 0 0,10 27 1 0 0,-12-42-182 0 0,0 0 1 0 0,0 0-1 0 0,1-1 0 0 0,-1 1 1 0 0,1-1-1 0 0,5 6 1 0 0,-6-8-187 0 0,-1-1 0 0 0,0 1 0 0 0,1-1 0 0 0,0 0 0 0 0,-1 0 0 0 0,1 0 0 0 0,0 0 0 0 0,0-1 0 0 0,0 1 0 0 0,0-1 0 0 0,1 1 0 0 0,-1-1 0 0 0,0 0 0 0 0,4 0 0 0 0,9 0-2922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1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87 1484 0 0,'-8'-23'5455'0'0,"4"21"-4433"0"0,4 2-990 0 0,0 0 1 0 0,-1 0-1 0 0,1-1 1 0 0,0 1-1 0 0,0 0 1 0 0,-1 0 0 0 0,1 0-1 0 0,0 0 1 0 0,0-1-1 0 0,-1 1 1 0 0,1 0-1 0 0,0 0 1 0 0,-1 0-1 0 0,1 0 1 0 0,0 0-1 0 0,-1 0 1 0 0,1 0-1 0 0,0 0 1 0 0,-1 0-1 0 0,1 0 1 0 0,0 0-1 0 0,-1 0 1 0 0,1 0-1 0 0,0 0 1 0 0,0 0 0 0 0,-1 0-1 0 0,1 0 1 0 0,0 1-1 0 0,-1-1 1 0 0,1 0-1 0 0,0 0 1 0 0,0 0-1 0 0,-1 0 1 0 0,1 1-1 0 0,0-1 1 0 0,0 0-1 0 0,-1 0 1 0 0,1 1-1 0 0,0-1 1 0 0,0 0-1 0 0,0 0 1 0 0,0 1 0 0 0,-1-1-1 0 0,1 0 1 0 0,0 0-1 0 0,0 1 1 0 0,0-1-1 0 0,0 0 1 0 0,0 1-1 0 0,0-1 1 0 0,0 0-1 0 0,0 1 1 0 0,0-1-1 0 0,0 0 1 0 0,0 1-1 0 0,0-1 1 0 0,-10 43 604 0 0,2 0-1 0 0,2 1 1 0 0,-1 60 0 0 0,-4 36-206 0 0,9-105-124 0 0,2-33-106 0 0,-1-17-135 0 0,2 2-69 0 0,0 0 0 0 0,1 0 1 0 0,1 0-1 0 0,0 0 1 0 0,9-25-1 0 0,32-57-90 0 0,-38 83 74 0 0,0 1-1 0 0,1 0 1 0 0,1 1 0 0 0,0 0 0 0 0,0 0 0 0 0,1 1-1 0 0,0 0 1 0 0,18-14 0 0 0,-24 21 15 0 0,0-1-1 0 0,0 1 1 0 0,1 0-1 0 0,-1 0 1 0 0,1 1 0 0 0,-1-1-1 0 0,1 1 1 0 0,0-1-1 0 0,0 1 1 0 0,0 0 0 0 0,-1 1-1 0 0,1-1 1 0 0,0 1-1 0 0,0-1 1 0 0,0 1-1 0 0,0 0 1 0 0,0 1 0 0 0,0-1-1 0 0,0 1 1 0 0,0 0-1 0 0,-1 0 1 0 0,1 0 0 0 0,0 0-1 0 0,0 0 1 0 0,-1 1-1 0 0,1 0 1 0 0,-1 0 0 0 0,1 0-1 0 0,-1 0 1 0 0,0 0-1 0 0,6 6 1 0 0,-2 0 21 0 0,0 0 0 0 0,0 1 0 0 0,0 0 0 0 0,-1 0 1 0 0,-1 0-1 0 0,0 1 0 0 0,0 0 0 0 0,-1 0 0 0 0,0 0 0 0 0,0 1 0 0 0,-1-1 1 0 0,-1 1-1 0 0,0 0 0 0 0,0-1 0 0 0,-1 1 0 0 0,-1 0 0 0 0,1 0 0 0 0,-2 0 1 0 0,0 0-1 0 0,0 0 0 0 0,-1 0 0 0 0,0-1 0 0 0,-6 19 0 0 0,8-28-14 0 0,0-1-1 0 0,0 1 1 0 0,-1-1-1 0 0,1 0 1 0 0,0 1-1 0 0,0-1 1 0 0,0 1-1 0 0,0-1 1 0 0,0 1-1 0 0,-1-1 1 0 0,1 0-1 0 0,0 1 1 0 0,0-1-1 0 0,-1 1 0 0 0,1-1 1 0 0,0 0-1 0 0,0 1 1 0 0,-1-1-1 0 0,1 0 1 0 0,0 0-1 0 0,-1 1 1 0 0,1-1-1 0 0,-1 0 1 0 0,1 0-1 0 0,0 1 1 0 0,-1-1-1 0 0,1 0 1 0 0,-1 0-1 0 0,1 0 1 0 0,-1 0-1 0 0,1 0 1 0 0,0 1-1 0 0,-1-1 1 0 0,1 0-1 0 0,-1 0 1 0 0,1 0-1 0 0,-1 0 1 0 0,1 0-1 0 0,-1-1 1 0 0,1 1-1 0 0,-1 0 1 0 0,1 0-1 0 0,0 0 1 0 0,-1 0-1 0 0,1 0 1 0 0,-1-1-1 0 0,1 1 0 0 0,0 0 1 0 0,-1 0-1 0 0,1-1 1 0 0,-1 1-1 0 0,1-1 1 0 0,-2 0 0 0 0,0 0 0 0 0,1-1-1 0 0,0 1 1 0 0,-1-1 0 0 0,1 0 0 0 0,0 1 0 0 0,0-1 0 0 0,0 0-1 0 0,-1-2 1 0 0,-1-6-9 0 0,1 0 1 0 0,0-1-1 0 0,1 1 0 0 0,0-1 0 0 0,1 0 1 0 0,0 1-1 0 0,3-20 0 0 0,1 7-26 0 0,0 0 1 0 0,12-30-1 0 0,-9 34 11 0 0,0 0 1 0 0,2 0-1 0 0,0 1 0 0 0,19-29 1 0 0,-22 38 12 0 0,1 1 0 0 0,-1 0 0 0 0,1 0 1 0 0,1 1-1 0 0,0-1 0 0 0,0 2 0 0 0,0-1 1 0 0,1 1-1 0 0,0 0 0 0 0,17-8 0 0 0,-23 13 7 0 0,-1 0 0 0 0,1 0 0 0 0,0 0-1 0 0,-1 1 1 0 0,1-1 0 0 0,0 1 0 0 0,0-1-1 0 0,0 1 1 0 0,0 0 0 0 0,0 0 0 0 0,-1 0 0 0 0,1 1-1 0 0,0-1 1 0 0,0 1 0 0 0,0-1 0 0 0,0 1-1 0 0,4 2 1 0 0,-4-1 7 0 0,1 0 0 0 0,-1 0 1 0 0,1 1-1 0 0,-1-1 0 0 0,0 1 0 0 0,0 0 0 0 0,0 0 0 0 0,-1 0 1 0 0,1 0-1 0 0,-1 0 0 0 0,3 5 0 0 0,1 2 18 0 0,-1 1-1 0 0,0 0 1 0 0,-1 0-1 0 0,0 1 1 0 0,-1-1-1 0 0,-1 1 1 0 0,3 18-1 0 0,-3 13 80 0 0,-5 69 0 0 0,0-19-229 0 0,3-85-292 0 0,1 0 0 0 0,0-1-1 0 0,0 1 1 0 0,5 14 0 0 0,-6-21 309 0 0,1-1 0 0 0,-1 1 0 0 0,0-1 0 0 0,1 1 0 0 0,-1-1 0 0 0,1 1 0 0 0,-1-1 0 0 0,1 1 0 0 0,-1-1 0 0 0,1 0 0 0 0,0 1 0 0 0,-1-1 0 0 0,1 0 0 0 0,-1 1 0 0 0,1-1 0 0 0,0 0 0 0 0,-1 0 0 0 0,2 1 0 0 0,21-7-6830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2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226 147 2196 0 0,'21'-146'10412'0'0,"-46"279"-8986"0"0,9-52-1064 0 0,-99 578 973 0 0,100-551-783 0 0,15-106-459 0 0,8-23 0 0 0,3-10-114 0 0,3-8-15 0 0,2 1-1 0 0,21-39 0 0 0,-31 66 22 0 0,1 1-1 0 0,-1 0 1 0 0,2 1 0 0 0,-1-1-1 0 0,1 1 1 0 0,1 1-1 0 0,-1 0 1 0 0,1 0 0 0 0,1 0-1 0 0,0 1 1 0 0,19-10-1 0 0,-24 15 8 0 0,-1 0 0 0 0,1 0-1 0 0,-1 1 1 0 0,1 0 0 0 0,0 0-1 0 0,0 0 1 0 0,-1 0 0 0 0,1 1-1 0 0,0 0 1 0 0,0 0 0 0 0,0 0-1 0 0,0 0 1 0 0,9 3 0 0 0,-6-1-1 0 0,-1 1 1 0 0,1 0 0 0 0,-1 0 0 0 0,0 1 0 0 0,0 0-1 0 0,0 0 1 0 0,12 10 0 0 0,-8-5 16 0 0,0 1 0 0 0,0 1 1 0 0,-1 0-1 0 0,-1 1 0 0 0,0-1 1 0 0,-1 2-1 0 0,0-1 0 0 0,11 25 0 0 0,-16-30 61 0 0,0 0-1 0 0,-1 1 0 0 0,0-1 1 0 0,0 1-1 0 0,-1 0 1 0 0,0-1-1 0 0,0 1 0 0 0,0 0 1 0 0,-1 0-1 0 0,-1 0 0 0 0,1-1 1 0 0,-1 1-1 0 0,0 0 0 0 0,-1-1 1 0 0,0 1-1 0 0,0-1 0 0 0,-1 1 1 0 0,0-1-1 0 0,-6 12 0 0 0,4-11 22 0 0,-1-1 0 0 0,1 1 0 0 0,-2-1 0 0 0,1 0 0 0 0,0-1-1 0 0,-1 0 1 0 0,-1 0 0 0 0,1 0 0 0 0,-1-1 0 0 0,1 0 0 0 0,-2 0-1 0 0,1-1 1 0 0,0 0 0 0 0,-1-1 0 0 0,0 0 0 0 0,-10 3 0 0 0,-1-2-22 0 0,1-1 1 0 0,-1-1 0 0 0,1-1-1 0 0,-1-1 1 0 0,0 0 0 0 0,-38-7-1 0 0,29 2-69 0 0,1-1-1 0 0,-1-2 1 0 0,1-1-1 0 0,-27-13 0 0 0,53 21-79 0 0,0 1 0 0 0,-1-1 0 0 0,1 0-1 0 0,0-1 1 0 0,1 1 0 0 0,-1 0 0 0 0,0 0-1 0 0,0-1 1 0 0,0 1 0 0 0,1-1-1 0 0,-1 0 1 0 0,1 1 0 0 0,-1-1 0 0 0,1 0-1 0 0,0 0 1 0 0,0 0 0 0 0,0 0 0 0 0,0 0-1 0 0,-1-3 1 0 0,2 3-65 0 0,0 0-1 0 0,-1 0 1 0 0,2 0-1 0 0,-1 0 1 0 0,0 0 0 0 0,0 1-1 0 0,1-1 1 0 0,-1 0-1 0 0,1 0 1 0 0,-1 0-1 0 0,1 0 1 0 0,0 0 0 0 0,0 0-1 0 0,0 1 1 0 0,0-1-1 0 0,0 0 1 0 0,0 1-1 0 0,0-1 1 0 0,1 1 0 0 0,-1-1-1 0 0,0 1 1 0 0,3-2-1 0 0,8-7-1593 0 0,0 0-1 0 0,1 1 1 0 0,24-14-1 0 0,-2 4-3312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2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199 207 784 0 0,'3'26'7341'0'0,"-3"-22"-7063"0"0,-1-1-1 0 0,1 1 1 0 0,1-1 0 0 0,-1 1 0 0 0,0 0 0 0 0,1-1 0 0 0,0 1-1 0 0,0-1 1 0 0,0 1 0 0 0,0-1 0 0 0,0 1 0 0 0,3 2 0 0 0,-3-4-207 0 0,1 0 1 0 0,0-1-1 0 0,0 0 1 0 0,0 1 0 0 0,0-1-1 0 0,0 0 1 0 0,0 0-1 0 0,0 0 1 0 0,0 0 0 0 0,0 0-1 0 0,1 0 1 0 0,-1-1-1 0 0,0 1 1 0 0,0-1 0 0 0,1 0-1 0 0,-1 0 1 0 0,0 1-1 0 0,1-1 1 0 0,3-1 0 0 0,5 0-9 0 0,0 1 1 0 0,0-2-1 0 0,0 0 1 0 0,0 0 0 0 0,0-1-1 0 0,0 0 1 0 0,-1-1-1 0 0,1-1 1 0 0,-1 1 0 0 0,0-1-1 0 0,-1-1 1 0 0,1 0-1 0 0,-1 0 1 0 0,16-16 0 0 0,-20 18-61 0 0,0-1 1 0 0,0 0-1 0 0,0 0 1 0 0,-1-1-1 0 0,0 1 0 0 0,0-1 1 0 0,-1 0-1 0 0,0 0 1 0 0,0-1-1 0 0,0 1 1 0 0,-1 0-1 0 0,0-1 1 0 0,0 0-1 0 0,0 1 1 0 0,-1-1-1 0 0,0 0 1 0 0,0 0-1 0 0,-1 0 1 0 0,0 0-1 0 0,0 0 0 0 0,-1 0 1 0 0,0 1-1 0 0,0-1 1 0 0,-3-12-1 0 0,3 16-7 0 0,-1 0 0 0 0,1 0 0 0 0,0 0 0 0 0,-1-1 0 0 0,1 1 0 0 0,-1 0 0 0 0,0 1-1 0 0,0-1 1 0 0,0 0 0 0 0,-1 1 0 0 0,1-1 0 0 0,0 1 0 0 0,-1-1 0 0 0,0 1 0 0 0,1 0-1 0 0,-1 0 1 0 0,0 0 0 0 0,-6-2 0 0 0,4 2-1 0 0,0 1 0 0 0,-1 0 0 0 0,1 0 0 0 0,0 0 0 0 0,0 1 0 0 0,0 0 0 0 0,0 0 0 0 0,-1 0 0 0 0,1 1 0 0 0,0-1 0 0 0,-7 3 0 0 0,-4 2 1 0 0,0 0-1 0 0,0 1 0 0 0,1 0 1 0 0,0 2-1 0 0,1 0 1 0 0,-26 18-1 0 0,18-9 30 0 0,0 2 0 0 0,1 0 0 0 0,1 2 0 0 0,1 0 0 0 0,-19 28 0 0 0,25-32 0 0 0,2 1-1 0 0,1 1 1 0 0,0-1-1 0 0,1 1 0 0 0,1 1 1 0 0,1 0-1 0 0,-8 35 1 0 0,13-46-5 0 0,1 0 0 0 0,0 0 0 0 0,1 0 0 0 0,0 0 0 0 0,0 0 0 0 0,1-1 0 0 0,0 1 0 0 0,0 0 0 0 0,1 0 0 0 0,1-1 0 0 0,5 17 0 0 0,-5-20-8 0 0,-1-1 0 0 0,1 1-1 0 0,-1 0 1 0 0,2-1 0 0 0,-1 0 0 0 0,0 0-1 0 0,1 0 1 0 0,0 0 0 0 0,0 0-1 0 0,0-1 1 0 0,0 1 0 0 0,0-1 0 0 0,1 0-1 0 0,-1-1 1 0 0,1 1 0 0 0,0-1-1 0 0,0 0 1 0 0,0 0 0 0 0,0 0 0 0 0,8 1-1 0 0,0-1-239 0 0,-1-1 0 0 0,1 0-1 0 0,-1-1 1 0 0,1 0 0 0 0,0-1-1 0 0,-1-1 1 0 0,1 0 0 0 0,-1 0-1 0 0,0-1 1 0 0,0-1 0 0 0,13-5-1 0 0,-7 1-723 0 0,0-1 0 0 0,-1 0-1 0 0,0-1 1 0 0,0-1-1 0 0,-1-1 1 0 0,17-16 0 0 0,-3 0-2109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2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1 180 2104 0 0,'9'-19'1637'0'0,"-1"-1"-1"0"0,7-26 1 0 0,-8 25 419 0 0,14-33 0 0 0,-20 53-2030 0 0,-1 0 0 0 0,1 1 0 0 0,-1-1 0 0 0,1 0-1 0 0,-1 0 1 0 0,1 1 0 0 0,0-1 0 0 0,0 0 0 0 0,-1 1 0 0 0,1-1 0 0 0,0 1 0 0 0,0-1 0 0 0,0 1 0 0 0,-1-1 0 0 0,1 1 0 0 0,0-1 0 0 0,0 1 0 0 0,0 0 0 0 0,0 0 0 0 0,0-1 0 0 0,0 1 0 0 0,0 0 0 0 0,0 0 0 0 0,0 0 0 0 0,0 0 0 0 0,0 0 0 0 0,0 0 0 0 0,0 0 0 0 0,0 1 0 0 0,0-1-1 0 0,-1 0 1 0 0,1 0 0 0 0,0 1 0 0 0,0-1 0 0 0,0 0 0 0 0,0 1 0 0 0,0-1 0 0 0,0 1 0 0 0,-1 0 0 0 0,1-1 0 0 0,1 1 0 0 0,2 2 79 0 0,0 0-1 0 0,0 0 1 0 0,0 1 0 0 0,0-1-1 0 0,-1 1 1 0 0,5 5 0 0 0,1 6 202 0 0,0 0 1 0 0,-1 0 0 0 0,0 1-1 0 0,-1 0 1 0 0,-1 1 0 0 0,-1 0-1 0 0,0 0 1 0 0,-1 0 0 0 0,-1 0-1 0 0,-1 1 1 0 0,0-1 0 0 0,-1 1 0 0 0,-1-1-1 0 0,-1 1 1 0 0,0 0 0 0 0,-1-1-1 0 0,-1 0 1 0 0,-1 1 0 0 0,-1-1-1 0 0,0 0 1 0 0,-12 26 0 0 0,15-40-208 0 0,0 1-1 0 0,0-1 1 0 0,0 0 0 0 0,0-1 0 0 0,0 1 0 0 0,-1 0 0 0 0,1-1-1 0 0,-1 1 1 0 0,0-1 0 0 0,0 0 0 0 0,0 0 0 0 0,0 0 0 0 0,0 0-1 0 0,0 0 1 0 0,-4 1 0 0 0,6-3-75 0 0,0 0 0 0 0,0 1 1 0 0,0-1-1 0 0,0 0 0 0 0,0 0 0 0 0,0 0 0 0 0,0 0 0 0 0,-1 0 0 0 0,1 0 1 0 0,0 0-1 0 0,0 0 0 0 0,0-1 0 0 0,0 1 0 0 0,0 0 0 0 0,0-1 1 0 0,0 1-1 0 0,0-1 0 0 0,0 1 0 0 0,-2-2 0 0 0,2 1-16 0 0,-1-1-1 0 0,1 1 1 0 0,0-1-1 0 0,0 1 1 0 0,0-1-1 0 0,0 0 1 0 0,0 1-1 0 0,0-1 0 0 0,0 0 1 0 0,0 0-1 0 0,1 0 1 0 0,-1 0-1 0 0,1 0 1 0 0,-1-3-1 0 0,0-4-24 0 0,0-1 0 0 0,1 1 1 0 0,0 0-1 0 0,1 0 0 0 0,0 0 0 0 0,1 0 0 0 0,-1 0 0 0 0,2 0 0 0 0,-1 1 0 0 0,1-1 0 0 0,1 1 0 0 0,-1-1 0 0 0,10-13 0 0 0,2-2-559 0 0,1 0 0 0 0,2 1-1 0 0,22-23 1 0 0,-18 24-462 0 0,0 1-1 0 0,2 1 1 0 0,41-27-1 0 0,34-12-5746 0 0,-54 35 701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4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325 811 1696 0 0,'-24'-33'5067'0'0,"19"26"-4389"0"0,1 0 0 0 0,-1 1 0 0 0,0-1 1 0 0,-1 1-1 0 0,1 0 0 0 0,-1 1 0 0 0,0-1 0 0 0,-9-5 1 0 0,14 11-653 0 0,0 0 1 0 0,0-1 0 0 0,0 1 0 0 0,0 0-1 0 0,0 0 1 0 0,-1 0 0 0 0,1 0 0 0 0,0 0-1 0 0,0 0 1 0 0,0 0 0 0 0,0 0 0 0 0,0 0-1 0 0,0 0 1 0 0,0 1 0 0 0,0-1 0 0 0,-1 1-1 0 0,1-1 1 0 0,0 0 0 0 0,0 1 0 0 0,0 0 0 0 0,-1 0-1 0 0,-17 14 169 0 0,18-14-174 0 0,-21 20 40 0 0,2 1-1 0 0,0 1 0 0 0,2 0 1 0 0,1 2-1 0 0,0 0 0 0 0,2 1 1 0 0,1 1-1 0 0,1 0 1 0 0,1 1-1 0 0,-8 29 0 0 0,18-49-49 0 0,-1 0-1 0 0,1 1 1 0 0,1-1 0 0 0,0 1-1 0 0,0-1 1 0 0,0 1-1 0 0,1-1 1 0 0,2 16 0 0 0,-1-22-2 0 0,-1 1 1 0 0,1 0-1 0 0,0 0 1 0 0,0-1-1 0 0,0 1 1 0 0,0 0-1 0 0,1-1 1 0 0,-1 1-1 0 0,1-1 1 0 0,0 0-1 0 0,-1 1 1 0 0,1-1-1 0 0,0 0 1 0 0,0 0-1 0 0,0 0 1 0 0,1 0-1 0 0,-1-1 1 0 0,0 1-1 0 0,1-1 1 0 0,-1 1-1 0 0,1-1 1 0 0,-1 0-1 0 0,1 0 1 0 0,0 0-1 0 0,0 0 1 0 0,-1 0-1 0 0,1-1 1 0 0,0 1 0 0 0,3-1-1 0 0,2 1 8 0 0,0-1 1 0 0,0 0-1 0 0,0-1 0 0 0,-1 0 1 0 0,1 0-1 0 0,0-1 1 0 0,-1 0-1 0 0,14-5 0 0 0,-1-1 42 0 0,37-21-1 0 0,-40 18-48 0 0,0 0 0 0 0,-1-2 0 0 0,-1 0 1 0 0,0-1-1 0 0,0 0 0 0 0,-2-1 0 0 0,1 0 0 0 0,-2-1 0 0 0,0-1 0 0 0,-2 0 0 0 0,14-27 0 0 0,-17 29-10 0 0,0 0 0 0 0,-1-1 0 0 0,-1 0 0 0 0,-1 0 0 0 0,0 0 0 0 0,-1-1 0 0 0,0 1 0 0 0,-2-1 0 0 0,0 1 0 0 0,-1-1 0 0 0,0 0 0 0 0,-1 0 0 0 0,-1 1 0 0 0,-5-21 0 0 0,5 31-5 0 0,0-1 0 0 0,0 1 1 0 0,-1-1-1 0 0,0 1 0 0 0,0 0 0 0 0,0 0 0 0 0,-1 1 1 0 0,0-1-1 0 0,0 1 0 0 0,0 0 0 0 0,0 0 0 0 0,-1 0 1 0 0,0 0-1 0 0,0 1 0 0 0,-1 0 0 0 0,-10-7 1 0 0,10 8-4 0 0,-1 0 0 0 0,0 0 0 0 0,0 1 0 0 0,0 0 0 0 0,0 1 1 0 0,0-1-1 0 0,0 1 0 0 0,0 0 0 0 0,-1 1 0 0 0,1 0 0 0 0,0 0 1 0 0,0 1-1 0 0,-1 0 0 0 0,1 0 0 0 0,-11 3 0 0 0,4 1 5 0 0,-1 1-1 0 0,1 1 0 0 0,0 0 1 0 0,0 1-1 0 0,1 0 1 0 0,0 1-1 0 0,0 1 0 0 0,1 0 1 0 0,0 0-1 0 0,1 1 0 0 0,0 1 1 0 0,1 0-1 0 0,0 0 1 0 0,1 1-1 0 0,-15 28 0 0 0,22-37 6 0 0,0 1-1 0 0,0 0 0 0 0,0 0 1 0 0,1 0-1 0 0,-1 0 0 0 0,1 0 1 0 0,0 0-1 0 0,1 0 0 0 0,-1 0 1 0 0,1 0-1 0 0,0 0 0 0 0,1 9 1 0 0,0-12 1 0 0,-1 1 0 0 0,1 0 0 0 0,0-1 0 0 0,1 1 1 0 0,-1 0-1 0 0,0-1 0 0 0,1 0 0 0 0,-1 1 0 0 0,1-1 1 0 0,0 0-1 0 0,0 0 0 0 0,0 0 0 0 0,0 0 0 0 0,0 0 1 0 0,0 0-1 0 0,0-1 0 0 0,1 1 0 0 0,-1-1 0 0 0,1 1 1 0 0,-1-1-1 0 0,1 0 0 0 0,0 0 0 0 0,-1 0 0 0 0,4 1 1 0 0,8 1 7 0 0,0-1 1 0 0,0 0-1 0 0,0-1 1 0 0,0 0-1 0 0,0-1 1 0 0,0-1 0 0 0,0 0-1 0 0,14-3 1 0 0,6-3-3 0 0,0-1 0 0 0,35-14 1 0 0,-33 8-11 0 0,0-1 1 0 0,-1-2-1 0 0,-1-1 0 0 0,-1-2 1 0 0,-1-1-1 0 0,-1-2 1 0 0,52-47-1 0 0,-59 45 0 0 0,-1 0 0 0 0,-1-2 0 0 0,-1 0 0 0 0,-2-2 0 0 0,0 0 0 0 0,-3-1 0 0 0,0-1 0 0 0,22-63 0 0 0,-14 12-109 0 0,12-88-1 0 0,-24 108 77 0 0,-11 61 15 0 0,1 3 4 0 0,0 1 23 0 0,0 0-1 0 0,0 0 1 0 0,0 1 0 0 0,-1-1-1 0 0,1 1 1 0 0,-1-1-1 0 0,0 1 1 0 0,0 0 0 0 0,1 5-1 0 0,4 40 111 0 0,-4-31-45 0 0,10 129 965 0 0,-11 208 1 0 0,-44 147 89 0 0,-56 142-510 0 0,53-435-386 0 0,-75 210 1 0 0,74-296 790 0 0,37-100-292 0 0,-1-2 0 0 0,-1 1 0 0 0,-20 26-1 0 0,30-45-620 0 0,0 0 0 0 0,0-1-1 0 0,-1 1 1 0 0,1-1-1 0 0,-1 1 1 0 0,0-1 0 0 0,1 0-1 0 0,-1 0 1 0 0,0 0 0 0 0,0 0-1 0 0,-1 0 1 0 0,1-1-1 0 0,0 0 1 0 0,0 1 0 0 0,-1-1-1 0 0,-4 1 1 0 0,6-2-82 0 0,0 0-1 0 0,-1-1 1 0 0,1 1 0 0 0,0 0 0 0 0,0-1 0 0 0,0 1-1 0 0,-1-1 1 0 0,1 1 0 0 0,0-1 0 0 0,0 0 0 0 0,0 0 0 0 0,0 0-1 0 0,0 0 1 0 0,1-1 0 0 0,-1 1 0 0 0,0 0 0 0 0,0-1 0 0 0,1 1-1 0 0,-1-1 1 0 0,1 1 0 0 0,-1-1 0 0 0,1 0 0 0 0,0 0-1 0 0,0 0 1 0 0,0 0 0 0 0,0 0 0 0 0,-1-2 0 0 0,-3-8-26 0 0,0 0-1 0 0,2 0 1 0 0,-1 0 0 0 0,2 0 0 0 0,-1-1 0 0 0,2 1 0 0 0,0-1 0 0 0,0 0 0 0 0,1 1-1 0 0,1-1 1 0 0,1-13 0 0 0,4-10-13 0 0,1 1-1 0 0,19-58 1 0 0,-2 27-186 0 0,2 0 1 0 0,4 2 0 0 0,2 1 0 0 0,3 1 0 0 0,2 2-1 0 0,3 2 1 0 0,3 1 0 0 0,57-58 0 0 0,-53 67-893 0 0,2 3 0 0 0,2 2 1 0 0,1 2-1 0 0,2 3 1 0 0,2 2-1 0 0,2 2 0 0 0,1 3 1 0 0,115-43-1 0 0,-1 21-6040 0 0,-113 35 2322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54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641 185 348 0 0,'0'0'7343'0'0,"0"1"-7249"0"0,0 1 0 0 0,0-1 1 0 0,0 1-1 0 0,0-1 1 0 0,0 0-1 0 0,1 1 0 0 0,-1-1 1 0 0,0 1-1 0 0,1-1 0 0 0,0 3 1 0 0,4-2-57 0 0,0 0 0 0 0,0-1-1 0 0,0 0 1 0 0,0 1 0 0 0,1-2 0 0 0,-1 1 0 0 0,0 0 0 0 0,0-1-1 0 0,1 0 1 0 0,-1-1 0 0 0,0 1 0 0 0,0-1 0 0 0,0 0 0 0 0,7-2 0 0 0,1 0-5 0 0,1-1 0 0 0,-1-1 0 0 0,0 0 0 0 0,18-10 0 0 0,-24 10-23 0 0,0 0 0 0 0,-1 0 0 0 0,0 0 0 0 0,0-1 0 0 0,0 1 0 0 0,-1-1 0 0 0,1-1 0 0 0,-1 1 0 0 0,-1-1 0 0 0,1 0 0 0 0,3-9 0 0 0,-7 14-11 0 0,0 0 1 0 0,1-1-1 0 0,-1 1 1 0 0,-1 0-1 0 0,1-1 1 0 0,0 1-1 0 0,-1-1 1 0 0,1 1-1 0 0,-1-1 1 0 0,1 0-1 0 0,-1 1 1 0 0,0-1-1 0 0,0 1 1 0 0,-1-1-1 0 0,1 0 1 0 0,0 1-1 0 0,-1-1 1 0 0,0 1-1 0 0,1-1 1 0 0,-1 1-1 0 0,0 0 1 0 0,0-1-1 0 0,-1 1 1 0 0,1 0-1 0 0,0-1 1 0 0,-1 1-1 0 0,1 0 1 0 0,-1 0-1 0 0,0 0 1 0 0,0 0-1 0 0,0 1 1 0 0,0-1-1 0 0,0 0 1 0 0,0 1-1 0 0,0 0 1 0 0,0-1-1 0 0,0 1 1 0 0,-5-2-1 0 0,1 1-1 0 0,0 1-1 0 0,0-1 0 0 0,0 1 1 0 0,0 0-1 0 0,0 1 0 0 0,0-1 1 0 0,0 1-1 0 0,-1 1 1 0 0,1-1-1 0 0,0 1 0 0 0,0 0 1 0 0,0 0-1 0 0,0 1 1 0 0,-9 3-1 0 0,-11 4-8 0 0,-44 24-1 0 0,70-33 12 0 0,-45 24 11 0 0,0 3 0 0 0,-47 38 0 0 0,64-43 34 0 0,1 1 0 0 0,1 2-1 0 0,1 0 1 0 0,-23 31 0 0 0,42-48-25 0 0,1 0 0 0 0,0 0 0 0 0,0 0 0 0 0,0 0 0 0 0,1 1 0 0 0,1 0 1 0 0,-1 0-1 0 0,-2 11 0 0 0,5-16-12 0 0,1-1 0 0 0,0 1 0 0 0,-1-1 0 0 0,1 1 0 0 0,0-1 1 0 0,1 1-1 0 0,-1-1 0 0 0,1 1 0 0 0,-1-1 0 0 0,1 1 0 0 0,0-1 0 0 0,1 0 1 0 0,-1 1-1 0 0,0-1 0 0 0,1 0 0 0 0,0 0 0 0 0,-1 0 0 0 0,1 0 1 0 0,1 0-1 0 0,-1-1 0 0 0,0 1 0 0 0,1 0 0 0 0,-1-1 0 0 0,1 0 0 0 0,4 4 1 0 0,5 1 10 0 0,0 1 1 0 0,1-2-1 0 0,0 1 1 0 0,0-2-1 0 0,1 0 1 0 0,-1 0 0 0 0,1-1-1 0 0,18 2 1 0 0,13 1 77 0 0,57 0 1 0 0,-86-7-88 0 0,0-1 0 0 0,-1 0 0 0 0,1-1 1 0 0,24-7-1 0 0,-38 9 1 0 0,-2-1-11 0 0,0 1-1 0 0,0 0 1 0 0,0 0-1 0 0,0-1 1 0 0,0 1-1 0 0,0 0 1 0 0,0-1 0 0 0,-1 1-1 0 0,1 0 1 0 0,0 0-1 0 0,0-1 1 0 0,0 1 0 0 0,0 0-1 0 0,0 0 1 0 0,-1-1-1 0 0,1 1 1 0 0,0 0-1 0 0,0 0 1 0 0,-1-1 0 0 0,1 1-1 0 0,0 0 1 0 0,0 0-1 0 0,-1 0 1 0 0,1 0 0 0 0,0 0-1 0 0,0-1 1 0 0,-1 1-1 0 0,1 0 1 0 0,0 0-1 0 0,-1 0 1 0 0,1 0 0 0 0,0 0-1 0 0,-1 0 1 0 0,1 0-1 0 0,-18 1-28 0 0,-11 4 65 0 0,0 1 1 0 0,0 2-1 0 0,1 1 0 0 0,0 2 0 0 0,0 0 1 0 0,-26 17-1 0 0,-3 4 149 0 0,-91 69-1 0 0,25 2-9 0 0,103-84-151 0 0,2 1 1 0 0,0 0 0 0 0,1 1 0 0 0,-13 24-1 0 0,27-41-16 0 0,0 0-1 0 0,1 1 0 0 0,0-1 1 0 0,0 1-1 0 0,1 0 0 0 0,-1-1 0 0 0,1 1 1 0 0,0 0-1 0 0,0 0 0 0 0,0 0 1 0 0,1 0-1 0 0,0 8 0 0 0,0-10 0 0 0,1 0-1 0 0,0 0 0 0 0,-1-1 0 0 0,1 1 1 0 0,0 0-1 0 0,0 0 0 0 0,1 0 1 0 0,-1-1-1 0 0,1 1 0 0 0,-1-1 0 0 0,1 1 1 0 0,0-1-1 0 0,0 0 0 0 0,0 1 0 0 0,0-1 1 0 0,0 0-1 0 0,0 0 0 0 0,1 0 1 0 0,-1-1-1 0 0,1 1 0 0 0,-1-1 0 0 0,4 2 1 0 0,8 3-117 0 0,0 0 0 0 0,0-2 1 0 0,0 0-1 0 0,1 0 1 0 0,-1-1-1 0 0,1-1 0 0 0,0 0 1 0 0,0-2-1 0 0,18 0 0 0 0,0-2-1254 0 0,1-2-1 0 0,-1-1 0 0 0,33-9 0 0 0,-12 0-1375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57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311 579 1216 0 0,'1'-1'158'0'0,"-1"0"0"0"0,1 1 0 0 0,-1-1 0 0 0,1 0 0 0 0,-1 0 1 0 0,0 0-1 0 0,1 0 0 0 0,-1 0 0 0 0,0 0 0 0 0,0 0 0 0 0,0 1 0 0 0,0-1 0 0 0,1 0 0 0 0,-1 0 0 0 0,-1 0 0 0 0,1 0 0 0 0,0 0 0 0 0,0 0 0 0 0,0 0 0 0 0,0 0 1 0 0,-1 0-1 0 0,1 0 0 0 0,0 0 0 0 0,-1 0 0 0 0,1 1 0 0 0,-1-1 0 0 0,1 0 0 0 0,-1 0 0 0 0,1 0 0 0 0,-1 1 0 0 0,1-1 0 0 0,-1 0 0 0 0,0 1 0 0 0,0-1 1 0 0,1 0-1 0 0,-1 1 0 0 0,0-1 0 0 0,0 1 0 0 0,0-1 0 0 0,1 1 0 0 0,-1 0 0 0 0,0-1 0 0 0,0 1 0 0 0,0 0 0 0 0,-2-1 0 0 0,0 1-48 0 0,-1 0-1 0 0,1-1 1 0 0,-1 1-1 0 0,1 0 1 0 0,-1 1-1 0 0,1-1 1 0 0,-1 1-1 0 0,1 0 0 0 0,-1 0 1 0 0,1 0-1 0 0,-5 2 1 0 0,-12 7-24 0 0,1 2 1 0 0,1 0 0 0 0,0 1-1 0 0,0 1 1 0 0,1 1-1 0 0,1 0 1 0 0,1 2 0 0 0,0-1-1 0 0,1 2 1 0 0,1 0-1 0 0,0 0 1 0 0,1 1 0 0 0,2 1-1 0 0,-11 23 1 0 0,19-38-80 0 0,1 0 1 0 0,-1-1 0 0 0,0 1-1 0 0,1 0 1 0 0,0 0 0 0 0,1 0-1 0 0,-1 0 1 0 0,1 0 0 0 0,0 0-1 0 0,0 0 1 0 0,0 0-1 0 0,0 0 1 0 0,1 0 0 0 0,0 0-1 0 0,0 0 1 0 0,1 0 0 0 0,-1-1-1 0 0,3 6 1 0 0,-1-6-1 0 0,-1 0 1 0 0,1 0-1 0 0,0-1 0 0 0,0 1 1 0 0,0-1-1 0 0,0 0 1 0 0,1 0-1 0 0,-1 0 0 0 0,1 0 1 0 0,0 0-1 0 0,0-1 0 0 0,0 0 1 0 0,0 0-1 0 0,0 0 1 0 0,0 0-1 0 0,1 0 0 0 0,-1-1 1 0 0,1 0-1 0 0,8 1 0 0 0,1-1-98 0 0,-1 0-1 0 0,1-1 0 0 0,-1 0 0 0 0,1-2 1 0 0,-1 1-1 0 0,1-2 0 0 0,-1 0 0 0 0,0 0 0 0 0,26-11 1 0 0,-12 2-443 0 0,0-1 1 0 0,-1-1-1 0 0,37-27 1 0 0,-32 17 91 0 0,-1-1 0 0 0,-1-1 0 0 0,-1-1 0 0 0,-2-2 0 0 0,-1-1 0 0 0,-1-1 0 0 0,-1-1 1 0 0,-2 0-1 0 0,29-63 0 0 0,-30 51 777 0 0,-2-2 0 0 0,20-81 0 0 0,-27 74 1209 0 0,-2 0-1 0 0,3-69 1 0 0,-12 64-490 0 0,0 55-954 0 0,-13 18 94 0 0,4 14-135 0 0,2-1-1 0 0,2 1 0 0 0,0 0 0 0 0,0 37 1 0 0,1-28 3 0 0,-60 656 278 0 0,58-640 2260 0 0,5-51-1842 0 0,12-29-130 0 0,-8 17-573 0 0,66-152 414 0 0,-58 139-485 0 0,1 1 0 0 0,1 1 0 0 0,1 0 0 0 0,1 0 1 0 0,20-20-1 0 0,-29 35-3 0 0,-1 0 0 0 0,0 0 0 0 0,1 1 1 0 0,0-1-1 0 0,0 1 0 0 0,1 1 0 0 0,-1-1 1 0 0,1 1-1 0 0,-1 0 0 0 0,13-3 0 0 0,-17 6 14 0 0,1-1-1 0 0,0 1 1 0 0,-1 0-1 0 0,1 0 1 0 0,0 0-1 0 0,-1 0 0 0 0,1 0 1 0 0,0 0-1 0 0,-1 1 1 0 0,1-1-1 0 0,0 1 1 0 0,-1 0-1 0 0,1 0 1 0 0,-1 0-1 0 0,0 0 1 0 0,1 0-1 0 0,-1 0 1 0 0,0 1-1 0 0,1-1 1 0 0,-1 1-1 0 0,0 0 1 0 0,0-1-1 0 0,0 1 1 0 0,-1 0-1 0 0,1 0 1 0 0,0 0-1 0 0,-1 1 1 0 0,1-1-1 0 0,-1 0 0 0 0,0 0 1 0 0,2 5-1 0 0,2 4 6 0 0,-1 0-1 0 0,-1 1 0 0 0,0-1 1 0 0,0 1-1 0 0,-1 0 0 0 0,-1-1 0 0 0,0 1 1 0 0,-1 21-1 0 0,-3 10 1 0 0,-10 47 1 0 0,2-22 13 0 0,7-40 9 0 0,2-20-10 0 0,0 0 0 0 0,1 0 1 0 0,0 0-1 0 0,1 1 0 0 0,0-1 0 0 0,0 0 1 0 0,3 14-1 0 0,-3-21-7 0 0,0 0 1 0 0,1 1 0 0 0,-1-1 0 0 0,1 0-1 0 0,0 0 1 0 0,-1 0 0 0 0,1 0 0 0 0,0 0-1 0 0,0 0 1 0 0,-1 0 0 0 0,1 0-1 0 0,0 0 1 0 0,0-1 0 0 0,0 1 0 0 0,0 0-1 0 0,0-1 1 0 0,0 1 0 0 0,0 0-1 0 0,1-1 1 0 0,-1 1 0 0 0,0-1 0 0 0,0 0-1 0 0,0 1 1 0 0,1-1 0 0 0,-1 0-1 0 0,0 0 1 0 0,0 0 0 0 0,1 1 0 0 0,-1-1-1 0 0,0-1 1 0 0,0 1 0 0 0,1 0-1 0 0,-1 0 1 0 0,0 0 0 0 0,0-1 0 0 0,0 1-1 0 0,1 0 1 0 0,1-2 0 0 0,6-1 5 0 0,0-1 0 0 0,0 0 1 0 0,14-9-1 0 0,-20 12-11 0 0,24-17 4 0 0,0-1-1 0 0,-1-1 1 0 0,-1-1 0 0 0,27-30 0 0 0,79-106 33 0 0,-107 123-70 0 0,-1 0 0 0 0,-2-1 0 0 0,-1-1-1 0 0,15-39 1 0 0,-33 62-69 0 0,-9 10 33 0 0,-12 10 57 0 0,11 0 9 0 0,1 0 0 0 0,-1 0 0 0 0,1 1 0 0 0,1-1 0 0 0,0 2-1 0 0,0-1 1 0 0,0 1 0 0 0,-5 13 0 0 0,-30 76-46 0 0,34-79 48 0 0,1 1 0 0 0,0-1 1 0 0,2 1-1 0 0,0 1 0 0 0,2-1 0 0 0,-1 22 1 0 0,3-35 6 0 0,0 0 0 0 0,1-1 1 0 0,0 1-1 0 0,0 0 0 0 0,1-1 1 0 0,0 1-1 0 0,0-1 0 0 0,0 0 1 0 0,6 11-1 0 0,-5-13 2 0 0,0 0 0 0 0,-1 0 0 0 0,2-1 0 0 0,-1 1 0 0 0,0-1 0 0 0,1 0 0 0 0,-1 0 0 0 0,1 0 0 0 0,0 0 0 0 0,0 0 0 0 0,0-1 0 0 0,0 0 0 0 0,1 0 0 0 0,-1 0 0 0 0,7 1 0 0 0,1 1-3 0 0,1-2 0 0 0,-1 1 1 0 0,1-2-1 0 0,0 1 0 0 0,-1-2 0 0 0,1 0 0 0 0,0 0 0 0 0,21-5 1 0 0,-15 2-144 0 0,-2-2 0 0 0,1 0 0 0 0,0-2 0 0 0,-1 1 0 0 0,24-15 0 0 0,-13 5-225 0 0,-1-2 1 0 0,-1-1 0 0 0,-1-1-1 0 0,-1-1 1 0 0,-1-1 0 0 0,35-41-1 0 0,-30 26-23 0 0,-1-2-1 0 0,-1 0 0 0 0,-3-2 0 0 0,32-72 1 0 0,-42 80 422 0 0,-2 0 1 0 0,-1-1-1 0 0,-1-1 1 0 0,-2 0-1 0 0,-1 0 1 0 0,1-64-1 0 0,-7 96-15 0 0,-2-63 392 0 0,1 61-379 0 0,1 1 1 0 0,-1 0 0 0 0,0-1-1 0 0,0 1 1 0 0,0 0-1 0 0,0 0 1 0 0,-1 0-1 0 0,0 0 1 0 0,0 0-1 0 0,0 0 1 0 0,-5-7-1 0 0,6 10-28 0 0,0 0-1 0 0,0 1 1 0 0,0-1-1 0 0,0 0 1 0 0,0 1-1 0 0,0-1 0 0 0,-1 0 1 0 0,1 1-1 0 0,0 0 1 0 0,0-1-1 0 0,0 1 1 0 0,-1 0-1 0 0,1-1 1 0 0,0 1-1 0 0,-1 0 0 0 0,1 0 1 0 0,0 0-1 0 0,0 0 1 0 0,-1 0-1 0 0,1 0 1 0 0,0 1-1 0 0,0-1 0 0 0,-1 0 1 0 0,1 1-1 0 0,0-1 1 0 0,0 1-1 0 0,-1-1 1 0 0,1 1-1 0 0,0-1 0 0 0,0 1 1 0 0,0 0-1 0 0,0 0 1 0 0,0 0-1 0 0,0-1 1 0 0,0 1-1 0 0,-1 2 1 0 0,-4 3-13 0 0,1 0 0 0 0,-1 1 1 0 0,-8 13-1 0 0,-7 16 61 0 0,2 1-1 0 0,1 1 0 0 0,-17 55 0 0 0,-23 124 74 0 0,47-166-83 0 0,2 1 1 0 0,3 0-1 0 0,2 0 0 0 0,2 0 1 0 0,5 54-1 0 0,-2-94-33 0 0,1 0 0 0 0,0 0 1 0 0,1 0-1 0 0,0 0 0 0 0,1-1 0 0 0,0 1 0 0 0,12 20 0 0 0,-14-28-86 0 0,0 0 0 0 0,1 0 0 0 0,0 0 0 0 0,0-1 0 0 0,0 0-1 0 0,1 1 1 0 0,-1-1 0 0 0,1 0 0 0 0,-1 0 0 0 0,1-1 0 0 0,0 1 0 0 0,0-1-1 0 0,0 0 1 0 0,1 0 0 0 0,-1 0 0 0 0,0-1 0 0 0,1 1 0 0 0,-1-1 0 0 0,1 0 0 0 0,-1 0-1 0 0,1-1 1 0 0,0 1 0 0 0,7-1 0 0 0,-1-2-195 0 0,1 0-1 0 0,0 0 1 0 0,-1-1-1 0 0,0 0 1 0 0,0-1-1 0 0,0 0 1 0 0,0-1-1 0 0,-1 0 1 0 0,1-1-1 0 0,-1 0 1 0 0,11-9-1 0 0,3-3-124 0 0,-1-2 0 0 0,-1 0-1 0 0,23-29 1 0 0,-17 15 813 0 0,38-60 0 0 0,-42 54 1870 0 0,25-60 0 0 0,-49 99-2280 0 0,13-31 1440 0 0,-14 23-844 0 0,-11 21-501 0 0,2 1-90 0 0,0 1-1 0 0,2 0 1 0 0,-1 1 0 0 0,2 0 0 0 0,-10 26 0 0 0,8-14 3 0 0,2 0 0 0 0,-7 43 0 0 0,12-56 21 0 0,0-1 1 0 0,2 0-1 0 0,-1 1 0 0 0,2-1 0 0 0,0 1 1 0 0,3 16-1 0 0,-3-27-10 0 0,0 1 0 0 0,0 0 0 0 0,0-1 0 0 0,1 1 1 0 0,-1-1-1 0 0,1 0 0 0 0,0 0 0 0 0,0 1 0 0 0,0-1 0 0 0,0 0 1 0 0,6 5-1 0 0,-6-7-12 0 0,0 1-1 0 0,0-1 1 0 0,1 1 0 0 0,-1-1 0 0 0,0 0 0 0 0,1 0-1 0 0,-1 0 1 0 0,1 0 0 0 0,-1 0 0 0 0,1-1-1 0 0,0 1 1 0 0,-1-1 0 0 0,1 0 0 0 0,-1 0 0 0 0,1 0-1 0 0,0 0 1 0 0,-1 0 0 0 0,6-1 0 0 0,1-1-2 0 0,0-1 1 0 0,-1 0-1 0 0,1 0 1 0 0,-1-1 0 0 0,1 0-1 0 0,-1-1 1 0 0,0 1-1 0 0,-1-2 1 0 0,1 1-1 0 0,-1-1 1 0 0,0 0-1 0 0,8-10 1 0 0,2-2-8 0 0,-2 0-1 0 0,-1-1 1 0 0,20-33-1 0 0,-21 29 2 0 0,-2 0 0 0 0,0-1 0 0 0,-1 0 0 0 0,9-38 0 0 0,-16 53-10 0 0,-1 0-1 0 0,-1 0 0 0 0,1 0 1 0 0,-1-1-1 0 0,-1 1 0 0 0,0-1 1 0 0,0 1-1 0 0,-1 0 0 0 0,0-1 1 0 0,0 1-1 0 0,-1 0 0 0 0,-1 0 0 0 0,1 0 1 0 0,-2 0-1 0 0,-6-14 0 0 0,8 19 0 0 0,0 0-1 0 0,-1 1 0 0 0,0-1 0 0 0,0 1 0 0 0,0-1 0 0 0,0 1 0 0 0,-1 0 1 0 0,1 0-1 0 0,-1 1 0 0 0,0-1 0 0 0,0 1 0 0 0,0-1 0 0 0,0 1 0 0 0,0 1 1 0 0,-7-3-1 0 0,4 2 5 0 0,0 1-1 0 0,0 0 1 0 0,0 0 0 0 0,0 0 0 0 0,-1 1-1 0 0,1 1 1 0 0,0-1 0 0 0,0 1 0 0 0,-8 2-1 0 0,-2 1 13 0 0,-1 2 0 0 0,2 0 0 0 0,-1 0-1 0 0,1 2 1 0 0,0 0 0 0 0,0 1 0 0 0,-15 12-1 0 0,17-11-19 0 0,1 1 0 0 0,1 0-1 0 0,0 1 1 0 0,0 1-1 0 0,1 0 1 0 0,-12 20 0 0 0,18-26 14 0 0,0 1 0 0 0,0 0 0 0 0,1 0 0 0 0,1 1 0 0 0,-1-1 0 0 0,1 1 0 0 0,1 0 0 0 0,-1 0 0 0 0,2 0 0 0 0,-1 0 0 0 0,1 0 1 0 0,1 0-1 0 0,0 13 0 0 0,0-19 1 0 0,0 0 0 0 0,1 0 0 0 0,-1-1 0 0 0,1 1 0 0 0,0 0-1 0 0,0 0 1 0 0,0-1 0 0 0,0 1 0 0 0,0-1 0 0 0,1 1 0 0 0,-1-1 0 0 0,1 1 0 0 0,-1-1 0 0 0,1 0 0 0 0,0 0 0 0 0,0 0 0 0 0,0 0 0 0 0,4 3 0 0 0,-3-3 1 0 0,1 0-1 0 0,0 0 1 0 0,0-1 0 0 0,0 1 0 0 0,0-1-1 0 0,0 0 1 0 0,0 0 0 0 0,0 0 0 0 0,0-1-1 0 0,0 1 1 0 0,6-1 0 0 0,4-1-1 0 0,0 0 0 0 0,0-1 0 0 0,0-1 0 0 0,-1 0 0 0 0,1-1 0 0 0,20-9 0 0 0,28-16-56 0 0,-2-2 0 0 0,60-42 0 0 0,107-88-253 0 0,-181 127 222 0 0,-42 31 56 0 0,0 1-1 0 0,-1-1 1 0 0,2 1 0 0 0,-1-1 0 0 0,0 1 0 0 0,0 0 0 0 0,1 1 0 0 0,-1-1 0 0 0,8-1 0 0 0,-10 3 20 0 0,0 0 1 0 0,0 0-1 0 0,-1 0 1 0 0,1 1 0 0 0,0-1-1 0 0,-1 0 1 0 0,1 1-1 0 0,0-1 1 0 0,-1 1 0 0 0,1-1-1 0 0,-1 1 1 0 0,1 0-1 0 0,-1 0 1 0 0,1 0 0 0 0,-1 0-1 0 0,1 0 1 0 0,-1 0-1 0 0,0 0 1 0 0,0 0 0 0 0,0 0-1 0 0,1 1 1 0 0,-1-1-1 0 0,0 0 1 0 0,0 1 0 0 0,-1-1-1 0 0,1 1 1 0 0,0-1 0 0 0,0 1-1 0 0,-1-1 1 0 0,1 4-1 0 0,6 14 0 0 0,-2 0 1 0 0,0 1-1 0 0,-1 0 0 0 0,-1 0 0 0 0,0 27 0 0 0,-6 103 25 0 0,3-138-13 0 0,-12 130-91 0 0,8-116 719 0 0,-1 0 0 0 0,-1-1 0 0 0,-13 35 1 0 0,11-50 178 0 0,3-15-181 0 0,1-17-278 0 0,8-2-300 0 0,1 0 0 0 0,1 1-1 0 0,15-38 1 0 0,36-64-50 0 0,-39 88-32 0 0,3 2 0 0 0,0 0 0 0 0,47-56 0 0 0,-52 73-9 0 0,0 0 1 0 0,2 2-1 0 0,-1 0 1 0 0,2 0-1 0 0,0 2 1 0 0,1 1-1 0 0,40-21 1 0 0,-55 31 14 0 0,1 1 0 0 0,0 0 0 0 0,-1 0 0 0 0,1 0 0 0 0,0 1 0 0 0,0 0 0 0 0,0 0 0 0 0,0 0 0 0 0,0 1 0 0 0,0 0 0 0 0,10 1 0 0 0,-13 0 17 0 0,0-1 1 0 0,-1 1-1 0 0,1 0 0 0 0,0 0 1 0 0,-1 0-1 0 0,1 1 0 0 0,-1-1 1 0 0,0 1-1 0 0,1-1 0 0 0,-1 1 1 0 0,0 0-1 0 0,0-1 0 0 0,0 1 1 0 0,0 1-1 0 0,0-1 0 0 0,-1 0 1 0 0,1 0-1 0 0,0 1 1 0 0,-1-1-1 0 0,0 0 0 0 0,0 1 1 0 0,1 0-1 0 0,-2-1 0 0 0,1 1 1 0 0,0 0-1 0 0,0-1 0 0 0,0 4 1 0 0,0 4 7 0 0,0 0 1 0 0,-1 0-1 0 0,0 0 1 0 0,0 0-1 0 0,-1 0 0 0 0,0 0 1 0 0,-6 20-1 0 0,-26 68 45 0 0,26-78-41 0 0,-17 37-113 0 0,12-29-1844 0 0,-15 48 0 0 0,27-74 1730 0 0,0 0 0 0 0,-1 0-1 0 0,1 0 1 0 0,0 0 0 0 0,0-1 0 0 0,0 1 0 0 0,0 0 0 0 0,0 0 0 0 0,0 0 0 0 0,1 0 0 0 0,0 3 0 0 0,-1-4-62 0 0,1 0 0 0 0,-1 0 0 0 0,1 0 0 0 0,-1 0 0 0 0,1-1 0 0 0,-1 1 0 0 0,1 0 0 0 0,0 0 0 0 0,-1-1 0 0 0,1 1 0 0 0,0 0 0 0 0,-1-1 0 0 0,1 1 0 0 0,0-1 0 0 0,0 1 0 0 0,1 0 0 0 0,10 3-4572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1:59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1073 2104 0 0,'8'16'9720'0'0,"-3"-8"-8149"0"0,63-77-856 0 0,85-113 0 0 0,-122 139-665 0 0,-2-2 0 0 0,-2 0 0 0 0,-2-2 0 0 0,25-67 0 0 0,-26 46-18 0 0,28-126-1 0 0,-44 148-146 0 0,-2 0 0 0 0,-1 0-1 0 0,-5-87 1 0 0,1 132 108 0 0,-1 0 0 0 0,0 1 0 0 0,0-1 0 0 0,0 0 1 0 0,0 0-1 0 0,0 1 0 0 0,0-1 0 0 0,-1 0 0 0 0,1 0 1 0 0,0 1-1 0 0,0-1 0 0 0,0 0 0 0 0,-1 0 0 0 0,1 1 1 0 0,0-1-1 0 0,-1 0 0 0 0,1 1 0 0 0,-1-1 0 0 0,1 0 1 0 0,-1 1-1 0 0,1-1 0 0 0,-1 1 0 0 0,1-1 0 0 0,-1 1 1 0 0,0-2-1 0 0,0 2 4 0 0,0 1 1 0 0,0-1 0 0 0,0 0-1 0 0,0 0 1 0 0,1 0-1 0 0,-1 1 1 0 0,0-1 0 0 0,0 0-1 0 0,1 1 1 0 0,-1-1-1 0 0,0 1 1 0 0,1-1-1 0 0,-1 1 1 0 0,0-1 0 0 0,1 1-1 0 0,-1-1 1 0 0,0 1-1 0 0,0 1 1 0 0,-4 4 15 0 0,0 1 0 0 0,0-1 0 0 0,-5 12 0 0 0,-9 24-20 0 0,2 0 0 0 0,-19 68 0 0 0,-11 97-50 0 0,44-191 44 0 0,-133 822 109 0 0,111-660 20 0 0,-57 520 107 0 0,56 6 162 0 0,26-668-334 0 0,1 9 744 0 0,7 59 0 0 0,-8-103-774 0 0,0-1 1 0 0,1 1 0 0 0,-1-1 0 0 0,0 1 0 0 0,0 0-1 0 0,0-1 1 0 0,0 1 0 0 0,0-1 0 0 0,0 1 0 0 0,1-1-1 0 0,-1 1 1 0 0,0-1 0 0 0,1 1 0 0 0,-1-1-1 0 0,0 1 1 0 0,1-1 0 0 0,-1 0 0 0 0,0 1 0 0 0,1-1-1 0 0,-1 1 1 0 0,1-1 0 0 0,-1 0 0 0 0,0 1 0 0 0,1-1-1 0 0,-1 0 1 0 0,1 0 0 0 0,-1 1 0 0 0,2-1 0 0 0,-1 0-5 0 0,0 0 0 0 0,0 0 1 0 0,0 0-1 0 0,0 0 1 0 0,0-1-1 0 0,0 1 1 0 0,0 0-1 0 0,0-1 0 0 0,0 1 1 0 0,0 0-1 0 0,0-1 1 0 0,-1 1-1 0 0,3-2 0 0 0,26-25 97 0 0,-27 25-69 0 0,48-55-37 0 0,-2-3 0 0 0,-2-2 0 0 0,71-131 0 0 0,-102 164-11 0 0,-1-1 0 0 0,-2 0 0 0 0,-1-1 0 0 0,-1 0 1 0 0,-2-1-1 0 0,-1 0 0 0 0,-2 0 0 0 0,2-39 0 0 0,-6 45 5 0 0,-1 1-1 0 0,-1-1 1 0 0,-2 0-1 0 0,0 0 0 0 0,-2 1 1 0 0,-1 0-1 0 0,-1 0 0 0 0,0 0 1 0 0,-3 1-1 0 0,-21-42 1 0 0,6 25-14 0 0,-1 0 1 0 0,-3 3 0 0 0,-1 0-1 0 0,-51-49 1 0 0,42 50-12 0 0,22 22-36 0 0,0-1 0 0 0,1-1 0 0 0,1 0-1 0 0,-19-28 1 0 0,32 41-14 0 0,0 0-1 0 0,1 0 0 0 0,0 0 1 0 0,0 0-1 0 0,0 0 0 0 0,0 0 0 0 0,0 0 1 0 0,1 0-1 0 0,0-1 0 0 0,0 1 1 0 0,0 0-1 0 0,0 0 0 0 0,1-1 1 0 0,0 1-1 0 0,0 0 0 0 0,0 0 1 0 0,0 0-1 0 0,0 0 0 0 0,1 0 0 0 0,0 0 1 0 0,0 0-1 0 0,0 1 0 0 0,3-5 1 0 0,6-8-311 0 0,1-1 1 0 0,1 2-1 0 0,20-21 0 0 0,3 2-348 0 0,1 1-1 0 0,73-49 0 0 0,92-40-627 0 0,-58 37 635 0 0,-125 73 711 0 0,-1 0 0 0 0,33-30 0 0 0,-45 36 102 0 0,0 0-1 0 0,-1 0 1 0 0,0 0 0 0 0,0 0 0 0 0,-1-1-1 0 0,1 0 1 0 0,-2 0 0 0 0,1 0 0 0 0,-1-1-1 0 0,0 1 1 0 0,3-11 0 0 0,-6 18-82 0 0,0-1-1 0 0,0 1 1 0 0,1-1-1 0 0,-1 1 1 0 0,0-1-1 0 0,0 0 1 0 0,0 1 0 0 0,0-1-1 0 0,0 1 1 0 0,0-1-1 0 0,0 0 1 0 0,0 1-1 0 0,0-1 1 0 0,0 1 0 0 0,0-1-1 0 0,0 1 1 0 0,-1-1-1 0 0,1 0 1 0 0,0 1-1 0 0,0-1 1 0 0,0 1 0 0 0,-1-1-1 0 0,1 1 1 0 0,0-1-1 0 0,-1 1 1 0 0,1-1-1 0 0,-1 1 1 0 0,1-1-1 0 0,-1 0 1 0 0,0 1-3 0 0,0 0 1 0 0,0 0-1 0 0,0 0 1 0 0,0 0-1 0 0,0 0 1 0 0,0-1-1 0 0,0 2 1 0 0,0-1-1 0 0,0 0 1 0 0,0 0-1 0 0,0 0 1 0 0,0 0-1 0 0,0 1 0 0 0,0-1 1 0 0,-1 1-1 0 0,-31 17 25 0 0,12 1-17 0 0,0 0 0 0 0,2 1 0 0 0,0 1 0 0 0,-20 30 0 0 0,30-38 6 0 0,0 0 0 0 0,1 1 1 0 0,1 0-1 0 0,1 0 0 0 0,0 0 0 0 0,0 1 1 0 0,2 0-1 0 0,0 0 0 0 0,-3 19 0 0 0,7-31-4 0 0,-1 1-1 0 0,1-1 0 0 0,0 0 1 0 0,0 1-1 0 0,0-1 0 0 0,0 0 1 0 0,0 1-1 0 0,1-1 0 0 0,0 0 0 0 0,0 0 1 0 0,0 0-1 0 0,0 0 0 0 0,0 1 1 0 0,0-1-1 0 0,1 0 0 0 0,-1-1 1 0 0,1 1-1 0 0,0 0 0 0 0,0 0 0 0 0,0-1 1 0 0,0 1-1 0 0,1-1 0 0 0,-1 0 1 0 0,1 0-1 0 0,-1 0 0 0 0,1 0 1 0 0,0 0-1 0 0,0 0 0 0 0,0-1 1 0 0,0 1-1 0 0,0-1 0 0 0,0 0 0 0 0,0 0 1 0 0,0 0-1 0 0,0 0 0 0 0,1-1 1 0 0,-1 1-1 0 0,0-1 0 0 0,0 0 1 0 0,1 0-1 0 0,-1 0 0 0 0,0 0 0 0 0,4-1 1 0 0,9-2-6 0 0,0 1 0 0 0,0-2 0 0 0,-1 0 0 0 0,1-1 0 0 0,-1-1 0 0 0,-1 0 0 0 0,1-1 1 0 0,-1-1-1 0 0,0 0 0 0 0,0-1 0 0 0,-1 0 0 0 0,0-1 0 0 0,-1-1 0 0 0,13-13 0 0 0,-9 6-25 0 0,0 0 1 0 0,-1 0-1 0 0,-1-2 0 0 0,-1 0 0 0 0,-1 0 0 0 0,0-1 0 0 0,-2 0 1 0 0,15-45-1 0 0,-22 58 61 0 0,-1 0-1 0 0,0-1 1 0 0,-1 1 0 0 0,0-1 0 0 0,0 0 0 0 0,-1 1-1 0 0,0-1 1 0 0,-1 0 0 0 0,0 1 0 0 0,0-1 0 0 0,-3-10-1 0 0,2 15-32 0 0,1 0 0 0 0,0 1-1 0 0,-1-1 1 0 0,0 1 0 0 0,1-1-1 0 0,-2 1 1 0 0,1 0-1 0 0,0 0 1 0 0,-1 0 0 0 0,1 0-1 0 0,-1 0 1 0 0,0 0-1 0 0,0 1 1 0 0,0-1 0 0 0,0 1-1 0 0,0 0 1 0 0,0 0 0 0 0,-1 0-1 0 0,1 0 1 0 0,-1 1-1 0 0,0-1 1 0 0,1 1 0 0 0,-1 0-1 0 0,0 0 1 0 0,0 0 0 0 0,-6 0-1 0 0,-3 1-18 0 0,1 1-1 0 0,-1 0 1 0 0,1 0-1 0 0,0 1 1 0 0,0 1 0 0 0,-1 0-1 0 0,2 0 1 0 0,-1 2-1 0 0,0-1 1 0 0,1 1-1 0 0,0 1 1 0 0,0 0 0 0 0,0 1-1 0 0,1 0 1 0 0,0 0-1 0 0,0 1 1 0 0,1 1-1 0 0,0-1 1 0 0,1 2 0 0 0,-11 13-1 0 0,18-22 21 0 0,0 1-1 0 0,0-1 0 0 0,0 1 1 0 0,0-1-1 0 0,0 1 0 0 0,0-1 1 0 0,1 1-1 0 0,-1-1 0 0 0,0 1 1 0 0,1 0-1 0 0,0-1 1 0 0,-1 1-1 0 0,1 0 0 0 0,0 0 1 0 0,0-1-1 0 0,0 1 0 0 0,0 0 1 0 0,0 0-1 0 0,0-1 1 0 0,0 1-1 0 0,1 0 0 0 0,-1-1 1 0 0,1 1-1 0 0,-1 0 0 0 0,1-1 1 0 0,0 1-1 0 0,1 2 1 0 0,0-2 0 0 0,0 0 1 0 0,0 0 0 0 0,0-1 0 0 0,1 1 0 0 0,-1-1 0 0 0,0 1 0 0 0,1-1 0 0 0,-1 0-1 0 0,1 0 1 0 0,-1 0 0 0 0,1 0 0 0 0,-1 0 0 0 0,1-1 0 0 0,0 1 0 0 0,-1-1-1 0 0,1 0 1 0 0,3 0 0 0 0,27-1-23 0 0,-1-1 1 0 0,0-2-1 0 0,0-1 0 0 0,-1-2 0 0 0,39-13 1 0 0,-15 5-74 0 0,-10 2 48 0 0,81-17-63 0 0,-112 28 85 0 0,-1 0-1 0 0,0 1 1 0 0,1 0 0 0 0,-1 1-1 0 0,0 1 1 0 0,1 0 0 0 0,17 5-1 0 0,-24-4 32 0 0,-1 0 0 0 0,1 0 0 0 0,-1 1-1 0 0,0 0 1 0 0,0 0 0 0 0,0 1 0 0 0,-1-1 0 0 0,1 1-1 0 0,-1 1 1 0 0,0-1 0 0 0,9 10 0 0 0,-8-6 5 0 0,1 1 0 0 0,-1 0 0 0 0,-1 0 0 0 0,0 0 0 0 0,0 1 0 0 0,-1-1 0 0 0,4 12 0 0 0,-3-4 32 0 0,-1 0 1 0 0,0 0-1 0 0,-2 0 1 0 0,0 1-1 0 0,-1-1 1 0 0,0 1-1 0 0,-1-1 0 0 0,-2 1 1 0 0,-2 17-1 0 0,2-24 298 0 0,-1-1-1 0 0,1 1 1 0 0,-2-1-1 0 0,-6 15 1 0 0,8-22-117 0 0,1 1-1 0 0,-1-1 1 0 0,-1 0-1 0 0,1 0 1 0 0,0 1 0 0 0,-1-2-1 0 0,0 1 1 0 0,1 0 0 0 0,-1 0-1 0 0,0-1 1 0 0,-1 0-1 0 0,1 0 1 0 0,0 1 0 0 0,-7 1-1 0 0,8-3-166 0 0,1-1 0 0 0,-1 0 1 0 0,0 1-1 0 0,0-1 0 0 0,0 0 0 0 0,0 0 0 0 0,1 0 0 0 0,-1-1 0 0 0,0 1 0 0 0,0 0 0 0 0,0-1 0 0 0,0 1 0 0 0,1-1 0 0 0,-1 1 0 0 0,0-1 0 0 0,1 0 0 0 0,-1 0 0 0 0,0 0 0 0 0,1 0 0 0 0,-1 0 0 0 0,-1-2 0 0 0,-1 0 30 0 0,0-1 0 0 0,0 1 0 0 0,0-1-1 0 0,1 0 1 0 0,-5-7 0 0 0,5 8-86 0 0,1-1 0 0 0,0 0 1 0 0,0 0-1 0 0,1 0 0 0 0,-1 1 0 0 0,1-1 1 0 0,0-1-1 0 0,0 1 0 0 0,0 0 0 0 0,0 0 1 0 0,1 0-1 0 0,0 0 0 0 0,0-1 0 0 0,0 1 1 0 0,0 0-1 0 0,2-6 0 0 0,0 3-123 0 0,0 1-1 0 0,0 0 0 0 0,1 0 1 0 0,-1 0-1 0 0,2 0 0 0 0,-1 0 0 0 0,1 0 1 0 0,-1 1-1 0 0,8-8 0 0 0,5-3-612 0 0,1 1 0 0 0,0 0 0 0 0,1 1 0 0 0,0 1 0 0 0,22-11 0 0 0,112-55-3945 0 0,15-10 620 0 0,-136 70 4279 0 0,41-34 0 0 0,-61 43 715 0 0,0 0 0 0 0,10-14 0 0 0,-19 22-531 0 0,-11 21-252 0 0,-6 9-45 0 0,1 1-1 0 0,2 0 1 0 0,-14 49-1 0 0,-15 96 299 0 0,39-167-405 0 0,-27 129 4428 0 0,29-138-4218 0 0,0-5-165 0 0,0 0 1 0 0,0 1-1 0 0,1-1 1 0 0,0 0 0 0 0,0 1-1 0 0,0-1 1 0 0,5-10-1 0 0,20-48-123 0 0,-21 54 63 0 0,9-21-48 0 0,35-56 0 0 0,-42 77 19 0 0,1 0 0 0 0,0 0 0 0 0,1 1-1 0 0,1 0 1 0 0,0 0 0 0 0,0 1 0 0 0,21-15 0 0 0,-29 23 27 0 0,1-1 0 0 0,-1 1 0 0 0,1-1 0 0 0,0 1 0 0 0,-1 0 0 0 0,1 0 0 0 0,0 0 0 0 0,0 1 0 0 0,-1-1 0 0 0,1 1 0 0 0,0-1 0 0 0,0 1 0 0 0,0 0 0 0 0,0 0-1 0 0,0 0 1 0 0,-1 0 0 0 0,1 1 0 0 0,0-1 0 0 0,5 3 0 0 0,-4-2 13 0 0,0 1-1 0 0,0 1 1 0 0,-1-1-1 0 0,1 1 1 0 0,-1-1-1 0 0,1 1 0 0 0,-1 0 1 0 0,0 0-1 0 0,0 0 1 0 0,0 1-1 0 0,-1-1 0 0 0,3 4 1 0 0,2 5 15 0 0,-1-1-1 0 0,-1 1 1 0 0,0 0 0 0 0,0 1 0 0 0,-1-1-1 0 0,-1 1 1 0 0,4 24 0 0 0,0 72 594 0 0,-7-106-397 0 0,-2 3 660 0 0,2-16-866 0 0,0 0-1 0 0,1 0 1 0 0,0 0 0 0 0,0 0 0 0 0,1 0 0 0 0,1 0 0 0 0,0 0 0 0 0,7-17 0 0 0,6-7-127 0 0,19-32 1 0 0,-23 45 121 0 0,1 2 0 0 0,1 0 0 0 0,0 0 0 0 0,2 1 0 0 0,0 1 0 0 0,0 1 0 0 0,2 0 0 0 0,0 1 0 0 0,1 1 0 0 0,0 1 0 0 0,23-11 0 0 0,-36 21-25 0 0,0 0 1 0 0,1 0-1 0 0,0 1 1 0 0,-1 0-1 0 0,1 0 1 0 0,0 0-1 0 0,0 1 1 0 0,0 0-1 0 0,0 1 1 0 0,0 0-1 0 0,0 0 1 0 0,13 1-1 0 0,-16 0 13 0 0,0 0-1 0 0,0 1 1 0 0,0-1-1 0 0,0 1 1 0 0,0-1-1 0 0,0 1 1 0 0,0 0-1 0 0,-1 1 1 0 0,1-1-1 0 0,-1 1 1 0 0,1-1-1 0 0,-1 1 1 0 0,0 0 0 0 0,0 0-1 0 0,0 1 1 0 0,-1-1-1 0 0,1 1 1 0 0,-1-1-1 0 0,0 1 1 0 0,0 0-1 0 0,0 0 1 0 0,2 4-1 0 0,-1 3 31 0 0,0 0 1 0 0,0 1-1 0 0,-1-1 0 0 0,0 1 0 0 0,-1-1 1 0 0,0 1-1 0 0,-1 14 0 0 0,-13 85 117 0 0,2-24-61 0 0,6-20-546 0 0,5-66 381 0 0,1-1 1 0 0,-1 1-1 0 0,0-1 0 0 0,0 1 1 0 0,1-1-1 0 0,-1 0 1 0 0,0 1-1 0 0,1-1 1 0 0,-1 0-1 0 0,0 1 0 0 0,1-1 1 0 0,-1 0-1 0 0,0 1 1 0 0,1-1-1 0 0,-1 0 1 0 0,1 1-1 0 0,-1-1 1 0 0,0 0-1 0 0,1 0 0 0 0,-1 0 1 0 0,1 0-1 0 0,-1 1 1 0 0,1-1-1 0 0,-1 0 1 0 0,1 0-1 0 0,-1 0 1 0 0,1 0-1 0 0,-1 0 0 0 0,1 0 1 0 0,12 0-1271 0 0,-13 0 1354 0 0,7-1-1318 0 0,0 0 1 0 0,0 0-1 0 0,0-1 1 0 0,8-4-1 0 0,-13 6 963 0 0,15-7-4163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00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137 799 1012 0 0,'-16'-2'1778'0'0,"-63"-9"6126"0"0,77 10-7386 0 0,-27-1 3051 0 0,29 3-3527 0 0,-1-1 1 0 0,1 0-1 0 0,0 0 0 0 0,-1 0 1 0 0,1 0-1 0 0,-1 0 1 0 0,1 0-1 0 0,-1 0 1 0 0,1 0-1 0 0,0-1 1 0 0,-1 1-1 0 0,1 0 0 0 0,-1 0 1 0 0,1 0-1 0 0,0 0 1 0 0,-1-1-1 0 0,1 1 1 0 0,-1 0-1 0 0,1 0 1 0 0,0-1-1 0 0,-1 1 0 0 0,1 0 1 0 0,0 0-1 0 0,0-1 1 0 0,-1 1-1 0 0,1 0 1 0 0,0-1-1 0 0,-1 0 1 0 0,10-7 260 0 0,27-7-400 0 0,-33 13 188 0 0,135-46 94 0 0,163-36 1 0 0,151-6-100 0 0,630-65-7 0 0,7 51-75 0 0,-458 59-139 0 0,382-34-2056 0 0,-955 73 1870 0 0,48-5-741 0 0,111-25 0 0 0,-211 34 978 0 0,44-12-415 0 0,-46 13 390 0 0,0-1-1 0 0,0 1 1 0 0,-1-1 0 0 0,1 0-1 0 0,-1 0 1 0 0,1-1 0 0 0,-1 1-1 0 0,0 0 1 0 0,6-7 0 0 0,-9 9 58 0 0,0-1 0 0 0,1 1 0 0 0,-1-1 0 0 0,0 1 1 0 0,0-1-1 0 0,1 1 0 0 0,-1-1 0 0 0,0 1 0 0 0,0-1 0 0 0,0 1 1 0 0,0-1-1 0 0,0 0 0 0 0,1 1 0 0 0,-1-1 0 0 0,0 1 1 0 0,0-1-1 0 0,-1 1 0 0 0,1-1 0 0 0,0 0 0 0 0,0 1 0 0 0,0-1 1 0 0,0 1-1 0 0,0-1 0 0 0,-1 1 0 0 0,1-1 0 0 0,0 1 1 0 0,0-1-1 0 0,-1 1 0 0 0,1-1 0 0 0,0 1 0 0 0,-1-1 0 0 0,1 1 1 0 0,-1-1-1 0 0,1 1 0 0 0,0 0 0 0 0,-1-1 0 0 0,1 1 1 0 0,-1-1-1 0 0,1 1 0 0 0,-1 0 0 0 0,1 0 0 0 0,-2-1 0 0 0,-24-10-1745 0 0,26 11 1777 0 0,-32-9-1907 0 0,-11-3-145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00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733 745 1992 0 0,'-515'32'11128'0'0,"376"-25"-7308"0"0,61-7-2287 0 0,88-10-1402 0 0,5 1-113 0 0,0 0-1 0 0,0 2 1 0 0,1 0-1 0 0,1 0 1 0 0,-1 2-1 0 0,24-6 0 0 0,-4 1-9 0 0,578-143-22 0 0,10 35-28 0 0,-599 113 40 0 0,2684-328-162 0 0,-1525 308-37 0 0,-13 65-1061 0 0,-1115-38 1167 0 0,14 1 19 0 0,503 9-626 0 0,-454-21 593 0 0,-108 8 108 0 0,0-1 0 0 0,1-1 1 0 0,-1 0-1 0 0,0-1 0 0 0,-1 0 1 0 0,1 0-1 0 0,-1-1 0 0 0,11-7 1 0 0,-18 9-1 0 0,0 1 1 0 0,0-1 0 0 0,0 0-1 0 0,-1 0 1 0 0,0 0-1 0 0,1 0 1 0 0,-1-1 0 0 0,0 1-1 0 0,-1-1 1 0 0,1 1 0 0 0,-1-1-1 0 0,1 1 1 0 0,-1-1-1 0 0,0 0 1 0 0,-1 0 0 0 0,1 0-1 0 0,0 0 1 0 0,-1-5-1 0 0,0 8-81 0 0,1-2 628 0 0,3-8-4583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02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1036 0 0,'0'0'956'0'0,"10"-5"-2164"0"0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02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4 980 0 0,'0'0'1264'0'0,"10"-3"-2636"0"0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03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1 536 0 0,'0'0'5649'0'0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30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60 0 0,'4'-1'375'0'0,"0"0"0"0"0,1-1-1 0 0,-1 0 1 0 0,0 0 0 0 0,7-4 0 0 0,-9 5-218 0 0,29-11 339 0 0,-17 12-2523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36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0 210 1112 0 0,'0'-7'502'0'0,"0"0"0"0"0,1 0-1 0 0,-1 0 1 0 0,1 0 0 0 0,1 0 0 0 0,-1 0-1 0 0,1 0 1 0 0,1 0 0 0 0,2-7-1 0 0,-3 12-376 0 0,-1-1-1 0 0,1 1 1 0 0,0 0-1 0 0,-1 0 1 0 0,1 0-1 0 0,0 0 1 0 0,0 0-1 0 0,1 0 1 0 0,-1 0-1 0 0,0 0 1 0 0,0 1-1 0 0,1 0 1 0 0,-1-1-1 0 0,1 1 0 0 0,-1 0 1 0 0,1 0-1 0 0,0 0 1 0 0,-1 0-1 0 0,1 1 1 0 0,0-1-1 0 0,0 1 1 0 0,0-1-1 0 0,-1 1 1 0 0,1 0-1 0 0,4 1 1 0 0,2 0 53 0 0,-1 0 1 0 0,1 1-1 0 0,-1 0 1 0 0,0 1-1 0 0,0 0 1 0 0,0 0-1 0 0,-1 1 1 0 0,1 0-1 0 0,-1 0 1 0 0,11 8-1 0 0,2 3 47 0 0,0 2 0 0 0,22 23 0 0 0,-23-21-128 0 0,-1 2 0 0 0,-1 0 0 0 0,-1 2 0 0 0,-1-1 0 0 0,-1 2 0 0 0,16 34 0 0 0,-24-45-60 0 0,-1 0 0 0 0,-1 0-1 0 0,0 1 1 0 0,-1-1 0 0 0,0 1-1 0 0,-1-1 1 0 0,-1 1 0 0 0,0 0-1 0 0,-1 0 1 0 0,0 0 0 0 0,-1 0-1 0 0,-1-1 1 0 0,0 1 0 0 0,-6 20-1 0 0,3-19 55 0 0,0-1 0 0 0,-2-1 0 0 0,1 1 0 0 0,-2-1 0 0 0,0 0 0 0 0,-13 16 0 0 0,17-23-45 0 0,-1-1 0 0 0,0 0 0 0 0,0 0 0 0 0,0 0 0 0 0,0 0 0 0 0,-1-1 1 0 0,0 0-1 0 0,0 0 0 0 0,0 0 0 0 0,-1-1 0 0 0,1 0 0 0 0,-1 0 1 0 0,1-1-1 0 0,-1 0 0 0 0,-9 2 0 0 0,14-4-34 0 0,-1 1-1 0 0,1-1 1 0 0,0 0-1 0 0,-1 0 1 0 0,1 0-1 0 0,-1 0 1 0 0,1 0-1 0 0,0 0 1 0 0,-1-1-1 0 0,1 1 1 0 0,-1-1-1 0 0,1 1 1 0 0,0-1-1 0 0,0 0 1 0 0,-1 0-1 0 0,1 0 1 0 0,0 0-1 0 0,0-1 1 0 0,0 1-1 0 0,0 0 1 0 0,0-1-1 0 0,0 0 1 0 0,1 1-1 0 0,-1-1 1 0 0,-2-2-1 0 0,3 0-6 0 0,-1 1 0 0 0,1-1 0 0 0,0 1 0 0 0,0-1 0 0 0,0 1 0 0 0,0-1 0 0 0,1 0 0 0 0,-1 1 0 0 0,1-1-1 0 0,0 0 1 0 0,0 1 0 0 0,0-1 0 0 0,1 0 0 0 0,-1 1 0 0 0,3-8 0 0 0,2-3-5 0 0,0-1-1 0 0,0 1 0 0 0,2 0 1 0 0,0 0-1 0 0,0 1 1 0 0,2 0-1 0 0,15-21 1 0 0,0 7-40 0 0,0 0-1 0 0,34-27 1 0 0,-27 28-343 0 0,1 1 0 0 0,1 2 0 0 0,1 2 0 0 0,1 1 0 0 0,1 1-1 0 0,1 2 1 0 0,0 2 0 0 0,2 1 0 0 0,-1 2 0 0 0,1 2 0 0 0,62-9 0 0 0,-55 12-85 0 0,-23 2 801 0 0,0 2 1 0 0,29-1-1 0 0,-51 4-308 0 0,-1 0 0 0 0,1 0 0 0 0,-1 0 0 0 0,1 0 0 0 0,-1 0 0 0 0,1 0-1 0 0,-1 0 1 0 0,1 1 0 0 0,-1-1 0 0 0,1 0 0 0 0,-1 0 0 0 0,1 0 0 0 0,-1 0 0 0 0,1 1 0 0 0,-1-1-1 0 0,1 0 1 0 0,-1 0 0 0 0,0 1 0 0 0,1-1 0 0 0,-1 0 0 0 0,1 1 0 0 0,-1-1 0 0 0,0 0-1 0 0,1 1 1 0 0,-1-1 0 0 0,0 1 0 0 0,0-1 0 0 0,1 0 0 0 0,-1 1 0 0 0,0 0 0 0 0,-2 17 415 0 0,-20 21-17 0 0,19-34-338 0 0,-25 38 274 0 0,-39 70 113 0 0,62-102-448 0 0,0 0 0 0 0,1 0 0 0 0,0 1 1 0 0,0-1-1 0 0,1 1 0 0 0,1 0 0 0 0,0 0 0 0 0,0 16 1 0 0,1-25-20 0 0,1 1 1 0 0,1-1-1 0 0,-1 0 1 0 0,0 1-1 0 0,1-1 1 0 0,0 0-1 0 0,0 1 1 0 0,0-1-1 0 0,0 0 1 0 0,0 0-1 0 0,1 0 1 0 0,-1 0-1 0 0,1 0 1 0 0,0 0-1 0 0,0-1 1 0 0,0 1 0 0 0,0 0-1 0 0,4 3 1 0 0,-1-3 0 0 0,-1 0 0 0 0,0 0 1 0 0,1-1-1 0 0,-1 0 1 0 0,1 0-1 0 0,0 0 0 0 0,0 0 1 0 0,0-1-1 0 0,0 0 1 0 0,0 0-1 0 0,6 1 0 0 0,6-1 3 0 0,1-1 1 0 0,-1-1-1 0 0,0 0 0 0 0,1-1 0 0 0,-1-1 0 0 0,22-6 0 0 0,-12 1-15 0 0,0-1 1 0 0,-1-2-1 0 0,0-1 0 0 0,0 0 1 0 0,-2-2-1 0 0,33-23 0 0 0,-45 28 2 0 0,-1 0 1 0 0,0-1-1 0 0,0 0 0 0 0,-1 0 0 0 0,0-1 0 0 0,-1-1 0 0 0,0 1 0 0 0,-1-2 1 0 0,0 1-1 0 0,-1-1 0 0 0,0 0 0 0 0,-1-1 0 0 0,-1 1 0 0 0,5-18 1 0 0,-9 25-2 0 0,0 0 0 0 0,0 1 0 0 0,-1-1 0 0 0,1 0 0 0 0,-1 0 0 0 0,0 1 0 0 0,-1-1 0 0 0,0 0 0 0 0,0 0 0 0 0,0 1 0 0 0,0-1 0 0 0,-1 0 0 0 0,-2-5 0 0 0,2 8 8 0 0,1 0 0 0 0,-1 0 1 0 0,0 0-1 0 0,-1 0 0 0 0,1 0 1 0 0,0 1-1 0 0,-1-1 0 0 0,0 0 0 0 0,1 1 1 0 0,-1 0-1 0 0,0 0 0 0 0,0 0 1 0 0,0 0-1 0 0,0 0 0 0 0,-1 1 1 0 0,1-1-1 0 0,0 1 0 0 0,-1 0 0 0 0,1 0 1 0 0,-1 0-1 0 0,1 0 0 0 0,-5 1 1 0 0,-3-1 5 0 0,-1 1 1 0 0,0 0 0 0 0,1 1 0 0 0,-1 1 0 0 0,1 0 0 0 0,-1 0-1 0 0,1 1 1 0 0,0 1 0 0 0,0-1 0 0 0,0 2 0 0 0,-18 9 0 0 0,10-2-13 0 0,-1 0 0 0 0,2 1 0 0 0,-1 1 0 0 0,2 0 0 0 0,-17 19 0 0 0,28-27 6 0 0,0 0 0 0 0,1 1-1 0 0,0-1 1 0 0,0 1 0 0 0,1 0 0 0 0,0 1-1 0 0,0-1 1 0 0,1 1 0 0 0,-1 0 0 0 0,2 0-1 0 0,-4 15 1 0 0,5-20-14 0 0,1 1-1 0 0,0-1 1 0 0,0 1 0 0 0,0 0 0 0 0,0-1-1 0 0,1 1 1 0 0,-1-1 0 0 0,1 1 0 0 0,0-1-1 0 0,0 1 1 0 0,0-1 0 0 0,1 1 0 0 0,-1-1-1 0 0,1 0 1 0 0,0 0 0 0 0,0 0-1 0 0,0 0 1 0 0,0 0 0 0 0,0 0 0 0 0,1 0-1 0 0,-1-1 1 0 0,1 1 0 0 0,0-1 0 0 0,-1 0-1 0 0,1 0 1 0 0,0 0 0 0 0,0 0-1 0 0,1 0 1 0 0,5 2 0 0 0,7 2-91 0 0,0-1 1 0 0,1 0-1 0 0,-1-1 0 0 0,1-1 1 0 0,0 0-1 0 0,0-1 0 0 0,0-1 0 0 0,0-1 1 0 0,0 0-1 0 0,22-4 0 0 0,4-3-128 0 0,0-1 0 0 0,78-26-1 0 0,-89 22 119 0 0,1-2 0 0 0,-2-1-1 0 0,0-1 1 0 0,0-2-1 0 0,40-31 1 0 0,-35 20 706 0 0,-1-2 1 0 0,-1-1-1 0 0,47-60 0 0 0,-69 81-158 0 0,-11 22-275 0 0,-15 29-141 0 0,12-34 28 0 0,-16 45 18 0 0,-21 71-5 0 0,36-108-41 0 0,0 0-1 0 0,1 0 1 0 0,1 0-1 0 0,0 0 1 0 0,1 0-1 0 0,2 26 1 0 0,-1-36-9 0 0,-1-1 0 0 0,1 0 0 0 0,0 0 0 0 0,0 1 1 0 0,0-1-1 0 0,0 0 0 0 0,0 0 0 0 0,1 0 0 0 0,-1 0 0 0 0,1 0 0 0 0,0-1 0 0 0,0 1 1 0 0,0 0-1 0 0,0-1 0 0 0,0 1 0 0 0,1-1 0 0 0,-1 0 0 0 0,1 0 0 0 0,-1 0 0 0 0,1 0 0 0 0,0 0 1 0 0,0-1-1 0 0,0 1 0 0 0,0-1 0 0 0,0 0 0 0 0,0 1 0 0 0,0-1 0 0 0,1-1 0 0 0,-1 1 1 0 0,0-1-1 0 0,0 1 0 0 0,1-1 0 0 0,-1 0 0 0 0,0 0 0 0 0,1 0 0 0 0,3-1 0 0 0,4 0 2 0 0,0-1-1 0 0,0-1 1 0 0,-1 1-1 0 0,1-2 1 0 0,-1 1 0 0 0,1-1-1 0 0,-1-1 1 0 0,0 0-1 0 0,16-11 1 0 0,-5-1-2 0 0,-1 0-1 0 0,0-1 1 0 0,-1-1 0 0 0,-1-1 0 0 0,21-30 0 0 0,64-119 174 0 0,-103 168-154 0 0,-2 4-10 0 0,-6 9-4 0 0,-11 24-17 0 0,7-7-1 0 0,5-13 1 0 0,1 0 0 0 0,-5 20 0 0 0,10-32 5 0 0,0 1 0 0 0,0 0-1 0 0,1-1 1 0 0,0 1 0 0 0,0-1 0 0 0,0 1 0 0 0,0 0 0 0 0,0-1 0 0 0,1 1 0 0 0,0-1 0 0 0,0 1 0 0 0,0-1 0 0 0,3 5 0 0 0,-3-6 3 0 0,1 0 0 0 0,1-1 0 0 0,-1 1 0 0 0,0-1-1 0 0,0 1 1 0 0,1-1 0 0 0,-1 0 0 0 0,1 0 0 0 0,0 0 0 0 0,0 0 0 0 0,0-1 0 0 0,0 1 0 0 0,0-1-1 0 0,0 1 1 0 0,0-1 0 0 0,0 0 0 0 0,1 0 0 0 0,-1-1 0 0 0,0 1 0 0 0,1-1 0 0 0,-1 0-1 0 0,6 0 1 0 0,4 1 12 0 0,0-1-1 0 0,0-1 1 0 0,0-1-1 0 0,18-4 1 0 0,-4-1-6 0 0,-1-1 0 0 0,0-1 0 0 0,-1-1 0 0 0,0-2 0 0 0,0 0 0 0 0,33-24 0 0 0,-45 28-8 0 0,-1-1 1 0 0,-1-1-1 0 0,1 0 0 0 0,-1-1 1 0 0,-1 0-1 0 0,0 0 0 0 0,-1-1 1 0 0,0 0-1 0 0,-1-1 0 0 0,0 0 0 0 0,-1 0 1 0 0,0 0-1 0 0,6-20 0 0 0,-11 27-9 0 0,-1 1 0 0 0,1-1 0 0 0,-1 0 0 0 0,-1 0 0 0 0,1 1 0 0 0,-1-1 0 0 0,0 0 0 0 0,0 0 0 0 0,-1 0 0 0 0,1 1 0 0 0,-1-1 0 0 0,-1 0-1 0 0,1 1 1 0 0,-1-1 0 0 0,0 1 0 0 0,0-1 0 0 0,-5-8 0 0 0,2 8-2 0 0,0-1 0 0 0,-1 1-1 0 0,1 0 1 0 0,-1 0 0 0 0,0 0-1 0 0,0 1 1 0 0,-1 0 0 0 0,0 0 0 0 0,0 1-1 0 0,0 0 1 0 0,-14-6 0 0 0,9 5-57 0 0,-1 1 0 0 0,-17-4 0 0 0,27 7-51 0 0,-8 6-371 0 0,18-3 379 0 0,0 0 0 0 0,1 0 1 0 0,-1-1-1 0 0,1 0 0 0 0,0 0 0 0 0,-1-1 1 0 0,10 0-1 0 0,60-6-370 0 0,-54 3 381 0 0,291-45-226 0 0,-292 46 497 0 0,-22 2-173 0 0,0 0-1 0 0,0 0 1 0 0,0 1 0 0 0,0-1 0 0 0,0 0 0 0 0,0 0 0 0 0,1 0 0 0 0,-1 0-1 0 0,0 1 1 0 0,0-1 0 0 0,0 0 0 0 0,0 0 0 0 0,0 0 0 0 0,0 0 0 0 0,0 1 0 0 0,0-1-1 0 0,0 0 1 0 0,0 0 0 0 0,0 0 0 0 0,0 1 0 0 0,0-1 0 0 0,0 0 0 0 0,0 0-1 0 0,0 0 1 0 0,0 1 0 0 0,0-1 0 0 0,0 0 0 0 0,0 0 0 0 0,0 0 0 0 0,0 0 0 0 0,0 1-1 0 0,-1-1 1 0 0,1 0 0 0 0,0 0 0 0 0,0 0 0 0 0,0 0 0 0 0,0 0 0 0 0,0 1-1 0 0,0-1 1 0 0,-1 0 0 0 0,1 0 0 0 0,0 0 0 0 0,0 0 0 0 0,0 0 0 0 0,0 0-1 0 0,0 0 1 0 0,-1 1 0 0 0,-32 23 255 0 0,25-19-243 0 0,-5 4 3 0 0,0 0 0 0 0,0 1 1 0 0,1 1-1 0 0,0 0 0 0 0,0 0 0 0 0,2 1 0 0 0,-12 15 1 0 0,19-22-16 0 0,0 0 0 0 0,0 0 0 0 0,1 0 0 0 0,-1 0 0 0 0,1 1 1 0 0,0-1-1 0 0,1 0 0 0 0,-1 1 0 0 0,1 0 0 0 0,0-1 0 0 0,0 1 0 0 0,1 0 1 0 0,0-1-1 0 0,0 1 0 0 0,0 0 0 0 0,1 0 0 0 0,0-1 0 0 0,0 1 1 0 0,0-1-1 0 0,1 1 0 0 0,-1-1 0 0 0,1 1 0 0 0,4 5 0 0 0,10 18 20 0 0,2-1 0 0 0,1-1 0 0 0,27 29 0 0 0,3 5 174 0 0,-49-60-148 0 0,1 0 0 0 0,0 0 1 0 0,0 0-1 0 0,-1 0 1 0 0,1 0-1 0 0,0 0 0 0 0,-1 0 1 0 0,0 1-1 0 0,1-1 1 0 0,-1 0-1 0 0,1 0 0 0 0,-1 1 1 0 0,0-1-1 0 0,0 0 0 0 0,0 0 1 0 0,0 1-1 0 0,0-1 1 0 0,0 0-1 0 0,0 1 0 0 0,0-1 1 0 0,-1 0-1 0 0,0 2 1 0 0,0-1-3 0 0,0 0 1 0 0,0 0 0 0 0,0 0-1 0 0,-1 0 1 0 0,1 0 0 0 0,0 0 0 0 0,-1-1-1 0 0,0 1 1 0 0,0-1 0 0 0,1 1 0 0 0,-4 1-1 0 0,-3 2 30 0 0,-1-1 0 0 0,1 0 0 0 0,-1 0 0 0 0,-16 4 0 0 0,3-2-369 0 0,-44 11 67 0 0,24-10-7664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36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0 160 764 0 0,'26'-15'10292'0'0,"8"-5"-4664"0"0,21-5-4546 0 0,4 8-1003 0 0,2 3 0 0 0,69-9-1 0 0,-30 7-2901 0 0,-3-5-4071 0 0,-67 12 1013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36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19 1848 0 0,'-10'-8'5101'0'0,"0"-2"-2186"0"0,16 11-1450 0 0,21 18-974 0 0,-23-14-464 0 0,0 0 1 0 0,0 0-1 0 0,0 1 0 0 0,-1 0 0 0 0,1-1 0 0 0,-1 1 0 0 0,-1 0 0 0 0,1 1 0 0 0,-1-1 0 0 0,-1 0 0 0 0,1 1 0 0 0,1 8 0 0 0,-3-4 4 0 0,1-1 0 0 0,-2 0 0 0 0,1 1 0 0 0,-1-1 0 0 0,-1 0 1 0 0,0 1-1 0 0,-4 11 0 0 0,-3 3 19 0 0,-1 0 0 0 0,-1-1 1 0 0,-1 0-1 0 0,-1-1 0 0 0,-21 28 0 0 0,8-16-716 0 0,-30 31 0 0 0,38-47-1832 0 0,-28 22 0 0 0,18-19-1492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37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57 416 0 0,'-1'-2'1856'0'0,"-34"-41"5866"0"0,34 42-7410 0 0,1 1-295 0 0,0 0 0 0 0,0 0 0 0 0,-1 0 0 0 0,1 0 0 0 0,0-1 0 0 0,0 1 0 0 0,0 0 0 0 0,0 0 0 0 0,0 0 0 0 0,-1 0 0 0 0,1 0 0 0 0,0 0 0 0 0,0 0 0 0 0,0 0 1 0 0,0-1-1 0 0,0 1 0 0 0,0 0 0 0 0,0 0 0 0 0,-1 0 0 0 0,1 0 0 0 0,0 0 0 0 0,0-1 0 0 0,0 1 0 0 0,0 0 0 0 0,0 0 0 0 0,0 0 0 0 0,0 0 0 0 0,0 0 0 0 0,0-1 0 0 0,0 1 1 0 0,0 0-1 0 0,0 0 0 0 0,0 0 0 0 0,0 0 0 0 0,0-1 0 0 0,0 1 0 0 0,0 0 0 0 0,0 0 0 0 0,0 0 0 0 0,0 0 0 0 0,0 0 0 0 0,0-1 0 0 0,1 1 0 0 0,-1 0 0 0 0,0 0 1 0 0,0 0-1 0 0,0 0 0 0 0,0 0 0 0 0,0-1 0 0 0,0 1 0 0 0,0 0 0 0 0,1 0 0 0 0,-1 0-8 0 0,0-1 0 0 0,1 1 0 0 0,-1 0 0 0 0,1-1 0 0 0,-1 1 0 0 0,1 0 1 0 0,-1 0-1 0 0,0-1 0 0 0,1 1 0 0 0,-1 0 0 0 0,1 0 0 0 0,-1 0 0 0 0,1 0 0 0 0,-1-1 0 0 0,1 1 0 0 0,0 0 0 0 0,-1 0 0 0 0,1 0 0 0 0,-1 0 1 0 0,1 0-1 0 0,-1 0 0 0 0,1 1 0 0 0,-1-1 0 0 0,1 0 0 0 0,-1 0 0 0 0,1 0 0 0 0,-1 0 0 0 0,1 0 0 0 0,0 1 0 0 0,12 6 15 0 0,0 0 0 0 0,0 1 0 0 0,0 0 0 0 0,-1 1 0 0 0,0 1 0 0 0,-1 0 0 0 0,0 0-1 0 0,-1 1 1 0 0,0 1 0 0 0,17 24 0 0 0,-15-17 5 0 0,-1 0-1 0 0,0 0 0 0 0,-2 1 1 0 0,0 0-1 0 0,-1 1 1 0 0,-2 0-1 0 0,6 24 0 0 0,-11-38 201 0 0,0 1 0 0 0,0 0 0 0 0,-1-1 0 0 0,0 1 0 0 0,0-1 0 0 0,-1 1 0 0 0,0 0 0 0 0,0-1 0 0 0,-1 1 0 0 0,1-1 0 0 0,-2 0 0 0 0,1 0-1 0 0,-1 1 1 0 0,0-2 0 0 0,-1 1 0 0 0,-7 11 0 0 0,11-18-200 0 0,0 1 0 0 0,0-1 0 0 0,-1 1 0 0 0,1-1-1 0 0,0 0 1 0 0,-1 1 0 0 0,1-1 0 0 0,0 0 0 0 0,-1 1 0 0 0,1-1-1 0 0,0 0 1 0 0,-1 1 0 0 0,1-1 0 0 0,-1 0 0 0 0,1 0 0 0 0,-1 1 0 0 0,1-1-1 0 0,-1 0 1 0 0,1 0 0 0 0,0 0 0 0 0,-1 0 0 0 0,1 0 0 0 0,-1 0-1 0 0,1 0 1 0 0,-1 0 0 0 0,1 0 0 0 0,-1 0 0 0 0,1 0 0 0 0,-1 0 0 0 0,1 0-1 0 0,-1 0 1 0 0,1 0 0 0 0,-1 0 0 0 0,1 0 0 0 0,-1-1 0 0 0,1 1 0 0 0,0 0-1 0 0,-1 0 1 0 0,1-1 0 0 0,-1 1 0 0 0,1 0 0 0 0,0 0 0 0 0,-1-1-1 0 0,1 1 1 0 0,0-1 0 0 0,-1 1 0 0 0,1 0 0 0 0,0-1 0 0 0,-1 1 0 0 0,1-1-1 0 0,-1-1-16 0 0,0 0 0 0 0,0 0 0 0 0,0 0 0 0 0,0 0 0 0 0,0 0 0 0 0,1 0 0 0 0,-1 0-1 0 0,1 0 1 0 0,-1-3 0 0 0,2-8 21 0 0,0 1-1 0 0,1-1 1 0 0,0 0 0 0 0,1 1-1 0 0,1 0 1 0 0,7-19-1 0 0,-3 12-43 0 0,2 0-1 0 0,0 0 0 0 0,15-20 0 0 0,-22 34-173 0 0,1 0 1 0 0,0 0-1 0 0,1 0 0 0 0,-1 1 1 0 0,1 0-1 0 0,0 0 0 0 0,0 0 1 0 0,0 1-1 0 0,1 0 1 0 0,-1 0-1 0 0,1 0 0 0 0,-1 0 1 0 0,1 1-1 0 0,12-3 0 0 0,-1 2-1415 0 0,0 0-1 0 0,-1 2 0 0 0,2 0 0 0 0,21 2 0 0 0,-13-1-2856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37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91 2056 0 0,'2'-3'464'0'0,"-1"0"0"0"0,0 0-1 0 0,0 0 1 0 0,0 0 0 0 0,0 0 0 0 0,0 0-1 0 0,-1 0 1 0 0,1-1 0 0 0,-1 1 0 0 0,0 0-1 0 0,0 0 1 0 0,0 0 0 0 0,0-1-1 0 0,-1 1 1 0 0,1 0 0 0 0,-1 0 0 0 0,0 0-1 0 0,0 0 1 0 0,-2-5 0 0 0,2 6-385 0 0,0 0 0 0 0,-1 1 1 0 0,1-1-1 0 0,0 1 0 0 0,-1-1 1 0 0,1 1-1 0 0,-1-1 0 0 0,1 1 0 0 0,-1 0 1 0 0,0 0-1 0 0,1 0 0 0 0,-1 0 1 0 0,0 0-1 0 0,0 0 0 0 0,0 0 0 0 0,0 1 1 0 0,0-1-1 0 0,0 1 0 0 0,0-1 1 0 0,0 1-1 0 0,0 0 0 0 0,0 0 0 0 0,0 0 1 0 0,0 0-1 0 0,0 0 0 0 0,0 0 1 0 0,0 0-1 0 0,0 1 0 0 0,0-1 0 0 0,0 1 1 0 0,-3 1-1 0 0,-6 2-24 0 0,1 0 1 0 0,-1 1-1 0 0,1 0 1 0 0,0 1 0 0 0,0 0-1 0 0,1 1 1 0 0,-1 0-1 0 0,-9 11 1 0 0,1-1-9 0 0,0 2 1 0 0,-24 35 0 0 0,31-39-29 0 0,0 1 1 0 0,-15 33-1 0 0,24-45-11 0 0,0-1 0 0 0,1 1 0 0 0,-1-1 0 0 0,1 1 0 0 0,0 0 0 0 0,0 0 0 0 0,1-1-1 0 0,-1 1 1 0 0,1 0 0 0 0,-1 0 0 0 0,1 0 0 0 0,1 0 0 0 0,-1 0 0 0 0,0 0 0 0 0,1-1-1 0 0,0 1 1 0 0,0 0 0 0 0,0 0 0 0 0,0-1 0 0 0,1 1 0 0 0,2 4 0 0 0,-3-6-1 0 0,0 0 1 0 0,1-1 0 0 0,-1 1 0 0 0,1 0-1 0 0,0-1 1 0 0,-1 0 0 0 0,1 1 0 0 0,0-1-1 0 0,0 0 1 0 0,0 0 0 0 0,0 0 0 0 0,0 0-1 0 0,0 0 1 0 0,0 0 0 0 0,0-1 0 0 0,4 1-1 0 0,-1 0 3 0 0,-1-1 0 0 0,1 1 1 0 0,0-2-1 0 0,0 1 0 0 0,-1 0 0 0 0,1-1 0 0 0,6-1 0 0 0,2-2 7 0 0,0-1 0 0 0,-1 0-1 0 0,1 0 1 0 0,16-12 0 0 0,14-12 2 0 0,-2-2 0 0 0,66-65 0 0 0,-71 61-12 0 0,-22 21-14 0 0,-11 12-10 0 0,-1-1 0 0 0,0 0 0 0 0,1 0 0 0 0,0 1 0 0 0,0 0-1 0 0,0-1 1 0 0,0 1 0 0 0,0 0 0 0 0,0 0 0 0 0,0 1 0 0 0,1-1-1 0 0,-1 1 1 0 0,6-2 0 0 0,-8 3 15 0 0,0 0 0 0 0,0 0 0 0 0,0 0 0 0 0,0 0 0 0 0,0 0 0 0 0,0 1 0 0 0,0-1 0 0 0,0 0 0 0 0,0 1 0 0 0,0-1 0 0 0,0 0 0 0 0,-1 1 0 0 0,1-1 0 0 0,0 1 0 0 0,0 0-1 0 0,0-1 1 0 0,-1 1 0 0 0,1 0 0 0 0,0-1 0 0 0,-1 1 0 0 0,1 0 0 0 0,-1 0 0 0 0,1-1 0 0 0,-1 1 0 0 0,1 0 0 0 0,0 1 0 0 0,9 27-8 0 0,-9-25 4 0 0,4 15-119 0 0,-2 0 0 0 0,3 33 0 0 0,-6-37-519 0 0,2 0 0 0 0,0 0 0 0 0,0 0 1 0 0,2 0-1 0 0,6 19 0 0 0,-9-32 267 0 0,8 15-1046 0 0,3-9-2600 0 0,3-4 1703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38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1 156 640 0 0,'2'-3'519'0'0,"16"-19"2770"0"0,28-28-1 0 0,-41 45-2968 0 0,2 0 0 0 0,-1 0-1 0 0,0 0 1 0 0,1 0-1 0 0,0 1 1 0 0,0 0 0 0 0,0 1-1 0 0,0 0 1 0 0,13-4-1 0 0,-17 6-286 0 0,0 0-1 0 0,0 1 0 0 0,1-1 0 0 0,-1 1 1 0 0,0 0-1 0 0,0 0 0 0 0,0 0 0 0 0,0 0 0 0 0,1 0 1 0 0,-1 1-1 0 0,0-1 0 0 0,0 1 0 0 0,0 0 1 0 0,0 0-1 0 0,0 0 0 0 0,0 1 0 0 0,4 2 1 0 0,-3-1-16 0 0,0 0 1 0 0,-1 0-1 0 0,1 0 1 0 0,-1 1 0 0 0,0-1-1 0 0,0 1 1 0 0,-1 0 0 0 0,1 0-1 0 0,-1 0 1 0 0,4 8-1 0 0,-1 1 40 0 0,-1 0 0 0 0,0 1 0 0 0,-1-1 0 0 0,-1 1 0 0 0,0 0 0 0 0,0 25 0 0 0,-2-19 165 0 0,-1 7 1468 0 0,1-20-877 0 0,2-9-368 0 0,2-13-393 0 0,2 0 1 0 0,0 1 0 0 0,1 0-1 0 0,0 1 1 0 0,1-1 0 0 0,18-23-1 0 0,-6 13-53 0 0,2 1 0 0 0,31-28-1 0 0,-48 46-11 0 0,1 0-1 0 0,0 1 0 0 0,0 0 0 0 0,0 0 0 0 0,0 1 1 0 0,1-1-1 0 0,0 1 0 0 0,-1 1 0 0 0,13-4 0 0 0,-16 5 6 0 0,-1 1 1 0 0,1-1-1 0 0,0 1 0 0 0,0 0 0 0 0,0 0 0 0 0,0 0 0 0 0,0 1 0 0 0,0-1 0 0 0,0 1 0 0 0,-1-1 0 0 0,1 1 0 0 0,0 0 0 0 0,0 0 0 0 0,-1 0 0 0 0,1 0 0 0 0,0 1 0 0 0,-1-1 0 0 0,1 1 0 0 0,-1 0 0 0 0,0-1 0 0 0,0 1 0 0 0,1 0 1 0 0,-1 0-1 0 0,0 1 0 0 0,-1-1 0 0 0,4 4 0 0 0,24 42-334 0 0,-21-32-396 0 0,2-1 1 0 0,16 22-1 0 0,-22-33 159 0 0,0 1-1 0 0,1-1 0 0 0,-1 0 1 0 0,1 0-1 0 0,0 0 0 0 0,0-1 1 0 0,0 0-1 0 0,0 0 0 0 0,1 0 1 0 0,-1-1-1 0 0,10 4 1 0 0,6-2-2794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38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207 138 2080 0 0,'40'-117'10418'0'0,"-40"116"-10347"0"0,1-1 0 0 0,-1 1-1 0 0,1 0 1 0 0,-1-1 0 0 0,0 1 0 0 0,1 0 0 0 0,0 0 0 0 0,-1 0 0 0 0,1-1 0 0 0,0 1-1 0 0,0 0 1 0 0,0 0 0 0 0,0 0 0 0 0,-1 0 0 0 0,3-1 0 0 0,-2 2-43 0 0,-1 0 1 0 0,1 0-1 0 0,-1 0 1 0 0,0 0-1 0 0,1 0 1 0 0,-1 0-1 0 0,1 0 1 0 0,-1 1-1 0 0,0-1 1 0 0,1 0-1 0 0,-1 0 1 0 0,0 0-1 0 0,1 1 1 0 0,-1-1-1 0 0,0 0 1 0 0,1 0-1 0 0,-1 1 1 0 0,0-1-1 0 0,1 0 1 0 0,-1 1-1 0 0,0-1 1 0 0,0 0-1 0 0,1 1 1 0 0,-1-1-1 0 0,0 0 1 0 0,0 1-1 0 0,0-1 1 0 0,0 1-1 0 0,1-1 1 0 0,-1 1-1 0 0,2 6 184 0 0,0-1-1 0 0,0 1 1 0 0,-1 0-1 0 0,1 10 1 0 0,-1 13 114 0 0,-1 1 1 0 0,-1-1 0 0 0,-8 37 0 0 0,-23 92 121 0 0,19-103-298 0 0,-95 317 409 0 0,97-339-480 0 0,4-13 217 0 0,0 1-1 0 0,-20 37 0 0 0,27-58-252 0 0,-1 1-1 0 0,0-1 0 0 0,0 0 0 0 0,1 0 0 0 0,-1 1 0 0 0,0-1 0 0 0,0 0 0 0 0,-1 0 0 0 0,1 0 0 0 0,0 0 0 0 0,0 0 1 0 0,0 0-1 0 0,-1-1 0 0 0,1 1 0 0 0,0 0 0 0 0,-1 0 0 0 0,-1 0 0 0 0,2-1-28 0 0,0 0 0 0 0,0 0-1 0 0,0 0 1 0 0,-1-1 0 0 0,1 1-1 0 0,0 0 1 0 0,0 0 0 0 0,0-1-1 0 0,0 1 1 0 0,0-1 0 0 0,0 1-1 0 0,0-1 1 0 0,0 1 0 0 0,1-1 0 0 0,-1 0-1 0 0,0 1 1 0 0,0-1 0 0 0,0 0-1 0 0,1 0 1 0 0,-1 1 0 0 0,0-1-1 0 0,1 0 1 0 0,-1 0 0 0 0,0 0-1 0 0,1 0 1 0 0,-1-1 0 0 0,-2-4 6 0 0,0 0 0 0 0,1 0 0 0 0,-1-1 0 0 0,1 1-1 0 0,1-1 1 0 0,-1 1 0 0 0,1-1 0 0 0,0 1 0 0 0,1-11 0 0 0,0-1-9 0 0,0 0 0 0 0,5-23 0 0 0,0 14-17 0 0,0 0-1 0 0,3 0 1 0 0,0 0 0 0 0,1 1-1 0 0,2 1 1 0 0,0-1 0 0 0,2 2-1 0 0,1 0 1 0 0,0 0 0 0 0,2 2 0 0 0,1-1-1 0 0,1 2 1 0 0,0 1 0 0 0,2 0-1 0 0,0 1 1 0 0,1 1 0 0 0,40-26 0 0 0,-26 24-18 0 0,52-24 0 0 0,-73 38 3 0 0,0 1 0 0 0,1 0-1 0 0,0 1 1 0 0,0 1 0 0 0,0 0 0 0 0,0 1-1 0 0,17 0 1 0 0,-16 3 10 0 0,3 5 10 0 0,-17-5 3 0 0,-1-1 0 0 0,0 1 1 0 0,0-1-1 0 0,0 1 0 0 0,0-1 1 0 0,1 1-1 0 0,-1 0 0 0 0,0 0 1 0 0,0 0-1 0 0,0 0 0 0 0,-1-1 1 0 0,1 1-1 0 0,0 0 1 0 0,0 1-1 0 0,0-1 0 0 0,-1 0 1 0 0,1 0-1 0 0,-1 0 0 0 0,1 0 1 0 0,-1 0-1 0 0,1 1 0 0 0,-1-1 1 0 0,1 0-1 0 0,-1 0 1 0 0,0 3-1 0 0,0-2-2 0 0,0 1 0 0 0,-1 0 0 0 0,1-1 0 0 0,-1 1 1 0 0,0 0-1 0 0,0-1 0 0 0,0 1 0 0 0,0-1 0 0 0,0 0 0 0 0,-1 1 0 0 0,-2 3 0 0 0,-3 3 4 0 0,0-1-1 0 0,-1 1 0 0 0,0-2 0 0 0,-17 15 0 0 0,4-9 7 0 0,1-1-1 0 0,-1-1 0 0 0,-1-1 1 0 0,0-1-1 0 0,-1-1 1 0 0,0 0-1 0 0,0-2 0 0 0,-33 5 1 0 0,47-9-36 0 0,-1 1 1 0 0,1 0-1 0 0,0 0 0 0 0,0 1 1 0 0,-10 6-1 0 0,18-9 7 0 0,8 18-49 0 0,31 19 29 0 0,68 63 5 0 0,-67-71-1122 0 0,0-2 0 0 0,76 41 0 0 0,-88-56-973 0 0,1-1 0 0 0,0-1 1 0 0,33 7-1 0 0,-20-10-3352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40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96 596 328 0 0,'0'0'2136'0'0,"4"-22"2769"0"0,13-17-1146 0 0,-16 37-3192 0 0,5-15 731 0 0,-6 8 2669 0 0,-3 10-3979 0 0,-1 1 1 0 0,1 0 0 0 0,0 0 0 0 0,-1 0 0 0 0,1 1 0 0 0,1-1 0 0 0,-1 1 0 0 0,0-1 0 0 0,0 1-1 0 0,1 0 1 0 0,0 0 0 0 0,0 1 0 0 0,-3 3 0 0 0,-5 8-25 0 0,-14 29 1 0 0,21-36 42 0 0,-6 9-16 0 0,2 0-1 0 0,0 0 1 0 0,1 1 0 0 0,-8 35-1 0 0,14-49 14 0 0,-1 0-1 0 0,1 0 1 0 0,-1 1 0 0 0,1-1-1 0 0,1 0 1 0 0,-1 0-1 0 0,0 0 1 0 0,1 0-1 0 0,0 0 1 0 0,0 0 0 0 0,0 0-1 0 0,1 0 1 0 0,-1-1-1 0 0,1 1 1 0 0,0 0-1 0 0,0-1 1 0 0,0 1 0 0 0,0-1-1 0 0,1 0 1 0 0,-1 1-1 0 0,1-1 1 0 0,0 0-1 0 0,0-1 1 0 0,0 1 0 0 0,0-1-1 0 0,1 1 1 0 0,-1-1-1 0 0,8 4 1 0 0,1-1 9 0 0,1 0 0 0 0,0 0 0 0 0,1-2 0 0 0,-1 1 0 0 0,1-2 0 0 0,0 0 0 0 0,-1 0 0 0 0,1-1 0 0 0,0-1 0 0 0,0-1 0 0 0,15-1 0 0 0,-12 0-4 0 0,0-1 1 0 0,-1-1-1 0 0,1-1 0 0 0,-1 0 1 0 0,0-1-1 0 0,0 0 1 0 0,0-1-1 0 0,22-15 1 0 0,-28 15-8 0 0,0-1 1 0 0,-1 0 0 0 0,-1-1-1 0 0,1 1 1 0 0,-1-2 0 0 0,-1 1-1 0 0,0-1 1 0 0,0 0 0 0 0,-1 0-1 0 0,0-1 1 0 0,0 0 0 0 0,-2 0-1 0 0,1-1 1 0 0,-1 1 0 0 0,-1-1-1 0 0,0 0 1 0 0,2-22 0 0 0,-3 18-4 0 0,-1 1 0 0 0,-1-1 0 0 0,-1 1 0 0 0,0 0 0 0 0,0-1 0 0 0,-2 1 0 0 0,0 0 0 0 0,-1 0 0 0 0,0 0 0 0 0,-1 0 0 0 0,-1 1 0 0 0,0 0 0 0 0,-14-22 0 0 0,17 32-10 0 0,0-1 0 0 0,0 1 0 0 0,-1 0 0 0 0,1 0 0 0 0,-1 0 0 0 0,0 0 0 0 0,-1 1 0 0 0,1 0 0 0 0,0 0 0 0 0,-1 0-1 0 0,0 0 1 0 0,0 1 0 0 0,0-1 0 0 0,0 1 0 0 0,-9-2 0 0 0,10 3 1 0 0,-1 0 0 0 0,1 1 0 0 0,-1 0 0 0 0,1 0 0 0 0,-1 0 0 0 0,1 0 0 0 0,-1 0-1 0 0,1 1 1 0 0,0 0 0 0 0,-1 0 0 0 0,1 0 0 0 0,0 1 0 0 0,0-1 0 0 0,0 1 0 0 0,-1 0 0 0 0,2 0 0 0 0,-1 1 0 0 0,0-1 0 0 0,-4 5 0 0 0,2-3-1 0 0,1 1 1 0 0,0 0-1 0 0,0 0 1 0 0,1 0 0 0 0,-1 1-1 0 0,1-1 1 0 0,1 1-1 0 0,-1 0 1 0 0,1 0 0 0 0,0 1-1 0 0,0-1 1 0 0,0 1-1 0 0,1-1 1 0 0,0 1 0 0 0,-1 11-1 0 0,3-13 9 0 0,-1 0 0 0 0,2 0-1 0 0,-1 0 1 0 0,0 1 0 0 0,1-1 0 0 0,0 0-1 0 0,0 0 1 0 0,1 0 0 0 0,-1 0-1 0 0,1 0 1 0 0,0 0 0 0 0,0-1-1 0 0,1 1 1 0 0,0-1 0 0 0,-1 1 0 0 0,2-1-1 0 0,-1 0 1 0 0,0 0 0 0 0,1 0-1 0 0,-1 0 1 0 0,7 3 0 0 0,-1 0 2 0 0,0-1 0 0 0,1 0 0 0 0,0-1 0 0 0,0 0 0 0 0,0 0 1 0 0,1-1-1 0 0,0-1 0 0 0,0 0 0 0 0,-1 0 0 0 0,19 1 0 0 0,1-1 2 0 0,0-1 0 0 0,52-5 0 0 0,-43-1-5 0 0,0-2 1 0 0,0-1 0 0 0,0-3 0 0 0,-1 0 0 0 0,-1-3 0 0 0,0-1 0 0 0,-1-2 0 0 0,0-1 0 0 0,-2-2 0 0 0,37-26 0 0 0,-18 6-13 0 0,-1-2-1 0 0,-3-3 1 0 0,-1-1-1 0 0,-3-3 1 0 0,51-68-1 0 0,-19 16-143 0 0,-70 92-7 0 0,-11 20 136 0 0,-11 19 79 0 0,-254 560 355 0 0,214-461-308 0 0,-112 292 175 0 0,39 13-136 0 0,116-378-73 0 0,-9 95 0 0 0,20-131 47 0 0,1-1 0 0 0,0 0 0 0 0,1 0 0 0 0,2 0-1 0 0,0 0 1 0 0,1 0 0 0 0,0-1 0 0 0,11 27 0 0 0,-13-42-27 0 0,0 0 1 0 0,0 0-1 0 0,0 0 1 0 0,0-1-1 0 0,0 1 1 0 0,1-1-1 0 0,-1 1 0 0 0,1-1 1 0 0,0 0-1 0 0,0 0 1 0 0,0 0-1 0 0,1-1 1 0 0,-1 1-1 0 0,1-1 1 0 0,5 4-1 0 0,-6-5-39 0 0,1 0 1 0 0,-1 0-1 0 0,0-1 0 0 0,0 1 0 0 0,1-1 0 0 0,-1 1 0 0 0,0-1 1 0 0,1 0-1 0 0,-1 0 0 0 0,0 0 0 0 0,1-1 0 0 0,-1 0 0 0 0,0 1 1 0 0,1-1-1 0 0,-1 0 0 0 0,0 0 0 0 0,0-1 0 0 0,0 1 1 0 0,0 0-1 0 0,4-4 0 0 0,3-1-10 0 0,-1-1 0 0 0,1-1 0 0 0,-2 0 0 0 0,1 0 0 0 0,-1-1 0 0 0,0 1 0 0 0,-1-2 0 0 0,0 1 0 0 0,0-1 0 0 0,-1 0 0 0 0,0-1 0 0 0,-1 0 0 0 0,0 1 0 0 0,-1-1 0 0 0,5-18 0 0 0,-6 14-22 0 0,1 0 0 0 0,-2 1-1 0 0,0-1 1 0 0,-1 0 0 0 0,-1 0 0 0 0,0 0-1 0 0,-1 0 1 0 0,0 0 0 0 0,-2 0-1 0 0,1 0 1 0 0,-10-26 0 0 0,2 18 3 0 0,0 1 0 0 0,-2 0 0 0 0,0 1 1 0 0,-1 0-1 0 0,-1 1 0 0 0,-1 1 0 0 0,-1 0 0 0 0,-35-31 1 0 0,-11-2 513 0 0,-93-60 0 0 0,39 30 854 0 0,105 74-1297 0 0,7 5-28 0 0,0 1 0 0 0,0-1 0 0 0,0 0 0 0 0,0-1 0 0 0,1 1 0 0 0,0-1 0 0 0,-6-7 0 0 0,8 10-48 0 0,1-1 0 0 0,-1 1 1 0 0,1-1-1 0 0,-1 1 0 0 0,1-1 1 0 0,0 0-1 0 0,0 1 1 0 0,0-1-1 0 0,0 1 0 0 0,0-1 1 0 0,0 0-1 0 0,0 1 0 0 0,1-1 1 0 0,-1 1-1 0 0,0-1 1 0 0,1 1-1 0 0,-1-1 0 0 0,1 1 1 0 0,0-1-1 0 0,0 1 1 0 0,-1-1-1 0 0,1 1 0 0 0,0 0 1 0 0,0-1-1 0 0,0 1 0 0 0,0 0 1 0 0,0 0-1 0 0,1 0 1 0 0,1-2-1 0 0,6-6-21 0 0,2 0-1 0 0,-1 1 1 0 0,1 0 0 0 0,1 0 0 0 0,18-8-1 0 0,66-27-377 0 0,-67 31 215 0 0,61-22-1640 0 0,1 4-1 0 0,158-30 1 0 0,48 19-8591 0 0,-232 35 4958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42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88 904 0 0,'4'-7'835'0'0,"1"0"0"0"0,-1-1 0 0 0,1 2 0 0 0,1-1-1 0 0,-1 1 1 0 0,1-1 0 0 0,13-9 0 0 0,-14 13-662 0 0,0 0-1 0 0,0 0 1 0 0,0 0 0 0 0,1 1-1 0 0,-1 0 1 0 0,1 0 0 0 0,-1 0-1 0 0,1 1 1 0 0,0 0 0 0 0,-1 0-1 0 0,1 1 1 0 0,9-1 0 0 0,-3 2-109 0 0,0 0 0 0 0,-1 1 0 0 0,1 0 0 0 0,-1 1 0 0 0,0 0 0 0 0,1 1 0 0 0,-1 0 0 0 0,-1 1 0 0 0,1 0 0 0 0,-1 1 0 0 0,0 0 0 0 0,0 0 0 0 0,-1 1 0 0 0,1 1 0 0 0,-2 0 0 0 0,1 0 0 0 0,-1 0 0 0 0,11 15 0 0 0,-7-7-35 0 0,0 1 1 0 0,-1 0-1 0 0,-1 0 1 0 0,0 1-1 0 0,-2 1 0 0 0,0 0 1 0 0,-1 0-1 0 0,-1 0 0 0 0,7 38 1 0 0,-10-36 83 0 0,-1 0 0 0 0,-2 0 1 0 0,0 0-1 0 0,-3 23 0 0 0,2-33 37 0 0,-1 0 0 0 0,0 0 0 0 0,-1-1 0 0 0,0 1 0 0 0,-1-1-1 0 0,0 0 1 0 0,0 0 0 0 0,-1 0 0 0 0,-9 14 0 0 0,-5-7 387 0 0,18-17-524 0 0,1 1 0 0 0,-1-1 0 0 0,0 1 1 0 0,1-1-1 0 0,-1 0 0 0 0,0 1 1 0 0,0-1-1 0 0,1 0 0 0 0,-1 0 0 0 0,0 0 1 0 0,0 1-1 0 0,1-1 0 0 0,-1 0 1 0 0,0 0-1 0 0,0 0 0 0 0,1 0 0 0 0,-1 0 1 0 0,0 0-1 0 0,0 0 0 0 0,1-1 1 0 0,-1 1-1 0 0,0 0 0 0 0,0 0 0 0 0,1-1 1 0 0,-1 1-1 0 0,0 0 0 0 0,1-1 1 0 0,-1 1-1 0 0,0-1 0 0 0,1 1 0 0 0,-2-1 1 0 0,-2-5 4 0 0,0-1 0 0 0,1 1 0 0 0,0-1 0 0 0,0 1 0 0 0,0-1 0 0 0,1 0 0 0 0,-1 0 0 0 0,2 0 0 0 0,-1 0 0 0 0,1 0 0 0 0,0 0 0 0 0,1-1 1 0 0,0 1-1 0 0,0 0 0 0 0,2-14 0 0 0,1-2-11 0 0,1 0 1 0 0,1 0-1 0 0,13-40 0 0 0,-13 50-17 0 0,1-1 0 0 0,0 1 0 0 0,1 0 0 0 0,0 1-1 0 0,1-1 1 0 0,0 2 0 0 0,1-1 0 0 0,1 1 0 0 0,-1 0 0 0 0,2 1-1 0 0,12-10 1 0 0,-14 13 3 0 0,0 1 0 0 0,0 1 0 0 0,1-1 1 0 0,0 2-1 0 0,0-1 0 0 0,0 1 0 0 0,0 1 0 0 0,0 0 0 0 0,1 0 0 0 0,-1 1 0 0 0,1 0 0 0 0,0 1 0 0 0,0 1 0 0 0,0-1 1 0 0,16 3-1 0 0,-14 0 3 0 0,-1 0 0 0 0,0 0 0 0 0,0 2 0 0 0,0-1 1 0 0,0 2-1 0 0,0-1 0 0 0,-1 2 0 0 0,1 0 0 0 0,-2 0 0 0 0,1 1 1 0 0,-1 0-1 0 0,14 12 0 0 0,-17-13 6 0 0,-2 0 0 0 0,1 0 0 0 0,-1 0 0 0 0,0 1 0 0 0,0-1 0 0 0,0 1 0 0 0,-1 0 0 0 0,0 1-1 0 0,-1-1 1 0 0,0 1 0 0 0,0-1 0 0 0,0 1 0 0 0,-1 0 0 0 0,0 0 0 0 0,-1 0 0 0 0,0 1 0 0 0,0-1 0 0 0,-1 0 0 0 0,-1 16 0 0 0,1-18 9 0 0,-1-1 0 0 0,0 1 0 0 0,0 0 0 0 0,0-1 0 0 0,-1 1 0 0 0,0-1 0 0 0,0 1 0 0 0,-1-1 0 0 0,1 0 0 0 0,-1 0 0 0 0,0 0 0 0 0,0 0 0 0 0,-1 0 0 0 0,0-1 0 0 0,0 1 0 0 0,0-1 0 0 0,-4 4 0 0 0,6-7 29 0 0,0-1-36 0 0,1 0 0 0 0,0 0 0 0 0,0 0 0 0 0,0 0 0 0 0,0-1 0 0 0,-1 1 0 0 0,1 0 0 0 0,0-1 0 0 0,0 1 0 0 0,0-1 0 0 0,0 1 0 0 0,0-1 0 0 0,0 1 0 0 0,0-1 1 0 0,0 0-1 0 0,0 1 0 0 0,0-1 0 0 0,0 0 0 0 0,1 0 0 0 0,-1 0 0 0 0,0 0 0 0 0,0 1 0 0 0,0-3 0 0 0,0 1 0 0 0,-1-1 0 0 0,1 0-1 0 0,0 0 1 0 0,0 0 0 0 0,1 0 0 0 0,-1 0 0 0 0,1 0 0 0 0,-1 0 0 0 0,1-3-1 0 0,0-5 1 0 0,1-1-1 0 0,0 1 0 0 0,1-1 0 0 0,3-12 0 0 0,1 5-11 0 0,0 1 0 0 0,2-1 0 0 0,0 1 0 0 0,1 0 0 0 0,0 1 0 0 0,2 0 0 0 0,0 0 0 0 0,23-26 0 0 0,-23 31 0 0 0,0 2 0 0 0,0-1 0 0 0,0 1 0 0 0,2 1 0 0 0,-1 0 0 0 0,1 0 0 0 0,0 1 0 0 0,1 1 0 0 0,0 1 0 0 0,0 0 0 0 0,28-8 0 0 0,-36 12 2 0 0,-1 1 1 0 0,1 0-1 0 0,-1 1 0 0 0,1-1 0 0 0,-1 1 0 0 0,1 0 0 0 0,-1 0 0 0 0,1 1 1 0 0,-1 0-1 0 0,1 0 0 0 0,-1 0 0 0 0,0 1 0 0 0,1-1 0 0 0,-1 1 0 0 0,0 1 0 0 0,7 3 1 0 0,-8-3 11 0 0,0 0 0 0 0,-1 0 0 0 0,1 0 1 0 0,-1 1-1 0 0,1 0 0 0 0,-1-1 0 0 0,0 1 1 0 0,0 0-1 0 0,-1 1 0 0 0,1-1 1 0 0,-1 0-1 0 0,0 1 0 0 0,0-1 0 0 0,-1 1 1 0 0,1 0-1 0 0,-1 0 0 0 0,0-1 0 0 0,1 9 1 0 0,-1 11 17 0 0,-1-1 0 0 0,-1 1 0 0 0,-1-1 0 0 0,-1 1 0 0 0,-8 29 0 0 0,5-29-235 0 0,2 0-1 0 0,1 0 1 0 0,0 0-1 0 0,3 42 1 0 0,0-63 98 0 0,0 0 0 0 0,0 0-1 0 0,1 0 1 0 0,-1 0 0 0 0,1 0 0 0 0,0 0 0 0 0,0 0 0 0 0,0-1-1 0 0,0 1 1 0 0,0 0 0 0 0,1-1 0 0 0,-1 1 0 0 0,1-1 0 0 0,0 1-1 0 0,0-1 1 0 0,0 0 0 0 0,4 4 0 0 0,-4-4-47 0 0,1-1 0 0 0,0 0 0 0 0,0 1 0 0 0,0-1 1 0 0,0-1-1 0 0,0 1 0 0 0,0 0 0 0 0,0-1 0 0 0,0 1 0 0 0,0-1 0 0 0,0 0 1 0 0,1 0-1 0 0,-1 0 0 0 0,0 0 0 0 0,0-1 0 0 0,0 1 0 0 0,4-2 0 0 0,8-2-657 0 0,-1-1 0 0 0,1 0 0 0 0,-1-1-1 0 0,1-1 1 0 0,16-11 0 0 0,0 0-729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44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174 884 3680 0 0,'23'-27'2209'0'0,"35"-56"-1"0"0,-50 69-1448 0 0,-1 0-1 0 0,0 0 0 0 0,-1-1 0 0 0,0 0 0 0 0,-1 0 0 0 0,4-24 0 0 0,-9 39-740 0 0,0 0-1 0 0,0-1 0 0 0,1 1 1 0 0,-1-1-1 0 0,0 1 0 0 0,0-1 1 0 0,0 1-1 0 0,0-1 1 0 0,0 1-1 0 0,0-1 0 0 0,0 0 1 0 0,0 1-1 0 0,0-1 0 0 0,0 1 1 0 0,0-1-1 0 0,0 1 1 0 0,0-1-1 0 0,-1 1 0 0 0,1-1 1 0 0,0 1-1 0 0,0 0 1 0 0,0-1-1 0 0,-1 1 0 0 0,1-1 1 0 0,0 1-1 0 0,-1-1 0 0 0,1 1 1 0 0,0 0-1 0 0,-1-1 1 0 0,1 1-1 0 0,0 0 0 0 0,-1-1 1 0 0,1 1-1 0 0,-1 0 0 0 0,1-1 1 0 0,-1 1-1 0 0,1 0 1 0 0,-1 0-1 0 0,1 0 0 0 0,0-1 1 0 0,-1 1-1 0 0,1 0 0 0 0,-1 0 1 0 0,0 0-1 0 0,1 0 1 0 0,-1 0-1 0 0,1 0 0 0 0,-1 0 1 0 0,1 0-1 0 0,-1 0 0 0 0,1 0 1 0 0,-1 0-1 0 0,1 1 1 0 0,-2-1-1 0 0,-1 1 3 0 0,0 0-1 0 0,0 0 1 0 0,0 0 0 0 0,0 1 0 0 0,0-1 0 0 0,-4 4-1 0 0,-14 12 41 0 0,1 2 0 0 0,1 0-1 0 0,0 1 1 0 0,-28 41-1 0 0,17-15-56 0 0,-34 69 0 0 0,54-96-11 0 0,2 0 1 0 0,-8 25-1 0 0,14-38 15 0 0,1 0-1 0 0,-1 0 1 0 0,1 1-1 0 0,0-1 1 0 0,1 0-1 0 0,-1 0 1 0 0,1 1-1 0 0,1-1 1 0 0,-1 0 0 0 0,1 1-1 0 0,2 10 1 0 0,-2-15-2 0 0,0 0 1 0 0,-1-1-1 0 0,1 1 1 0 0,0 0 0 0 0,0-1-1 0 0,0 1 1 0 0,0-1-1 0 0,0 1 1 0 0,1-1-1 0 0,-1 1 1 0 0,0-1 0 0 0,1 0-1 0 0,-1 1 1 0 0,1-1-1 0 0,-1 0 1 0 0,1 0-1 0 0,-1 0 1 0 0,1 0 0 0 0,0-1-1 0 0,3 2 1 0 0,-1-1 2 0 0,-1 0 1 0 0,1-1 0 0 0,0 0 0 0 0,0 0-1 0 0,0 0 1 0 0,-1 0 0 0 0,1 0-1 0 0,0-1 1 0 0,7-1 0 0 0,1-3 10 0 0,1 1 1 0 0,-1-2 0 0 0,1 1 0 0 0,20-15-1 0 0,-19 10-3 0 0,0-1 0 0 0,0 0 0 0 0,-1-1 0 0 0,0-1 0 0 0,-1 0 0 0 0,-1 0 0 0 0,0-2 1 0 0,15-26-1 0 0,-1-6-16 0 0,29-79 0 0 0,-39 86-47 0 0,-10 27-73 0 0,-9 20 19 0 0,-9 21 49 0 0,-45 179 15 0 0,53-180 36 0 0,0 0 1 0 0,2 0 0 0 0,2 1-1 0 0,0-1 1 0 0,6 51 0 0 0,-5-75 3 0 0,1 0 1 0 0,-1 0 0 0 0,1 0 0 0 0,0 0-1 0 0,0-1 1 0 0,0 1 0 0 0,0 0 0 0 0,1 0-1 0 0,-1 0 1 0 0,1-1 0 0 0,-1 1 0 0 0,1-1-1 0 0,0 1 1 0 0,0-1 0 0 0,0 0 0 0 0,0 0-1 0 0,1 0 1 0 0,-1 0 0 0 0,0 0 0 0 0,1 0-1 0 0,0-1 1 0 0,4 3 0 0 0,-2-2-7 0 0,0-1 0 0 0,-1 0 0 0 0,1 0 0 0 0,0 0 1 0 0,-1-1-1 0 0,1 0 0 0 0,0 0 0 0 0,0 0 0 0 0,-1 0 0 0 0,1-1 0 0 0,0 0 1 0 0,-1 0-1 0 0,1 0 0 0 0,6-3 0 0 0,14-6-218 0 0,0-2 0 0 0,-1 0 0 0 0,0-2 0 0 0,-1-1 0 0 0,-1-1 0 0 0,0 0 0 0 0,-1-2 0 0 0,-1 0 0 0 0,20-25 0 0 0,2-6-416 0 0,-2-2-1 0 0,57-98 1 0 0,-51 64 349 0 0,-3-1 0 0 0,37-111 0 0 0,40-192 2920 0 0,-103 327-1961 0 0,-16 61-644 0 0,-2 3-21 0 0,0 0 0 0 0,1 0 0 0 0,-1 0 0 0 0,1 0 0 0 0,0 0 0 0 0,-1 0 0 0 0,1 0 0 0 0,0 0 0 0 0,1 2 0 0 0,-2 7 9 0 0,-76 359 390 0 0,35-195-135 0 0,25-98-174 0 0,-31 153 62 0 0,41-179-126 0 0,1 1 0 0 0,2 77 0 0 0,4-122-13 0 0,0 1 1 0 0,1-1 0 0 0,0 1-1 0 0,1-1 1 0 0,-1 0-1 0 0,2 1 1 0 0,-1-1 0 0 0,1 0-1 0 0,0 0 1 0 0,7 12 0 0 0,-8-16-11 0 0,0-1 1 0 0,0 1 0 0 0,0-1 0 0 0,1 0-1 0 0,-1 0 1 0 0,1 0 0 0 0,-1 0 0 0 0,1 0-1 0 0,0 0 1 0 0,0-1 0 0 0,0 1 0 0 0,0-1-1 0 0,0 0 1 0 0,0 0 0 0 0,0 0 0 0 0,0 0-1 0 0,0-1 1 0 0,1 1 0 0 0,-1-1 0 0 0,0 1-1 0 0,0-1 1 0 0,1-1 0 0 0,-1 1 0 0 0,0 0-1 0 0,0-1 1 0 0,1 1 0 0 0,4-3 0 0 0,6-1 8 0 0,-1-1 0 0 0,0-1 0 0 0,0 0 1 0 0,0-1-1 0 0,-1 0 0 0 0,0-1 0 0 0,0 0 0 0 0,-1-1 1 0 0,0 0-1 0 0,-1-1 0 0 0,0 0 0 0 0,14-18 0 0 0,-4 2 10 0 0,-2-1 0 0 0,0-1-1 0 0,-2 0 1 0 0,18-44-1 0 0,-33 69-30 0 0,7-17 22 0 0,0 0-1 0 0,8-36 1 0 0,-15 52-1 0 0,0 0 1 0 0,0-1 0 0 0,0 1-1 0 0,-1 0 1 0 0,0 0-1 0 0,0-1 1 0 0,0 1 0 0 0,0 0-1 0 0,-1 0 1 0 0,1 0-1 0 0,-1-1 1 0 0,0 1 0 0 0,-1 0-1 0 0,1 0 1 0 0,-1 0-1 0 0,1 0 1 0 0,-1 1 0 0 0,-1-1-1 0 0,1 0 1 0 0,-4-4-1 0 0,4 7-16 0 0,-1 0-1 0 0,1 0 0 0 0,0 0 0 0 0,-1 0 0 0 0,1 1 0 0 0,0-1 0 0 0,-1 1 0 0 0,1 0 0 0 0,-1 0 0 0 0,1-1 0 0 0,-1 2 0 0 0,1-1 0 0 0,-1 0 0 0 0,1 0 0 0 0,0 1 0 0 0,-1 0 0 0 0,1-1 0 0 0,-4 2 0 0 0,3 0-4 0 0,0-1-1 0 0,1 0 1 0 0,-1 1 0 0 0,0 0-1 0 0,1 0 1 0 0,-1 0-1 0 0,1 0 1 0 0,0 0 0 0 0,-1 0-1 0 0,1 0 1 0 0,0 1-1 0 0,0-1 1 0 0,1 1 0 0 0,-1-1-1 0 0,0 1 1 0 0,1 0-1 0 0,0 0 1 0 0,-1 0 0 0 0,1 0-1 0 0,0 0 1 0 0,1 0-1 0 0,-1 0 1 0 0,0 0 0 0 0,1 0-1 0 0,0 0 1 0 0,0 0-1 0 0,0 0 1 0 0,0 1 0 0 0,0-1-1 0 0,0 0 1 0 0,1 0-1 0 0,0 0 1 0 0,0 0 0 0 0,0 0-1 0 0,0 0 1 0 0,0 0-1 0 0,0 0 1 0 0,1-1 0 0 0,-1 1-1 0 0,1 0 1 0 0,0-1-1 0 0,0 1 1 0 0,0-1 0 0 0,0 1-1 0 0,0-1 1 0 0,3 2-1 0 0,3 1-6 0 0,0 0 0 0 0,1-1 0 0 0,0 0 0 0 0,0 0 0 0 0,0-1 0 0 0,0 0 0 0 0,0-1 0 0 0,1 0 0 0 0,-1-1 0 0 0,1 1 0 0 0,10-1 0 0 0,17-1-315 0 0,54-7-1 0 0,-87 7 291 0 0,21-3-216 0 0,0-1-1 0 0,0-1 1 0 0,0-1 0 0 0,25-10-1 0 0,-39 12 179 0 0,0-1-1 0 0,0 0 0 0 0,0-1 0 0 0,-1 0 1 0 0,0 0-1 0 0,0-1 0 0 0,-1-1 1 0 0,1 0-1 0 0,-2 0 0 0 0,15-17 1 0 0,-21 22 105 0 0,0-1 1 0 0,0 1 0 0 0,0 0 0 0 0,0-1 0 0 0,-1 0 0 0 0,0 1 0 0 0,1-1 0 0 0,-1 0 0 0 0,-1 0 0 0 0,1 0 0 0 0,0 1-1 0 0,-1-1 1 0 0,0-4 0 0 0,0 7-27 0 0,0 1 0 0 0,0-1-1 0 0,0 1 1 0 0,0-1 0 0 0,0 0-1 0 0,0 1 1 0 0,0-1 0 0 0,0 1-1 0 0,0-1 1 0 0,0 1 0 0 0,0-1-1 0 0,0 1 1 0 0,0-1 0 0 0,-1 1-1 0 0,1-1 1 0 0,0 1 0 0 0,0 0-1 0 0,-1-1 1 0 0,1 1 0 0 0,0-1-1 0 0,-1 1 1 0 0,1-1 0 0 0,0 1-1 0 0,-1 0 1 0 0,1-1 0 0 0,0 1-1 0 0,-1 0 1 0 0,1-1 0 0 0,-1 1-1 0 0,1 0 1 0 0,-1 0 0 0 0,1 0-1 0 0,-1-1 1 0 0,1 1 0 0 0,-1 0-1 0 0,1 0 1 0 0,-1 0 0 0 0,1 0-1 0 0,-1 0 1 0 0,1 0 0 0 0,-1 0-1 0 0,1 0 1 0 0,-1 0 0 0 0,1 0-1 0 0,-1 0 1 0 0,1 0 0 0 0,-1 0-1 0 0,1 0 1 0 0,-1 1 0 0 0,1-1-1 0 0,-1 0 1 0 0,0 1 0 0 0,-1-1-1 0 0,-1 2 1 0 0,1-1-1 0 0,0 0 1 0 0,-1 0-1 0 0,1 1 1 0 0,0-1-1 0 0,0 1 1 0 0,-3 3-1 0 0,-12 17 34 0 0,1 2 0 0 0,1 0-1 0 0,1 1 1 0 0,1 0 0 0 0,-15 41 0 0 0,14-26-16 0 0,2 1 1 0 0,2 0 0 0 0,-5 45 0 0 0,12-60 6 0 0,0 37 1 0 0,3-54-19 0 0,0 0 0 0 0,1 1 0 0 0,0-1 0 0 0,1 0 0 0 0,0 1-1 0 0,1-1 1 0 0,5 12 0 0 0,-7-18-23 0 0,0-1 0 0 0,0 1 0 0 0,1-1 0 0 0,0 1 0 0 0,-1-1 0 0 0,1 0 0 0 0,0 1 0 0 0,0-1 0 0 0,0 0 0 0 0,0-1 0 0 0,1 1 0 0 0,-1 0 0 0 0,1 0 0 0 0,-1-1 0 0 0,1 0 0 0 0,-1 1 0 0 0,4 0 0 0 0,-1-1-76 0 0,-1 0 0 0 0,1 0 1 0 0,0 0-1 0 0,-1-1 0 0 0,1 0 1 0 0,-1 0-1 0 0,1 0 0 0 0,0 0 1 0 0,8-3-1 0 0,0 0-181 0 0,-1-1 1 0 0,-1 0-1 0 0,1-1 1 0 0,0 0-1 0 0,-1-1 0 0 0,0 0 1 0 0,11-9-1 0 0,0-3-62 0 0,0-1 0 0 0,-2-1 1 0 0,0 0-1 0 0,-1-2 0 0 0,-1 0 0 0 0,-1-2 1 0 0,18-32-1 0 0,-8 6 2191 0 0,-2-1 1 0 0,30-92 0 0 0,-47 125-1421 0 0,-8 27-254 0 0,-9 30-80 0 0,-12 43 157 0 0,-20 158 0 0 0,40-230-430 0 0,0 0 0 0 0,1 0 0 0 0,1-1 0 0 0,-1 1 0 0 0,2 0 0 0 0,-1-1 0 0 0,5 14 0 0 0,-5-20-147 0 0,0 0 1 0 0,0 0-1 0 0,0-1 0 0 0,1 1 1 0 0,-1 0-1 0 0,1 0 0 0 0,-1-1 1 0 0,1 1-1 0 0,0-1 0 0 0,0 0 1 0 0,0 0-1 0 0,1 1 0 0 0,-1-1 1 0 0,0-1-1 0 0,1 1 0 0 0,-1 0 1 0 0,1 0-1 0 0,0-1 0 0 0,0 0 1 0 0,-1 1-1 0 0,1-1 0 0 0,0 0 1 0 0,0 0-1 0 0,0-1 0 0 0,0 1 1 0 0,6 0-1 0 0,4-1-3124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44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18 104 108 0 0,'10'-32'5919'0'0,"-8"24"-5050"0"0,0 0 0 0 0,1 1 0 0 0,0-1 0 0 0,0 1 0 0 0,0-1 0 0 0,1 1 0 0 0,5-7 0 0 0,-8 13-851 0 0,1 1 0 0 0,-1-1-1 0 0,0 1 1 0 0,0-1 0 0 0,0 1-1 0 0,1-1 1 0 0,-1 1 0 0 0,0 0 0 0 0,1 0-1 0 0,-1-1 1 0 0,0 1 0 0 0,0 0-1 0 0,1 0 1 0 0,-1 0 0 0 0,0 1 0 0 0,1-1-1 0 0,-1 0 1 0 0,0 0 0 0 0,1 1-1 0 0,-1-1 1 0 0,0 1 0 0 0,0-1-1 0 0,0 1 1 0 0,2 0 0 0 0,0 1-9 0 0,1 1 0 0 0,-1-1 0 0 0,0 1 0 0 0,0-1 0 0 0,0 1 0 0 0,0 0 0 0 0,0 0 0 0 0,-1 0 0 0 0,1 1 0 0 0,-1-1 0 0 0,0 1 0 0 0,2 4 0 0 0,0-1 7 0 0,-1 1-1 0 0,-1 0 1 0 0,0 0 0 0 0,0 0-1 0 0,2 15 1 0 0,-3-6 13 0 0,-1 1-1 0 0,0 0 1 0 0,-1 0 0 0 0,-1 0 0 0 0,-5 21-1 0 0,2-17 162 0 0,-1-1-1 0 0,-1-1 0 0 0,-1 1 1 0 0,-1-1-1 0 0,0-1 0 0 0,-2 1 1 0 0,0-2-1 0 0,-1 1 0 0 0,-1-2 1 0 0,-18 20-1 0 0,21-31 155 0 0,6-12-99 0 0,7-14-106 0 0,9-5-118 0 0,2 0-1 0 0,0 1 1 0 0,2 1 0 0 0,1 0 0 0 0,30-32 0 0 0,-29 34 2 0 0,26-30 3 0 0,2-1 63 0 0,60-88 0 0 0,-105 137-74 0 0,3 0-80 0 0,-9 8 35 0 0,-1 3 17 0 0,1 0 0 0 0,0 0 0 0 0,1 0 0 0 0,0 1 0 0 0,0-1 0 0 0,-2 10 0 0 0,-13 57-41 0 0,17-67 49 0 0,-1 6 3 0 0,1 0-1 0 0,0 0 0 0 0,0 0 1 0 0,2 0-1 0 0,-1 0 0 0 0,2 1 1 0 0,0-1-1 0 0,6 25 0 0 0,-6-33 14 0 0,1 0 0 0 0,0 0 0 0 0,0-1 0 0 0,1 1 0 0 0,-1-1 0 0 0,1 0 0 0 0,1 1 0 0 0,-1-2 0 0 0,1 1 0 0 0,-1 0 0 0 0,1-1 0 0 0,1 1 0 0 0,-1-1 0 0 0,1 0 0 0 0,-1-1 0 0 0,1 1 0 0 0,0-1 0 0 0,0 0 0 0 0,1 0 0 0 0,-1 0 0 0 0,1-1 0 0 0,-1 0 0 0 0,8 2 0 0 0,-1-1-6 0 0,-1-1 0 0 0,1-1 0 0 0,-1 0 0 0 0,1 0 0 0 0,0-1-1 0 0,0 0 1 0 0,-1-1 0 0 0,1-1 0 0 0,-1 0 0 0 0,1 0 0 0 0,-1-1 0 0 0,18-7 0 0 0,-19 5-396 0 0,0 1 0 0 0,0-2 0 0 0,-1 1 0 0 0,1-1 1 0 0,13-13-1 0 0,-16 13-479 0 0,-1 0 1 0 0,1-1-1 0 0,-2 0 0 0 0,1 0 1 0 0,-1 0-1 0 0,0-1 1 0 0,5-11-1 0 0,1-8-4466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45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18 3136 0 0,'-14'-1'2062'0'0,"-71"-11"7447"0"0,82 11-9219 0 0,-14-1 54 0 0,16 2-524 0 0,0 0-1 0 0,1-1 0 0 0,-1 1 0 0 0,0 0 0 0 0,1 0 0 0 0,-1 0 0 0 0,0 0 0 0 0,0 0 0 0 0,1 0 1 0 0,-1 0-1 0 0,0 0 0 0 0,1 0 0 0 0,-1 0 0 0 0,0 1 0 0 0,0-1 0 0 0,1 0 0 0 0,-1 0 0 0 0,0 1 1 0 0,1-1-1 0 0,-1 0 0 0 0,1 1 0 0 0,-2 0 0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46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14 188 0 0,'0'0'2660'0'0,"5"-14"1521"0"0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47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63 119 680 0 0,'0'0'3572'0'0,"-24"-11"3051"0"0,7-1-4738 0 0,16 11-1373 0 0,-9-5 1484 0 0,-1 0-751 0 0,11 1-787 0 0,23 0-407 0 0,400-53 242 0 0,-295 47-1635 0 0,171 8 0 0 0,-288 3 1021 0 0,-3 0 139 0 0,-1 1 0 0 0,1-1 0 0 0,0 1 0 0 0,7 3 0 0 0,-12-3-176 0 0,0 0 0 0 0,0 0 0 0 0,0 0 1 0 0,0 1-1 0 0,-1-1 0 0 0,1 1 0 0 0,0 0 0 0 0,-1 0 0 0 0,0 0 0 0 0,1 0 0 0 0,-1 0 0 0 0,0 0 0 0 0,0 1 0 0 0,2 3 0 0 0,4 5-2120 0 0,-2-3-671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47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3600 0 0,'223'4'15607'0'0,"-220"-4"-15380"0"0,0-1-1 0 0,1 1 1 0 0,-1 0 0 0 0,1-1-1 0 0,-1 0 1 0 0,0 0 0 0 0,0 0-1 0 0,1 0 1 0 0,-1 0 0 0 0,0-1-1 0 0,0 1 1 0 0,0-1-1 0 0,-1 0 1 0 0,1 0 0 0 0,0 0-1 0 0,0 0 1 0 0,-1 0 0 0 0,0-1-1 0 0,1 1 1 0 0,-1-1 0 0 0,0 1-1 0 0,0-1 1 0 0,2-4 0 0 0,-2 3-473 0 0,0-1 1 0 0,0 1 0 0 0,0-1 0 0 0,0 0 0 0 0,-1 0-1 0 0,1-6 1 0 0,-1 5-1567 0 0,0 1 0 0 0,-1-1 1 0 0,0 0-1 0 0,0 0 0 0 0,-1-6 0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2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503 0 540 0 0,'0'0'1573'0'0,"-13"6"1643"0"0,3 7-2480 0 0,0 0 1 0 0,1 1-1 0 0,1 0 0 0 0,-12 29 0 0 0,-20 68 63 0 0,28-75-515 0 0,-304 904 2680 0 0,306-912-2951 0 0,5-10 302 0 0,-1-1 0 0 0,-1 0-1 0 0,0 0 1 0 0,-10 15 0 0 0,16-30-198 0 0,-1-7-67 0 0,0 0 0 0 0,0-1-1 0 0,1 1 1 0 0,-1 0 0 0 0,1-1-1 0 0,1 1 1 0 0,-1-1 0 0 0,1 1-1 0 0,1-11 1 0 0,9-54-76 0 0,-4 36 30 0 0,129-650-278 0 0,-115 608 217 0 0,3 2-1 0 0,41-91 1 0 0,-64 163 53 0 0,1 0 1 0 0,0 0-1 0 0,0 0 1 0 0,0 0-1 0 0,1 0 0 0 0,-1 0 1 0 0,0 0-1 0 0,1 0 1 0 0,-1 1-1 0 0,1-1 0 0 0,0 1 1 0 0,-1-1-1 0 0,1 1 1 0 0,0 0-1 0 0,0-1 0 0 0,0 1 1 0 0,3-1-1 0 0,-3 2 5 0 0,-1 0-1 0 0,1 0 0 0 0,-1 0 0 0 0,1 0 1 0 0,-1 0-1 0 0,1 0 0 0 0,-1 1 0 0 0,1-1 1 0 0,-1 0-1 0 0,1 1 0 0 0,-1-1 0 0 0,1 1 1 0 0,-1 0-1 0 0,0-1 0 0 0,1 1 1 0 0,-1 0-1 0 0,0 0 0 0 0,0 0 0 0 0,1 0 1 0 0,-1 0-1 0 0,0 0 0 0 0,0 0 0 0 0,0 1 1 0 0,0-1-1 0 0,-1 0 0 0 0,1 1 0 0 0,1 0 1 0 0,9 17 6 0 0,0 0 0 0 0,-1 1 0 0 0,-1 0 0 0 0,10 31 0 0 0,19 90 138 0 0,-29-101-91 0 0,13 66 532 0 0,-4 0-1 0 0,-5 0 1 0 0,-5 1-1 0 0,-9 170 0 0 0,-2-219-469 0 0,0 195 209 0 0,9-200-1405 0 0,-6-51 134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2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149 170 800 0 0,'-138'-15'10914'0'0,"135"15"-10630"0"0,-4-1 104 0 0,11-4-176 0 0,14-4-73 0 0,297-69-791 0 0,5 26-6005 0 0,-256 43 3633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2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13 1748 0 0,'-5'9'9818'0'0,"-9"-1"-6558"0"0,21-6-1964 0 0,27-7-1065 0 0,112-21-2041 0 0,-137 25 195 0 0,3 1 155 0 0,-3 1-2246 0 0,5 1-1652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2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 1980 0 0,'-73'65'8256'0'0,"71"-64"-7687"0"0,2-1-531 0 0,0 1 0 0 0,0-1-1 0 0,0 1 1 0 0,0-1 0 0 0,1 1 0 0 0,-1-1 0 0 0,0 0 0 0 0,0 1-1 0 0,0-1 1 0 0,1 1 0 0 0,-1-1 0 0 0,0 0 0 0 0,0 1 0 0 0,1-1-1 0 0,-1 0 1 0 0,0 1 0 0 0,0-1 0 0 0,1 0 0 0 0,-1 1-1 0 0,0-1 1 0 0,1 0 0 0 0,-1 0 0 0 0,1 1 0 0 0,-1-1 0 0 0,0 0-1 0 0,1 0 1 0 0,-1 0 0 0 0,1 0 0 0 0,-1 0 0 0 0,1 1 0 0 0,-1-1-1 0 0,1 0 1 0 0,15 0 250 0 0,-14 0-265 0 0,117-7-60 0 0,-40 0-5812 0 0,-49 4 1775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1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70 236 1904 0 0,'-7'-21'1891'0'0,"-40"-156"8258"0"0,46 175-9988 0 0,1 0-93 0 0,-1-1 0 0 0,1 1 0 0 0,-1-1 0 0 0,0 1 0 0 0,0-1 0 0 0,0 1 1 0 0,-3-5-1 0 0,2 4-2 0 0,1 1-27 0 0,-1-5 98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14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0 184 0 0,'0'0'2197'0'0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0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330 528 788 0 0,'-8'-9'3369'0'0,"6"7"-2366"0"0,0 0 0 0 0,1-1 0 0 0,-1 1-1 0 0,0-1 1 0 0,1 0 0 0 0,-3-4-1 0 0,6 4-893 0 0,-1 0-1 0 0,1-1 1 0 0,0 1-1 0 0,0 0 1 0 0,0 0-1 0 0,0 0 1 0 0,0 0-1 0 0,1 0 1 0 0,-1 1 0 0 0,1-1-1 0 0,-1 1 1 0 0,7-4-1 0 0,-2-1 10 0 0,18-17-52 0 0,-1-1 0 0 0,0-1 0 0 0,-2-1 1 0 0,-1-1-1 0 0,-2 0 0 0 0,-1-2 0 0 0,-1-1 0 0 0,-1 0 0 0 0,-2 0 0 0 0,-1-2 0 0 0,-1 0 0 0 0,9-48 1 0 0,-19 61-102 0 0,-3 20 35 0 0,1 0 0 0 0,0 0 0 0 0,0 0 0 0 0,0 0 0 0 0,0 0 0 0 0,0 0 0 0 0,0 0 1 0 0,-1 0-1 0 0,1 0 0 0 0,0 0 0 0 0,0 0 0 0 0,0-1 0 0 0,0 1 0 0 0,0 0 0 0 0,-1 0 0 0 0,1 0 0 0 0,0 0 0 0 0,0 0 0 0 0,0 0 0 0 0,0 0 0 0 0,0 0 0 0 0,-1 0 0 0 0,1 0 0 0 0,0 0 0 0 0,0 0 0 0 0,0 1 0 0 0,0-1 0 0 0,0 0 0 0 0,-1 0 0 0 0,1 0 0 0 0,0 0 0 0 0,0 0 0 0 0,0 0 0 0 0,0 0 0 0 0,0 0 0 0 0,0 0 0 0 0,-1 0 0 0 0,1 1 0 0 0,0-1 0 0 0,0 0 0 0 0,0 0 0 0 0,0 0 0 0 0,0 0 0 0 0,0 0 0 0 0,0 0 0 0 0,0 1 0 0 0,0-1 0 0 0,0 0 0 0 0,0 0 0 0 0,0 0 0 0 0,0 1 0 0 0,-18 31 24 0 0,-11 46 0 0 0,-25 115 0 0 0,34-116 24 0 0,-87 397 551 0 0,20 5-81 0 0,55-294-425 0 0,24-139 7 0 0,-18 89-33 0 0,21-114 388 0 0,-1-1 1 0 0,-1 0-1 0 0,-1 0 1 0 0,-14 24-1 0 0,21-42-381 0 0,0 1 0 0 0,-1-1 1 0 0,1 1-1 0 0,-1-1 0 0 0,0 0 0 0 0,0 1 1 0 0,0-1-1 0 0,0 0 0 0 0,0 0 1 0 0,-1-1-1 0 0,1 1 0 0 0,0 0 0 0 0,-1-1 1 0 0,1 1-1 0 0,-1-1 0 0 0,0 0 0 0 0,1 0 1 0 0,-1 0-1 0 0,0 0 0 0 0,0-1 0 0 0,-4 2 1 0 0,4-3-51 0 0,0 1 1 0 0,1 0-1 0 0,-1-1 1 0 0,0 0 0 0 0,1 1-1 0 0,-1-1 1 0 0,1 0-1 0 0,-1 0 1 0 0,1-1 0 0 0,-1 1-1 0 0,1 0 1 0 0,0-1 0 0 0,0 1-1 0 0,-1-1 1 0 0,1 0-1 0 0,1 0 1 0 0,-1 0 0 0 0,0 0-1 0 0,0 0 1 0 0,1 0-1 0 0,-1 0 1 0 0,1-1 0 0 0,-2-3-1 0 0,-7-12 3 0 0,2-1 0 0 0,0 0 0 0 0,2-1-1 0 0,0 0 1 0 0,1 0 0 0 0,0 0 0 0 0,2-1 0 0 0,1 0-1 0 0,0 1 1 0 0,2-26 0 0 0,2 16-24 0 0,0 1-1 0 0,3 0 1 0 0,0 0 0 0 0,1 0-1 0 0,2 1 1 0 0,19-45-1 0 0,-19 55-10 0 0,1 0-1 0 0,1 1 0 0 0,0 0 0 0 0,1 1 1 0 0,1 0-1 0 0,1 1 0 0 0,0 0 0 0 0,1 1 1 0 0,0 1-1 0 0,1 0 0 0 0,31-20 0 0 0,-35 26 7 0 0,1 1 0 0 0,0 0-1 0 0,0 1 1 0 0,0 0 0 0 0,0 1-1 0 0,1 0 1 0 0,0 1 0 0 0,0 0-1 0 0,0 1 1 0 0,0 1 0 0 0,0 0-1 0 0,0 0 1 0 0,0 2 0 0 0,0 0-1 0 0,0 0 1 0 0,0 1 0 0 0,0 0-1 0 0,21 8 1 0 0,-30-9 3 0 0,0 1-1 0 0,0-1 1 0 0,0 1 0 0 0,0 0-1 0 0,0 0 1 0 0,0 0-1 0 0,0 1 1 0 0,-1 0 0 0 0,1-1-1 0 0,-1 1 1 0 0,0 0 0 0 0,0 1-1 0 0,0-1 1 0 0,0 1-1 0 0,0-1 1 0 0,-1 1 0 0 0,0 0-1 0 0,1 0 1 0 0,-1 0-1 0 0,2 8 1 0 0,-3-7-1 0 0,0 0 0 0 0,0 1 1 0 0,-1-1-1 0 0,0 0 0 0 0,0 0 0 0 0,-1 1 0 0 0,1-1 0 0 0,-1 0 1 0 0,0 0-1 0 0,0 0 0 0 0,-1 0 0 0 0,0 0 0 0 0,1 0 0 0 0,-2 0 1 0 0,1 0-1 0 0,0 0 0 0 0,-5 5 0 0 0,3-4 4 0 0,0 0 0 0 0,-1-1 0 0 0,1 1 0 0 0,-1-1 0 0 0,0 0 0 0 0,-1 0 0 0 0,1 0 0 0 0,-1 0-1 0 0,0-1 1 0 0,-7 3 0 0 0,10-5-2 0 0,0-1 0 0 0,0 0-1 0 0,0 0 1 0 0,0 0-1 0 0,0 0 1 0 0,0 0 0 0 0,-1-1-1 0 0,1 1 1 0 0,0-1-1 0 0,0 0 1 0 0,-1 0 0 0 0,1 0-1 0 0,0-1 1 0 0,0 1-1 0 0,-1-1 1 0 0,1 0 0 0 0,0 1-1 0 0,0-1 1 0 0,0-1-1 0 0,0 1 1 0 0,0 0 0 0 0,0-1-1 0 0,0 0 1 0 0,-3-2-1 0 0,-9-9-22 0 0,0 0-1 0 0,-13-15 1 0 0,26 26 7 0 0,4 2-65 0 0,-1 1 76 0 0,1-1 0 0 0,-1 1 0 0 0,1-1 0 0 0,-1 1 0 0 0,1 0 0 0 0,-1-1 0 0 0,0 1 0 0 0,1 0 0 0 0,-1 0 0 0 0,0 0 0 0 0,0 0 0 0 0,0 0 0 0 0,0 0 0 0 0,0 1 0 0 0,1 0 0 0 0,19 27-10 0 0,-14-18 9 0 0,24 31-141 0 0,-6-5 282 0 0,51 54 0 0 0,-64-80-317 0 0,-1 0-1 0 0,2 0 1 0 0,0-2 0 0 0,0 1 0 0 0,1-2-1 0 0,0 0 1 0 0,0 0 0 0 0,20 7-1 0 0,-12-8-965 0 0,0 0-1 0 0,25 4 1 0 0,-32-9-1011 0 0,1 0 0 0 0,16 0 0 0 0,-3-3-3605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0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29 332 2268 0 0,'-19'-28'9892'0'0,"9"11"-7673"0"0,14 16-1885 0 0,46-5 139 0 0,1-3 1 0 0,-1-2 0 0 0,94-34 0 0 0,-134 42-552 0 0,0-2 0 0 0,0 1 0 0 0,-1-1 0 0 0,0-1 0 0 0,1 1 1 0 0,-2-2-1 0 0,13-9 0 0 0,-18 13-7 0 0,-1 0 0 0 0,1 0 0 0 0,0 0-1 0 0,-1 0 1 0 0,0 0 0 0 0,0-1 0 0 0,0 1 0 0 0,0-1 0 0 0,-1 1 0 0 0,1-1 0 0 0,-1 0-1 0 0,0 1 1 0 0,0-1 0 0 0,0 0 0 0 0,0 0 0 0 0,-1 0 0 0 0,0 0 0 0 0,1 0 0 0 0,-2 0-1 0 0,1 0 1 0 0,0 1 0 0 0,-1-1 0 0 0,-1-6 0 0 0,-26-60-200 0 0,27 68 267 0 0,9 8 103 0 0,-1-1 9 0 0,0 1 1 0 0,-1 1 0 0 0,1-1-1 0 0,-1 1 1 0 0,0 0-1 0 0,-1 0 1 0 0,0 1 0 0 0,5 9-1 0 0,-7-11-52 0 0,6 6 85 0 0,-2 1-1 0 0,0 1 1 0 0,0-1-1 0 0,-1 1 0 0 0,-1 0 1 0 0,-1 1-1 0 0,0-1 0 0 0,0 1 1 0 0,-1 0-1 0 0,-1-1 1 0 0,-1 1-1 0 0,0 0 0 0 0,-1 0 1 0 0,-1 1-1 0 0,0-1 1 0 0,-1-1-1 0 0,0 1 0 0 0,-1 0 1 0 0,-1 0-1 0 0,-6 14 1 0 0,1-5-124 0 0,-2-1 1 0 0,-1 1 0 0 0,-14 21 0 0 0,17-32-942 0 0,-1 0-1 0 0,0-1 1 0 0,-16 16 0 0 0,4-13-4845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3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45 992 0 0,'1'-3'2087'0'0,"7"-38"6142"0"0,-8 65-7816 0 0,-13 103 1616 0 0,-42 190 0 0 0,27-178-1767 0 0,12-60-199 0 0,-16 98 155 0 0,27-138-314 0 0,2 1 1 0 0,2 60-1 0 0,2-89-171 0 0,0 0-1 0 0,1-1 1 0 0,0 1 0 0 0,0-1 0 0 0,1 0 0 0 0,6 14 0 0 0,-8-21-49 0 0,1 0 0 0 0,-1 0 0 0 0,1 0 0 0 0,-1-1 0 0 0,1 1 1 0 0,0-1-1 0 0,0 1 0 0 0,0-1 0 0 0,0 0 0 0 0,0 0 0 0 0,0 0 1 0 0,1 0-1 0 0,-1 0 0 0 0,1 0 0 0 0,-1-1 0 0 0,1 1 1 0 0,0-1-1 0 0,0 0 0 0 0,0 1 0 0 0,0-1 0 0 0,-1-1 0 0 0,1 1 1 0 0,1 0-1 0 0,-1-1 0 0 0,0 1 0 0 0,5-1 0 0 0,10-2-2917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3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131 145 1272 0 0,'2'-5'659'0'0,"-1"-1"0"0"0,1 1 0 0 0,-1 0 0 0 0,0 0 0 0 0,0-1 0 0 0,-1 1 0 0 0,1 0 0 0 0,-1-1 0 0 0,0 1 0 0 0,-1-1 0 0 0,1 1 0 0 0,-1 0 0 0 0,-2-7 0 0 0,2 10-223 0 0,-2 2-197 0 0,2-1-185 0 0,0 1 0 0 0,0 0 0 0 0,0 0 0 0 0,0 0 1 0 0,0 0-1 0 0,-1 1 0 0 0,1-1 0 0 0,0 0 0 0 0,0 0 0 0 0,0 1 0 0 0,0-1 0 0 0,0 0 0 0 0,0 1 0 0 0,0-1 0 0 0,0 1 0 0 0,0-1 0 0 0,1 1 0 0 0,-1 0 0 0 0,0-1 0 0 0,0 1 0 0 0,0 0 0 0 0,0 0 0 0 0,1-1 0 0 0,-1 1 0 0 0,0 0 0 0 0,0 1 0 0 0,-7 10 202 0 0,-1 1 0 0 0,2 0-1 0 0,0 0 1 0 0,0 0-1 0 0,-6 21 1 0 0,-17 73 224 0 0,27-95-437 0 0,0 0 0 0 0,1 0 1 0 0,1 1-1 0 0,0-1 0 0 0,2 24 0 0 0,-1-32-24 0 0,0-1-1 0 0,1 1 1 0 0,0-1 0 0 0,0 1 0 0 0,0-1-1 0 0,0 1 1 0 0,1-1 0 0 0,-1 0-1 0 0,1 0 1 0 0,0 0 0 0 0,0 0-1 0 0,0 0 1 0 0,0 0 0 0 0,0 0-1 0 0,1-1 1 0 0,-1 1 0 0 0,1-1-1 0 0,0 1 1 0 0,-1-1 0 0 0,1 0-1 0 0,0 0 1 0 0,0 0 0 0 0,1-1-1 0 0,5 3 1 0 0,-1-1 1 0 0,0-1-1 0 0,0-1 0 0 0,1 1 1 0 0,-1-1-1 0 0,0 0 1 0 0,0-1-1 0 0,1 0 1 0 0,-1-1-1 0 0,0 1 1 0 0,1-1-1 0 0,-1-1 0 0 0,0 0 1 0 0,0 0-1 0 0,0-1 1 0 0,0 1-1 0 0,-1-2 1 0 0,1 1-1 0 0,-1-1 1 0 0,0 0-1 0 0,14-10 0 0 0,-12 6 1 0 0,0 1 0 0 0,-1-1 0 0 0,0 0-1 0 0,0-1 1 0 0,0 1 0 0 0,-1-2-1 0 0,-1 1 1 0 0,1-1 0 0 0,-2 0 0 0 0,1 0-1 0 0,-1-1 1 0 0,-1 1 0 0 0,0-1-1 0 0,4-17 1 0 0,-7 18 24 0 0,0 0-1 0 0,-1 0 1 0 0,0 0-1 0 0,-1 0 1 0 0,0 0-1 0 0,0 1 1 0 0,-1-1 0 0 0,0 0-1 0 0,-1 1 1 0 0,0-1-1 0 0,0 1 1 0 0,-1 0-1 0 0,0 0 1 0 0,-1 1-1 0 0,0-1 1 0 0,0 1 0 0 0,-1 0-1 0 0,0 0 1 0 0,-1 1-1 0 0,1-1 1 0 0,-10-6-1 0 0,11 9-31 0 0,-1-1 0 0 0,0 1 1 0 0,-1 1-1 0 0,0-1 0 0 0,1 1 0 0 0,-1 0 0 0 0,0 1 0 0 0,-1 0 0 0 0,1 0 0 0 0,-1 0 0 0 0,1 1 0 0 0,-1 0 0 0 0,0 0 0 0 0,0 1 0 0 0,0 0 0 0 0,0 1 0 0 0,0 0 0 0 0,0 0 0 0 0,1 0 0 0 0,-1 1 0 0 0,0 0 0 0 0,0 1 0 0 0,0 0 0 0 0,1 0 1 0 0,-1 1-1 0 0,-11 5 0 0 0,15-6-29 0 0,-1 1 0 0 0,1 0 1 0 0,-1 0-1 0 0,1 0 1 0 0,0 0-1 0 0,0 1 1 0 0,1 0-1 0 0,-1 0 1 0 0,1 0-1 0 0,-1 0 1 0 0,1 0-1 0 0,0 1 0 0 0,1-1 1 0 0,-1 1-1 0 0,1 0 1 0 0,0 0-1 0 0,-2 9 1 0 0,3-10-82 0 0,1-1 0 0 0,-1 0 0 0 0,1 1 0 0 0,0-1 0 0 0,0 1 0 0 0,0-1 0 0 0,1 0 0 0 0,-1 1 0 0 0,1-1 0 0 0,0 0 0 0 0,0 0 0 0 0,0 1 0 0 0,0-1 0 0 0,1 0 0 0 0,-1 0 0 0 0,1 0 0 0 0,0 0 0 0 0,0-1 0 0 0,0 1 0 0 0,0 0 0 0 0,0-1 0 0 0,0 1 0 0 0,1-1 0 0 0,-1 0 0 0 0,1 0 0 0 0,0 0 0 0 0,0 0 0 0 0,5 2 0 0 0,2 1-611 0 0,0-1 0 0 0,1-1 1 0 0,0 0-1 0 0,0 0 0 0 0,0-1 0 0 0,0 0 0 0 0,0-1 1 0 0,0 0-1 0 0,1-1 0 0 0,15-2 0 0 0,7 1-3310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3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81 297 1632 0 0,'41'-279'12400'0'0,"-40"262"-11417"0"0,-4 34-181 0 0,-2 9-289 0 0,-22 88 680 0 0,-27 132-275 0 0,40-169-786 0 0,-4 95 1 0 0,17-150-370 0 0,1 0 1 0 0,0 0 0 0 0,2 0-1 0 0,5 31 1 0 0,-5-47-70 0 0,-1-1 1 0 0,1 1-1 0 0,0 0 1 0 0,1-1 0 0 0,-1 0-1 0 0,1 1 1 0 0,0-1-1 0 0,1 0 1 0 0,4 6-1 0 0,-5-8-112 0 0,0-1 0 0 0,-1 1 0 0 0,1-1 0 0 0,0 0 0 0 0,0 0 0 0 0,0 0 0 0 0,1 0 0 0 0,-1-1 0 0 0,0 1 0 0 0,1-1 0 0 0,-1 0 0 0 0,1 0 0 0 0,0 0 0 0 0,-1 0 0 0 0,1-1 0 0 0,5 1 0 0 0,9-2-4541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4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258 664 340 0 0,'4'-8'1014'0'0,"0"0"0"0"0,0 0 0 0 0,-1-1 1 0 0,0 1-1 0 0,-1-1 0 0 0,0 1 0 0 0,0-1 0 0 0,0 0 0 0 0,-2 0 1 0 0,1-10-1 0 0,-1 18-960 0 0,0 1 0 0 0,1-1 0 0 0,-1 0 1 0 0,0 0-1 0 0,0 1 0 0 0,0-1 0 0 0,-1 0 0 0 0,1 1 0 0 0,0-1 1 0 0,0 0-1 0 0,0 1 0 0 0,0-1 0 0 0,-1 0 0 0 0,1 1 1 0 0,0-1-1 0 0,0 0 0 0 0,-1 1 0 0 0,1-1 0 0 0,-1 1 1 0 0,1-1-1 0 0,-1 0 0 0 0,1 1 0 0 0,-1-1 0 0 0,1 1 1 0 0,-1 0-1 0 0,1-1 0 0 0,-1 1 0 0 0,1-1 0 0 0,-1 1 1 0 0,0-1-1 0 0,-1 1 11 0 0,1 0 0 0 0,-1 0 1 0 0,1 0-1 0 0,0 0 1 0 0,-1 1-1 0 0,1-1 0 0 0,-1 0 1 0 0,1 0-1 0 0,0 1 0 0 0,-1-1 1 0 0,1 1-1 0 0,0 0 0 0 0,-3 0 1 0 0,-2 3 107 0 0,-1 0 0 0 0,1 1 0 0 0,0-1-1 0 0,-6 7 1 0 0,-17 22 116 0 0,0 1 0 0 0,3 1 0 0 0,1 2 0 0 0,1 0 0 0 0,-26 58 0 0 0,49-93-284 0 0,-7 16 53 0 0,-11 37 0 0 0,18-52-40 0 0,0 1-1 0 0,0 0 0 0 0,0-1 0 0 0,0 1 0 0 0,1 0 0 0 0,0 0 0 0 0,-1-1 0 0 0,2 1 0 0 0,-1 0 0 0 0,0 0 1 0 0,1-1-1 0 0,-1 1 0 0 0,1 0 0 0 0,0-1 0 0 0,1 1 0 0 0,-1 0 0 0 0,3 5 0 0 0,-2-7-9 0 0,0-1 0 0 0,-1 1 0 0 0,1 0-1 0 0,0-1 1 0 0,0 0 0 0 0,0 1 0 0 0,0-1 0 0 0,0 0-1 0 0,0 0 1 0 0,0 0 0 0 0,0 0 0 0 0,0-1-1 0 0,0 1 1 0 0,1 0 0 0 0,-1-1 0 0 0,0 0 0 0 0,1 1-1 0 0,-1-1 1 0 0,0 0 0 0 0,1 0 0 0 0,-1 0 0 0 0,0-1-1 0 0,1 1 1 0 0,-1 0 0 0 0,0-1 0 0 0,0 0-1 0 0,1 1 1 0 0,2-3 0 0 0,2 0-1 0 0,0 0-1 0 0,0 0 1 0 0,0-1 0 0 0,0 0 0 0 0,-1-1-1 0 0,0 1 1 0 0,8-9 0 0 0,-1 0-6 0 0,-2-1 0 0 0,0 0 0 0 0,0-1 0 0 0,-2 0 0 0 0,0-1 0 0 0,8-19 1 0 0,35-103 20 0 0,-47 123-24 0 0,-1 1 39 0 0,7-17-255 0 0,-10 28 154 0 0,-1 4 14 0 0,-3 18 29 0 0,-5 22-22 0 0,-3 69 0 0 0,10-95 46 0 0,1 1-1 0 0,0 0 1 0 0,2-1 0 0 0,0 1-1 0 0,0-1 1 0 0,2 0-1 0 0,8 26 1 0 0,-10-37 7 0 0,-1-1 0 0 0,1 0 1 0 0,-1 0-1 0 0,1 0 0 0 0,0 0 1 0 0,0 0-1 0 0,1 0 0 0 0,-1 0 0 0 0,1-1 1 0 0,-1 1-1 0 0,1-1 0 0 0,0 0 1 0 0,0 0-1 0 0,0 0 0 0 0,0 0 0 0 0,0 0 1 0 0,7 2-1 0 0,-5-3 0 0 0,1 1 0 0 0,-1-1-1 0 0,1 0 1 0 0,-1-1 0 0 0,1 0 0 0 0,0 0-1 0 0,0 0 1 0 0,-1 0 0 0 0,1-1 0 0 0,7-2 0 0 0,1 0-1 0 0,0-2 0 0 0,0 0 0 0 0,-1 0 1 0 0,1-1-1 0 0,-1-1 0 0 0,-1 0 0 0 0,24-18 1 0 0,-16 6-18 0 0,0-1 0 0 0,-1 0 0 0 0,-1-1 0 0 0,-2-1 0 0 0,0-1 0 0 0,-1 0 0 0 0,-1-1 0 0 0,-1-1 0 0 0,16-43 0 0 0,-8 8-57 0 0,-3-1 0 0 0,-3 0 0 0 0,9-71 0 0 0,-16 73 54 0 0,-2 0 0 0 0,-2-1 0 0 0,-7-98 0 0 0,-7 124 39 0 0,-7 40-8 0 0,14-3-18 0 0,0 0 0 0 0,0 0 0 0 0,0 1 0 0 0,0-1 1 0 0,1 1-1 0 0,-1 0 0 0 0,1 0 0 0 0,0-1 0 0 0,0 1 0 0 0,-1 5 0 0 0,-3 3 18 0 0,-16 35 66 0 0,3 0 1 0 0,1 1-1 0 0,3 1 0 0 0,2 1 0 0 0,2 0 1 0 0,2 0-1 0 0,3 1 0 0 0,1 0 1 0 0,3 0-1 0 0,7 74 0 0 0,-2-89-23 0 0,15 64-1 0 0,-15-88-40 0 0,1 0 1 0 0,0-1-1 0 0,0 0 1 0 0,1 0-1 0 0,0 0 1 0 0,1 0-1 0 0,0-1 1 0 0,1 0-1 0 0,10 12 1 0 0,-13-19-166 0 0,-1 1-1 0 0,1-1 1 0 0,0 0 0 0 0,-1 0 0 0 0,1 0 0 0 0,1-1 0 0 0,-1 0 0 0 0,0 1 0 0 0,1-1 0 0 0,-1-1 0 0 0,1 1 0 0 0,0-1-1 0 0,-1 1 1 0 0,1-2 0 0 0,0 1 0 0 0,8 0 0 0 0,-10-1-419 0 0,1 0 1 0 0,0-1-1 0 0,0 1 1 0 0,-1-1-1 0 0,1 0 0 0 0,0 0 1 0 0,-1 0-1 0 0,1-1 1 0 0,-1 1-1 0 0,0-1 1 0 0,1 0-1 0 0,-1 0 0 0 0,6-4 1 0 0,5-7-5158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4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270 138 2408 0 0,'-26'3'993'0'0,"-43"5"3404"0"0,-106 25 1093 0 0,188-34-5343 0 0,0-1-1 0 0,0 0 1 0 0,-1-1-1 0 0,14-4 1 0 0,5-2-21 0 0,101-20 22 0 0,121-31-1067 0 0,-90 6-6055 0 0,-127 40 2976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4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200 109 2820 0 0,'-58'10'3012'0'0,"17"-3"259"0"0,-60 17 871 0 0,104-24-3772 0 0,38-6 136 0 0,76-21 1 0 0,-14 2-334 0 0,253-30-1632 0 0,-116 29-4806 0 0,-146 16 1592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6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48 115 1712 0 0,'-5'-4'1013'0'0,"0"0"0"0"0,1-1 0 0 0,0 0-1 0 0,0 1 1 0 0,0-1 0 0 0,1-1 0 0 0,-5-6 0 0 0,6 8-695 0 0,1 0 0 0 0,-1 0 1 0 0,1 0-1 0 0,-1-1 0 0 0,1 1 0 0 0,-1-5 0 0 0,2 8-287 0 0,0 0-1 0 0,0-1 0 0 0,0 1 0 0 0,0 0 0 0 0,1 0 1 0 0,-1 0-1 0 0,0-1 0 0 0,0 1 0 0 0,1 0 1 0 0,-1 0-1 0 0,1 0 0 0 0,-1 0 0 0 0,1-1 0 0 0,-1 1 1 0 0,1 0-1 0 0,0 0 0 0 0,-1 0 0 0 0,1 0 0 0 0,0 1 1 0 0,0-1-1 0 0,0 0 0 0 0,0 0 0 0 0,0 0 0 0 0,0 1 1 0 0,0-1-1 0 0,0 0 0 0 0,0 1 0 0 0,0-1 0 0 0,0 1 1 0 0,2-1-1 0 0,0 0-3 0 0,1-1 0 0 0,0 2 0 0 0,-1-1-1 0 0,1 0 1 0 0,0 1 0 0 0,6-1 0 0 0,-5 2-10 0 0,0 0 0 0 0,1 0 0 0 0,-1 1 0 0 0,0-1-1 0 0,0 1 1 0 0,0 0 0 0 0,0 1 0 0 0,-1-1 0 0 0,1 1-1 0 0,0 0 1 0 0,-1 0 0 0 0,0 0 0 0 0,7 7 0 0 0,-1 0 4 0 0,0 1 0 0 0,0 0 1 0 0,13 22-1 0 0,-16-21 56 0 0,0 1 0 0 0,0 0 0 0 0,-2 0-1 0 0,1 1 1 0 0,-2 0 0 0 0,0 0 0 0 0,0 0 0 0 0,-2 0 0 0 0,1 1 0 0 0,-2-1 0 0 0,0 1 0 0 0,-1-1 0 0 0,0 1-1 0 0,-1-1 1 0 0,-1 1 0 0 0,0-1 0 0 0,-1 0 0 0 0,-1 0 0 0 0,0 0 0 0 0,0 0 0 0 0,-2 0 0 0 0,0-1 0 0 0,-10 17-1 0 0,16-29-42 0 0,0 0-1 0 0,-1-1 0 0 0,1 1 0 0 0,0 0 0 0 0,-1-1 0 0 0,1 1 0 0 0,-1-1 1 0 0,1 1-1 0 0,0-1 0 0 0,-1 1 0 0 0,1-1 0 0 0,-1 1 0 0 0,0-1 0 0 0,1 1 0 0 0,-1-1 1 0 0,1 1-1 0 0,-1-1 0 0 0,0 0 0 0 0,1 1 0 0 0,-1-1 0 0 0,0 0 0 0 0,1 0 1 0 0,-2 1-1 0 0,2-2-14 0 0,-1 1 0 0 0,1-1 0 0 0,-1 1 0 0 0,1 0 0 0 0,0-1 0 0 0,-1 1 0 0 0,1-1 0 0 0,0 1 1 0 0,-1-1-1 0 0,1 1 0 0 0,0-1 0 0 0,-1 1 0 0 0,1-1 0 0 0,0 0 0 0 0,0 1 0 0 0,0-1 0 0 0,0 1 0 0 0,0-1 0 0 0,0 0 0 0 0,-1 0 1 0 0,2-41 163 0 0,2 22-173 0 0,2 0-1 0 0,0 0 1 0 0,1 0 0 0 0,1 0 0 0 0,1 1-1 0 0,1 0 1 0 0,0 1 0 0 0,20-30 0 0 0,-20 35-26 0 0,1 1 1 0 0,0 0-1 0 0,1 0 1 0 0,0 1-1 0 0,1 0 1 0 0,0 1-1 0 0,0 1 1 0 0,1 0-1 0 0,0 0 1 0 0,1 1-1 0 0,0 1 1 0 0,16-6 0 0 0,-27 11 11 0 0,0 1 1 0 0,0 0 0 0 0,-1 1 0 0 0,1-1 0 0 0,0 0-1 0 0,1 1 1 0 0,-1 0 0 0 0,0-1 0 0 0,0 1 0 0 0,0 1-1 0 0,0-1 1 0 0,0 0 0 0 0,0 1 0 0 0,0-1 0 0 0,0 1-1 0 0,0 0 1 0 0,0 0 0 0 0,-1 0 0 0 0,1 0 0 0 0,0 1-1 0 0,0-1 1 0 0,-1 1 0 0 0,1-1 0 0 0,-1 1 0 0 0,4 3-1 0 0,-3-1 4 0 0,1 0-1 0 0,-1 1 1 0 0,0-1-1 0 0,-1 1 1 0 0,1 0-1 0 0,-1 0 1 0 0,0 0-1 0 0,0 0 1 0 0,0 0-1 0 0,-1 0 1 0 0,0 0-1 0 0,0 0 1 0 0,1 9 0 0 0,0 24-28 0 0,-4 42 1 0 0,0-14 7 0 0,7-39 38 0 0,-5-26-14 0 0,0 0-1 0 0,0 0 1 0 0,1 0-1 0 0,-1 0 1 0 0,0-1 0 0 0,1 1-1 0 0,-1 0 1 0 0,1 0 0 0 0,-1 0-1 0 0,1-1 1 0 0,-1 1 0 0 0,1 0-1 0 0,-1-1 1 0 0,1 1-1 0 0,0 0 1 0 0,-1-1 0 0 0,1 1-1 0 0,0-1 1 0 0,0 1 0 0 0,-1-1-1 0 0,1 1 1 0 0,0-1-1 0 0,0 0 1 0 0,0 1 0 0 0,0-1-1 0 0,0 0 1 0 0,-1 0 0 0 0,3 1-1 0 0,6-3-3 0 0,-1 0 0 0 0,1-1-1 0 0,-1 1 1 0 0,0-1 0 0 0,0-1-1 0 0,0 0 1 0 0,0 0 0 0 0,0-1-1 0 0,-1 1 1 0 0,0-2 0 0 0,0 1 0 0 0,11-12-1 0 0,7-8-56 0 0,40-52-1 0 0,24-53-49 0 0,-53 76 199 0 0,-26 39-69 0 0,-9 14-34 0 0,-13 25 25 0 0,0 4-12 0 0,1 1 0 0 0,1 0-1 0 0,1 1 1 0 0,-9 60 0 0 0,17-81 8 0 0,1-1-1 0 0,-1 0 1 0 0,1 1 0 0 0,1-1 0 0 0,0 1-1 0 0,0-1 1 0 0,0 0 0 0 0,1 1 0 0 0,1-1-1 0 0,-1 0 1 0 0,6 10 0 0 0,-6-14 2 0 0,0-1 0 0 0,0 1 0 0 0,0-1 0 0 0,1 0 0 0 0,-1 0 0 0 0,1 0 0 0 0,0 0 0 0 0,0 0 0 0 0,0 0 0 0 0,0-1 0 0 0,1 0 0 0 0,-1 0 0 0 0,0 0 0 0 0,1 0 0 0 0,0 0 0 0 0,-1 0 0 0 0,1-1 0 0 0,0 0 0 0 0,0 0 0 0 0,0 0 0 0 0,0 0 0 0 0,0-1 0 0 0,0 1 0 0 0,0-1 0 0 0,7-1 0 0 0,-2 0-3 0 0,0 0 1 0 0,0-1 0 0 0,0 0-1 0 0,-1-1 1 0 0,1 0 0 0 0,-1 0 0 0 0,0-1-1 0 0,0 0 1 0 0,0 0 0 0 0,0-1-1 0 0,-1 0 1 0 0,1 0 0 0 0,-1-1-1 0 0,9-9 1 0 0,-1-2-11 0 0,0 1-1 0 0,-1-2 0 0 0,-1 0 1 0 0,18-32-1 0 0,-15 19 145 0 0,-1-1 1 0 0,-2 0-1 0 0,15-58 1 0 0,-27 88-107 0 0,-5 20-2 0 0,-5 24-171 0 0,-1 0 311 0 0,-4 49 1 0 0,13-78-439 0 0,0 0-1 0 0,1-1 1 0 0,1 1 0 0 0,0 0 0 0 0,1 0-1 0 0,0-1 1 0 0,1 1 0 0 0,5 16 0 0 0,-6-25-166 0 0,0 1 1 0 0,1 0 0 0 0,-1-1-1 0 0,1 1 1 0 0,4 4-1 0 0,11 7-4861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6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83 696 0 0,'8'-74'11224'0'0,"-5"65"-10063"0"0,2 13-779 0 0,2 10-164 0 0,-3 2-128 0 0,-1 0 0 0 0,0 0 0 0 0,-2 0 0 0 0,0 0 0 0 0,0 0 1 0 0,-2 0-1 0 0,-3 24 0 0 0,-5 9 183 0 0,-15 49 0 0 0,24-97-264 0 0,-8 14 362 0 0,8-15-361 0 0,0 1 1 0 0,-1-1-1 0 0,1 0 1 0 0,0 0 0 0 0,-1 0-1 0 0,1 1 1 0 0,0-1 0 0 0,0 0-1 0 0,-1 0 1 0 0,1 0 0 0 0,0 0-1 0 0,-1 0 1 0 0,1 1 0 0 0,0-1-1 0 0,-1 0 1 0 0,1 0 0 0 0,-1 0-1 0 0,1 0 1 0 0,0 0 0 0 0,-1 0-1 0 0,1 0 1 0 0,0 0 0 0 0,-1 0-1 0 0,1-1 1 0 0,-1 1 0 0 0,0 0-5 0 0,1-1 1 0 0,-1 0 0 0 0,0 1 0 0 0,0-1 0 0 0,0 0-1 0 0,1 0 1 0 0,-1 0 0 0 0,1 0 0 0 0,-1 0-1 0 0,0 0 1 0 0,1 1 0 0 0,0-1 0 0 0,-1 0 0 0 0,1 0-1 0 0,0 0 1 0 0,-1-1 0 0 0,1 1 0 0 0,0 0 0 0 0,0 0-1 0 0,0 0 1 0 0,0 0 0 0 0,0 0 0 0 0,0-1-1 0 0,1-12-3 0 0,0 0-1 0 0,1 0 0 0 0,0 0 1 0 0,1 0-1 0 0,1 1 0 0 0,0-1 0 0 0,1 1 1 0 0,1 0-1 0 0,0 1 0 0 0,0-1 1 0 0,1 1-1 0 0,12-16 0 0 0,-13 20-16 0 0,1 0 0 0 0,-1 1 0 0 0,1-1 0 0 0,0 1 0 0 0,1 1 0 0 0,0-1 0 0 0,0 1 0 0 0,0 1 0 0 0,1-1 0 0 0,0 2 0 0 0,0-1 0 0 0,0 1 0 0 0,0 0 0 0 0,1 1 0 0 0,0 0 0 0 0,0 1 0 0 0,-1 0 0 0 0,12-1 0 0 0,-14 3 7 0 0,1 1 0 0 0,0-1 1 0 0,-1 2-1 0 0,1-1 1 0 0,0 1-1 0 0,-1 0 0 0 0,0 0 1 0 0,1 1-1 0 0,-1 0 0 0 0,0 1 1 0 0,-1-1-1 0 0,1 2 0 0 0,0-1 1 0 0,-1 0-1 0 0,0 1 1 0 0,0 0-1 0 0,-1 1 0 0 0,7 6 1 0 0,-2 0 7 0 0,-1-1 0 0 0,0 1 1 0 0,-1 0-1 0 0,-1 1 1 0 0,0 0-1 0 0,0 0 1 0 0,-1 1-1 0 0,7 24 0 0 0,-13-36 11 0 0,1 1 0 0 0,0 0 0 0 0,-1 0-1 0 0,1-1 1 0 0,-1 1 0 0 0,0 0 0 0 0,0 0-1 0 0,0-1 1 0 0,0 1 0 0 0,0 0 0 0 0,-1 0-1 0 0,1 0 1 0 0,-1-1 0 0 0,0 1 0 0 0,0 0-1 0 0,0-1 1 0 0,0 1 0 0 0,0-1 0 0 0,0 1-1 0 0,-1-1 1 0 0,1 1 0 0 0,-1-1 0 0 0,0 0 0 0 0,0 0-1 0 0,0 0 1 0 0,-3 2 0 0 0,4-3 25 0 0,-1-2-12 0 0,0 0-29 0 0,1 1-1 0 0,-1-1 0 0 0,1 0 0 0 0,0 0 0 0 0,0 0 0 0 0,-1 0 0 0 0,1 0 0 0 0,0 0 0 0 0,0-1 0 0 0,0 1 0 0 0,0 0 0 0 0,0 0 0 0 0,1-1 0 0 0,-1 1 0 0 0,0-1 0 0 0,1 1 1 0 0,-1-1-1 0 0,1 1 0 0 0,-1-4 0 0 0,0 1-12 0 0,0-1 0 0 0,1 0 1 0 0,0 0-1 0 0,0 0 0 0 0,0 0 1 0 0,2-8-1 0 0,0 2-6 0 0,0 1 0 0 0,1-1 0 0 0,1 0 0 0 0,-1 1 0 0 0,11-18 0 0 0,-2 8-11 0 0,1 1 0 0 0,22-26 0 0 0,-29 39 17 0 0,-1 0 0 0 0,1 0 0 0 0,0 1 0 0 0,0 0 0 0 0,1 0 0 0 0,0 0 0 0 0,0 1 0 0 0,0 0 0 0 0,0 0 0 0 0,12-3 0 0 0,-17 6 18 0 0,1 0 1 0 0,-1 0-1 0 0,0 1 0 0 0,1-1 0 0 0,-1 1 0 0 0,1 0 0 0 0,-1 0 0 0 0,0 0 0 0 0,1 0 0 0 0,-1 0 0 0 0,1 1 0 0 0,-1-1 0 0 0,0 0 1 0 0,1 1-1 0 0,-1 0 0 0 0,0 0 0 0 0,1 0 0 0 0,-1 0 0 0 0,0 0 0 0 0,0 0 0 0 0,0 0 0 0 0,0 1 0 0 0,0-1 0 0 0,0 1 0 0 0,0-1 0 0 0,-1 1 1 0 0,1 0-1 0 0,-1 0 0 0 0,1 0 0 0 0,-1 0 0 0 0,1 0 0 0 0,-1 0 0 0 0,0 0 0 0 0,0 0 0 0 0,0 0 0 0 0,0 1 0 0 0,-1-1 0 0 0,2 5 0 0 0,1 4 15 0 0,-1 1 0 0 0,-1 0-1 0 0,1-1 1 0 0,-2 1 0 0 0,0 0-1 0 0,-1 16 1 0 0,-3 2-78 0 0,-2 25-381 0 0,5-51-117 0 0,1 1-1 0 0,0-1 0 0 0,1 1 0 0 0,-1-1 0 0 0,1 1 0 0 0,0-1 0 0 0,0 0 0 0 0,0 1 0 0 0,2 3 0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7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140 160 1540 0 0,'33'-157'13330'0'0,"-33"155"-12693"0"0,2 12-385 0 0,-2 1 0 0 0,1 0 0 0 0,-2-1-1 0 0,1 1 1 0 0,-1-1 0 0 0,-1 1 0 0 0,-4 15 0 0 0,0 8 75 0 0,-62 311 929 0 0,37-204-1064 0 0,-19 75 1513 0 0,50-216-1680 0 0,0 0 0 0 0,0 1 0 0 0,0-1 0 0 0,0 0 0 0 0,0 0 0 0 0,0 1-1 0 0,-1-1 1 0 0,1 0 0 0 0,0 1 0 0 0,0-1 0 0 0,0 0 0 0 0,0 0 0 0 0,0 1 0 0 0,-1-1 0 0 0,1 0 0 0 0,0 0 0 0 0,0 1 0 0 0,0-1 0 0 0,-1 0 0 0 0,1 0 0 0 0,0 0-1 0 0,0 0 1 0 0,-1 1 0 0 0,1-1 0 0 0,0 0 0 0 0,-1 0 0 0 0,1 0 0 0 0,0 0 0 0 0,-1 0 0 0 0,1 0-8 0 0,-1 0 1 0 0,1 0-1 0 0,0 0 1 0 0,-1-1-1 0 0,1 1 1 0 0,0 0-1 0 0,0-1 1 0 0,-1 1-1 0 0,1 0 1 0 0,0 0-1 0 0,0-1 1 0 0,-1 1-1 0 0,1 0 1 0 0,0-1-1 0 0,0 1 0 0 0,0-1 1 0 0,0 1-1 0 0,-1 0 1 0 0,1-1-1 0 0,0 1 1 0 0,0 0-1 0 0,0-1 1 0 0,0 1-1 0 0,0-1 1 0 0,0 1-1 0 0,0 0 1 0 0,0-1-1 0 0,0 1 1 0 0,0-1-1 0 0,1-14 22 0 0,1 1 0 0 0,0 0 0 0 0,0 0 0 0 0,2 0 0 0 0,-1 0-1 0 0,2 0 1 0 0,0 1 0 0 0,11-22 0 0 0,-11 25-48 0 0,1 0 0 0 0,0 1-1 0 0,0 0 1 0 0,0 1 0 0 0,1-1 0 0 0,1 1-1 0 0,-1 0 1 0 0,1 1 0 0 0,1 0 0 0 0,-1 0 0 0 0,1 1-1 0 0,14-8 1 0 0,-19 12 1 0 0,0 0 0 0 0,0 1 0 0 0,0-1 0 0 0,1 1 0 0 0,-1 0 0 0 0,1 0 0 0 0,-1 1 0 0 0,0-1 0 0 0,1 1-1 0 0,-1 0 1 0 0,1 0 0 0 0,-1 0 0 0 0,1 1 0 0 0,-1-1 0 0 0,1 1 0 0 0,6 3 0 0 0,-6-2 0 0 0,0 0 0 0 0,0 1-1 0 0,0 0 1 0 0,0 0 0 0 0,0 0 0 0 0,-1 1-1 0 0,1-1 1 0 0,-1 1 0 0 0,0 0 0 0 0,0 0 0 0 0,6 10-1 0 0,-6-8 17 0 0,0 1-1 0 0,0 0 1 0 0,0 0-1 0 0,-1 0 1 0 0,0 1-1 0 0,0-1 1 0 0,-1 1-1 0 0,0 0 0 0 0,0 0 1 0 0,-1-1-1 0 0,0 1 1 0 0,0 0-1 0 0,-1 0 1 0 0,0 0-1 0 0,0 0 1 0 0,-1 0-1 0 0,0 0 1 0 0,-3 13-1 0 0,0-13 16 0 0,0 0 1 0 0,0-1-1 0 0,0 0 0 0 0,-1 1 1 0 0,0-1-1 0 0,0-1 0 0 0,-1 1 1 0 0,0-1-1 0 0,0 0 0 0 0,0 0 1 0 0,-1-1-1 0 0,0 0 0 0 0,0 0 1 0 0,-8 4-1 0 0,6-4-89 0 0,0-1 0 0 0,0 1 0 0 0,0-2 0 0 0,-1 1 0 0 0,1-1 0 0 0,-1-1 0 0 0,0 0 0 0 0,0 0 0 0 0,0-1-1 0 0,0 0 1 0 0,-14-1 0 0 0,21 0-185 0 0,0 0 0 0 0,0-1-1 0 0,1 1 1 0 0,-1-1 0 0 0,0 0-1 0 0,0 1 1 0 0,0-1 0 0 0,1-1-1 0 0,-1 1 1 0 0,1 0 0 0 0,-1-1-1 0 0,1 1 1 0 0,-1-1 0 0 0,-2-2-1 0 0,4 2-97 0 0,0 1 0 0 0,0 0 0 0 0,0 0 0 0 0,1-1 0 0 0,-1 1-1 0 0,0 0 1 0 0,1-1 0 0 0,-1 1 0 0 0,1 0 0 0 0,0-1 0 0 0,-1 1 0 0 0,1-1-1 0 0,0 1 1 0 0,0-1 0 0 0,0 1 0 0 0,0-1 0 0 0,0 1 0 0 0,0-1 0 0 0,0 1-1 0 0,1 0 1 0 0,-1-1 0 0 0,1 1 0 0 0,-1-1 0 0 0,1 1 0 0 0,-1 0 0 0 0,1-1-1 0 0,0 1 1 0 0,0-2 0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7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23 186 2572 0 0,'40'-10'7509'0'0,"-38"10"-6693"0"0,1 0-145 0 0,7-2-127 0 0,-7 2-101 0 0,-1 0-83 0 0,8 0-60 0 0,-7 0-25 0 0,11 4 1218 0 0,-8-2-1227 0 0,1 0-1 0 0,-1 0 1 0 0,0-1 0 0 0,1 0 0 0 0,-1-1 0 0 0,0 1-1 0 0,1-1 1 0 0,-1-1 0 0 0,1 1 0 0 0,12-3 0 0 0,-16 2-245 0 0,0 0 0 0 0,0 0 0 0 0,0 0 0 0 0,1-1 0 0 0,-1 1 0 0 0,0-1 0 0 0,-1 0 0 0 0,1 0 0 0 0,0 0 0 0 0,0 0 0 0 0,-1 0 0 0 0,1-1 0 0 0,-1 1 0 0 0,0-1 1 0 0,0 1-1 0 0,0-1 0 0 0,0 0 0 0 0,0 0 0 0 0,-1 0 0 0 0,1 0 0 0 0,-1 0 0 0 0,2-6 0 0 0,-1 3-35 0 0,0 0-1 0 0,-1 1 1 0 0,1-1 0 0 0,-1 0-1 0 0,-1 0 1 0 0,1 0 0 0 0,-1 0-1 0 0,0 0 1 0 0,0 1 0 0 0,-1-1 0 0 0,0 0-1 0 0,0 0 1 0 0,0 0 0 0 0,-1 0-1 0 0,1 1 1 0 0,-5-9 0 0 0,5 12 5 0 0,0 1-1 0 0,0 0 1 0 0,0-1 0 0 0,0 1 0 0 0,-1 0 0 0 0,1 0 0 0 0,0-1 0 0 0,-1 1 0 0 0,1 0 0 0 0,-1 0 0 0 0,1 1-1 0 0,-1-1 1 0 0,1 0 0 0 0,-1 0 0 0 0,1 1 0 0 0,-1-1 0 0 0,0 1 0 0 0,0-1 0 0 0,1 1 0 0 0,-1 0-1 0 0,0 0 1 0 0,0 0 0 0 0,1 0 0 0 0,-1 0 0 0 0,0 0 0 0 0,-1 0 0 0 0,-3 1-4 0 0,1 0 1 0 0,1 0 0 0 0,-1 0-1 0 0,0 0 1 0 0,0 1-1 0 0,0 0 1 0 0,-7 4-1 0 0,1 1 5 0 0,1 1 0 0 0,0 1 0 0 0,0-1 0 0 0,1 2 0 0 0,0-1 0 0 0,0 1 0 0 0,1 0 1 0 0,-13 23-1 0 0,11-16 3 0 0,1 0 0 0 0,1 1 0 0 0,1 0 0 0 0,0 0 0 0 0,-5 28 0 0 0,10-36 15 0 0,0 0 0 0 0,1 0 0 0 0,0 0 0 0 0,1 0 0 0 0,0 0 1 0 0,0 0-1 0 0,1 0 0 0 0,0 0 0 0 0,1 0 0 0 0,0 0 0 0 0,4 10 0 0 0,-3-13-9 0 0,1 0-1 0 0,-1-1 1 0 0,1 1-1 0 0,0-1 0 0 0,0 0 1 0 0,0 0-1 0 0,1-1 1 0 0,0 1-1 0 0,1-1 1 0 0,-1 0-1 0 0,1-1 1 0 0,0 1-1 0 0,0-1 1 0 0,0 0-1 0 0,13 6 1 0 0,-8-5-314 0 0,0-1 0 0 0,0 0 0 0 0,0-1 0 0 0,0 0 0 0 0,1-1 0 0 0,-1 0 0 0 0,24 1 0 0 0,-25-4-194 0 0,0 1 0 0 0,0-1 0 0 0,0-1 0 0 0,0 1 0 0 0,-1-2 1 0 0,1 1-1 0 0,0-2 0 0 0,-1 1 0 0 0,0-1 0 0 0,0 0 0 0 0,0-1 0 0 0,0 0 0 0 0,-1-1 0 0 0,0 0 0 0 0,10-9 0 0 0,7-9-1644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7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0 252 4776 0 0,'80'-197'6543'0'0,"-79"192"-6380"0"0,1 0 1 0 0,0 0-1 0 0,-1 1 0 0 0,2-1 1 0 0,-1 1-1 0 0,0-1 0 0 0,1 1 1 0 0,0 0-1 0 0,0 0 1 0 0,4-4-1 0 0,-6 8-154 0 0,-1-1 1 0 0,1 1 0 0 0,0 0-1 0 0,-1 0 1 0 0,1 0-1 0 0,0 0 1 0 0,0-1 0 0 0,-1 1-1 0 0,1 0 1 0 0,0 0-1 0 0,0 0 1 0 0,-1 1 0 0 0,1-1-1 0 0,0 0 1 0 0,0 0-1 0 0,-1 0 1 0 0,1 0 0 0 0,0 1-1 0 0,0-1 1 0 0,-1 0-1 0 0,1 1 1 0 0,0-1 0 0 0,-1 0-1 0 0,1 1 1 0 0,-1-1-1 0 0,1 1 1 0 0,0-1 0 0 0,-1 1-1 0 0,1 0 1 0 0,14 17 155 0 0,-10-9-54 0 0,-1 1 0 0 0,0 0 1 0 0,-1 0-1 0 0,0 1 1 0 0,0-1-1 0 0,-1 1 0 0 0,-1-1 1 0 0,0 1-1 0 0,0 21 1 0 0,-2-11 307 0 0,-1 0 0 0 0,-1 0 0 0 0,0 0 0 0 0,-8 21 0 0 0,7-29 172 0 0,0-1-1 0 0,-2 0 1 0 0,1 0 0 0 0,-2-1 0 0 0,1 1 0 0 0,-2-1 0 0 0,-8 10 0 0 0,16-20-543 0 0,-1 0 0 0 0,1-1 0 0 0,-1 1 0 0 0,0 0 0 0 0,1-1 0 0 0,-1 1-1 0 0,0-1 1 0 0,1 1 0 0 0,-1-1 0 0 0,0 1 0 0 0,0-1 0 0 0,1 0 0 0 0,-1 1-1 0 0,0-1 1 0 0,0 0 0 0 0,0 0 0 0 0,1 1 0 0 0,-1-1 0 0 0,0 0 0 0 0,0 0 0 0 0,0 0-1 0 0,0 0 1 0 0,1 0 0 0 0,-1 0 0 0 0,0 0 0 0 0,0 0 0 0 0,0 0 0 0 0,0-1-1 0 0,0 1 1 0 0,1 0 0 0 0,-1-1 0 0 0,0 1 0 0 0,0 0 0 0 0,1-1 0 0 0,-1 1 0 0 0,-1-1-1 0 0,1 0-17 0 0,0 0-1 0 0,0 0 0 0 0,0 0 1 0 0,0 0-1 0 0,0-1 0 0 0,0 1 0 0 0,0 0 1 0 0,0 0-1 0 0,0-1 0 0 0,1 1 1 0 0,-1 0-1 0 0,0-1 0 0 0,1 1 0 0 0,-1-1 1 0 0,1 1-1 0 0,0-1 0 0 0,-1 1 1 0 0,1-1-1 0 0,0 1 0 0 0,0-2 1 0 0,2-9-158 0 0,0 1 1 0 0,0 0-1 0 0,1-1 1 0 0,1 1-1 0 0,0 0 1 0 0,1 1-1 0 0,0-1 1 0 0,0 1-1 0 0,1 0 1 0 0,1 0 0 0 0,-1 1-1 0 0,1 0 1 0 0,1 0-1 0 0,8-8 1 0 0,8-5-1806 0 0,1 0 0 0 0,1 1 0 0 0,47-28 1 0 0,-33 24-2769 0 0,2 0-2443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8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397 595 1884 0 0,'-7'-6'1167'0'0,"-8"-10"1865"0"0,-1 0 1 0 0,0 2-1 0 0,-28-19 0 0 0,43 33-2998 0 0,0-1-1 0 0,0 1 1 0 0,0 0 0 0 0,-1 0-1 0 0,1 0 1 0 0,0 0 0 0 0,0 0-1 0 0,0 0 1 0 0,0 0 0 0 0,0 0-1 0 0,-1 0 1 0 0,1 0 0 0 0,0 1-1 0 0,0-1 1 0 0,0 1 0 0 0,0-1-1 0 0,0 1 1 0 0,0-1 0 0 0,0 1-1 0 0,0-1 1 0 0,0 1 0 0 0,-1 1-1 0 0,-21 17 199 0 0,21-16-172 0 0,-14 12 41 0 0,1 1-1 0 0,1 0 1 0 0,1 2-1 0 0,-18 28 1 0 0,25-36-80 0 0,1 1 1 0 0,-1 0-1 0 0,2 0 1 0 0,-1 1-1 0 0,2-1 1 0 0,-1 1-1 0 0,2 0 1 0 0,-1 0-1 0 0,0 20 1 0 0,3-29-9 0 0,0-1 0 0 0,0 1 1 0 0,0 0-1 0 0,0-1 0 0 0,1 1 1 0 0,-1 0-1 0 0,1-1 0 0 0,0 1 1 0 0,0-1-1 0 0,0 1 0 0 0,0-1 1 0 0,0 1-1 0 0,1-1 0 0 0,-1 0 1 0 0,1 0-1 0 0,-1 0 0 0 0,1 1 1 0 0,0-1-1 0 0,0-1 0 0 0,0 1 1 0 0,0 0-1 0 0,0 0 1 0 0,0-1-1 0 0,0 1 0 0 0,0-1 1 0 0,1 0-1 0 0,-1 0 0 0 0,1 0 1 0 0,-1 0-1 0 0,1 0 0 0 0,-1 0 1 0 0,1-1-1 0 0,0 1 0 0 0,-1-1 1 0 0,1 0-1 0 0,4 0 0 0 0,2 0 13 0 0,0 0-1 0 0,1 0 0 0 0,-1-1 0 0 0,0-1 0 0 0,-1 0 0 0 0,1 0 0 0 0,0-1 0 0 0,0 0 0 0 0,14-7 0 0 0,-11 3-14 0 0,-1 0-1 0 0,-1-1 1 0 0,1-1-1 0 0,-2 1 1 0 0,1-2-1 0 0,-1 1 1 0 0,0-1-1 0 0,-1-1 1 0 0,0 1-1 0 0,-1-2 1 0 0,0 1-1 0 0,-1-1 1 0 0,8-19-1 0 0,-8 18-14 0 0,-2-1 0 0 0,0 1-1 0 0,0-1 1 0 0,-1 1-1 0 0,-1-1 1 0 0,0 0-1 0 0,-1 0 1 0 0,-1 0-1 0 0,0 0 1 0 0,-1 0 0 0 0,0 0-1 0 0,-6-24 1 0 0,6 33-7 0 0,0 1 1 0 0,-1 0-1 0 0,0-1 1 0 0,0 1 0 0 0,0 0-1 0 0,0 0 1 0 0,0 0-1 0 0,-1 1 1 0 0,0-1 0 0 0,1 0-1 0 0,-1 1 1 0 0,-1 0-1 0 0,1 0 1 0 0,0 0 0 0 0,-1 0-1 0 0,0 0 1 0 0,0 1-1 0 0,1-1 1 0 0,-2 1 0 0 0,-6-3-1 0 0,6 4 6 0 0,0 0-1 0 0,0 0 0 0 0,0 0 1 0 0,0 1-1 0 0,0-1 1 0 0,0 1-1 0 0,1 0 0 0 0,-1 1 1 0 0,0-1-1 0 0,0 1 0 0 0,0 0 1 0 0,0 1-1 0 0,0-1 1 0 0,1 1-1 0 0,-1-1 0 0 0,1 2 1 0 0,-1-1-1 0 0,1 0 1 0 0,-5 4-1 0 0,2-1-5 0 0,-1 1-1 0 0,1 1 1 0 0,0-1-1 0 0,0 1 1 0 0,1 0 0 0 0,0 1-1 0 0,0-1 1 0 0,1 1 0 0 0,0 0-1 0 0,0 1 1 0 0,1-1-1 0 0,0 1 1 0 0,-5 17 0 0 0,7-21 13 0 0,1-1 0 0 0,0 1 0 0 0,0-1 1 0 0,1 0-1 0 0,-1 1 0 0 0,1-1 1 0 0,0 1-1 0 0,1 0 0 0 0,-1-1 0 0 0,1 0 1 0 0,0 1-1 0 0,0-1 0 0 0,0 1 0 0 0,0-1 1 0 0,1 0-1 0 0,0 0 0 0 0,-1 0 0 0 0,2 0 1 0 0,-1 0-1 0 0,0 0 0 0 0,1 0 0 0 0,0-1 1 0 0,0 1-1 0 0,0-1 0 0 0,0 0 0 0 0,0 0 1 0 0,1 0-1 0 0,-1 0 0 0 0,1-1 0 0 0,8 5 1 0 0,-1-2 5 0 0,1 0 1 0 0,0-1-1 0 0,-1 0 1 0 0,2-1 0 0 0,-1-1-1 0 0,0 1 1 0 0,1-2-1 0 0,-1 0 1 0 0,0-1 0 0 0,1 0-1 0 0,-1 0 1 0 0,1-1-1 0 0,-1-1 1 0 0,15-4 0 0 0,-5 1 0 0 0,-1-2 0 0 0,0 0 1 0 0,-1-1-1 0 0,0-1 0 0 0,0-1 1 0 0,-1-1-1 0 0,23-16 1 0 0,-25 12-8 0 0,0 0 1 0 0,0-1 0 0 0,-1 0 0 0 0,-1-2 0 0 0,-1 0 0 0 0,-1 0 0 0 0,0-2-1 0 0,-1 1 1 0 0,-1-2 0 0 0,15-40 0 0 0,-11 19-5 0 0,-2 0-1 0 0,-2-1 1 0 0,-2 0 0 0 0,6-76 0 0 0,-11 54 115 0 0,-18 78-100 0 0,10-3-7 0 0,-1 0 1 0 0,1 0 0 0 0,1 1 0 0 0,0-1-1 0 0,1 1 1 0 0,0 0 0 0 0,0-1 0 0 0,1 13-1 0 0,-2-2 26 0 0,-101 1016 1346 0 0,58-146 2036 0 0,45-859-3228 0 0,1-18 116 0 0,-4 38 1331 0 0,4-50-1530 0 0,-1 1 0 0 0,0 0 0 0 0,1 0 0 0 0,-1 0 0 0 0,0-1 0 0 0,0 1 0 0 0,-1 0 0 0 0,1-1 0 0 0,-1 1-1 0 0,1-1 1 0 0,-1 0 0 0 0,0 1 0 0 0,0-1 0 0 0,-2 2 0 0 0,3-3-66 0 0,-1 0 0 0 0,1-1 0 0 0,0 1 0 0 0,0 0 0 0 0,0-1 0 0 0,-1 1 0 0 0,1-1-1 0 0,0 0 1 0 0,-1 1 0 0 0,1-1 0 0 0,0 0 0 0 0,-1 0 0 0 0,1 0 0 0 0,-1 0 0 0 0,1 0 0 0 0,0 0 0 0 0,-1 0 0 0 0,1-1 0 0 0,0 1-1 0 0,-1 0 1 0 0,-1-1 0 0 0,0-1-2 0 0,0 1 0 0 0,-1-1 0 0 0,1 1-1 0 0,0-1 1 0 0,0 0 0 0 0,-5-4-1 0 0,-14-17 25 0 0,0-2 0 0 0,1 0 0 0 0,1-1 0 0 0,-31-56 0 0 0,26 41-72 0 0,-37-47-1 0 0,44 68-4 0 0,0 1 1 0 0,-1 1-1 0 0,-34-26 1 0 0,-69-36-128 0 0,28 20-604 0 0,92 59 645 0 0,-1-1 1 0 0,1 1-1 0 0,0-1 1 0 0,0 0-1 0 0,0 0 1 0 0,0 0-1 0 0,0 0 1 0 0,1 0-1 0 0,-1 0 0 0 0,0 0 1 0 0,1-1-1 0 0,0 1 1 0 0,-1 0-1 0 0,1-1 1 0 0,0 1-1 0 0,-1-5 1 0 0,2 5-41 0 0,0-1 1 0 0,0 0-1 0 0,0 0 1 0 0,0 0 0 0 0,1 0-1 0 0,-1 0 1 0 0,1 0-1 0 0,0 0 1 0 0,0 0-1 0 0,0 1 1 0 0,0-1-1 0 0,0 0 1 0 0,0 1 0 0 0,1-1-1 0 0,2-3 1 0 0,7-8-434 0 0,1 1 1 0 0,0 1 0 0 0,0 0 0 0 0,2 1-1 0 0,-1 0 1 0 0,1 0 0 0 0,18-8-1 0 0,-13 6-81 0 0,160-92-6058 0 0,-136 82 4380 0 0,44-24-3520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29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15 175 2496 0 0,'-2'-3'573'0'0,"1"1"0"0"0,-1-1-1 0 0,1 1 1 0 0,-1-1 0 0 0,1 0 0 0 0,0 0 0 0 0,0 0-1 0 0,0 0 1 0 0,0 0 0 0 0,1 0 0 0 0,-1 0-1 0 0,1-6 1 0 0,0 7-473 0 0,0 0 0 0 0,0 0-1 0 0,0-1 1 0 0,1 1 0 0 0,-1 0 0 0 0,1 0-1 0 0,0 0 1 0 0,-1 0 0 0 0,1 0 0 0 0,0-1-1 0 0,0 2 1 0 0,0-1 0 0 0,1 0 0 0 0,-1 0-1 0 0,0 0 1 0 0,1 0 0 0 0,-1 1 0 0 0,1-1-1 0 0,0 1 1 0 0,-1-1 0 0 0,1 1 0 0 0,0-1-1 0 0,0 1 1 0 0,0 0 0 0 0,0 0 0 0 0,0 0-1 0 0,3-1 1 0 0,-2 2-76 0 0,0-1 0 0 0,0 1 0 0 0,0-1 0 0 0,0 1 0 0 0,0 0 0 0 0,0 0 0 0 0,-1 0 0 0 0,1 1-1 0 0,0-1 1 0 0,0 1 0 0 0,0 0 0 0 0,0-1 0 0 0,0 1 0 0 0,-1 0 0 0 0,1 1 0 0 0,0-1 0 0 0,-1 0 0 0 0,1 1 0 0 0,-1 0 0 0 0,1-1 0 0 0,-1 1-1 0 0,3 3 1 0 0,3 2-16 0 0,-1 1 0 0 0,1 0-1 0 0,-1 1 1 0 0,7 11-1 0 0,-8-10 157 0 0,-1 1 0 0 0,0 0 0 0 0,0 0 0 0 0,-1 0 0 0 0,-1 0 0 0 0,0 1 0 0 0,0 0-1 0 0,-1-1 1 0 0,0 1 0 0 0,-1 0 0 0 0,-1 0 0 0 0,0 0 0 0 0,0 0 0 0 0,-1 0 0 0 0,-1 0 0 0 0,0 0 0 0 0,-1-1-1 0 0,0 1 1 0 0,0-1 0 0 0,-2 0 0 0 0,1 0 0 0 0,-1 0 0 0 0,-1 0 0 0 0,0-1 0 0 0,0 0 0 0 0,-1 0 0 0 0,0 0-1 0 0,-16 14 1 0 0,22-23-110 0 0,0 0-1 0 0,0 0 1 0 0,0 0-1 0 0,0 0 1 0 0,0 0-1 0 0,0-1 1 0 0,0 1-1 0 0,0 0 1 0 0,0-1-1 0 0,-1 1 1 0 0,1-1-1 0 0,0 1 1 0 0,0-1-1 0 0,-1 0 1 0 0,1 1-1 0 0,0-1 1 0 0,0 0-1 0 0,-1 0 1 0 0,1 0-1 0 0,-3 0 1 0 0,3-1-33 0 0,0 1 1 0 0,0-1-1 0 0,0 1 1 0 0,0-1 0 0 0,0 1-1 0 0,0-1 1 0 0,0 0-1 0 0,0 0 1 0 0,1 0-1 0 0,-1 1 1 0 0,0-1-1 0 0,0 0 1 0 0,1 0 0 0 0,-1 0-1 0 0,0 0 1 0 0,1 0-1 0 0,-1 0 1 0 0,0-2-1 0 0,0-3 2 0 0,-1 1 0 0 0,1-1 1 0 0,-1 0-1 0 0,2 0 0 0 0,-1 0 0 0 0,1 0 0 0 0,0-9 0 0 0,2 1-19 0 0,0 0 1 0 0,1 1-1 0 0,1-1 1 0 0,1 1-1 0 0,-1 0 1 0 0,2 0-1 0 0,0 0 1 0 0,0 1-1 0 0,1 0 1 0 0,1 0-1 0 0,0 0 1 0 0,1 1-1 0 0,19-19 1 0 0,-19 21-14 0 0,1 0 1 0 0,0 0 0 0 0,1 1-1 0 0,0 1 1 0 0,0 0 0 0 0,1 0-1 0 0,0 1 1 0 0,0 1 0 0 0,0 0-1 0 0,1 0 1 0 0,-1 1 0 0 0,1 1-1 0 0,0 0 1 0 0,23-2 0 0 0,-29 5-1 0 0,1 0-1 0 0,-1 1 1 0 0,0-1 0 0 0,1 1 0 0 0,-1 1 0 0 0,0-1 0 0 0,0 1-1 0 0,0 1 1 0 0,0-1 0 0 0,0 1 0 0 0,-1 0 0 0 0,1 1 0 0 0,-1-1-1 0 0,0 1 1 0 0,10 9 0 0 0,-8-6 2 0 0,-1 1 1 0 0,1 0-1 0 0,-1 1 0 0 0,-1 0 0 0 0,0 0 1 0 0,0 0-1 0 0,-1 1 0 0 0,0-1 1 0 0,6 20-1 0 0,0 3-8 0 0,14 37-48 0 0,-24-67 65 0 0,1 0-1 0 0,-1 0 1 0 0,0 0 0 0 0,1-1-1 0 0,-1 1 1 0 0,1-1-1 0 0,-1 1 1 0 0,1-1-1 0 0,0 1 1 0 0,0-1-1 0 0,-1 0 1 0 0,1 0-1 0 0,0 0 1 0 0,0 0-1 0 0,0 0 1 0 0,0 0-1 0 0,0-1 1 0 0,0 1-1 0 0,1-1 1 0 0,-1 1-1 0 0,0-1 1 0 0,0 0-1 0 0,0 0 1 0 0,3 0-1 0 0,1 0 4 0 0,0 0-1 0 0,0-1 0 0 0,0 0 0 0 0,0 0 1 0 0,-1-1-1 0 0,1 0 0 0 0,7-2 0 0 0,-2-2-11 0 0,0-1-1 0 0,0 1 0 0 0,0-2 0 0 0,-1 0 0 0 0,0 0 0 0 0,-1 0 1 0 0,1-1-1 0 0,-2-1 0 0 0,1 0 0 0 0,-2 0 0 0 0,10-16 0 0 0,-9 15-1 0 0,-1-2 0 0 0,-1 1 0 0 0,0-1-1 0 0,-1 0 1 0 0,-1 0 0 0 0,0 0 0 0 0,0 0 0 0 0,-1-1-1 0 0,-1 0 1 0 0,1-19 0 0 0,-3 26-5 0 0,0 0 0 0 0,-1 0 0 0 0,0 1 0 0 0,0-1 0 0 0,0 0 0 0 0,-1 1 0 0 0,0-1 0 0 0,0 1 0 0 0,-1 0 0 0 0,0-1 0 0 0,-5-8 0 0 0,5 12 1 0 0,1 0 1 0 0,-1 0-1 0 0,1 0 0 0 0,-1 0 1 0 0,0 1-1 0 0,0-1 0 0 0,0 1 0 0 0,0-1 1 0 0,-1 1-1 0 0,1 0 0 0 0,0 1 0 0 0,-1-1 1 0 0,0 0-1 0 0,1 1 0 0 0,-1 0 0 0 0,0 0 1 0 0,0 0-1 0 0,0 0 0 0 0,0 1 1 0 0,1-1-1 0 0,-6 1 0 0 0,3 1-6 0 0,0-1 0 0 0,0 1 1 0 0,0 0-1 0 0,0 1 0 0 0,0-1 0 0 0,1 1 1 0 0,-1 0-1 0 0,0 1 0 0 0,1-1 0 0 0,0 1 0 0 0,-1 0 1 0 0,-7 7-1 0 0,6-5-69 0 0,0 1-1 0 0,1 0 1 0 0,0 0 0 0 0,0 1 0 0 0,1 0 0 0 0,-1 0-1 0 0,1 0 1 0 0,-6 14 0 0 0,8-15-173 0 0,0-1 0 0 0,1 1 1 0 0,0 0-1 0 0,0 0 0 0 0,1 0 0 0 0,0 1 1 0 0,0-1-1 0 0,0 0 0 0 0,1 0 0 0 0,0 1 1 0 0,0-1-1 0 0,1 8 0 0 0,0-10-185 0 0,0 1 0 0 0,0-1-1 0 0,1 1 1 0 0,0-1 0 0 0,0 0 0 0 0,0 0 0 0 0,0 0-1 0 0,0 0 1 0 0,1 0 0 0 0,0 0 0 0 0,0-1 0 0 0,0 1-1 0 0,0-1 1 0 0,0 0 0 0 0,1 0 0 0 0,0 0-1 0 0,7 5 1 0 0,8 2-3559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30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147 162 968 0 0,'1'-7'1558'0'0,"0"1"0"0"0,0 0 0 0 0,-1-1 0 0 0,0 1 0 0 0,-1-8 0 0 0,1 12-912 0 0,0 2-595 0 0,0 0 0 0 0,-1-1 0 0 0,1 1 0 0 0,0 0-1 0 0,0-1 1 0 0,-1 1 0 0 0,1 0 0 0 0,0-1 0 0 0,0 1-1 0 0,-1 0 1 0 0,1-1 0 0 0,0 1 0 0 0,-1 0 0 0 0,1 0-1 0 0,-1 0 1 0 0,1-1 0 0 0,0 1 0 0 0,-1 0 0 0 0,1 0-1 0 0,-1 0 1 0 0,1 0 0 0 0,0 0 0 0 0,-1 0 0 0 0,0 0-1 0 0,-4 3 75 0 0,0 1-1 0 0,0 0 0 0 0,1 0 0 0 0,-1 1 0 0 0,1-1 0 0 0,0 1 0 0 0,0 0 0 0 0,1 0 0 0 0,-5 8 0 0 0,-27 57 360 0 0,26-49-390 0 0,-3 5 23 0 0,-13 40-1 0 0,22-56-80 0 0,1 0 0 0 0,0-1 1 0 0,0 1-1 0 0,1 0 0 0 0,0 0 0 0 0,1 0 1 0 0,0 0-1 0 0,1 10 0 0 0,0-17-22 0 0,-1 0 0 0 0,1 0 1 0 0,0 1-1 0 0,0-1 0 0 0,0 0 0 0 0,0 0 0 0 0,1 0 1 0 0,-1 0-1 0 0,1-1 0 0 0,-1 1 0 0 0,1 0 0 0 0,0-1 0 0 0,0 1 1 0 0,1-1-1 0 0,-1 0 0 0 0,0 1 0 0 0,1-1 0 0 0,-1 0 1 0 0,1 0-1 0 0,0-1 0 0 0,0 1 0 0 0,-1-1 0 0 0,1 1 1 0 0,0-1-1 0 0,0 0 0 0 0,1 0 0 0 0,-1 0 0 0 0,0 0 0 0 0,0-1 1 0 0,0 1-1 0 0,0-1 0 0 0,1 0 0 0 0,3 0 0 0 0,2 0 0 0 0,-1-1 0 0 0,0 0 0 0 0,0 0 0 0 0,1-1 0 0 0,-1 0 0 0 0,0-1 0 0 0,0 1 0 0 0,-1-2 0 0 0,1 1 0 0 0,-1-1 0 0 0,14-9 0 0 0,-6 1 2 0 0,-1 0 0 0 0,-1-1 0 0 0,0 0-1 0 0,17-23 1 0 0,36-64 124 0 0,-27 38-37 0 0,-28 50-163 0 0,-11 12 58 0 0,0 0-1 0 0,0 0 1 0 0,0 0 0 0 0,1 0-1 0 0,-1 0 1 0 0,0 0-1 0 0,0 0 1 0 0,0 0-1 0 0,0 0 1 0 0,1 0-1 0 0,-1 0 1 0 0,0 0-1 0 0,0 1 1 0 0,0-1 0 0 0,0 0-1 0 0,0 0 1 0 0,0 0-1 0 0,1 0 1 0 0,-1 0-1 0 0,0 0 1 0 0,0 0-1 0 0,0 1 1 0 0,0-1 0 0 0,0 0-1 0 0,0 0 1 0 0,0 0-1 0 0,0 0 1 0 0,0 0-1 0 0,0 1 1 0 0,0-1-1 0 0,1 0 1 0 0,-1 0-1 0 0,0 0 1 0 0,0 0 0 0 0,0 0-1 0 0,0 1 1 0 0,0-1-1 0 0,0 0 1 0 0,0 0-1 0 0,0 0 1 0 0,0 0-1 0 0,-1 1 1 0 0,1-1 0 0 0,-3 31-125 0 0,2-28 135 0 0,-3 19-39 0 0,2 0 0 0 0,-1 38 1 0 0,3-54 45 0 0,0 1 0 0 0,0-1 1 0 0,1 1-1 0 0,0-1 0 0 0,1 1 1 0 0,-1-1-1 0 0,1 0 1 0 0,0 0-1 0 0,1 1 0 0 0,0-2 1 0 0,0 1-1 0 0,0 0 0 0 0,8 10 1 0 0,-9-13 1 0 0,1-1 1 0 0,-1 1-1 0 0,1-1 0 0 0,0 0 1 0 0,0 0-1 0 0,0 0 0 0 0,0 0 1 0 0,0 0-1 0 0,1 0 1 0 0,-1-1-1 0 0,0 0 0 0 0,1 0 1 0 0,-1 0-1 0 0,1 0 1 0 0,0 0-1 0 0,5 0 0 0 0,-3-1 0 0 0,-1 0 0 0 0,1-1 0 0 0,-1 0 0 0 0,1 0 0 0 0,-1 0 0 0 0,1-1-1 0 0,-1 1 1 0 0,0-1 0 0 0,0-1 0 0 0,5-2 0 0 0,2-2 12 0 0,0-1 0 0 0,-1 0 1 0 0,0 0-1 0 0,-1-1 0 0 0,0-1 0 0 0,0 0 0 0 0,16-22 0 0 0,-13 13 19 0 0,-1-1 0 0 0,-1-1-1 0 0,11-25 1 0 0,-18 35 0 0 0,1 0 1 0 0,-2-1 0 0 0,0 0 0 0 0,0 1-1 0 0,-1-1 1 0 0,-1 0 0 0 0,1-23 0 0 0,-3 29-29 0 0,1 0 1 0 0,-2 0 0 0 0,1 0 0 0 0,-1 0-1 0 0,-4-11 1 0 0,6 16-36 0 0,-1-1 0 0 0,0 0 0 0 0,0 1-1 0 0,1-1 1 0 0,-1 0 0 0 0,0 1 0 0 0,0-1 0 0 0,0 1 0 0 0,-1 0-1 0 0,1-1 1 0 0,0 1 0 0 0,0 0 0 0 0,-1 0 0 0 0,1 0 0 0 0,-1 0-1 0 0,1 0 1 0 0,-1 0 0 0 0,1 0 0 0 0,-1 0 0 0 0,0 1 0 0 0,1-1-1 0 0,-1 0 1 0 0,0 1 0 0 0,-1-1 0 0 0,1 1-86 0 0,0 0-1 0 0,0 0 1 0 0,0 0 0 0 0,0 1 0 0 0,0-1-1 0 0,0 0 1 0 0,0 1 0 0 0,1-1 0 0 0,-1 1-1 0 0,0 0 1 0 0,0 0 0 0 0,-2 1 0 0 0,3-2 8 0 0,1 1-1 0 0,-1-1 1 0 0,1 1 0 0 0,-1-1 0 0 0,1 1 0 0 0,-1 0-1 0 0,1-1 1 0 0,-1 1 0 0 0,1-1 0 0 0,0 1 0 0 0,-1 0-1 0 0,1-1 1 0 0,0 1 0 0 0,0 0 0 0 0,-1-1 0 0 0,1 1-1 0 0,0 0 1 0 0,0-1 0 0 0,0 1 0 0 0,0 0 0 0 0,0 0-1 0 0,0 1 1 0 0,1 0-60 0 0,-1-1 0 0 0,1 1 0 0 0,0 0 0 0 0,0 0 0 0 0,0 0 0 0 0,0-1 0 0 0,0 1 0 0 0,0-1 0 0 0,0 1 0 0 0,0-1 0 0 0,1 1 0 0 0,-1-1 0 0 0,1 0 0 0 0,-1 1 0 0 0,1-1 0 0 0,-1 0 0 0 0,1 0 0 0 0,0 0 0 0 0,-1 0 0 0 0,1-1 0 0 0,0 1 0 0 0,2 0 0 0 0,7 2-72 0 0,1 0-1 0 0,-1-1 1 0 0,1-1-1 0 0,-1 0 1 0 0,1-1-1 0 0,-1 0 1 0 0,1 0-1 0 0,0-1 1 0 0,-1-1-1 0 0,0 0 1 0 0,1-1 0 0 0,12-4-1 0 0,11-6 1522 0 0,0-1 0 0 0,44-25-1 0 0,-65 31 76 0 0,26-21 0 0 0,-19 14-43 0 0,-17 9-461 0 0,-13 8-671 0 0,-13 6-179 0 0,18-5-8 0 0,0 0 0 0 0,0 0 0 0 0,0 0 0 0 0,0 0 0 0 0,0 1 0 0 0,1-1 0 0 0,0 1 0 0 0,-1 0 0 0 0,2 0 0 0 0,-1 0 0 0 0,0 1 0 0 0,1-1 0 0 0,0 1 1 0 0,0-1-1 0 0,0 1 0 0 0,0 0 0 0 0,1 0 0 0 0,0-1 0 0 0,0 1 0 0 0,0 0 0 0 0,1 0 0 0 0,-1 0 0 0 0,2 8 0 0 0,1 5-23 0 0,2 0 1 0 0,0 0-1 0 0,1-1 1 0 0,0 0-1 0 0,10 20 0 0 0,-6-16 46 0 0,10 40 0 0 0,-19-59-10 0 0,0 0-1 0 0,0 0 1 0 0,0 0 0 0 0,0 0 0 0 0,-1 1-1 0 0,1-1 1 0 0,0 0 0 0 0,-1 0 0 0 0,0 0-1 0 0,1 0 1 0 0,-1 0 0 0 0,0 0 0 0 0,0 0 0 0 0,0-1-1 0 0,0 1 1 0 0,-1 0 0 0 0,1 0 0 0 0,0-1-1 0 0,-1 1 1 0 0,1-1 0 0 0,-1 1 0 0 0,1-1-1 0 0,-1 1 1 0 0,0-1 0 0 0,-2 1 0 0 0,-5 4 30 0 0,-1 0 0 0 0,0-1 1 0 0,-14 5-1 0 0,22-9-45 0 0,-17 6-505 0 0,1-1 0 0 0,-1-1 0 0 0,-28 5 0 0 0,34-9-1472 0 0,0 0 0 0 0,0 0 0 0 0,-18-2 0 0 0,14-2-2321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33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37 467 348 0 0,'12'-158'13162'0'0,"-7"191"-11847"0"0,-7-1-921 0 0,-2 1 0 0 0,0-1 0 0 0,-13 41 0 0 0,9-41-332 0 0,1-1-1 0 0,2 1 1 0 0,-2 42 0 0 0,7-73-63 0 0,3 29 73 0 0,-3-29-69 0 0,1 1 0 0 0,-1-1 0 0 0,0 0 0 0 0,1-1 0 0 0,-1 1 0 0 0,1 0 0 0 0,-1 0 0 0 0,1 0 0 0 0,0 0 0 0 0,-1 0 0 0 0,1 0 0 0 0,0-1 0 0 0,-1 1 0 0 0,1 0 0 0 0,0 0 1 0 0,0-1-1 0 0,0 1 0 0 0,0-1 0 0 0,-1 1 0 0 0,1-1 0 0 0,0 1 0 0 0,0-1 0 0 0,0 1 0 0 0,0-1 0 0 0,0 0 0 0 0,0 0 0 0 0,2 1 0 0 0,3-1 7 0 0,0-1-1 0 0,0 1 1 0 0,0-1-1 0 0,0 0 0 0 0,-1 0 1 0 0,1-1-1 0 0,0 0 1 0 0,-1 0-1 0 0,1 0 1 0 0,-1-1-1 0 0,0 1 1 0 0,1-1-1 0 0,-1-1 0 0 0,-1 1 1 0 0,1-1-1 0 0,8-7 1 0 0,7-9 7 0 0,-2-1 1 0 0,24-32-1 0 0,-16 20-4 0 0,3-6-24 0 0,-14 19-66 0 0,22-24-1 0 0,-35 43 50 0 0,17 2-46 0 0,-12 7 60 0 0,0 0 0 0 0,0 0 0 0 0,-1 1 0 0 0,0-1 0 0 0,0 2 0 0 0,6 12 0 0 0,17 26-2 0 0,-28-46 25 0 0,0 0-1 0 0,1-1 1 0 0,-1 1 0 0 0,0 0-1 0 0,1-1 1 0 0,-1 0 0 0 0,1 1-1 0 0,-1-1 1 0 0,1 0-1 0 0,0 1 1 0 0,0-1 0 0 0,-1 0-1 0 0,1 0 1 0 0,0-1-1 0 0,0 1 1 0 0,0 0 0 0 0,0-1-1 0 0,0 1 1 0 0,0-1 0 0 0,0 1-1 0 0,3-1 1 0 0,-3 0-2 0 0,1-1 0 0 0,-1 0 0 0 0,1 1 0 0 0,-1-1 0 0 0,1 0 0 0 0,-1 0 0 0 0,0 0 0 0 0,1 0 0 0 0,-1-1 0 0 0,0 1 0 0 0,0-1 1 0 0,0 1-1 0 0,0-1 0 0 0,3-3 0 0 0,1-3 2 0 0,1 0 0 0 0,-1 0 0 0 0,-1-1 1 0 0,1 0-1 0 0,-2 0 0 0 0,1 0 0 0 0,3-12 1 0 0,-2 2 12 0 0,-1 1 0 0 0,-1-1 0 0 0,-1 0 0 0 0,0 0 0 0 0,-1-24 0 0 0,-1 34-26 0 0,-2 0-1 0 0,1 0 0 0 0,-1 0 1 0 0,-1 0-1 0 0,1 0 0 0 0,-2 0 1 0 0,1 0-1 0 0,-1 0 0 0 0,0 0 1 0 0,-1 1-1 0 0,0 0 0 0 0,-1 0 1 0 0,-5-8-1 0 0,10 15 0 0 0,-1 0 0 0 0,1 0 1 0 0,-1 0-1 0 0,1 0 0 0 0,-1 1 0 0 0,0-1 0 0 0,1 0 1 0 0,-1 0-1 0 0,0 1 0 0 0,1-1 0 0 0,-1 0 0 0 0,0 1 1 0 0,0-1-1 0 0,0 1 0 0 0,0-1 0 0 0,1 1 0 0 0,-1 0 1 0 0,0-1-1 0 0,0 1 0 0 0,0 0 0 0 0,0-1 0 0 0,0 1 1 0 0,0 0-1 0 0,0 0 0 0 0,0 0 0 0 0,0 0 0 0 0,0 0 1 0 0,0 0-1 0 0,0 0 0 0 0,0 0 0 0 0,0 0 0 0 0,0 1 1 0 0,0-1-1 0 0,0 0 0 0 0,0 1 0 0 0,0-1 0 0 0,0 1 1 0 0,1-1-1 0 0,-1 1 0 0 0,0-1 0 0 0,0 1 1 0 0,0-1-1 0 0,1 1 0 0 0,-1 0 0 0 0,0-1 0 0 0,0 2 1 0 0,0-1 1 0 0,1-1 0 0 0,-1 1 1 0 0,1 0-1 0 0,0 0 1 0 0,-1-1-1 0 0,1 1 0 0 0,0 0 1 0 0,-1 0-1 0 0,1 0 0 0 0,0-1 1 0 0,0 1-1 0 0,0 0 1 0 0,0 0-1 0 0,0 0 0 0 0,0 0 1 0 0,0 0-1 0 0,0-1 1 0 0,0 1-1 0 0,0 0 0 0 0,0 0 1 0 0,1 0-1 0 0,-1-1 1 0 0,0 1-1 0 0,1 0 0 0 0,-1 0 1 0 0,1 1-1 0 0,0 0 1 0 0,0 0 0 0 0,0 0-1 0 0,1 0 1 0 0,-1-1 0 0 0,0 1-1 0 0,1 0 1 0 0,0-1 0 0 0,3 4-1 0 0,0-2-10 0 0,1 0 1 0 0,0 0-1 0 0,0-1 0 0 0,0 0 0 0 0,0 0 0 0 0,0 0 0 0 0,0-1 1 0 0,0 0-1 0 0,10 1 0 0 0,60-3-343 0 0,-62 1 270 0 0,45-4-632 0 0,110-21 1 0 0,-134 17 482 0 0,-1-2 1 0 0,0-1 0 0 0,0-1 0 0 0,46-25-1 0 0,-71 32 199 0 0,1-1 0 0 0,-2 0-1 0 0,1 0 1 0 0,-1-1 0 0 0,1 0 0 0 0,-2 0-1 0 0,14-17 1 0 0,-19 21 29 0 0,1-1 0 0 0,0 0 0 0 0,-1 0 0 0 0,0-1 0 0 0,0 1 0 0 0,0 0 0 0 0,0-1-1 0 0,-1 1 1 0 0,0-1 0 0 0,0 0 0 0 0,0 1 0 0 0,0-1 0 0 0,-1 0 0 0 0,0 0 0 0 0,0 1 0 0 0,0-1 0 0 0,0 0-1 0 0,-1 0 1 0 0,-2-8 0 0 0,3 12 15 0 0,0 0 0 0 0,0 0 0 0 0,-1 0 0 0 0,1 0-1 0 0,0 1 1 0 0,0-1 0 0 0,-1 0 0 0 0,1 0 0 0 0,-1 0-1 0 0,1 0 1 0 0,-1 0 0 0 0,1 1 0 0 0,-1-1 0 0 0,1 0 0 0 0,-1 0-1 0 0,0 1 1 0 0,1-1 0 0 0,-1 0 0 0 0,0 1 0 0 0,0-1 0 0 0,0 1-1 0 0,1-1 1 0 0,-1 1 0 0 0,0 0 0 0 0,0-1 0 0 0,0 1 0 0 0,0 0-1 0 0,0-1 1 0 0,0 1 0 0 0,0 0 0 0 0,0 0 0 0 0,1 0-1 0 0,-1 0 1 0 0,0 0 0 0 0,0 0 0 0 0,0 0 0 0 0,0 0 0 0 0,0 0-1 0 0,0 0 1 0 0,0 1 0 0 0,0-1 0 0 0,0 0 0 0 0,0 0 0 0 0,0 1-1 0 0,1-1 1 0 0,-1 1 0 0 0,0-1 0 0 0,0 1 0 0 0,0-1 0 0 0,0 2-1 0 0,-4 2 58 0 0,0 0-1 0 0,0 0 0 0 0,0 0 0 0 0,0 1 1 0 0,1 0-1 0 0,-5 6 0 0 0,-5 11 79 0 0,2 0 0 0 0,0 1 0 0 0,1 0 0 0 0,1 0 0 0 0,-11 42 0 0 0,-21 127 216 0 0,13 81-37 0 0,28-267-301 0 0,0 27 386 0 0,0-31-225 0 0,2-5-152 0 0,2-21-13 0 0,1 0 1 0 0,1 0-1 0 0,1 0 1 0 0,2 1-1 0 0,17-39 1 0 0,-18 47-22 0 0,0 1 1 0 0,1 1-1 0 0,0-1 1 0 0,2 1-1 0 0,-1 1 1 0 0,1 0-1 0 0,1 0 1 0 0,0 1-1 0 0,1 0 1 0 0,15-10-1 0 0,-23 19-6 0 0,0-1 0 0 0,1 0 0 0 0,-1 1 0 0 0,1 0 0 0 0,0 0 0 0 0,0 1-1 0 0,0-1 1 0 0,0 1 0 0 0,0 0 0 0 0,0 0 0 0 0,0 1 0 0 0,0-1 0 0 0,0 1-1 0 0,0 0 1 0 0,1 1 0 0 0,-1-1 0 0 0,0 1 0 0 0,7 2 0 0 0,-8-2 6 0 0,0 1 1 0 0,-1-1-1 0 0,1 1 1 0 0,-1 0 0 0 0,1 0-1 0 0,-1 0 1 0 0,0 1-1 0 0,0-1 1 0 0,0 1-1 0 0,0 0 1 0 0,0 0-1 0 0,0 0 1 0 0,-1 0 0 0 0,1 0-1 0 0,-1 1 1 0 0,0-1-1 0 0,0 1 1 0 0,0-1-1 0 0,-1 1 1 0 0,1 0 0 0 0,-1 0-1 0 0,0 0 1 0 0,0 0-1 0 0,0 4 1 0 0,0 7 21 0 0,0 0 0 0 0,-1 0 0 0 0,-1-1 0 0 0,0 1 0 0 0,-1 0 0 0 0,-1 0 0 0 0,-8 26 0 0 0,5-18 11 0 0,-6 46-1 0 0,11-67-28 0 0,1 0 0 0 0,0-1 0 0 0,-1 1 0 0 0,1 0 0 0 0,0 0 0 0 0,0-1 0 0 0,0 1 0 0 0,1 0 0 0 0,-1 0 0 0 0,0-1 0 0 0,1 1 0 0 0,-1 0 0 0 0,1-1 0 0 0,-1 1 0 0 0,1 0 0 0 0,0-1 0 0 0,0 1 0 0 0,-1-1 0 0 0,1 1 0 0 0,0-1 0 0 0,1 0 0 0 0,-1 1 0 0 0,0-1 0 0 0,0 0 0 0 0,1 0 0 0 0,-1 0 0 0 0,0 1 0 0 0,1-2 0 0 0,-1 1 0 0 0,1 0 0 0 0,-1 0 0 0 0,1 0 0 0 0,0-1 0 0 0,-1 1 0 0 0,1-1 0 0 0,0 1 0 0 0,-1-1 0 0 0,1 0 0 0 0,0 1 0 0 0,0-1 0 0 0,-1 0 0 0 0,1 0 0 0 0,2-1 0 0 0,6 1-42 0 0,0-2-1 0 0,0 0 1 0 0,0 0-1 0 0,0 0 1 0 0,12-6-1 0 0,-21 8 41 0 0,17-8-124 0 0,0 0 0 0 0,-1-1 0 0 0,0 0 0 0 0,-1-1 1 0 0,0-2-1 0 0,0 1 0 0 0,-1-2 0 0 0,0 0 0 0 0,12-15 1 0 0,-7 5 225 0 0,-1-1 1 0 0,-2 0 0 0 0,0-1 0 0 0,-2-2 0 0 0,14-29-1 0 0,-27 52 108 0 0,0-1 0 0 0,-1 0 0 0 0,0 0 0 0 0,1 1 0 0 0,-1-8 0 0 0,1 3 27 0 0,-2 7-13 0 0,-2 3-209 0 0,0-1 0 0 0,1 1 0 0 0,-1-1 0 0 0,0 1 0 0 0,0 0 0 0 0,1 0 0 0 0,-1-1 0 0 0,1 1 0 0 0,-1 1 0 0 0,1-1 0 0 0,-1 0 0 0 0,1 0 0 0 0,0 0 0 0 0,-1 1 0 0 0,1-1 0 0 0,0 1 0 0 0,0-1 0 0 0,0 1 0 0 0,-1 2 0 0 0,-18 36 37 0 0,16-30-34 0 0,-4 7-3 0 0,1 0-1 0 0,1 1 0 0 0,-7 33 0 0 0,12-45-5 0 0,0 0 0 0 0,0 0 0 0 0,1 1-1 0 0,0-1 1 0 0,1 0 0 0 0,1 12 0 0 0,-1-15 1 0 0,0 0 0 0 0,0 0 0 0 0,0 0 0 0 0,0 0 0 0 0,0 0 1 0 0,1-1-1 0 0,0 1 0 0 0,-1 0 0 0 0,1-1 0 0 0,0 1 0 0 0,0-1 1 0 0,0 1-1 0 0,1-1 0 0 0,2 3 0 0 0,0-3-52 0 0,-1 1-1 0 0,1-1 1 0 0,0 0 0 0 0,0 0-1 0 0,0 0 1 0 0,0-1 0 0 0,0 0-1 0 0,0 0 1 0 0,0 0 0 0 0,0-1 0 0 0,0 1-1 0 0,0-1 1 0 0,1 0 0 0 0,-1-1-1 0 0,0 1 1 0 0,0-1 0 0 0,6-2-1 0 0,-3 2-503 0 0,1-2-1 0 0,-1 1 0 0 0,0-1 0 0 0,0-1 0 0 0,0 1 0 0 0,0-1 0 0 0,0-1 0 0 0,-1 0 0 0 0,10-7 0 0 0,1-6-3066 0 0,-1-3-1594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33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67 1736 0 0,'-27'-19'3494'0'0,"17"11"-2571"0"0,-1 1-1 0 0,1 0 1 0 0,-2 0-1 0 0,1 1 1 0 0,-16-5 0 0 0,27 10-914 0 0,-1 1 0 0 0,0 0 0 0 0,0 0 1 0 0,0-1-1 0 0,1 1 0 0 0,-1 0 0 0 0,0 0 0 0 0,0 0 1 0 0,0 0-1 0 0,0 0 0 0 0,1 0 0 0 0,-1 0 0 0 0,0 0 1 0 0,0 1-1 0 0,0-1 0 0 0,0 0 0 0 0,1 0 0 0 0,-1 1 1 0 0,0-1-1 0 0,0 0 0 0 0,1 1 0 0 0,-1-1 1 0 0,0 1-1 0 0,1-1 0 0 0,-1 1 0 0 0,0-1 0 0 0,1 1 1 0 0,-1 0-1 0 0,1-1 0 0 0,-1 1 0 0 0,1 0 0 0 0,-1-1 1 0 0,1 1-1 0 0,-1 0 0 0 0,1 0 0 0 0,0-1 0 0 0,-1 1 1 0 0,1 0-1 0 0,0 0 0 0 0,0 0 0 0 0,0-1 1 0 0,-1 1-1 0 0,1 0 0 0 0,0 1 0 0 0,0 2-251 0 0,0 1 0 0 0,0-1 0 0 0,0 0 1 0 0,0 0-1 0 0,1 0 0 0 0,1 7 0 0 0,9 22-3865 0 0,-2-14 1131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33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83 68 0 0,'1'-16'7041'0'0,"-1"13"-6691"0"0,0 0 0 0 0,-1 0-1 0 0,0 0 1 0 0,0-1-1 0 0,1 1 1 0 0,-2 0 0 0 0,1 0-1 0 0,0 0 1 0 0,-1 1-1 0 0,1-1 1 0 0,-1 0 0 0 0,0 0-1 0 0,0 1 1 0 0,0-1 0 0 0,0 1-1 0 0,0 0 1 0 0,-1-1-1 0 0,1 1 1 0 0,-1 0 0 0 0,1 1-1 0 0,-1-1 1 0 0,0 0-1 0 0,-5-2 1 0 0,5 3-314 0 0,1 1-1 0 0,0-1 1 0 0,0 1-1 0 0,-1 0 1 0 0,1 0-1 0 0,0 0 1 0 0,-1 0 0 0 0,1 0-1 0 0,0 0 1 0 0,-1 1-1 0 0,1-1 1 0 0,0 1-1 0 0,0-1 1 0 0,0 1 0 0 0,-1 0-1 0 0,-1 1 1 0 0,-31 17 202 0 0,35-18-236 0 0,-19 13 38 0 0,1 1 0 0 0,1 1 1 0 0,0 0-1 0 0,1 2 0 0 0,1 0 0 0 0,1 0 1 0 0,-14 24-1 0 0,21-31-32 0 0,0 1 1 0 0,1 0-1 0 0,0 0 1 0 0,1 1-1 0 0,0 0 0 0 0,1-1 1 0 0,0 2-1 0 0,-2 20 1 0 0,5-29-9 0 0,1 0-1 0 0,-1-1 1 0 0,1 1 0 0 0,0 0-1 0 0,1 0 1 0 0,-1-1 0 0 0,1 1 0 0 0,0 0-1 0 0,0-1 1 0 0,0 1 0 0 0,1-1 0 0 0,-1 1-1 0 0,1-1 1 0 0,0 0 0 0 0,1 0 0 0 0,-1 0-1 0 0,1 0 1 0 0,0 0 0 0 0,0 0 0 0 0,0-1-1 0 0,0 1 1 0 0,0-1 0 0 0,1 0 0 0 0,0 0-1 0 0,-1 0 1 0 0,1 0 0 0 0,7 2 0 0 0,1 1-218 0 0,0-1 1 0 0,1-1 0 0 0,0-1 0 0 0,0 1 0 0 0,0-2 0 0 0,0 0-1 0 0,1 0 1 0 0,-1-2 0 0 0,1 1 0 0 0,23-4 0 0 0,-17 0-866 0 0,0 0 1 0 0,-1-1 0 0 0,1-1-1 0 0,-1-1 1 0 0,-1-1-1 0 0,31-15 1 0 0,-9-2-3284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34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149 129 2224 0 0,'-1'-36'2899'0'0,"1"25"-2094"0"0,0 1-1 0 0,-1-1 1 0 0,0 1-1 0 0,0-1 1 0 0,-1 0-1 0 0,-4-9 1 0 0,6 19-776 0 0,0 1 0 0 0,0-1 0 0 0,0 1 1 0 0,0 0-1 0 0,0-1 0 0 0,0 1 0 0 0,-1-1 0 0 0,1 1 0 0 0,0 0 1 0 0,0-1-1 0 0,-1 1 0 0 0,1 0 0 0 0,0 0 0 0 0,0-1 0 0 0,-1 1 0 0 0,1 0 1 0 0,0-1-1 0 0,-1 1 0 0 0,1 0 0 0 0,0 0 0 0 0,-1 0 0 0 0,1-1 1 0 0,0 1-1 0 0,-1 0 0 0 0,1 0 0 0 0,0 0 0 0 0,-1 0 0 0 0,1 0 1 0 0,-1 0-1 0 0,1 0 0 0 0,-1 0 0 0 0,-9 8 353 0 0,-5 18 84 0 0,-5 28-47 0 0,3 1 0 0 0,3 1 0 0 0,-10 71 0 0 0,17-89-324 0 0,-12 112 166 0 0,18-126-162 0 0,1-1 0 0 0,1 1 0 0 0,1-1 0 0 0,7 34 0 0 0,0-30 250 0 0,-8-26-334 0 0,-1 0 1 0 0,0-1 0 0 0,1 1-1 0 0,-1 0 1 0 0,1 0-1 0 0,-1 0 1 0 0,1 0-1 0 0,0-1 1 0 0,-1 1 0 0 0,1 0-1 0 0,0 0 1 0 0,-1-1-1 0 0,1 1 1 0 0,0-1 0 0 0,0 1-1 0 0,0-1 1 0 0,0 1-1 0 0,-1-1 1 0 0,1 1-1 0 0,0-1 1 0 0,0 0 0 0 0,0 1-1 0 0,0-1 1 0 0,0 0-1 0 0,0 0 1 0 0,0 0 0 0 0,2 0-1 0 0,2-1 9 0 0,0-1-1 0 0,0 0 1 0 0,0 0-1 0 0,0-1 1 0 0,0 1-1 0 0,-1-1 1 0 0,1 0 0 0 0,-1-1-1 0 0,1 1 1 0 0,-1-1-1 0 0,7-8 1 0 0,8-10 15 0 0,16-24 1 0 0,-14 17-4 0 0,4-3-54 0 0,2 1 0 0 0,1 1 0 0 0,38-30 0 0 0,-66 59 15 0 0,1 0 0 0 0,-1 1 1 0 0,1-1-1 0 0,0 0 0 0 0,0 1 0 0 0,-1-1 0 0 0,1 1 0 0 0,0-1 0 0 0,0 1 0 0 0,0-1 1 0 0,-1 1-1 0 0,1-1 0 0 0,0 1 0 0 0,0 0 0 0 0,0 0 0 0 0,0-1 0 0 0,0 1 0 0 0,0 0 1 0 0,0 0-1 0 0,0 0 0 0 0,0 0 0 0 0,0 0 0 0 0,-1 0 0 0 0,1 0 0 0 0,0 0 0 0 0,0 1 1 0 0,0-1-1 0 0,0 0 0 0 0,0 0 0 0 0,0 1 0 0 0,0-1 0 0 0,0 1 0 0 0,-1-1 0 0 0,1 1 1 0 0,0-1-1 0 0,0 1 0 0 0,-1-1 0 0 0,1 1 0 0 0,0 0 0 0 0,-1-1 0 0 0,1 1 0 0 0,0 0 1 0 0,-1 0-1 0 0,1-1 0 0 0,-1 1 0 0 0,0 0 0 0 0,1 0 0 0 0,-1 0 0 0 0,1 0 0 0 0,-1 1 1 0 0,2 3 17 0 0,0 1 1 0 0,-1-1-1 0 0,0 1 1 0 0,0 0 0 0 0,0-1-1 0 0,0 9 1 0 0,-2 7 101 0 0,-1 0 0 0 0,-8 31 1 0 0,7-36-81 0 0,0 0 0 0 0,0 0 0 0 0,2 1 1 0 0,0-1-1 0 0,2 24 0 0 0,-1-37-32 0 0,1 0-1 0 0,-1-1 0 0 0,1 1 1 0 0,0 0-1 0 0,0 0 1 0 0,0-1-1 0 0,0 1 1 0 0,0 0-1 0 0,1-1 0 0 0,-1 0 1 0 0,1 1-1 0 0,0-1 1 0 0,0 0-1 0 0,0 0 0 0 0,0 0 1 0 0,0 0-1 0 0,0 0 1 0 0,0 0-1 0 0,1 0 1 0 0,-1-1-1 0 0,1 1 0 0 0,-1-1 1 0 0,1 0-1 0 0,0 0 1 0 0,-1 0-1 0 0,1 0 0 0 0,0 0 1 0 0,0-1-1 0 0,0 1 1 0 0,-1-1-1 0 0,1 1 1 0 0,5-1-1 0 0,7 0-586 0 0,0-1-1 0 0,-1 0 1 0 0,1-1 0 0 0,-1-1-1 0 0,17-4 1 0 0,25-13-5071 0 0,-28 8 346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35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60 804 0 0,'-1'-5'1071'0'0,"1"1"0"0"0,0 0 0 0 0,-1 0 1 0 0,0-1-1 0 0,0 1 0 0 0,-3-6 0 0 0,4 9-856 0 0,-1-1 0 0 0,1 1 0 0 0,-1-1 0 0 0,0 1-1 0 0,0 0 1 0 0,1-1 0 0 0,-1 1 0 0 0,0 0 0 0 0,0-1 0 0 0,0 1 0 0 0,-1 0 0 0 0,1 0 0 0 0,0 0 0 0 0,0 0 0 0 0,0 0-1 0 0,-1 0 1 0 0,1 1 0 0 0,-3-2 0 0 0,2 2-118 0 0,0 0 0 0 0,0 0-1 0 0,0 0 1 0 0,0 0 0 0 0,0 0-1 0 0,0 1 1 0 0,0-1 0 0 0,0 1-1 0 0,0-1 1 0 0,0 1 0 0 0,0 0-1 0 0,1 0 1 0 0,-1 0 0 0 0,-3 2-1 0 0,-22 17 497 0 0,26-20-572 0 0,-19 19 117 0 0,1 0 0 0 0,0 2 1 0 0,1 0-1 0 0,2 1 1 0 0,0 1-1 0 0,1 0 1 0 0,1 1-1 0 0,2 1 0 0 0,-16 42 1 0 0,25-61-121 0 0,1 1-1 0 0,1-1 1 0 0,-1 1 0 0 0,1-1 0 0 0,0 1 0 0 0,0 0 0 0 0,1-1-1 0 0,0 1 1 0 0,0 0 0 0 0,1 0 0 0 0,2 11 0 0 0,-2-15-8 0 0,0 1 0 0 0,0-1 0 0 0,1 1 0 0 0,0-1 0 0 0,-1 0-1 0 0,1 0 1 0 0,0 1 0 0 0,1-1 0 0 0,-1 0 0 0 0,0-1 0 0 0,1 1 0 0 0,0 0 0 0 0,-1-1 0 0 0,1 0 0 0 0,0 1 0 0 0,0-1 0 0 0,0 0 0 0 0,1-1 0 0 0,-1 1 0 0 0,0 0 0 0 0,1-1 0 0 0,6 2-1 0 0,3 0-114 0 0,1 0 0 0 0,-1-1 0 0 0,1 0 0 0 0,-1-1 0 0 0,1-1 0 0 0,-1 0 0 0 0,1-1 0 0 0,-1 0 0 0 0,23-6 0 0 0,-18 2-115 0 0,-1 0 0 0 0,0-2 0 0 0,0 0 0 0 0,0 0-1 0 0,-1-2 1 0 0,27-18 0 0 0,-25 13 129 0 0,0-1 0 0 0,-1 0 1 0 0,0-1-1 0 0,-2-1 0 0 0,0 0 0 0 0,0-1 0 0 0,-2-1 1 0 0,0 0-1 0 0,-2-1 0 0 0,0 0 0 0 0,16-43 0 0 0,-23 52 283 0 0,-1 0 0 0 0,0 0 0 0 0,-1 0 0 0 0,2-19 0 0 0,-4 27-110 0 0,-2 4-75 0 0,0-1-1 0 0,0 1 1 0 0,0-1-1 0 0,0 1 1 0 0,1 0 0 0 0,-1-1-1 0 0,0 1 1 0 0,0 0-1 0 0,1 0 1 0 0,-1 0 0 0 0,0 1-1 0 0,1-1 1 0 0,-1 0-1 0 0,1 1 1 0 0,0-1 0 0 0,-1 1-1 0 0,1-1 1 0 0,0 1-1 0 0,0-1 1 0 0,-1 3 0 0 0,-21 40 100 0 0,19-36-78 0 0,-1 3-4 0 0,0 0 0 0 0,0 1 0 0 0,1 0 0 0 0,1 0 0 0 0,0 0 0 0 0,1 0 0 0 0,0 1 0 0 0,0 21 0 0 0,2-29-10 0 0,0 0 0 0 0,1 0 1 0 0,0-1-1 0 0,0 1 1 0 0,0 0-1 0 0,0 0 0 0 0,1-1 1 0 0,-1 1-1 0 0,1-1 1 0 0,1 1-1 0 0,-1-1 0 0 0,0 0 1 0 0,1 0-1 0 0,0 0 1 0 0,0 0-1 0 0,0 0 0 0 0,1 0 1 0 0,-1-1-1 0 0,1 0 1 0 0,0 0-1 0 0,0 0 0 0 0,0 0 1 0 0,0-1-1 0 0,9 5 1 0 0,-5-4 0 0 0,0 1 0 0 0,0-2 0 0 0,0 1 1 0 0,0-1-1 0 0,0 0 0 0 0,1-1 0 0 0,-1 0 0 0 0,1 0 1 0 0,-1-1-1 0 0,1 0 0 0 0,-1 0 0 0 0,1-1 1 0 0,-1 0-1 0 0,1-1 0 0 0,-1 0 0 0 0,12-4 0 0 0,-13 3-17 0 0,0-1 0 0 0,0 1-1 0 0,0-1 1 0 0,-1-1-1 0 0,1 1 1 0 0,-1-1-1 0 0,0 0 1 0 0,-1 0 0 0 0,1-1-1 0 0,-1 0 1 0 0,0 0-1 0 0,0 0 1 0 0,-1-1-1 0 0,0 1 1 0 0,0-1 0 0 0,0 0-1 0 0,-1 0 1 0 0,3-9-1 0 0,-2 3 3 0 0,-1 0 0 0 0,1-1-1 0 0,-2 1 1 0 0,0-1-1 0 0,-1 0 1 0 0,0 0 0 0 0,-2-21-1 0 0,0 28 1 0 0,0 1 0 0 0,0 0 0 0 0,-1 0 0 0 0,1 0 0 0 0,-1 0 0 0 0,-1 1 0 0 0,1-1 0 0 0,-6-8 0 0 0,6 11-7 0 0,0 0 1 0 0,-1 0-1 0 0,1 0 1 0 0,-1 0-1 0 0,0 0 1 0 0,1 1-1 0 0,-1 0 1 0 0,0-1 0 0 0,-1 1-1 0 0,1 0 1 0 0,0 0-1 0 0,-1 1 1 0 0,1-1-1 0 0,-8-1 1 0 0,5 2-9 0 0,-1 0 0 0 0,1 0 0 0 0,-1 1 0 0 0,1 0 0 0 0,-1 1 0 0 0,1-1 0 0 0,-1 1 0 0 0,1 1 0 0 0,-1-1 0 0 0,1 1 0 0 0,0 0 0 0 0,0 0 1 0 0,0 1-1 0 0,0 0 0 0 0,0 0 0 0 0,1 0 0 0 0,-1 1 0 0 0,-9 8 0 0 0,8-7 14 0 0,1 0-1 0 0,-1 1 1 0 0,1 0 0 0 0,1 1 0 0 0,-1-1 0 0 0,1 1-1 0 0,0 0 1 0 0,0 0 0 0 0,1 1 0 0 0,0-1-1 0 0,0 1 1 0 0,1 0 0 0 0,-4 16 0 0 0,6-21 5 0 0,0 1 0 0 0,1-1 0 0 0,0 0 1 0 0,0 0-1 0 0,0 0 0 0 0,0 0 1 0 0,0 0-1 0 0,1 0 0 0 0,-1 0 0 0 0,1 0 1 0 0,0 0-1 0 0,0 0 0 0 0,0 0 0 0 0,0 0 1 0 0,0-1-1 0 0,1 1 0 0 0,-1 0 0 0 0,4 4 1 0 0,-2-4 0 0 0,0 0 0 0 0,0-1 1 0 0,1 1-1 0 0,-1-1 1 0 0,1 1-1 0 0,-1-1 0 0 0,1 0 1 0 0,0-1-1 0 0,0 1 0 0 0,0 0 1 0 0,0-1-1 0 0,5 1 0 0 0,2 0-4 0 0,0 0 0 0 0,-1-1 0 0 0,1-1 0 0 0,0 0-1 0 0,0 0 1 0 0,0-1 0 0 0,-1 0 0 0 0,1-1 0 0 0,20-6-1 0 0,-7-3-7 0 0,-1 0-1 0 0,0-2 0 0 0,0-1 0 0 0,-2 0 0 0 0,21-18 1 0 0,-13 10 24 0 0,51-30 1 0 0,-77 50-25 0 0,0 1 0 0 0,0-1 0 0 0,0 1 0 0 0,0 0 0 0 0,0-1 1 0 0,0 1-1 0 0,0 1 0 0 0,0-1 0 0 0,0 0 0 0 0,0 1 0 0 0,0-1 0 0 0,1 1 0 0 0,-1 0 0 0 0,0 0 0 0 0,0 0 0 0 0,1 1 1 0 0,-1-1-1 0 0,0 1 0 0 0,0 0 0 0 0,0 0 0 0 0,0 0 0 0 0,0 0 0 0 0,0 0 0 0 0,0 1 0 0 0,0-1 0 0 0,-1 1 0 0 0,1 0 1 0 0,0 0-1 0 0,-1 0 0 0 0,1 0 0 0 0,-1 0 0 0 0,0 1 0 0 0,0-1 0 0 0,0 1 0 0 0,0-1 0 0 0,0 1 0 0 0,0 0 1 0 0,1 4-1 0 0,3 5 27 0 0,-1 0 0 0 0,0 1 0 0 0,-1-1 0 0 0,0 1 0 0 0,-1 0 0 0 0,-1 0 0 0 0,0 1 0 0 0,0 13 0 0 0,-1 0 799 0 0,-1 1-1 0 0,-6 37 901 0 0,6-65-1710 0 0,-1 0 0 0 0,1 0 1 0 0,-1-1-1 0 0,1 1 1 0 0,0 0-1 0 0,-1-1 1 0 0,1 1-1 0 0,-1 0 0 0 0,1-1 1 0 0,0 1-1 0 0,0 0 1 0 0,-1-1-1 0 0,1 1 0 0 0,0-1 1 0 0,0 1-1 0 0,-1-1 1 0 0,1 1-1 0 0,0-1 1 0 0,0 1-1 0 0,0 0 0 0 0,0-1 1 0 0,0 1-1 0 0,0-1 1 0 0,0 1-1 0 0,0-1 0 0 0,0 1 1 0 0,0-1-1 0 0,0 0 1 0 0,1-13 35 0 0,-1 13-41 0 0,4-15 14 0 0,0 0 1 0 0,1 1-1 0 0,1-1 1 0 0,0 1-1 0 0,1 0 1 0 0,1 1-1 0 0,18-27 1 0 0,-12 23-38 0 0,0 1 0 0 0,1 0 0 0 0,1 1-1 0 0,1 1 1 0 0,21-16 0 0 0,-34 28-4 0 0,1 0-1 0 0,-1 0 1 0 0,1 0 0 0 0,0 1-1 0 0,0 0 1 0 0,0 0-1 0 0,0 0 1 0 0,1 0-1 0 0,-1 1 1 0 0,6-1-1 0 0,-9 2 18 0 0,-1 0 0 0 0,1 0 0 0 0,0 0 0 0 0,0 0 0 0 0,-1 0 0 0 0,1 0 0 0 0,0 1 0 0 0,-1-1 0 0 0,1 1 0 0 0,0-1 0 0 0,-1 1 0 0 0,1 0 0 0 0,-1 0 0 0 0,1-1 0 0 0,-1 1 0 0 0,1 0 0 0 0,-1 0 0 0 0,0 1 1 0 0,1-1-1 0 0,-1 0 0 0 0,0 0 0 0 0,0 1 0 0 0,0-1 0 0 0,0 0 0 0 0,0 1 0 0 0,0-1 0 0 0,0 1 0 0 0,0-1 0 0 0,-1 1 0 0 0,1 0 0 0 0,-1-1 0 0 0,1 1 0 0 0,-1 0 0 0 0,0-1 0 0 0,1 4 0 0 0,0 7 6 0 0,0 0 1 0 0,0 0-1 0 0,-1 0 1 0 0,-1 0-1 0 0,-2 16 1 0 0,1-17-10 0 0,1 1 0 0 0,0 0-1 0 0,1 0 1 0 0,0 0 0 0 0,3 16 0 0 0,-2-24-116 0 0,0-1 1 0 0,0 1-1 0 0,0-1 0 0 0,1 1 0 0 0,-1-1 0 0 0,1 0 0 0 0,0 1 0 0 0,0-1 0 0 0,0 0 1 0 0,1 0-1 0 0,-1 0 0 0 0,1-1 0 0 0,0 1 0 0 0,-1-1 0 0 0,1 1 0 0 0,0-1 0 0 0,1 0 1 0 0,-1 0-1 0 0,0 0 0 0 0,0 0 0 0 0,1-1 0 0 0,-1 1 0 0 0,1-1 0 0 0,0 0 0 0 0,-1 0 1 0 0,1-1-1 0 0,0 1 0 0 0,-1-1 0 0 0,5 1 0 0 0,1-1-529 0 0,-1 1 0 0 0,0-2 0 0 0,0 1 0 0 0,1-1 0 0 0,-1 0 0 0 0,0-1 0 0 0,0 0 0 0 0,0 0 0 0 0,0-1 0 0 0,0 0 0 0 0,-1 0 0 0 0,11-7 0 0 0,4-6-2620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35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83 306 1000 0 0,'76'-246'11817'0'0,"-72"235"-11130"0"0,-2 3-140 0 0,0 0-1 0 0,0 0 1 0 0,1-14-1 0 0,-3 20 76 0 0,-1 3-584 0 0,0 1 1 0 0,-1 0-1 0 0,1-1 0 0 0,0 1 1 0 0,0 0-1 0 0,0 0 0 0 0,0 0 0 0 0,0 0 1 0 0,0 2-1 0 0,-148 448 2377 0 0,146-439-2324 0 0,0 0 0 0 0,1 0 0 0 0,0 0 0 0 0,1 0 0 0 0,0 1 0 0 0,2-1 0 0 0,-1 0 0 0 0,4 17 0 0 0,-3-26-169 0 0,0 0 0 0 0,0 0-1 0 0,1 0 1 0 0,-1 0-1 0 0,1 0 1 0 0,0 0-1 0 0,0 0 1 0 0,0-1-1 0 0,1 1 1 0 0,-1-1-1 0 0,1 1 1 0 0,4 3 0 0 0,-3-4-280 0 0,-1-1 1 0 0,0 0-1 0 0,0 0 1 0 0,1 0 0 0 0,0-1-1 0 0,-1 1 1 0 0,1-1-1 0 0,0 0 1 0 0,-1 0 0 0 0,1 0-1 0 0,0 0 1 0 0,0-1-1 0 0,0 1 1 0 0,0-1 0 0 0,7-1-1 0 0,7-1-3958 0 0,3-4-2155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36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152 131 1976 0 0,'-11'-2'1324'0'0,"-31"-6"5734"0"0,-48-16 1 0 0,90 24-7034 0 0,-1 0 1 0 0,1 0-1 0 0,0 0 1 0 0,-1 0-1 0 0,1 0 1 0 0,0 0-1 0 0,0 0 1 0 0,-1 0-1 0 0,1 0 1 0 0,0 0-1 0 0,-1 0 0 0 0,1 0 1 0 0,0-1-1 0 0,-1 1 1 0 0,1 0-1 0 0,0 0 1 0 0,0 0-1 0 0,-1 0 1 0 0,1-1-1 0 0,0 1 1 0 0,0 0-1 0 0,-1 0 0 0 0,1-1 1 0 0,0 1-1 0 0,0 0 1 0 0,-1 0-1 0 0,1-1 1 0 0,0 1-1 0 0,0 0 1 0 0,0 0-1 0 0,0-1 1 0 0,0 1-1 0 0,0 0 1 0 0,-1-1-1 0 0,1 1 0 0 0,0 0 1 0 0,0-1-1 0 0,0 1 1 0 0,0 0-1 0 0,0-1 1 0 0,0 1-1 0 0,0 0 1 0 0,0-1-1 0 0,0 1 1 0 0,1 0-1 0 0,-1-1 0 0 0,0 1 1 0 0,0 0-1 0 0,0 0 1 0 0,0-1-1 0 0,0 1 1 0 0,0 0-1 0 0,1-1 1 0 0,12-7 246 0 0,-13 7-266 0 0,20-6 92 0 0,0 0 0 0 0,0 1 0 0 0,1 0 0 0 0,32-3 0 0 0,-36 7-208 0 0,205-24-4729 0 0,-145 19-1111 0 0,-34 2-307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36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291 141 1380 0 0,'-2'-16'2421'0'0,"-10"-48"3276"0"0,11 59-5307 0 0,-1 0 1 0 0,0 0 0 0 0,0 0 0 0 0,0 0 0 0 0,-1 1 0 0 0,1-1-1 0 0,-1 1 1 0 0,0-1 0 0 0,-7-5 0 0 0,9 9-341 0 0,-1 0 0 0 0,0 0 0 0 0,0 0 0 0 0,0 0 0 0 0,0 1 0 0 0,0-1 0 0 0,0 1 0 0 0,0-1 0 0 0,0 1 0 0 0,0 0 0 0 0,0 0 0 0 0,0 0 0 0 0,0 0 0 0 0,0 0 0 0 0,0 0 0 0 0,0 0-1 0 0,0 1 1 0 0,0-1 0 0 0,0 1 0 0 0,0 0 0 0 0,0-1 0 0 0,-2 2 0 0 0,-8 4 15 0 0,1 0 0 0 0,1 1 0 0 0,-1 0 0 0 0,1 1 0 0 0,0 0 0 0 0,1 0 0 0 0,-14 17 0 0 0,6-6-9 0 0,1 2 1 0 0,-23 38-1 0 0,34-50-41 0 0,1 0-1 0 0,-1 0 1 0 0,2 0 0 0 0,-1 0 0 0 0,1 1-1 0 0,0 0 1 0 0,-1 9 0 0 0,4-16-12 0 0,0-1 0 0 0,-1 1 0 0 0,1-1 0 0 0,0 1 0 0 0,0-1 0 0 0,1 1 0 0 0,-1-1 0 0 0,0 1 0 0 0,1-1 0 0 0,0 1 1 0 0,-1-1-1 0 0,1 1 0 0 0,0-1 0 0 0,0 0 0 0 0,0 0 0 0 0,1 1 0 0 0,-1-1 0 0 0,0 0 0 0 0,1 0 0 0 0,0 0 0 0 0,-1-1 0 0 0,1 1 0 0 0,0 0 0 0 0,0 0 0 0 0,0-1 1 0 0,0 1-1 0 0,0-1 0 0 0,0 0 0 0 0,0 0 0 0 0,1 0 0 0 0,-1 0 0 0 0,0 0 0 0 0,3 1 0 0 0,2 0-6 0 0,1 0 1 0 0,-1-1-1 0 0,0 0 0 0 0,1 0 0 0 0,-1 0 1 0 0,1-1-1 0 0,-1 0 0 0 0,1-1 0 0 0,-1 0 1 0 0,1 0-1 0 0,-1 0 0 0 0,11-4 0 0 0,-7 1-18 0 0,-1-1-1 0 0,0 0 0 0 0,0 0 0 0 0,0-1 0 0 0,-1 0 0 0 0,0 0 0 0 0,14-14 0 0 0,-5 2-3 0 0,-1-1-1 0 0,0-1 1 0 0,-2-1 0 0 0,0 0-1 0 0,-2-1 1 0 0,18-37-1 0 0,-4 6 598 0 0,-27 52-515 0 0,-1 4-36 0 0,-1 0 0 0 0,1 0 0 0 0,-1 0 0 0 0,1 0 0 0 0,0 0 1 0 0,0 1-1 0 0,-1 3 0 0 0,-2 10 81 0 0,-3-1-25 0 0,1 1 0 0 0,0 0 0 0 0,2 0 0 0 0,0 0 0 0 0,1 0 0 0 0,0 1 0 0 0,1 32 0 0 0,2-44-138 0 0,0 0 1 0 0,1 0 0 0 0,0-1-1 0 0,0 1 1 0 0,0 0 0 0 0,1 0-1 0 0,0-1 1 0 0,0 1 0 0 0,0-1 0 0 0,1 0-1 0 0,0 1 1 0 0,0-1 0 0 0,0 0-1 0 0,0-1 1 0 0,1 1 0 0 0,0-1-1 0 0,0 1 1 0 0,0-1 0 0 0,1 0-1 0 0,-1-1 1 0 0,1 1 0 0 0,0-1-1 0 0,0 0 1 0 0,0 0 0 0 0,0 0-1 0 0,11 3 1 0 0,-10-4-187 0 0,1 0 0 0 0,0 0 0 0 0,0 0 0 0 0,0-1 0 0 0,0 0 0 0 0,0 0 0 0 0,0-1-1 0 0,0 0 1 0 0,0 0 0 0 0,0-1 0 0 0,0 0 0 0 0,0 0 0 0 0,0 0 0 0 0,11-5 0 0 0,-9 2 24 0 0,0-1 0 0 0,0 1 0 0 0,0-2 1 0 0,-1 1-1 0 0,0-1 0 0 0,0 0 0 0 0,0-1 0 0 0,-1 0 0 0 0,9-11 0 0 0,-3 1 315 0 0,0 0-1 0 0,-1-1 0 0 0,17-33 0 0 0,-16 21 1948 0 0,16-46-1 0 0,-2-1 2768 0 0,-27 76-4477 0 0,-1 11-183 0 0,-1 1 0 0 0,0-1 0 0 0,-1 0 0 0 0,0 0 0 0 0,-7 15 0 0 0,4-9-60 0 0,-7 17-86 0 0,2 0 0 0 0,1 1 0 0 0,1 1 0 0 0,3 0 0 0 0,-6 70 0 0 0,17-75-3042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37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103 120 596 0 0,'-1'0'413'0'0,"-10"-19"2069"0"0,-1 1-1 0 0,0 0 1 0 0,-2 1 0 0 0,-30-30 0 0 0,43 46-2323 0 0,-2 6-240 0 0,2-5 63 0 0,1 0 1 0 0,0 1 0 0 0,0-1 0 0 0,-1 0-1 0 0,1 0 1 0 0,0 0 0 0 0,0 1 0 0 0,-1-1 0 0 0,1 0-1 0 0,0 0 1 0 0,0 1 0 0 0,0-1 0 0 0,0 0-1 0 0,0 1 1 0 0,-1-1 0 0 0,1 0 0 0 0,0 1-1 0 0,0-1 1 0 0,0 0 0 0 0,0 0 0 0 0,0 1 0 0 0,0-1-1 0 0,0 0 1 0 0,0 1 0 0 0,0-1 0 0 0,0 0-1 0 0,0 1 1 0 0,0-1 0 0 0,0 0 0 0 0,0 1-1 0 0,0-1 1 0 0,1 0 0 0 0,-1 1 0 0 0,0-1 0 0 0,5 13-1543 0 0,1-1 1 0 0,0-1-1 0 0,12 18 1 0 0,-7-12-2692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37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0 700 0 0,'6'11'6717'0'0,"5"16"-3963"0"0,11 43 0 0 0,-15-41-2157 0 0,-1 1 1 0 0,-2-1-1 0 0,-1 1 0 0 0,-1 0 1 0 0,-2 0-1 0 0,-3 30 0 0 0,2-51 112 0 0,1-6-469 0 0,0-1 1 0 0,0 1-1 0 0,0-1 0 0 0,-1 1 1 0 0,1 0-1 0 0,-1-1 1 0 0,1 1-1 0 0,-1-1 1 0 0,0 0-1 0 0,0 1 0 0 0,-3 3 1 0 0,3-5-5 0 0,0-14 210 0 0,5-1-413 0 0,1-1-1 0 0,0 1 1 0 0,1 0 0 0 0,0 1-1 0 0,1-1 1 0 0,1 1 0 0 0,0 1 0 0 0,19-24-1 0 0,-20 27-48 0 0,1 0-1 0 0,0 1 0 0 0,0 0 0 0 0,1 0 1 0 0,0 1-1 0 0,1 0 0 0 0,-1 1 0 0 0,1 0 1 0 0,0 0-1 0 0,1 1 0 0 0,-1 1 0 0 0,16-5 1 0 0,-23 8 14 0 0,0 0 0 0 0,0 1 1 0 0,0-1-1 0 0,0 1 0 0 0,0 0 0 0 0,0 0 1 0 0,0 0-1 0 0,1 0 0 0 0,-1 0 1 0 0,0 1-1 0 0,0-1 0 0 0,0 1 1 0 0,0 0-1 0 0,0 0 0 0 0,0 0 0 0 0,0 0 1 0 0,-1 1-1 0 0,1-1 0 0 0,0 1 1 0 0,-1-1-1 0 0,1 1 0 0 0,-1 0 1 0 0,1 0-1 0 0,-1 0 0 0 0,0 1 1 0 0,0-1-1 0 0,0 0 0 0 0,0 1 0 0 0,0 0 1 0 0,-1-1-1 0 0,1 1 0 0 0,-1 0 1 0 0,1 0-1 0 0,-1-1 0 0 0,0 1 1 0 0,1 5-1 0 0,2 9-315 0 0,-1 0 0 0 0,0 1 0 0 0,-2-1 0 0 0,0 0 0 0 0,-1 19 0 0 0,0-26-401 0 0,5 13-2349 0 0,4-8-3441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38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500 814 1296 0 0,'-4'-13'888'0'0,"0"1"0"0"0,0-1 0 0 0,-1 1 0 0 0,-1-1 0 0 0,0 2 0 0 0,-1-1 0 0 0,0 1 0 0 0,-1 0-1 0 0,-9-11 1 0 0,13 18-765 0 0,0 1 0 0 0,0-1 0 0 0,0 0 0 0 0,0 1 0 0 0,-1 0-1 0 0,0 0 1 0 0,1 0 0 0 0,-1 1 0 0 0,0-1 0 0 0,0 1 0 0 0,0 0 0 0 0,-1 1-1 0 0,1-1 1 0 0,0 1 0 0 0,-1 0 0 0 0,1 0 0 0 0,-1 1 0 0 0,1-1-1 0 0,-1 1 1 0 0,1 1 0 0 0,-1-1 0 0 0,1 1 0 0 0,0 0 0 0 0,-8 2 0 0 0,-3 3-36 0 0,0 0 1 0 0,0 1 0 0 0,1 0 0 0 0,0 2 0 0 0,0 0 0 0 0,-17 14 0 0 0,9-4-6 0 0,1 0 0 0 0,-36 42-1 0 0,46-47-55 0 0,0 0-1 0 0,1 1 1 0 0,-11 23-1 0 0,19-34-18 0 0,1 1 0 0 0,0 1 0 0 0,0-1 0 0 0,1 0 0 0 0,-1 0 0 0 0,1 1-1 0 0,0 5 1 0 0,1-8 2 0 0,0-1 0 0 0,0 1-1 0 0,0-1 1 0 0,0 1 0 0 0,0-1-1 0 0,1 1 1 0 0,0-1 0 0 0,-1 1-1 0 0,1-1 1 0 0,0 0-1 0 0,0 1 1 0 0,0-1 0 0 0,1 0-1 0 0,-1 0 1 0 0,3 4 0 0 0,0-2-1 0 0,-1-1 0 0 0,1 0-1 0 0,-1-1 1 0 0,1 1 0 0 0,0-1 0 0 0,0 1 0 0 0,0-1 0 0 0,0-1 0 0 0,0 1 0 0 0,1 0 0 0 0,-1-1 0 0 0,0 0 0 0 0,9 1 0 0 0,-1 0 2 0 0,1-1 0 0 0,-1-1-1 0 0,24-1 1 0 0,-22-1-13 0 0,0 0-1 0 0,-1-1 1 0 0,1-1-1 0 0,0 0 1 0 0,-1-1-1 0 0,0 0 1 0 0,0-1-1 0 0,-1-1 1 0 0,1 0 0 0 0,-2 0-1 0 0,1-1 1 0 0,-1-1-1 0 0,14-13 1 0 0,-5 2 8 0 0,-1-2 0 0 0,-1 0 0 0 0,-1-1 0 0 0,-1 0 0 0 0,20-42 0 0 0,7-21 923 0 0,-41 84-933 0 0,-8 19-13 0 0,-3 12 26 0 0,-33 112 52 0 0,38-123-41 0 0,1 0 0 0 0,0 0 1 0 0,2 0-1 0 0,0 1 0 0 0,4 35 0 0 0,-3-50-3 0 0,1 0-1 0 0,-1 1 0 0 0,1-1 1 0 0,0 0-1 0 0,1 0 0 0 0,-1 1 1 0 0,1-1-1 0 0,0 0 0 0 0,0 0 1 0 0,0-1-1 0 0,0 1 0 0 0,1 0 1 0 0,0-1-1 0 0,-1 1 0 0 0,1-1 1 0 0,0 0-1 0 0,1 0 0 0 0,-1 0 1 0 0,1-1-1 0 0,-1 1 0 0 0,1-1 1 0 0,0 0-1 0 0,-1 1 0 0 0,1-2 1 0 0,1 1-1 0 0,-1 0 0 0 0,0-1 1 0 0,0 0-1 0 0,0 0 0 0 0,1 0 1 0 0,7 0-1 0 0,0-1 3 0 0,-1 0 0 0 0,0 0 1 0 0,1-2-1 0 0,-1 1 0 0 0,0-1 0 0 0,0-1 1 0 0,0 0-1 0 0,-1 0 0 0 0,1-1 0 0 0,-1-1 1 0 0,16-8-1 0 0,-5-1-22 0 0,-1-1 0 0 0,0-1 1 0 0,0 0-1 0 0,-2-2 0 0 0,0 0 1 0 0,-1-1-1 0 0,-1-1 0 0 0,24-40 1 0 0,-2-5-213 0 0,49-117-1 0 0,-10-17 6 0 0,-63 156 137 0 0,-3 0 0 0 0,12-80 1 0 0,-23 122 69 0 0,0-1 0 0 0,1 1 0 0 0,-1 0 0 0 0,0 0 0 0 0,0-1 0 0 0,0 1 0 0 0,0 0 0 0 0,0 0 0 0 0,0-1 0 0 0,-1 1 0 0 0,1 0 0 0 0,0 0 0 0 0,-1-1 0 0 0,1 1 0 0 0,-1 0 0 0 0,1 0 0 0 0,-1 0 0 0 0,1 0 0 0 0,-1-1 0 0 0,0 1 0 0 0,1 0 0 0 0,-1 0 0 0 0,0 0 0 0 0,0 1 0 0 0,0-1 0 0 0,-1-1 0 0 0,0 2 3 0 0,1-1 1 0 0,-1 1 0 0 0,1 0 0 0 0,-1 0 0 0 0,1 0 0 0 0,-1 0 0 0 0,1 0 0 0 0,-1 0 0 0 0,1 1 0 0 0,-1-1-1 0 0,1 1 1 0 0,0-1 0 0 0,-1 1 0 0 0,1-1 0 0 0,0 1 0 0 0,-1-1 0 0 0,1 1 0 0 0,0 0 0 0 0,0 0 0 0 0,-1 0-1 0 0,1 0 1 0 0,0 0 0 0 0,0 0 0 0 0,-1 2 0 0 0,-12 12 3 0 0,0 0 0 0 0,1 1 0 0 0,1 1 0 0 0,0 0 0 0 0,-16 34 0 0 0,9-9-28 0 0,-22 68-1 0 0,33-84 32 0 0,0 1-1 0 0,3 0 1 0 0,0 0 0 0 0,1 0-1 0 0,2 1 1 0 0,2 52-1 0 0,1-67 18 0 0,1-1 0 0 0,0 0 0 0 0,1 0 0 0 0,0-1 0 0 0,1 1 0 0 0,0-1 0 0 0,11 21 0 0 0,-10-24-1 0 0,0-1 1 0 0,0 0-1 0 0,1 0 1 0 0,0-1 0 0 0,0 1-1 0 0,0-1 1 0 0,1 0-1 0 0,0-1 1 0 0,0 0 0 0 0,0 0-1 0 0,1 0 1 0 0,8 3-1 0 0,-3-2 1 0 0,1 0-1 0 0,0-1 1 0 0,1-1-1 0 0,0 0 1 0 0,-1-1-1 0 0,1-1 0 0 0,0 0 1 0 0,0-1-1 0 0,0 0 1 0 0,21-3-1 0 0,-17 0-8 0 0,0-1-1 0 0,0-1 1 0 0,0-1 0 0 0,-1-1-1 0 0,1-1 1 0 0,-1 0 0 0 0,23-13 0 0 0,-10 1-2 0 0,-1-2 1 0 0,-1 0 0 0 0,-1-2 0 0 0,-1-1 0 0 0,0-2-1 0 0,-2 0 1 0 0,-2-2 0 0 0,27-37 0 0 0,-13 9 2 0 0,-2-2 1 0 0,34-75 0 0 0,-50 88-29 0 0,-1-1 0 0 0,-3-1 0 0 0,17-85 1 0 0,-30 124 18 0 0,-1 0 0 0 0,0 0 0 0 0,-1 0 0 0 0,0 1 0 0 0,0-1-1 0 0,-1 0 1 0 0,0 0 0 0 0,-2-8 0 0 0,3 14-3 0 0,-1 0 0 0 0,0 1 0 0 0,1-1 0 0 0,-1 0-1 0 0,0 1 1 0 0,0-1 0 0 0,0 0 0 0 0,0 1-1 0 0,0-1 1 0 0,0 1 0 0 0,0 0 0 0 0,-1-1 0 0 0,1 1-1 0 0,-1 0 1 0 0,1 0 0 0 0,-1 0 0 0 0,1 0 0 0 0,-1 0-1 0 0,1 0 1 0 0,-1 0 0 0 0,0 0 0 0 0,0 1 0 0 0,1-1-1 0 0,-1 1 1 0 0,0-1 0 0 0,0 1 0 0 0,0 0 0 0 0,0 0-1 0 0,1 0 1 0 0,-1 0 0 0 0,0 0 0 0 0,0 0 0 0 0,0 0-1 0 0,0 0 1 0 0,1 1 0 0 0,-1-1 0 0 0,0 1 0 0 0,0 0-1 0 0,-1 0 1 0 0,-11 4 72 0 0,0 0 1 0 0,1 1-1 0 0,0 1 0 0 0,1 0 1 0 0,-1 1-1 0 0,1 0 0 0 0,1 1 0 0 0,-1 0 1 0 0,1 1-1 0 0,-14 17 0 0 0,3-2 83 0 0,2 1 0 0 0,1 1 0 0 0,-25 47 0 0 0,31-49-102 0 0,2 0 1 0 0,0 0-1 0 0,2 1 1 0 0,0 1 0 0 0,2 0-1 0 0,1 0 1 0 0,2 0-1 0 0,0 0 1 0 0,2 1 0 0 0,1 37-1 0 0,2-48-33 0 0,0-1 0 0 0,2 1 0 0 0,0-1 0 0 0,0 0 0 0 0,2 0 0 0 0,0-1 0 0 0,1 1 0 0 0,0-1 0 0 0,1 0 0 0 0,1-1 0 0 0,0 0 0 0 0,1 0 0 0 0,1-1 0 0 0,0 0 0 0 0,0 0 0 0 0,2-1-1 0 0,-1-1 1 0 0,22 17 0 0 0,-12-14-613 0 0,0 0 0 0 0,0-1 0 0 0,1-2 0 0 0,38 15 0 0 0,-40-19-1447 0 0,0-2 0 0 0,0 0 0 0 0,27 3-1 0 0,-9-5-3417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41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250 715 268 0 0,'-13'-22'7939'0'0,"13"21"-7837"0"0,0 1 0 0 0,0-1 1 0 0,0 1-1 0 0,-1-1 1 0 0,1 1-1 0 0,0 0 0 0 0,-1-1 1 0 0,1 1-1 0 0,0-1 0 0 0,-1 1 1 0 0,1 0-1 0 0,0-1 1 0 0,-1 1-1 0 0,1 0 0 0 0,-1-1 1 0 0,1 1-1 0 0,0 0 0 0 0,-1 0 1 0 0,1-1-1 0 0,-1 1 0 0 0,1 0 1 0 0,-1 0-1 0 0,1 0 1 0 0,-1 0-1 0 0,0 0 0 0 0,1 0-74 0 0,0 0-1 0 0,-1 0 0 0 0,1 1 1 0 0,0-1-1 0 0,-1 0 0 0 0,1 1 1 0 0,0-1-1 0 0,0 0 1 0 0,-1 1-1 0 0,1-1 0 0 0,0 1 1 0 0,0-1-1 0 0,0 0 0 0 0,0 1 1 0 0,0-1-1 0 0,0 1 0 0 0,-1-1 1 0 0,1 0-1 0 0,0 1 0 0 0,0-1 1 0 0,0 1-1 0 0,0-1 0 0 0,1 1 1 0 0,-1-1-1 0 0,0 0 1 0 0,0 1-1 0 0,0-1 0 0 0,0 1 1 0 0,0-1-1 0 0,0 0 0 0 0,1 1 1 0 0,-1-1-1 0 0,0 0 0 0 0,0 1 1 0 0,0-1-1 0 0,1 0 0 0 0,-1 1 1 0 0,1 0-1 0 0,2 6 83 0 0,-2-4-89 0 0,-1-1 1 0 0,1 0-1 0 0,1 1 0 0 0,-1-1 0 0 0,0 0 1 0 0,0 1-1 0 0,1-1 0 0 0,-1 0 0 0 0,1 0 0 0 0,0 0 1 0 0,-1 0-1 0 0,1 0 0 0 0,0-1 0 0 0,0 1 1 0 0,0-1-1 0 0,1 1 0 0 0,-1-1 0 0 0,5 3 0 0 0,-3-2 0 0 0,1-1 0 0 0,0 1 0 0 0,0-1 0 0 0,0 1 0 0 0,0-2 0 0 0,0 1 0 0 0,0 0 0 0 0,0-1 0 0 0,0 0 0 0 0,0 0 0 0 0,0 0 0 0 0,0-1 0 0 0,0 0 0 0 0,0 0 0 0 0,0 0 0 0 0,0-1 0 0 0,0 1 0 0 0,0-1 0 0 0,-1 0 0 0 0,1-1 0 0 0,6-3 0 0 0,-5 2-18 0 0,-1 0 0 0 0,-1 0-1 0 0,1 0 1 0 0,0-1 0 0 0,-1 0 0 0 0,0 1-1 0 0,0-2 1 0 0,-1 1 0 0 0,1 0 0 0 0,-1-1-1 0 0,0 1 1 0 0,0-1 0 0 0,-1 0 0 0 0,0 0 0 0 0,0 0-1 0 0,0 0 1 0 0,1-11 0 0 0,-2 6-5 0 0,0-1 1 0 0,0 0 0 0 0,-1 0-1 0 0,-1 1 1 0 0,0-1-1 0 0,0 0 1 0 0,-1 0-1 0 0,-1 1 1 0 0,0 0-1 0 0,0-1 1 0 0,-1 1-1 0 0,-1 0 1 0 0,0 1 0 0 0,0-1-1 0 0,-1 1 1 0 0,-10-14-1 0 0,14 22-1 0 0,0 0 0 0 0,0 1 0 0 0,1-1 0 0 0,-1 0 0 0 0,0 1 0 0 0,-1-1 0 0 0,1 1 0 0 0,0 0 0 0 0,0-1 0 0 0,-1 1 0 0 0,1 0-1 0 0,0 0 1 0 0,-1 1 0 0 0,1-1 0 0 0,-1 0 0 0 0,-4 0 0 0 0,3 1 4 0 0,-1 0-1 0 0,1 1 0 0 0,0-1 1 0 0,-1 1-1 0 0,1 0 1 0 0,0 0-1 0 0,-1 0 1 0 0,1 0-1 0 0,-4 3 0 0 0,-5 3 20 0 0,0 0 0 0 0,1 1-1 0 0,0 0 1 0 0,-22 19 0 0 0,11-6 74 0 0,1 1 0 0 0,1 2 1 0 0,0-1-1 0 0,2 2 0 0 0,1 1 0 0 0,1 0 1 0 0,1 1-1 0 0,2 1 0 0 0,0 0 0 0 0,-11 38 1 0 0,23-59-78 0 0,0 0 0 0 0,1-1 0 0 0,0 1 0 0 0,0 0 1 0 0,1 1-1 0 0,-1-1 0 0 0,1 0 0 0 0,1 0 0 0 0,0 0 0 0 0,0 0 1 0 0,0 0-1 0 0,1 0 0 0 0,0-1 0 0 0,3 8 0 0 0,-3-9-1 0 0,1 0 0 0 0,-1 0 0 0 0,1-1 0 0 0,1 1 0 0 0,-1-1-1 0 0,1 0 1 0 0,-1 0 0 0 0,1 0 0 0 0,1 0 0 0 0,-1-1 0 0 0,0 1-1 0 0,1-1 1 0 0,0 0 0 0 0,-1-1 0 0 0,1 1 0 0 0,0-1 0 0 0,0 0-1 0 0,8 2 1 0 0,3 1 10 0 0,1-2 0 0 0,-1 0 0 0 0,1-1 0 0 0,-1-1 0 0 0,1 0 0 0 0,0-1-1 0 0,-1-1 1 0 0,25-4 0 0 0,-19 1-4 0 0,-1-2-1 0 0,0 0 1 0 0,0-1-1 0 0,-1-1 1 0 0,38-21 0 0 0,-30 11-30 0 0,0 0 0 0 0,-2-2 0 0 0,0-1 1 0 0,-1-2-1 0 0,-1 0 0 0 0,-2-1 0 0 0,0-2 1 0 0,28-42-1 0 0,-7-2 15 0 0,-3-2 0 0 0,-3-1 0 0 0,-4-2 0 0 0,-3-2 0 0 0,-3-1 0 0 0,18-91 0 0 0,-43 155-46 0 0,0 0 1 0 0,-1-21-1 0 0,-15 38 7 0 0,11-1 28 0 0,-1 1 0 0 0,1 0 0 0 0,0 1 1 0 0,0-1-1 0 0,0 0 0 0 0,0 1 0 0 0,1 0 1 0 0,0-1-1 0 0,-1 1 0 0 0,2 0 0 0 0,-1 0 1 0 0,-2 6-1 0 0,-3 5-3 0 0,-31 64 153 0 0,3 2-1 0 0,4 2 0 0 0,3 0 0 0 0,-18 99 0 0 0,41-160-103 0 0,2-1-1 0 0,0 0 0 0 0,1 1 0 0 0,1 0 0 0 0,2-1 1 0 0,0 1-1 0 0,5 26 0 0 0,-5-40-21 0 0,1 0 0 0 0,0 0 0 0 0,1-1 0 0 0,0 1 0 0 0,0-1 0 0 0,0 1-1 0 0,1-1 1 0 0,0 0 0 0 0,1 0 0 0 0,0-1 0 0 0,0 1 0 0 0,0-1 0 0 0,1 0 0 0 0,-1-1 0 0 0,1 1 0 0 0,1-1-1 0 0,-1 0 1 0 0,1-1 0 0 0,0 0 0 0 0,0 0 0 0 0,0 0 0 0 0,10 3 0 0 0,-3-2 0 0 0,1-1 1 0 0,0 0-1 0 0,0-1 0 0 0,0 0 1 0 0,0-2-1 0 0,0 0 0 0 0,1 0 1 0 0,-1-1-1 0 0,0-1 1 0 0,0-1-1 0 0,0 0 0 0 0,1-1 1 0 0,-2-1-1 0 0,1 0 0 0 0,0-1 1 0 0,-1 0-1 0 0,0-1 1 0 0,20-12-1 0 0,-19 9-22 0 0,0-1 1 0 0,-1-1 0 0 0,0 0-1 0 0,-1-1 1 0 0,0 0-1 0 0,-1-1 1 0 0,0 0-1 0 0,-1-1 1 0 0,0-1-1 0 0,-1 1 1 0 0,-1-2 0 0 0,-1 1-1 0 0,0-1 1 0 0,-1-1-1 0 0,8-26 1 0 0,-3-14 3 0 0,-11 53-8 0 0,-1 0 0 0 0,1 0 0 0 0,-1 0 0 0 0,-1 0 0 0 0,1 0 0 0 0,0 0 0 0 0,-1 0 0 0 0,0 0-1 0 0,0 0 1 0 0,0 1 0 0 0,0-1 0 0 0,-3-4 0 0 0,4 7 3 0 0,-1 0-1 0 0,0 0 0 0 0,0 1 1 0 0,0-1-1 0 0,1 0 1 0 0,-1 0-1 0 0,0 1 1 0 0,0-1-1 0 0,0 1 0 0 0,0-1 1 0 0,0 1-1 0 0,0 0 1 0 0,0-1-1 0 0,0 1 1 0 0,0 0-1 0 0,0-1 0 0 0,0 1 1 0 0,0 0-1 0 0,-1 0 1 0 0,1 0-1 0 0,0 0 1 0 0,0 0-1 0 0,0 0 0 0 0,-1 1 1 0 0,-26 7-17 0 0,18-2 18 0 0,0 0-1 0 0,1 1 1 0 0,0 0 0 0 0,0 0-1 0 0,1 1 1 0 0,-1 0 0 0 0,2 0 0 0 0,-10 14-1 0 0,2-1 30 0 0,1 1-1 0 0,-18 38 1 0 0,25-45-18 0 0,1 0 1 0 0,1 0-1 0 0,0 0 1 0 0,1 1-1 0 0,0-1 1 0 0,1 1 0 0 0,1 0-1 0 0,0 27 1 0 0,2-37 1 0 0,1-1 1 0 0,-1 1 0 0 0,1-1-1 0 0,0 1 1 0 0,0-1-1 0 0,0 0 1 0 0,1 0 0 0 0,0 0-1 0 0,0 0 1 0 0,0 0-1 0 0,1 0 1 0 0,-1 0 0 0 0,1 0-1 0 0,0-1 1 0 0,1 0-1 0 0,-1 1 1 0 0,1-1 0 0 0,0-1-1 0 0,0 1 1 0 0,0 0-1 0 0,0-1 1 0 0,1 0 0 0 0,-1 0-1 0 0,1 0 1 0 0,0-1-1 0 0,0 0 1 0 0,0 1 0 0 0,9 1-1 0 0,-6-2 0 0 0,0 0 1 0 0,1 0-1 0 0,-1-1 0 0 0,1 0 0 0 0,-1-1 0 0 0,1 0 0 0 0,-1 0 0 0 0,1-1 1 0 0,-1 0-1 0 0,15-4 0 0 0,-10 1-36 0 0,-1 0 0 0 0,0-1 0 0 0,-1-1 0 0 0,1 1 0 0 0,-1-2 0 0 0,15-10 0 0 0,3-8-100 0 0,-1 0 1 0 0,-1-2-1 0 0,42-54 0 0 0,-51 58 44 0 0,1 0 0 0 0,1 1-1 0 0,1 1 1 0 0,0 1-1 0 0,26-17 1 0 0,-46 36 76 0 0,1 1 0 0 0,-1-1-1 0 0,0 1 1 0 0,1-1 0 0 0,-1 1 0 0 0,0 0 0 0 0,1 0 0 0 0,-1-1 0 0 0,0 1 0 0 0,1 0 0 0 0,-1 0-1 0 0,0 1 1 0 0,1-1 0 0 0,-1 0 0 0 0,1 0 0 0 0,-1 1 0 0 0,0-1 0 0 0,0 0 0 0 0,1 1 0 0 0,-1-1 0 0 0,0 1-1 0 0,0 0 1 0 0,2 1 0 0 0,0 0 1 0 0,0 0 0 0 0,0 0 0 0 0,0 0-1 0 0,0 0 1 0 0,-1 1 0 0 0,1-1 0 0 0,3 6 0 0 0,1 4 23 0 0,-1 1 1 0 0,0-1 0 0 0,-1 1-1 0 0,-1 0 1 0 0,0 1-1 0 0,0-1 1 0 0,-2 1-1 0 0,1-1 1 0 0,-2 1 0 0 0,0 0-1 0 0,0 0 1 0 0,-2-1-1 0 0,1 1 1 0 0,-2 0-1 0 0,0 0 1 0 0,0-1 0 0 0,-2 1-1 0 0,-5 16 1 0 0,8-28-2 0 0,0 0-1 0 0,0 0 1 0 0,0 0 0 0 0,0 0 0 0 0,0 0 0 0 0,-1-1 0 0 0,1 1-1 0 0,-1 0 1 0 0,1-1 0 0 0,-1 1 0 0 0,0-1 0 0 0,1 1 0 0 0,-1-1 0 0 0,0 0-1 0 0,-4 2 1 0 0,4-2 20 0 0,0-3-17 0 0,1 1-17 0 0,-1 0-1 0 0,1 0 1 0 0,0-1 0 0 0,-1 1-1 0 0,1 0 1 0 0,0-1 0 0 0,0 1 0 0 0,0-1-1 0 0,0 0 1 0 0,0 1 0 0 0,0-1-1 0 0,1 0 1 0 0,-1 0 0 0 0,0 1 0 0 0,1-1-1 0 0,0 0 1 0 0,-1-2 0 0 0,1-1-24 0 0,-1 0 1 0 0,1 1-1 0 0,1-1 1 0 0,-1 0 0 0 0,1 0-1 0 0,2-7 1 0 0,1-1-58 0 0,0 0 0 0 0,1 0 1 0 0,1 1-1 0 0,8-13 0 0 0,-7 14 36 0 0,0 0-1 0 0,2 1 1 0 0,-1 0-1 0 0,1 1 1 0 0,1 0-1 0 0,-1 0 1 0 0,2 1-1 0 0,17-12 1 0 0,-19 14 14 0 0,1 1 0 0 0,0 0-1 0 0,0 0 1 0 0,0 1 0 0 0,1 0 0 0 0,-1 1 0 0 0,1 0 0 0 0,0 1-1 0 0,0 0 1 0 0,16-1 0 0 0,-20 4 25 0 0,0 0 0 0 0,1 0-1 0 0,-1 0 1 0 0,0 1 0 0 0,0 0 0 0 0,0 1 0 0 0,0 0-1 0 0,-1 0 1 0 0,1 0 0 0 0,-1 1 0 0 0,0 0 0 0 0,1 0-1 0 0,-2 0 1 0 0,1 1 0 0 0,-1 0 0 0 0,1 0 0 0 0,7 10-1 0 0,-6-6 24 0 0,0 1-1 0 0,0-1 1 0 0,-1 1 0 0 0,0 0-1 0 0,-1 1 1 0 0,0 0-1 0 0,0-1 1 0 0,-2 2 0 0 0,1-1-1 0 0,2 16 1 0 0,-6-24 6 0 0,0 1 0 0 0,1-1 1 0 0,-2 1-1 0 0,1-1 0 0 0,0 1 0 0 0,-1-1 1 0 0,0 1-1 0 0,1-1 0 0 0,-1 1 1 0 0,-1-1-1 0 0,1 0 0 0 0,0 0 1 0 0,-1 1-1 0 0,0-1 0 0 0,0 0 0 0 0,0 0 1 0 0,0-1-1 0 0,0 1 0 0 0,0 0 1 0 0,-1-1-1 0 0,1 1 0 0 0,-1-1 0 0 0,0 0 1 0 0,0 0-1 0 0,0 0 0 0 0,0 0 1 0 0,-5 2-1 0 0,6-3 37 0 0,-3-2 18 0 0,4 1-79 0 0,1 0 1 0 0,-1 0 0 0 0,1 0-1 0 0,-1 0 1 0 0,0 0-1 0 0,1-1 1 0 0,-1 1-1 0 0,0 0 1 0 0,1 0-1 0 0,-1 0 1 0 0,1 0 0 0 0,-1-1-1 0 0,1 1 1 0 0,-1 0-1 0 0,1-1 1 0 0,-1 1-1 0 0,0-1 1 0 0,-1-3-1 0 0,0 1 0 0 0,1-1 0 0 0,0 0 0 0 0,0 1 0 0 0,0-1 0 0 0,0 0-1 0 0,1 0 1 0 0,-1 0 0 0 0,1 0 0 0 0,0 0 0 0 0,0 0 0 0 0,0 0 0 0 0,1 0 0 0 0,0 1 0 0 0,-1-1 0 0 0,1 0 0 0 0,0 0 0 0 0,1 0 0 0 0,-1 1 0 0 0,1-1 0 0 0,0 1 0 0 0,3-6 0 0 0,2-3-25 0 0,0 1 1 0 0,0 1-1 0 0,1-1 1 0 0,1 1-1 0 0,16-15 0 0 0,-13 14-7 0 0,0 1 0 0 0,1 0 0 0 0,0 1 0 0 0,1 1 0 0 0,0 0 0 0 0,0 1 0 0 0,1 0 0 0 0,0 1 0 0 0,25-6 0 0 0,-38 12 28 0 0,0-1-1 0 0,1 1 1 0 0,-1 0-1 0 0,1 0 0 0 0,-1 0 1 0 0,1 0-1 0 0,-1 0 0 0 0,1 1 1 0 0,-1-1-1 0 0,1 1 0 0 0,-1-1 1 0 0,1 1-1 0 0,-1 0 1 0 0,0 0-1 0 0,0 0 0 0 0,1 0 1 0 0,-1 1-1 0 0,0-1 0 0 0,0 1 1 0 0,0-1-1 0 0,0 1 0 0 0,-1 0 1 0 0,1-1-1 0 0,0 1 0 0 0,-1 0 1 0 0,3 4-1 0 0,0 1 20 0 0,0-1 0 0 0,0 1 0 0 0,-1 0 0 0 0,0 0 0 0 0,-1 1 0 0 0,0-1 0 0 0,2 8 0 0 0,-1 9 16 0 0,-1 1 0 0 0,-1-1 0 0 0,-2 1-1 0 0,-5 46 1 0 0,-2 33 121 0 0,8-103-145 0 0,0 0 1 0 0,0 0-1 0 0,0 0 0 0 0,0-1 1 0 0,0 1-1 0 0,0 0 0 0 0,1 0 1 0 0,-1-1-1 0 0,0 1 0 0 0,0 0 1 0 0,0 0-1 0 0,1 0 0 0 0,-1-1 1 0 0,0 1-1 0 0,1 0 0 0 0,-1-1 1 0 0,1 1-1 0 0,-1 0 0 0 0,1-1 1 0 0,-1 1-1 0 0,1-1 0 0 0,-1 1 1 0 0,1-1-1 0 0,0 1 0 0 0,-1-1 1 0 0,1 1-1 0 0,0-1 0 0 0,-1 1 1 0 0,1-1-1 0 0,1 0 0 0 0,0 1 4 0 0,0-1 0 0 0,0 0 0 0 0,1 0 0 0 0,-1 0 0 0 0,0 0 0 0 0,0 0-1 0 0,1 0 1 0 0,-1-1 0 0 0,0 1 0 0 0,4-2 0 0 0,5-2 24 0 0,0 0 0 0 0,-1-1 0 0 0,16-10 0 0 0,-7 1-24 0 0,0-1 0 0 0,-1 0 0 0 0,-1-2 0 0 0,-1 0 0 0 0,0 0 0 0 0,-2-2 0 0 0,0 0 0 0 0,0 0 0 0 0,-2-1 0 0 0,-1-1 0 0 0,0 0 0 0 0,12-36 0 0 0,-20 49-18 0 0,0-1 0 0 0,-1 1 1 0 0,0-1-1 0 0,-1 0 1 0 0,0 0-1 0 0,0 1 1 0 0,-1-16-1 0 0,0 24 2 0 0,0-1 0 0 0,0 1-1 0 0,0-1 1 0 0,0 1 0 0 0,0-1 0 0 0,0 1 0 0 0,0-1 0 0 0,0 1 0 0 0,0-1-1 0 0,0 1 1 0 0,-1-1 0 0 0,1 1 0 0 0,0-1 0 0 0,0 1 0 0 0,0-1-1 0 0,-1 1 1 0 0,1-1 0 0 0,0 1 0 0 0,-1 0 0 0 0,1-1 0 0 0,0 1 0 0 0,-1 0-1 0 0,1-1 1 0 0,0 1 0 0 0,-1 0 0 0 0,1-1 0 0 0,-1 1 0 0 0,1 0 0 0 0,-1 0-1 0 0,1-1 1 0 0,-1 1 0 0 0,1 0 0 0 0,-1 0 0 0 0,1 0 0 0 0,-1 0-1 0 0,1-1 1 0 0,-1 1 0 0 0,1 0 0 0 0,-1 0 0 0 0,1 0 0 0 0,-1 0 0 0 0,1 0-1 0 0,-1 1 1 0 0,1-1 0 0 0,-1 0 0 0 0,1 0 0 0 0,-2 0 0 0 0,-18 12-4 0 0,12-4 10 0 0,0 0-1 0 0,1 0 0 0 0,0 1 1 0 0,0 0-1 0 0,0 0 0 0 0,2 1 1 0 0,-1-1-1 0 0,1 1 0 0 0,-4 11 1 0 0,3-5 1 0 0,1-1 0 0 0,0 1 0 0 0,1 0 1 0 0,1 0-1 0 0,-2 25 0 0 0,5-36 7 0 0,0 0 1 0 0,0 0-1 0 0,0-1 1 0 0,1 1-1 0 0,-1 0 0 0 0,1-1 1 0 0,0 1-1 0 0,1-1 1 0 0,-1 1-1 0 0,1-1 0 0 0,0 0 1 0 0,0 1-1 0 0,0-1 1 0 0,1 0-1 0 0,-1 0 0 0 0,5 4 1 0 0,-3-3 3 0 0,1-1 1 0 0,-1 0-1 0 0,1-1 1 0 0,0 1-1 0 0,0-1 0 0 0,1 1 1 0 0,-1-2-1 0 0,1 1 1 0 0,-1-1-1 0 0,1 1 1 0 0,7 1-1 0 0,-2-2-2 0 0,0 0 1 0 0,1 0-1 0 0,-1-1 1 0 0,0-1-1 0 0,0 1 0 0 0,0-2 1 0 0,1 0-1 0 0,-1 0 0 0 0,0-1 1 0 0,0 0-1 0 0,0-1 1 0 0,-1 0-1 0 0,13-6 0 0 0,-1-3-66 0 0,-2-2 0 0 0,1 0 0 0 0,-2-1 0 0 0,0-1 0 0 0,-1-1 0 0 0,28-33 0 0 0,-24 25-60 0 0,1 1 1 0 0,51-39-1 0 0,-73 62 100 0 0,1 0 0 0 0,-1 0 0 0 0,1 0 0 0 0,0 0 0 0 0,-1 0 0 0 0,1 0 0 0 0,0 0 1 0 0,0 1-1 0 0,-1-1 0 0 0,1 1 0 0 0,0-1 0 0 0,0 1 0 0 0,0 0 0 0 0,0 0 0 0 0,0-1 0 0 0,0 1 0 0 0,0 1 0 0 0,2-1 0 0 0,-3 1 7 0 0,1-1 1 0 0,-1 1-1 0 0,1 0 0 0 0,-1-1 0 0 0,1 1 0 0 0,-1 0 0 0 0,0 0 0 0 0,1 0 0 0 0,-1 0 0 0 0,0 1 0 0 0,0-1 0 0 0,0 0 0 0 0,0 0 1 0 0,0 1-1 0 0,0-1 0 0 0,2 3 0 0 0,-1 2 9 0 0,0 0 1 0 0,1 0 0 0 0,-2 0-1 0 0,1 0 1 0 0,-1 0 0 0 0,0 0 0 0 0,0 1-1 0 0,-1-1 1 0 0,0 11 0 0 0,-1-5 39 0 0,-1 0 1 0 0,0 0 0 0 0,0-1 0 0 0,-2 1 0 0 0,1-1 0 0 0,-2 1 0 0 0,1-1 0 0 0,-1 0-1 0 0,-9 13 1 0 0,13-23-28 0 0,1-1 0 0 0,-1 1 0 0 0,1 0 0 0 0,-1-1 0 0 0,1 1-1 0 0,-1 0 1 0 0,1-1 0 0 0,-1 1 0 0 0,1-1 0 0 0,-1 1 0 0 0,0-1 0 0 0,1 1 0 0 0,-1-1-1 0 0,0 0 1 0 0,1 1 0 0 0,-1-1 0 0 0,-1 1 0 0 0,2-1-13 0 0,-1 0 0 0 0,1-1 0 0 0,0 1 0 0 0,-1 0 0 0 0,1 0 0 0 0,-1 0 0 0 0,1 0 0 0 0,-1 0 0 0 0,1 0 0 0 0,0 0 0 0 0,-1-1 0 0 0,1 1 0 0 0,0 0 0 0 0,-1 0 0 0 0,1 0 0 0 0,0-1 0 0 0,-1 1 0 0 0,1 0 0 0 0,0-1 0 0 0,-1 1 0 0 0,1 0 0 0 0,0-1 0 0 0,-1-1 2 0 0,0 1 1 0 0,0-1-1 0 0,0 1 1 0 0,0-1-1 0 0,1 1 1 0 0,-1-1-1 0 0,1 0 1 0 0,0 0-1 0 0,-1 1 1 0 0,1-1-1 0 0,0 0 1 0 0,0-2-1 0 0,2-7-4 0 0,0 0-1 0 0,1 0 1 0 0,0 0 0 0 0,0 0-1 0 0,2 0 1 0 0,-1 1-1 0 0,1 0 1 0 0,1 0 0 0 0,0 0-1 0 0,9-12 1 0 0,4-1-37 0 0,0 1 0 0 0,40-37 1 0 0,-38 42 1 0 0,40-27 0 0 0,-52 38 12 0 0,-1 1 1 0 0,1 0 0 0 0,1 1 0 0 0,-1 0-1 0 0,0 1 1 0 0,1 0 0 0 0,18-4 0 0 0,-26 7 18 0 0,1-1 0 0 0,0 1 0 0 0,0 0 0 0 0,0 0 0 0 0,-1 0 0 0 0,1 0 0 0 0,0 0 0 0 0,0 0 0 0 0,0 1 0 0 0,-1 0 0 0 0,1-1 0 0 0,0 1 0 0 0,-1 0 0 0 0,1 0 0 0 0,0 1 0 0 0,-1-1 0 0 0,0 0 0 0 0,1 1 0 0 0,-1 0 0 0 0,0-1 0 0 0,0 1 0 0 0,0 0 0 0 0,0 0 0 0 0,0 0 0 0 0,0 0 0 0 0,0 1 0 0 0,-1-1 0 0 0,1 0 0 0 0,-1 1 0 0 0,0-1 0 0 0,1 1 0 0 0,-1 0 0 0 0,0-1 0 0 0,-1 1 0 0 0,1 0 0 0 0,0-1 0 0 0,-1 1 0 0 0,1 5 0 0 0,-1 6 34 0 0,1-1 1 0 0,-2 1-1 0 0,0-1 0 0 0,0 1 1 0 0,-1-1-1 0 0,-7 22 0 0 0,3-15-9 0 0,-9 41 31 0 0,14-58-41 0 0,0 1-1 0 0,1-1 1 0 0,0 1-1 0 0,-1 0 1 0 0,1-1-1 0 0,1 1 1 0 0,-1 0-1 0 0,0-1 1 0 0,1 1-1 0 0,0-1 1 0 0,0 1-1 0 0,0-1 1 0 0,2 5-1 0 0,-1-5-41 0 0,0-1 0 0 0,0 0 0 0 0,0 0 0 0 0,0 0 0 0 0,0 0 0 0 0,0 0 0 0 0,1 0 0 0 0,-1-1 0 0 0,1 1 0 0 0,-1-1 0 0 0,1 1 0 0 0,0-1 0 0 0,-1 0 0 0 0,1 0 0 0 0,0-1 0 0 0,0 1 0 0 0,0 0 0 0 0,-1-1 0 0 0,1 0 0 0 0,0 1 0 0 0,0-1 0 0 0,0 0 0 0 0,0-1 0 0 0,4 0 0 0 0,3 0-411 0 0,0-1 0 0 0,0 0 0 0 0,0-1 0 0 0,0 0 0 0 0,16-8 0 0 0,-9 2 32 0 0,-1-1-1 0 0,-1-1 0 0 0,1 0 1 0 0,-2-1-1 0 0,1-1 0 0 0,-2 0 1 0 0,0-1-1 0 0,0 0 0 0 0,-2-1 0 0 0,16-25 1 0 0,2-10 238 0 0,-2-1 1 0 0,23-62 0 0 0,13-62 2422 0 0,-21-4 3746 0 0,-42 178-5981 0 0,0 1 0 0 0,0-1 1 0 0,1 1-1 0 0,-1-1 0 0 0,0 1 0 0 0,0-1 0 0 0,0 1 0 0 0,0-1 0 0 0,0 1 0 0 0,0-1 0 0 0,0 0 0 0 0,0 1 0 0 0,0-1 0 0 0,-1 1 0 0 0,1-1 1 0 0,0 1-1 0 0,0-1 0 0 0,0 1 0 0 0,-1-1 0 0 0,1 0 0 0 0,-9 3 227 0 0,-8 15-8 0 0,-17 37 704 0 0,2 0-1 0 0,-30 72 0 0 0,-33 123 1094 0 0,74-190-1731 0 0,3-11-38 0 0,2 1 0 0 0,-16 84 0 0 0,32-131-241 0 0,0 1 0 0 0,-1-1 0 0 0,1 1 1 0 0,0-1-1 0 0,0 0 0 0 0,0 1 0 0 0,0-1 0 0 0,1 1 0 0 0,-1-1 1 0 0,1 1-1 0 0,-1-1 0 0 0,1 0 0 0 0,0 1 0 0 0,0-1 1 0 0,0 0-1 0 0,0 0 0 0 0,1 0 0 0 0,-1 0 0 0 0,0 0 0 0 0,3 3 1 0 0,-1-3-55 0 0,0 0 1 0 0,-1 0 0 0 0,1-1 0 0 0,0 1 0 0 0,0-1 0 0 0,0 1-1 0 0,0-1 1 0 0,0 0 0 0 0,0 0 0 0 0,0 0 0 0 0,0-1 0 0 0,1 1 0 0 0,4-1-1 0 0,3 0-469 0 0,-1 0 0 0 0,1-1 0 0 0,0 0-1 0 0,-1-1 1 0 0,1 0 0 0 0,-1-1 0 0 0,0 0-1 0 0,13-5 1 0 0,-8 0-1919 0 0,28-18 1 0 0,-9 0-3649 0 0,-13 8-850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42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223 112 496 0 0,'-43'-6'3322'0'0,"-121"-23"7333"0"0,164 29-10590 0 0,-1 0 1 0 0,0 0-1 0 0,0 0 1 0 0,0 0-1 0 0,1 0 0 0 0,-1 0 1 0 0,0-1-1 0 0,0 1 1 0 0,1 0-1 0 0,-1-1 1 0 0,0 1-1 0 0,0 0 1 0 0,1-1-1 0 0,-1 1 1 0 0,0-1-1 0 0,1 1 1 0 0,-1-1-1 0 0,1 1 1 0 0,-1-1-1 0 0,1 0 0 0 0,-2 0 1 0 0,3 0-42 0 0,-1 1 1 0 0,0-1-1 0 0,0 1 0 0 0,1-1 0 0 0,-1 1 1 0 0,1-1-1 0 0,-1 1 0 0 0,0-1 1 0 0,1 1-1 0 0,-1-1 0 0 0,1 1 0 0 0,-1 0 1 0 0,1-1-1 0 0,-1 1 0 0 0,1 0 1 0 0,-1-1-1 0 0,1 1 0 0 0,-1 0 0 0 0,1 0 1 0 0,-1 0-1 0 0,2-1 0 0 0,37-10 222 0 0,-38 11-212 0 0,184-27-867 0 0,5 13-4251 0 0,-123 10 1749 0 0,0 0-1736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43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78 210 1772 0 0,'-8'-4'804'0'0,"1"-1"-1"0"0,0 1 1 0 0,0-1 0 0 0,0-1-1 0 0,0 1 1 0 0,1-1 0 0 0,-10-11-1 0 0,15 15-711 0 0,-1 0 0 0 0,1 0 0 0 0,0 0 0 0 0,0 0 0 0 0,0 0 0 0 0,0 0-1 0 0,0 0 1 0 0,0-1 0 0 0,1 1 0 0 0,-1 0 0 0 0,1-1 0 0 0,-1 1 0 0 0,1 0 0 0 0,0-1 0 0 0,0 1-1 0 0,0 0 1 0 0,0-1 0 0 0,0 1 0 0 0,1-1 0 0 0,-1 1 0 0 0,1 0 0 0 0,0-1 0 0 0,-1 1 0 0 0,1 0 0 0 0,0 0-1 0 0,0 0 1 0 0,0 0 0 0 0,1 0 0 0 0,-1 0 0 0 0,0 0 0 0 0,1 0 0 0 0,1-2 0 0 0,3-1-18 0 0,-1 0 0 0 0,1 0 0 0 0,0 0 1 0 0,1 1-1 0 0,-1-1 0 0 0,1 2 1 0 0,-1-1-1 0 0,1 1 0 0 0,0 0 0 0 0,0 0 1 0 0,1 1-1 0 0,-1 0 0 0 0,12-2 0 0 0,-6 2-40 0 0,-1 1 1 0 0,0 0-1 0 0,0 1 0 0 0,1 0 0 0 0,-1 1 0 0 0,0 0 0 0 0,21 6 0 0 0,-24-5-15 0 0,0 1 0 0 0,-1 0-1 0 0,0 1 1 0 0,1-1 0 0 0,-1 2-1 0 0,-1-1 1 0 0,1 1 0 0 0,-1 0-1 0 0,1 1 1 0 0,-2-1 0 0 0,1 2-1 0 0,-1-1 1 0 0,1 1 0 0 0,-2 0-1 0 0,1 0 1 0 0,-1 0 0 0 0,0 1-1 0 0,-1 0 1 0 0,0 0-1 0 0,0 0 1 0 0,0 0 0 0 0,-1 1-1 0 0,-1-1 1 0 0,1 1 0 0 0,-1 0-1 0 0,-1 0 1 0 0,0 0 0 0 0,0 0-1 0 0,0 0 1 0 0,-1 0 0 0 0,-1 0-1 0 0,0 0 1 0 0,-3 14 0 0 0,-1 0 120 0 0,-1-1 1 0 0,-1 1 0 0 0,-1-1 0 0 0,-1 0 0 0 0,-1-1 0 0 0,0 0 0 0 0,-2-1-1 0 0,-1 0 1 0 0,-24 30 0 0 0,3-11 517 0 0,-2-2 0 0 0,-2-2-1 0 0,-54 41 1 0 0,53-46 737 0 0,37-29-891 0 0,2-1-498 0 0,0-1-1 0 0,1 0 0 0 0,-1 0 1 0 0,0 1-1 0 0,1-1 1 0 0,-1 0-1 0 0,1 1 1 0 0,-1-1-1 0 0,1 1 1 0 0,-1-1-1 0 0,1 1 1 0 0,-1-1-1 0 0,1 1 1 0 0,0-1-1 0 0,-1 1 1 0 0,1-1-1 0 0,0 1 1 0 0,-1 0-1 0 0,1-1 0 0 0,0 1 1 0 0,0 0-1 0 0,-1-1 1 0 0,1 1-1 0 0,0 0 1 0 0,1 0-1 0 0,21-4 19 0 0,-22 3-22 0 0,8 1-8 0 0,0 0 0 0 0,0 0 0 0 0,-1 1 0 0 0,1 0 0 0 0,-1 1 0 0 0,1 0 0 0 0,-1 0-1 0 0,0 1 1 0 0,1 0 0 0 0,-1 0 0 0 0,-1 1 0 0 0,1 0 0 0 0,0 0 0 0 0,-1 1 0 0 0,0 0 0 0 0,0 0 0 0 0,10 10 0 0 0,4 6-15 0 0,0 1 1 0 0,-2 0 0 0 0,30 46-1 0 0,-36-49 6 0 0,-1 1-1 0 0,-1 1 1 0 0,-1-1 0 0 0,-1 2-1 0 0,8 23 1 0 0,-15-38 21 0 0,0 0 0 0 0,0 1 0 0 0,-1-1 0 0 0,0 1 0 0 0,0-1 0 0 0,-1 1 0 0 0,1-1 0 0 0,-2 1 1 0 0,1-1-1 0 0,-1 1 0 0 0,0-1 0 0 0,-1 1 0 0 0,0-1 0 0 0,0 0 0 0 0,0 0 0 0 0,-1 0 0 0 0,0 0 1 0 0,-1 0-1 0 0,-5 9 0 0 0,4-11 28 0 0,0 1 0 0 0,0-1 0 0 0,-1 0 1 0 0,1-1-1 0 0,-1 1 0 0 0,0-1 0 0 0,-1 0 0 0 0,1-1 0 0 0,-1 1 1 0 0,1-1-1 0 0,-1 0 0 0 0,0-1 0 0 0,0 0 0 0 0,0 0 1 0 0,-14 1-1 0 0,12-1 34 0 0,-1-2 0 0 0,1 1 0 0 0,0-1 1 0 0,-1-1-1 0 0,1 1 0 0 0,0-2 0 0 0,0 1 1 0 0,0-1-1 0 0,0-1 0 0 0,0 0 0 0 0,0 0 0 0 0,-10-5 1 0 0,13 5-38 0 0,1 0 1 0 0,-1-1-1 0 0,1 1 1 0 0,0-1-1 0 0,0 0 1 0 0,0-1-1 0 0,1 1 1 0 0,-1-1-1 0 0,1 0 1 0 0,0 0-1 0 0,0 0 1 0 0,-5-12-1 0 0,7 12-23 0 0,0 0-1 0 0,1 0 1 0 0,-1 0-1 0 0,1 0 1 0 0,1-1-1 0 0,-1 1 1 0 0,1 0-1 0 0,0-1 1 0 0,0 1-1 0 0,0 0 0 0 0,1-1 1 0 0,-1 1-1 0 0,1 0 1 0 0,1 0-1 0 0,-1 0 1 0 0,3-7-1 0 0,5-8 3 0 0,1 0-1 0 0,0 0 0 0 0,1 1 0 0 0,1 1 1 0 0,26-31-1 0 0,83-77-22 0 0,215-159-305 0 0,-181 158-34 0 0,-140 115 311 0 0,17-13-48 0 0,-1-1-1 0 0,-2-2 1 0 0,0-1-1 0 0,35-49 0 0 0,-59 71 70 0 0,-1 0 0 0 0,0-1 0 0 0,0 1-1 0 0,4-16 1 0 0,-7 21 12 0 0,0 0 0 0 0,-1 0 0 0 0,1 0-1 0 0,-1 0 1 0 0,1 0 0 0 0,-1 0 0 0 0,0 1 0 0 0,0-1 0 0 0,0 0 0 0 0,0 0-1 0 0,0 0 1 0 0,0 0 0 0 0,-1 0 0 0 0,1 0 0 0 0,-1 0 0 0 0,1 0 0 0 0,-1 0 0 0 0,0 1-1 0 0,1-1 1 0 0,-1 0 0 0 0,0 1 0 0 0,0-1 0 0 0,0 0 0 0 0,-1 1 0 0 0,-1-3-1 0 0,0 3 2 0 0,1 0 0 0 0,0 0 0 0 0,0 0-1 0 0,0 0 1 0 0,-1 1 0 0 0,1-1 0 0 0,0 1-1 0 0,0 0 1 0 0,-1 0 0 0 0,1 0 0 0 0,0 0-1 0 0,-1 0 1 0 0,1 0 0 0 0,0 0 0 0 0,-1 1-1 0 0,1-1 1 0 0,0 1 0 0 0,0 0 0 0 0,-1 0-1 0 0,1 0 1 0 0,-3 1 0 0 0,-5 4-19 0 0,-1-1-1 0 0,-15 13 1 0 0,14-10 18 0 0,1 1 0 0 0,1 0 0 0 0,-1 1 1 0 0,1 0-1 0 0,-10 15 0 0 0,15-18 4 0 0,1-1 1 0 0,0 1 0 0 0,0 0 0 0 0,0 0-1 0 0,1 0 1 0 0,0 0 0 0 0,1 1 0 0 0,0-1-1 0 0,0 1 1 0 0,0 0 0 0 0,0 9-1 0 0,2-13 6 0 0,0 1 0 0 0,1-1-1 0 0,-1 0 1 0 0,1 0 0 0 0,0 1-1 0 0,0-1 1 0 0,0 0 0 0 0,1 0-1 0 0,-1 0 1 0 0,1 0 0 0 0,0 0-1 0 0,0-1 1 0 0,1 1 0 0 0,-1 0-1 0 0,1-1 1 0 0,0 0 0 0 0,-1 1-1 0 0,2-1 1 0 0,-1 0 0 0 0,0-1-1 0 0,0 1 1 0 0,1-1 0 0 0,0 1-1 0 0,-1-1 1 0 0,1 0 0 0 0,0 0-1 0 0,5 1 1 0 0,1 1-1 0 0,1 0 1 0 0,0-1-1 0 0,0 0 0 0 0,0-1 0 0 0,0 0 1 0 0,0-1-1 0 0,0 0 0 0 0,0-1 0 0 0,15-1 1 0 0,-8-2-32 0 0,-1 0 1 0 0,0-1 0 0 0,0-1-1 0 0,-1-1 1 0 0,0 0 0 0 0,0-1-1 0 0,0-1 1 0 0,-1 0-1 0 0,0-1 1 0 0,0-1 0 0 0,-1 0-1 0 0,17-17 1 0 0,-2-1-54 0 0,-2-1 0 0 0,-1-1 1 0 0,-1-2-1 0 0,27-45 0 0 0,-47 69 58 0 0,1-1 0 0 0,-2 0-1 0 0,1 0 1 0 0,-1 0-1 0 0,-1-1 1 0 0,5-18 0 0 0,-8 28 16 0 0,0-1 0 0 0,0 0 1 0 0,0 1-1 0 0,0-1 0 0 0,0 1 1 0 0,0-1-1 0 0,0 1 0 0 0,0-1 1 0 0,0 1-1 0 0,-1-1 0 0 0,1 1 1 0 0,0-1-1 0 0,0 1 0 0 0,-1-1 1 0 0,1 1-1 0 0,0-1 1 0 0,-1 1-1 0 0,1-1 0 0 0,0 1 1 0 0,-2-1-1 0 0,-4 2-60 0 0,-2 12 44 0 0,7-10 25 0 0,0-1 0 0 0,0 1 1 0 0,0-1-1 0 0,0 1 0 0 0,1-1 0 0 0,-1 1 0 0 0,1 0 0 0 0,0-1 1 0 0,0 1-1 0 0,0 0 0 0 0,0-1 0 0 0,0 1 0 0 0,0 0 1 0 0,1-1-1 0 0,-1 1 0 0 0,1 0 0 0 0,0-1 0 0 0,0 1 0 0 0,0-1 1 0 0,0 1-1 0 0,0-1 0 0 0,1 0 0 0 0,-1 0 0 0 0,1 1 1 0 0,-1-1-1 0 0,4 3 0 0 0,1 1 1 0 0,0-1 1 0 0,0 1-1 0 0,0-1 1 0 0,1 0-1 0 0,0-1 1 0 0,0 0-1 0 0,0 0 0 0 0,0 0 1 0 0,1-1-1 0 0,0 0 1 0 0,10 2-1 0 0,8 2-66 0 0,56 7 0 0 0,-62-12 50 0 0,-11-1 12 0 0,2-3-19 0 0,-10 2 19 0 0,32-6-49 0 0,-32 6 45 0 0,1 0-1 0 0,-1 0 1 0 0,1 0-1 0 0,0-1 1 0 0,-1 1-1 0 0,1 0 1 0 0,-1-1-1 0 0,1 0 1 0 0,-1 1 0 0 0,1-1-1 0 0,-1 0 1 0 0,1 0-1 0 0,-1 0 1 0 0,0 0-1 0 0,0 0 1 0 0,1 0-1 0 0,-1 0 1 0 0,0 0 0 0 0,0 0-1 0 0,0-1 1 0 0,1 0-1 0 0,-2 1 6 0 0,0 1-1 0 0,0 0 1 0 0,0-1-1 0 0,0 1 1 0 0,0 0 0 0 0,-1-1-1 0 0,1 1 1 0 0,0 0-1 0 0,0-1 1 0 0,0 1-1 0 0,0 0 1 0 0,-1-1-1 0 0,1 1 1 0 0,0 0-1 0 0,0 0 1 0 0,0-1 0 0 0,-1 1-1 0 0,1 0 1 0 0,0 0-1 0 0,0 0 1 0 0,-1-1-1 0 0,1 1 1 0 0,0 0-1 0 0,-1 0 1 0 0,1 0 0 0 0,0 0-1 0 0,-1-1 1 0 0,1 1-1 0 0,0 0 1 0 0,-1 0-1 0 0,1 0 1 0 0,0 0-1 0 0,-1 0 1 0 0,1 0-1 0 0,0 0 1 0 0,-1 0 0 0 0,1 0-1 0 0,-1 0 1 0 0,-12 3-41 0 0,12-3 48 0 0,-10 3-18 0 0,1 1-1 0 0,0 0 0 0 0,0 1 1 0 0,1 0-1 0 0,-1 1 1 0 0,1 0-1 0 0,0 0 0 0 0,-15 15 1 0 0,1 2-5 0 0,-33 43 1 0 0,43-50 2 0 0,1 1 1 0 0,1 1-1 0 0,0 0 1 0 0,-14 35 0 0 0,22-46 15 0 0,1 1 1 0 0,0 0-1 0 0,0 0 1 0 0,0 0-1 0 0,1 0 1 0 0,0 14-1 0 0,1-17 7 0 0,0-1-1 0 0,1 0 0 0 0,0 1 0 0 0,0-1 0 0 0,0 0 0 0 0,0 0 0 0 0,0 1 0 0 0,1-1 1 0 0,0 0-1 0 0,0 0 0 0 0,0-1 0 0 0,0 1 0 0 0,5 5 0 0 0,-2-4 2 0 0,1 1 1 0 0,0-1-1 0 0,0-1 0 0 0,0 1 0 0 0,1-1 0 0 0,-1 0 1 0 0,1-1-1 0 0,0 1 0 0 0,0-1 0 0 0,1-1 0 0 0,-1 1 1 0 0,11 1-1 0 0,-1 0-13 0 0,1-1 1 0 0,-1-1 0 0 0,1-1-1 0 0,24-1 1 0 0,-17-2-148 0 0,-1-1-1 0 0,1-1 1 0 0,-1-1-1 0 0,-1-2 1 0 0,1 0 0 0 0,-1-1-1 0 0,0-2 1 0 0,-1 0 0 0 0,0-1-1 0 0,-1-2 1 0 0,39-28 0 0 0,-39 24 87 0 0,0-1 0 0 0,-2-1 0 0 0,0-1 1 0 0,-2 0-1 0 0,0-1 0 0 0,-1-1 1 0 0,-1-1-1 0 0,-1 0 0 0 0,-1-1 0 0 0,17-44 1 0 0,-27 59 125 0 0,-1 1 1 0 0,0-1 0 0 0,0 0-1 0 0,-1 0 1 0 0,1-13 0 0 0,-2 21-58 0 0,0 1 0 0 0,0-1 0 0 0,0 0 0 0 0,0 1 0 0 0,0-1 0 0 0,0 0 0 0 0,0 1 0 0 0,0-1 0 0 0,0 0 0 0 0,0 1 0 0 0,-1-1 0 0 0,1 0 0 0 0,0 1 1 0 0,0-1-1 0 0,-1 0 0 0 0,1 1 0 0 0,-1-1 0 0 0,1 1 0 0 0,0-1 0 0 0,-1 1 0 0 0,1-1 0 0 0,-1 1 0 0 0,1-1 0 0 0,-1 1 0 0 0,1-1 0 0 0,-1 1 0 0 0,0 0 0 0 0,0-1 0 0 0,-1 1 0 0 0,1-1 0 0 0,0 1 0 0 0,-1 0 0 0 0,1 0 0 0 0,-1 0 0 0 0,1 0 0 0 0,-1 0 0 0 0,1 1 0 0 0,-1-1 1 0 0,1 0-1 0 0,-1 1 0 0 0,-1 0 0 0 0,-3 1 9 0 0,1 0 1 0 0,0 1 0 0 0,0 0 0 0 0,0 0 0 0 0,-6 4 0 0 0,-1 4-4 0 0,2-1-1 0 0,-1 2 1 0 0,1-1 0 0 0,1 2 0 0 0,0-1-1 0 0,1 1 1 0 0,0 0 0 0 0,1 1-1 0 0,1 0 1 0 0,0 0 0 0 0,1 0-1 0 0,0 1 1 0 0,1-1 0 0 0,1 1-1 0 0,0 0 1 0 0,0 17 0 0 0,2-28 17 0 0,1 0 1 0 0,1 0 0 0 0,-1 0-1 0 0,0 0 1 0 0,1 0 0 0 0,0-1 0 0 0,0 1-1 0 0,0 0 1 0 0,0-1 0 0 0,1 1-1 0 0,-1-1 1 0 0,1 1 0 0 0,0-1-1 0 0,0 1 1 0 0,0-1 0 0 0,1 0-1 0 0,-1 0 1 0 0,1 0 0 0 0,-1-1-1 0 0,1 1 1 0 0,0-1 0 0 0,0 1-1 0 0,0-1 1 0 0,1 0 0 0 0,4 3-1 0 0,-1-3 66 0 0,-1 0-1 0 0,1 0 0 0 0,-1 0 0 0 0,1-1 0 0 0,0 0 0 0 0,0 0 0 0 0,0-1 0 0 0,-1 1 1 0 0,1-2-1 0 0,0 1 0 0 0,0-1 0 0 0,0 0 0 0 0,11-3 0 0 0,4-4-10 0 0,-1 0 1 0 0,1-1-1 0 0,-1-1 0 0 0,-1-2 0 0 0,0 0 1 0 0,-1 0-1 0 0,0-2 0 0 0,-1-1 0 0 0,0 0 0 0 0,-1-1 1 0 0,-1 0-1 0 0,-1-2 0 0 0,0 0 0 0 0,-1-1 1 0 0,-1 0-1 0 0,-1-1 0 0 0,-1 0 0 0 0,11-28 0 0 0,-19 42-63 0 0,-1 0 0 0 0,0-1-1 0 0,0 0 1 0 0,-1 1-1 0 0,0-1 1 0 0,0 0-1 0 0,-1 0 1 0 0,1 1-1 0 0,-1-1 1 0 0,-1 0 0 0 0,1 0-1 0 0,-4-12 1 0 0,2 14-11 0 0,1 1 0 0 0,-2-1 0 0 0,1 1 1 0 0,0-1-1 0 0,-1 1 0 0 0,0 0 0 0 0,0 0 1 0 0,0 0-1 0 0,0 0 0 0 0,-1 0 0 0 0,1 1 0 0 0,-1-1 1 0 0,0 1-1 0 0,0 0 0 0 0,0 0 0 0 0,-1 1 1 0 0,-8-4-1 0 0,1 0 13 0 0,-2 1 1 0 0,1 1-1 0 0,0 0 0 0 0,-1 1 1 0 0,0 1-1 0 0,1 0 1 0 0,-1 1-1 0 0,0 0 1 0 0,0 1-1 0 0,0 1 0 0 0,0 0 1 0 0,0 0-1 0 0,-16 5 1 0 0,15-2-504 0 0,-1 1-1 0 0,1 0 1 0 0,0 1 0 0 0,-24 13 0 0 0,28-12-968 0 0,0 0 0 0 0,0 1 0 0 0,1 0 0 0 0,0 1 0 0 0,-17 18 0 0 0,15-10-4691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44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3540 0 0,'14'-5'3497'0'0,"6"-5"3323"0"0,-6 1-4067 0 0,-1 3-1021 0 0,-2-1-1056 0 0,-1 2-1148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54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141 106 496 0 0,'-13'-5'4580'0'0,"-99"-36"1302"0"0,110 41-5804 0 0,2 0-73 0 0,-1 0 0 0 0,0 0 0 0 0,0 0 0 0 0,0 0 0 0 0,1-1 0 0 0,-1 1 0 0 0,0 0 0 0 0,0 0 0 0 0,1-1 0 0 0,-1 1 0 0 0,0 0 0 0 0,0-1 0 0 0,1 1 0 0 0,-1-1 0 0 0,1 1 0 0 0,-1-1 0 0 0,0 0 0 0 0,0 1-5 0 0,1-1 0 0 0,0 1 0 0 0,0 0 0 0 0,0-1 0 0 0,0 1 0 0 0,0 0 0 0 0,0-1 0 0 0,0 1 0 0 0,0 0 0 0 0,0-1 0 0 0,0 1 0 0 0,0 0 0 0 0,0 0 0 0 0,0-1 0 0 0,1 1 0 0 0,-1 0 0 0 0,0-1 0 0 0,0 1 0 0 0,0 0 0 0 0,0-1 0 0 0,0 1 0 0 0,1 0 0 0 0,-1 0 0 0 0,0-1 0 0 0,0 1 0 0 0,1 0 0 0 0,-1 0 0 0 0,0-1 0 0 0,0 1 0 0 0,1 0 0 0 0,-1 0 0 0 0,0 0 0 0 0,1 0 0 0 0,-1-1 0 0 0,0 1 0 0 0,0 0 0 0 0,1 0 0 0 0,-1 0 0 0 0,0 0 0 0 0,1 0 0 0 0,-1 0 0 0 0,0 0 0 0 0,1 0 0 0 0,-1 0 0 0 0,0 0 0 0 0,1 0 0 0 0,-1 0 0 0 0,3-1-36 0 0,152-36 329 0 0,-135 35-1068 0 0,40-1 0 0 0,-47 3-648 0 0,0 1 1 0 0,1 1-1 0 0,23 6 0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54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27 108 0 0,'-23'15'1990'0'0,"-1"1"0"0"0,2 1 0 0 0,-24 22 0 0 0,45-37-1755 0 0,17-3-42 0 0,1 1-1 0 0,0-2 1 0 0,29-6 0 0 0,253-71-4233 0 0,-220 53 1410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56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1144 0 0,'0'0'1066'0'0,"1"-24"2341"0"0,6-20-81 0 0,-6 42-2901 0 0,-1-10 727 0 0,-3-3 3832 0 0,2 18-4123 0 0,10 12-2923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58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68 1460 0 0,'-7'-41'6006'0'0,"7"39"-5393"0"0,-1-1 193 0 0,0 0 1 0 0,0 0 0 0 0,-1-1 0 0 0,1 1-1 0 0,-4-6 1 0 0,-48 154 1652 0 0,8-21-1673 0 0,40-109-718 0 0,-113 257 1558 0 0,87-201 2413 0 0,35-71-4016 0 0,0-1-1 0 0,-1-1 0 0 0,1 1 0 0 0,0 0 0 0 0,-1-1 0 0 0,7-3 1 0 0,34-13-42 0 0,2 2 1 0 0,0 2 0 0 0,87-14 0 0 0,-25 5-1000 0 0,-100 21 970 0 0,0-1 0 0 0,0 0 0 0 0,0 0 0 0 0,13-9 0 0 0,-18 10 44 0 0,-1 1 0 0 0,0-1-1 0 0,-1 0 1 0 0,1 0 0 0 0,0 0 0 0 0,-1 0 0 0 0,1 0 0 0 0,-1-1 0 0 0,1 1-1 0 0,-1 0 1 0 0,0-1 0 0 0,0 1 0 0 0,0-1 0 0 0,0 1 0 0 0,-1-1 0 0 0,2-3-1 0 0,1-40-5 0 0,-5-28 171 0 0,-1 62-162 0 0,1 11-34 0 0,-1 20-59 0 0,0 3 81 0 0,-4 17 66 0 0,-2 59 0 0 0,1-5 99 0 0,-14 150 63 0 0,20-140-3243 0 0,10-83-954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59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50 182 152 0 0,'-26'-101'17266'0'0,"25"92"-16502"0"0,-1 1 0 0 0,-1 0 0 0 0,-4-10 0 0 0,7 18-759 0 0,0-2 350 0 0,0 1 6 0 0,0 0 1 0 0,-1-1 0 0 0,1 1-1 0 0,0-1 1 0 0,0 1-1 0 0,-1 0 1 0 0,1-1-1 0 0,0 1 1 0 0,-1 0-1 0 0,1-1 1 0 0,-2-1-1 0 0,-4-14 1333 0 0,8 20-1711 0 0,-1-1-1 0 0,0 1 1 0 0,1 0 0 0 0,0-1 0 0 0,0 1-1 0 0,-1-1 1 0 0,1 1 0 0 0,1-1 0 0 0,2 2-1 0 0,-5-3 17 0 0,69 61-44 0 0,2-2-1 0 0,105 66 1 0 0,-111-78 48 0 0,-29-21-217 0 0,45 26 0 0 0,-76-50-747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59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91 1100 0 0,'-1'-3'582'0'0,"-3"-9"1395"0"0,0 1 0 0 0,-1 0-1 0 0,0 0 1 0 0,-1 1-1 0 0,0 0 1 0 0,-8-11-1 0 0,13 20-1528 0 0,-16 5 340 0 0,11-1-616 0 0,0 1 1 0 0,0 0 0 0 0,0 0-1 0 0,1 0 1 0 0,0 1 0 0 0,0 0-1 0 0,0 0 1 0 0,1 0 0 0 0,-5 7 0 0 0,-2 1 66 0 0,-134 172 1264 0 0,122-151-1771 0 0,2 2 1 0 0,1 0 0 0 0,-25 66 0 0 0,34-59-1356 0 0,10-20-834 0 0,5-4-3804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4:00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90 126 1648 0 0,'46'-125'18949'0'0,"-46"127"-18325"0"0,-2 18-24 0 0,-1-1 1 0 0,-1 0 0 0 0,-1-1 0 0 0,0 1 0 0 0,-1-1-1 0 0,-11 21 1 0 0,-3 15-127 0 0,5-13-253 0 0,-2 8-6 0 0,-23 99 0 0 0,40-146-215 0 0,-1 0-1 0 0,1 1 1 0 0,0-1 0 0 0,0 1 0 0 0,0-1-1 0 0,0 0 1 0 0,0 1 0 0 0,0-1-1 0 0,1 1 1 0 0,-1-1 0 0 0,1 0-1 0 0,-1 0 1 0 0,1 1 0 0 0,0-1-1 0 0,2 4 1 0 0,-2-5 7 0 0,1 1 0 0 0,-1-1 0 0 0,0 1 0 0 0,1-1 0 0 0,-1 0 0 0 0,1 0-1 0 0,-1 0 1 0 0,1 0 0 0 0,0 0 0 0 0,-1 0 0 0 0,1 0 0 0 0,0 0 0 0 0,0-1 0 0 0,-1 1 0 0 0,5 0 0 0 0,0 0 9 0 0,0-1 1 0 0,1 0-1 0 0,-1 0 1 0 0,0 0-1 0 0,1-1 0 0 0,-1 0 1 0 0,0 0-1 0 0,0-1 1 0 0,0 0-1 0 0,9-3 1 0 0,6-6-34 0 0,-1 0 0 0 0,0-1 1 0 0,-1-1-1 0 0,0-1 0 0 0,-1 0 1 0 0,-1-2-1 0 0,0 0 0 0 0,-1 0 1 0 0,-1-2-1 0 0,-1 0 0 0 0,0-1 1 0 0,13-23-1 0 0,-21 29 274 0 0,1 1 0 0 0,-1-1 0 0 0,-1 0-1 0 0,0-1 1 0 0,-1 1 0 0 0,-1-1 0 0 0,0 0 0 0 0,-1 0 0 0 0,1-24-1 0 0,-20 74-48 0 0,-14 53-770 0 0,4 0-1 0 0,4 2 0 0 0,4 0 0 0 0,-13 155 1 0 0,28-171-2449 0 0,5 94 1 0 0,16-8-5979 0 0,-4-79-181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4:04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66 128 488 0 0,'-16'-4'4005'0'0,"-20"-6"1918"0"0,35 10-5776 0 0,0 0 0 0 0,0 0 0 0 0,0 0 0 0 0,1 0 0 0 0,-1 0 0 0 0,0 0 0 0 0,0-1 0 0 0,1 1 0 0 0,-1 0 0 0 0,0-1 0 0 0,0 1-1 0 0,1-1 1 0 0,-1 1 0 0 0,0 0 0 0 0,0-2 0 0 0,2 1-96 0 0,0-1-1 0 0,0 1 1 0 0,1-1 0 0 0,-1 1-1 0 0,0-1 1 0 0,1 1-1 0 0,-1 0 1 0 0,1 0 0 0 0,-1-1-1 0 0,1 1 1 0 0,0 0-1 0 0,0 1 1 0 0,-1-1 0 0 0,1 0-1 0 0,3 0 1 0 0,39-12 164 0 0,-26 8-97 0 0,52-15-231 0 0,2 4 0 0 0,-1 2-1 0 0,146-7 1 0 0,-209 21-368 0 0,36 1-1023 0 0,-41-1 868 0 0,-1 1 1 0 0,1 0-1 0 0,0-1 0 0 0,0 1 1 0 0,-1 0-1 0 0,1 1 0 0 0,-1-1 1 0 0,4 2-1 0 0,4 4-2711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4:04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144 110 932 0 0,'-50'22'3253'0'0,"-42"21"2394"0"0,90-41-5178 0 0,16-5-164 0 0,236-64-262 0 0,-24 6-3183 0 0,-142 39 805 0 0,2-2-435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48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74 952 0 0,'0'0'2186'0'0,"-13"-5"3715"0"0,-16-10-377 0 0,27 13-4838 0 0,-8-3 1519 0 0,-4 0-1040 0 0,14 5-1146 0 0,23 4 142 0 0,2 0-137 0 0,21-3 7 0 0,1-2 0 0 0,-1-3 0 0 0,55-10 0 0 0,27-3 620 0 0,-79 11 895 0 0,-47 5-1364 0 0,30-4 512 0 0,-20 2-1206 0 0,5 4-7110 0 0,-9 3 6328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48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78 2180 0 0,'5'-17'5428'0'0,"10"-43"17928"0"0,-16 59-23275 0 0,1 1-1 0 0,-1 0 1 0 0,1 0 0 0 0,-1 0 0 0 0,1 0 0 0 0,-1 0 0 0 0,1 0 0 0 0,-1 0 0 0 0,1 0 0 0 0,-1 1 0 0 0,1-1 0 0 0,-1 0-1 0 0,1 0 1 0 0,-1 0 0 0 0,1 0 0 0 0,-1 1 0 0 0,1-1 0 0 0,-1 0 0 0 0,1 0 0 0 0,-1 1 0 0 0,1-1 0 0 0,-1 1-80 0 0,0 1 0 0 0,0-1 1 0 0,0 0-1 0 0,1 0 0 0 0,-1 0 1 0 0,0 1-1 0 0,1-1 0 0 0,-1 0 1 0 0,1 1-1 0 0,-1-1 0 0 0,1 0 1 0 0,0 1-1 0 0,0-1 0 0 0,-1 0 0 0 0,1 1 1 0 0,0-1-1 0 0,0 1 0 0 0,1-1 1 0 0,-1 2-1 0 0,0 4-4 0 0,-14 136-2447 0 0,6 1 0 0 0,12 148 1 0 0,-1-224-1168 0 0,-1 0-3691 0 0,1 0-4781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4:03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78 1316 0 0,'-3'-6'1011'0'0,"0"0"-1"0"0,0 0 1 0 0,1 0-1 0 0,-1 0 1 0 0,2 0-1 0 0,-1-1 1 0 0,0 1-1 0 0,0-9 1 0 0,0 1 962 0 0,2 14-1939 0 0,1 1 0 0 0,-1-1 1 0 0,1 0-1 0 0,-1 1 0 0 0,1-1 1 0 0,0 0-1 0 0,-1 1 0 0 0,0-1 1 0 0,1 1-1 0 0,-1-1 0 0 0,1 1 1 0 0,-1-1-1 0 0,1 1 0 0 0,-1-1 1 0 0,0 1-1 0 0,1-1 0 0 0,-1 1 1 0 0,0-1-1 0 0,0 1 0 0 0,0 0 1 0 0,1-1-1 0 0,-1 1 0 0 0,0 0 1 0 0,0-1-1 0 0,0 1 0 0 0,0 0 1 0 0,0-1-1 0 0,0 2 0 0 0,1 23 597 0 0,-1-21-527 0 0,-2 62 918 0 0,-3 1 0 0 0,-14 67 0 0 0,-41 129 488 0 0,4-71 2205 0 0,56-191-3680 0 0,-1-1 1 0 0,1 1-1 0 0,0-1 0 0 0,0 0 1 0 0,0 1-1 0 0,0-1 1 0 0,-1 0-1 0 0,1 1 0 0 0,0-1 1 0 0,0 1-1 0 0,0-1 1 0 0,0 0-1 0 0,0 1 0 0 0,0-1 1 0 0,0 1-1 0 0,0-1 1 0 0,0 0-1 0 0,0 1 0 0 0,0-1 1 0 0,0 1-1 0 0,0-1 1 0 0,0 0-1 0 0,1 1 0 0 0,-1-1 1 0 0,0 1-1 0 0,0-1 1 0 0,0 0-1 0 0,1 1 0 0 0,-1-1 1 0 0,0 0-1 0 0,0 1 1 0 0,1-1-1 0 0,-1 0 0 0 0,0 1 1 0 0,1-1-1 0 0,-1 0 1 0 0,0 0-1 0 0,1 0 0 0 0,-1 1 1 0 0,0-1-1 0 0,1 0 1 0 0,-1 0-1 0 0,0 0 0 0 0,1 0 1 0 0,-1 1-1 0 0,1-1 1 0 0,-1 0-1 0 0,1 0 0 0 0,-1 0 1 0 0,0 0-1 0 0,1 0 1 0 0,-1 0-1 0 0,1 0 0 0 0,-1 0 1 0 0,0 0-1 0 0,1-1 1 0 0,-1 1-1 0 0,1 0 0 0 0,-1 0 1 0 0,0 0-1 0 0,1 0 1 0 0,0-1-1 0 0,34-16-187 0 0,-19 9 310 0 0,267-104-143 0 0,-54 22-983 0 0,-223 88 958 0 0,0-1 0 0 0,-1 0 0 0 0,1-1 0 0 0,0 1-1 0 0,-1-1 1 0 0,0 0 0 0 0,0-1 0 0 0,0 1 0 0 0,0-1 0 0 0,-1 0-1 0 0,0 0 1 0 0,7-11 0 0 0,-8 12 6 0 0,-1-1 1 0 0,0 1-1 0 0,0-1 0 0 0,-1 1 1 0 0,1-1-1 0 0,-1 0 0 0 0,0 0 1 0 0,0 1-1 0 0,-1-1 0 0 0,1 0 0 0 0,-1 0 1 0 0,0 0-1 0 0,0 0 0 0 0,-1 0 1 0 0,1 1-1 0 0,-1-1 0 0 0,-3-8 0 0 0,-3-14-14 0 0,5 21 12 0 0,1 0-1 0 0,-1 0 0 0 0,0 0 0 0 0,0 0 0 0 0,-1 0 0 0 0,0 1 0 0 0,-5-8 0 0 0,7 11-2 0 0,-1 4 0 0 0,0 0 12 0 0,0 0 1 0 0,0 1-1 0 0,0 0 0 0 0,0-1 0 0 0,0 1 0 0 0,0 0 1 0 0,0 0-1 0 0,1 0 0 0 0,0 0 0 0 0,0 0 1 0 0,-1 0-1 0 0,0 5 0 0 0,-8 48 71 0 0,8-45-61 0 0,-22 209 235 0 0,11-92-273 0 0,-17 309 187 0 0,29-425-360 0 0,0 79-3145 0 0,7-31-3123 0 0,-4-44 2390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4:05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720 204 912 0 0,'-8'-12'4666'0'0,"6"6"-4007"0"0,-1 1 0 0 0,1-1 0 0 0,1 0 0 0 0,-1 0 0 0 0,1 1 0 0 0,0-1 0 0 0,0 0 0 0 0,1 0 0 0 0,0 0 0 0 0,0 0 0 0 0,1-10 0 0 0,0 12-605 0 0,0 1 0 0 0,0-1 0 0 0,0 1 0 0 0,1-1 1 0 0,0 1-1 0 0,-1 0 0 0 0,1 0 0 0 0,0 0 0 0 0,0 0 0 0 0,0 0 0 0 0,1 0 0 0 0,-1 0 0 0 0,1 1 0 0 0,0-1 0 0 0,-1 1 0 0 0,1 0 0 0 0,0 0 0 0 0,1 0 0 0 0,-1 0 0 0 0,5-2 0 0 0,13-5-16 0 0,1 0-1 0 0,1 1 1 0 0,0 2-1 0 0,0 0 1 0 0,0 1-1 0 0,1 2 1 0 0,-1 0-1 0 0,1 2 1 0 0,0 0 0 0 0,42 5-1 0 0,-62-3-31 0 0,-1-1 0 0 0,1 1-1 0 0,-1 0 1 0 0,1 0 0 0 0,-1 0 0 0 0,1 1-1 0 0,-1-1 1 0 0,0 1 0 0 0,0 0 0 0 0,0 0-1 0 0,0 0 1 0 0,0 0 0 0 0,0 0 0 0 0,0 1-1 0 0,-1-1 1 0 0,1 1 0 0 0,2 3 0 0 0,-4-3 0 0 0,1 0 0 0 0,-1 0 0 0 0,0 0 1 0 0,0 0-1 0 0,0 0 0 0 0,0 0 0 0 0,0 0 1 0 0,-1 1-1 0 0,1-1 0 0 0,-1 0 0 0 0,0 0 0 0 0,0 0 1 0 0,0 1-1 0 0,-1-1 0 0 0,1 0 0 0 0,-1 0 0 0 0,0 0 1 0 0,1 0-1 0 0,-4 6 0 0 0,-2 6 6 0 0,-1-1-1 0 0,-1 0 0 0 0,0 0 1 0 0,-1 0-1 0 0,-1-1 1 0 0,0-1-1 0 0,-1 1 1 0 0,0-2-1 0 0,-24 20 1 0 0,-11 4 512 0 0,-69 41 1 0 0,80-55 227 0 0,15-12 138 0 0,17-9-558 0 0,13-5-274 0 0,0-1-51 0 0,1 1-1 0 0,0 1 1 0 0,0 0-1 0 0,1 0 1 0 0,-1 1-1 0 0,1 1 1 0 0,0 0-1 0 0,-1 0 0 0 0,1 1 1 0 0,0 1-1 0 0,0 0 1 0 0,0 1-1 0 0,0 0 1 0 0,0 0-1 0 0,-1 2 1 0 0,1-1-1 0 0,-1 1 0 0 0,1 1 1 0 0,-1 0-1 0 0,0 1 1 0 0,-1 0-1 0 0,1 1 1 0 0,-1 0-1 0 0,0 0 1 0 0,0 1-1 0 0,-1 0 1 0 0,0 1-1 0 0,0 0 0 0 0,-1 1 1 0 0,12 13-1 0 0,-13-13 57 0 0,-1 0 0 0 0,1 0-1 0 0,-2 1 1 0 0,1-1-1 0 0,-1 1 1 0 0,-1 0-1 0 0,0 1 1 0 0,4 11-1 0 0,-7-17 31 0 0,-1-1 0 0 0,1 0-1 0 0,-1 1 1 0 0,0-1 0 0 0,0 1-1 0 0,0-1 1 0 0,-1 1 0 0 0,1-1-1 0 0,-1 0 1 0 0,0 1-1 0 0,0-1 1 0 0,-1 0 0 0 0,1 1-1 0 0,-1-1 1 0 0,0 0 0 0 0,0 0-1 0 0,-1-1 1 0 0,1 1-1 0 0,-1 0 1 0 0,1-1 0 0 0,-1 1-1 0 0,0-1 1 0 0,-4 3 0 0 0,-5 4 103 0 0,0-1 0 0 0,-1 0 0 0 0,0-1 0 0 0,0-1 0 0 0,-1 0 0 0 0,0-1 0 0 0,0 0 1 0 0,0-1-1 0 0,-1 0 0 0 0,0-1 0 0 0,-23 2 0 0 0,-12 0-6 0 0,-1-2 0 0 0,-56-4 0 0 0,-133-15-799 0 0,-56 0-7223 0 0,193 16 2458 0 0,-12 1-2775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4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481 470 488 0 0,'-13'-22'2680'0'0,"7"12"-1062"0"0,1 0 0 0 0,-7-19 0 0 0,-3-7 1632 0 0,15 35-2985 0 0,-1 0-193 0 0,1 0 0 0 0,0 0 0 0 0,-1 0 0 0 0,1 0 0 0 0,-1 0 0 0 0,0 0 0 0 0,1 0 0 0 0,-1 0 0 0 0,0 0 0 0 0,1 0 0 0 0,-1 1 0 0 0,0-1 0 0 0,-1-1-1 0 0,-3 9 13 0 0,0 1-1 0 0,0 0 0 0 0,1 0 0 0 0,1 0 0 0 0,-1 0 0 0 0,-4 17 0 0 0,-2 5 195 0 0,-86 212 913 0 0,-109 254-496 0 0,185-449-676 0 0,8-18 1113 0 0,-19 35 0 0 0,22-55 647 0 0,7-17-1356 0 0,5-19-320 0 0,23-54 48 0 0,3 2 0 0 0,41-78 0 0 0,-20 47-111 0 0,128-273-14 0 0,32 16-28 0 0,-195 345-32 0 0,0 0 1 0 0,2 1 0 0 0,22-24-1 0 0,-38 44 29 0 0,0 0 0 0 0,1 0 0 0 0,-1-1 0 0 0,0 1 0 0 0,0 0 0 0 0,1 0 0 0 0,-1 1 0 0 0,1-1 0 0 0,-1 0 0 0 0,0 0 0 0 0,1 1 0 0 0,0-1 1 0 0,-1 0-1 0 0,1 1 0 0 0,-1 0 0 0 0,1-1 0 0 0,0 1 0 0 0,-1 0 0 0 0,1 0 0 0 0,0 0 0 0 0,-1 0 0 0 0,1 0 0 0 0,0 0 0 0 0,-1 0 0 0 0,1 1 0 0 0,0-1 0 0 0,-1 1 0 0 0,1-1 0 0 0,-1 1 0 0 0,1 0 0 0 0,-1-1 0 0 0,1 1 0 0 0,-1 0 0 0 0,1 0 0 0 0,-1 0 0 0 0,0 0 0 0 0,0 0 0 0 0,1 0 0 0 0,-1 1 0 0 0,0-1 0 0 0,0 0 0 0 0,1 3 0 0 0,4 4-2 0 0,-1 0-1 0 0,-1 1 1 0 0,1 0-1 0 0,-1-1 1 0 0,5 20-1 0 0,2 15 3 0 0,-2 0 0 0 0,-1 1-1 0 0,-3 0 1 0 0,0 46-1 0 0,-11 179-13 0 0,6-266 19 0 0,-28 297 33 0 0,1-17-19 0 0,24-224-159 0 0,3-59 54 0 0,0 1-1 0 0,0-1 0 0 0,1 1 0 0 0,-1 0 1 0 0,0-1-1 0 0,1 1 0 0 0,-1-1 0 0 0,0 1 1 0 0,1-1-1 0 0,-1 0 0 0 0,0 1 0 0 0,1-1 1 0 0,-1 1-1 0 0,1-1 0 0 0,-1 0 1 0 0,0 1-1 0 0,1-1 0 0 0,-1 0 0 0 0,1 1 1 0 0,0-1-1 0 0,-1 0 0 0 0,1 0 0 0 0,-1 0 1 0 0,1 0-1 0 0,-1 1 0 0 0,1-1 0 0 0,-1 0 1 0 0,1 0-1 0 0,0 0 0 0 0,-1 0 0 0 0,1 0 1 0 0,-1 0-1 0 0,1 0 0 0 0,-1 0 0 0 0,1-1 1 0 0,0 1-1 0 0,-1 0 0 0 0,1 0 0 0 0,-1 0 1 0 0,1-1-1 0 0,-1 1 0 0 0,1 0 0 0 0,-1 0 1 0 0,1-1-1 0 0,-1 1 0 0 0,1 0 0 0 0,-1-1 1 0 0,1 0-1 0 0,4-3-1339 0 0,0-1 0 0 0,0 0 0 0 0,-1 0 0 0 0,0-1 0 0 0,8-11 0 0 0,-6 4-2942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4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 1808 0 0,'-138'18'8438'0'0,"64"-7"-589"0"0,68-11-7972 0 0,-12 10-4200 0 0,14-8 3711 0 0,-1 5-1623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5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88 1228 0 0,'5'-81'9023'0'0,"-5"79"-8774"0"0,0 2-235 0 0,0 0 0 0 0,0 0 1 0 0,0 0-1 0 0,0 0 0 0 0,0-1 0 0 0,0 1 1 0 0,0 0-1 0 0,1 0 0 0 0,-1 0 1 0 0,0 0-1 0 0,0 0 0 0 0,0 0 1 0 0,0 0-1 0 0,0-1 0 0 0,0 1 1 0 0,0 0-1 0 0,0 0 0 0 0,0 0 0 0 0,0 0 1 0 0,0 0-1 0 0,0 0 0 0 0,0-1 1 0 0,0 1-1 0 0,0 0 0 0 0,0 0 1 0 0,0 0-1 0 0,-1 0 0 0 0,1 0 1 0 0,0 0-1 0 0,0 0 0 0 0,0-1 0 0 0,0 1 1 0 0,0 0-1 0 0,0 0 0 0 0,0 0 1 0 0,0 0-1 0 0,0 0 0 0 0,0 0 1 0 0,-1 0-1 0 0,1 0 0 0 0,0 0 0 0 0,0 0 1 0 0,0-1-1 0 0,0 1 0 0 0,0 0 1 0 0,0 0-1 0 0,0 0 0 0 0,-1 0 1 0 0,1 0-1 0 0,0 0 0 0 0,0 0 1 0 0,0 0-1 0 0,0 0 0 0 0,0 0 0 0 0,0 0 1 0 0,-1 0-1 0 0,1 0 0 0 0,0 0 1 0 0,0 0-1 0 0,0 0 0 0 0,0 0 1 0 0,0 0-1 0 0,-1 1 0 0 0,-8 8 517 0 0,-7 15 157 0 0,-6 20-16 0 0,2 1-1 0 0,1 1 1 0 0,-21 85 0 0 0,-15 149 419 0 0,40-175-720 0 0,-1 111 1 0 0,15-167-282 0 0,3 0 0 0 0,2 0 0 0 0,1 0-1 0 0,20 74 1 0 0,-21-109-50 0 0,1 0 0 0 0,0 0-1 0 0,1 0 1 0 0,0-1 0 0 0,1 0 0 0 0,1-1-1 0 0,0 1 1 0 0,1-1 0 0 0,10 11-1 0 0,-15-19-44 0 0,-1 0-1 0 0,1-1 1 0 0,0 1-1 0 0,0-1 1 0 0,0 0-1 0 0,1 0 1 0 0,-1 0-1 0 0,1-1 1 0 0,0 1-1 0 0,-1-1 1 0 0,1 0-1 0 0,0 0 1 0 0,0-1-1 0 0,0 0 1 0 0,0 0-1 0 0,1 0 1 0 0,-1 0-1 0 0,0-1 1 0 0,0 0-1 0 0,1 0 1 0 0,-1 0-1 0 0,0-1 1 0 0,0 1-1 0 0,0-1 1 0 0,0-1-1 0 0,1 1 1 0 0,-1-1-1 0 0,7-3 1 0 0,-5 1-270 0 0,0 0 0 0 0,0 0 1 0 0,0-1-1 0 0,-1 0 1 0 0,0 0-1 0 0,0-1 0 0 0,0 0 1 0 0,-1 0-1 0 0,0 0 1 0 0,0 0-1 0 0,0-1 1 0 0,-1 0-1 0 0,0 0 0 0 0,4-9 1 0 0,-3 3-677 0 0,0 0 0 0 0,-1-1 0 0 0,0 1 0 0 0,-1-1 0 0 0,-1 1 1 0 0,0-1-1 0 0,-1-22 0 0 0,-3 1-2761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5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62 398 1084 0 0,'-9'-15'938'0'0,"0"0"1"0"0,0-1-1 0 0,1 0 0 0 0,1-1 1 0 0,1 0-1 0 0,-4-18 0 0 0,9 29-806 0 0,0 0 0 0 0,0 0 0 0 0,0-1-1 0 0,1 1 1 0 0,0 0 0 0 0,1-1 0 0 0,-1 1-1 0 0,1 0 1 0 0,1 0 0 0 0,-1 0 0 0 0,1 0-1 0 0,0 0 1 0 0,0 0 0 0 0,1 0 0 0 0,-1 0-1 0 0,1 1 1 0 0,1 0 0 0 0,-1-1-1 0 0,1 1 1 0 0,7-8 0 0 0,2 0-35 0 0,1 1 1 0 0,1 0-1 0 0,0 1 0 0 0,0 0 0 0 0,1 1 1 0 0,0 1-1 0 0,1 1 0 0 0,0 0 0 0 0,1 1 1 0 0,-1 1-1 0 0,21-5 0 0 0,-16 6-32 0 0,0 1 0 0 0,0 1 0 0 0,0 0 0 0 0,0 2-1 0 0,1 1 1 0 0,-1 0 0 0 0,0 2 0 0 0,1 1 0 0 0,21 5-1 0 0,-36-6 11 0 0,0 0-1 0 0,0 0 0 0 0,0 1 1 0 0,0 1-1 0 0,-1-1 0 0 0,1 1 1 0 0,-1 1-1 0 0,0-1 0 0 0,-1 1 1 0 0,8 7-1 0 0,-11-10 8 0 0,-1 1-1 0 0,1 0 1 0 0,-1 0 0 0 0,0-1-1 0 0,0 1 1 0 0,-1 1 0 0 0,1-1-1 0 0,-1 0 1 0 0,1 0 0 0 0,-1 1-1 0 0,0-1 1 0 0,0 1 0 0 0,0-1-1 0 0,-1 1 1 0 0,1-1 0 0 0,-1 1-1 0 0,0-1 1 0 0,0 1 0 0 0,0-1-1 0 0,-1 1 1 0 0,1-1-1 0 0,-1 1 1 0 0,0-1 0 0 0,0 1-1 0 0,0-1 1 0 0,-2 5 0 0 0,-2 3 49 0 0,-1 0 0 0 0,0 0 1 0 0,-1-1-1 0 0,0 1 0 0 0,-1-1 1 0 0,0-1-1 0 0,0 0 0 0 0,-14 12 1 0 0,-8 4 163 0 0,-45 29 1 0 0,41-32-266 0 0,-2-1 0 0 0,0-1 0 0 0,0-3 0 0 0,-2-1 0 0 0,0-1 0 0 0,-1-2 0 0 0,-41 7 0 0 0,79-19-154 0 0,-1-1 1 0 0,1 0-1 0 0,0 1 0 0 0,-1-1 0 0 0,1 0 1 0 0,-1 0-1 0 0,1 0 0 0 0,0 0 0 0 0,-1 0 0 0 0,1 0 1 0 0,-1 0-1 0 0,1 0 0 0 0,0-1 0 0 0,-1 1 1 0 0,1-1-1 0 0,0 1 0 0 0,-1-1 0 0 0,1 1 0 0 0,0-1 1 0 0,0 0-1 0 0,0 1 0 0 0,-1-1 0 0 0,1 0 0 0 0,-1-2 1 0 0,1 2-67 0 0,1 0 0 0 0,-1-1 1 0 0,1 1-1 0 0,0 0 0 0 0,-1-1 0 0 0,1 1 1 0 0,0-1-1 0 0,0 1 0 0 0,0 0 1 0 0,0-1-1 0 0,0 1 0 0 0,0-1 0 0 0,1 1 1 0 0,-1-1-1 0 0,0 1 0 0 0,1 0 1 0 0,-1-1-1 0 0,1 1 0 0 0,-1 0 0 0 0,1 0 1 0 0,0-1-1 0 0,1-1 0 0 0,10-15-2967 0 0,6-4-1094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5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396 121 696 0 0,'5'-11'1350'0'0,"-1"0"1"0"0,0-1-1 0 0,2-12 1 0 0,-6 21-1080 0 0,1 0 0 0 0,-1 0 1 0 0,1 0-1 0 0,-1-1 0 0 0,0 1 0 0 0,0 0 1 0 0,0 0-1 0 0,-1 0 0 0 0,1 0 1 0 0,-1 0-1 0 0,0 0 0 0 0,0 0 0 0 0,0 0 1 0 0,0 0-1 0 0,0 0 0 0 0,-3-4 1 0 0,3 6-216 0 0,0 1 0 0 0,1-1 1 0 0,-1 1-1 0 0,0-1 0 0 0,1 1 0 0 0,-1-1 1 0 0,0 1-1 0 0,0-1 0 0 0,1 1 1 0 0,-1 0-1 0 0,0 0 0 0 0,0-1 1 0 0,0 1-1 0 0,0 0 0 0 0,0 0 0 0 0,1 0 1 0 0,-1 0-1 0 0,0 0 0 0 0,0 0 1 0 0,0 0-1 0 0,0 0 0 0 0,0 0 1 0 0,1 0-1 0 0,-1 1 0 0 0,0-1 0 0 0,0 0 1 0 0,0 1-1 0 0,0-1 0 0 0,1 0 1 0 0,-2 2-1 0 0,-23 15 758 0 0,10-1-344 0 0,0 1 0 0 0,0 0 0 0 0,2 2 0 0 0,-20 34 0 0 0,-34 86 601 0 0,25-39-610 0 0,4 3-1 0 0,-31 135 1 0 0,53-163-351 0 0,3 1 0 0 0,3 0 1 0 0,4 1-1 0 0,4 80 0 0 0,3-113-53 0 0,3 1 0 0 0,2-1 0 0 0,1 0 0 0 0,22 66 0 0 0,-23-90-122 0 0,2-2-1 0 0,1 1 1 0 0,0-1-1 0 0,1 0 1 0 0,14 18-1 0 0,-16-25-164 0 0,1-1 0 0 0,0 0 0 0 0,0-1-1 0 0,1 0 1 0 0,1 0 0 0 0,-1-1 0 0 0,1 0 0 0 0,20 10 0 0 0,-16-12-639 0 0,0 0 1 0 0,0-1 0 0 0,0-1 0 0 0,0 0 0 0 0,1-1 0 0 0,0-1-1 0 0,-1-1 1 0 0,1 0 0 0 0,26-2 0 0 0,17-2-4490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6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41 580 0 0,'-13'-12'2873'0'0,"8"7"-1455"0"0,0 0-1 0 0,-1 0 0 0 0,0 1 1 0 0,-6-5-1 0 0,10 8-770 0 0,3 9-348 0 0,1 0 0 0 0,-1 0 0 0 0,2 0 0 0 0,-1 0 0 0 0,1-1 1 0 0,0 1-1 0 0,1-1 0 0 0,-1 0 0 0 0,7 8 0 0 0,5 14 186 0 0,5 14-255 0 0,-2 1 1 0 0,-2 0 0 0 0,-2 1 0 0 0,-2 1 0 0 0,-2 0-1 0 0,-2 1 1 0 0,-2 0 0 0 0,-2 0 0 0 0,-2 0-1 0 0,-2 0 1 0 0,-3 1 0 0 0,-1-1 0 0 0,-2 0-1 0 0,-3-1 1 0 0,-16 53 0 0 0,2-30-23 0 0,-2-2-1 0 0,-61 111 1 0 0,62-135-674 0 0,-2-2 1 0 0,-2-1 0 0 0,-2-1 0 0 0,-66 67 0 0 0,81-92-793 0 0,0-1 0 0 0,-35 22 0 0 0,40-29-263 0 0,0-1 1 0 0,-1 0-1 0 0,-17 6 1 0 0,3-6-2872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6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121 103 2140 0 0,'-100'-11'10168'0'0,"97"11"-9619"0"0,0-1-69 0 0,-11 0 1733 0 0,17 0-1828 0 0,290-36 1188 0 0,-134 19-1378 0 0,-46 6-76 0 0,63-9-410 0 0,-172 20-220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7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7 512 0 0,'0'0'1096'0'0,"-3"0"-178"0"0,-26 0 5368 0 0,13 2-2427 0 0,10 2-2396 0 0,20-3-939 0 0,1-2-589 0 0,161-9-660 0 0,-56 7-6062 0 0,-89 3 2110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7.6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 2344 0 0,'-182'75'10684'0'0,"180"-74"-10251"0"0,16 6-110 0 0,-6-6-279 0 0,-1-1 1 0 0,1 1-1 0 0,0-1 0 0 0,-1-1 1 0 0,16-2-1 0 0,2 0-6 0 0,246-29-1850 0 0,-90 6-3357 0 0,-91 11 466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9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4 251 448 0 0,'-2'-6'708'0'0,"1"0"0"0"0,1-1-1 0 0,-1 1 1 0 0,1 0 0 0 0,0-1 0 0 0,1 1-1 0 0,0 0 1 0 0,0-1 0 0 0,0 1 0 0 0,0 0 0 0 0,4-7-1 0 0,-2 4-320 0 0,1 0-1 0 0,1 0 0 0 0,0 1 0 0 0,0 0 1 0 0,0 0-1 0 0,13-14 0 0 0,-8 12-302 0 0,-1 1 0 0 0,2 0 0 0 0,-1 0 0 0 0,1 1-1 0 0,1 1 1 0 0,0 0 0 0 0,0 0 0 0 0,0 1 0 0 0,0 1-1 0 0,20-7 1 0 0,-24 10-60 0 0,-1 1-1 0 0,1-1 1 0 0,0 1-1 0 0,0 1 1 0 0,-1 0-1 0 0,1 0 1 0 0,0 0-1 0 0,0 1 1 0 0,0 0-1 0 0,-1 0 1 0 0,1 1-1 0 0,-1 0 1 0 0,12 5-1 0 0,-10-3-10 0 0,0 1 1 0 0,-1 0-1 0 0,0 0 0 0 0,0 1 0 0 0,0 0 0 0 0,0 1 0 0 0,-1-1 1 0 0,0 1-1 0 0,10 14 0 0 0,-7-6 31 0 0,-1-1-1 0 0,-1 1 1 0 0,0 0-1 0 0,-1 0 1 0 0,0 1 0 0 0,-1 0-1 0 0,-1 1 1 0 0,-1-1 0 0 0,0 1-1 0 0,-1-1 1 0 0,-1 1 0 0 0,0 20-1 0 0,-3-15 58 0 0,-1 0 0 0 0,-1 0 1 0 0,0 0-1 0 0,-2 0 0 0 0,-8 24 0 0 0,-3-3 942 0 0,-29 58-1 0 0,45-100-1025 0 0,0-1-1 0 0,0 1 1 0 0,0-1-1 0 0,0 0 0 0 0,0 1 1 0 0,-1-1-1 0 0,1 0 1 0 0,0 1-1 0 0,0-1 1 0 0,0 0-1 0 0,0 1 0 0 0,0-1 1 0 0,-1 0-1 0 0,1 1 1 0 0,0-1-1 0 0,0 0 0 0 0,-1 1 1 0 0,1-1-1 0 0,0 0 1 0 0,-1 0-1 0 0,1 1 0 0 0,0-1 1 0 0,0 0-1 0 0,-1 0 1 0 0,1 0-1 0 0,0 0 0 0 0,-1 1 1 0 0,1-1-1 0 0,-1 0 1 0 0,1 0-1 0 0,0 0 0 0 0,-1 0 1 0 0,1 0-1 0 0,0 0 1 0 0,-1 0-1 0 0,1 0 0 0 0,-1 0 1 0 0,1 0-1 0 0,0 0 1 0 0,-1 0-1 0 0,1 0 0 0 0,0 0 1 0 0,-1 0-1 0 0,1 0 1 0 0,0-1-1 0 0,-1 1 0 0 0,0-1-3 0 0,0 0 0 0 0,1 1 0 0 0,-1-1 0 0 0,1 0 0 0 0,-1 0-1 0 0,1 0 1 0 0,-1 0 0 0 0,1 0 0 0 0,0 1 0 0 0,-1-1 0 0 0,1 0-1 0 0,0 0 1 0 0,0 0 0 0 0,0-2 0 0 0,0-8-2 0 0,2 1 1 0 0,-1-1 0 0 0,1 1-1 0 0,1-1 1 0 0,0 1-1 0 0,0 0 1 0 0,1 0-1 0 0,0 0 1 0 0,8-12 0 0 0,8-11-4 0 0,28-35 1 0 0,-41 58 0 0 0,9-10-7 0 0,1-1 1 0 0,0 2-1 0 0,38-33 0 0 0,-48 47-8 0 0,-1 0-1 0 0,1 0 1 0 0,0 0-1 0 0,1 0 0 0 0,-1 1 1 0 0,1 1-1 0 0,0-1 1 0 0,0 1-1 0 0,0 1 0 0 0,0-1 1 0 0,0 1-1 0 0,0 1 1 0 0,1-1-1 0 0,-1 1 1 0 0,17 1-1 0 0,-21 0 2 0 0,0 1 0 0 0,1 0 1 0 0,-1 0-1 0 0,0 1 0 0 0,0-1 1 0 0,0 1-1 0 0,0 0 0 0 0,0 0 1 0 0,0 0-1 0 0,-1 0 0 0 0,1 1 0 0 0,-1-1 1 0 0,1 1-1 0 0,4 5 0 0 0,-3-2 2 0 0,-1 0 1 0 0,1 1-1 0 0,-1-1 0 0 0,0 1 0 0 0,-1 0 0 0 0,0-1 0 0 0,5 15 0 0 0,-4-5 9 0 0,0 2-1 0 0,0-1 0 0 0,-2 0 0 0 0,0 1 0 0 0,-1-1 0 0 0,-3 28 1 0 0,-6-1 79 0 0,4-30-25 0 0,3-11-21 0 0,2-5 9 0 0,3-14-51 0 0,2 1 0 0 0,0-1 1 0 0,0 1-1 0 0,2 0 1 0 0,-1 0-1 0 0,2 1 1 0 0,0 0-1 0 0,1 1 1 0 0,19-21-1 0 0,-12 16-8 0 0,0 2 1 0 0,1 0-1 0 0,1 1 0 0 0,0 0 0 0 0,1 2 1 0 0,26-13-1 0 0,-39 22 4 0 0,0 1 0 0 0,0 0-1 0 0,1 0 1 0 0,-1 1 0 0 0,1 0 0 0 0,0 0 0 0 0,-1 1 0 0 0,1 0-1 0 0,0 1 1 0 0,0-1 0 0 0,11 2 0 0 0,-14 0 3 0 0,-1 0 1 0 0,0 0-1 0 0,1 0 0 0 0,-1 0 1 0 0,0 1-1 0 0,0 0 0 0 0,0 0 1 0 0,0 0-1 0 0,0 0 0 0 0,0 1 1 0 0,-1-1-1 0 0,1 1 0 0 0,-1 0 1 0 0,1 0-1 0 0,-1 0 0 0 0,0 0 1 0 0,-1 1-1 0 0,1-1 0 0 0,0 1 1 0 0,-1 0-1 0 0,3 5 0 0 0,-1 0 6 0 0,0 1 0 0 0,0-1 0 0 0,-1 1 0 0 0,0 0-1 0 0,-1 0 1 0 0,0 0 0 0 0,0 19 0 0 0,-2-9 16 0 0,0-1 1 0 0,-2 1-1 0 0,-5 22 0 0 0,-8 43-1073 0 0,15-83 702 0 0,0 0 1 0 0,0 0-1 0 0,0 0 0 0 0,0-1 1 0 0,1 1-1 0 0,-1 0 0 0 0,0 0 1 0 0,1 0-1 0 0,0-1 0 0 0,-1 1 1 0 0,1 0-1 0 0,0-1 0 0 0,0 1 1 0 0,-1 0-1 0 0,1-1 0 0 0,0 1 1 0 0,1-1-1 0 0,-1 1 1 0 0,0-1-1 0 0,0 0 0 0 0,1 0 1 0 0,-1 1-1 0 0,1-1 0 0 0,1 1 1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9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12 165 1144 0 0,'-11'-19'12555'0'0,"10"13"-10710"0"0,98-13 37 0 0,-15 3-1545 0 0,-71 14-302 0 0,302-83 2949 0 0,-299 82-2779 0 0,10-6-61 0 0,-23 8-253 0 0,13-3-2295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59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227 121 1884 0 0,'7'-110'14936'0'0,"-7"108"-14596"0"0,0-6 1475 0 0,-3 38-923 0 0,0 1-1 0 0,-15 55 1 0 0,9-45-469 0 0,-155 562 3240 0 0,129-496-3534 0 0,34-105-194 0 0,0 4 1948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3:00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339 202 760 0 0,'49'-60'7421'0'0,"68"-63"-1"0"0,-100 107-5662 0 0,-13 13-576 0 0,-10 11-629 0 0,-2-1-364 0 0,0-1 0 0 0,0 0-1 0 0,-1 0 1 0 0,0 0-1 0 0,0-1 1 0 0,-11 4-1 0 0,-9 6 47 0 0,-286 159 862 0 0,285-159-976 0 0,15-7 43 0 0,0 0-1 0 0,-27 18 1 0 0,41-24-162 0 0,1-1 0 0 0,-1 1 0 0 0,1-1 0 0 0,0 1 0 0 0,0 0 0 0 0,-1-1 0 0 0,1 1-1 0 0,0 0 1 0 0,0-1 0 0 0,1 1 0 0 0,-1 0 0 0 0,0-1 0 0 0,0 1 0 0 0,1 0 0 0 0,-1-1 0 0 0,1 1 0 0 0,0-1 0 0 0,1 4 0 0 0,12 19 2 0 0,1 0-1 0 0,2-1 1 0 0,0 0 0 0 0,2-1 0 0 0,22 21-1 0 0,-35-37 3 0 0,16 15 24 0 0,0-1-1 0 0,2 0 0 0 0,0-2 0 0 0,0-1 0 0 0,2-1 0 0 0,0-1 0 0 0,1-2 0 0 0,1 0 1 0 0,42 13-1 0 0,-47-19-196 0 0,130 41 589 0 0,-120-40-1716 0 0,-1-1 1 0 0,62 4-1 0 0,-62-13-2265 0 0,-10-3-2157 0 0,-3-2-1694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4:09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71 589 496 0 0,'-37'-45'6213'0'0,"35"44"-5891"0"0,-7-9 842 0 0,-7-6 150 0 0,9 9-480 0 0,11 10-743 0 0,-3-2-68 0 0,26 17 90 0 0,-13-11-10 0 0,-12-6-33 0 0,0-1 43 0 0,-1 0 0 0 0,1 0-1 0 0,0 1 1 0 0,0-1 0 0 0,0 1 0 0 0,-1 0-1 0 0,1 0 1 0 0,0-1 0 0 0,-1 1 0 0 0,1 0 0 0 0,0 0-1 0 0,-1 0 1 0 0,9 11 4692 0 0,-11-10-4807 0 0,1-2 1 0 0,0 0 1 0 0,0 0 0 0 0,0 0-1 0 0,0 0 1 0 0,-1 0-1 0 0,1 0 1 0 0,0 0 0 0 0,0 0-1 0 0,0 0 1 0 0,0 0 0 0 0,0 1-1 0 0,0-1 1 0 0,0 0-1 0 0,0 0 1 0 0,0 0 0 0 0,0 0-1 0 0,0 0 1 0 0,0 0-1 0 0,0 0 1 0 0,0 1 0 0 0,0-1-1 0 0,-1 0 1 0 0,1 0-1 0 0,0 0 1 0 0,0 0 0 0 0,0 0-1 0 0,0 0 1 0 0,0 1 0 0 0,1-1-1 0 0,-1 0 1 0 0,0 0-1 0 0,0 0 1 0 0,0 0 0 0 0,0 0-1 0 0,0 0 1 0 0,0 1-1 0 0,0-1 1 0 0,0 0 0 0 0,0 0-1 0 0,0 0 1 0 0,0 0-1 0 0,0 0 1 0 0,0 0 0 0 0,0 0-1 0 0,1 0 1 0 0,-1 1 0 0 0,0-1-1 0 0,0 0 1 0 0,0 0-1 0 0,0 0 1 0 0,0 0 0 0 0,27 0 9 0 0,0-1 1 0 0,-1-1 0 0 0,36-8 0 0 0,-19 4-11 0 0,1877-241 140 0 0,9 63-24 0 0,2017 68-18 0 0,-3094 149-1556 0 0,-797-30 612 0 0,52 4-2363 0 0,-98-3 2131 0 0,-6-3-186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5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201 155 932 0 0,'-42'-16'3445'0'0,"13"5"-254"0"0,-44-22-1 0 0,71 32-2796 0 0,9 5-318 0 0,1 1-1 0 0,-1 0 1 0 0,-1 0-1 0 0,1 1 1 0 0,-1 0-1 0 0,0 0 1 0 0,0 1-1 0 0,10 13 1 0 0,-7-5-21 0 0,0 0 1 0 0,0 1 0 0 0,8 22-1 0 0,-11-21 13 0 0,-1-1-1 0 0,0 1 1 0 0,-1-1-1 0 0,-1 1 1 0 0,-1 0-1 0 0,-1 0 1 0 0,0 1-1 0 0,-3 28 1 0 0,1-35 48 0 0,0-1 0 0 0,-1 1 0 0 0,-1 0 0 0 0,0 0 0 0 0,0-1-1 0 0,-1 0 1 0 0,-1 1 0 0 0,1-1 0 0 0,-2-1 0 0 0,1 1 0 0 0,-1-1 0 0 0,-1 0 0 0 0,1 0 0 0 0,-13 11 0 0 0,17-18-82 0 0,0 0 1 0 0,0 0 0 0 0,0-1 0 0 0,0 1-1 0 0,0-1 1 0 0,-1 1 0 0 0,1-1 0 0 0,0 0 0 0 0,0 0-1 0 0,-1 0 1 0 0,1 0 0 0 0,-1 0 0 0 0,1-1-1 0 0,-1 1 1 0 0,1-1 0 0 0,-1 1 0 0 0,0-1-1 0 0,1 0 1 0 0,-1 0 0 0 0,1 0 0 0 0,-1 0-1 0 0,0-1 1 0 0,1 1 0 0 0,-5-2 0 0 0,4 0-23 0 0,0 1 1 0 0,0-1-1 0 0,0 0 1 0 0,1 0-1 0 0,-1 0 1 0 0,0 0 0 0 0,1-1-1 0 0,-1 1 1 0 0,1-1-1 0 0,0 1 1 0 0,0-1-1 0 0,0 0 1 0 0,0 0-1 0 0,1 0 1 0 0,-1 0-1 0 0,1 0 1 0 0,0 0 0 0 0,-2-5-1 0 0,0-6-16 0 0,0 0 0 0 0,1 0 0 0 0,0 0 0 0 0,1 0 1 0 0,1-1-1 0 0,1 1 0 0 0,0 0 0 0 0,0 0 0 0 0,1 0 0 0 0,1 0 0 0 0,1 0 0 0 0,0 1 0 0 0,0-1 0 0 0,1 1 0 0 0,1 0 0 0 0,12-19 1 0 0,-8 14-12 0 0,1 2 0 0 0,1-1 0 0 0,0 1 1 0 0,1 1-1 0 0,1 1 0 0 0,0 0 1 0 0,1 0-1 0 0,1 2 0 0 0,0 0 1 0 0,0 0-1 0 0,22-10 0 0 0,-27 17 5 0 0,1 0 0 0 0,-1 1 0 0 0,1 0 0 0 0,1 0 0 0 0,-1 1 0 0 0,0 1 0 0 0,1 0 0 0 0,-1 1 0 0 0,1 1 0 0 0,0-1 0 0 0,-1 2 0 0 0,1 0 0 0 0,-1 0 0 0 0,1 2 0 0 0,21 5-1 0 0,-25-5 14 0 0,-1 0 0 0 0,-1 1 0 0 0,1 0-1 0 0,-1 0 1 0 0,1 0 0 0 0,-1 1-1 0 0,0 0 1 0 0,-1 0 0 0 0,1 1 0 0 0,-1 0-1 0 0,0 0 1 0 0,-1 1 0 0 0,1-1-1 0 0,-1 1 1 0 0,0 0 0 0 0,-1 1-1 0 0,0-1 1 0 0,0 1 0 0 0,-1 0 0 0 0,0 0-1 0 0,0 0 1 0 0,-1 0 0 0 0,3 17-1 0 0,-2-3 25 0 0,-2-1 1 0 0,-1 1-1 0 0,0 0 0 0 0,-2 0 0 0 0,0-1 0 0 0,-2 1 0 0 0,-8 28 0 0 0,-57 145 76 0 0,46-137-76 0 0,11-24-115 0 0,12-34 77 0 0,0 0 0 0 0,0 0 1 0 0,0 0-1 0 0,-1 0 0 0 0,1 1 0 0 0,0-1 0 0 0,0 0 1 0 0,0 0-1 0 0,0 0 0 0 0,0 0 0 0 0,0 0 0 0 0,0 1 0 0 0,0-1 1 0 0,0 0-1 0 0,0 0 0 0 0,0 0 0 0 0,0 1 0 0 0,0-1 1 0 0,0 0-1 0 0,0 0 0 0 0,0 0 0 0 0,0 0 0 0 0,0 1 1 0 0,0-1-1 0 0,0 0 0 0 0,0 0 0 0 0,0 0 0 0 0,0 0 0 0 0,0 1 1 0 0,0-1-1 0 0,0 0 0 0 0,0 0 0 0 0,1 0 0 0 0,-1 0 1 0 0,0 0-1 0 0,0 1 0 0 0,0-1 0 0 0,0 0 0 0 0,0 0 1 0 0,8 0-519 0 0,7-6-84 0 0,11-11-329 0 0,-2-1 1 0 0,0-2-1 0 0,0 0 0 0 0,28-34 1 0 0,-30 31 366 0 0,50-55-663 0 0,93-131-1 0 0,-26 2 7543 0 0,-128 191-5455 0 0,-10 14-673 0 0,-2 5-43 0 0,-9 20 228 0 0,-18 35 0 0 0,-1 2 36 0 0,12-23-172 0 0,-37 100 271 0 0,49-122-454 0 0,1 1 0 0 0,1 0 0 0 0,0-1-1 0 0,1 1 1 0 0,0 0 0 0 0,2 1-1 0 0,1 15 1 0 0,-1-29-24 0 0,0 1 0 0 0,0-1-1 0 0,1 0 1 0 0,0 1 0 0 0,0-1-1 0 0,0 0 1 0 0,0 0 0 0 0,0 0 0 0 0,0 0-1 0 0,1 0 1 0 0,0 0 0 0 0,-1 0 0 0 0,1-1-1 0 0,0 1 1 0 0,0 0 0 0 0,1-1-1 0 0,-1 0 1 0 0,0 1 0 0 0,1-1 0 0 0,0 0-1 0 0,-1 0 1 0 0,1-1 0 0 0,0 1 0 0 0,0 0-1 0 0,0-1 1 0 0,0 0 0 0 0,0 0 0 0 0,0 0-1 0 0,0 0 1 0 0,1 0 0 0 0,-1-1-1 0 0,0 1 1 0 0,0-1 0 0 0,1 0 0 0 0,5 0-1 0 0,1-1 16 0 0,1 0 0 0 0,-1 0-1 0 0,1-1 1 0 0,-1 0 0 0 0,0-1-1 0 0,0 0 1 0 0,0-1 0 0 0,-1 0-1 0 0,1 0 1 0 0,11-8 0 0 0,-5 0-31 0 0,0-1 0 0 0,-1 0 1 0 0,0-1-1 0 0,-1-1 1 0 0,0 0-1 0 0,-2-1 0 0 0,0 0 1 0 0,0-1-1 0 0,-2-1 1 0 0,0 1-1 0 0,-1-2 0 0 0,-1 1 1 0 0,0-1-1 0 0,-2 0 1 0 0,0-1-1 0 0,-1 0 0 0 0,-1 1 1 0 0,-1-1-1 0 0,-1-1 1 0 0,-1 1-1 0 0,0 0 0 0 0,-3-25 1 0 0,1 37-9 0 0,-1 1-1 0 0,0-1 1 0 0,0 0 0 0 0,0 1-1 0 0,-1-1 1 0 0,0 1 0 0 0,0 0-1 0 0,-1 0 1 0 0,0 0 0 0 0,0 0-1 0 0,-1 1 1 0 0,0 0 0 0 0,0 0-1 0 0,0 0 1 0 0,-9-7 0 0 0,8 8-1 0 0,0 1 1 0 0,0 1 0 0 0,0-1-1 0 0,-1 1 1 0 0,1 0 0 0 0,-1 0-1 0 0,0 1 1 0 0,1 0-1 0 0,-1 0 1 0 0,0 0 0 0 0,-1 1-1 0 0,1 0 1 0 0,0 1-1 0 0,0 0 1 0 0,0 0 0 0 0,0 0-1 0 0,-8 2 1 0 0,-3 1-4 0 0,1 2 1 0 0,-1 0-1 0 0,1 1 0 0 0,0 0 1 0 0,1 1-1 0 0,-1 1 1 0 0,2 1-1 0 0,-1 0 0 0 0,1 1 1 0 0,-18 16-1 0 0,18-13 10 0 0,1 0 0 0 0,0 1 0 0 0,1 0-1 0 0,0 1 1 0 0,1 1 0 0 0,1 0 0 0 0,1 0-1 0 0,0 1 1 0 0,-11 26 0 0 0,19-37 5 0 0,0 0 0 0 0,0 1 0 0 0,0-1 0 0 0,1 1 0 0 0,-1-1 1 0 0,2 1-1 0 0,-1 0 0 0 0,1 0 0 0 0,0-1 0 0 0,0 1 0 0 0,1 0 0 0 0,0-1 0 0 0,0 1 1 0 0,2 6-1 0 0,-1-8-5 0 0,0-1 0 0 0,0 0 0 0 0,0 0 0 0 0,0 0-1 0 0,1 0 1 0 0,0 0 0 0 0,0-1 0 0 0,0 1 0 0 0,0-1 0 0 0,0 0 0 0 0,1 0 0 0 0,-1 0 0 0 0,1 0 0 0 0,0-1 0 0 0,0 1 0 0 0,0-1 0 0 0,0 0 0 0 0,0 0 0 0 0,1 0 0 0 0,-1-1 0 0 0,6 2 0 0 0,3-1-77 0 0,0 0-1 0 0,0 0 1 0 0,0-1 0 0 0,0-1-1 0 0,0 0 1 0 0,0-1 0 0 0,0-1 0 0 0,22-4-1 0 0,0-3-313 0 0,-2-1 0 0 0,34-15 0 0 0,-25 6-264 0 0,0-2 0 0 0,72-49 1 0 0,66-66-294 0 0,-91 66 764 0 0,-85 67 180 0 0,23-15 1 0 0,-26 17 10 0 0,0 0-1 0 0,0 1 0 0 0,0-1 0 0 0,1 1 0 0 0,-1-1 0 0 0,0 1 0 0 0,1-1 0 0 0,-1 1 0 0 0,0 0 0 0 0,1-1 0 0 0,-1 1 0 0 0,1 0 0 0 0,-1 0 1 0 0,0 0-1 0 0,1 0 0 0 0,-1 1 0 0 0,0-1 0 0 0,1 0 0 0 0,-1 0 0 0 0,2 1 0 0 0,-1 1 29 0 0,1-1 0 0 0,-1 1-1 0 0,0 0 1 0 0,0 0 0 0 0,1 0 0 0 0,-1 0 0 0 0,-1 0-1 0 0,1 0 1 0 0,0 1 0 0 0,0-1 0 0 0,-1 1-1 0 0,0-1 1 0 0,1 1 0 0 0,0 2 0 0 0,0 2 56 0 0,0-1 0 0 0,0 1 0 0 0,-1-1 0 0 0,0 1 0 0 0,1 12 0 0 0,-3 0 100 0 0,0 1 1 0 0,-1-1-1 0 0,-7 30 1 0 0,-9 21 929 0 0,-4-2 1 0 0,-50 112 0 0 0,72-179-1060 0 0,-1 0 0 0 0,1-1-1 0 0,0 1 1 0 0,-1 0 0 0 0,1 0 0 0 0,-1 0 0 0 0,1-1 0 0 0,-1 1 0 0 0,1 0 0 0 0,-1-1 0 0 0,0 1 0 0 0,1-1 0 0 0,-1 1 0 0 0,0-1 0 0 0,0 2 0 0 0,0-2-43 0 0,1 0 0 0 0,0 0 0 0 0,-1 0 0 0 0,1 0-1 0 0,0 0 1 0 0,-1 0 0 0 0,1 0 0 0 0,0 0 0 0 0,0 0-1 0 0,-1 0 1 0 0,1 0 0 0 0,0-1 0 0 0,-1 1 0 0 0,1 0 0 0 0,0 0-1 0 0,0 0 1 0 0,-1 0 0 0 0,1 0 0 0 0,0-1 0 0 0,0 1 0 0 0,-1 0-1 0 0,1 0 1 0 0,0 0 0 0 0,0-1 0 0 0,-1 1 0 0 0,1 0 0 0 0,0 0-1 0 0,0-1 1 0 0,-1-1 3 0 0,0 0 0 0 0,0 1 0 0 0,0-1 0 0 0,0 0 0 0 0,1 0 0 0 0,-1 0 0 0 0,1 0 0 0 0,0 0 0 0 0,-1 0 0 0 0,1 0 0 0 0,0-4 0 0 0,3-19-111 0 0,0 0-1 0 0,2 0 1 0 0,1 0 0 0 0,11-30-1 0 0,-1 13-25 0 0,32-60 0 0 0,-31 72 64 0 0,1 0 1 0 0,37-44 0 0 0,-42 59 26 0 0,0 1 1 0 0,1 0-1 0 0,0 1 1 0 0,1 1-1 0 0,0 0 0 0 0,23-13 1 0 0,-34 23 17 0 0,-1 0 0 0 0,1 0 0 0 0,0 0 0 0 0,0 1 0 0 0,0-1 0 0 0,0 1 0 0 0,0 0 0 0 0,0 0 0 0 0,1 0 0 0 0,-1 1 0 0 0,0 0 0 0 0,0-1 0 0 0,1 1 0 0 0,-1 1 0 0 0,0-1 0 0 0,0 1 0 0 0,0 0 0 0 0,1-1 0 0 0,-1 2 0 0 0,0-1 0 0 0,0 0 1 0 0,0 1-1 0 0,-1 0 0 0 0,1 0 0 0 0,0 0 0 0 0,-1 1 0 0 0,1-1 0 0 0,-1 1 0 0 0,0-1 0 0 0,0 1 0 0 0,0 0 0 0 0,0 1 0 0 0,4 4 0 0 0,0 2 7 0 0,-1 0 1 0 0,0 1-1 0 0,0 0 0 0 0,-1 0 1 0 0,0 0-1 0 0,-1 1 0 0 0,0-1 1 0 0,-1 1-1 0 0,0 0 0 0 0,1 19 1 0 0,-3-11 15 0 0,0 1 1 0 0,-2-1-1 0 0,-1 0 1 0 0,0 0 0 0 0,-9 31-1 0 0,-36 97 118 0 0,14-53-387 0 0,33-94-128 0 0,-5 16 277 0 0,4-8-2098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5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0 109 1020 0 0,'1'-17'16155'0'0,"0"14"-15340"0"0,7-3-636 0 0,1 2 0 0 0,0 0 0 0 0,0 0 0 0 0,0 0 0 0 0,0 1 0 0 0,13-3 0 0 0,64-9-632 0 0,-62 11 65 0 0,56-8-1742 0 0,32-5-4958 0 0,-57 7 308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6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61 355 1588 0 0,'-6'-9'971'0'0,"0"0"0"0"0,0 0 0 0 0,1-1 0 0 0,1 1 0 0 0,0-1 0 0 0,0 0 0 0 0,-3-14 0 0 0,5 13-489 0 0,0 0 0 0 0,0 0 0 0 0,2 0 0 0 0,-1-1 0 0 0,1 1 0 0 0,3-21 0 0 0,-2 24-414 0 0,1-1 0 0 0,0 1 0 0 0,0 0 0 0 0,1 0-1 0 0,0 0 1 0 0,0 0 0 0 0,1 1 0 0 0,0-1 0 0 0,0 1 0 0 0,1 0-1 0 0,0 0 1 0 0,0 0 0 0 0,1 1 0 0 0,-1 0 0 0 0,2 0 0 0 0,-1 0-1 0 0,0 1 1 0 0,1 0 0 0 0,0 0 0 0 0,0 1 0 0 0,13-6 0 0 0,-15 8-55 0 0,0-1 1 0 0,1 2-1 0 0,-1-1 1 0 0,1 1-1 0 0,-1 0 1 0 0,1 0-1 0 0,0 0 1 0 0,-1 1-1 0 0,1 0 1 0 0,0 0-1 0 0,-1 0 0 0 0,1 1 1 0 0,0 0-1 0 0,7 2 1 0 0,-5 0-4 0 0,-1 0 0 0 0,0 0 1 0 0,0 1-1 0 0,0-1 0 0 0,0 2 0 0 0,0-1 0 0 0,-1 1 1 0 0,0 0-1 0 0,8 8 0 0 0,-3 0 7 0 0,0 0 0 0 0,-1 1 0 0 0,0 0 0 0 0,-1 0 0 0 0,-1 1-1 0 0,0 0 1 0 0,-1 0 0 0 0,-1 1 0 0 0,5 16 0 0 0,-6-10 11 0 0,-1 0 0 0 0,-1 0 0 0 0,-1 0 0 0 0,0 0 0 0 0,-2 0-1 0 0,-1 1 1 0 0,-1-1 0 0 0,0 0 0 0 0,-2 0 0 0 0,-1 0 0 0 0,0-1 0 0 0,-2 0 0 0 0,0 0 0 0 0,-11 22 0 0 0,3-14 216 0 0,-1 1 0 0 0,-1-2-1 0 0,-2 0 1 0 0,0-1 0 0 0,-2-1 0 0 0,-1-1 0 0 0,-1-1 0 0 0,-45 36 0 0 0,62-56-130 0 0,0 1 0 0 0,0-1 0 0 0,0-1-1 0 0,-1 1 1 0 0,1-1 0 0 0,-1 0 0 0 0,0 0 0 0 0,0-1-1 0 0,0 0 1 0 0,0-1 0 0 0,-11 2 0 0 0,17-2-106 0 0,-1-1 0 0 0,1 0 0 0 0,-1 0 0 0 0,1 0 0 0 0,-1 0 0 0 0,1 0 0 0 0,-1 0 0 0 0,1 0 0 0 0,-1-1 0 0 0,1 1 0 0 0,0-1 0 0 0,-1 1 0 0 0,1-1 0 0 0,-1 1 0 0 0,1-1 0 0 0,0 0 0 0 0,-1 1 0 0 0,1-1 0 0 0,0 0 0 0 0,0 0 0 0 0,0 0 0 0 0,-1 0 0 0 0,1 0 0 0 0,0 0 0 0 0,0 0 0 0 0,1-1 0 0 0,-1 1 0 0 0,0 0 0 0 0,0 0 0 0 0,1-1 0 0 0,-1 1 0 0 0,0-1 0 0 0,1 1 0 0 0,0 0 0 0 0,-1-1 0 0 0,1 1 0 0 0,0-1 0 0 0,-1 1 0 0 0,1-1 0 0 0,0 1 1 0 0,0-1-1 0 0,0 1 0 0 0,1-3 0 0 0,-1-1-8 0 0,1 1 0 0 0,0-1 1 0 0,0 1-1 0 0,0-1 0 0 0,0 1 1 0 0,1 0-1 0 0,-1-1 0 0 0,1 1 1 0 0,0 0-1 0 0,1 0 0 0 0,-1 0 1 0 0,5-5-1 0 0,-4 6-6 0 0,1 0 0 0 0,-1 0 1 0 0,1 0-1 0 0,-1 0 0 0 0,1 1 0 0 0,0 0 0 0 0,0-1 1 0 0,0 2-1 0 0,0-1 0 0 0,0 0 0 0 0,1 1 0 0 0,-1 0 0 0 0,1 0 1 0 0,-1 0-1 0 0,0 0 0 0 0,1 1 0 0 0,-1 0 0 0 0,1 0 1 0 0,-1 0-1 0 0,1 0 0 0 0,-1 1 0 0 0,1 0 0 0 0,-1 0 0 0 0,1 0 1 0 0,-1 0-1 0 0,0 1 0 0 0,0-1 0 0 0,1 1 0 0 0,-1 0 1 0 0,-1 1-1 0 0,1-1 0 0 0,7 6 0 0 0,3 4-3 0 0,0 0 1 0 0,0 1-1 0 0,-2 1 0 0 0,1 0 1 0 0,-2 0-1 0 0,0 1 0 0 0,-1 1 1 0 0,0 0-1 0 0,-1 0 0 0 0,7 21 0 0 0,-8-19 16 0 0,-2 1-1 0 0,0 0 1 0 0,-1 0-1 0 0,-1 0 1 0 0,0 1-1 0 0,-2-1 1 0 0,0 1-1 0 0,-1 0 1 0 0,-3 27-1 0 0,0-32 12 0 0,-1 0 0 0 0,0 0 0 0 0,-1 0 0 0 0,-1 0-1 0 0,-7 15 1 0 0,8-21 29 0 0,0 0 0 0 0,-1 0-1 0 0,-1 0 1 0 0,0-1 0 0 0,0 0 0 0 0,0 0-1 0 0,-1-1 1 0 0,-13 12 0 0 0,11-11 187 0 0,5-4-106 0 0,-1 0 0 0 0,0 0 1 0 0,0-1-1 0 0,0 1 0 0 0,0-1 1 0 0,0 0-1 0 0,-1-1 0 0 0,1 1 1 0 0,-1-1-1 0 0,-6 2 0 0 0,10-4-37 0 0,-16 2 140 0 0,-7-5-115 0 0,22 2-97 0 0,-30-11 42 0 0,24 10-57 0 0,5-1-3 0 0,-31-22-1 0 0,32 23 1 0 0,-1 0-1 0 0,1 0 1 0 0,1-1 0 0 0,-1 1-1 0 0,0-1 1 0 0,1 0-1 0 0,-1 0 1 0 0,1 0 0 0 0,0 0-1 0 0,0 0 1 0 0,0-1 0 0 0,0 1-1 0 0,1 0 1 0 0,-1-1 0 0 0,1 1-1 0 0,-2-7 1 0 0,3 4-1 0 0,-1-1 0 0 0,1 0 0 0 0,0 0 1 0 0,1 0-1 0 0,-1 1 0 0 0,1-1 0 0 0,1 0 0 0 0,2-9 1 0 0,4-7-219 0 0,1 1 0 0 0,1-1 0 0 0,0 2 1 0 0,2-1-1 0 0,0 1 0 0 0,2 1 1 0 0,30-35-1 0 0,-8 16-2086 0 0,1 2 0 0 0,68-53 0 0 0,-30 33-3154 0 0,-38 26 455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8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167 341 1216 0 0,'-3'-16'11565'0'0,"3"18"-11499"0"0,0 1 0 0 0,0-1-1 0 0,1 0 1 0 0,-1 1 0 0 0,1-1 0 0 0,-1 0-1 0 0,1 0 1 0 0,0 0 0 0 0,0 1 0 0 0,0-1-1 0 0,0 0 1 0 0,0 0 0 0 0,0 0 0 0 0,1 0-1 0 0,-1-1 1 0 0,1 1 0 0 0,2 2 0 0 0,-1-1-5 0 0,0-1 1 0 0,1 1 0 0 0,0-1 0 0 0,0 1 0 0 0,0-1-1 0 0,0 0 1 0 0,0-1 0 0 0,8 3 0 0 0,-6-2-29 0 0,1-1 0 0 0,-1 0 0 0 0,1 0 0 0 0,-1 0 0 0 0,1-1 0 0 0,0 0 0 0 0,-1 0 0 0 0,1-1 0 0 0,0 1 0 0 0,-1-2 0 0 0,1 1 0 0 0,10-4 0 0 0,-13 2-28 0 0,1 1-1 0 0,-1-1 1 0 0,1 0 0 0 0,-1 0-1 0 0,0-1 1 0 0,0 1-1 0 0,-1-1 1 0 0,1 0 0 0 0,-1 0-1 0 0,0 0 1 0 0,1 0-1 0 0,-2-1 1 0 0,1 1 0 0 0,-1-1-1 0 0,1 0 1 0 0,-1 0 0 0 0,-1 0-1 0 0,3-7 1 0 0,-3 6-29 0 0,1-1-1 0 0,-1 0 1 0 0,-1 1 0 0 0,1-1 0 0 0,-1 0-1 0 0,0 0 1 0 0,-1 1 0 0 0,1-1 0 0 0,-2 0-1 0 0,1 1 1 0 0,-1-1 0 0 0,1 1 0 0 0,-2-1-1 0 0,-2-6 1 0 0,4 11 15 0 0,0 0 0 0 0,-1 0 0 0 0,1 0 1 0 0,0 0-1 0 0,-1 0 0 0 0,1 0 0 0 0,-1 0 0 0 0,0 1 0 0 0,1-1 1 0 0,-1 1-1 0 0,0-1 0 0 0,0 1 0 0 0,0 0 0 0 0,0-1 0 0 0,0 1 1 0 0,0 0-1 0 0,-5-1 0 0 0,4 1-2 0 0,-1 1 1 0 0,0-1-1 0 0,0 1 1 0 0,0 0-1 0 0,0 0 1 0 0,0 0-1 0 0,0 0 0 0 0,1 1 1 0 0,-1 0-1 0 0,-4 1 1 0 0,-2 1-1 0 0,-1 1-1 0 0,1 0 1 0 0,1 0 0 0 0,-1 1 0 0 0,1 1 0 0 0,0 0 0 0 0,-9 7-1 0 0,-2 4 14 0 0,1 1 0 0 0,1 1 0 0 0,1 1 0 0 0,0 0 0 0 0,2 1 0 0 0,-16 27 0 0 0,20-29 7 0 0,1 1-1 0 0,1 1 1 0 0,0 0-1 0 0,2 0 0 0 0,0 1 1 0 0,1 0-1 0 0,-4 31 1 0 0,10-46 6 0 0,-1 0 1 0 0,1 0 0 0 0,0 1-1 0 0,1-1 1 0 0,-1 0 0 0 0,2 0 0 0 0,-1 0-1 0 0,1 0 1 0 0,0 0 0 0 0,5 11-1 0 0,-5-14 1 0 0,0 0-1 0 0,0-1 1 0 0,0 1-1 0 0,1-1 1 0 0,-1 0-1 0 0,1 0 1 0 0,0 0-1 0 0,0 0 1 0 0,0 0-1 0 0,0 0 1 0 0,1-1-1 0 0,-1 0 0 0 0,1 0 1 0 0,-1 0-1 0 0,1 0 1 0 0,0 0-1 0 0,0-1 1 0 0,0 1-1 0 0,8 0 1 0 0,4 0 10 0 0,-1 0 0 0 0,1-2 0 0 0,0 0 0 0 0,0 0 0 0 0,0-2 0 0 0,0 0 0 0 0,0-1 0 0 0,-1 0 1 0 0,1-1-1 0 0,-1-1 0 0 0,0-1 0 0 0,-1 0 0 0 0,19-10 0 0 0,-9 2-12 0 0,-1 0-1 0 0,0-1 1 0 0,-1-2-1 0 0,-1 0 1 0 0,-1-1-1 0 0,0-1 1 0 0,17-22-1 0 0,-16 14-6 0 0,-2 0-1 0 0,0-2 0 0 0,-2 0 1 0 0,17-38-1 0 0,-25 44-5 0 0,0 0-1 0 0,-2 0 0 0 0,0-1 1 0 0,-1 0-1 0 0,-2 0 0 0 0,3-38 1 0 0,-7 56-8 0 0,0-1 0 0 0,0 1 0 0 0,-1-1 1 0 0,0 1-1 0 0,0 0 0 0 0,0 0 0 0 0,-1-1 1 0 0,0 1-1 0 0,-4-9 0 0 0,4 12 2 0 0,1 0 0 0 0,-1 1-1 0 0,0-1 1 0 0,0 0 0 0 0,0 0-1 0 0,0 1 1 0 0,-1-1 0 0 0,1 1 0 0 0,-1 0-1 0 0,0 0 1 0 0,1 0 0 0 0,-1 0-1 0 0,0 0 1 0 0,0 0 0 0 0,0 1 0 0 0,0 0-1 0 0,0-1 1 0 0,-4 0 0 0 0,3 2 1 0 0,1 0-1 0 0,0-1 1 0 0,0 1 0 0 0,0 1 0 0 0,0-1-1 0 0,0 0 1 0 0,-1 1 0 0 0,1 0 0 0 0,0-1 0 0 0,0 1-1 0 0,0 1 1 0 0,0-1 0 0 0,1 0 0 0 0,-1 1 0 0 0,0-1-1 0 0,0 1 1 0 0,1 0 0 0 0,-4 3 0 0 0,-3 2-9 0 0,2 0-1 0 0,-1 1 1 0 0,-12 16 0 0 0,16-19 17 0 0,-1 1-1 0 0,2-1 1 0 0,-1 1-1 0 0,1 0 1 0 0,0 1-1 0 0,0-1 1 0 0,1 0 0 0 0,-1 1-1 0 0,1 0 1 0 0,1-1-1 0 0,-1 1 1 0 0,1 0-1 0 0,1 0 1 0 0,-1 0-1 0 0,1 0 1 0 0,0 0 0 0 0,1-1-1 0 0,0 1 1 0 0,0 0-1 0 0,0 0 1 0 0,1 0-1 0 0,0-1 1 0 0,0 1 0 0 0,0-1-1 0 0,1 1 1 0 0,0-1-1 0 0,1 0 1 0 0,-1 0-1 0 0,1-1 1 0 0,0 1-1 0 0,1-1 1 0 0,-1 1 0 0 0,1-2-1 0 0,0 1 1 0 0,0 0-1 0 0,1-1 1 0 0,7 5-1 0 0,-1-1-22 0 0,1-2 0 0 0,0 1-1 0 0,0-2 1 0 0,1 0 0 0 0,-1 0-1 0 0,1-2 1 0 0,0 1 0 0 0,0-2-1 0 0,0 0 1 0 0,21 0 0 0 0,-12-1-269 0 0,0-2 1 0 0,0-1 0 0 0,1 0 0 0 0,-2-2 0 0 0,39-11 0 0 0,-49 11 149 0 0,-1 0 0 0 0,0-1-1 0 0,0 0 1 0 0,-1-1 0 0 0,1 0 0 0 0,-1-1 0 0 0,10-9 0 0 0,-14 11 112 0 0,0 0 0 0 0,-1-1 0 0 0,1 0 1 0 0,-1 0-1 0 0,0-1 0 0 0,-1 1 0 0 0,0-1 0 0 0,0 0 1 0 0,0 0-1 0 0,-1 0 0 0 0,5-14 0 0 0,-7 19 43 0 0,-1-1 0 0 0,1 0 0 0 0,0 1 0 0 0,-1-1 0 0 0,0 0 0 0 0,1 1 0 0 0,-1-1-1 0 0,0 0 1 0 0,-1 1 0 0 0,1-1 0 0 0,0 0 0 0 0,-1 1 0 0 0,0-1 0 0 0,1 0 0 0 0,-1 1 0 0 0,0-1 0 0 0,0 1 0 0 0,0-1 0 0 0,-1 1 0 0 0,-1-3-1 0 0,2 4-11 0 0,0 1-1 0 0,0-1 1 0 0,0 1-1 0 0,0 0 1 0 0,0-1-1 0 0,0 1 0 0 0,0 0 1 0 0,0 0-1 0 0,0 0 1 0 0,-1 0-1 0 0,1 0 1 0 0,0 0-1 0 0,0 0 0 0 0,0 0 1 0 0,0 0-1 0 0,0 0 1 0 0,0 0-1 0 0,0 1 1 0 0,0-1-1 0 0,0 1 0 0 0,0-1 1 0 0,0 0-1 0 0,0 1 1 0 0,0 0-1 0 0,0-1 1 0 0,-1 2-1 0 0,-23 16 128 0 0,5 1 9 0 0,1 1 0 0 0,0 1 0 0 0,2 1 0 0 0,1 1 0 0 0,-15 25 1 0 0,6-3 94 0 0,-35 88 0 0 0,51-109-166 0 0,-9 42 0 0 0,16-57-46 0 0,0 0 0 0 0,1 0 0 0 0,0-1 0 0 0,1 1 0 0 0,0 0 0 0 0,0 0 0 0 0,1 0 0 0 0,3 13 0 0 0,-3-19-14 0 0,0 0 0 0 0,0 0 1 0 0,0 0-1 0 0,1 0 0 0 0,-1 0 1 0 0,1-1-1 0 0,0 1 0 0 0,0 0 1 0 0,0-1-1 0 0,0 0 0 0 0,0 1 1 0 0,0-1-1 0 0,1 0 0 0 0,-1 0 1 0 0,4 2-1 0 0,0-1 4 0 0,-1 0 0 0 0,0-1 0 0 0,1 0 0 0 0,-1 0 0 0 0,1 0 0 0 0,0-1 0 0 0,10 2 0 0 0,0-2-27 0 0,1 0 0 0 0,-1-1 0 0 0,0-1 1 0 0,0-1-1 0 0,18-4 0 0 0,-15 2-134 0 0,-1-2 1 0 0,1 0-1 0 0,-2-1 1 0 0,1-1-1 0 0,-1-1 1 0 0,0 0-1 0 0,0-1 1 0 0,-2-1 0 0 0,1 0-1 0 0,-1-1 1 0 0,-1-1-1 0 0,0 0 1 0 0,13-17-1 0 0,-6 3 305 0 0,0 0-1 0 0,-2-1 1 0 0,-2-1 0 0 0,0-1-1 0 0,-2-1 1 0 0,17-49-1 0 0,-12 24 781 0 0,-19 54-852 0 0,-16 27-15 0 0,-41 111 69 0 0,50-119-123 0 0,2 1 1 0 0,-1 0-1 0 0,2 0 0 0 0,0 0 0 0 0,2 0 0 0 0,0 20 1 0 0,1-33 2 0 0,0-1 0 0 0,0 1 0 0 0,1 0 0 0 0,0 0 0 0 0,0 0-1 0 0,0-1 1 0 0,1 1 0 0 0,0-1 0 0 0,0 1 0 0 0,0-1 0 0 0,0 1 0 0 0,1-1 0 0 0,-1 0 0 0 0,1 0 0 0 0,0 0 0 0 0,0-1 0 0 0,5 5 0 0 0,-3-4 6 0 0,0-1 0 0 0,1 1 0 0 0,-1-1 0 0 0,1 0 1 0 0,-1-1-1 0 0,1 1 0 0 0,0-1 0 0 0,0 0 0 0 0,1-1 0 0 0,-1 1 0 0 0,0-1 0 0 0,11 0 0 0 0,-3 0-7 0 0,-1-2 0 0 0,1 0 0 0 0,-1 0-1 0 0,1-1 1 0 0,-1-1 0 0 0,0 0 0 0 0,0-1 0 0 0,0 0-1 0 0,-1-1 1 0 0,1 0 0 0 0,-1-1 0 0 0,-1-1-1 0 0,1 0 1 0 0,-1 0 0 0 0,0-1 0 0 0,0 0-1 0 0,-1-1 1 0 0,0-1 0 0 0,15-19 0 0 0,-13 15-16 0 0,-1-1 0 0 0,-1 0 0 0 0,-1 0 0 0 0,0-1 0 0 0,-1 0 0 0 0,-1-1 0 0 0,0 1 0 0 0,-1-1 0 0 0,-1-1 0 0 0,-1 1 1 0 0,0-1-1 0 0,-2 0 0 0 0,1 0 0 0 0,-2-25 0 0 0,-1 35 7 0 0,-1 1-1 0 0,0-1 1 0 0,-1 1 0 0 0,1-1 0 0 0,-1 1 0 0 0,-1 0-1 0 0,1 0 1 0 0,-1 0 0 0 0,-8-13 0 0 0,9 17-9 0 0,-1-1 1 0 0,1 1-1 0 0,-1 0 1 0 0,0-1-1 0 0,1 1 0 0 0,-1 1 1 0 0,-1-1-1 0 0,1 0 1 0 0,0 1-1 0 0,-1-1 1 0 0,1 1-1 0 0,-1 0 0 0 0,0 0 1 0 0,0 1-1 0 0,0-1 1 0 0,1 1-1 0 0,-2 0 1 0 0,-5-1-1 0 0,5 1-5 0 0,0 1-1 0 0,0 1 1 0 0,1-1 0 0 0,-1 1-1 0 0,0 0 1 0 0,1 0-1 0 0,-1 0 1 0 0,1 0-1 0 0,-1 1 1 0 0,1 0 0 0 0,-1 0-1 0 0,1 0 1 0 0,0 0-1 0 0,0 1 1 0 0,0 0 0 0 0,1 0-1 0 0,-1 0 1 0 0,1 0-1 0 0,-1 0 1 0 0,1 1 0 0 0,0 0-1 0 0,0-1 1 0 0,0 1-1 0 0,-2 6 1 0 0,3-8 4 0 0,1 1-1 0 0,0-1 1 0 0,0 1 0 0 0,0 0 0 0 0,0-1 0 0 0,1 1-1 0 0,-1 0 1 0 0,1 0 0 0 0,-1 0 0 0 0,1-1-1 0 0,0 1 1 0 0,0 0 0 0 0,0 0 0 0 0,1 0 0 0 0,-1-1-1 0 0,0 1 1 0 0,2 3 0 0 0,-1-4 2 0 0,1 1 1 0 0,-1 0-1 0 0,1-1 1 0 0,-1 0-1 0 0,1 1 0 0 0,0-1 1 0 0,0 0-1 0 0,0 0 1 0 0,0 0-1 0 0,0 0 0 0 0,1 0 1 0 0,-1 0-1 0 0,1-1 1 0 0,-1 1-1 0 0,1-1 0 0 0,-1 0 1 0 0,1 0-1 0 0,0 0 1 0 0,4 1-1 0 0,10 3-5 0 0,0-1-1 0 0,0-1 1 0 0,0-1-1 0 0,0 0 1 0 0,35-2-1 0 0,87-16-29 0 0,-100 10 18 0 0,35-7-6 0 0,0-3 0 0 0,103-37 0 0 0,-157 47 58 0 0,-8 2 6 0 0,0 0 1 0 0,0-1-1 0 0,20-12 0 0 0,-30 16-49 0 0,1 0 7 0 0,7-2-19 0 0,-7 2 2 0 0,21-5-46 0 0,-21 5 68 0 0,-3 1 6 0 0,1 0-1 0 0,0-1 0 0 0,-1 1 1 0 0,1 0-1 0 0,0-1 1 0 0,-1 1-1 0 0,1 0 1 0 0,0-1-1 0 0,-1 1 1 0 0,1-1-1 0 0,-1 1 1 0 0,1 0-1 0 0,-1-1 1 0 0,1 0-1 0 0,-1 1 0 0 0,1-1 1 0 0,0 0-1 0 0,-1-1-3 0 0,1 1 0 0 0,-1-1 1 0 0,0 0-1 0 0,0 1 0 0 0,0-1 0 0 0,1 0 0 0 0,-1 0 0 0 0,-1 1 0 0 0,1-1 0 0 0,0 0 0 0 0,0 0 0 0 0,-1 1 0 0 0,1-1 0 0 0,-2-2 0 0 0,-3-11 5 0 0,0 0-1 0 0,-1 1 0 0 0,-1 0 1 0 0,-8-13-1 0 0,12 21-28 0 0,-1 0 0 0 0,0 1 0 0 0,0-1 0 0 0,0 1 1 0 0,-1 0-1 0 0,0 0 0 0 0,0 1 0 0 0,0-1 0 0 0,-1 1 0 0 0,1 0 0 0 0,-9-4 0 0 0,11 7 10 0 0,1 1-1 0 0,0-1 1 0 0,-1 1 0 0 0,0 0-1 0 0,1-1 1 0 0,-1 1 0 0 0,1 0-1 0 0,-1 0 1 0 0,1 1 0 0 0,-1-1 0 0 0,1 0-1 0 0,-1 1 1 0 0,1 0 0 0 0,-1 0-1 0 0,1-1 1 0 0,0 1 0 0 0,-3 2-1 0 0,-3 1-4 0 0,-1 1-1 0 0,1 0 0 0 0,-7 7 0 0 0,-3 3 3 0 0,0 1 1 0 0,2 1-1 0 0,0 1 0 0 0,1 0 0 0 0,0 1 0 0 0,-15 28 1 0 0,6-4 0 0 0,-37 93 0 0 0,51-110 27 0 0,1 0 0 0 0,2 1-1 0 0,-7 37 1 0 0,13-55-6 0 0,0 0 1 0 0,0 0-1 0 0,1 0 1 0 0,0 0-1 0 0,0 0 1 0 0,1 0-1 0 0,0 0 1 0 0,1 0-1 0 0,0-1 1 0 0,1 1-1 0 0,-1-1 1 0 0,1 1-1 0 0,1-1 1 0 0,6 11-1 0 0,-5-12-59 0 0,0-1-1 0 0,1 0 0 0 0,0-1 1 0 0,0 1-1 0 0,0-1 0 0 0,1 0 1 0 0,0-1-1 0 0,0 1 0 0 0,0-1 1 0 0,0-1-1 0 0,1 1 1 0 0,-1-1-1 0 0,1-1 0 0 0,0 1 1 0 0,0-1-1 0 0,14 1 0 0 0,0 0-1168 0 0,0-1 0 0 0,0-1-1 0 0,0-1 1 0 0,44-6-1 0 0,-31-2-1789 0 0,1-3-870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8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1 147 1212 0 0,'1'-16'4256'0'0,"1"-1"-1"0"0,6-29 0 0 0,1-5-1634 0 0,-8 34-3623 0 0,-22 42-7517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2:29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506 151 1380 0 0,'-1'-13'1916'0'0,"2"1"-1"0"0,0 0 1 0 0,0-1-1 0 0,1 1 1 0 0,1 0 0 0 0,5-17-1 0 0,2-12 1342 0 0,-10 40-3245 0 0,0 1 0 0 0,-1 0 0 0 0,1-1 0 0 0,0 1 0 0 0,0 0 0 0 0,0-1 0 0 0,0 1 1 0 0,-1 0-1 0 0,1-1 0 0 0,0 1 0 0 0,0 0 0 0 0,-1 0 0 0 0,1-1 0 0 0,0 1 0 0 0,0 0 0 0 0,-1 0 1 0 0,1-1-1 0 0,0 1 0 0 0,-1 0 0 0 0,1 0 0 0 0,0 0 0 0 0,-1 0 0 0 0,1-1 0 0 0,0 1 0 0 0,-1 0 1 0 0,1 0-1 0 0,0 0 0 0 0,-1 0 0 0 0,1 0 0 0 0,-1 0 0 0 0,1 0 0 0 0,0 0 0 0 0,-1 0 1 0 0,1 0-1 0 0,0 0 0 0 0,-1 0 0 0 0,1 1 0 0 0,0-1 0 0 0,-1 0 0 0 0,1 0 0 0 0,0 0 0 0 0,-1 1 1 0 0,-14 2 70 0 0,15-3-82 0 0,-31 13 48 0 0,0 1 0 0 0,0 2-1 0 0,2 1 1 0 0,0 1 0 0 0,1 1 0 0 0,-37 33-1 0 0,58-46-44 0 0,-1 1-1 0 0,2-1 0 0 0,-1 1 0 0 0,1 0 0 0 0,0 1 0 0 0,0 0 0 0 0,-6 13 0 0 0,10-18-1 0 0,1 0-1 0 0,0 0 0 0 0,0 0 0 0 0,0 0 1 0 0,0 0-1 0 0,1 1 0 0 0,-1-1 0 0 0,1 0 1 0 0,0 1-1 0 0,0-1 0 0 0,0 0 1 0 0,0 1-1 0 0,1-1 0 0 0,-1 0 0 0 0,1 0 1 0 0,0 1-1 0 0,0-1 0 0 0,0 0 0 0 0,0 0 1 0 0,0 0-1 0 0,1 0 0 0 0,0 0 1 0 0,-1 0-1 0 0,5 4 0 0 0,4 5 4 0 0,0-1 1 0 0,1 0-1 0 0,0-1 0 0 0,1 0 1 0 0,15 10-1 0 0,72 39-3 0 0,-20-13 14 0 0,12 16 15 0 0,-89-62-24 0 0,-1 1-1 0 0,1 0 0 0 0,-1 0 1 0 0,1 0-1 0 0,-1 0 0 0 0,0 0 1 0 0,1 0-1 0 0,-1 1 0 0 0,0-1 0 0 0,0 0 1 0 0,0 1-1 0 0,0-1 0 0 0,0 1 1 0 0,0-1-1 0 0,0 1 0 0 0,-1-1 1 0 0,1 1-1 0 0,0-1 0 0 0,-1 1 1 0 0,1 0-1 0 0,-1 2 0 0 0,0-2 4 0 0,0 0 1 0 0,-1 0-1 0 0,1 0 0 0 0,-1-1 0 0 0,1 1 0 0 0,-1 0 1 0 0,0 0-1 0 0,0-1 0 0 0,0 1 0 0 0,0-1 0 0 0,0 1 1 0 0,0-1-1 0 0,0 1 0 0 0,0-1 0 0 0,-1 0 0 0 0,-2 3 1 0 0,-3 1 26 0 0,0 0 1 0 0,-1 0-1 0 0,0 0 1 0 0,0-1 0 0 0,-1 0-1 0 0,-16 4 1 0 0,-5 0-7 0 0,0-2 0 0 0,0-2 0 0 0,0 0 1 0 0,-1-3-1 0 0,1 0 0 0 0,-33-4 0 0 0,34 0-856 0 0,0-1 0 0 0,1-1 0 0 0,-44-15 0 0 0,63 17 46 0 0,0-1 0 0 0,1 0 0 0 0,-13-7 0 0 0,-6-10-4133 0 0,8 1-1280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4:15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60 0 0,'0'0'1308'0'0,"12"-4"-1772"0"0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4:17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83 600 0 0,'-152'-23'9428'0'0,"118"24"-8060"0"0,31-1-1056 0 0,2 0-215 0 0,0 0 0 0 0,1 1 0 0 0,-1-1 0 0 0,0 0 0 0 0,1 0 0 0 0,-1 0 0 0 0,0 1 0 0 0,1-1 0 0 0,-1 0 0 0 0,1 1 0 0 0,-1-1 0 0 0,1 1 1 0 0,-1-1-1 0 0,1 1 0 0 0,-1-1 0 0 0,1 1 0 0 0,-1-1 0 0 0,0 1 0 0 0,2 1-22 0 0,0-1-1 0 0,0 0 1 0 0,-1 0 0 0 0,1 1 0 0 0,0-1-1 0 0,0 0 1 0 0,0 0 0 0 0,1 0-1 0 0,-1 0 1 0 0,0 0 0 0 0,0 0 0 0 0,0 0-1 0 0,1 0 1 0 0,-1-1 0 0 0,1 1-1 0 0,-1 0 1 0 0,0-1 0 0 0,1 1 0 0 0,-1-1-1 0 0,1 0 1 0 0,-1 1 0 0 0,1-1 0 0 0,-1 0-1 0 0,3 0 1 0 0,44 0 479 0 0,-47 0-549 0 0,314-45 794 0 0,-148 17-731 0 0,-151 26-159 0 0,22-4-1358 0 0,52-1 0 0 0,-89 7 1281 0 0,0 0-1 0 0,0 0 1 0 0,0 0 0 0 0,0 1-1 0 0,0-1 1 0 0,0 0-1 0 0,0 0 1 0 0,0 1 0 0 0,0-1-1 0 0,0 1 1 0 0,0-1-1 0 0,-1 1 1 0 0,1-1-1 0 0,0 1 1 0 0,0-1 0 0 0,0 1-1 0 0,0 0 1 0 0,-1-1-1 0 0,1 1 1 0 0,0 0-1 0 0,-1 0 1 0 0,1 0 0 0 0,-1-1-1 0 0,1 1 1 0 0,-1 0-1 0 0,1 0 1 0 0,-1 0 0 0 0,1 0-1 0 0,-1 0 1 0 0,0 0-1 0 0,0 0 1 0 0,1 0-1 0 0,-1 0 1 0 0,0 0 0 0 0,0 0-1 0 0,0 0 1 0 0,0 0-1 0 0,0 0 1 0 0,0 0 0 0 0,0 0-1 0 0,-1 0 1 0 0,1 0-1 0 0,0 0 1 0 0,-1 0-1 0 0,1 0 1 0 0,0 0 0 0 0,-2 1-1 0 0,-4 10-3200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4:17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232 112 1084 0 0,'-116'63'6768'0'0,"20"-10"-1994"0"0,95-53-4689 0 0,-1 1-1 0 0,1-1 0 0 0,0 1 1 0 0,-1 0-1 0 0,1 0 0 0 0,0-1 0 0 0,-1 1 1 0 0,1 0-1 0 0,0 0 0 0 0,0 0 1 0 0,0 0-1 0 0,0 1 0 0 0,-2 1 0 0 0,3-2-59 0 0,0-1-1 0 0,0 0 1 0 0,0 1-1 0 0,1-1 1 0 0,-1 0-1 0 0,0 1 0 0 0,0-1 1 0 0,1 0-1 0 0,-1 1 1 0 0,0-1-1 0 0,1 0 1 0 0,-1 0-1 0 0,0 1 0 0 0,0-1 1 0 0,1 0-1 0 0,-1 0 1 0 0,0 0-1 0 0,1 1 1 0 0,-1-1-1 0 0,1 0 0 0 0,-1 0 1 0 0,0 0-1 0 0,1 0 1 0 0,-1 0-1 0 0,1 0 1 0 0,-1 0-1 0 0,0 0 0 0 0,1 0 1 0 0,-1 0-1 0 0,1 0 1 0 0,-1 0-1 0 0,47-2 473 0 0,200-54-8 0 0,-123 25-418 0 0,73-16-878 0 0,153-34-4437 0 0,-286 66 2186 0 0,-3-1-1074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4:18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111 244 548 0 0,'0'-3'1395'0'0,"7"-155"10866"0"0,-7 156-12231 0 0,1 0 0 0 0,-1-1 0 0 0,1 1 1 0 0,0 0-1 0 0,-1 0 0 0 0,1 0 0 0 0,0 0 0 0 0,1 0 0 0 0,-1 0 0 0 0,0 0 0 0 0,0 0 1 0 0,1 1-1 0 0,-1-1 0 0 0,1 0 0 0 0,0 1 0 0 0,-1-1 0 0 0,1 1 0 0 0,0 0 1 0 0,0-1-1 0 0,0 1 0 0 0,0 0 0 0 0,2-1 0 0 0,7-3-1 0 0,0 0 0 0 0,19-6 0 0 0,-28 11-16 0 0,16-6-4 0 0,0 2 0 0 0,0 0 0 0 0,0 1 1 0 0,1 1-1 0 0,-1 1 0 0 0,0 0 0 0 0,1 2 1 0 0,26 3-1 0 0,-36-3-4 0 0,0 1-1 0 0,0 1 1 0 0,0-1 0 0 0,-1 1 0 0 0,1 1 0 0 0,-1 0 0 0 0,0 0-1 0 0,10 7 1 0 0,-12-7 6 0 0,-1 0 0 0 0,0 1-1 0 0,-1-1 1 0 0,1 1-1 0 0,-1 0 1 0 0,0 0 0 0 0,0 0-1 0 0,0 1 1 0 0,-1 0 0 0 0,0-1-1 0 0,0 1 1 0 0,3 11-1 0 0,-4-9 10 0 0,0 1 0 0 0,-1 0-1 0 0,0-1 1 0 0,-1 1 0 0 0,1 0-1 0 0,-2 0 1 0 0,1 0 0 0 0,-1-1-1 0 0,-1 1 1 0 0,0 0 0 0 0,0-1-1 0 0,0 1 1 0 0,-1-1 0 0 0,-1 0-1 0 0,-4 9 1 0 0,-6 11 35 0 0,-2-1 1 0 0,-35 47-1 0 0,19-35 419 0 0,-1-1 0 0 0,-2-2-1 0 0,-2-2 1 0 0,-54 42 0 0 0,54-47 993 0 0,35-28-1297 0 0,30-14-67 0 0,-15 7-99 0 0,-1 2 1 0 0,1-1-1 0 0,0 2 0 0 0,1-1 1 0 0,-1 2-1 0 0,1 0 0 0 0,-1 0 1 0 0,1 2-1 0 0,-1-1 0 0 0,1 2 1 0 0,0 0-1 0 0,-1 0 0 0 0,1 1 1 0 0,-1 1-1 0 0,18 6 0 0 0,-17-4 5 0 0,0 1 0 0 0,0 0 0 0 0,0 1 0 0 0,-1 0 1 0 0,0 1-1 0 0,-1 1 0 0 0,0 0 0 0 0,0 0 0 0 0,-1 2 0 0 0,0-1 0 0 0,0 1 0 0 0,-2 1 0 0 0,14 18 0 0 0,-19-23 66 0 0,0 1-1 0 0,0-1 1 0 0,-1 1-1 0 0,1 0 1 0 0,-2 0-1 0 0,1 0 1 0 0,-1 0 0 0 0,-1 1-1 0 0,1-1 1 0 0,-1 1-1 0 0,-1-1 1 0 0,0 12-1 0 0,-1-8 56 0 0,0-1 1 0 0,-1 1-1 0 0,-1-1 0 0 0,0 1 0 0 0,0-1 0 0 0,-1 0 0 0 0,-1 0 0 0 0,-7 15 0 0 0,6-15 7 0 0,-1 0 0 0 0,0-1 0 0 0,0 0 0 0 0,-1 0 0 0 0,0-1 0 0 0,-1 0 0 0 0,0 0 0 0 0,0-1-1 0 0,-1 0 1 0 0,0-1 0 0 0,0 0 0 0 0,-1 0 0 0 0,1-1 0 0 0,-2-1 0 0 0,1 0 0 0 0,-1 0 0 0 0,-21 5 0 0 0,14-8-44 0 0,1 0 0 0 0,-1-1 0 0 0,0-1 1 0 0,0-1-1 0 0,1-1 0 0 0,-21-4 1 0 0,-7-4 4 0 0,-53-19 1 0 0,83 23-18 0 0,0 0 0 0 0,-26-14 1 0 0,41 19-22 0 0,-28-14 500 0 0,28 15-536 0 0,-1-1 0 0 0,1 0 0 0 0,-1-1-1 0 0,1 1 1 0 0,0 0 0 0 0,-1 0 0 0 0,1-1-1 0 0,0 1 1 0 0,0-1 0 0 0,0 1 0 0 0,0-1-1 0 0,0 1 1 0 0,0-1 0 0 0,0 0 0 0 0,-1-2-1 0 0,2 2-18 0 0,0-19 45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04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234 242 188 0 0,'0'0'10322'0'0,"-13"2"-7376"0"0,-18-23-2891 0 0,-1 2 1 0 0,0 0-1 0 0,-2 2 0 0 0,-48-17 1 0 0,81 34-77 0 0,-7-3-62 0 0,25 6 85 0 0,-1-1 1 0 0,1-1-1 0 0,0 0 0 0 0,22-3 0 0 0,73-10 20 0 0,-59 5-17 0 0,-20 3-3 0 0,4 1 8 0 0,0-2-1 0 0,0-1 1 0 0,-1-2 0 0 0,48-18 0 0 0,-78 24 18 0 0,0-1 0 0 0,0-1 0 0 0,-1 1 1 0 0,1-1-1 0 0,-1 0 0 0 0,0 0 0 0 0,0-1 0 0 0,0 1 1 0 0,-1-1-1 0 0,6-8 0 0 0,-9 12-52 0 0,8-10-125 0 0,-5 9-37 0 0,-6 13 24 0 0,-12 42 200 0 0,3 0 1 0 0,-7 70-1 0 0,3 114 234 0 0,5-58-216 0 0,7-143-105 0 0,-10 94 191 0 0,10-111 264 0 0,-1-1 0 0 0,-1 0-1 0 0,0 0 1 0 0,-15 32-1 0 0,17-44-234 0 0,-1 0 0 0 0,1 0 0 0 0,-1 0 0 0 0,0-1 0 0 0,0 1 1 0 0,-1-1-1 0 0,1 0 0 0 0,-1 0 0 0 0,-1-1 0 0 0,1 1 0 0 0,0-1 0 0 0,-1 0 0 0 0,0-1 0 0 0,0 1 0 0 0,-10 3 0 0 0,8-5-104 0 0,-1 1 0 0 0,0-1 1 0 0,0-1-1 0 0,0 1 1 0 0,0-2-1 0 0,0 1 1 0 0,0-1-1 0 0,0 0 1 0 0,0-1-1 0 0,0 0 1 0 0,-11-3-1 0 0,-8-2-85 0 0,1-1-1 0 0,0-1 1 0 0,0-2 0 0 0,0 0-1 0 0,1-2 1 0 0,-26-16-1 0 0,50 27-228 0 0,0 0 0 0 0,0 0 0 0 0,0-1 0 0 0,0 0 0 0 0,0 1 0 0 0,0-1 0 0 0,0 0 0 0 0,1 0 0 0 0,-1 0 0 0 0,1 0 0 0 0,-1 0 0 0 0,1 0 0 0 0,0 0 0 0 0,0 0 0 0 0,0 0 0 0 0,-1-5 0 0 0,1 5-201 0 0,1-1 0 0 0,0 1 0 0 0,0 0 0 0 0,1 0 0 0 0,-1-1 0 0 0,0 1 0 0 0,1 0 0 0 0,-1 0 0 0 0,1-1 0 0 0,0 1 0 0 0,0 0 0 0 0,0 0 0 0 0,0 0 0 0 0,0 0 0 0 0,0 0 0 0 0,0 0 0 0 0,1 1 0 0 0,1-3 0 0 0,9-10-3925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04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44 2212 0 0,'-3'0'1641'0'0,"-10"0"930"0"0,10 0-1618 0 0,45-7 2912 0 0,37-1-4007 0 0,11 2 19 0 0,33-3-1996 0 0,-43-1-2467 0 0,-60 6 2718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04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5 1264 0 0,'5'-4'10120'0'0,"-15"43"-8770"0"0,-25 125 1170 0 0,32-147-2622 0 0,2 0 1 0 0,0 0 0 0 0,1 1-1 0 0,1-1 1 0 0,0 0-1 0 0,1 0 1 0 0,7 27 0 0 0,-7-41-343 0 0,-1 0-1 0 0,0 0 1 0 0,1 0 0 0 0,-1 0 0 0 0,1 0 0 0 0,0 0 0 0 0,4 4 0 0 0,16-8-8042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05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120 110 1540 0 0,'-12'-17'1374'0'0,"-1"1"-1"0"0,-1 0 1 0 0,0 1-1 0 0,-2 0 0 0 0,-19-15 1 0 0,33 29-1218 0 0,-4 5 31 0 0,6-4-190 0 0,-1 0 1 0 0,1 0-1 0 0,0 0 1 0 0,-1 0-1 0 0,1 0 1 0 0,0 0-1 0 0,-1 0 1 0 0,1 0-1 0 0,0 0 0 0 0,-1 0 1 0 0,1 1-1 0 0,0-1 1 0 0,0 0-1 0 0,-1 0 1 0 0,1 0-1 0 0,0 0 1 0 0,0 1-1 0 0,-1-1 1 0 0,1 0-1 0 0,0 0 1 0 0,0 1-1 0 0,-1-1 1 0 0,1 0-1 0 0,0 0 1 0 0,0 1-1 0 0,0-1 1 0 0,0 0-1 0 0,0 1 1 0 0,-1-1-1 0 0,1 0 1 0 0,0 1-1 0 0,0-1 1 0 0,0 1-1 0 0,0 5-501 0 0,1 0 0 0 0,-1-1 0 0 0,1 1 0 0 0,0 0 0 0 0,1 0 0 0 0,-1-1-1 0 0,1 1 1 0 0,0-1 0 0 0,5 9 0 0 0,1 2-2089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05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 1896 0 0,'-2'0'6670'0'0,"1"-1"-6586"0"0,1 1 1 0 0,-1 0-1 0 0,1 0 0 0 0,-1 0 1 0 0,1 0-1 0 0,-1 0 0 0 0,1 0 1 0 0,-1 0-1 0 0,1 0 0 0 0,-1 0 0 0 0,1 0 1 0 0,-1 1-1 0 0,1-1 0 0 0,-1 0 1 0 0,1 0-1 0 0,-1 0 0 0 0,1 1 1 0 0,-1-1-1 0 0,1 0 0 0 0,-1 0 1 0 0,1 1-1 0 0,-1-1 0 0 0,1 0 0 0 0,0 1 1 0 0,-1-1-1 0 0,1 1 0 0 0,0-1 1 0 0,-1 0-1 0 0,1 1 0 0 0,0-1 1 0 0,0 1-1 0 0,-1 0 0 0 0,1 21 1299 0 0,4-3-898 0 0,15 139 1615 0 0,-18-142-2021 0 0,-1 1 0 0 0,-1-1 0 0 0,0 1 0 0 0,-2-1 0 0 0,0 0 0 0 0,0 0 0 0 0,-10 25 0 0 0,7-21 18 0 0,5-16 78 0 0,-1 0 0 0 0,1 0 0 0 0,-1 1-1 0 0,0-1 1 0 0,0 0 0 0 0,0-1 0 0 0,-4 7 0 0 0,5-9 44 0 0,-2-1 30 0 0,-9-1 131 0 0,9-3-348 0 0,0 0 0 0 0,1 1 0 0 0,0-1 0 0 0,0 0 0 0 0,0 0 0 0 0,0-1 0 0 0,1 1 0 0 0,-1 0 0 0 0,1-1 0 0 0,0 1 0 0 0,1 0 0 0 0,-1-1 0 0 0,1 1 0 0 0,0-1 0 0 0,0 1 0 0 0,0-1-1 0 0,0 1 1 0 0,1-1 0 0 0,0 1 0 0 0,3-9 0 0 0,-1 2-35 0 0,0-1 0 0 0,1 1-1 0 0,1 0 1 0 0,0 0 0 0 0,0 1 0 0 0,1-1-1 0 0,8-10 1 0 0,-6 11-2 0 0,-1 0-1 0 0,2 0 1 0 0,-1 1 0 0 0,2 0-1 0 0,-1 0 1 0 0,1 1-1 0 0,0 0 1 0 0,1 1 0 0 0,0 0-1 0 0,0 1 1 0 0,0 0 0 0 0,1 1-1 0 0,-1 0 1 0 0,25-6-1 0 0,-22 9 2 0 0,0 0 0 0 0,0 1 1 0 0,0 1-1 0 0,-1 0 0 0 0,1 1 0 0 0,0 0 0 0 0,0 1 0 0 0,0 1 0 0 0,15 5 0 0 0,-23-6 9 0 0,0 0 1 0 0,0 1-1 0 0,0 0 1 0 0,-1 0-1 0 0,1 0 1 0 0,-1 1-1 0 0,0 0 1 0 0,0 0-1 0 0,8 8 0 0 0,-10-8 2 0 0,0-1 0 0 0,-1 1-1 0 0,1 0 1 0 0,-1 0 0 0 0,0 0-1 0 0,0 1 1 0 0,0-1 0 0 0,-1 0-1 0 0,1 1 1 0 0,-1-1 0 0 0,0 1-1 0 0,-1 0 1 0 0,1-1-1 0 0,-1 9 1 0 0,0 6-252 0 0,-2 0 1 0 0,-6 29-1 0 0,0-8-2214 0 0,8-38 2206 0 0,-1 1-1 0 0,1-1 0 0 0,0 0 1 0 0,0 0-1 0 0,0 1 1 0 0,0-1-1 0 0,0 0 1 0 0,0 0-1 0 0,0 1 1 0 0,1-1-1 0 0,-1 0 1 0 0,1 0-1 0 0,0 0 1 0 0,0 0-1 0 0,0 1 1 0 0,0-1-1 0 0,0 0 0 0 0,0 0 1 0 0,0-1-1 0 0,1 1 1 0 0,-1 0-1 0 0,0 0 1 0 0,1-1-1 0 0,0 1 1 0 0,-1-1-1 0 0,1 1 1 0 0,0-1-1 0 0,0 0 1 0 0,0 1-1 0 0,0-1 1 0 0,0 0-1 0 0,0 0 0 0 0,0-1 1 0 0,0 1-1 0 0,0 0 1 0 0,1-1-1 0 0,-1 1 1 0 0,0-1-1 0 0,0 0 1 0 0,5 0-1 0 0,11 1-2725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06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243 569 312 0 0,'7'-9'1519'0'0,"-1"0"0"0"0,0 0-1 0 0,0-1 1 0 0,-1 1 0 0 0,6-19 0 0 0,-9 24-1224 0 0,-1 1 1 0 0,0-1-1 0 0,0 1 0 0 0,0-1 1 0 0,-1 0-1 0 0,0 1 1 0 0,1-1-1 0 0,-1 0 0 0 0,0 1 1 0 0,-1-1-1 0 0,1 0 1 0 0,-1 1-1 0 0,1-1 0 0 0,-1 1 1 0 0,0-1-1 0 0,-1 1 1 0 0,1-1-1 0 0,0 1 0 0 0,-1-1 1 0 0,-3-3-1 0 0,5 6-258 0 0,-1 0 0 0 0,0 0-1 0 0,0 1 1 0 0,0-1 0 0 0,0 0 0 0 0,0 1 0 0 0,-1-1-1 0 0,1 1 1 0 0,0-1 0 0 0,0 1 0 0 0,0-1-1 0 0,0 1 1 0 0,-1 0 0 0 0,1 0 0 0 0,0 0-1 0 0,0 0 1 0 0,0 0 0 0 0,-1 0 0 0 0,1 0 0 0 0,0 0-1 0 0,-2 0 1 0 0,-27 9 216 0 0,14 0-223 0 0,-1 1 1 0 0,1 0-1 0 0,1 1 0 0 0,-1 1 0 0 0,2 1 0 0 0,0 0 0 0 0,1 0 1 0 0,0 2-1 0 0,1-1 0 0 0,0 2 0 0 0,1-1 0 0 0,1 2 1 0 0,1-1-1 0 0,-10 23 0 0 0,17-31-30 0 0,-1-1 0 0 0,1 0 0 0 0,0 1 0 0 0,1-1 0 0 0,0 1 0 0 0,0 0 0 0 0,1 11 0 0 0,0-17 10 0 0,0 0 0 0 0,0 0-1 0 0,0 0 1 0 0,1 0 0 0 0,-1-1-1 0 0,1 1 1 0 0,-1 0-1 0 0,1 0 1 0 0,0 0 0 0 0,-1 0-1 0 0,1-1 1 0 0,0 1 0 0 0,0 0-1 0 0,0-1 1 0 0,1 1 0 0 0,-1-1-1 0 0,0 1 1 0 0,0-1 0 0 0,1 0-1 0 0,-1 0 1 0 0,1 1 0 0 0,-1-1-1 0 0,1 0 1 0 0,0 0 0 0 0,-1 0-1 0 0,1-1 1 0 0,0 1-1 0 0,0 0 1 0 0,0-1 0 0 0,0 1-1 0 0,-1-1 1 0 0,1 1 0 0 0,0-1-1 0 0,0 0 1 0 0,0 0 0 0 0,4 0-1 0 0,2 0 23 0 0,0-1-1 0 0,0 0 0 0 0,0 0 0 0 0,0 0 1 0 0,0-1-1 0 0,-1-1 0 0 0,1 1 1 0 0,0-1-1 0 0,-1-1 0 0 0,0 1 1 0 0,0-1-1 0 0,10-7 0 0 0,-6 3-16 0 0,0-2 0 0 0,-1 1 0 0 0,0-1-1 0 0,-1-1 1 0 0,0 0 0 0 0,12-18 0 0 0,-1-5-25 0 0,-2-1 1 0 0,-2-1-1 0 0,-1 0 1 0 0,13-50-1 0 0,-8 11 52 0 0,-4 0-1 0 0,-4-1 1 0 0,4-80 0 0 0,-16 154-37 0 0,0 1 0 0 0,1 0 0 0 0,-1-1-1 0 0,0 1 1 0 0,0-1 0 0 0,0 1 0 0 0,0 0 0 0 0,0-1 0 0 0,0 1 0 0 0,-1 0 0 0 0,1-1 0 0 0,0 1 0 0 0,-1 0 0 0 0,1-1 0 0 0,-2-1 0 0 0,2 3 2 0 0,-1 1 0 0 0,1-1-1 0 0,-1 0 1 0 0,1 0 0 0 0,-1 1 0 0 0,0-1 0 0 0,1 0-1 0 0,-1 1 1 0 0,1-1 0 0 0,0 0 0 0 0,-1 1 0 0 0,1-1-1 0 0,-1 1 1 0 0,1-1 0 0 0,0 0 0 0 0,-1 1 0 0 0,1-1-1 0 0,0 1 1 0 0,-1-1 0 0 0,1 1 0 0 0,0 0 0 0 0,-1 0-1 0 0,-18 46 229 0 0,-3 40 34 0 0,-13 103 1 0 0,30-150-297 0 0,2-1 1 0 0,2 1-1 0 0,2-1 0 0 0,1 1 1 0 0,9 44-1 0 0,-9-70-281 0 0,1-1-1 0 0,1 1 1 0 0,1-1-1 0 0,0 0 1 0 0,8 14-1 0 0,-9-19-555 0 0,1-1-1 0 0,0 0 1 0 0,0 0-1 0 0,0 0 1 0 0,1-1-1 0 0,0 0 1 0 0,0 0-1 0 0,1-1 1 0 0,12 9-1 0 0,4 1-5214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07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30 724 1264 0 0,'-19'15'5361'0'0,"17"-13"-5010"0"0,1 0 1 0 0,0 1 0 0 0,0-1 0 0 0,0 0 0 0 0,0 1 0 0 0,0 0 0 0 0,0-1-1 0 0,1 1 1 0 0,-1-1 0 0 0,1 1 0 0 0,0 2 0 0 0,0-3-266 0 0,0-1 0 0 0,0 0 0 0 0,0 0 0 0 0,1 0-1 0 0,-1 0 1 0 0,1 0 0 0 0,-1 0 0 0 0,1 0 0 0 0,-1 0 0 0 0,1 0 0 0 0,-1-1 0 0 0,1 1 0 0 0,0 0 0 0 0,-1 0 0 0 0,1 0 0 0 0,0-1-1 0 0,0 1 1 0 0,0 0 0 0 0,0-1 0 0 0,0 1 0 0 0,0 0 0 0 0,-1-1 0 0 0,1 0 0 0 0,0 1 0 0 0,1-1 0 0 0,-1 1 0 0 0,0-1-1 0 0,0 0 1 0 0,0 0 0 0 0,0 0 0 0 0,0 0 0 0 0,0 1 0 0 0,2-2 0 0 0,2 2 2 0 0,1-1 1 0 0,-1 0-1 0 0,1 0 0 0 0,-1-1 1 0 0,0 0-1 0 0,1 0 1 0 0,-1 0-1 0 0,0 0 0 0 0,0-1 1 0 0,0 0-1 0 0,0 0 1 0 0,9-5-1 0 0,-6 2-26 0 0,-1 0-1 0 0,0-1 1 0 0,0 0-1 0 0,-1 0 1 0 0,0 0 0 0 0,0-1-1 0 0,7-9 1 0 0,-3-1-33 0 0,0 0-1 0 0,0-1 1 0 0,-2 1-1 0 0,0-2 1 0 0,-1 1 0 0 0,7-31-1 0 0,-4-5-103 0 0,-1 0 1 0 0,-3 0-1 0 0,-3-1 0 0 0,-2 0 1 0 0,-2 0-1 0 0,-13-85 0 0 0,11 112 32 0 0,3 21-6 0 0,-1 0-1 0 0,1 0 0 0 0,-2-1 1 0 0,1 1-1 0 0,-1 0 0 0 0,0 0 0 0 0,-5-10 1 0 0,7 17 47 0 0,0-1 1 0 0,-1 1 0 0 0,1 0 0 0 0,0 0 0 0 0,0 0 0 0 0,-1 0-1 0 0,1 0 1 0 0,0 0 0 0 0,0 0 0 0 0,-1 0 0 0 0,1 0 0 0 0,0 0-1 0 0,0 0 1 0 0,-1 0 0 0 0,1 0 0 0 0,0 0 0 0 0,-1 0-1 0 0,1 0 1 0 0,0 0 0 0 0,0 0 0 0 0,-1 0 0 0 0,1 0 0 0 0,0 0-1 0 0,0 0 1 0 0,-1 0 0 0 0,1 1 0 0 0,0-1 0 0 0,0 0-1 0 0,0 0 1 0 0,-1 0 0 0 0,1 0 0 0 0,0 1 0 0 0,0-1 0 0 0,0 0-1 0 0,0 0 1 0 0,-1 0 0 0 0,1 1 0 0 0,0-1 0 0 0,0 0-1 0 0,0 0 1 0 0,0 1 0 0 0,0-1 0 0 0,-8 11-18 0 0,-5 17 110 0 0,2 1 0 0 0,-16 60 0 0 0,-4 64 59 0 0,23-109-129 0 0,-1 60 0 0 0,8-88-35 0 0,1 1 1 0 0,1-1 0 0 0,1 1-1 0 0,0-1 1 0 0,1 0-1 0 0,11 31 1 0 0,-13-43 4 0 0,1 1 1 0 0,0-1-1 0 0,0 0 1 0 0,1 0-1 0 0,-1 0 1 0 0,1 0-1 0 0,0 0 0 0 0,0 0 1 0 0,0-1-1 0 0,0 0 1 0 0,1 1-1 0 0,0-1 1 0 0,-1-1-1 0 0,1 1 0 0 0,0 0 1 0 0,0-1-1 0 0,1 0 1 0 0,-1 0-1 0 0,0 0 0 0 0,7 1 1 0 0,-6-1-105 0 0,1-2 1 0 0,-1 1-1 0 0,0-1 0 0 0,1 1 1 0 0,-1-1-1 0 0,1-1 0 0 0,-1 1 1 0 0,0-1-1 0 0,1 0 1 0 0,-1 0-1 0 0,0-1 0 0 0,0 0 1 0 0,0 1-1 0 0,0-2 0 0 0,0 1 1 0 0,0-1-1 0 0,8-5 1 0 0,-1-1-91 0 0,-1-1 0 0 0,0 0 1 0 0,0-1-1 0 0,-1 0 1 0 0,-1-1-1 0 0,1 0 0 0 0,-2-1 1 0 0,14-25-1 0 0,-3-2-87 0 0,24-76-1 0 0,7-95 1291 0 0,-40 156-184 0 0,-9 54-722 0 0,-1 7-26 0 0,-2 21 25 0 0,-3 35 118 0 0,-16 467 1601 0 0,23-513-571 0 0,-2-16-1225 0 0,0 0 0 0 0,0 0 0 0 0,1 0 0 0 0,-1 0 0 0 0,0 0 0 0 0,0 0 0 0 0,0 0 0 0 0,0 0 1 0 0,0 0-1 0 0,0 0 0 0 0,0 0 0 0 0,0 0 0 0 0,1 0 0 0 0,-1 0 0 0 0,0 0 0 0 0,0 0 0 0 0,0 0 0 0 0,0 0 0 0 0,0 0 0 0 0,0 0 0 0 0,0 0 1 0 0,1 0-1 0 0,-1 0 0 0 0,0 0 0 0 0,0 0 0 0 0,0 0 0 0 0,0 0 0 0 0,0 0 0 0 0,0 0 0 0 0,0 0 0 0 0,0 0 0 0 0,1 0 0 0 0,-1 0 0 0 0,0 0 1 0 0,0 0-1 0 0,0 0 0 0 0,0 0 0 0 0,0 0 0 0 0,0-1 0 0 0,0 1 0 0 0,0 0 0 0 0,0 0 0 0 0,0 0 0 0 0,0 0 0 0 0,0 0 0 0 0,0 0 0 0 0,0 0 0 0 0,0 0 1 0 0,1-1-1 0 0,-1 1 0 0 0,0 0 0 0 0,0 0 0 0 0,11-26 589 0 0,-10 23-623 0 0,6-17 127 0 0,48-115 178 0 0,-47 119-303 0 0,0 1 0 0 0,1 0 0 0 0,1 1 0 0 0,0 0 0 0 0,1 1 0 0 0,17-17 0 0 0,-25 27 0 0 0,0 1 0 0 0,-1 0-1 0 0,1 0 1 0 0,0 0 0 0 0,0 0 0 0 0,0 0-1 0 0,0 0 1 0 0,0 1 0 0 0,1 0-1 0 0,-1 0 1 0 0,0 0 0 0 0,5-1 0 0 0,-5 2 8 0 0,-1 0 0 0 0,0 0 0 0 0,0 0 0 0 0,1 0 1 0 0,-1 0-1 0 0,0 1 0 0 0,0-1 0 0 0,1 1 0 0 0,-1 0 1 0 0,0 0-1 0 0,0 0 0 0 0,0 0 0 0 0,0 0 0 0 0,0 0 1 0 0,0 0-1 0 0,0 1 0 0 0,0-1 0 0 0,-1 1 0 0 0,1-1 1 0 0,2 3-1 0 0,2 3 3 0 0,-1 0 0 0 0,0 1 0 0 0,0-1 0 0 0,-1 1 0 0 0,0 0 0 0 0,0 0-1 0 0,4 13 1 0 0,13 65-3 0 0,-9-34-160 0 0,-9-42 141 0 0,-1 1 22 0 0,1-1 0 0 0,0 0 0 0 0,1 0-1 0 0,8 17 1 0 0,-10-24 14 0 0,0 0 0 0 0,0 0 0 0 0,1 0-1 0 0,-1 0 1 0 0,1-1 0 0 0,0 1 0 0 0,-1-1 0 0 0,1 0-1 0 0,0 0 1 0 0,0 0 0 0 0,1 0 0 0 0,-1 0 0 0 0,0-1-1 0 0,1 1 1 0 0,-1-1 0 0 0,1 0 0 0 0,5 1 0 0 0,0 0 10 0 0,0-2 1 0 0,0 1 0 0 0,0-1 0 0 0,-1-1-1 0 0,1 1 1 0 0,0-2 0 0 0,0 1 0 0 0,-1-1-1 0 0,1 0 1 0 0,-1-1 0 0 0,1 0 0 0 0,-1 0-1 0 0,0-1 1 0 0,0 0 0 0 0,-1 0 0 0 0,1-1 0 0 0,-1 0-1 0 0,11-10 1 0 0,0-1 3 0 0,1-2 0 0 0,-2 0 0 0 0,0-1 0 0 0,-2-1 0 0 0,18-28 0 0 0,-26 37-26 0 0,-1 0 1 0 0,0-1-1 0 0,8-22 0 0 0,-13 29 0 0 0,1 0-1 0 0,-1 0 1 0 0,0 0-1 0 0,0 0 0 0 0,0-1 1 0 0,-1 1-1 0 0,0 0 0 0 0,0 0 1 0 0,0-1-1 0 0,-1 1 1 0 0,-2-10-1 0 0,3 14 2 0 0,0 0 0 0 0,0 0 0 0 0,-1 0 0 0 0,1 0 0 0 0,-1 0-1 0 0,1 0 1 0 0,-1 1 0 0 0,1-1 0 0 0,-1 0 0 0 0,0 0 0 0 0,1 1 0 0 0,-1-1 0 0 0,0 0 0 0 0,1 1 0 0 0,-1-1 0 0 0,0 0 0 0 0,0 1 0 0 0,0-1-1 0 0,1 1 1 0 0,-1-1 0 0 0,0 1 0 0 0,0 0 0 0 0,0-1 0 0 0,0 1 0 0 0,0 0 0 0 0,0 0 0 0 0,0 0 0 0 0,0 0 0 0 0,0 0 0 0 0,0 0 0 0 0,0 0-1 0 0,0 0 1 0 0,0 0 0 0 0,0 0 0 0 0,0 0 0 0 0,0 0 0 0 0,0 1 0 0 0,0-1 0 0 0,1 0 0 0 0,-1 1 0 0 0,0-1 0 0 0,-2 2 0 0 0,-2 1 5 0 0,-1 0 1 0 0,0 1 0 0 0,1 0 0 0 0,0 0 0 0 0,-6 5 0 0 0,3-1-4 0 0,-1 1 0 0 0,1 0 1 0 0,1 1-1 0 0,0-1 0 0 0,0 2 0 0 0,1-1 1 0 0,0 1-1 0 0,1-1 0 0 0,0 1 0 0 0,1 1 1 0 0,0-1-1 0 0,-3 16 0 0 0,6-20 4 0 0,0 0 0 0 0,0 0 0 0 0,1 0 0 0 0,0 0 0 0 0,0 0 0 0 0,0 0-1 0 0,1 0 1 0 0,0-1 0 0 0,1 1 0 0 0,-1 0 0 0 0,1 0 0 0 0,0-1 0 0 0,1 1 0 0 0,0-1 0 0 0,0 1-1 0 0,0-1 1 0 0,1 0 0 0 0,0-1 0 0 0,0 1 0 0 0,0-1 0 0 0,1 1 0 0 0,7 6 0 0 0,-3-5-28 0 0,0-1 0 0 0,1 1 0 0 0,-1-2 1 0 0,1 1-1 0 0,0-1 0 0 0,1-1 0 0 0,-1 0 1 0 0,1 0-1 0 0,0-1 0 0 0,0 0 0 0 0,14 1 0 0 0,-14-3-553 0 0,1 0 0 0 0,0-1 0 0 0,0 0 0 0 0,17-2 0 0 0,-20 0-449 0 0,0 0 0 0 0,-1 0 0 0 0,1 0 0 0 0,0-1 1 0 0,-1-1-1 0 0,9-4 0 0 0,9-7-3612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07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0 2624 0 0,'-249'6'11281'0'0,"294"0"-10411"0"0,236 2-2182 0 0,-92-8-4618 0 0,-96-1 801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08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68 0 0,'0'-3'2232'0'0,"0"1"-1756"0"0,0-1 0 0 0,0 0 0 0 0,0 0 0 0 0,0 0 0 0 0,1 0 1 0 0,0 1-1 0 0,-1-1 0 0 0,1 0 0 0 0,0 1 0 0 0,0-1 0 0 0,0 0 1 0 0,3-4-1 0 0,-2 6-379 0 0,-1-1-1 0 0,1 1 1 0 0,-1-1 0 0 0,1 1 0 0 0,0 0 0 0 0,0 0 0 0 0,0 0-1 0 0,-1 0 1 0 0,1 0 0 0 0,0 0 0 0 0,0 0 0 0 0,0 1 0 0 0,0-1-1 0 0,0 1 1 0 0,1-1 0 0 0,-1 1 0 0 0,0 0 0 0 0,0 0-1 0 0,4 0 1 0 0,1 1-37 0 0,0-1 0 0 0,0 2-1 0 0,0-1 1 0 0,0 1-1 0 0,-1 0 1 0 0,1 0 0 0 0,0 1-1 0 0,-1 0 1 0 0,0 0-1 0 0,1 0 1 0 0,-1 1 0 0 0,-1 0-1 0 0,10 7 1 0 0,-7-4-35 0 0,0 1 0 0 0,-1-1 0 0 0,1 2 0 0 0,-2-1 0 0 0,1 1 0 0 0,-1-1 0 0 0,0 2 0 0 0,4 10 0 0 0,-6-11 127 0 0,-2 0 0 0 0,1 0 0 0 0,-1 1 0 0 0,0-1 0 0 0,-1 1 0 0 0,0 0-1 0 0,-1-1 1 0 0,0 1 0 0 0,-1 0 0 0 0,0-1 0 0 0,0 1 0 0 0,-1 0 0 0 0,0-1-1 0 0,0 0 1 0 0,-1 1 0 0 0,-1-1 0 0 0,1 0 0 0 0,-2-1 0 0 0,1 1-1 0 0,-10 12 861 0 0,8-24-735 0 0,6 3-271 0 0,-1 0 1 0 0,1 0-1 0 0,-1 0 0 0 0,1 0 1 0 0,0 0-1 0 0,-1 0 1 0 0,1 0-1 0 0,-1 0 0 0 0,1 0 1 0 0,0 0-1 0 0,-1 0 0 0 0,1 0 1 0 0,-1 0-1 0 0,1 0 0 0 0,0-1 1 0 0,-1 1-1 0 0,1 0 0 0 0,0 0 1 0 0,-1-1-1 0 0,1 1 0 0 0,0 0 1 0 0,0 0-1 0 0,-1-1 0 0 0,1 1 1 0 0,0 0-1 0 0,-1-1 0 0 0,1 1 1 0 0,0 0-1 0 0,0-1 0 0 0,0 1 1 0 0,0 0-1 0 0,-1-1 0 0 0,1-11 56 0 0,0 0-1 0 0,1 1 0 0 0,0-1 1 0 0,1 1-1 0 0,0-1 0 0 0,1 1 0 0 0,0 0 1 0 0,9-20-1 0 0,-6 16-34 0 0,2 0-1 0 0,-1 1 1 0 0,2 0-1 0 0,0 0 1 0 0,20-24-1 0 0,-24 34-94 0 0,-1 0-1 0 0,1 0 1 0 0,-1 1 0 0 0,1-1-1 0 0,0 1 1 0 0,0 0-1 0 0,1 0 1 0 0,-1 1-1 0 0,1-1 1 0 0,-1 1 0 0 0,1 1-1 0 0,0-1 1 0 0,0 1-1 0 0,0 0 1 0 0,-1 0 0 0 0,1 0-1 0 0,0 1 1 0 0,0 0-1 0 0,0 1 1 0 0,0-1 0 0 0,0 1-1 0 0,0 0 1 0 0,11 3-1 0 0,9 5-901 0 0,-1 0-1 0 0,0 2 1 0 0,0 1-1 0 0,22 15 1 0 0,-11-7-250 0 0,77 36-3778 0 0,-88-45 3382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09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358 833 2400 0 0,'3'0'991'0'0,"-2"0"-972"0"0,19-2 2068 0 0,-19 2-1988 0 0,0 0-1 0 0,-1 0 1 0 0,1 0-1 0 0,0 0 0 0 0,0-1 1 0 0,-1 1-1 0 0,1 0 0 0 0,0-1 1 0 0,0 1-1 0 0,-1 0 0 0 0,1-1 1 0 0,0 1-1 0 0,-1-1 0 0 0,1 1 1 0 0,0-1-1 0 0,-1 1 0 0 0,1-1 1 0 0,-1 0-1 0 0,1 1 0 0 0,-1-1 1 0 0,1 0-1 0 0,-1 1 0 0 0,0-1 1 0 0,1 0-1 0 0,-1 0 0 0 0,1-1 1 0 0,-1-5 104 0 0,0 0 0 0 0,-1-1 0 0 0,1 1 0 0 0,-1 0 0 0 0,-1-1 0 0 0,1 1 0 0 0,-1 0 0 0 0,-1 0 0 0 0,1 0 0 0 0,-1 1 0 0 0,0-1 0 0 0,-1 1 0 0 0,1-1 0 0 0,-1 1 0 0 0,-1 0 0 0 0,1 0 0 0 0,-1 1 0 0 0,0-1 0 0 0,0 1 0 0 0,-1 0 0 0 0,1 1 0 0 0,-10-6 0 0 0,9 5-127 0 0,-1 0-1 0 0,0 1 0 0 0,0 0 0 0 0,0 1 1 0 0,-1 0-1 0 0,1 0 0 0 0,-1 0 0 0 0,0 1 1 0 0,1 0-1 0 0,-1 1 0 0 0,0 0 0 0 0,0 0 1 0 0,0 0-1 0 0,0 1 0 0 0,0 0 0 0 0,-1 1 1 0 0,1 0-1 0 0,1 0 0 0 0,-1 1 0 0 0,-13 4 1 0 0,11-1-72 0 0,1 0 1 0 0,-1 0 0 0 0,1 2 0 0 0,0-1-1 0 0,0 1 1 0 0,0 0 0 0 0,1 1 0 0 0,0 0-1 0 0,1 0 1 0 0,0 1 0 0 0,0 0 0 0 0,1 0-1 0 0,0 1 1 0 0,1-1 0 0 0,0 1 0 0 0,-5 13-1 0 0,7-17 14 0 0,1 0 0 0 0,0 0 0 0 0,1 0 0 0 0,0 0 0 0 0,-1 0 0 0 0,2 0 0 0 0,-1 0 0 0 0,1 1 0 0 0,0-1-1 0 0,0 0 1 0 0,1 0 0 0 0,-1 0 0 0 0,2 1 0 0 0,-1-1 0 0 0,1 0 0 0 0,-1 0 0 0 0,2-1 0 0 0,-1 1 0 0 0,1 0 0 0 0,-1-1 0 0 0,2 1-1 0 0,-1-1 1 0 0,0 0 0 0 0,1 0 0 0 0,0 0 0 0 0,0-1 0 0 0,1 1 0 0 0,-1-1 0 0 0,1 0 0 0 0,8 5 0 0 0,-8-6-8 0 0,1 1 1 0 0,0-1 0 0 0,1 0 0 0 0,-1 0-1 0 0,0 0 1 0 0,1-1 0 0 0,0 0-1 0 0,-1 0 1 0 0,1-1 0 0 0,0 0 0 0 0,0 0-1 0 0,0-1 1 0 0,0 0 0 0 0,0 0-1 0 0,0 0 1 0 0,0-1 0 0 0,0 0 0 0 0,-1 0-1 0 0,1-1 1 0 0,0 0 0 0 0,-1 0-1 0 0,1-1 1 0 0,-1 0 0 0 0,11-6 0 0 0,-5 2-30 0 0,-1-1 1 0 0,0-1 0 0 0,0 0-1 0 0,-1 0 1 0 0,0-1 0 0 0,-1 0 0 0 0,0-1-1 0 0,0 0 1 0 0,-2 0 0 0 0,1-1 0 0 0,8-18-1 0 0,31-80-130 0 0,-45 107 102 0 0,-2 3 43 0 0,0 0 0 0 0,0 0 0 0 0,0-1 0 0 0,0 1 0 0 0,0 0 0 0 0,1 0 0 0 0,-1 0 0 0 0,0-1 0 0 0,0 1 0 0 0,0 0 1 0 0,1 0-1 0 0,-1 0 0 0 0,0 0 0 0 0,0 0 0 0 0,0-1 0 0 0,1 1 0 0 0,-1 0 0 0 0,0 0 0 0 0,0 0 0 0 0,1 0 0 0 0,-1 0 0 0 0,0 0 1 0 0,1 0-1 0 0,-1 0 0 0 0,0 0 0 0 0,0 0 0 0 0,1 0 0 0 0,-1 0 0 0 0,0 0 0 0 0,0 0 0 0 0,1 0 0 0 0,-1 0 0 0 0,4 12 13 0 0,-1 1-1 0 0,0-1 1 0 0,0 1-1 0 0,0 19 1 0 0,6 28 106 0 0,-2-29-37 0 0,-4-15-356 0 0,1 0 1 0 0,0 0-1 0 0,1-1 0 0 0,1 0 1 0 0,0 0-1 0 0,11 18 0 0 0,-16-32 212 0 0,-1 0-1 0 0,1 0 0 0 0,-1 0 0 0 0,1-1 1 0 0,-1 1-1 0 0,1 0 0 0 0,0 0 1 0 0,0-1-1 0 0,-1 1 0 0 0,1 0 1 0 0,0-1-1 0 0,0 1 0 0 0,-1-1 0 0 0,1 1 1 0 0,0-1-1 0 0,0 0 0 0 0,0 1 1 0 0,0-1-1 0 0,0 0 0 0 0,0 1 1 0 0,0-1-1 0 0,0 0 0 0 0,0 0 0 0 0,0 0 1 0 0,1 0-1 0 0,0 0 7 0 0,0-1 1 0 0,-1 0-1 0 0,1 1 1 0 0,-1-1-1 0 0,1 0 1 0 0,-1 0-1 0 0,1 0 0 0 0,-1 0 1 0 0,0 0-1 0 0,1 0 1 0 0,-1 0-1 0 0,0 0 0 0 0,2-2 1 0 0,2-5-67 0 0,1 0 0 0 0,-1 0 0 0 0,-1 0 0 0 0,5-9 0 0 0,10-31-116 0 0,-10 24 521 0 0,19-38 1 0 0,-25 56-216 0 0,1 1 0 0 0,-1-1 0 0 0,1 1 0 0 0,0 0 0 0 0,1 0 0 0 0,-1 0 0 0 0,1 1 1 0 0,0 0-1 0 0,0-1 0 0 0,0 2 0 0 0,9-6 0 0 0,-10 7-43 0 0,0 0 1 0 0,0 1-1 0 0,0 0 1 0 0,0 0-1 0 0,0 0 1 0 0,0 0-1 0 0,0 1 1 0 0,0-1-1 0 0,0 1 0 0 0,0 0 1 0 0,1 0-1 0 0,-1 1 1 0 0,0-1-1 0 0,0 1 1 0 0,7 2-1 0 0,-5-1 15 0 0,0 1-1 0 0,0-1 1 0 0,0 1 0 0 0,0 0-1 0 0,-1 1 1 0 0,1 0-1 0 0,-1-1 1 0 0,0 2 0 0 0,8 7-1 0 0,-9-7 9 0 0,1 0 1 0 0,-1 1-1 0 0,0-1 0 0 0,0 1 0 0 0,-1 0 0 0 0,1 0 1 0 0,-2 1-1 0 0,1-1 0 0 0,2 8 0 0 0,-4-10-4 0 0,0 1 1 0 0,0-1-1 0 0,-1 0 0 0 0,1 0 0 0 0,-1 1 0 0 0,0-1 0 0 0,0 0 0 0 0,0 1 0 0 0,-1-1 0 0 0,0 0 0 0 0,0 0 1 0 0,0 0-1 0 0,0 1 0 0 0,-3 6 0 0 0,-10 10 266 0 0,14-20-297 0 0,-1-1 0 0 0,1 1 0 0 0,-1 0 1 0 0,0-1-1 0 0,1 1 0 0 0,-1-1 0 0 0,0 1 1 0 0,1-1-1 0 0,-1 1 0 0 0,0-1 0 0 0,0 1 0 0 0,0-1 1 0 0,0 0-1 0 0,1 1 0 0 0,-1-1 0 0 0,0 0 1 0 0,0 0-1 0 0,0 1 0 0 0,0-1 0 0 0,0 0 1 0 0,0 0-1 0 0,0 0 0 0 0,1 0 0 0 0,-1 0 1 0 0,-2-1-1 0 0,0 0-4 0 0,0-1-1 0 0,0 1 1 0 0,0-1 0 0 0,0 0-1 0 0,0 0 1 0 0,0 0 0 0 0,0 0-1 0 0,1 0 1 0 0,-1-1 0 0 0,1 1-1 0 0,-1-1 1 0 0,1 0 0 0 0,0 0-1 0 0,0 0 1 0 0,0 0 0 0 0,1 0-1 0 0,-1 0 1 0 0,1 0 0 0 0,0 0 0 0 0,0-1-1 0 0,0 1 1 0 0,0 0 0 0 0,0-1-1 0 0,1 1 1 0 0,-1-1 0 0 0,1 1-1 0 0,0-1 1 0 0,0 1 0 0 0,1-5-1 0 0,-1 0-6 0 0,1 0 0 0 0,1 0 0 0 0,-1 0 0 0 0,1 1-1 0 0,0-1 1 0 0,1 1 0 0 0,0-1 0 0 0,0 1 0 0 0,0 0-1 0 0,1 0 1 0 0,0 0 0 0 0,7-8 0 0 0,-1 4 9 0 0,1 0 0 0 0,1 0 0 0 0,-1 1 0 0 0,1 1 0 0 0,1 0 0 0 0,0 1 0 0 0,0 0 0 0 0,21-8 0 0 0,-22 11-23 0 0,0 0 0 0 0,0 2 0 0 0,0-1 0 0 0,0 2 0 0 0,1-1 1 0 0,-1 2-1 0 0,1 0 0 0 0,-1 0 0 0 0,1 1 0 0 0,21 3 1 0 0,-29-3 18 0 0,0 1 1 0 0,0 0 0 0 0,0 0 0 0 0,-1 1 0 0 0,1 0 0 0 0,0-1 0 0 0,-1 2-1 0 0,1-1 1 0 0,-1 0 0 0 0,1 1 0 0 0,-1 0 0 0 0,0 0 0 0 0,0 0 0 0 0,0 1-1 0 0,-1-1 1 0 0,1 1 0 0 0,-1 0 0 0 0,0 0 0 0 0,0 0 0 0 0,0 0 0 0 0,3 8-1 0 0,0 3 57 0 0,-1 0 0 0 0,-1 1 0 0 0,0-1-1 0 0,-1 1 1 0 0,1 22 0 0 0,-1-17 37 0 0,9 41 1 0 0,-1-38-249 0 0,-11-24 116 0 0,1 1 0 0 0,-1 0 0 0 0,0-1 1 0 0,1 1-1 0 0,-1 0 0 0 0,1-1 0 0 0,0 1 1 0 0,-1 0-1 0 0,1-1 0 0 0,-1 1 0 0 0,1-1 0 0 0,0 1 1 0 0,-1-1-1 0 0,1 1 0 0 0,0-1 0 0 0,0 0 1 0 0,-1 1-1 0 0,1-1 0 0 0,0 0 0 0 0,0 0 1 0 0,-1 1-1 0 0,1-1 0 0 0,0 0 0 0 0,0 0 0 0 0,0 0 1 0 0,0 0-1 0 0,-1 0 0 0 0,1 0 0 0 0,0 0 1 0 0,1-1-1 0 0,6-2-208 0 0,-1-1 0 0 0,0-1 1 0 0,0 1-1 0 0,-1-1 0 0 0,1-1 1 0 0,-1 1-1 0 0,0-1 0 0 0,-1 0 1 0 0,1 0-1 0 0,-1-1 0 0 0,-1 1 1 0 0,1-1-1 0 0,-1 0 0 0 0,6-13 0 0 0,4-13-133 0 0,-1-1-1 0 0,9-37 0 0 0,-19 60 318 0 0,17-66 277 0 0,-3-2 0 0 0,10-114 1 0 0,-21 105 1977 0 0,-4 0 1 0 0,-10-94-1 0 0,6 176-1736 0 0,-3 12-335 0 0,-1 14-56 0 0,-12 377 1311 0 0,14-179-1110 0 0,-15 62 304 0 0,19-277-549 0 0,-1 0 0 0 0,1 0 1 0 0,0-1-1 0 0,-1 1 0 0 0,1-1 1 0 0,-1 1-1 0 0,0 0 1 0 0,0-1-1 0 0,0 1 0 0 0,0-1 1 0 0,0 0-1 0 0,-1 1 0 0 0,1-1 1 0 0,-1 0-1 0 0,0 0 1 0 0,1 0-1 0 0,-1 0 0 0 0,0 0 1 0 0,-3 2-1 0 0,4-4-19 0 0,0 1 0 0 0,0-1-1 0 0,1 0 1 0 0,-1 0 0 0 0,0 0 0 0 0,0 0 0 0 0,0 0-1 0 0,0 0 1 0 0,0 0 0 0 0,0 0 0 0 0,1 0 0 0 0,-1 0-1 0 0,0 0 1 0 0,0-1 0 0 0,0 1 0 0 0,0 0 0 0 0,0-1-1 0 0,1 1 1 0 0,-1 0 0 0 0,0-1 0 0 0,0 1 0 0 0,1-1-1 0 0,-1 1 1 0 0,0-1 0 0 0,1 0 0 0 0,-1 1 0 0 0,1-1-1 0 0,-1 0 1 0 0,0-1 0 0 0,-15-21 47 0 0,11 9-37 0 0,0-1-1 0 0,0 1 0 0 0,2-1 1 0 0,0 0-1 0 0,0 0 1 0 0,1-1-1 0 0,1 1 0 0 0,1 0 1 0 0,2-29-1 0 0,2 14-27 0 0,0 1 1 0 0,2-1-1 0 0,2 1 0 0 0,11-31 1 0 0,-12 42-9 0 0,1 1 0 0 0,0 0-1 0 0,1 0 1 0 0,1 1 0 0 0,1 0 0 0 0,0 1 0 0 0,1 1 0 0 0,0-1 0 0 0,1 2 0 0 0,27-22 0 0 0,-31 28 10 0 0,0 1 1 0 0,0 0-1 0 0,1 0 0 0 0,0 1 1 0 0,0 0-1 0 0,0 1 1 0 0,0 0-1 0 0,1 1 1 0 0,-1 0-1 0 0,1 1 1 0 0,0 0-1 0 0,0 1 1 0 0,0 0-1 0 0,0 0 0 0 0,0 1 1 0 0,0 1-1 0 0,0 0 1 0 0,0 0-1 0 0,20 6 1 0 0,-22-4 9 0 0,1 0-1 0 0,-2 0 1 0 0,1 1 0 0 0,0 0 0 0 0,-1 1 0 0 0,0 0 0 0 0,0 0-1 0 0,0 1 1 0 0,-1 0 0 0 0,8 8 0 0 0,-12-12 2 0 0,-1 1 0 0 0,0 0 0 0 0,0 0 0 0 0,0 0-1 0 0,0 0 1 0 0,0 0 0 0 0,-1 0 0 0 0,1 1 0 0 0,-1-1 0 0 0,0 0 0 0 0,0 1 0 0 0,0-1 0 0 0,0 1 0 0 0,-1-1-1 0 0,0 1 1 0 0,1 0 0 0 0,-1-1 0 0 0,0 1 0 0 0,-1-1 0 0 0,1 1 0 0 0,-1 0 0 0 0,1-1 0 0 0,-1 1 0 0 0,0-1-1 0 0,-1 0 1 0 0,1 1 0 0 0,0-1 0 0 0,-1 0 0 0 0,-3 5 0 0 0,-3 4-18 0 0,0 0 0 0 0,-1-1 0 0 0,-1 0 0 0 0,0-1 0 0 0,0 0 0 0 0,-1 0 0 0 0,-1-1 0 0 0,1-1 0 0 0,-1 0 0 0 0,-23 12 0 0 0,14-10 23 0 0,-1-1 0 0 0,0-1 1 0 0,-1 0-1 0 0,1-2 0 0 0,-44 6 0 0 0,36-10 193 0 0,-38-4 0 0 0,55 1-533 0 0,25 4 312 0 0,1 1 1 0 0,-1 0-1 0 0,0 1 1 0 0,0 0-1 0 0,13 8 0 0 0,52 36 25 0 0,-72-46-1 0 0,70 53-587 0 0,-16-11-2049 0 0,4-5-4239 0 0,-38-28 1143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10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448 455 224 0 0,'-28'-17'2430'0'0,"1"-1"1"0"0,1-1-1 0 0,-42-40 1 0 0,62 53-2105 0 0,0 1 0 0 0,0-1 0 0 0,-1 1 0 0 0,0 0 1 0 0,-10-5-1 0 0,14 9-301 0 0,-1 0-1 0 0,1 0 1 0 0,0 0-1 0 0,0 1 1 0 0,0-1 0 0 0,-1 1-1 0 0,1-1 1 0 0,0 1 0 0 0,0 0-1 0 0,-1 1 1 0 0,1-1 0 0 0,0 1-1 0 0,0-1 1 0 0,-1 1 0 0 0,1 0-1 0 0,0 0 1 0 0,-3 2-1 0 0,-8 4 15 0 0,1 0-1 0 0,0 1 0 0 0,1 0 0 0 0,0 1 1 0 0,0 1-1 0 0,1 0 0 0 0,0 1 0 0 0,1 0 0 0 0,0 0 1 0 0,1 1-1 0 0,0 0 0 0 0,1 1 0 0 0,0 0 1 0 0,1 0-1 0 0,1 0 0 0 0,0 1 0 0 0,-7 27 1 0 0,11-36-17 0 0,1-1-1 0 0,1 1 1 0 0,-1 0 0 0 0,1 0 0 0 0,0-1 0 0 0,0 1 0 0 0,0 0 0 0 0,1 0 0 0 0,-1 0 0 0 0,1-1 0 0 0,0 1 0 0 0,1 0 0 0 0,-1-1 0 0 0,1 1 0 0 0,0-1 0 0 0,0 0 0 0 0,0 1 0 0 0,4 3 0 0 0,-2-3 0 0 0,0-1-1 0 0,0 0 1 0 0,0 0 0 0 0,1 0-1 0 0,0-1 1 0 0,0 0 0 0 0,0 1-1 0 0,0-2 1 0 0,0 1 0 0 0,1-1 0 0 0,-1 1-1 0 0,1-1 1 0 0,0-1 0 0 0,6 2-1 0 0,0-1-3 0 0,0 0 1 0 0,0-1-1 0 0,0 0 0 0 0,0-1 0 0 0,-1 0 1 0 0,1-1-1 0 0,0 0 0 0 0,0-1 0 0 0,0-1 0 0 0,-1 1 1 0 0,1-2-1 0 0,-1 0 0 0 0,0 0 0 0 0,0-1 1 0 0,0 0-1 0 0,-1-1 0 0 0,0 0 0 0 0,10-8 0 0 0,-8 4-15 0 0,-1 1 0 0 0,0-2 0 0 0,-1 1-1 0 0,0-2 1 0 0,0 1 0 0 0,-1-1-1 0 0,-1 0 1 0 0,0-1 0 0 0,-1 0-1 0 0,0 0 1 0 0,-1-1 0 0 0,-1 0 0 0 0,8-27-1 0 0,-10 22 1 0 0,0 1-1 0 0,-1 0 0 0 0,0-1 1 0 0,-2 0-1 0 0,0 1 0 0 0,-2-1 1 0 0,-5-32-1 0 0,5 41-8 0 0,0 1 1 0 0,-1 0-1 0 0,0-1 1 0 0,0 1-1 0 0,-1 0 0 0 0,0 1 1 0 0,-1-1-1 0 0,0 1 0 0 0,0 0 1 0 0,-1 0-1 0 0,0 0 1 0 0,0 1-1 0 0,-1 0 0 0 0,0 0 1 0 0,0 1-1 0 0,-12-9 1 0 0,14 12 2 0 0,0 0 0 0 0,-1 1 1 0 0,1-1-1 0 0,0 1 1 0 0,-1 0-1 0 0,0 1 1 0 0,1-1-1 0 0,-1 1 0 0 0,0 0 1 0 0,0 1-1 0 0,0-1 1 0 0,0 1-1 0 0,0 0 0 0 0,0 1 1 0 0,0-1-1 0 0,1 1 1 0 0,-10 3-1 0 0,7-2-7 0 0,1 1-1 0 0,-1 1 1 0 0,0-1-1 0 0,1 1 1 0 0,0 0-1 0 0,0 1 1 0 0,0 0 0 0 0,1 0-1 0 0,-1 1 1 0 0,1-1-1 0 0,-9 12 1 0 0,10-10 1 0 0,-1 1 1 0 0,1-1 0 0 0,0 1-1 0 0,1 0 1 0 0,0 0-1 0 0,0 1 1 0 0,1-1 0 0 0,0 1-1 0 0,0 0 1 0 0,-2 15 0 0 0,4-18 11 0 0,1 1 0 0 0,-1-1 0 0 0,1 0 1 0 0,1 1-1 0 0,-1-1 0 0 0,1 1 1 0 0,0-1-1 0 0,1 0 0 0 0,-1 0 0 0 0,1 0 1 0 0,0 0-1 0 0,1 0 0 0 0,0 0 1 0 0,0 0-1 0 0,7 10 0 0 0,-1-6 14 0 0,0 0 0 0 0,1 0-1 0 0,0-1 1 0 0,1 0 0 0 0,0-1 0 0 0,0 0-1 0 0,0-1 1 0 0,1 0 0 0 0,1 0 0 0 0,-1-2-1 0 0,1 0 1 0 0,0 0 0 0 0,0-1-1 0 0,18 3 1 0 0,-10-3 6 0 0,1 0 0 0 0,-1-2-1 0 0,1-1 1 0 0,-1 0 0 0 0,1-2-1 0 0,-1 0 1 0 0,1-2 0 0 0,31-7 0 0 0,-37 5-8 0 0,-1 0 0 0 0,0-1 0 0 0,0-1 0 0 0,0 0 0 0 0,-1-1 0 0 0,0-1 0 0 0,0 0 0 0 0,-1-1-1 0 0,0 0 1 0 0,-1-1 0 0 0,0 0 0 0 0,-1-1 0 0 0,0 0 0 0 0,16-26 0 0 0,1-9 383 0 0,-2-1 0 0 0,-2-1 0 0 0,19-58 0 0 0,-30 76 82 0 0,-13 30-465 0 0,1-1 0 0 0,-1 0 0 0 0,1 1 0 0 0,0-1 0 0 0,-1 1 0 0 0,1-1 0 0 0,0 1 0 0 0,0-1 0 0 0,0 1 1 0 0,0-1-1 0 0,1 1 0 0 0,-1 0 0 0 0,3-3 0 0 0,-4 4-13 0 0,1 0 1 0 0,-1 0 0 0 0,0 0-1 0 0,1 1 1 0 0,-1-1-1 0 0,1 0 1 0 0,-1 0 0 0 0,1 0-1 0 0,-1 0 1 0 0,0 0-1 0 0,1 0 1 0 0,-1 1 0 0 0,0-1-1 0 0,1 0 1 0 0,-1 0-1 0 0,0 1 1 0 0,1-1 0 0 0,-1 0-1 0 0,0 0 1 0 0,1 1 0 0 0,-1-1-1 0 0,0 0 1 0 0,0 1-1 0 0,1-1 1 0 0,-1 1 0 0 0,0-1-1 0 0,0 0 1 0 0,0 1-1 0 0,1-1 1 0 0,-1 1 0 0 0,0-1-1 0 0,0 0 1 0 0,0 1-1 0 0,3 10 26 0 0,0-1 0 0 0,-1 1 0 0 0,0 10 0 0 0,-2-21-27 0 0,20 330 637 0 0,-25 4 1030 0 0,2-208-1206 0 0,-15 198 238 0 0,11-257-533 0 0,-4-1 0 0 0,-34 119 0 0 0,39-167 25 0 0,0 0 0 0 0,-2-1 1 0 0,0 1-1 0 0,-1-2 0 0 0,0 1 0 0 0,-2-1 0 0 0,-17 22 1 0 0,23-33-61 0 0,0 1 1 0 0,-1-1 0 0 0,0 0-1 0 0,0 0 1 0 0,0 0 0 0 0,0-1-1 0 0,-1 0 1 0 0,0-1 0 0 0,1 1 0 0 0,-1-1-1 0 0,-1 0 1 0 0,1-1 0 0 0,0 0-1 0 0,-1 0 1 0 0,1 0 0 0 0,-1-1-1 0 0,1 0 1 0 0,-1-1 0 0 0,0 0 0 0 0,1 0-1 0 0,-10-1 1 0 0,4-2-24 0 0,0 1-1 0 0,0-2 1 0 0,0 0 0 0 0,1 0-1 0 0,0-1 1 0 0,-1-1 0 0 0,2 0-1 0 0,-1 0 1 0 0,1-1 0 0 0,0-1-1 0 0,0 0 1 0 0,1 0 0 0 0,0-1 0 0 0,-11-14-1 0 0,14 15-73 0 0,0 0 0 0 0,1-1 0 0 0,0 0 0 0 0,0 0 0 0 0,1 0 0 0 0,1-1 0 0 0,-1 0 0 0 0,2 0-1 0 0,-1 0 1 0 0,1 0 0 0 0,1 0 0 0 0,0-1 0 0 0,0 1 0 0 0,1-1 0 0 0,0 0 0 0 0,1 1 0 0 0,0-1 0 0 0,3-12 0 0 0,2-1-40 0 0,1 1 0 0 0,1-1 0 0 0,1 2 0 0 0,1-1 0 0 0,1 1 0 0 0,1 1 0 0 0,1 0 0 0 0,20-28 0 0 0,8-3-499 0 0,87-87-1 0 0,-100 114-332 0 0,0 1 1 0 0,2 2-1 0 0,0 0 0 0 0,41-22 0 0 0,33-6-3787 0 0,5 8-3513 0 0,-58 25 783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11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309 295 2604 0 0,'49'-84'16278'0'0,"-49"86"-16125"0"0,0 3-68 0 0,0 0 0 0 0,0 0 0 0 0,-1 0 0 0 0,1 0 0 0 0,-1 0 0 0 0,-1 0 0 0 0,1 0-1 0 0,-4 7 1 0 0,-20 44 360 0 0,14-35-291 0 0,-217 385 1117 0 0,173-315-931 0 0,52-86-230 0 0,-8 12 238 0 0,11-17-333 0 0,-1 0-1 0 0,1 1 1 0 0,0-1-1 0 0,0 0 1 0 0,0 0-1 0 0,0 1 0 0 0,-1-1 1 0 0,1 0-1 0 0,0 0 1 0 0,0 0-1 0 0,-1 0 1 0 0,1 1-1 0 0,0-1 1 0 0,0 0-1 0 0,-1 0 0 0 0,1 0 1 0 0,0 0-1 0 0,-1 0 1 0 0,1 0-1 0 0,0 0 1 0 0,0 0-1 0 0,-1 0 1 0 0,1 0-1 0 0,0 0 1 0 0,-1 0-1 0 0,1 0 0 0 0,0 0 1 0 0,-1 0-1 0 0,1 0 1 0 0,0 0-1 0 0,0 0 1 0 0,-1 0-1 0 0,1 0 1 0 0,0 0-1 0 0,-1-1 0 0 0,1 1 1 0 0,0 0-1 0 0,0 0 1 0 0,-1 0-1 0 0,1 0 1 0 0,0-1-1 0 0,0 1 1 0 0,0 0-1 0 0,-1-1 0 0 0,1 0-2 0 0,-1-1-1 0 0,1 0 1 0 0,-1 0-1 0 0,1 1 1 0 0,0-1-1 0 0,0 0 1 0 0,0 0-1 0 0,0 1 1 0 0,0-1-1 0 0,0 0 1 0 0,1 0-1 0 0,-1 1 1 0 0,0-1-1 0 0,1 0 1 0 0,0-1-1 0 0,0-1 26 0 0,21-77-36 0 0,58-136 0 0 0,-51 144-46 0 0,2-8-117 0 0,3 2-1 0 0,4 2 0 0 0,79-120 0 0 0,-116 195 157 0 0,0 1 1 0 0,0 0-1 0 0,0-1 0 0 0,0 1 0 0 0,0-1 1 0 0,0 1-1 0 0,0 0 0 0 0,0 0 0 0 0,1 0 0 0 0,-1 0 1 0 0,0 0-1 0 0,1 0 0 0 0,-1 0 0 0 0,1 0 1 0 0,-1 0-1 0 0,1 0 0 0 0,-1 1 0 0 0,1-1 1 0 0,0 1-1 0 0,-1-1 0 0 0,1 1 0 0 0,0 0 1 0 0,-1 0-1 0 0,1 0 0 0 0,0 0 0 0 0,0 0 1 0 0,-1 0-1 0 0,1 0 0 0 0,0 0 0 0 0,2 1 1 0 0,-1 1-6 0 0,0 0 0 0 0,0 0 0 0 0,0 0 0 0 0,0 0 0 0 0,0 0 1 0 0,0 1-1 0 0,0 0 0 0 0,-1-1 0 0 0,0 1 0 0 0,1 0 1 0 0,-1 0-1 0 0,0 0 0 0 0,2 4 0 0 0,5 12 18 0 0,-1-1 0 0 0,0 2-1 0 0,-2-1 1 0 0,0 1 0 0 0,-1 0 0 0 0,3 21 0 0 0,7 125 50 0 0,-14-1-31 0 0,1 25-123 0 0,-2-187-14 0 0,0-1 1 0 0,1 0-1 0 0,-1 1 0 0 0,1-1 1 0 0,-1 1-1 0 0,1-1 0 0 0,-1 0 0 0 0,1 0 1 0 0,0 1-1 0 0,0-1 0 0 0,0 0 1 0 0,1 0-1 0 0,-1 0 0 0 0,0 0 1 0 0,1 0-1 0 0,-1 0 0 0 0,1-1 0 0 0,0 1 1 0 0,0 0-1 0 0,-1-1 0 0 0,1 1 1 0 0,0-1-1 0 0,0 0 0 0 0,1 1 0 0 0,1 0 1 0 0,-2-2-452 0 0,1 1 1 0 0,-1-1-1 0 0,1 0 1 0 0,-1 1-1 0 0,1-1 0 0 0,-1 0 1 0 0,1-1-1 0 0,-1 1 1 0 0,1 0-1 0 0,-1-1 1 0 0,1 1-1 0 0,-1-1 1 0 0,1 0-1 0 0,-1 0 1 0 0,0 0-1 0 0,0 0 0 0 0,1 0 1 0 0,-1 0-1 0 0,3-3 1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11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21 1464 0 0,'-51'3'5950'0'0,"11"0"-1694"0"0,32-3-2716 0 0,15 1-605 0 0,139-9-1072 0 0,-46-2-4971 0 0,-76 7 2243 0 0,1-3-766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12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93 788 0 0,'-27'-6'14087'0'0,"28"4"-13746"0"0,2 0-266 0 0,-1-1-1 0 0,1 1 0 0 0,0 1 1 0 0,0-1-1 0 0,0 0 1 0 0,0 1-1 0 0,0-1 1 0 0,1 1-1 0 0,-1 0 1 0 0,7-1-1 0 0,43-8 204 0 0,-32 7-210 0 0,283-40 389 0 0,-173 33-3628 0 0,-129 10 3019 0 0,26 0-2692 0 0,-8 4-2293 0 0,-12-1 2007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12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1 616 0 0,'-81'44'8482'0'0,"81"-43"-8445"0"0,-1-1 0 0 0,1 0 0 0 0,0 0 1 0 0,-1 0-1 0 0,1 0 0 0 0,0 0 1 0 0,-1 0-1 0 0,1 1 0 0 0,0-1 1 0 0,-1 0-1 0 0,1 0 0 0 0,0 0 0 0 0,0 1 1 0 0,-1-1-1 0 0,1 0 0 0 0,0 0 1 0 0,0 1-1 0 0,-1-1 0 0 0,1 0 1 0 0,0 1-1 0 0,0-1 0 0 0,0 0 1 0 0,0 0-1 0 0,-1 1 0 0 0,1-1 0 0 0,0 0 1 0 0,0 1-1 0 0,0-1 0 0 0,0 1 1 0 0,0-1-1 0 0,0 0 0 0 0,0 1 1 0 0,0-1-1 0 0,0 1 0 0 0,0-1 0 0 0,1 1 0 0 0,-1 0-1 0 0,1-1 1 0 0,-1 1 0 0 0,1-1 0 0 0,-1 1-1 0 0,1-1 1 0 0,-1 0 0 0 0,1 1-1 0 0,-1-1 1 0 0,1 1 0 0 0,0-1 0 0 0,-1 0-1 0 0,1 0 1 0 0,0 1 0 0 0,-1-1 0 0 0,1 0-1 0 0,0 0 1 0 0,0 0 0 0 0,33 6-87 0 0,1-2 0 0 0,-1-1 0 0 0,35-2 1 0 0,49-7-4951 0 0,-71 3 1465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13.8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592 104 184 0 0,'8'-5'2816'0'0,"-1"0"0"0"0,1-1 0 0 0,10-10 844 0 0,-5 5 269 0 0,-13 10-3874 0 0,0 1 1 0 0,1 0 0 0 0,-1-1 0 0 0,0 1 0 0 0,0 0 0 0 0,1 0 0 0 0,-1-1 0 0 0,0 1-1 0 0,0-1 1 0 0,1 1 0 0 0,-1 0 0 0 0,0-1 0 0 0,0 1 0 0 0,0-1 0 0 0,0 1 0 0 0,0 0-1 0 0,0-1 1 0 0,0 1 0 0 0,0-1 0 0 0,0 1 0 0 0,0 0 0 0 0,0-1 0 0 0,0 1 0 0 0,0-1 0 0 0,0 1-1 0 0,0 0 1 0 0,0-1 0 0 0,0 1 0 0 0,0-1 0 0 0,-1 1 0 0 0,1 0 0 0 0,0-1 0 0 0,0 1-1 0 0,0 0 1 0 0,-1-1 0 0 0,1 1 0 0 0,0 0 0 0 0,-1-1 0 0 0,1 1 0 0 0,0 0 0 0 0,0 0-1 0 0,-1-1 1 0 0,1 1 0 0 0,-1 0 0 0 0,1 0 0 0 0,0 0 0 0 0,-1-1 0 0 0,1 1 0 0 0,-1 0-1 0 0,-27-9 64 0 0,-1 1 0 0 0,0 1 0 0 0,-57-5 0 0 0,-90 5-220 0 0,170 7 90 0 0,-1 0 0 0 0,1 0 0 0 0,-1 1 0 0 0,1 0-1 0 0,0 0 1 0 0,-1 1 0 0 0,1 0 0 0 0,0 0 0 0 0,0 0 0 0 0,0 1 0 0 0,1 0 0 0 0,-1 0-1 0 0,1 0 1 0 0,-9 7 0 0 0,8-4-16 0 0,0 0 0 0 0,1 0 0 0 0,-1 1 0 0 0,1-1 0 0 0,1 1 0 0 0,-1 0 1 0 0,1 1-1 0 0,1-1 0 0 0,-6 16 0 0 0,1 5 85 0 0,1 1 1 0 0,1 1 0 0 0,2-1-1 0 0,-1 58 1 0 0,1 98 842 0 0,-19 285 1145 0 0,-41 248 298 0 0,44 127-1453 0 0,46 94-734 0 0,-21-757 13 0 0,-5-106 3208 0 0,4-20-1338 0 0,-4-54-2009 0 0,3 39-49 0 0,-1-21 7 0 0,-1-3 24 0 0,0-15 45 0 0,-1 0-63 0 0,0-1 7 0 0,0-1-1 0 0,0 0 0 0 0,0 0 1 0 0,0 0-1 0 0,0 1 1 0 0,0-1-1 0 0,0 0 1 0 0,0 0-1 0 0,0 1 1 0 0,0-1-1 0 0,0 0 1 0 0,0 0-1 0 0,0 0 1 0 0,0 1-1 0 0,0-1 1 0 0,1 0-1 0 0,-1 0 1 0 0,0 1-1 0 0,0-1 1 0 0,0 0-1 0 0,0 0 1 0 0,0 0-1 0 0,0 0 1 0 0,1 1-1 0 0,-1-1 1 0 0,0 0-1 0 0,0 0 1 0 0,0 0-1 0 0,1 0 1 0 0,-1 0-1 0 0,0 1 1 0 0,36 6 85 0 0,-1-1 1 0 0,53 3 0 0 0,-31-5-70 0 0,601 51-2042 0 0,-221-30-3178 0 0,-408-24 4314 0 0,152 4-4092 0 0,-145-7 290 0 0,45-7 0 0 0,-54 4-2002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14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87 1700 0 0,'3'-18'2915'0'0,"1"1"-1"0"0,1 1 1 0 0,8-20 668 0 0,-8 50-2015 0 0,-6 38 402 0 0,-16 94-1 0 0,-23 53-773 0 0,-5 25-6935 0 0,45-220 5356 0 0,-1 0 1 0 0,1 0 0 0 0,0 0 0 0 0,0 0 0 0 0,0 0-1 0 0,0-1 1 0 0,2 5 0 0 0,7 13-4398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15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1 173 128 0 0,'0'-21'4332'0'0,"-1"10"-2523"0"0,1 0 0 0 0,0 0 0 0 0,1-1 1 0 0,4-14-1 0 0,-5 23-1677 0 0,2-1 1 0 0,-1 1-1 0 0,0-1 1 0 0,1 1-1 0 0,-1 0 1 0 0,1 0 0 0 0,0 0-1 0 0,0 0 1 0 0,0 0-1 0 0,1 0 1 0 0,-1 0 0 0 0,1 1-1 0 0,0-1 1 0 0,-1 1-1 0 0,1 0 1 0 0,0 0 0 0 0,6-3-1 0 0,2 0-86 0 0,0 0 0 0 0,0 1 0 0 0,0 1 1 0 0,1 0-1 0 0,-1 1 0 0 0,1 0 0 0 0,0 1 0 0 0,-1 0 0 0 0,1 0 0 0 0,0 2 0 0 0,22 2 0 0 0,-25-2-38 0 0,-1 0 0 0 0,1 1 0 0 0,-1 0 0 0 0,0 1 0 0 0,1 0 0 0 0,-1 0 0 0 0,-1 0 0 0 0,1 1 0 0 0,0 0 0 0 0,-1 1 0 0 0,0 0 0 0 0,0 0 0 0 0,0 0 0 0 0,-1 1 0 0 0,1 0 0 0 0,9 13 0 0 0,-13-14 18 0 0,0 0 1 0 0,-1 0 0 0 0,1 0-1 0 0,-1 0 1 0 0,0 0-1 0 0,-1 0 1 0 0,1 1 0 0 0,-1-1-1 0 0,0 1 1 0 0,0-1-1 0 0,-1 1 1 0 0,0-1-1 0 0,0 7 1 0 0,-1-3-1 0 0,0 1 1 0 0,-1-1-1 0 0,0 0 0 0 0,-1 1 1 0 0,0-1-1 0 0,-8 17 1 0 0,-2-3 56 0 0,0-1 0 0 0,-2 0 1 0 0,-1-1-1 0 0,-28 30 1 0 0,-56 46 854 0 0,5-8 59 0 0,95-89-988 0 0,0 0-1 0 0,0 1 0 0 0,0-1 0 0 0,-1 1 1 0 0,1-1-1 0 0,0 1 0 0 0,0-1 0 0 0,0 0 1 0 0,0 1-1 0 0,0-1 0 0 0,0 1 0 0 0,0-1 0 0 0,0 1 1 0 0,1-1-1 0 0,-1 0 0 0 0,0 1 0 0 0,0-1 1 0 0,0 1-1 0 0,0-1 0 0 0,0 0 0 0 0,1 1 0 0 0,-1-1 1 0 0,0 0-1 0 0,0 1 0 0 0,1-1 0 0 0,-1 0 1 0 0,0 1-1 0 0,1-1 0 0 0,-1 0 0 0 0,0 1 1 0 0,1-1-1 0 0,-1 0 0 0 0,0 0 0 0 0,1 0 0 0 0,-1 1 1 0 0,1-1-1 0 0,-1 0 0 0 0,0 0 0 0 0,1 0 1 0 0,0 0-1 0 0,178-4 199 0 0,-99-1-266 0 0,45 0-63 0 0,92-4-2053 0 0,-1-4-3690 0 0,-146 6 1978 0 0,-2-1-1636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15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163 118 376 0 0,'-12'-36'8332'0'0,"12"33"-7865"0"0,-1-1 1 0 0,1 1-1 0 0,-1-1 0 0 0,1 1 0 0 0,0-1 0 0 0,1 0 0 0 0,-1-3 0 0 0,1 4-395 0 0,0 1-1 0 0,0 0 0 0 0,0-1 1 0 0,0 1-1 0 0,0 0 0 0 0,1 0 1 0 0,-1-1-1 0 0,1 1 1 0 0,-1 0-1 0 0,1 0 0 0 0,0 0 1 0 0,-1 1-1 0 0,1-1 1 0 0,0 0-1 0 0,0 1 0 0 0,1-1 1 0 0,-1 1-1 0 0,0 0 1 0 0,0 0-1 0 0,1 0 0 0 0,-1 0 1 0 0,0 0-1 0 0,1 0 1 0 0,-1 0-1 0 0,4 0 0 0 0,4-1-40 0 0,0 1 0 0 0,0 0 0 0 0,0 0 0 0 0,1 1 0 0 0,-1 0 0 0 0,0 0 0 0 0,0 1 0 0 0,0 1 0 0 0,0 0 0 0 0,0 0 0 0 0,12 5 0 0 0,-14-4-29 0 0,0 0 0 0 0,0 0 0 0 0,0 1 0 0 0,-1 0 0 0 0,0 1 0 0 0,1-1 0 0 0,-1 1 0 0 0,-1 1 1 0 0,1-1-1 0 0,-1 1 0 0 0,0 1 0 0 0,-1-1 0 0 0,9 13 0 0 0,-11-15 6 0 0,-2 1 0 0 0,1 0 1 0 0,0-1-1 0 0,-1 1 0 0 0,0 0 0 0 0,0 0 0 0 0,-1 0 1 0 0,1 0-1 0 0,-1-1 0 0 0,0 1 0 0 0,0 0 0 0 0,-1 0 1 0 0,1 0-1 0 0,-1 0 0 0 0,0 0 0 0 0,-1 0 1 0 0,1-1-1 0 0,-1 1 0 0 0,0 0 0 0 0,0-1 0 0 0,-4 7 1 0 0,-4 5 46 0 0,0 0 1 0 0,-1-1 0 0 0,0 0 0 0 0,-19 18-1 0 0,8-10 53 0 0,-2 0 0 0 0,-1-2 0 0 0,-47 32 0 0 0,50-47 629 0 0,16-6-390 0 0,15-5-326 0 0,4 1 14 0 0,0 0-1 0 0,1 1 1 0 0,-1 1 0 0 0,1 0-1 0 0,0 0 1 0 0,0 2 0 0 0,-1 0-1 0 0,1 0 1 0 0,0 1 0 0 0,0 1-1 0 0,-1 0 1 0 0,1 1-1 0 0,-1 0 1 0 0,18 8 0 0 0,-15-5-3 0 0,0 0 1 0 0,-1 2 0 0 0,0-1 0 0 0,-1 2-1 0 0,1 0 1 0 0,-2 1 0 0 0,1 0-1 0 0,-1 1 1 0 0,-1 1 0 0 0,0 0 0 0 0,17 22-1 0 0,-26-31 62 0 0,-1 0 0 0 0,0 1-1 0 0,1-1 1 0 0,-1 1 0 0 0,-1-1 0 0 0,1 1-1 0 0,0 0 1 0 0,-1 0 0 0 0,0 0-1 0 0,0-1 1 0 0,0 1 0 0 0,0 0-1 0 0,0 1 1 0 0,-1-1 0 0 0,0 0 0 0 0,0 0-1 0 0,0 0 1 0 0,0 0 0 0 0,-1 0-1 0 0,0 0 1 0 0,0 0 0 0 0,0 0 0 0 0,0 0-1 0 0,0 0 1 0 0,-1-1 0 0 0,0 1-1 0 0,1 0 1 0 0,-1-1 0 0 0,-1 1 0 0 0,1-1-1 0 0,0 0 1 0 0,-1 0 0 0 0,0 0-1 0 0,0 0 1 0 0,0 0 0 0 0,0 0-1 0 0,0-1 1 0 0,0 1 0 0 0,-5 1 0 0 0,-5 4 24 0 0,-1 0-1 0 0,0-1 1 0 0,-1-1 0 0 0,0 0 0 0 0,0-1 0 0 0,0-1 0 0 0,0 0 0 0 0,-1-1 0 0 0,0 0 0 0 0,0-2 0 0 0,-19 1 0 0 0,-9-3 13 0 0,0-1 1 0 0,-77-15 0 0 0,97 13-501 0 0,0-1 0 0 0,1-2 1 0 0,0 0-1 0 0,-33-16 0 0 0,54 23 197 0 0,1-1 0 0 0,0 1-1 0 0,0-1 1 0 0,0 0-1 0 0,0 1 1 0 0,0-1 0 0 0,0 0-1 0 0,0 1 1 0 0,0-1 0 0 0,1 0-1 0 0,-1 0 1 0 0,0 0 0 0 0,0 0-1 0 0,1 0 1 0 0,-1 0 0 0 0,0 0-1 0 0,1 0 1 0 0,-1 0-1 0 0,1 0 1 0 0,-1 0 0 0 0,1-1-1 0 0,0 1 1 0 0,0 0 0 0 0,-1 0-1 0 0,1 0 1 0 0,0-3 0 0 0,0 3-104 0 0,1-1 0 0 0,-1 0 0 0 0,1 1 0 0 0,0-1 0 0 0,-1 1 0 0 0,1 0 0 0 0,0-1 0 0 0,0 1 0 0 0,0 0 0 0 0,0-1 0 0 0,0 1 0 0 0,0 0 0 0 0,0 0 0 0 0,0 0 0 0 0,0 0 0 0 0,1 0 0 0 0,-1 0 0 0 0,0 0 0 0 0,1 0 0 0 0,2-1 0 0 0,13-6-3255 0 0,6-4-1410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16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1 124 180 0 0,'51'-83'15268'0'0,"-30"47"-10665"0"0,-21 34-4439 0 0,5-1 186 0 0,-5 9-361 0 0,-2 10-26 0 0,-1 0 1 0 0,-8 22-1 0 0,-2 12 60 0 0,10-36 37 0 0,1 1 0 0 0,1 0 0 0 0,0 0 0 0 0,1 0 0 0 0,1 0 1 0 0,0 0-1 0 0,1-1 0 0 0,5 23 0 0 0,-6-33-47 0 0,0 1 1 0 0,1-1 0 0 0,0 1 0 0 0,-1-1 0 0 0,1 0 0 0 0,0 0 0 0 0,1 0-1 0 0,-1 0 1 0 0,1 0 0 0 0,0-1 0 0 0,0 1 0 0 0,0-1 0 0 0,0 0-1 0 0,1 0 1 0 0,-1 0 0 0 0,1 0 0 0 0,0-1 0 0 0,0 1 0 0 0,0-1 0 0 0,0 0-1 0 0,0 0 1 0 0,0 0 0 0 0,1-1 0 0 0,-1 1 0 0 0,0-1 0 0 0,1 0-1 0 0,0-1 1 0 0,-1 1 0 0 0,1-1 0 0 0,-1 1 0 0 0,7-2 0 0 0,-1 0-28 0 0,0-1 1 0 0,0 0 0 0 0,0 0-1 0 0,0-1 1 0 0,0 0 0 0 0,-1-1-1 0 0,0 0 1 0 0,0-1 0 0 0,12-7-1 0 0,10-9-16 0 0,33-29 0 0 0,-41 31 40 0 0,30-29 1564 0 0,16-12 2304 0 0,-67 59-3639 0 0,-2 1-233 0 0,1 0 0 0 0,-1 0 0 0 0,1 1 1 0 0,-1-1-1 0 0,1 0 0 0 0,-1 0 0 0 0,1 1 1 0 0,-1-1-1 0 0,1 0 0 0 0,-1 0 0 0 0,0 1 1 0 0,1-1-1 0 0,-1 0 0 0 0,0 1 0 0 0,1-1 0 0 0,-1 1 1 0 0,0-1-1 0 0,1 1 0 0 0,-1-1 0 0 0,0 0 1 0 0,0 1-1 0 0,0-1 0 0 0,1 1 0 0 0,-1-1 1 0 0,0 1-1 0 0,0-1 0 0 0,0 1 0 0 0,0-1 0 0 0,0 1 1 0 0,0-1-1 0 0,0 1 0 0 0,0-1 0 0 0,0 1 1 0 0,0-1-1 0 0,0 1 0 0 0,0-1 0 0 0,0 1 1 0 0,-1 0-1 0 0,-5 29 70 0 0,4-21 3 0 0,-62 322-2194 0 0,30-160-4081 0 0,5-59-3217 0 0,19-72 2185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17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0 154 1444 0 0,'2'-10'1662'0'0,"0"-1"0"0"0,1 1-1 0 0,0 0 1 0 0,9-18 0 0 0,-9 24-1449 0 0,-1-1 1 0 0,1 1-1 0 0,1 0 1 0 0,-1 0-1 0 0,0 0 1 0 0,1 0-1 0 0,0 0 1 0 0,0 1-1 0 0,0 0 1 0 0,0 0 0 0 0,10-5-1 0 0,-1 2-17 0 0,0 0 0 0 0,0 2 1 0 0,0-1-1 0 0,1 1 0 0 0,0 1 0 0 0,0 1 0 0 0,-1 0 0 0 0,2 0 0 0 0,-1 2 0 0 0,0 0 1 0 0,28 3-1 0 0,-29-1-166 0 0,-1 0 0 0 0,1 1 0 0 0,-1 0 1 0 0,1 1-1 0 0,-1 1 0 0 0,-1 0 0 0 0,1 0 1 0 0,0 1-1 0 0,-1 1 0 0 0,-1 0 0 0 0,1 0 1 0 0,-1 1-1 0 0,14 14 0 0 0,-20-19 50 0 0,-1 1 0 0 0,0 0-1 0 0,0-1 1 0 0,-1 1 0 0 0,1 0-1 0 0,-1 0 1 0 0,0 1 0 0 0,0-1 0 0 0,0 0-1 0 0,0 1 1 0 0,-1-1 0 0 0,0 1 0 0 0,0-1-1 0 0,0 1 1 0 0,-1 0 0 0 0,1-1 0 0 0,-1 1-1 0 0,0 0 1 0 0,0 0 0 0 0,-1-1 0 0 0,1 1-1 0 0,-1 0 1 0 0,0-1 0 0 0,0 1 0 0 0,-1-1-1 0 0,0 1 1 0 0,1-1 0 0 0,-1 0 0 0 0,-1 0-1 0 0,-4 8 1 0 0,-6 7 425 0 0,-2-1 1 0 0,0-1-1 0 0,-1 0 0 0 0,-34 28 0 0 0,44-39-453 0 0,-36 26 669 0 0,-1-2 0 0 0,-84 43 0 0 0,68-40-218 0 0,57-32-394 0 0,5 0-53 0 0,20-1 3 0 0,0-1 0 0 0,0-1 1 0 0,0 0-1 0 0,23-7 0 0 0,1 1-27 0 0,125-16-570 0 0,-52 8-2846 0 0,-2-2-7512 0 0,-95 13 4817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18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74 2752 0 0,'-11'-29'9189'0'0,"0"-15"514"0"0,8 47-9548 0 0,3-3-151 0 0,-1 0-1 0 0,1 0 1 0 0,0 0 0 0 0,-1 0 0 0 0,1 0-1 0 0,0 0 1 0 0,0 0 0 0 0,-1 1 0 0 0,1-1-1 0 0,0 0 1 0 0,-1 0 0 0 0,1 0 0 0 0,0 0 0 0 0,0 1-1 0 0,0-1 1 0 0,-1 0 0 0 0,1 0 0 0 0,0 1-1 0 0,0-1 1 0 0,0 0 0 0 0,0 0 0 0 0,-1 1-1 0 0,1-1 1 0 0,0 0 0 0 0,0 1 0 0 0,0-1 0 0 0,0 0-1 0 0,0 0 1 0 0,0 1 0 0 0,0-1 0 0 0,0 1-1 0 0,-35 129 432 0 0,23-96-812 0 0,2 1 1 0 0,2 0-1 0 0,-6 55 0 0 0,12-71-650 0 0,2 0 0 0 0,1 1-1 0 0,3 26 1 0 0,-2-37-246 0 0,0 0 0 0 0,0 0 0 0 0,1-1 0 0 0,1 1 0 0 0,6 12 0 0 0,4 3-5423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18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85 1980 0 0,'2'-2'1688'0'0,"11"-15"1829"0"0,-3 3 206 0 0,16-27 518 0 0,-20 31-2732 0 0,-23 52-982 0 0,-16 60 1 0 0,29-87-509 0 0,1 0-1 0 0,0 1 1 0 0,1-1 0 0 0,0 1-1 0 0,2 29 1 0 0,0-41-2 0 0,0 0-1 0 0,1 0 1 0 0,0 1 0 0 0,0-1-1 0 0,0 0 1 0 0,0 0-1 0 0,0 0 1 0 0,1 0-1 0 0,0 0 1 0 0,0 0 0 0 0,0-1-1 0 0,0 1 1 0 0,1-1-1 0 0,-1 1 1 0 0,1-1 0 0 0,0 0-1 0 0,0 0 1 0 0,0 0-1 0 0,0 0 1 0 0,1-1 0 0 0,-1 1-1 0 0,1-1 1 0 0,0 0-1 0 0,-1 0 1 0 0,1 0-1 0 0,5 2 1 0 0,-2-2-11 0 0,0 0 0 0 0,0-1 0 0 0,1 1 0 0 0,-1-2-1 0 0,0 1 1 0 0,0-1 0 0 0,1 0 0 0 0,-1 0 0 0 0,0 0 0 0 0,0-1 0 0 0,13-4 0 0 0,-9 2 10 0 0,-1-1 0 0 0,0 0 0 0 0,0-1 0 0 0,0 0 0 0 0,0-1 0 0 0,-1 0 0 0 0,9-7 1 0 0,9-12 33 0 0,-1 0 0 0 0,-1-2 1 0 0,35-48-1 0 0,-49 61-48 0 0,73-103 1419 0 0,-82 115-1331 0 0,-2 2-85 0 0,1 0 0 0 0,-1 0 0 0 0,0 1 0 0 0,1-1 0 0 0,-1 0 0 0 0,0 0 0 0 0,1 0 0 0 0,-1 0 1 0 0,1 1-1 0 0,-1-1 0 0 0,0 0 0 0 0,0 0 0 0 0,1 0 0 0 0,-1 1 0 0 0,0-1 0 0 0,1 0 0 0 0,-1 1 1 0 0,0-1-1 0 0,0 0 0 0 0,1 1 0 0 0,-1-1 0 0 0,0 0 0 0 0,0 1 0 0 0,0-1 0 0 0,0 0 0 0 0,0 1 1 0 0,1-1-1 0 0,-1 1 0 0 0,0-1 0 0 0,-46 172 627 0 0,-2 18-921 0 0,45-171-727 0 0,0 0-1 0 0,2 39 0 0 0,1-50 137 0 0,1 0 0 0 0,0-1 0 0 0,0 1 0 0 0,0-1 0 0 0,1 1 0 0 0,1-1 0 0 0,-1 0 0 0 0,1 0 0 0 0,0 0 0 0 0,7 11 0 0 0,5 1-4669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19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134 174 1100 0 0,'-9'-8'5892'0'0,"7"4"-5166"0"0,0 0 1 0 0,1 0-1 0 0,-1 0 1 0 0,1 0-1 0 0,0 0 0 0 0,0 0 1 0 0,1 0-1 0 0,-1-1 1 0 0,1 1-1 0 0,0-5 1 0 0,0 5-428 0 0,1-1 0 0 0,0 1 0 0 0,0 0 1 0 0,0 0-1 0 0,0 0 0 0 0,1 0 1 0 0,-1 0-1 0 0,1 0 0 0 0,3-4 1 0 0,-2 3-239 0 0,1 0 0 0 0,0 0 1 0 0,1 0-1 0 0,-1 0 1 0 0,1 1-1 0 0,0 0 0 0 0,0 0 1 0 0,0 0-1 0 0,0 1 0 0 0,1 0 1 0 0,-1 0-1 0 0,1 0 1 0 0,12-4-1 0 0,-7 4-46 0 0,0 1-1 0 0,0 0 1 0 0,1 0 0 0 0,-1 1-1 0 0,1 0 1 0 0,-1 1-1 0 0,1 1 1 0 0,-1 0 0 0 0,0 0-1 0 0,1 1 1 0 0,-1 0 0 0 0,13 5-1 0 0,-20-5-12 0 0,1-1 0 0 0,-1 1 0 0 0,0 0-1 0 0,0 0 1 0 0,0 0 0 0 0,0 0 0 0 0,-1 1 0 0 0,1-1 0 0 0,-1 1-1 0 0,1 0 1 0 0,-1 0 0 0 0,0 0 0 0 0,0 1 0 0 0,0-1-1 0 0,-1 1 1 0 0,1 0 0 0 0,-1-1 0 0 0,0 1 0 0 0,0 0 0 0 0,0 0-1 0 0,-1 1 1 0 0,1-1 0 0 0,-1 0 0 0 0,0 0 0 0 0,0 1 0 0 0,0-1-1 0 0,-1 1 1 0 0,0-1 0 0 0,0 1 0 0 0,0-1 0 0 0,0 0-1 0 0,-1 1 1 0 0,-1 7 0 0 0,0-2 8 0 0,-2 0 0 0 0,1 1-1 0 0,-1-1 1 0 0,0-1 0 0 0,-1 1-1 0 0,0-1 1 0 0,-1 0 0 0 0,-11 15 0 0 0,-6 3 52 0 0,-33 30 1 0 0,27-29 59 0 0,14-15 227 0 0,15-14-342 0 0,0 1-1 0 0,0 0 0 0 0,0 0 0 0 0,0 0 0 0 0,1 0 1 0 0,-1 0-1 0 0,0-1 0 0 0,0 1 0 0 0,0 0 0 0 0,0 0 0 0 0,0 0 1 0 0,0 0-1 0 0,0 0 0 0 0,0-1 0 0 0,0 1 0 0 0,0 0 1 0 0,0 0-1 0 0,0 0 0 0 0,0 0 0 0 0,0-1 0 0 0,0 1 1 0 0,0 0-1 0 0,0 0 0 0 0,0 0 0 0 0,0 0 0 0 0,-1 0 1 0 0,1-1-1 0 0,0 1 0 0 0,0 0 0 0 0,0 0 0 0 0,0 0 0 0 0,0 0 1 0 0,0 0-1 0 0,0 0 0 0 0,0 0 0 0 0,-1-1 0 0 0,1 1 1 0 0,0 0-1 0 0,0 0 0 0 0,0 0 0 0 0,0 0 0 0 0,0 0 1 0 0,0 0-1 0 0,-1 0 0 0 0,1 0 0 0 0,0 0 0 0 0,0 0 1 0 0,0 0-1 0 0,0 0 0 0 0,-1 0 0 0 0,1 0 0 0 0,0 0 1 0 0,0 0-1 0 0,0 0 0 0 0,0 0 0 0 0,0 0 0 0 0,-1 0 0 0 0,1 0 1 0 0,0 0-1 0 0,0 0 0 0 0,0 0 0 0 0,0 0 0 0 0,0 0 1 0 0,-1 0-1 0 0,1 0 0 0 0,0 0 0 0 0,0 1 0 0 0,0-1 1 0 0,1-1-5 0 0,0 0 0 0 0,0 0 1 0 0,0 1-1 0 0,0-1 0 0 0,0 0 0 0 0,0 1 1 0 0,0-1-1 0 0,0 1 0 0 0,1-1 1 0 0,-1 1-1 0 0,0-1 0 0 0,0 1 1 0 0,3 0-1 0 0,10-3 5 0 0,-5 1-8 0 0,0 1 0 0 0,0 0 0 0 0,-1 0-1 0 0,1 1 1 0 0,0 0 0 0 0,0 1 0 0 0,0 0 0 0 0,0 0 0 0 0,-1 1 0 0 0,1 0 0 0 0,-1 0 0 0 0,1 1 0 0 0,-1 0 0 0 0,14 8 0 0 0,-10-4 11 0 0,0 0 1 0 0,-1 1-1 0 0,0 0 1 0 0,0 1-1 0 0,-1 0 1 0 0,0 1-1 0 0,-1 0 1 0 0,13 17 0 0 0,-19-23 28 0 0,0 0 0 0 0,0 1 1 0 0,-1-1-1 0 0,0 1 1 0 0,0-1-1 0 0,0 1 1 0 0,0 0-1 0 0,-1 0 0 0 0,1 0 1 0 0,-1 0-1 0 0,-1 0 1 0 0,1 0-1 0 0,-1 0 0 0 0,0 0 1 0 0,0 0-1 0 0,0 0 1 0 0,-1 0-1 0 0,1 0 1 0 0,-4 8-1 0 0,2-7 60 0 0,-1 1 1 0 0,0-1-1 0 0,0-1 1 0 0,0 1-1 0 0,-1 0 1 0 0,0-1-1 0 0,0 0 1 0 0,0 0-1 0 0,-1 0 1 0 0,1 0-1 0 0,-1-1 0 0 0,0 0 1 0 0,-1 0-1 0 0,-8 5 1 0 0,-2 0 1 0 0,0-1 0 0 0,-1-1 0 0 0,0-1 0 0 0,0-1 0 0 0,0 0 0 0 0,-1-1 0 0 0,1-1 0 0 0,-1 0 0 0 0,0-1 0 0 0,-30-2 0 0 0,-67-9-2156 0 0,3-10-5468 0 0,86 13 2835 0 0,1-1-2350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20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318 103 932 0 0,'-16'-12'4406'0'0,"1"0"1"0"0,-25-28-1 0 0,22 22-1904 0 0,17 17-2169 0 0,1 0-305 0 0,0 1 1 0 0,0-1 0 0 0,0 0-1 0 0,1 1 1 0 0,-1-1 0 0 0,0 0-1 0 0,0 1 1 0 0,0-1-1 0 0,1 0 1 0 0,-1 1 0 0 0,0-1-1 0 0,1 0 1 0 0,-1 1 0 0 0,1-1-1 0 0,-1 1 1 0 0,0-1 0 0 0,1 1-1 0 0,-1-1 1 0 0,1 1 0 0 0,0-1-1 0 0,-1 1 1 0 0,1-1 0 0 0,-1 1-1 0 0,1 0 1 0 0,0-1 0 0 0,-1 1-1 0 0,2-1 1 0 0,1 0 1 0 0,0 1-1 0 0,0-1 1 0 0,0 0-1 0 0,1 1 1 0 0,-1 0 0 0 0,6 0-1 0 0,49 9 14 0 0,-57-9-37 0 0,27 7 21 0 0,1 1 0 0 0,37 16 1 0 0,-53-18-18 0 0,-1 0 0 0 0,1 1 0 0 0,-1 0 0 0 0,0 1 0 0 0,-1 0 0 0 0,0 1 0 0 0,11 11 0 0 0,-19-18-5 0 0,-1 1 0 0 0,0-1 1 0 0,0 1-1 0 0,-1-1 0 0 0,1 1 0 0 0,0 0 1 0 0,-1 0-1 0 0,1-1 0 0 0,-1 1 0 0 0,0 0 1 0 0,0 0-1 0 0,0 0 0 0 0,-1 0 1 0 0,1 1-1 0 0,-1-1 0 0 0,1 0 0 0 0,-1 0 1 0 0,-1 6-1 0 0,1-5 4 0 0,-1 0 0 0 0,-1 1 0 0 0,1-1 1 0 0,-1 0-1 0 0,0 0 0 0 0,0 0 0 0 0,0 0 0 0 0,0 0 0 0 0,0 0 0 0 0,-1 0 1 0 0,-6 5-1 0 0,1 0 14 0 0,-1-1 1 0 0,-1 0 0 0 0,1 0 0 0 0,-1-1 0 0 0,-1-1-1 0 0,1 0 1 0 0,-1 0 0 0 0,-21 7 0 0 0,-20 3 294 0 0,50-15-243 0 0,-14 0 164 0 0,17-3-235 0 0,7-3 11 0 0,-4 3-17 0 0,1 1 1 0 0,-1 0-1 0 0,1 0 0 0 0,0 0 0 0 0,-1 0 0 0 0,1 1 1 0 0,0 0-1 0 0,0 0 0 0 0,-1 0 0 0 0,8 1 0 0 0,3 1-9 0 0,2 0 15 0 0,0 0 1 0 0,-1 2-1 0 0,1 0 0 0 0,-1 1 1 0 0,1 0-1 0 0,-1 1 1 0 0,-1 1-1 0 0,1 1 1 0 0,-1 0-1 0 0,-1 1 0 0 0,0 0 1 0 0,0 1-1 0 0,15 14 1 0 0,-25-19 19 0 0,1-1 1 0 0,-1 0-1 0 0,-1 1 0 0 0,1-1 1 0 0,-1 1-1 0 0,0 0 0 0 0,0 0 1 0 0,0 1-1 0 0,-1-1 0 0 0,1 1 1 0 0,-1-1-1 0 0,-1 1 1 0 0,3 10-1 0 0,-4-12 12 0 0,0 0 0 0 0,0 0 0 0 0,-1 0 0 0 0,1 0 0 0 0,-1 0 0 0 0,0 0 0 0 0,0 0 1 0 0,0 0-1 0 0,-1 0 0 0 0,1 0 0 0 0,-1-1 0 0 0,0 1 0 0 0,0 0 0 0 0,-1-1 0 0 0,1 0 0 0 0,0 1 0 0 0,-1-1 0 0 0,0 0 0 0 0,0 0 0 0 0,-6 4 1 0 0,-5 3 80 0 0,-1 0 0 0 0,1-1 0 0 0,-2-1 0 0 0,1 0 0 0 0,-1-1 0 0 0,0 0 0 0 0,-1-2 0 0 0,0 0 0 0 0,0-1 0 0 0,0 0 0 0 0,-30 1 0 0 0,7-2 5 0 0,0-3 0 0 0,0-1-1 0 0,0-2 1 0 0,-42-8-1 0 0,66 8-139 0 0,-12-1-75 0 0,1-1-1 0 0,0-1 1 0 0,0-2-1 0 0,-50-20 1 0 0,76 27-38 0 0,-1 1 0 0 0,0-1-1 0 0,1 0 1 0 0,0 0 0 0 0,-1 0 0 0 0,1 0 0 0 0,-1 0 0 0 0,1 0-1 0 0,0 0 1 0 0,0 0 0 0 0,0 0 0 0 0,0-1 0 0 0,0 1 0 0 0,0-1-1 0 0,0 1 1 0 0,0 0 0 0 0,0-1 0 0 0,1 1 0 0 0,-1-1 0 0 0,0 0-1 0 0,0-1 1 0 0,2 1-67 0 0,-1 0 0 0 0,0 0 0 0 0,1 0 0 0 0,-1 1 0 0 0,1-1 0 0 0,-1 0 0 0 0,1 1 0 0 0,0-1 0 0 0,0 1 0 0 0,0-1 0 0 0,0 1 1 0 0,0-1-1 0 0,0 1 0 0 0,0-1 0 0 0,0 1 0 0 0,0 0 0 0 0,1 0 0 0 0,-1-1 0 0 0,1 1 0 0 0,1-1 0 0 0,6-4-1395 0 0,1 1 0 0 0,-1-1 1 0 0,19-6-1 0 0,10-3-4527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21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235 122 36 0 0,'-13'-5'2941'0'0,"2"0"52"0"0,-1 0-1 0 0,-17-4 0 0 0,26 8-2895 0 0,1 1 0 0 0,0 0 0 0 0,0 1 1 0 0,-1-1-1 0 0,1 0 0 0 0,0 1 0 0 0,-1-1 0 0 0,1 1 0 0 0,0-1 1 0 0,0 1-1 0 0,0 0 0 0 0,0 0 0 0 0,0 0 0 0 0,-3 2 1 0 0,-23 18 435 0 0,17-9-465 0 0,1 0 0 0 0,0 1 1 0 0,1 0-1 0 0,0 0 0 0 0,1 1 1 0 0,0 0-1 0 0,1 1 0 0 0,1-1 1 0 0,0 2-1 0 0,1-1 0 0 0,1 0 1 0 0,0 1-1 0 0,1 0 0 0 0,1 0 1 0 0,-1 17-1 0 0,3-28-23 0 0,0 0 1 0 0,0 0-1 0 0,1 0 0 0 0,0 0 0 0 0,0 0 1 0 0,0 0-1 0 0,0-1 0 0 0,1 1 1 0 0,0 0-1 0 0,0 0 0 0 0,0-1 0 0 0,0 1 1 0 0,1-1-1 0 0,0 0 0 0 0,-1 0 1 0 0,2 0-1 0 0,-1 0 0 0 0,0-1 0 0 0,9 7 1 0 0,-8-6 48 0 0,1-2-1 0 0,1 1 1 0 0,-1 0 0 0 0,0-1 0 0 0,1 0 0 0 0,-1 0-1 0 0,1 0 1 0 0,0-1 0 0 0,-1 0 0 0 0,1 0 0 0 0,0-1-1 0 0,0 1 1 0 0,0-1 0 0 0,0 0 0 0 0,-1-1 0 0 0,1 0-1 0 0,6-1 1 0 0,4-2-11 0 0,-1 0 0 0 0,0-1-1 0 0,0-1 1 0 0,0-1 0 0 0,0 0-1 0 0,-1-1 1 0 0,0 0-1 0 0,-1-1 1 0 0,0-1 0 0 0,0 0-1 0 0,10-12 1 0 0,-9 9 31 0 0,-2 0-1 0 0,0-1 1 0 0,-1-1 0 0 0,0 0 0 0 0,-1 0-1 0 0,-1-1 1 0 0,0-1 0 0 0,-1 1-1 0 0,8-25 1 0 0,-14 35-75 0 0,-1 0-1 0 0,1 0 1 0 0,-1-1-1 0 0,0 1 1 0 0,-1 0-1 0 0,1-1 1 0 0,-1 1-1 0 0,0-1 1 0 0,-1 1-1 0 0,0 0 1 0 0,0-1-1 0 0,0 1 1 0 0,-1 0-1 0 0,1 0 1 0 0,-2 0-1 0 0,1 0 1 0 0,-1 0-1 0 0,0 0 1 0 0,0 0-1 0 0,0 1 1 0 0,-1 0-1 0 0,0 0 1 0 0,-8-9-1 0 0,5 8-39 0 0,0-1 1 0 0,-1 1-1 0 0,0 1 0 0 0,-1-1 1 0 0,1 1-1 0 0,-1 1 0 0 0,0 0 1 0 0,0 0-1 0 0,0 0 0 0 0,-1 2 1 0 0,1-1-1 0 0,-1 1 1 0 0,0 0-1 0 0,-19 0 0 0 0,15 1-300 0 0,0 1 0 0 0,0 1 0 0 0,0 0 0 0 0,-23 6 0 0 0,33-6-15 0 0,-1 0 1 0 0,1 1 0 0 0,-1-1-1 0 0,1 1 1 0 0,0 0 0 0 0,0 0-1 0 0,0 0 1 0 0,0 1 0 0 0,0-1-1 0 0,0 1 1 0 0,1 0 0 0 0,-1 0-1 0 0,1 0 1 0 0,0 1 0 0 0,0-1 0 0 0,0 1-1 0 0,-4 6 1 0 0,7-9 77 0 0,0 0 0 0 0,-1 1 0 0 0,1-1 1 0 0,0 0-1 0 0,0 1 0 0 0,0-1 0 0 0,0 1 0 0 0,0-1 1 0 0,0 0-1 0 0,0 1 0 0 0,1-1 0 0 0,-1 0 0 0 0,0 1 0 0 0,1-1 1 0 0,-1 0-1 0 0,1 1 0 0 0,-1-1 0 0 0,1 0 0 0 0,0 0 1 0 0,-1 1-1 0 0,1-1 0 0 0,0 0 0 0 0,0 0 0 0 0,0 0 1 0 0,0 0-1 0 0,0 0 0 0 0,0 0 0 0 0,2 1 0 0 0,10 5-3955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22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81 564 0 0,'-56'-54'16113'0'0,"55"53"-15980"0"0,0 0 0 0 0,0 0 0 0 0,0 0 1 0 0,0 1-1 0 0,0-1 0 0 0,0 0 0 0 0,0 0 0 0 0,0 0 0 0 0,1-1 1 0 0,-1 1-1 0 0,0 0 0 0 0,1 0 0 0 0,-1 0 0 0 0,0-2 0 0 0,7 1-109 0 0,0 0 0 0 0,-1 1 0 0 0,1-1-1 0 0,0 1 1 0 0,0 0 0 0 0,0 1 0 0 0,9-1-1 0 0,51 4 36 0 0,-35-2-40 0 0,110 6-1629 0 0,-96-3-1806 0 0,-1 1-3704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22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6 1712 0 0,'-52'-5'6549'0'0,"49"5"-5803"0"0,0 0-210 0 0,-4 2-267 0 0,1-1-1 0 0,-1 2 1 0 0,1-1 0 0 0,-1 1 0 0 0,1-1 0 0 0,0 2-1 0 0,0-1 1 0 0,0 1 0 0 0,0 0 0 0 0,0 0 0 0 0,1 0-1 0 0,0 1 1 0 0,0 0 0 0 0,0 0 0 0 0,-6 9 0 0 0,-2 3 46 0 0,1 1 1 0 0,1 0-1 0 0,-19 38 1 0 0,26-47-241 0 0,1 1 1 0 0,-1-1-1 0 0,2 1 1 0 0,-1 0-1 0 0,1 0 0 0 0,1 0 1 0 0,0 0-1 0 0,0 17 1 0 0,1-23-49 0 0,0-1 0 0 0,1 1 1 0 0,-1-1-1 0 0,1 0 0 0 0,0 1 1 0 0,0-1-1 0 0,0 0 1 0 0,0 0-1 0 0,0 1 0 0 0,1-1 1 0 0,-1 0-1 0 0,1 0 0 0 0,0-1 1 0 0,0 1-1 0 0,0 0 0 0 0,1 0 1 0 0,-1-1-1 0 0,0 0 1 0 0,1 1-1 0 0,0-1 0 0 0,-1 0 1 0 0,1 0-1 0 0,0 0 0 0 0,0-1 1 0 0,0 1-1 0 0,0-1 0 0 0,1 0 1 0 0,4 2-1 0 0,-1-2-3 0 0,1 1 0 0 0,-1-2 0 0 0,0 1 1 0 0,1-1-1 0 0,-1 0 0 0 0,12-2 0 0 0,48-11 47 0 0,-28 5-58 0 0,-23 5-15 0 0,0 0-6 0 0,0 0 1 0 0,1 1-1 0 0,-1 1 0 0 0,32 1 0 0 0,-44 0 23 0 0,1 1 0 0 0,-1 0 0 0 0,1 0 0 0 0,-1 0 0 0 0,0 1 0 0 0,1-1 0 0 0,-1 1 0 0 0,0 0 0 0 0,0 1 0 0 0,-1-1 0 0 0,1 0 0 0 0,0 1 0 0 0,-1 0 0 0 0,1 0 0 0 0,-1 0 0 0 0,0 1 0 0 0,0-1 0 0 0,0 0 1 0 0,0 1-1 0 0,-1 0 0 0 0,0 0 0 0 0,4 7 0 0 0,-3-5 73 0 0,-1 1 1 0 0,0-1 0 0 0,0 1-1 0 0,0-1 1 0 0,-1 1 0 0 0,0 0 0 0 0,0 0-1 0 0,-1-1 1 0 0,1 1 0 0 0,-2 0 0 0 0,1 0-1 0 0,-1 0 1 0 0,0 0 0 0 0,0-1 0 0 0,-1 1-1 0 0,0 0 1 0 0,0-1 0 0 0,0 0-1 0 0,-1 1 1 0 0,0-1 0 0 0,-6 9 0 0 0,3-5 112 0 0,-1-1 1 0 0,0-1-1 0 0,-1 0 1 0 0,0 0 0 0 0,0 0-1 0 0,0-1 1 0 0,-1 0 0 0 0,0 0-1 0 0,0-1 1 0 0,-1 0-1 0 0,0-1 1 0 0,-16 6 0 0 0,5-4-245 0 0,0-1 0 0 0,-1-2 0 0 0,0 0 1 0 0,0-1-1 0 0,0-1 0 0 0,0-1 1 0 0,0-1-1 0 0,0-1 0 0 0,0-1 0 0 0,-41-9 1 0 0,57 10-623 0 0,1 0 0 0 0,0-1 0 0 0,-1 0 0 0 0,1 0 1 0 0,-8-5-1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22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65 536 0 0,'-22'-23'22033'0'0,"21"20"-21375"0"0,1 2-580 0 0,0 0 0 0 0,1 0 0 0 0,-1 0 0 0 0,0 1 0 0 0,1-1 0 0 0,-1 0 0 0 0,1 0 0 0 0,-1 0 0 0 0,1 1-1 0 0,-1-1 1 0 0,1 0 0 0 0,0 1 0 0 0,-1-1 0 0 0,1 1 0 0 0,0-1 0 0 0,0 1 0 0 0,-1-1 0 0 0,1 1 0 0 0,0-1 0 0 0,0 1 0 0 0,0 0 0 0 0,0-1 0 0 0,-1 1 0 0 0,1 0 0 0 0,0 0 0 0 0,0 0 0 0 0,2-1 0 0 0,16-3-306 0 0,0 0-1 0 0,24-1 0 0 0,44 1-4510 0 0,6 0-7438 0 0,-71 3 6773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23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109 101 628 0 0,'22'-71'17679'0'0,"-15"42"-11641"0"0,-7 29-6016 0 0,0 0 0 0 0,1 0 0 0 0,-1 1 0 0 0,0-1 0 0 0,1 0 0 0 0,-1 1 0 0 0,0-1-1 0 0,0 1 1 0 0,1-1 0 0 0,-1 0 0 0 0,0 1 0 0 0,0-1 0 0 0,1 1 0 0 0,-1-1 0 0 0,0 0 0 0 0,0 1 0 0 0,0-1 0 0 0,0 1 0 0 0,0-1 0 0 0,0 1 0 0 0,0-1 0 0 0,0 1 0 0 0,-15 69 526 0 0,-32 85 0 0 0,-6 13-1479 0 0,27-55-7768 0 0,26-112 8410 0 0,-1 0 1 0 0,1 0 0 0 0,1 0 0 0 0,-1-1 0 0 0,0 1-1 0 0,0 0 1 0 0,0 0 0 0 0,0 0 0 0 0,0-1 0 0 0,1 1-1 0 0,-1 0 1 0 0,0 0 0 0 0,1-1 0 0 0,-1 1 0 0 0,1 0-1 0 0,-1-1 1 0 0,10 7-3746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23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1 251 408 0 0,'75'-100'18602'0'0,"-74"99"-18175"0"0,3-4 512 0 0,-7 15-559 0 0,1-5-326 0 0,-11 20 93 0 0,1 1 0 0 0,-10 34-1 0 0,19-53-106 0 0,1 0 0 0 0,1 0 0 0 0,-1 0 0 0 0,1 0-1 0 0,1 0 1 0 0,-1 1 0 0 0,1-1 0 0 0,0 0 0 0 0,1 0-1 0 0,0 0 1 0 0,0 1 0 0 0,0-1 0 0 0,1 0 0 0 0,5 12-1 0 0,-6-16 19 0 0,1 0-1 0 0,0-1 1 0 0,-1 0-1 0 0,1 1 0 0 0,0-1 1 0 0,0 0-1 0 0,0 0 1 0 0,1 0-1 0 0,-1 0 0 0 0,1 0 1 0 0,-1-1-1 0 0,1 1 0 0 0,-1-1 1 0 0,1 1-1 0 0,0-1 1 0 0,-1 0-1 0 0,1 0 0 0 0,0 0 1 0 0,0-1-1 0 0,0 1 1 0 0,0-1-1 0 0,0 1 0 0 0,0-1 1 0 0,0 0-1 0 0,0 0 1 0 0,0 0-1 0 0,0-1 0 0 0,0 1 1 0 0,4-2-1 0 0,4-1 47 0 0,-1 1 0 0 0,0-2 0 0 0,0 1-1 0 0,-1-1 1 0 0,1-1 0 0 0,-1 0 0 0 0,11-8 0 0 0,-2 0 5 0 0,0-1 0 0 0,-2 0 0 0 0,0-1 0 0 0,0-1 0 0 0,16-23 0 0 0,-26 32-58 0 0,-1-1 0 0 0,1 0-1 0 0,-1 0 1 0 0,-1 0 0 0 0,0-1-1 0 0,0 1 1 0 0,-1-1 0 0 0,0 0-1 0 0,0 0 1 0 0,-1 0 0 0 0,0-1-1 0 0,-1 1 1 0 0,0 0 0 0 0,0-19-1 0 0,-2 22-59 0 0,0 1-1 0 0,-1-1 0 0 0,0 1 0 0 0,1 0 0 0 0,-2 0 0 0 0,1 0 0 0 0,-1 0 1 0 0,0 0-1 0 0,0 0 0 0 0,0 0 0 0 0,0 1 0 0 0,-1 0 0 0 0,0-1 1 0 0,0 1-1 0 0,0 1 0 0 0,0-1 0 0 0,-1 1 0 0 0,1-1 0 0 0,-1 1 0 0 0,0 1 1 0 0,0-1-1 0 0,-7-2 0 0 0,1 0-460 0 0,0 1 1 0 0,0 1-1 0 0,-1-1 1 0 0,-13-1-1 0 0,12 3-1361 0 0,0 1 0 0 0,0 0 0 0 0,-18 2 0 0 0,21 0 729 0 0,-11 2-5607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24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38 1084 0 0,'-10'-11'3616'0'0,"-6"0"-839"0"0,8 3-1645 0 0,8 8-1063 0 0,0 0 0 0 0,-1 0 0 0 0,1 0 0 0 0,0 0 0 0 0,0 0 0 0 0,0 0 0 0 0,-1 0 0 0 0,1 0 0 0 0,-1-1 621 0 0,0 1-621 0 0,1-1 0 0 0,0 1 0 0 0,0 0 0 0 0,0 0 0 0 0,0 0 0 0 0,0-1 0 0 0,0 1 1 0 0,0 0-1 0 0,0 0 0 0 0,0 0 0 0 0,0 0 0 0 0,0-1 0 0 0,0 1 0 0 0,0 0 0 0 0,0 0 0 0 0,0-1 0 0 0,0 1 0 0 0,0 0 0 0 0,0 0 0 0 0,0 0 0 0 0,0-1 0 0 0,0 1 0 0 0,0 0 0 0 0,0 0 0 0 0,0 0 0 0 0,0 0 0 0 0,0-1 0 0 0,0 1 0 0 0,1 0 0 0 0,259 3 2644 0 0,142-1-2393 0 0,-161-6 2189 0 0,-239 5-2502 0 0,0-1 1 0 0,0 0-1 0 0,0 1 0 0 0,0-1 1 0 0,0 1-1 0 0,0 0 0 0 0,0-1 0 0 0,0 1 1 0 0,-1 0-1 0 0,1 0 0 0 0,0 0 1 0 0,-1 0-1 0 0,1 1 0 0 0,0-1 1 0 0,-1 0-1 0 0,0 1 0 0 0,1-1 1 0 0,-1 1-1 0 0,0-1 0 0 0,0 1 1 0 0,0-1-1 0 0,2 4 0 0 0,1 2 27 0 0,-1 1 0 0 0,0-1 1 0 0,4 15-1 0 0,0 7 172 0 0,-2 1 1 0 0,0 0-1 0 0,-2 0 1 0 0,-1 35-1 0 0,-12 123 899 0 0,7-147-1037 0 0,-50 552 907 0 0,15-191-97 0 0,-10 225-460 0 0,36 1-50 0 0,67-57 2163 0 0,-51-543-2222 0 0,11 177 676 0 0,-2-16 527 0 0,5 12 148 0 0,-18-157 1322 0 0,-2-42-2893 0 0,-10 3-72 0 0,1-5-17 0 0,-1 0 0 0 0,0 0 0 0 0,1-2 0 0 0,-20-3 0 0 0,3 0 0 0 0,-174-23-2659 0 0,-275-15-9781 0 0,404 38 6346 0 0,3-2-3076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33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33 16 0 0,'8'-6'7047'0'0,"27"-17"4575"0"0,-35 23-11566 0 0,0-1-1 0 0,1 1 0 0 0,-1 0 1 0 0,0 0-1 0 0,1-1 1 0 0,-1 1-1 0 0,0 0 1 0 0,1 0-1 0 0,-1-1 1 0 0,0 1-1 0 0,1 0 1 0 0,-1 0-1 0 0,1 0 1 0 0,-1 0-1 0 0,1-1 1 0 0,-1 1-1 0 0,0 0 0 0 0,1 0 1 0 0,-1 0-1 0 0,1 0 1 0 0,-1 0-1 0 0,1 0 1 0 0,-1 0-1 0 0,0 0 1 0 0,1 0-1 0 0,-1 1 1 0 0,1-1-1 0 0,-1 0 1 0 0,1 0-1 0 0,-1 0 1 0 0,0 0-1 0 0,1 1 1 0 0,-1-1-1 0 0,0 0 0 0 0,1 0 1 0 0,-1 1-1 0 0,1-1 1 0 0,-1 0-1 0 0,0 1 1 0 0,0-1-1 0 0,1 0 1 0 0,-1 1-1 0 0,0-1 1 0 0,0 0-1 0 0,1 1 1 0 0,0 18 91 0 0,0-1-1 0 0,-1 1 1 0 0,-1 0 0 0 0,-7 34 0 0 0,-24 78 548 0 0,20-86-648 0 0,-20 81 228 0 0,22-90-2169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33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63 148 2084 0 0,'0'-2'1840'0'0,"1"-5"-906"0"0,0 1-1 0 0,0-1 0 0 0,0 1 1 0 0,1 0-1 0 0,0-1 0 0 0,1 1 1 0 0,-1 0-1 0 0,5-7 0 0 0,-3 7-584 0 0,0 1 0 0 0,1-1 0 0 0,-1 1 0 0 0,1 0-1 0 0,0 0 1 0 0,1 0 0 0 0,-1 1 0 0 0,1 0 0 0 0,0 0-1 0 0,-1 0 1 0 0,2 1 0 0 0,10-5 0 0 0,-6 4-193 0 0,0 1-1 0 0,0 0 1 0 0,1 0 0 0 0,-1 1 0 0 0,1 1 0 0 0,-1 0-1 0 0,1 0 1 0 0,-1 1 0 0 0,1 1 0 0 0,19 2-1 0 0,-25-2-149 0 0,1 1 0 0 0,-1-1-1 0 0,0 1 1 0 0,0 0-1 0 0,-1 0 1 0 0,1 0 0 0 0,0 1-1 0 0,-1 0 1 0 0,1 0-1 0 0,-1 1 1 0 0,0 0 0 0 0,0-1-1 0 0,-1 1 1 0 0,1 1-1 0 0,-1-1 1 0 0,0 1 0 0 0,0 0-1 0 0,0 0 1 0 0,0 0-1 0 0,-1 0 1 0 0,4 9 0 0 0,-6-10 12 0 0,0 0-1 0 0,0 1 1 0 0,0-1 0 0 0,0 1 0 0 0,-1-1 0 0 0,0 1-1 0 0,0 0 1 0 0,0-1 0 0 0,0 1 0 0 0,-1-1 0 0 0,0 1-1 0 0,0-1 1 0 0,0 1 0 0 0,0-1 0 0 0,-1 0 0 0 0,0 1-1 0 0,0-1 1 0 0,0 0 0 0 0,0 0 0 0 0,0 0 0 0 0,-1-1-1 0 0,0 1 1 0 0,0-1 0 0 0,-3 4 0 0 0,-9 9 48 0 0,-1-2 1 0 0,0 0 0 0 0,-30 20-1 0 0,46-34-67 0 0,-23 17 63 0 0,-2-2-1 0 0,1-1 0 0 0,-2-1 0 0 0,0-1 1 0 0,0-1-1 0 0,-46 12 0 0 0,68-22 34 0 0,0 0-1 0 0,0 0 0 0 0,1 0 1 0 0,-1-1-1 0 0,0 1 1 0 0,0-1-1 0 0,0 0 1 0 0,0 0-1 0 0,0-1 0 0 0,0 1 1 0 0,0-1-1 0 0,1 0 1 0 0,-1 0-1 0 0,0 0 1 0 0,-4-3-1 0 0,6 4 139 0 0,2 0-213 0 0,-1 0 1 0 0,1 0 0 0 0,-1-1 0 0 0,1 1 0 0 0,0 0 0 0 0,-1 0-1 0 0,1 0 1 0 0,0 0 0 0 0,-1 0 0 0 0,1 0 0 0 0,0 0 0 0 0,-1-1-1 0 0,1 1 1 0 0,0 0 0 0 0,-1 0 0 0 0,1-1 0 0 0,0 1 0 0 0,-1 0-1 0 0,1 0 1 0 0,0-1 0 0 0,0 1 0 0 0,-1 0 0 0 0,1-1 0 0 0,0 1-1 0 0,0 0 1 0 0,0-1 0 0 0,-1 1 0 0 0,1 0 0 0 0,0-1-1 0 0,0 1 1 0 0,0 0 0 0 0,0-1 0 0 0,0 1 0 0 0,0-1 0 0 0,0 1-1 0 0,0 0 1 0 0,0-1 0 0 0,0 0 0 0 0,3-11 380 0 0,-2 11-328 0 0,2 1-1 0 0,4-1-52 0 0,0 2-1 0 0,1-1 0 0 0,-1 1 1 0 0,0 0-1 0 0,0 1 0 0 0,0 0 1 0 0,0 0-1 0 0,0 0 0 0 0,0 1 1 0 0,12 7-1 0 0,10 7 18 0 0,29 21 0 0 0,-28-17-35 0 0,131 107-483 0 0,-107-82-8689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33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40 0 0,'21'-26'13249'0'0,"-1"1"-4043"0"0,-20 26-9150 0 0,0-1 0 0 0,0 0 0 0 0,0 0 0 0 0,-1 1 0 0 0,1-1 1 0 0,0 0-1 0 0,0 1 0 0 0,0-1 0 0 0,0 0 0 0 0,0 1 0 0 0,0-1 0 0 0,0 0 1 0 0,0 1-1 0 0,1-1 0 0 0,-1 0 0 0 0,0 1 0 0 0,0-1 0 0 0,0 0 0 0 0,0 0 1 0 0,0 1-1 0 0,0-1 0 0 0,1 0 0 0 0,-1 1 0 0 0,0-1 0 0 0,0 0 0 0 0,0 0 1 0 0,1 1-1 0 0,-1-1 0 0 0,0 0 0 0 0,0 0 0 0 0,1 0 0 0 0,-1 1 0 0 0,0-1 1 0 0,1 0-1 0 0,-1 0 0 0 0,0 0 0 0 0,0 0 0 0 0,1 0 0 0 0,-1 0 0 0 0,0 0 1 0 0,1 0-1 0 0,-1 1 0 0 0,0-1 0 0 0,1 0 0 0 0,-1 0 0 0 0,0 0 0 0 0,1 0 1 0 0,-1-1-1 0 0,0 1 0 0 0,1 0 0 0 0,-1 0 0 0 0,0 0 0 0 0,0 0 0 0 0,1 0 1 0 0,-1 0-1 0 0,0 0 0 0 0,1-1 0 0 0,-1 1 0 0 0,0 0 0 0 0,0 0 0 0 0,1 0 1 0 0,-1-1-1 0 0,0 1 0 0 0,0 0 0 0 0,1 0 0 0 0,-1 0 0 0 0,0-1 0 0 0,-6 43-61 0 0,-13 49-1 0 0,-2 11-3672 0 0,18-81 1808 0 0,1-1 0 0 0,1 1-1 0 0,1 23 1 0 0,4-8-3242 0 0,0-1-2514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35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177 253 1444 0 0,'18'-32'19549'0'0,"-44"99"-18622"0"0,13-31-716 0 0,-24 65 103 0 0,-39 98-1409 0 0,60-174-456 0 0,15-23 1093 0 0,-2-2-502 0 0,2 0 899 0 0,0 0 0 0 0,1 0 0 0 0,-1-1 0 0 0,0 1 0 0 0,0 0 0 0 0,0-1 0 0 0,0 1 0 0 0,0-1 0 0 0,1 1 0 0 0,-1-1-1 0 0,0 1 1 0 0,0-1 0 0 0,1 1 0 0 0,-1-1 0 0 0,0 0 0 0 0,1 1 0 0 0,-1-1 0 0 0,0 0 0 0 0,1 0 0 0 0,-1 0 0 0 0,1 1 0 0 0,-1-3 0 0 0,0 0-72 0 0,0 0 0 0 0,0-1 0 0 0,0 1 0 0 0,0 0 0 0 0,1-1 0 0 0,-1-5 0 0 0,1-6-172 0 0,1-1-1 0 0,3-16 1 0 0,-3 30 280 0 0,4-30-105 0 0,1 1 1 0 0,2 0 0 0 0,1 1 0 0 0,1 0-1 0 0,2 0 1 0 0,24-42 0 0 0,-25 52 208 0 0,2 0 1 0 0,1 1-1 0 0,0 0 1 0 0,2 2-1 0 0,0-1 0 0 0,0 2 1 0 0,2 0-1 0 0,0 2 1 0 0,31-21-1 0 0,-24 20 25 0 0,0 1 0 0 0,2 2 0 0 0,-1 0-1 0 0,2 1 1 0 0,29-6 0 0 0,-46 14-97 0 0,0 0 0 0 0,1 1 0 0 0,-1 1-1 0 0,1-1 1 0 0,-1 2 0 0 0,1 0 0 0 0,0 0 0 0 0,-1 1 0 0 0,1 1 0 0 0,-1 0-1 0 0,1 0 1 0 0,-1 1 0 0 0,0 0 0 0 0,0 1 0 0 0,16 9 0 0 0,-25-13 6 0 0,0 1 0 0 0,0 0-1 0 0,-1 0 1 0 0,1 0 0 0 0,-1 0 0 0 0,1 0 0 0 0,-1 0 0 0 0,1 0 0 0 0,-1 1 0 0 0,1-1 0 0 0,-1 0-1 0 0,0 1 1 0 0,0-1 0 0 0,0 1 0 0 0,0-1 0 0 0,0 1 0 0 0,0 0 0 0 0,0-1 0 0 0,-1 1 0 0 0,1 0-1 0 0,0 0 1 0 0,-1 0 0 0 0,0-1 0 0 0,1 1 0 0 0,-1 0 0 0 0,0 0 0 0 0,0 0 0 0 0,0 0-1 0 0,0 0 1 0 0,0 0 0 0 0,0-1 0 0 0,-1 1 0 0 0,1 0 0 0 0,-1 0 0 0 0,1 0 0 0 0,-1 0 0 0 0,0-1-1 0 0,0 1 1 0 0,1 0 0 0 0,-1-1 0 0 0,0 1 0 0 0,-1-1 0 0 0,1 1 0 0 0,0-1 0 0 0,-2 2 0 0 0,-5 6 80 0 0,0-1 0 0 0,-1 0 1 0 0,0-1-1 0 0,0 0 0 0 0,-1 0 1 0 0,-11 5-1 0 0,-17 7 481 0 0,-1-3 1 0 0,-1-1-1 0 0,0-2 1 0 0,-82 15-1 0 0,78-21 808 0 0,42-6-1329 0 0,7 7-83 0 0,128 101-708 0 0,-36-26-3060 0 0,-69-62-994 0 0,48 29-1 0 0,-49-35 68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35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92 2284 0 0,'2'-10'3184'0'0,"0"0"432"0"0,0 1-1 0 0,7-19 0 0 0,-6 17-1528 0 0,5-6-662 0 0,-8 16-1404 0 0,0 1 0 0 0,1-1-1 0 0,-1 1 1 0 0,1-1 0 0 0,-1 1 0 0 0,1-1 0 0 0,-1 1 0 0 0,1 0-1 0 0,0-1 1 0 0,-1 1 0 0 0,1 0 0 0 0,-1 0 0 0 0,1-1 0 0 0,0 1-1 0 0,-1 0 1 0 0,1 0 0 0 0,0 0 0 0 0,-1 0 0 0 0,1 0 0 0 0,0 0 0 0 0,-1 0-1 0 0,1 0 1 0 0,0 0 0 0 0,-1 0 0 0 0,1 0 0 0 0,0 0 0 0 0,6 2 0 0 0,0 0 1 0 0,-1 0 0 0 0,1 1 0 0 0,-1 0-1 0 0,0 0 1 0 0,0 0 0 0 0,0 1-1 0 0,0 0 1 0 0,-1 0 0 0 0,1 1 0 0 0,-1-1-1 0 0,8 10 1 0 0,-11-11-6 0 0,1 0-1 0 0,-1 0 0 0 0,0 0 1 0 0,1 0-1 0 0,-1 1 1 0 0,-1-1-1 0 0,1 1 0 0 0,-1-1 1 0 0,1 1-1 0 0,-1 0 0 0 0,0 0 1 0 0,0-1-1 0 0,-1 1 1 0 0,1 0-1 0 0,-1 0 0 0 0,0 0 1 0 0,0 0-1 0 0,0 0 1 0 0,0 0-1 0 0,-1-1 0 0 0,1 1 1 0 0,-1 0-1 0 0,0 0 0 0 0,0-1 1 0 0,-2 5-1 0 0,-4 4 153 0 0,-1 1-1 0 0,0-1 1 0 0,-1-1-1 0 0,0 0 1 0 0,-1 0-1 0 0,0-1 1 0 0,-1 0 0 0 0,0 0-1 0 0,0-1 1 0 0,-17 9-1 0 0,-7 11 1075 0 0,34-28-1135 0 0,1-1-100 0 0,-1 0-1 0 0,1 0 1 0 0,0 0 0 0 0,0 1 0 0 0,0-1-1 0 0,0 0 1 0 0,0 0 0 0 0,-1 0 0 0 0,1 0-1 0 0,0 0 1 0 0,0 0 0 0 0,0 0 0 0 0,0 1-1 0 0,0-1 1 0 0,0 0 0 0 0,-1 0 0 0 0,1 0-1 0 0,0 0 1 0 0,0 0 0 0 0,0 1 0 0 0,0-1-1 0 0,0 0 1 0 0,0 0 0 0 0,0 0 0 0 0,0 0-1 0 0,0 1 1 0 0,0-1 0 0 0,0 0 0 0 0,0 0-1 0 0,0 0 1 0 0,0 0 0 0 0,0 1 0 0 0,0-1 0 0 0,0 0-1 0 0,0 0 1 0 0,0 0 0 0 0,0 0 0 0 0,0 1-1 0 0,0-1 1 0 0,0 0 0 0 0,0 0 0 0 0,1 0-1 0 0,-1 0 1 0 0,0 0 0 0 0,0 1 0 0 0,104-12-150 0 0,-30 2-3802 0 0,84 2-1 0 0,-84 10-3266 0 0,-38-1 288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35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27 1952 0 0,'-7'-27'17159'0'0,"-1"50"-16906"0"0,1-1 1 0 0,1 2-1 0 0,-3 25 0 0 0,-6 28 210 0 0,-56 174-1658 0 0,66-234-1315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36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0 157 1464 0 0,'0'-1'641'0'0,"9"-44"9322"0"0,4 5-4210 0 0,-10 36-5551 0 0,-1 0 0 0 0,0 0-1 0 0,1 0 1 0 0,0 0 0 0 0,0 1 0 0 0,0-1 0 0 0,0 1 0 0 0,0 0 0 0 0,1 0 0 0 0,-1 0-1 0 0,1 0 1 0 0,0 0 0 0 0,0 1 0 0 0,0 0 0 0 0,0 0 0 0 0,9-3 0 0 0,-2 1-127 0 0,0 1 1 0 0,1 1 0 0 0,-1 0 0 0 0,1 0 0 0 0,-1 1 0 0 0,1 1 0 0 0,0 0-1 0 0,12 1 1 0 0,-16 0-66 0 0,0 0 0 0 0,0 1-1 0 0,0 0 1 0 0,0 0 0 0 0,-1 0-1 0 0,1 1 1 0 0,0 1-1 0 0,-1-1 1 0 0,0 1 0 0 0,0 0-1 0 0,0 1 1 0 0,7 6 0 0 0,-11-9-4 0 0,0 1 1 0 0,-1-1 0 0 0,1 1-1 0 0,-1 0 1 0 0,0-1 0 0 0,0 1 0 0 0,0 0-1 0 0,0 1 1 0 0,0-1 0 0 0,-1 0-1 0 0,1 0 1 0 0,-1 1 0 0 0,0-1-1 0 0,0 1 1 0 0,0-1 0 0 0,-1 1 0 0 0,1-1-1 0 0,-1 5 1 0 0,0-4 11 0 0,-1 1 0 0 0,1-1 0 0 0,-1 1 0 0 0,0-1 0 0 0,-1 1 0 0 0,1-1 0 0 0,-1 0 0 0 0,0 0 0 0 0,0 0 0 0 0,0 0 0 0 0,-1 0 0 0 0,-4 6 0 0 0,-1-1 19 0 0,-1 0 0 0 0,0 0 0 0 0,0 0-1 0 0,-1-2 1 0 0,0 1 0 0 0,0-1 0 0 0,-1 0 0 0 0,0-1-1 0 0,-17 7 1 0 0,19-9 106 0 0,-1-1-1 0 0,1-1 1 0 0,0 1 0 0 0,-1-2-1 0 0,0 1 1 0 0,1-1 0 0 0,-1-1-1 0 0,0 0 1 0 0,1 0-1 0 0,-1-1 1 0 0,0 0 0 0 0,1 0-1 0 0,-1-1 1 0 0,-12-5 0 0 0,1 0 753 0 0,19 7-684 0 0,1-1-207 0 0,0 1 0 0 0,1 0 0 0 0,-1-1 0 0 0,1 1 0 0 0,-1 0 0 0 0,0 0 0 0 0,1 0 0 0 0,-1-1 0 0 0,0 1 0 0 0,1 0 0 0 0,-1 0-1 0 0,1 0 1 0 0,-1 0 0 0 0,0 0 0 0 0,1 0 0 0 0,-2 1 0 0 0,3 4-10 0 0,1 0 0 0 0,0 0 0 0 0,1-1 0 0 0,-1 1 0 0 0,1 0 0 0 0,0-1 0 0 0,0 0 0 0 0,1 0 0 0 0,-1 0 0 0 0,8 7 0 0 0,7 9-6 0 0,108 141-5570 0 0,-95-133 1258 0 0,-7-13-2130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5:37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445 154 2376 0 0,'7'-34'10185'0'0,"-6"29"-8925"0"0,0-1 0 0 0,0 1-1 0 0,0 0 1 0 0,0 0 0 0 0,3-5-1 0 0,6-36 5892 0 0,-9 44-7083 0 0,0-1 0 0 0,1 1 0 0 0,-1 0 0 0 0,1-1 0 0 0,0 1 0 0 0,-1 0-1 0 0,1 0 1 0 0,0 0 0 0 0,0 0 0 0 0,1 0 0 0 0,-1 1 0 0 0,0-1 0 0 0,0 1-1 0 0,1-1 1 0 0,-1 1 0 0 0,1 0 0 0 0,0 0 0 0 0,-1 0 0 0 0,1 0-1 0 0,0 0 1 0 0,-1 1 0 0 0,1-1 0 0 0,0 1 0 0 0,0-1 0 0 0,0 1 0 0 0,-1 0-1 0 0,1 1 1 0 0,0-1 0 0 0,3 1 0 0 0,-1-1-74 0 0,0 1 0 0 0,0 0 0 0 0,0 0 0 0 0,0 0 0 0 0,0 0 0 0 0,0 1 0 0 0,0 0 0 0 0,0 0 0 0 0,-1 0 0 0 0,1 1 0 0 0,-1 0 0 0 0,0 0-1 0 0,0 0 1 0 0,0 0 0 0 0,0 0 0 0 0,5 6 0 0 0,-7-6-61 0 0,0 0 0 0 0,0 0-1 0 0,0 1 1 0 0,0-1 0 0 0,-1 0-1 0 0,1 1 1 0 0,-1 0 0 0 0,0-1-1 0 0,0 1 1 0 0,0-1-1 0 0,0 1 1 0 0,-1 0 0 0 0,1 0-1 0 0,-1-1 1 0 0,0 1 0 0 0,0 0-1 0 0,-2 7 1 0 0,1-5-30 0 0,-1-1 0 0 0,0 0 0 0 0,0 1-1 0 0,-1-1 1 0 0,1 0 0 0 0,-1 0 0 0 0,-1-1 0 0 0,1 1 0 0 0,0-1 0 0 0,-9 8 0 0 0,-3 2-67 0 0,-1-1 0 0 0,0-1 1 0 0,-1-1-1 0 0,0 0 1 0 0,-29 12-1 0 0,23-12 254 0 0,-47 15-1 0 0,68-26 53 0 0,-1 1-54 0 0,-6 1 22 0 0,7-1 50 0 0,5-3-154 0 0,1 1 0 0 0,-1 1 0 0 0,1-1 0 0 0,-1 0 0 0 0,1 1 0 0 0,-1 0 0 0 0,4 0 0 0 0,5-1-4 0 0,0 1 0 0 0,1 1 0 0 0,-1 0-1 0 0,0 1 1 0 0,0 0 0 0 0,0 1 0 0 0,0 0-1 0 0,0 1 1 0 0,-1 0 0 0 0,0 1-1 0 0,14 8 1 0 0,-7-3-1 0 0,-1 1 1 0 0,0 0-1 0 0,-1 2 0 0 0,0 0 0 0 0,25 27 0 0 0,-35-33 13 0 0,0 0 0 0 0,0 1 0 0 0,-1 0 0 0 0,1-1 0 0 0,-2 2 0 0 0,1-1 0 0 0,-1 0 0 0 0,-1 1 0 0 0,1 0 0 0 0,1 11 0 0 0,-4-16-1 0 0,0 0 0 0 0,-1 0 1 0 0,0 0-1 0 0,0 0 0 0 0,0 0 0 0 0,0 0 0 0 0,-1 0 0 0 0,0 0 0 0 0,0 0 0 0 0,0 0 0 0 0,0-1 0 0 0,0 1 0 0 0,-1 0 0 0 0,1 0 0 0 0,-1-1 0 0 0,0 1 0 0 0,0-1 1 0 0,-1 0-1 0 0,1 0 0 0 0,-1 1 0 0 0,0-1 0 0 0,1-1 0 0 0,-1 1 0 0 0,0 0 0 0 0,-1-1 0 0 0,-3 3 0 0 0,-5 2 18 0 0,0 0 0 0 0,-1-1-1 0 0,1 0 1 0 0,-2-1 0 0 0,1-1-1 0 0,0 0 1 0 0,-1 0 0 0 0,0-2 0 0 0,0 0-1 0 0,-26 1 1 0 0,8-3 19 0 0,0-1-1 0 0,0-1 1 0 0,-53-12-1 0 0,49 5-1066 0 0,-1-1 0 0 0,2-3 1 0 0,-51-23-1 0 0,24 4-3985 0 0,3-3-3388 0 0,34 20 514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25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0 168 0 0,'0'0'323'0'0,"-2"0"-323"0"0,-11 0 2667 0 0,11 0-2606 0 0,1 0-299 0 0,0 0 307 0 0,1 0 0 0 0,-1 0-1 0 0,1 0 1 0 0,-1 0 0 0 0,1 0 0 0 0,-1 1 0 0 0,0-1 0 0 0,1 0 0 0 0,-1 0 0 0 0,1 0 0 0 0,-1 0 0 0 0,1 0 0 0 0,-1 1 0 0 0,1-1 0 0 0,0 0-1 0 0,-1 1 1 0 0,1-1 0 0 0,-1 0 0 0 0,1 1 0 0 0,-1-1 0 0 0,1 0 0 0 0,0 1 0 0 0,-1-1 0 0 0,1 1 0 0 0,0-1 0 0 0,0 1 0 0 0,-1-1 0 0 0,1 1 0 0 0,0 0-1 0 0,-1 0-374 0 0,1 8-1371 0 0,0-8 1016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26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18 464 0 0,'0'0'4816'0'0,"0"0"-4679"0"0,0 1-1 0 0,1-1 0 0 0,-1 0 1 0 0,0 1-1 0 0,1-1 0 0 0,-1 0 0 0 0,1 0 1 0 0,-1 0-1 0 0,0 1 0 0 0,1-1 1 0 0,-1 0-1 0 0,1 0 0 0 0,-1 0 0 0 0,1 0 1 0 0,-1 0-1 0 0,1 1 0 0 0,-1-1 1 0 0,1 0-1 0 0,0 0 0 0 0,1-6-83 0 0,-2 5 129 0 0,-2-13 365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29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19 300 0 0,'-6'16'4711'0'0,"6"-16"-4784"0"0,-1-1-1 0 0,1 0 1 0 0,-1 1 0 0 0,1-1-1 0 0,-1 1 1 0 0,1-1 0 0 0,0 0-1 0 0,0 1 1 0 0,-1-1 0 0 0,1 0-1 0 0,0 0 1 0 0,0 1 0 0 0,0-1-1 0 0,-1 0 1 0 0,1 1 0 0 0,0-1-1 0 0,0 0 1 0 0,0 0 0 0 0,0 1-1 0 0,1-1 1 0 0,-1 0 0 0 0,0 0-1 0 0,0 1 1 0 0,0-1 0 0 0,1 0-1 0 0,-1 1 1 0 0,0-1 0 0 0,0 0-1 0 0,2-1 1 0 0,2-10-334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29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16 616 0 0,'0'0'1124'0'0,"2"10"1004"0"0,0-1-1616 0 0,-1-20-920 0 0,3-2-1204 0 0,-4 3 864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28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1 224 0 0,'24'6'1178'0'0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29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36 0 0,'0'0'1044'0'0,"-6"6"-1056"0"0,3 5-356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30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33 596 0 0,'0'0'435'0'0,"0"-32"813"0"0,-5 39-2209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41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1 164 0 0,'0'0'467'0'0,"-4"8"-509"0"0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42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0 636 0 0,'0'0'3'0'0,"-3"7"1252"0"0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44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0 252 0 0,'0'0'2284'0'0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32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97 205 16 0 0,'13'-29'7384'0'0,"0"-13"164"0"0,-17 77-5650 0 0,3 6-794 0 0,-2 0 1 0 0,-13 63-1 0 0,-30 77 22 0 0,19-90 934 0 0,22-92-1961 0 0,5 1-97 0 0,0 0 0 0 0,0 0 0 0 0,-1 0 0 0 0,1 0-1 0 0,0 0 1 0 0,0 0 0 0 0,-1 0 0 0 0,1 0 0 0 0,0 0 0 0 0,-1 0 0 0 0,1 0-1 0 0,0 0 1 0 0,0 0 0 0 0,-1-1 0 0 0,1 1 0 0 0,0 0 0 0 0,0 0 0 0 0,0 0-1 0 0,-1 0 1 0 0,1 0 0 0 0,0 0 0 0 0,0-1 0 0 0,-1 1 0 0 0,1 0 0 0 0,0 0-1 0 0,0 0 1 0 0,0 0 0 0 0,0-1 0 0 0,-1 1 0 0 0,1 0 0 0 0,0 0 0 0 0,0-1-1 0 0,-6-23 69 0 0,3 4-63 0 0,1 0 0 0 0,0 0 0 0 0,2 0 1 0 0,0 0-1 0 0,1 0 0 0 0,1-1 0 0 0,1 2 0 0 0,1-1 1 0 0,1 0-1 0 0,0 1 0 0 0,2 0 0 0 0,0 0 0 0 0,1 0 1 0 0,13-20-1 0 0,-5 12-24 0 0,1 0-1 0 0,1 1 1 0 0,2 1 0 0 0,0 0 0 0 0,2 2-1 0 0,0 0 1 0 0,2 2 0 0 0,34-24-1 0 0,-50 39 7 0 0,0 1-1 0 0,0 0 1 0 0,1 1-1 0 0,0 0 0 0 0,0 1 1 0 0,0-1-1 0 0,1 2 1 0 0,-1-1-1 0 0,19-1 0 0 0,-25 3 9 0 0,0 1-1 0 0,0 0 1 0 0,0 0-1 0 0,-1 0 0 0 0,1 1 1 0 0,0-1-1 0 0,0 0 0 0 0,-1 1 1 0 0,1 0-1 0 0,0 0 0 0 0,-1 0 1 0 0,1 0-1 0 0,-1 0 0 0 0,1 0 1 0 0,-1 1-1 0 0,1-1 1 0 0,-1 1-1 0 0,0-1 0 0 0,0 1 1 0 0,0 0-1 0 0,0 0 0 0 0,0 0 1 0 0,0 0-1 0 0,-1 1 0 0 0,1-1 1 0 0,0 0-1 0 0,-1 1 0 0 0,0-1 1 0 0,0 1-1 0 0,0-1 1 0 0,0 1-1 0 0,0 0 0 0 0,0-1 1 0 0,-1 1-1 0 0,1 0 0 0 0,-1-1 1 0 0,0 1-1 0 0,0 5 0 0 0,0 0 5 0 0,0 0-1 0 0,-1 0 0 0 0,0 0 0 0 0,0 0 0 0 0,-1-1 0 0 0,0 1 0 0 0,-1 0 0 0 0,0-1 0 0 0,0 1 0 0 0,0-1 0 0 0,-1 0 0 0 0,0 0 0 0 0,-8 10 0 0 0,-7 7-30 0 0,-1 0-1 0 0,-24 22 1 0 0,41-43 24 0 0,-9 9 3 0 0,-1 0-1 0 0,-1-1 0 0 0,1 0 0 0 0,-2-1 0 0 0,1-1 0 0 0,-1 0 0 0 0,-1-1 1 0 0,-22 8-1 0 0,-11-2 1 0 0,47-14 18 0 0,-1 0-13 0 0,-7 2 25 0 0,7-2-17 0 0,1 0-26 0 0,0 0-1 0 0,0 1 1 0 0,-1-1 0 0 0,1 1-1 0 0,0 0 1 0 0,0 0 0 0 0,-4 1-1 0 0,9 2 17 0 0,-1-1-1 0 0,1 0 0 0 0,0 0 1 0 0,0 0-1 0 0,0 0 0 0 0,0-1 0 0 0,0 1 1 0 0,8 3-1 0 0,34 17 7 0 0,-21-12-4 0 0,152 62 4 0 0,-59-27 1 0 0,-44-19 190 0 0,-71-26-162 0 0,12 2 79 0 0,-5-6 111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33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441 105 288 0 0,'-14'-8'5733'0'0,"12"7"-5054"0"0,-4-4 711 0 0,0 1-1 0 0,0-1 1 0 0,-10-10 0 0 0,16 14-1323 0 0,-1 1 0 0 0,0-1 1 0 0,0 0-1 0 0,1 1 0 0 0,-1-1 1 0 0,0 0-1 0 0,1 0 0 0 0,-1 0 1 0 0,1 0-1 0 0,-1 0 0 0 0,1 1 1 0 0,0-1-1 0 0,-1 0 0 0 0,1 0 1 0 0,0 0-1 0 0,-1 0 0 0 0,1 0 1 0 0,0 0-1 0 0,0 0 0 0 0,0 0 1 0 0,0 0-1 0 0,0 0 0 0 0,0 0 1 0 0,0 0-1 0 0,0 0 0 0 0,1 0 1 0 0,-1 0-1 0 0,0 0 0 0 0,1 0 1 0 0,-1 0-1 0 0,0 0 0 0 0,1 0 1 0 0,-1 0-1 0 0,1 0 0 0 0,-1 0 1 0 0,1 1-1 0 0,0-1 0 0 0,-1 0 1 0 0,1 0-1 0 0,0 1 0 0 0,1-2 1 0 0,5-2 24 0 0,0 0-1 0 0,1 1 1 0 0,0-1 0 0 0,0 1 0 0 0,0 1 0 0 0,0 0 0 0 0,0 0 0 0 0,1 0 0 0 0,-1 1-1 0 0,0 0 1 0 0,1 1 0 0 0,-1 0 0 0 0,1 0 0 0 0,-1 1 0 0 0,15 3 0 0 0,-14-3-60 0 0,0 1 0 0 0,0 1 0 0 0,0-1 0 0 0,0 2 0 0 0,0-1 1 0 0,-1 1-1 0 0,1 0 0 0 0,-1 1 0 0 0,0 0 0 0 0,0 0 0 0 0,-1 1 0 0 0,0 0 1 0 0,0 0-1 0 0,8 10 0 0 0,-12-13-13 0 0,-1 1 0 0 0,0-1-1 0 0,0 1 1 0 0,0-1 0 0 0,0 1 0 0 0,-1 0 0 0 0,1 0-1 0 0,-1 0 1 0 0,0 0 0 0 0,0 0 0 0 0,-1 0 0 0 0,1 0-1 0 0,-1 0 1 0 0,0 8 0 0 0,-1-5 61 0 0,0 0-1 0 0,0 0 1 0 0,-1 0-1 0 0,0 0 1 0 0,0 0 0 0 0,-1 0-1 0 0,-6 11 1 0 0,-1-1 81 0 0,-1 0 0 0 0,-1-1 0 0 0,0 0 0 0 0,-1-1 0 0 0,-17 14 0 0 0,12-12-21 0 0,-2-1 0 0 0,0-1-1 0 0,0-1 1 0 0,-41 20-1 0 0,20-16 620 0 0,39-18-441 0 0,34 0-277 0 0,-17 2-32 0 0,0 1 0 0 0,0 0 0 0 0,0 1-1 0 0,0 1 1 0 0,21 9 0 0 0,-27-10-2 0 0,1 1 0 0 0,-1 1-1 0 0,1-1 1 0 0,-1 2 0 0 0,-1-1 0 0 0,0 1-1 0 0,1 0 1 0 0,8 12 0 0 0,-15-17 52 0 0,0 0 1 0 0,-1 0-1 0 0,1 0 1 0 0,-1 0 0 0 0,0 1-1 0 0,0-1 1 0 0,0 0-1 0 0,0 1 1 0 0,0-1-1 0 0,0 1 1 0 0,-1-1-1 0 0,1 1 1 0 0,-1-1-1 0 0,1 1 1 0 0,-1 0-1 0 0,0-1 1 0 0,0 1-1 0 0,-1 4 1 0 0,0-3 18 0 0,0-1 0 0 0,0 1 1 0 0,-1-1-1 0 0,0 1 0 0 0,1-1 0 0 0,-1 0 1 0 0,0 0-1 0 0,0 0 0 0 0,-1 0 0 0 0,1 0 1 0 0,-6 5-1 0 0,-4 1 181 0 0,0 1 0 0 0,-1-1 0 0 0,-1-1 0 0 0,1 0 0 0 0,-18 6 0 0 0,9-5-68 0 0,0-1 0 0 0,0 0 1 0 0,-1-2-1 0 0,0-1 0 0 0,-1-1 1 0 0,-35 2-1 0 0,16-5-73 0 0,0-2 0 0 0,-73-10-1 0 0,103 9-265 0 0,0 0-110 0 0,-1 0-1 0 0,1 0 0 0 0,0-1 0 0 0,1-1 0 0 0,-1 0 1 0 0,-19-9-1 0 0,31 9-1349 0 0,2 3 1402 0 0,-1 0-1 0 0,0 0 0 0 0,1 1 0 0 0,-1-1 0 0 0,1 0 0 0 0,-1 0 0 0 0,1 0 0 0 0,-1 0 0 0 0,1 1 1 0 0,-1-1-1 0 0,1 0 0 0 0,0 1 0 0 0,0-1 0 0 0,-1 0 0 0 0,1 1 0 0 0,0-1 0 0 0,0 1 0 0 0,0-1 1 0 0,1 0-1 0 0,22-8-3483 0 0,-23 8 3433 0 0,16-5-4540 0 0,1-2-2521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34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231 215 1648 0 0,'-72'-25'7098'0'0,"-84"-25"3088"0"0,154 49-10053 0 0,119 8 516 0 0,284-11-420 0 0,-399 5-247 0 0,1-1-1 0 0,0 0 1 0 0,-1-1-1 0 0,1 1 1 0 0,0 0-1 0 0,-1-1 1 0 0,1 1-1 0 0,-1-1 0 0 0,1 0 1 0 0,-1 0-1 0 0,1 0 1 0 0,-1 0-1 0 0,1 0 1 0 0,-1-1-1 0 0,0 1 1 0 0,0-1-1 0 0,3-1 1 0 0,-5 2 11 0 0,0 0 1 0 0,0 1 0 0 0,0-1-1 0 0,1 0 1 0 0,-1 1 0 0 0,0-1-1 0 0,-1 0 1 0 0,1 1-1 0 0,0-1 1 0 0,0 0 0 0 0,0 1-1 0 0,0-1 1 0 0,0 0 0 0 0,-1 1-1 0 0,1-1 1 0 0,0 0-1 0 0,0 1 1 0 0,-1-1 0 0 0,1 1-1 0 0,-1-1 1 0 0,1 1 0 0 0,0-1-1 0 0,-1 1 1 0 0,1-1-1 0 0,-1 1 1 0 0,1-1 0 0 0,-1 1-1 0 0,-13-14-70 0 0,14 14 77 0 0,-21-16-64 0 0,-1 1 0 0 0,-42-22 1 0 0,30 19 98 0 0,32 16-24 0 0,1-6-8 0 0,10 10 14 0 0,1 0 1 0 0,-1 0-1 0 0,0 1 1 0 0,0 1 0 0 0,0-1-1 0 0,0 1 1 0 0,0 1-1 0 0,-1 0 1 0 0,0 0-1 0 0,0 0 1 0 0,0 1 0 0 0,0 0-1 0 0,-1 1 1 0 0,7 8-1 0 0,-11-11-3 0 0,1-1 0 0 0,-1 1-1 0 0,-1 0 1 0 0,1 0-1 0 0,0 0 1 0 0,-1 1 0 0 0,0-1-1 0 0,0 0 1 0 0,-1 1 0 0 0,1 0-1 0 0,-1-1 1 0 0,0 1-1 0 0,0 0 1 0 0,0 0 0 0 0,-1-1-1 0 0,1 1 1 0 0,-1 0 0 0 0,-1 0-1 0 0,1 0 1 0 0,-1 0 0 0 0,1-1-1 0 0,-1 1 1 0 0,-1 0-1 0 0,1-1 1 0 0,-1 1 0 0 0,0 0-1 0 0,0-1 1 0 0,0 0 0 0 0,0 0-1 0 0,-4 5 1 0 0,-9 12-75 0 0,-2 0 1 0 0,-1-1-1 0 0,-1-1 1 0 0,-28 23-1 0 0,27-23-1310 0 0,14-8-1678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35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197 384 580 0 0,'0'-12'4078'0'0,"0"5"-2206"0"0,0-1-1 0 0,0 0 1 0 0,0 1 0 0 0,-1-1-1 0 0,-1 1 1 0 0,-2-12 690 0 0,1 10-1174 0 0,-3 14 843 0 0,-4 12-402 0 0,-6 48 103 0 0,-13 90 1 0 0,0 2-1483 0 0,10-68-173 0 0,19-88-275 0 0,0-1 1 0 0,1 1-1 0 0,-1-1 1 0 0,0 1-1 0 0,0-1 1 0 0,0 1-1 0 0,0-1 1 0 0,0 1-1 0 0,-1-1 1 0 0,1 1-1 0 0,0-1 1 0 0,0 0-1 0 0,0 1 1 0 0,0-1-1 0 0,0 1 1 0 0,-1-1-1 0 0,1 1 1 0 0,0-1-1 0 0,0 0 1 0 0,-1 1-1 0 0,1-1 1 0 0,0 1-1 0 0,-1-1 1 0 0,1 0-1 0 0,0 1 1 0 0,-1-1-1 0 0,1 0 1 0 0,-1 0-1 0 0,1 1 1 0 0,0-1-1 0 0,-1 0 1 0 0,1 0-1 0 0,-1 0 1 0 0,1 1-1 0 0,-1-1 1 0 0,1 0-1 0 0,-1 0 1 0 0,1 0-1 0 0,-1 0 1 0 0,1 0-1 0 0,0 0 1 0 0,-1 0-1 0 0,1 0 1 0 0,-1 0-1 0 0,1 0 1 0 0,-1 0-1 0 0,1 0 1 0 0,-1 0-1 0 0,1-1 1 0 0,-1 1-1 0 0,1 0 1 0 0,-1 0-1 0 0,1 0 1 0 0,0-1-1 0 0,-1 1 1 0 0,1 0-1 0 0,-1 0 1 0 0,1-1-1 0 0,0 1 1 0 0,-1-1-1 0 0,-19-21-31 0 0,13 9-60 0 0,1-1 0 0 0,1 0-1 0 0,0 0 1 0 0,1-1 0 0 0,0 1 0 0 0,1-1 0 0 0,1 0 0 0 0,1 0 0 0 0,0-27 0 0 0,2-4-126 0 0,16-85 0 0 0,-12 104 193 0 0,1 0 0 0 0,2 1-1 0 0,1 0 1 0 0,0 0-1 0 0,2 1 1 0 0,1 0-1 0 0,1 1 1 0 0,25-35-1 0 0,-27 45 7 0 0,-1 0 0 0 0,2 1-1 0 0,-1 1 1 0 0,2 0 0 0 0,0 1-1 0 0,0 0 1 0 0,1 1 0 0 0,0 0-1 0 0,1 1 1 0 0,0 1-1 0 0,0 0 1 0 0,1 1 0 0 0,0 1-1 0 0,30-8 1 0 0,-39 13 5 0 0,0 0-1 0 0,1 1 1 0 0,-1-1-1 0 0,0 1 1 0 0,1 1-1 0 0,-1 0 1 0 0,0 0-1 0 0,0 0 1 0 0,0 1-1 0 0,0 0 1 0 0,0 0-1 0 0,0 1 1 0 0,0-1-1 0 0,-1 2 1 0 0,1-1 0 0 0,-1 1-1 0 0,0 0 1 0 0,10 8-1 0 0,-13-9 7 0 0,1 0-1 0 0,-1 0 1 0 0,0 1 0 0 0,0-1-1 0 0,0 1 1 0 0,0 0-1 0 0,-1 0 1 0 0,1 0 0 0 0,-1 0-1 0 0,0 0 1 0 0,-1 1-1 0 0,1-1 1 0 0,-1 1 0 0 0,1-1-1 0 0,-1 1 1 0 0,-1-1-1 0 0,1 1 1 0 0,-1 0 0 0 0,1-1-1 0 0,-1 1 1 0 0,-1-1-1 0 0,1 1 1 0 0,-1 0 0 0 0,0-1-1 0 0,0 1 1 0 0,0-1-1 0 0,0 1 1 0 0,-1-1 0 0 0,-3 8-1 0 0,-2-1-7 0 0,0 0 1 0 0,0 0-1 0 0,-1-1 0 0 0,0 0 0 0 0,-1-1 1 0 0,0 1-1 0 0,-1-2 0 0 0,0 1 0 0 0,0-1 1 0 0,-20 11-1 0 0,-9 3 26 0 0,-72 28 0 0 0,99-45-8 0 0,-26 8-3 0 0,30-11-8 0 0,0 1 0 0 0,0 0-1 0 0,-1 0 1 0 0,2 1 0 0 0,-1 0 0 0 0,-10 7 0 0 0,17-10 5 0 0,0 0 0 0 0,0 0 0 0 0,0 0 0 0 0,0 0 0 0 0,1 0 0 0 0,-1 0 0 0 0,0 0 0 0 0,1 0 0 0 0,-1 0 0 0 0,1 0 0 0 0,-1 0 0 0 0,1 0 0 0 0,0 1 0 0 0,-1-1 0 0 0,1 0 0 0 0,0 0 0 0 0,0 1 0 0 0,0-1 0 0 0,0 0 0 0 0,0 0-1 0 0,0 1 1 0 0,0-1 0 0 0,1 0 0 0 0,-1 0 0 0 0,0 0 0 0 0,0 1 0 0 0,1-1 0 0 0,-1 0 0 0 0,1 0 0 0 0,-1 0 0 0 0,1 0 0 0 0,0 0 0 0 0,1 2 0 0 0,2 3 25 0 0,0 0 1 0 0,0-1-1 0 0,1 0 0 0 0,7 7 0 0 0,19 12 30 0 0,0-1 1 0 0,1-1-1 0 0,61 29 0 0 0,-27-15-27 0 0,70 39-2 0 0,-126-68 1030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35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319 122 1204 0 0,'-45'-28'8736'0'0,"37"22"-7449"0"0,0 0 0 0 0,0 0-1 0 0,1-1 1 0 0,-1 0 0 0 0,-8-12 0 0 0,15 18-1250 0 0,1 0 0 0 0,-1 0 0 0 0,1 0 1 0 0,0 1-1 0 0,-1-1 0 0 0,1 0 0 0 0,0 0 0 0 0,0 0 0 0 0,-1 0 1 0 0,1 0-1 0 0,0 0 0 0 0,0 1 0 0 0,0-1 0 0 0,0 0 0 0 0,0 0 0 0 0,0 0 1 0 0,1 0-1 0 0,-1 0 0 0 0,0 0 0 0 0,0 0 0 0 0,1 1 0 0 0,-1-1 1 0 0,0 0-1 0 0,1 0 0 0 0,-1 0 0 0 0,1 1 0 0 0,-1-1 0 0 0,1 0 1 0 0,-1 0-1 0 0,1 1 0 0 0,0-1 0 0 0,-1 1 0 0 0,1-1 0 0 0,0 0 1 0 0,0 1-1 0 0,-1-1 0 0 0,1 1 0 0 0,0 0 0 0 0,0-1 0 0 0,0 1 0 0 0,-1 0 1 0 0,3-1-1 0 0,1-1 12 0 0,0 0 1 0 0,0 1 0 0 0,0-1-1 0 0,0 1 1 0 0,1 0 0 0 0,-1 1-1 0 0,0-1 1 0 0,9 0 0 0 0,0 2-17 0 0,-1 1 0 0 0,1 0 0 0 0,-1 0 0 0 0,0 1 1 0 0,0 1-1 0 0,0 0 0 0 0,0 1 0 0 0,20 11 0 0 0,-28-14-24 0 0,0 0-1 0 0,-1 0 0 0 0,0 1 1 0 0,1-1-1 0 0,-1 1 0 0 0,0 0 0 0 0,0 0 1 0 0,0 0-1 0 0,-1 1 0 0 0,1-1 1 0 0,-1 1-1 0 0,0-1 0 0 0,0 1 1 0 0,0 0-1 0 0,0 0 0 0 0,0-1 0 0 0,-1 1 1 0 0,0 1-1 0 0,0-1 0 0 0,0 0 1 0 0,0 0-1 0 0,-1 0 0 0 0,0 0 0 0 0,1 1 1 0 0,-2-1-1 0 0,1 0 0 0 0,0 0 1 0 0,-1 0-1 0 0,0 1 0 0 0,0-1 1 0 0,-2 6-1 0 0,0-2 6 0 0,-1 1 1 0 0,0-1 0 0 0,0 0-1 0 0,-1-1 1 0 0,0 1 0 0 0,0-1-1 0 0,-1 0 1 0 0,1 0 0 0 0,-15 11-1 0 0,-2 1 273 0 0,-43 26 0 0 0,39-28 212 0 0,-25 10 686 0 0,49-26-894 0 0,17 4-246 0 0,-5-5 73 0 0,0 0 0 0 0,1 1 0 0 0,-1 0 0 0 0,0 1-1 0 0,0 0 1 0 0,0 0 0 0 0,0 1 0 0 0,0 1 0 0 0,-1-1 0 0 0,1 2 0 0 0,-1-1-1 0 0,0 1 1 0 0,0 1 0 0 0,-1-1 0 0 0,0 1 0 0 0,0 1 0 0 0,0 0 0 0 0,-1 0-1 0 0,0 0 1 0 0,0 1 0 0 0,0 0 0 0 0,-1 0 0 0 0,-1 1 0 0 0,1 0 0 0 0,-2 0 0 0 0,5 11-1 0 0,-7-18-21 0 0,-2 1 0 0 0,1 0 0 0 0,0 0 0 0 0,-1 0-1 0 0,1 0 1 0 0,-1 0 0 0 0,0 0 0 0 0,0 0-1 0 0,0 0 1 0 0,0 0 0 0 0,0 0 0 0 0,-1 0 0 0 0,1 0-1 0 0,-1 0 1 0 0,0 0 0 0 0,0 0 0 0 0,-2 4-1 0 0,0-3 17 0 0,0 0-1 0 0,1 0 0 0 0,-2 0 0 0 0,1 0 0 0 0,0 0 0 0 0,-1-1 0 0 0,0 0 0 0 0,1 1 0 0 0,-9 4 0 0 0,-1-1 64 0 0,1-1 0 0 0,-1 0 0 0 0,0-1 0 0 0,-1 0-1 0 0,1-1 1 0 0,-23 4 0 0 0,11-5-109 0 0,1-2-1 0 0,-1 0 1 0 0,0-1-1 0 0,0-2 0 0 0,0 0 1 0 0,-28-7-1 0 0,-30-13-4234 0 0,77 20 2925 0 0,-14-6-1107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36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34 1348 0 0,'-20'-17'7900'0'0,"19"16"-7380"0"0,-16-11 4014 0 0,17 12-4516 0 0,0 0-1 0 0,0 0 0 0 0,0 0 0 0 0,0 0 0 0 0,0 0 0 0 0,0-1 0 0 0,0 1 0 0 0,0 0 0 0 0,0 0 0 0 0,0 0 0 0 0,0 0 0 0 0,0 0 0 0 0,0 0 0 0 0,0 0 1 0 0,0 0-1 0 0,0 0 0 0 0,0 0 0 0 0,0-1 0 0 0,0 1 0 0 0,0 0 0 0 0,0 0 0 0 0,0 0 0 0 0,0 0 0 0 0,0 0 0 0 0,0 0 0 0 0,0 0 0 0 0,0 0 1 0 0,0 0-1 0 0,0 0 0 0 0,0-1 0 0 0,0 1 0 0 0,0 0 0 0 0,0 0 0 0 0,0 0 0 0 0,0 0 0 0 0,0 0 0 0 0,0 0 0 0 0,0 0 0 0 0,0 0 0 0 0,1 0 1 0 0,-1 0-1 0 0,0 0 0 0 0,0 0 0 0 0,0 0 0 0 0,0 0 0 0 0,0 0 0 0 0,0 0 0 0 0,0 0 0 0 0,0 0 0 0 0,0 0 0 0 0,0 0 0 0 0,1 0 0 0 0,-1 0 1 0 0,0 0-1 0 0,0 0 0 0 0,0 0 0 0 0,15 0 192 0 0,199 12 467 0 0,-90-7-247 0 0,-102-4 1404 0 0,42-2 0 0 0,-62 0-1508 0 0,-1 1-355 0 0,-1-1 0 0 0,1 1 0 0 0,-1-1 0 0 0,0 1 0 0 0,1-1 0 0 0,-1 1 0 0 0,1 0 0 0 0,-1-1 0 0 0,1 1 0 0 0,0-1 0 0 0,-1 1 0 0 0,1 0 0 0 0,-1 0 0 0 0,1-1 0 0 0,0 1 0 0 0,-1 0 0 0 0,1 0 0 0 0,0 0 0 0 0,-1 0 0 0 0,1 0-1 0 0,0-1 1 0 0,0 2 0 0 0,16-3-5399 0 0,-2 6-634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37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76 134 956 0 0,'-48'-26'8223'0'0,"47"25"-7736"0"0,-23-28 3684 0 0,24 27-3923 0 0,0 2-219 0 0,-1 0-1 0 0,1-1 1 0 0,0 1 0 0 0,0-1-1 0 0,-1 1 1 0 0,1-1-1 0 0,0 1 1 0 0,0-1-1 0 0,0 1 1 0 0,0-1 0 0 0,0 1-1 0 0,0-1 1 0 0,0 1-1 0 0,0-1 1 0 0,0 1-1 0 0,0-1 1 0 0,0 1-1 0 0,0-1 1 0 0,0 1 0 0 0,0-1-1 0 0,1 1 1 0 0,-1-1-1 0 0,0 1 1 0 0,0-1-1 0 0,1 1 1 0 0,-1-1 0 0 0,8-16 408 0 0,-1 12-413 0 0,0 0 1 0 0,1 0-1 0 0,0 1 1 0 0,0-1-1 0 0,0 2 0 0 0,0-1 1 0 0,1 1-1 0 0,-1 0 0 0 0,1 1 1 0 0,-1 0-1 0 0,1 1 0 0 0,11-1 1 0 0,-4 1-30 0 0,-1 0 0 0 0,0 2 0 0 0,1 0 0 0 0,-1 1 0 0 0,26 6 0 0 0,-37-7 10 0 0,0 0-1 0 0,0 0 1 0 0,0 0-1 0 0,-1 1 1 0 0,1-1-1 0 0,0 1 1 0 0,-1 0-1 0 0,0 0 1 0 0,1 1 0 0 0,-1-1-1 0 0,0 1 1 0 0,0-1-1 0 0,0 1 1 0 0,-1 0-1 0 0,1 0 1 0 0,-1 0 0 0 0,1 1-1 0 0,-1-1 1 0 0,0 1-1 0 0,0-1 1 0 0,-1 1-1 0 0,1-1 1 0 0,-1 1 0 0 0,0 0-1 0 0,0 0 1 0 0,0 0-1 0 0,1 6 1 0 0,-2-5 65 0 0,0 0 1 0 0,-1 1 0 0 0,1-1-1 0 0,-1 0 1 0 0,0 0-1 0 0,0 1 1 0 0,0-1 0 0 0,-1 0-1 0 0,0 0 1 0 0,0 0 0 0 0,0-1-1 0 0,-1 1 1 0 0,1 0-1 0 0,-6 5 1 0 0,-4 5 109 0 0,0-1-1 0 0,-26 22 1 0 0,-7 9 604 0 0,33-33-502 0 0,-4 5 67 0 0,16-16-310 0 0,10 5 4 0 0,14 1-40 0 0,-1 1 0 0 0,-1 0 0 0 0,42 23 0 0 0,-53-24 10 0 0,0 1 1 0 0,0-1-1 0 0,-1 2 0 0 0,0 0 0 0 0,0 0 0 0 0,-1 0 1 0 0,13 19-1 0 0,-20-26 45 0 0,-1-1 0 0 0,0 1 0 0 0,0-1 0 0 0,0 1 0 0 0,0 0 0 0 0,-1 0 0 0 0,1 0 0 0 0,0 0 0 0 0,-1-1 0 0 0,1 1 0 0 0,-1 0 0 0 0,0 0 0 0 0,1 0 0 0 0,-1 0 0 0 0,0 0 0 0 0,0 0 0 0 0,0 0 0 0 0,-1 0 0 0 0,1 0 0 0 0,0 0 0 0 0,-1 0 0 0 0,1 0 0 0 0,-1 0 0 0 0,0 0 0 0 0,0-1 0 0 0,0 1 0 0 0,1 0 0 0 0,-2 0 1 0 0,1-1-1 0 0,0 1 0 0 0,0-1 0 0 0,0 1 0 0 0,-1-1 0 0 0,1 1 0 0 0,-1-1 0 0 0,-2 2 0 0 0,-2 1-10 0 0,0 0 1 0 0,0 0-1 0 0,-1 0 0 0 0,1-1 1 0 0,-1 0-1 0 0,1-1 1 0 0,-1 1-1 0 0,-14 2 1 0 0,-51 7 88 0 0,30-7-103 0 0,9-2-1017 0 0,30-3 193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38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173 201 932 0 0,'-4'-26'9993'0'0,"0"6"-3653"0"0,4 20-6256 0 0,0 0 0 0 0,-1 0 0 0 0,1-1 0 0 0,0 1 0 0 0,0 0 0 0 0,0-1 0 0 0,0 1 0 0 0,0 0 0 0 0,0-1-1 0 0,0 1 1 0 0,0 0 0 0 0,0 0 0 0 0,-1-1 0 0 0,1 1 0 0 0,0 0 0 0 0,0 0 0 0 0,0-1 0 0 0,-1 1 0 0 0,1 0 0 0 0,0 0 0 0 0,0 0 0 0 0,0-1 0 0 0,-1 1 0 0 0,1 0 0 0 0,-1 0 0 0 0,-8 24 560 0 0,0 0-1 0 0,2 1 1 0 0,1 0 0 0 0,-5 35 0 0 0,0-1-194 0 0,-13 65 336 0 0,-24 102 2088 0 0,48-225-2763 0 0,-1-1 1 0 0,1 1-1 0 0,0-1 0 0 0,0 1 0 0 0,0-1 1 0 0,0 1-1 0 0,0-1 0 0 0,0 0 1 0 0,0 1-1 0 0,-1-1 0 0 0,1 1 0 0 0,0-1 1 0 0,0 0-1 0 0,-1 1 0 0 0,1-1 0 0 0,0 1 1 0 0,-1-1-1 0 0,1 0 0 0 0,0 1 0 0 0,-1-1 1 0 0,1 0-1 0 0,0 0 0 0 0,-2 1 1 0 0,-4-8 438 0 0,-1-18-531 0 0,0-33-43 0 0,2-1 0 0 0,3 0 0 0 0,2 1 0 0 0,9-70 0 0 0,-6 107-1 0 0,1 0 0 0 0,1-1-1 0 0,0 2 1 0 0,2-1-1 0 0,0 1 1 0 0,2 0 0 0 0,0 0-1 0 0,16-25 1 0 0,-19 36 4 0 0,1 0 0 0 0,0 0 1 0 0,0 0-1 0 0,1 0 0 0 0,0 1 1 0 0,1 1-1 0 0,-1-1 0 0 0,2 1 1 0 0,-1 1-1 0 0,1 0 0 0 0,0 0 1 0 0,0 1-1 0 0,0 0 0 0 0,1 1 1 0 0,0 0-1 0 0,-1 1 0 0 0,18-4 1 0 0,-20 7 4 0 0,1-1 1 0 0,-1 1 0 0 0,1 0 0 0 0,-1 1-1 0 0,1 0 1 0 0,-1 0 0 0 0,1 1 0 0 0,-1 0-1 0 0,0 1 1 0 0,0 0 0 0 0,0 0 0 0 0,0 0-1 0 0,0 1 1 0 0,-1 0 0 0 0,0 1-1 0 0,1 0 1 0 0,10 10 0 0 0,-14-12 13 0 0,0 0 0 0 0,-1 1 0 0 0,1 0 0 0 0,-1 0 0 0 0,0 0 0 0 0,0 0-1 0 0,0 0 1 0 0,-1 1 0 0 0,1-1 0 0 0,-1 1 0 0 0,0 0 0 0 0,-1 0 0 0 0,1-1 0 0 0,-1 1 0 0 0,0 0 0 0 0,0 0 0 0 0,0 0 0 0 0,-1 1 0 0 0,0-1 0 0 0,0 0 0 0 0,0 0 0 0 0,-1 0-1 0 0,1 0 1 0 0,-1 0 0 0 0,0 0 0 0 0,-1 0 0 0 0,1 0 0 0 0,-1-1 0 0 0,0 1 0 0 0,-4 7 0 0 0,-5 4 20 0 0,-1 0 0 0 0,0-1 0 0 0,-1 0 0 0 0,-1-1 0 0 0,0-1 1 0 0,-1 0-1 0 0,-21 14 0 0 0,-46 23 71 0 0,81-48-62 0 0,-34 19-10 0 0,34-20-42 0 0,3 1-7 0 0,-1 0 29 0 0,1 1 0 0 0,0-1 1 0 0,0 0-1 0 0,0 0 1 0 0,1 0-1 0 0,-1 0 0 0 0,0-1 1 0 0,1 1-1 0 0,4 2 1 0 0,-2 0-10 0 0,193 139 340 0 0,-183-131-403 0 0,21 21 1 0 0,-17-10-3086 0 0,-17-20 1672 0 0,1 1-1 0 0,0-1 1 0 0,21 17-8932 0 0,-14-14 8932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38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77 2436 0 0,'2'-16'6748'0'0,"13"-45"13230"0"0,-14 61-19927 0 0,1 17 116 0 0,-1-1-1 0 0,0 1 1 0 0,-1 0-1 0 0,-3 22 1 0 0,-14 73-14 0 0,7-55-153 0 0,-4 16-18 0 0,-7 54-2267 0 0,20-111 586 0 0,0 0 0 0 0,1 0 0 0 0,1 0 0 0 0,0 0 0 0 0,7 29 0 0 0,-2-24-4306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41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619 36 1080 0 0,'0'0'2954'0'0,"14"-4"1415"0"0,-13 4-4175 0 0,0 0 0 0 0,0 0 1 0 0,0 0-1 0 0,0-1 0 0 0,0 1 1 0 0,-1 0-1 0 0,1-1 0 0 0,0 1 1 0 0,0-1-1 0 0,0 1 0 0 0,-1-1 0 0 0,1 1 1 0 0,0-1-1 0 0,-1 1 0 0 0,1-1 1 0 0,0 0-1 0 0,-1 0-114 0 0,0 1-1 0 0,0 0 1 0 0,0-1-1 0 0,0 1 1 0 0,0 0-1 0 0,0-1 1 0 0,0 1 0 0 0,0 0-1 0 0,0-1 1 0 0,0 1-1 0 0,0 0 1 0 0,0 0-1 0 0,-1-1 1 0 0,1 1 0 0 0,0 0-1 0 0,0 0 1 0 0,0-1-1 0 0,-1 1 1 0 0,1 0 0 0 0,0 0-1 0 0,0-1 1 0 0,-1 1-1 0 0,1 0 1 0 0,0 0-1 0 0,0 0 1 0 0,-1 0 0 0 0,1-1-1 0 0,0 1 1 0 0,0 0-1 0 0,-1 0 1 0 0,-4-2 79 0 0,0 0 1 0 0,0 1-1 0 0,0-1 1 0 0,0 1-1 0 0,-9-1 0 0 0,-38-2-38 0 0,1 2 0 0 0,-59 5-1 0 0,107-3-101 0 0,-16 2 20 0 0,17-2-21 0 0,-4 2-13 0 0,0 0 1 0 0,0 0 0 0 0,0 0-1 0 0,0 0 1 0 0,0 1-1 0 0,-7 5 1 0 0,3 1 51 0 0,0 0 0 0 0,1 1 0 0 0,0 1-1 0 0,1-1 1 0 0,0 1 0 0 0,1 1 0 0 0,0-1 0 0 0,0 1-1 0 0,1 0 1 0 0,1 1 0 0 0,0 0 0 0 0,1 0 0 0 0,-3 13-1 0 0,-2 22 542 0 0,1 0-1 0 0,-1 62 1 0 0,8-82-512 0 0,-15 700 2650 0 0,14-344-2513 0 0,-32 491 593 0 0,32-848-802 0 0,-62 1075 1564 0 0,24-373-667 0 0,26-458-295 0 0,11-245-526 0 0,0-1 11 0 0,2 39 1 0 0,1-30-171 0 0,-6 41 1 0 0,5-73 104 0 0,0 37 1098 0 0,0-38-1066 0 0,1 0 1 0 0,0 0 0 0 0,0 0 0 0 0,0-1-1 0 0,0 1 1 0 0,0 0 0 0 0,0 0-1 0 0,1 0 1 0 0,-1 0 0 0 0,0 0-1 0 0,0 0 1 0 0,1 0 0 0 0,-1 0 0 0 0,0 0-1 0 0,1 0 1 0 0,-1 0 0 0 0,1-1-1 0 0,0 1 1 0 0,-1 0 0 0 0,1 0 0 0 0,-1-1-1 0 0,1 1 1 0 0,0 0 0 0 0,0 0-1 0 0,2 0 157 0 0,-1 0 0 0 0,1-1 0 0 0,-1 1-1 0 0,1-1 1 0 0,-1 0 0 0 0,1 0 0 0 0,-1 0-1 0 0,4 0 1 0 0,1 0-152 0 0,482 11-6423 0 0,60 0-5440 0 0,-450-13 2021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42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1 992 0 0,'0'0'11121'0'0,"-17"12"-4408"0"0,13 74-5142 0 0,-17 98 1 0 0,5-61-1174 0 0,-4-7-106 0 0,12-62-840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43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89 964 0 0,'-12'-4'10282'0'0,"-3"-6"-5817"0"0,14 8-4288 0 0,0 0 0 0 0,0 1 0 0 0,0-1 0 0 0,0 0 1 0 0,0 0-1 0 0,0 1 0 0 0,0-1 0 0 0,0 0 0 0 0,1 0 0 0 0,-1-3 0 0 0,0 3-22 0 0,0-6-97 0 0,2 6-55 0 0,0 1 0 0 0,-1-1 1 0 0,1 1-1 0 0,0 0 1 0 0,0-1-1 0 0,0 1 0 0 0,0 0 1 0 0,0 0-1 0 0,1 0 0 0 0,-1 0 1 0 0,0 0-1 0 0,3-1 1 0 0,2-2-12 0 0,0 1 0 0 0,0 0 0 0 0,1 0 1 0 0,0 1-1 0 0,-1-1 0 0 0,1 2 1 0 0,0-1-1 0 0,0 1 0 0 0,0 0 0 0 0,0 0 1 0 0,0 1-1 0 0,0 0 0 0 0,9 1 1 0 0,1 1-12 0 0,0 0 0 0 0,-1 1 1 0 0,1 1-1 0 0,24 10 0 0 0,-37-13 20 0 0,1 1-1 0 0,-1 0 1 0 0,1 0 0 0 0,-1 0-1 0 0,0 1 1 0 0,0 0-1 0 0,0-1 1 0 0,0 1-1 0 0,-1 1 1 0 0,1-1 0 0 0,-1 0-1 0 0,0 1 1 0 0,0 0-1 0 0,0 0 1 0 0,0 0-1 0 0,-1 0 1 0 0,3 6-1 0 0,-3-6 1 0 0,-1 0-1 0 0,0 0 1 0 0,0 0-1 0 0,-1 0 1 0 0,0 1-1 0 0,1-1 1 0 0,-1 0-1 0 0,0 0 0 0 0,-1 0 1 0 0,1 0-1 0 0,-1 0 1 0 0,0 0-1 0 0,0 0 1 0 0,0 0-1 0 0,0 0 0 0 0,-1 0 1 0 0,0 0-1 0 0,0-1 1 0 0,0 1-1 0 0,-4 5 1 0 0,-3 4 9 0 0,-1 0 1 0 0,-1-1 0 0 0,0 0 0 0 0,-25 20-1 0 0,-58 34 113 0 0,39-28 2 0 0,27-20-68 0 0,20-14-43 0 0,-1 1 0 0 0,1 1 1 0 0,0 0-1 0 0,1 0 0 0 0,-12 12 1 0 0,18-16 19 0 0,1-2-28 0 0,0 1 0 0 0,1 0-1 0 0,-1-1 1 0 0,1 1 0 0 0,-1 0-1 0 0,1-1 1 0 0,-1 1-1 0 0,1 0 1 0 0,-1-1 0 0 0,1 1-1 0 0,-1-1 1 0 0,1 1 0 0 0,0-1-1 0 0,-1 1 1 0 0,1-1 0 0 0,0 0-1 0 0,0 1 1 0 0,-1-1 0 0 0,1 0-1 0 0,0 0 1 0 0,1 1-1 0 0,21 2 48 0 0,-19-2-46 0 0,57 2 38 0 0,0-4 0 0 0,80-9 0 0 0,-129 9-38 0 0,46-5 18 0 0,105-5 281 0 0,-144 9-1407 0 0,-10 0-1277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45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86 2108 0 0,'0'0'1662'0'0,"-3"-13"3038"0"0,3 11-4477 0 0,0-1 0 0 0,1 1-1 0 0,-1-1 1 0 0,1 1 0 0 0,0 0-1 0 0,0-1 1 0 0,0 1 0 0 0,0 0-1 0 0,0-1 1 0 0,0 1 0 0 0,1 0 0 0 0,-1 0-1 0 0,1 0 1 0 0,0 0 0 0 0,-1 0-1 0 0,1 0 1 0 0,3-1 0 0 0,0-1-106 0 0,0 1 1 0 0,1 1-1 0 0,-1-1 1 0 0,1 1-1 0 0,-1 0 1 0 0,12-3-1 0 0,-3 2-80 0 0,0 0-1 0 0,0 1 1 0 0,0 1 0 0 0,0 0-1 0 0,0 1 1 0 0,0 0-1 0 0,0 1 1 0 0,0 1-1 0 0,0 0 1 0 0,0 1 0 0 0,0 0-1 0 0,-1 1 1 0 0,14 6-1 0 0,-25-9-31 0 0,0 0-1 0 0,0 0 1 0 0,0 0 0 0 0,-1 0-1 0 0,1 0 1 0 0,0 1 0 0 0,-1-1-1 0 0,1 0 1 0 0,-1 1-1 0 0,1-1 1 0 0,-1 1 0 0 0,0 0-1 0 0,0-1 1 0 0,1 1-1 0 0,-1 0 1 0 0,0 0 0 0 0,-1-1-1 0 0,1 1 1 0 0,0 0-1 0 0,0 0 1 0 0,0 3 0 0 0,-1-2 1 0 0,0 0 1 0 0,0 1-1 0 0,-1-1 1 0 0,1 0 0 0 0,-1 0-1 0 0,1 0 1 0 0,-1 0-1 0 0,0 0 1 0 0,0 0-1 0 0,0 0 1 0 0,-1 0 0 0 0,-2 4-1 0 0,-5 6 15 0 0,0-1 0 0 0,0 0 1 0 0,-2 0-1 0 0,-16 14 0 0 0,13-12-20 0 0,-2 1 22 0 0,-1 0 0 0 0,0-1-1 0 0,-22 13 1 0 0,22-13 33 0 0,16-14-55 0 0,1 1 1 0 0,0-1-1 0 0,-1 1 1 0 0,1-1-1 0 0,0 0 1 0 0,-1 1-1 0 0,1-1 1 0 0,0 1-1 0 0,0-1 1 0 0,0 1-1 0 0,0-1 0 0 0,-1 1 1 0 0,1-1-1 0 0,0 1 1 0 0,0-1-1 0 0,0 1 1 0 0,0-1-1 0 0,0 1 1 0 0,0-1-1 0 0,0 1 1 0 0,0 0-1 0 0,1 1 1 0 0,1-1-1 0 0,-1 0 1 0 0,0 1-1 0 0,0-1 0 0 0,1 0 1 0 0,-1 0-1 0 0,1 0 1 0 0,-1 0-1 0 0,1 0 0 0 0,-1 0 1 0 0,1 0-1 0 0,-1-1 0 0 0,1 1 1 0 0,0-1-1 0 0,2 2 1 0 0,43 14 134 0 0,-2 2 0 0 0,0 2 0 0 0,79 48 0 0 0,-118-64 19 0 0,0 1 0 0 0,0-1 0 0 0,0 1 0 0 0,-1 0 0 0 0,0 1 0 0 0,0-1 0 0 0,0 1 0 0 0,4 6 0 0 0,-9-11-87 0 0,1 1 1 0 0,-1-1-1 0 0,0 0 0 0 0,1 0 1 0 0,-1 1-1 0 0,0-1 0 0 0,0 0 1 0 0,0 0-1 0 0,0 1 0 0 0,0-1 1 0 0,0 0-1 0 0,-1 0 0 0 0,1 1 1 0 0,0-1-1 0 0,-1 0 0 0 0,1 0 1 0 0,-1 0-1 0 0,1 1 0 0 0,-1-1 1 0 0,1 0-1 0 0,-3 2 0 0 0,2 0 73 0 0,-2 0-1 0 0,1-1 0 0 0,0 1 0 0 0,0 0 1 0 0,-1-1-1 0 0,-4 4 0 0 0,-3 0 7 0 0,0 0 1 0 0,-1 0-1 0 0,0-2 0 0 0,0 1 0 0 0,0-1 1 0 0,-1-1-1 0 0,0 0 0 0 0,1 0 0 0 0,-1-2 1 0 0,0 1-1 0 0,0-1 0 0 0,-16-1 0 0 0,-14-3-46 0 0,0-1-1 0 0,-45-11 1 0 0,73 12-70 0 0,10 3-442 0 0,-1-1 0 0 0,1 0 0 0 0,-1-1 0 0 0,1 1 0 0 0,0-1 0 0 0,-1 0 1 0 0,1 0-1 0 0,0 0 0 0 0,-5-4 0 0 0,8 5 226 0 0,1 1 92 0 0,0 0 0 0 0,0 0 0 0 0,0-1 1 0 0,0 1-1 0 0,0 0 0 0 0,0 0 1 0 0,-1-1-1 0 0,1 1 0 0 0,0 0 1 0 0,0 0-1 0 0,0-1 0 0 0,0 1 1 0 0,0 0-1 0 0,0 0 0 0 0,0-1 1 0 0,0 1-1 0 0,0 0 0 0 0,0-1 1 0 0,0 1-1 0 0,0 0 0 0 0,1 0 1 0 0,-1-1-1 0 0,0 1 0 0 0,0 0 1 0 0,0 0-1 0 0,0-1 0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45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97 288 0 0,'1'-2'2460'0'0,"25"-72"11694"0"0,-26 72-13508 0 0,4-17 1769 0 0,-13 36-2390 0 0,0 0 1 0 0,1 0-1 0 0,0 1 0 0 0,2 0 0 0 0,0 0 0 0 0,1 0 1 0 0,1 1-1 0 0,0 0 0 0 0,0 19 0 0 0,4-32-9 0 0,0-1 1 0 0,0 0-1 0 0,1 0 0 0 0,0 1 0 0 0,0-1 0 0 0,1 0 0 0 0,-1 0 1 0 0,1 0-1 0 0,0 0 0 0 0,0 0 0 0 0,1-1 0 0 0,0 1 1 0 0,-1 0-1 0 0,1-1 0 0 0,4 4 0 0 0,-1-2 2 0 0,-1-1 0 0 0,1 0 1 0 0,-1-1-1 0 0,1 1 0 0 0,1-1 0 0 0,-1-1 0 0 0,1 1 0 0 0,-1-1 0 0 0,1 0 1 0 0,7 2-1 0 0,-3-2 3 0 0,0 0 0 0 0,1-1 0 0 0,-1 0 0 0 0,1 0 0 0 0,-1-2 0 0 0,1 1-1 0 0,-1-1 1 0 0,1-1 0 0 0,-1 0 0 0 0,0-1 0 0 0,1 0 0 0 0,-1-1 0 0 0,21-7 0 0 0,-21 5-13 0 0,0-1-1 0 0,0-1 0 0 0,-1 0 0 0 0,0 0 1 0 0,0-1-1 0 0,-1 0 0 0 0,15-15 0 0 0,-2-5 1726 0 0,27-41-1 0 0,-45 62-1207 0 0,18-29 1882 0 0,-20 35-2302 0 0,-2 1-97 0 0,0-1 1 0 0,0 1-1 0 0,0 0 1 0 0,0 0 0 0 0,0-1-1 0 0,0 1 1 0 0,0 0-1 0 0,0 0 1 0 0,0 0 0 0 0,0-1-1 0 0,1 1 1 0 0,-1 0-1 0 0,0 0 1 0 0,0 0 0 0 0,0 0-1 0 0,0-1 1 0 0,1 1-1 0 0,-1 0 1 0 0,0 0 0 0 0,0 0-1 0 0,0 0 1 0 0,1 0-1 0 0,-1-1 1 0 0,0 1 0 0 0,0 0-1 0 0,1 0 1 0 0,-1 0 0 0 0,0 0-1 0 0,0 0 1 0 0,0 0-1 0 0,1 0 1 0 0,-1 0 0 0 0,2 13 13 0 0,0 0 0 0 0,-2 0 1 0 0,1-1-1 0 0,-1 1 1 0 0,-3 17-1 0 0,0 9 8 0 0,-26 281-905 0 0,-11-108-6448 0 0,15-119-1832 0 0,15-54 937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5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168 164 504 0 0,'0'0'2067'0'0,"-18"-35"7727"0"0,17 35-9740 0 0,1-1 0 0 0,0 1-1 0 0,-1 0 1 0 0,1-1 0 0 0,0 1-1 0 0,0 0 1 0 0,-1-1 0 0 0,1 1 0 0 0,-1 0-1 0 0,1 0 1 0 0,0 0 0 0 0,-1-1-1 0 0,1 1 1 0 0,0 0 0 0 0,-1 0-1 0 0,1 0 1 0 0,-1 0 0 0 0,1 0 0 0 0,-1 0-1 0 0,1-1 1 0 0,0 1 0 0 0,-1 0-1 0 0,1 0 1 0 0,-1 0 0 0 0,1 1 0 0 0,-1-1-1 0 0,1 0 1 0 0,0 0 0 0 0,-1 0-1 0 0,1 0 1 0 0,-1 1 0 0 0,-8 12 875 0 0,-1 30-97 0 0,9-37-622 0 0,-82 423 2994 0 0,50-258-950 0 0,32-183-1914 0 0,1-22-410 0 0,2 9 80 0 0,0-5 7 0 0,9-40-1 0 0,-9 58-11 0 0,3-3-5 0 0,13-55-14 0 0,-1 21 37 0 0,-17 47-25 0 0,1 0 1 0 0,14-66 4 0 0,-9 48-14 0 0,1-20-4 0 0,-6 36 12 0 0,0 2 3 0 0,1 0 0 0 0,-1 0 0 0 0,0-1 0 0 0,0 1 0 0 0,0-1 0 0 0,-1 1 0 0 0,1-1 0 0 0,-1 0-1 0 0,1 1 1 0 0,-1-1 0 0 0,0-3 0 0 0,1-5 1 0 0,5-13-27 0 0,1-1 0 0 0,12-24 0 0 0,-12 38 19 0 0,1 0 0 0 0,0 0-1 0 0,1 1 1 0 0,0 0 0 0 0,1 0-1 0 0,-1 1 1 0 0,2 0 0 0 0,11-7-1 0 0,-5 4-1 0 0,1 0-1 0 0,0 1 0 0 0,1 1 0 0 0,0 0 1 0 0,1 2-1 0 0,0 0 0 0 0,0 1 0 0 0,0 1 1 0 0,34-4-1 0 0,-47 9 2 0 0,1 0-1 0 0,-1 1 1 0 0,1 1 0 0 0,-1-1 0 0 0,1 1-1 0 0,-1 0 1 0 0,1 1 0 0 0,-1 0 0 0 0,0 0-1 0 0,0 0 1 0 0,0 1 0 0 0,0 0 0 0 0,8 5-1 0 0,-12-6 10 0 0,0 0-1 0 0,0 0 0 0 0,-1 0 0 0 0,1 0 1 0 0,0 1-1 0 0,-1-1 0 0 0,1 1 0 0 0,-1 0 1 0 0,0-1-1 0 0,0 1 0 0 0,0 0 0 0 0,-1 0 1 0 0,1 0-1 0 0,0 1 0 0 0,-1-1 0 0 0,0 0 1 0 0,0 0-1 0 0,0 1 0 0 0,0-1 0 0 0,-1 1 1 0 0,1-1-1 0 0,-1 1 0 0 0,0-1 0 0 0,0 1 1 0 0,0-1-1 0 0,0 1 0 0 0,-1-1 0 0 0,0 1 1 0 0,-1 4-1 0 0,-2 5 4 0 0,-1 0 1 0 0,-1-1-1 0 0,0 1 0 0 0,-1-1 0 0 0,0-1 1 0 0,-1 1-1 0 0,0-1 0 0 0,-1 0 1 0 0,0-1-1 0 0,-1 0 0 0 0,0-1 1 0 0,-16 12-1 0 0,-8 4 14 0 0,-2-2-1 0 0,-65 32 1 0 0,90-50-10 0 0,0-1 1 0 0,-1 0 0 0 0,1 0-1 0 0,-1-1 1 0 0,0 0 0 0 0,-24 1-1 0 0,33-4 12 0 0,-8-3-2 0 0,3 3 28 0 0,-6-6-56 0 0,13 5 2 0 0,1 1-8 0 0,0 0 13 0 0,-1 0 1 0 0,1-1-1 0 0,0 1 0 0 0,0 0 0 0 0,0 0 0 0 0,-1 0 0 0 0,1 0 1 0 0,0 0-1 0 0,0-1 0 0 0,0 1 0 0 0,0 0 0 0 0,0 0 0 0 0,0 0 1 0 0,-1-1-1 0 0,1 1 0 0 0,0 0 0 0 0,0 0 0 0 0,0 0 0 0 0,0-1 1 0 0,0 1-1 0 0,0 0 0 0 0,0 0 0 0 0,0 0 0 0 0,0-1 0 0 0,0 1 1 0 0,0 0-1 0 0,0 0 0 0 0,0-1 0 0 0,0 1 0 0 0,0 0 0 0 0,0-1 1 0 0,3 1-3 0 0,1-1 6 0 0,14 10-47 0 0,129 88 27 0 0,-27-15 47 0 0,-98-69-26 0 0,-1 2 0 0 0,32 28-1 0 0,-15-14 37 0 0,-37-28-24 0 0,5 4 440 0 0,0 1-1879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52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76 1436 0 0,'-14'-2'4285'0'0,"12"1"-3901"0"0,0 0-1 0 0,0 0 1 0 0,0 0-1 0 0,0 0 1 0 0,0 0-1 0 0,0-1 1 0 0,0 1 0 0 0,1 0-1 0 0,-1-1 1 0 0,-2-2-1 0 0,4 3-18 0 0,0-4 264 0 0,0 4-533 0 0,0-1 0 0 0,0 1 0 0 0,0-1 0 0 0,0 1 0 0 0,1 0 0 0 0,-1-1 0 0 0,0 1 0 0 0,1 0 0 0 0,-1-1 0 0 0,1 1 0 0 0,0-2 0 0 0,2 0 30 0 0,1 0 0 0 0,-1-1-1 0 0,1 2 1 0 0,0-1-1 0 0,0 0 1 0 0,0 1-1 0 0,0 0 1 0 0,0 0-1 0 0,0 0 1 0 0,1 0-1 0 0,-1 1 1 0 0,1-1-1 0 0,-1 1 1 0 0,1 1-1 0 0,-1-1 1 0 0,1 0 0 0 0,0 1-1 0 0,5 0 1 0 0,-4 0-89 0 0,1 1 0 0 0,-1-1 0 0 0,1 1 0 0 0,-1 0 0 0 0,1 1 0 0 0,-1 0 0 0 0,0 0 0 0 0,0 0 0 0 0,0 0 0 0 0,0 1 0 0 0,0 0 0 0 0,0 1 0 0 0,5 3 0 0 0,-8-4-22 0 0,1 0-1 0 0,-1 0 1 0 0,0 0-1 0 0,0 0 1 0 0,0 1-1 0 0,0-1 1 0 0,0 1-1 0 0,-1 0 1 0 0,0 0 0 0 0,0 0-1 0 0,0 0 1 0 0,0 0-1 0 0,-1 0 1 0 0,1 1-1 0 0,-1-1 1 0 0,0 1-1 0 0,0 5 1 0 0,-1-4-6 0 0,0 1-1 0 0,0-1 1 0 0,-1 0-1 0 0,0 1 1 0 0,-1-1-1 0 0,1 0 1 0 0,-1 0-1 0 0,0 0 1 0 0,-1 0 0 0 0,1 0-1 0 0,-4 5 1 0 0,-6 7 92 0 0,0 0 0 0 0,-1-2 0 0 0,-1 1 0 0 0,0-2 0 0 0,-1 0 0 0 0,-23 18 0 0 0,-8 0 639 0 0,-1-2 0 0 0,-66 33 0 0 0,22-14 97 0 0,89-49-814 0 0,1-1 0 0 0,0 1-1 0 0,0-1 1 0 0,0 1 0 0 0,0 0-1 0 0,0-1 1 0 0,0 1 0 0 0,0 0 0 0 0,0 0-1 0 0,0 0 1 0 0,0 0 0 0 0,1-1-1 0 0,-1 1 1 0 0,0 0 0 0 0,1 0 0 0 0,-1 1-1 0 0,0-1 1 0 0,0 2 0 0 0,1-3-16 0 0,1 1 0 0 0,-1-1-1 0 0,0 1 1 0 0,0-1 0 0 0,1 1 0 0 0,-1-1 0 0 0,0 1 0 0 0,1-1 0 0 0,-1 1 0 0 0,1-1 0 0 0,-1 0 0 0 0,1 1 0 0 0,-1-1 0 0 0,0 0 0 0 0,1 1 0 0 0,-1-1-1 0 0,1 0 1 0 0,0 1 0 0 0,-1-1 0 0 0,1 0 0 0 0,-1 0 0 0 0,1 0 0 0 0,-1 1 0 0 0,1-1 0 0 0,1 0 0 0 0,9 2 18 0 0,0-1 1 0 0,19 1 0 0 0,-25-2-5 0 0,265-10 108 0 0,-134 2-91 0 0,113-12 55 0 0,-247 19-97 0 0,0 1-7 0 0,5-2 0 0 0,-6 1 5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53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42 177 892 0 0,'-8'-9'3324'0'0,"-19"-17"3230"0"0,27 26-6509 0 0,-1 0-1 0 0,1 0 0 0 0,0 0 0 0 0,0 0 0 0 0,0 0 1 0 0,-1 0-1 0 0,1 0 0 0 0,0 0 0 0 0,0 0 0 0 0,-1 0 1 0 0,1-1-1 0 0,0 1 0 0 0,0 0 0 0 0,0 0 0 0 0,-1 0 1 0 0,1 0-1 0 0,0 0 0 0 0,0 0 0 0 0,0 0 0 0 0,0-1 1 0 0,-1 1-1 0 0,1 0 0 0 0,0 0 0 0 0,0 0 0 0 0,0 0 1 0 0,0 0-1 0 0,0-1 0 0 0,0 1 0 0 0,-1 0 1 0 0,1 0-1 0 0,0 0 0 0 0,0-1 0 0 0,0 1 0 0 0,0 0 1 0 0,0 0-1 0 0,0-1 0 0 0,0 1 0 0 0,0 0 0 0 0,0-1-8 0 0,1 1 0 0 0,-1-1-1 0 0,0 1 1 0 0,1 0 0 0 0,-1-1 0 0 0,0 1-1 0 0,1 0 1 0 0,-1-1 0 0 0,1 1-1 0 0,-1 0 1 0 0,0-1 0 0 0,1 1-1 0 0,-1 0 1 0 0,1 0 0 0 0,-1 0-1 0 0,1 0 1 0 0,-1-1 0 0 0,1 1-1 0 0,-1 0 1 0 0,1 0 0 0 0,-1 0-1 0 0,1 0 1 0 0,-1 0 0 0 0,1 0 0 0 0,0 0-1 0 0,0 1 1 0 0,58-1 286 0 0,182-7 104 0 0,-238 7-451 0 0,-2 0 14 0 0,-1 0 1 0 0,1 0-1 0 0,0-1 1 0 0,-1 1 0 0 0,1 0-1 0 0,-1 0 1 0 0,1 0-1 0 0,0-1 1 0 0,-1 1-1 0 0,1 0 1 0 0,-1-1 0 0 0,1 1-1 0 0,-1 0 1 0 0,1-1-1 0 0,-1 1 1 0 0,1-1-1 0 0,-1 1 1 0 0,1-1 0 0 0,-1 1-1 0 0,0-1 1 0 0,1 1-1 0 0,-1-1 1 0 0,0 1 0 0 0,1-1-1 0 0,-1 1 1 0 0,0-1-1 0 0,0 0 1 0 0,1 1-1 0 0,-1-1 1 0 0,0 1 0 0 0,0-1-1 0 0,0 0 1 0 0,0 1-1 0 0,0-1 1 0 0,0 0-1 0 0,0 1 1 0 0,0-2 0 0 0,-2-4-14 0 0,0 0 0 0 0,0 0 0 0 0,-1 0 0 0 0,-5-10 0 0 0,-22-40 307 0 0,29 54-227 0 0,-1-5 435 0 0,2 6 64 0 0,4 3-323 0 0,0 1-353 0 0,1 2 222 0 0,0 1 0 0 0,0 0 0 0 0,0 0-1 0 0,0 0 1 0 0,-1 1 0 0 0,0-1-1 0 0,0 1 1 0 0,-1 0 0 0 0,0 0 0 0 0,0 0-1 0 0,-1 1 1 0 0,3 11 0 0 0,-3-8-60 0 0,-1 0-1 0 0,0 0 1 0 0,0 0 0 0 0,-1 0 0 0 0,-1 1 0 0 0,0-1 0 0 0,-1 0-1 0 0,0 0 1 0 0,-4 15 0 0 0,-7 11-562 0 0,-23 49-1 0 0,4-11-3837 0 0,27-53-586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54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193 333 164 0 0,'-12'-50'17284'0'0,"8"52"-16553"0"0,-1 2-4 0 0,-3 23 826 0 0,-5 45 0 0 0,-5 16-576 0 0,-3 1-335 0 0,-10 32-151 0 0,17-74-362 0 0,-11 28 228 0 0,25-73-307 0 0,0-2-47 0 0,0 0-1 0 0,0 0 1 0 0,0 0-1 0 0,0 1 1 0 0,0-1 0 0 0,0 0-1 0 0,0 0 1 0 0,0 0-1 0 0,0 1 1 0 0,0-1-1 0 0,0 0 1 0 0,0 0-1 0 0,0 0 1 0 0,0 1 0 0 0,0-1-1 0 0,0 0 1 0 0,0 0-1 0 0,0 0 1 0 0,0 0-1 0 0,0 1 1 0 0,0-1-1 0 0,-1 0 1 0 0,1 0 0 0 0,0 0-1 0 0,0 0 1 0 0,0 1-1 0 0,0-1 1 0 0,0 0-1 0 0,0 0 1 0 0,-1 0-1 0 0,1 0 1 0 0,0 0 0 0 0,0 0-1 0 0,0 1 1 0 0,0-1-1 0 0,-1 0 1 0 0,1 0-1 0 0,0 0 1 0 0,0 0-1 0 0,-1 0 1 0 0,-6-5 89 0 0,-4-11-30 0 0,7 4-65 0 0,0-1 0 0 0,1 0 0 0 0,0 0 0 0 0,1 0 1 0 0,0 0-1 0 0,1-1 0 0 0,0 1 0 0 0,3-19 0 0 0,2-13-96 0 0,12-48 0 0 0,-8 52 71 0 0,3 0 0 0 0,1 1 0 0 0,2 1 0 0 0,1 0 0 0 0,30-54 0 0 0,-34 74 22 0 0,1 0-1 0 0,1 0 1 0 0,0 2 0 0 0,1-1 0 0 0,1 2-1 0 0,1 0 1 0 0,0 0 0 0 0,1 2-1 0 0,1 0 1 0 0,0 1 0 0 0,39-20 0 0 0,-51 30-10 0 0,0 1 0 0 0,0 0 0 0 0,1 0 0 0 0,0 0-1 0 0,-1 1 1 0 0,1 0 0 0 0,0 1 0 0 0,-1 0 0 0 0,1 0 0 0 0,13 1 0 0 0,-16 0 10 0 0,0-1 1 0 0,-1 1-1 0 0,1 0 0 0 0,0 0 0 0 0,-1 0 0 0 0,1 1 0 0 0,-1-1 0 0 0,1 1 0 0 0,-1 0 0 0 0,0 0 0 0 0,0 0 0 0 0,1 0 0 0 0,-2 1 0 0 0,1-1 0 0 0,0 1 0 0 0,0 0 1 0 0,-1 0-1 0 0,1 0 0 0 0,-1 0 0 0 0,0 0 0 0 0,2 5 0 0 0,-3-5 8 0 0,0 0 0 0 0,0 0 0 0 0,-1 1 1 0 0,0-1-1 0 0,1 0 0 0 0,-1 1 0 0 0,0-1 0 0 0,-1 0 0 0 0,1 1 0 0 0,0-1 1 0 0,-1 0-1 0 0,0 0 0 0 0,0 1 0 0 0,0-1 0 0 0,0 0 0 0 0,0 0 1 0 0,-1 0-1 0 0,0 0 0 0 0,1 0 0 0 0,-5 4 0 0 0,-4 7 11 0 0,-1 0-1 0 0,-20 19 1 0 0,29-32-12 0 0,-29 29 22 0 0,-2-1 1 0 0,-54 34-1 0 0,-79 38 204 0 0,87-60-397 0 0,78-40 169 0 0,0-1 0 0 0,0 0 0 0 0,0 0 0 0 0,1 0 0 0 0,-1 0 0 0 0,0 0 0 0 0,1 0 0 0 0,-1 0 0 0 0,0 0 0 0 0,1 0 1 0 0,-1 1-1 0 0,0-1 0 0 0,1 0 0 0 0,-1 1 0 0 0,0-1 0 0 0,1 0 0 0 0,-1 1 0 0 0,1-1 0 0 0,-1 1 0 0 0,1-1 0 0 0,-1 1 0 0 0,1-1 0 0 0,-1 1 0 0 0,1-1 0 0 0,-1 1 1 0 0,1-1-1 0 0,0 1 0 0 0,-1 0 0 0 0,1-1 0 0 0,0 1 0 0 0,0 0 0 0 0,-1-1 0 0 0,1 1 0 0 0,0 0 0 0 0,0-1 0 0 0,0 1 0 0 0,0 0 0 0 0,0-1 0 0 0,0 1 0 0 0,0 0 0 0 0,0 0 1 0 0,0-1-1 0 0,0 1 0 0 0,0 0 0 0 0,0-1 0 0 0,1 1 0 0 0,-1 0 0 0 0,0-1 0 0 0,0 1 0 0 0,1 0 0 0 0,-1-1 0 0 0,1 1 0 0 0,-1-1 0 0 0,0 1 0 0 0,1-1 0 0 0,-1 1 1 0 0,1-1-1 0 0,-1 1 0 0 0,1-1 0 0 0,-1 1 0 0 0,1-1 0 0 0,1 1 0 0 0,37 30 80 0 0,2-2-1 0 0,73 40 1 0 0,-92-57-60 0 0,323 181 209 0 0,-332-186 525 0 0,0 0-1 0 0,0-1 0 0 0,17 6 0 0 0,-28-12-535 0 0,1-2-202 0 0,-2 1-115 0 0,0 1-1 0 0,-1-1 1 0 0,1 0-1 0 0,0 1 1 0 0,0-1-1 0 0,-1 0 1 0 0,1 0 0 0 0,0 0-1 0 0,-1 1 1 0 0,1-1-1 0 0,-1 0 1 0 0,1 0 0 0 0,0-2-1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57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90 178 580 0 0,'0'0'2322'0'0,"0"-34"2683"0"0,-1 29-4158 0 0,0-1 0 0 0,0 1 0 0 0,1-1-1 0 0,0-9 1 0 0,0 10-674 0 0,0 3 604 0 0,4-32 3182 0 0,-2 17-3343 0 0,-1 16-479 0 0,3-9 152 0 0,1 3-226 0 0,-3 5-48 0 0,-1 0 1 0 0,0 0-1 0 0,1 1 0 0 0,0-1 0 0 0,-1 0 0 0 0,1 1 0 0 0,0-1 1 0 0,0 1-1 0 0,3-2 0 0 0,0 0-11 0 0,1 1-1 0 0,-1 1 1 0 0,1-1 0 0 0,0 1 0 0 0,0 0-1 0 0,8 0 1 0 0,-5 0-2 0 0,0 1 1 0 0,0 0-1 0 0,0 1 0 0 0,0 0 1 0 0,0 0-1 0 0,-1 1 0 0 0,1 0 1 0 0,0 0-1 0 0,-1 1 0 0 0,1 0 1 0 0,-1 1-1 0 0,0 0 0 0 0,14 9 0 0 0,-18-10 7 0 0,1 1-1 0 0,-1-1 0 0 0,0 1 0 0 0,0 0 0 0 0,0 0 0 0 0,0 0 0 0 0,-1 0 0 0 0,0 1 0 0 0,1-1 0 0 0,-2 1 0 0 0,1 0 0 0 0,-1 0 0 0 0,1 0 0 0 0,-1 0 0 0 0,-1 1 0 0 0,1-1 0 0 0,-1 0 0 0 0,0 1 0 0 0,0-1 0 0 0,0 1 0 0 0,-1 0 0 0 0,0-1 0 0 0,-1 9 0 0 0,-1-2 11 0 0,-1 1-1 0 0,0-2 0 0 0,0 1 0 0 0,-2 0 1 0 0,1-1-1 0 0,-2 0 0 0 0,1 0 0 0 0,-2 0 1 0 0,1-1-1 0 0,-9 10 0 0 0,-12 14 304 0 0,-47 44 0 0 0,54-59 1 0 0,-66 56 708 0 0,32-31-476 0 0,43-34-381 0 0,6-7-119 0 0,1 1 1 0 0,-1 0-1 0 0,1 0 1 0 0,0 1-1 0 0,-5 6 1 0 0,8-10 12 0 0,2 0-60 0 0,-1 0 1 0 0,0 0 0 0 0,0 0 0 0 0,0-1 0 0 0,1 1 0 0 0,-1 0-1 0 0,0 0 1 0 0,1 0 0 0 0,-1 0 0 0 0,1-1 0 0 0,-1 1-1 0 0,1 0 1 0 0,-1 0 0 0 0,1-1 0 0 0,-1 1 0 0 0,1 0-1 0 0,0-1 1 0 0,-1 1 0 0 0,1-1 0 0 0,0 1 0 0 0,0-1-1 0 0,-1 1 1 0 0,1-1 0 0 0,0 0 0 0 0,0 1 0 0 0,0-1-1 0 0,0 0 1 0 0,-1 1 0 0 0,2-1 0 0 0,29 4 56 0 0,-25-4-53 0 0,89 3 53 0 0,159-18 0 0 0,-143 6-44 0 0,131-13 1855 0 0,-239 22-1791 0 0,0-1 25 0 0,34-3 187 0 0,-20 2-4163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6:59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41 496 0 0,'-14'-17'6693'0'0,"10"15"-5515"0"0,0-1-1 0 0,-1 1 1 0 0,1 0-1 0 0,0 1 1 0 0,-8-3-1 0 0,10 3-1171 0 0,0 1 143 0 0,0-1 1 0 0,1 1-1 0 0,-1-1 0 0 0,0 1 1 0 0,1 0-1 0 0,-1 0 1 0 0,0 0-1 0 0,0 0 0 0 0,1 0 1 0 0,-1 0-1 0 0,0 0 1 0 0,0 1-1 0 0,1-1 0 0 0,-3 1 1 0 0,24 11 346 0 0,-13-10-455 0 0,0-1-1 0 0,0 0 1 0 0,1 0 0 0 0,-1-1 0 0 0,0 0-1 0 0,14-2 1 0 0,-18 2-15 0 0,12 0 66 0 0,-12 0-45 0 0,23 1 621 0 0,-13-11 3576 0 0,-13 10-4185 0 0,-1-1 44 0 0,-39-4 54 0 0,37 5-130 0 0,1 0-23 0 0,-8-2-7 0 0,7 2 88 0 0,6 0-78 0 0,7 2-17 0 0,-2-1 17 0 0,1 0 0 0 0,13-1-8 0 0,227-7 48 0 0,-184 5-24 0 0,-61 2-13 0 0,-2 0-5 0 0,8 0 0 0 0,-7 0 73 0 0,8-1-15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00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151 155 1952 0 0,'-23'-19'7304'0'0,"17"13"-6564"0"0,2 0 0 0 0,-1-1 0 0 0,1 1 0 0 0,-1-1 0 0 0,2 1 0 0 0,-1-1 0 0 0,1 0 0 0 0,0-1 0 0 0,1 1 0 0 0,-4-15 0 0 0,6 21-721 0 0,0-1 1 0 0,1 1-1 0 0,-1-1 0 0 0,0 1 1 0 0,1-1-1 0 0,-1 1 1 0 0,0-1-1 0 0,1 1 1 0 0,0 0-1 0 0,-1-1 1 0 0,1 1-1 0 0,0 0 1 0 0,0-1-1 0 0,0 1 0 0 0,0 0 1 0 0,0 0-1 0 0,0 0 1 0 0,0 0-1 0 0,0 0 1 0 0,0 0-1 0 0,0 0 1 0 0,1 0-1 0 0,-1 1 1 0 0,3-2-1 0 0,0 0-10 0 0,0 0-1 0 0,0 0 1 0 0,0 0 0 0 0,0 1-1 0 0,0-1 1 0 0,1 1-1 0 0,6-1 1 0 0,-7 1-3 0 0,37 2 19 0 0,-34-1-21 0 0,1 1 0 0 0,-1 0 0 0 0,0 0 0 0 0,0 1 0 0 0,0 0 0 0 0,0 1 1 0 0,0-1-1 0 0,-1 1 0 0 0,1 0 0 0 0,-1 1 0 0 0,1 0 0 0 0,-1 0 0 0 0,0 0 0 0 0,5 6 1 0 0,-7-6 7 0 0,-1-1 1 0 0,1 1-1 0 0,-1 1 1 0 0,0-1 0 0 0,-1 0-1 0 0,1 1 1 0 0,-1-1-1 0 0,1 1 1 0 0,-2 0 0 0 0,1 0-1 0 0,0 0 1 0 0,-1 0-1 0 0,0 0 1 0 0,0 0 0 0 0,0 0-1 0 0,-1 0 1 0 0,0 0 0 0 0,0 1-1 0 0,0-1 1 0 0,-2 9-1 0 0,-3 6 149 0 0,0 0 0 0 0,-1-1 0 0 0,-1 1 0 0 0,-1-1 0 0 0,-1-1 0 0 0,-1 0 0 0 0,0 0 0 0 0,-1-1 0 0 0,-25 29 0 0 0,-11 7 1078 0 0,-77 67-1 0 0,121-117-1188 0 0,-41 35 696 0 0,42-37-676 0 0,2-1-62 0 0,0 0 0 0 0,0 1-1 0 0,-1-1 1 0 0,1 0 0 0 0,0 0 0 0 0,0 0 0 0 0,0 0 0 0 0,0 1 0 0 0,-1-1 0 0 0,1 0-1 0 0,0 0 1 0 0,0 0 0 0 0,0 1 0 0 0,0-1 0 0 0,0 0 0 0 0,0 0 0 0 0,0 1 0 0 0,-1-1-1 0 0,1 0 1 0 0,0 0 0 0 0,0 1 0 0 0,0-1 0 0 0,0 0 0 0 0,0 0 0 0 0,0 1 0 0 0,0-1 0 0 0,0 0-1 0 0,0 0 1 0 0,1 1 0 0 0,-1-1 0 0 0,0 0 0 0 0,0 0 0 0 0,0 1 0 0 0,0-1 0 0 0,0 0-1 0 0,0 0 1 0 0,1 1 0 0 0,23-3 51 0 0,0-1 1 0 0,0-1-1 0 0,26-8 0 0 0,9-2-22 0 0,28-5-27 0 0,63-12 69 0 0,-132 30-269 0 0,-4 0-4972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01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188 208 1308 0 0,'-5'-8'1536'0'0,"1"-1"-1"0"0,0 1 0 0 0,0-1 1 0 0,1 0-1 0 0,0 0 0 0 0,0 0 1 0 0,-1-13 636 0 0,1 0 459 0 0,-2 14-1125 0 0,5 8-1475 0 0,0 0 1 0 0,-1 0-1 0 0,1 0 1 0 0,0 0 0 0 0,0 0-1 0 0,0 0 1 0 0,-1 0-1 0 0,1 0 1 0 0,0 0-1 0 0,0 0 1 0 0,-1 1-1 0 0,1-1 1 0 0,0 0 0 0 0,0 0-1 0 0,0 0 1 0 0,0 0-1 0 0,-1 1 1 0 0,1-1-1 0 0,0 0 1 0 0,0 0 0 0 0,0 0-1 0 0,0 1 1 0 0,0-1-1 0 0,-1 0 1 0 0,1 0-1 0 0,0 0 1 0 0,0 1-1 0 0,0-1 1 0 0,0 0 0 0 0,0 0-1 0 0,0 1 1 0 0,0-1-1 0 0,0 0 1 0 0,0 0-1 0 0,0 1 1 0 0,0-1-1 0 0,-6 27 1239 0 0,-4 42-1 0 0,6-38-763 0 0,-8 32-1 0 0,-63 193 2003 0 0,61-211-1983 0 0,14-44-488 0 0,0-1 0 0 0,0 0 0 0 0,0 1 0 0 0,0-1 0 0 0,0 0-1 0 0,0 1 1 0 0,0-1 0 0 0,0 0 0 0 0,0 1 0 0 0,0-1 0 0 0,0 0 0 0 0,-1 1 0 0 0,1-1 0 0 0,0 0 0 0 0,0 1 0 0 0,0-1-1 0 0,0 0 1 0 0,-1 1 0 0 0,1-1 0 0 0,0 0 0 0 0,0 0 0 0 0,0 1 0 0 0,-1-1 0 0 0,1 0 0 0 0,0 0 0 0 0,-1 0-1 0 0,1 1 1 0 0,-6-7 199 0 0,-2-10-220 0 0,5 1-31 0 0,2 0-1 0 0,0 0 1 0 0,1 0 0 0 0,0 0 0 0 0,1 0-1 0 0,1 0 1 0 0,6-26 0 0 0,-5 23 8 0 0,3-9-11 0 0,0 1 0 0 0,1-1 0 0 0,2 1 0 0 0,1 1 0 0 0,1 0 1 0 0,1 0-1 0 0,1 1 0 0 0,21-30 0 0 0,-24 41 27 0 0,0 0 1 0 0,1 0-1 0 0,0 1 1 0 0,1 1 0 0 0,1 0-1 0 0,0 0 1 0 0,0 1-1 0 0,1 1 1 0 0,0 0-1 0 0,0 1 1 0 0,1 1-1 0 0,1 0 1 0 0,-1 1 0 0 0,28-7-1 0 0,-39 12-23 0 0,0 1 0 0 0,0-1 0 0 0,1 1-1 0 0,-1 0 1 0 0,0 0 0 0 0,1 0 0 0 0,-1 0 0 0 0,0 1-1 0 0,0 0 1 0 0,0 0 0 0 0,1 0 0 0 0,-1 0 0 0 0,0 1-1 0 0,0 0 1 0 0,-1-1 0 0 0,1 1 0 0 0,7 5 0 0 0,-9-5 11 0 0,0 0 1 0 0,0-1-1 0 0,-1 1 1 0 0,1 0 0 0 0,0 0-1 0 0,-1 0 1 0 0,1 0-1 0 0,-1 0 1 0 0,0 0-1 0 0,0 1 1 0 0,0-1 0 0 0,0 0-1 0 0,0 1 1 0 0,0-1-1 0 0,0 0 1 0 0,-1 1 0 0 0,0-1-1 0 0,1 1 1 0 0,-1-1-1 0 0,0 1 1 0 0,0-1-1 0 0,0 1 1 0 0,0-1 0 0 0,-1 1-1 0 0,1-1 1 0 0,-1 1-1 0 0,1-1 1 0 0,-1 1 0 0 0,-2 3-1 0 0,-4 8 9 0 0,0-1-1 0 0,-1-1 0 0 0,-1 1 1 0 0,0-1-1 0 0,0-1 0 0 0,-1 0 1 0 0,-19 16-1 0 0,3-5 7 0 0,-2-1 1 0 0,-33 20-1 0 0,43-30 0 0 0,1-1 0 0 0,-2-1 0 0 0,1-1 0 0 0,-1 0 0 0 0,0-2 0 0 0,0 0 0 0 0,-1-1 0 0 0,-22 3 0 0 0,40-8 19 0 0,0 0-45 0 0,-9 0 49 0 0,9 0-43 0 0,-1 1-21 0 0,3-1 29 0 0,0 0-1 0 0,0 0 0 0 0,0 0 0 0 0,0 0 1 0 0,0 0-1 0 0,0 0 0 0 0,-1 0 0 0 0,1 0 0 0 0,0 0 1 0 0,0 0-1 0 0,0 0 0 0 0,0 0 0 0 0,0 0 1 0 0,0 0-1 0 0,0 0 0 0 0,0 0 0 0 0,0 0 0 0 0,0 1 1 0 0,-1-1-1 0 0,1 0 0 0 0,0 0 0 0 0,0 0 1 0 0,0 0-1 0 0,0 0 0 0 0,0 0 0 0 0,0 0 0 0 0,0 0 1 0 0,0 0-1 0 0,0 1 0 0 0,0-1 0 0 0,0 0 0 0 0,0 0 1 0 0,0 0-1 0 0,0 0 0 0 0,0 0 0 0 0,0 0 1 0 0,0 0-1 0 0,0 1 0 0 0,0-1 0 0 0,0 0 0 0 0,0 0 1 0 0,0 0-1 0 0,0 0 0 0 0,0 0 0 0 0,0 0 1 0 0,0 0-1 0 0,0 0 0 0 0,0 0 0 0 0,1 1 0 0 0,-1-1 1 0 0,0 0-1 0 0,0 0 0 0 0,0 0 0 0 0,0 0 1 0 0,0 0-1 0 0,0 0 0 0 0,0 0 0 0 0,0 0 0 0 0,0 0 1 0 0,0 0-1 0 0,1 0 0 0 0,-1 0 0 0 0,0 0 0 0 0,0 0 1 0 0,0 0-1 0 0,14 11-21 0 0,32 20 36 0 0,-12-10 17 0 0,7 8 89 0 0,3 2-41 0 0,-2 1 0 0 0,76 74 0 0 0,-107-93-259 0 0,0 1 1 0 0,16 26-1 0 0,-14-16-3246 0 0,0 1-4305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01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59 116 2140 0 0,'23'-60'11994'0'0,"-2"5"-2142"0"0,-19 59-9483 0 0,-1 0 0 0 0,0 0 0 0 0,0 0-1 0 0,0 0 1 0 0,0 0 0 0 0,-1 1 0 0 0,0-1 0 0 0,0 0-1 0 0,0 0 1 0 0,0 0 0 0 0,-2 6 0 0 0,-12 52 416 0 0,8-43-495 0 0,-13 52-373 0 0,-26 114 630 0 0,24-59-8737 0 0,19-103 3898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47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0 744 0 0,'-11'5'16752'0'0,"8"-4"-16301"0"0,0 0-1013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48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1168 0 0,'-9'14'16896'0'0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53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68 1796 0 0,'-8'-8'6162'0'0,"5"5"-5389"0"0,0 0-1 0 0,1 0 0 0 0,-1 1 1 0 0,-1-1-1 0 0,1 1 1 0 0,0 0-1 0 0,0 0 1 0 0,-1 0-1 0 0,1 0 1 0 0,-1 0-1 0 0,-6-1 1 0 0,8 3-329 0 0,-11 8-317 0 0,-1 10-100 0 0,2 0 0 0 0,0 0 1 0 0,1 1-1 0 0,-17 40 0 0 0,16-28-25 0 0,1 0 0 0 0,-11 58 1 0 0,18-68 6 0 0,1-1 0 0 0,-1 43 0 0 0,4-58 10 0 0,0 0-1 0 0,1 0 0 0 0,-1 0 1 0 0,1 0-1 0 0,0 0 1 0 0,0 0-1 0 0,1 0 0 0 0,0 0 1 0 0,-1-1-1 0 0,2 1 1 0 0,-1 0-1 0 0,0-1 0 0 0,1 0 1 0 0,0 1-1 0 0,0-1 1 0 0,0-1-1 0 0,7 8 0 0 0,-8-10-5 0 0,1 0 0 0 0,-1 0 0 0 0,0 0 0 0 0,1 0 0 0 0,-1-1-1 0 0,0 1 1 0 0,1-1 0 0 0,-1 1 0 0 0,1-1 0 0 0,-1 0 0 0 0,1 0-1 0 0,-1 0 1 0 0,1 0 0 0 0,3-1 0 0 0,35-9 98 0 0,-23 3-71 0 0,-2-1 0 0 0,1 0 1 0 0,-1-2-1 0 0,0 0 1 0 0,-1 0-1 0 0,0-1 0 0 0,25-25 1 0 0,-22 17 128 0 0,-1 0 0 0 0,0-2 0 0 0,-2 1 0 0 0,0-2 0 0 0,12-24 0 0 0,-21 35-68 0 0,-1 1 0 0 0,0-1 0 0 0,-1 0-1 0 0,-1 0 1 0 0,1 0 0 0 0,-2 0 0 0 0,0-1 0 0 0,2-15-1 0 0,-4 22-87 0 0,0 0-1 0 0,-1 0 0 0 0,1 0 0 0 0,-1 0 0 0 0,0 0 0 0 0,0 1 1 0 0,-1-1-1 0 0,1 0 0 0 0,-1 1 0 0 0,0-1 0 0 0,0 1 0 0 0,-1-1 1 0 0,1 1-1 0 0,-1 0 0 0 0,0 0 0 0 0,0 0 0 0 0,0 0 0 0 0,-1 1 0 0 0,1-1 1 0 0,-1 1-1 0 0,-8-6 0 0 0,0 2-137 0 0,0 1 1 0 0,-1 0-1 0 0,1 0 1 0 0,-1 1-1 0 0,0 1 1 0 0,-1 0-1 0 0,1 0 1 0 0,-1 2-1 0 0,0 0 0 0 0,0 0 1 0 0,0 1-1 0 0,0 1 1 0 0,1 1-1 0 0,-1-1 1 0 0,-22 6-1 0 0,31-5-232 0 0,1 0-1 0 0,-1 1 1 0 0,1-1-1 0 0,-1 1 1 0 0,1 0-1 0 0,0 0 1 0 0,-8 6-1 0 0,10-7-59 0 0,1 1-1 0 0,-1-1 1 0 0,1 1-1 0 0,-1-1 1 0 0,1 1-1 0 0,-1 0 0 0 0,1 0 1 0 0,0-1-1 0 0,0 1 1 0 0,0 0-1 0 0,0 0 1 0 0,0 0-1 0 0,0 0 0 0 0,0 0 1 0 0,1 0-1 0 0,-1 1 1 0 0,1-1-1 0 0,-1 0 1 0 0,1 3-1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56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64 452 0 0,'0'0'2992'0'0,"-3"-10"-458"0"0,-18-18 4779 0 0,15 24-6177 0 0,12 6-1133 0 0,1 0 1 0 0,-1-1 0 0 0,1 0-1 0 0,0 0 1 0 0,-1 0 0 0 0,1-1-1 0 0,0 0 1 0 0,0-1 0 0 0,6 0 0 0 0,17-1-13 0 0,206-15 74 0 0,-177 11 6 0 0,-56 6-57 0 0,5-1 32 0 0,-4 0-53 0 0,18 3-1067 0 0,-19-2 744 0 0,0 0 229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7:56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91 129 892 0 0,'0'0'1644'0'0,"-8"-24"5402"0"0,3-20-2134 0 0,5 42-4621 0 0,1-1-142 0 0,0-1 0 0 0,1 1 0 0 0,-1-1 0 0 0,1 1 0 0 0,0 0-1 0 0,4-6 1 0 0,0 5-137 0 0,1 0-1 0 0,-1 0 0 0 0,1 1 0 0 0,0 0 0 0 0,0 1 0 0 0,0 0 0 0 0,0 0 0 0 0,1 0 0 0 0,-1 1 0 0 0,0 0 0 0 0,1 0 0 0 0,-1 1 0 0 0,0 0 0 0 0,1 0 0 0 0,-1 1 0 0 0,1 0 0 0 0,-1 0 0 0 0,11 3 0 0 0,-5 1-7 0 0,24 15-11 0 0,-21-1 32 0 0,-15-16-21 0 0,1 0 5 0 0,-1-1 0 0 0,1 1 0 0 0,-1 0 0 0 0,0 0 0 0 0,0 0 0 0 0,0 0 0 0 0,0 0 0 0 0,-1 0 0 0 0,0 0 0 0 0,1 0-1 0 0,-1 0 1 0 0,0 0 0 0 0,0 0 0 0 0,0 1 0 0 0,-1 2 0 0 0,-1 0 0 0 0,0 1 0 0 0,0-1 0 0 0,0 1 0 0 0,-1-1 0 0 0,0 0 0 0 0,-5 9 0 0 0,-4 3 18 0 0,-2 0-1 0 0,0-1 1 0 0,-20 19 0 0 0,-5 7 1142 0 0,38-42-898 0 0,0-1-212 0 0,0 1 1 0 0,1-1 0 0 0,-1 0-1 0 0,0 1 1 0 0,1 0 0 0 0,-1-1 0 0 0,1 1-1 0 0,-1-1 1 0 0,1 1 0 0 0,-1 0-1 0 0,1-1 1 0 0,-1 1 0 0 0,1 0 0 0 0,-1-1-1 0 0,1 1 1 0 0,0 0 0 0 0,-1 1-1 0 0,20 0-30 0 0,0 2 0 0 0,-1 0 0 0 0,0 1-1 0 0,27 10 1 0 0,-33-10-18 0 0,-1 1 0 0 0,0 0 0 0 0,0 0 0 0 0,0 1 0 0 0,-1 1-1 0 0,0 0 1 0 0,17 16 0 0 0,-24-21 91 0 0,0 1 0 0 0,-1-1 0 0 0,1 0 0 0 0,-1 1 0 0 0,0-1 0 0 0,0 1 1 0 0,0-1-1 0 0,-1 1 0 0 0,1 0 0 0 0,-1 0 0 0 0,0 0 0 0 0,0 0 0 0 0,0 0 0 0 0,0 0 0 0 0,-1 0 0 0 0,0 0 0 0 0,0 0 0 0 0,0 0 0 0 0,0 0 0 0 0,0 0 0 0 0,-1 1 0 0 0,0-1 1 0 0,0 0-1 0 0,0 0 0 0 0,0-1 0 0 0,-1 1 0 0 0,0 0 0 0 0,1 0 0 0 0,-1-1 0 0 0,-5 7 0 0 0,2-3 139 0 0,-1 0-1 0 0,1 0 1 0 0,-1-1 0 0 0,-1 0-1 0 0,1 0 1 0 0,-1-1-1 0 0,0 1 1 0 0,0-2 0 0 0,-1 1-1 0 0,1-1 1 0 0,-1 0-1 0 0,0 0 1 0 0,-10 2 0 0 0,10-4-179 0 0,-1 0 0 0 0,1-1 1 0 0,-1 0-1 0 0,1 0 1 0 0,-1-1-1 0 0,1 0 0 0 0,-10-2 1 0 0,-60-14-20 0 0,14 2-191 0 0,35 4-1312 0 0,-5-2-3970 0 0,21 9 668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00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1620 0 0,'0'0'16458'0'0,"13"9"-16335"0"0,9-5-12 0 0,35 2-1 0 0,-40-5-59 0 0,-14 0-32 0 0,30 1 97 0 0,-23-1-106 0 0,-7-1-1 0 0,33-3 126 0 0,-26 1-3896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00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49 117 2008 0 0,'-21'-14'8232'0'0,"13"7"-6156"0"0,5-5 461 0 0,3 10-2445 0 0,0 0 0 0 0,1 0 0 0 0,-1 0-1 0 0,0 0 1 0 0,1 0 0 0 0,0 0 0 0 0,-1 0 0 0 0,1 1 0 0 0,0-1 0 0 0,0 0 0 0 0,0 0 0 0 0,0 1 0 0 0,0-1 0 0 0,0 1 0 0 0,1-1 0 0 0,1-1 0 0 0,1-1 30 0 0,0 1 0 0 0,1-1 0 0 0,-1 1 0 0 0,1 0 0 0 0,9-4 0 0 0,0 2 2 0 0,0 0-1 0 0,0 0 1 0 0,25-4-1 0 0,-27 8-114 0 0,-1-1-1 0 0,0 2 0 0 0,1-1 1 0 0,-1 1-1 0 0,0 1 0 0 0,1 0 0 0 0,-1 1 1 0 0,0 0-1 0 0,0 1 0 0 0,0 0 1 0 0,19 8-1 0 0,-25-8-8 0 0,1 0 1 0 0,-1 0-1 0 0,0 0 0 0 0,0 1 1 0 0,0-1-1 0 0,-1 1 0 0 0,1 1 1 0 0,-1-1-1 0 0,0 0 0 0 0,0 1 0 0 0,0 0 1 0 0,-1 0-1 0 0,0 0 0 0 0,0 1 1 0 0,0-1-1 0 0,-1 0 0 0 0,1 1 1 0 0,-1 0-1 0 0,0 0 0 0 0,-1 0 1 0 0,0 0-1 0 0,0 0 0 0 0,1 10 1 0 0,-2-4 10 0 0,0-1 0 0 0,-1 0 1 0 0,0 1-1 0 0,-1-1 0 0 0,0 0 1 0 0,-1 0-1 0 0,0 0 0 0 0,-9 18 0 0 0,4-13 143 0 0,-1 1 0 0 0,0-1-1 0 0,-1-1 1 0 0,-22 25-1 0 0,-4-2 843 0 0,-3-1-1 0 0,-72 53 1 0 0,72-63-378 0 0,24-17-338 0 0,0 0-1 0 0,-18 18 0 0 0,33-28-270 0 0,-1 1 1 0 0,1-1-1 0 0,0 0 0 0 0,-1 0 0 0 0,1 1 0 0 0,0-1 1 0 0,-1 0-1 0 0,1 1 0 0 0,0-1 0 0 0,0 0 0 0 0,-1 1 0 0 0,1-1 1 0 0,0 1-1 0 0,0-1 0 0 0,0 0 0 0 0,-1 1 0 0 0,1-1 1 0 0,0 1-1 0 0,0-1 0 0 0,0 1 0 0 0,0-1 0 0 0,0 0 1 0 0,0 1-1 0 0,0-1 0 0 0,0 1 0 0 0,0-1 0 0 0,0 1 1 0 0,0-1-1 0 0,0 0 0 0 0,1 1 0 0 0,-1-1 0 0 0,0 1 1 0 0,0 0-1 0 0,16 7 121 0 0,27-1-82 0 0,-42-7-47 0 0,411-4 371 0 0,-323-2 235 0 0,-86 5-602 0 0,40-2-2196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10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77 1096 0 0,'10'-56'17510'0'0,"-16"63"-17442"0"0,0 2 0 0 0,1-1 0 0 0,0 0 0 0 0,0 1 0 0 0,1 0 0 0 0,-6 16 1 0 0,5-13 37 0 0,-13 33 219 0 0,1 1 1 0 0,3 1-1 0 0,2 1 1 0 0,-13 96-1 0 0,24-133-283 0 0,1 0 1 0 0,0 0-1 0 0,1 0 0 0 0,0 0 0 0 0,0 0 1 0 0,1 0-1 0 0,1 0 0 0 0,4 11 1 0 0,-5-16 29 0 0,1 0 0 0 0,0 0 1 0 0,0 0-1 0 0,0-1 1 0 0,1 1-1 0 0,-1-1 1 0 0,1 0-1 0 0,1 0 0 0 0,-1-1 1 0 0,1 1-1 0 0,0-1 1 0 0,0 0-1 0 0,0 0 1 0 0,0-1-1 0 0,8 5 0 0 0,-3-4 94 0 0,0 0-1 0 0,1 0 0 0 0,-1-1 0 0 0,1 0 0 0 0,-1-1 0 0 0,1 0 0 0 0,0-1 1 0 0,0 0-1 0 0,0 0 0 0 0,0-2 0 0 0,0 1 0 0 0,0-1 0 0 0,0-1 1 0 0,-1 0-1 0 0,1 0 0 0 0,0-1 0 0 0,-1-1 0 0 0,12-5 0 0 0,-10 4-36 0 0,0-1-1 0 0,-1-1 1 0 0,1 0-1 0 0,-1 0 0 0 0,-1-1 1 0 0,1-1-1 0 0,-2 0 1 0 0,1 0-1 0 0,-1-1 1 0 0,0 0-1 0 0,-1 0 1 0 0,0-1-1 0 0,-1 0 0 0 0,10-21 1 0 0,-10 15-83 0 0,0-1 0 0 0,-1-1 0 0 0,-1 1-1 0 0,0-1 1 0 0,-2 0 0 0 0,0 0 0 0 0,-1-1 0 0 0,-1 1 0 0 0,-2-30 0 0 0,0 37-48 0 0,-1 1-1 0 0,0-1 1 0 0,0 0 0 0 0,-1 1 0 0 0,-1-1 0 0 0,0 1 0 0 0,0 0 0 0 0,-1 1 0 0 0,0-1-1 0 0,-1 1 1 0 0,0 0 0 0 0,-1 0 0 0 0,0 0 0 0 0,-1 1 0 0 0,0 0 0 0 0,-15-13 0 0 0,12 14-192 0 0,-1 0 0 0 0,1 0-1 0 0,-2 1 1 0 0,1 1 0 0 0,-1 0 0 0 0,-13-4 0 0 0,11 5-1084 0 0,1 2-1 0 0,-28-5 1 0 0,37 8 726 0 0,0 0-1 0 0,1 0 1 0 0,-1 0 0 0 0,0 1 0 0 0,1-1 0 0 0,-1 1 0 0 0,0 0 0 0 0,1 0-1 0 0,-1 1 1 0 0,-5 2 0 0 0,-10 8-6479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13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62 1132 0 0,'-24'-14'14671'0'0,"89"11"-13885"0"0,0-3-1 0 0,109-25 1 0 0,-171 31-748 0 0,-1-1-14 0 0,10-1-1 0 0,-10 1-76 0 0,2 0-151 0 0,0 0 0 0 0,-1 1 0 0 0,1-1 0 0 0,0 1 0 0 0,0-1 0 0 0,0 1 1 0 0,0 0-1 0 0,0 1 0 0 0,0-1 0 0 0,0 1 0 0 0,5 1 0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14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441 118 2196 0 0,'22'-25'6990'0'0,"-16"17"-5730"0"0,-1 1 1 0 0,0-1 0 0 0,0 0 0 0 0,-1 0 0 0 0,0-1 0 0 0,3-8 0 0 0,0 2 1189 0 0,-2 4-932 0 0,-6 11-1509 0 0,1 0-1 0 0,0 0 1 0 0,-1 0-1 0 0,1-1 1 0 0,0 1-1 0 0,-1 0 1 0 0,1 0 0 0 0,0 0-1 0 0,-1 0 1 0 0,1 0-1 0 0,-1 0 1 0 0,1 0 0 0 0,0 0-1 0 0,-1 0 1 0 0,1 0-1 0 0,-1 0 1 0 0,1 0-1 0 0,0 0 1 0 0,-1 0 0 0 0,1 0-1 0 0,-1 0 1 0 0,1 0-1 0 0,0 0 1 0 0,-1 1-1 0 0,1-1 1 0 0,0 0 0 0 0,-1 0-1 0 0,1 0 1 0 0,-1 1-1 0 0,-5 2-2 0 0,-1 1 0 0 0,0 0-1 0 0,1 0 1 0 0,0 1 0 0 0,0 0-1 0 0,-5 6 1 0 0,-4 1 18 0 0,-48 42 8 0 0,2 3 0 0 0,3 3 0 0 0,-53 68 0 0 0,89-98-27 0 0,-24 41 0 0 0,37-56 2 0 0,1 1 1 0 0,1 0 0 0 0,1 1-1 0 0,-9 32 1 0 0,13-43 5 0 0,2-1-1 0 0,-1 1 1 0 0,1 0 0 0 0,0 0 0 0 0,0 0 0 0 0,0 0 0 0 0,1 0 0 0 0,0 0-1 0 0,0 0 1 0 0,1 0 0 0 0,0-1 0 0 0,2 7 0 0 0,-3-9 2 0 0,1 0 0 0 0,0 0 1 0 0,-1 0-1 0 0,1 0 1 0 0,0 0-1 0 0,0-1 0 0 0,1 1 1 0 0,-1-1-1 0 0,1 1 0 0 0,-1-1 1 0 0,1 0-1 0 0,0 0 0 0 0,0 0 1 0 0,0 0-1 0 0,0 0 0 0 0,0-1 1 0 0,0 0-1 0 0,0 1 0 0 0,0-1 1 0 0,1 0-1 0 0,-1 0 0 0 0,0-1 1 0 0,6 1-1 0 0,-1-1 6 0 0,-1 0 1 0 0,1 0-1 0 0,-1-1 0 0 0,1 0 0 0 0,0 0 0 0 0,7-3 1 0 0,-12 3-2 0 0,1 0 1 0 0,-1 0-1 0 0,0-1 1 0 0,1 1-1 0 0,-1-1 1 0 0,0 1 0 0 0,0-1-1 0 0,0 0 1 0 0,0 0-1 0 0,-1 0 1 0 0,1-1-1 0 0,-1 1 1 0 0,1-1 0 0 0,-1 1-1 0 0,0-1 1 0 0,0 0-1 0 0,3-5 1 0 0,-4 7-16 0 0,0 0 0 0 0,-1-1 1 0 0,1 1-1 0 0,-1 0 0 0 0,1-1 1 0 0,-1 1-1 0 0,1-1 0 0 0,-1 1 1 0 0,0-1-1 0 0,0 1 0 0 0,0 0 1 0 0,0-1-1 0 0,0 1 0 0 0,0-1 1 0 0,0 1-1 0 0,0-1 0 0 0,-1 1 1 0 0,1-1-1 0 0,0 1 0 0 0,-1 0 1 0 0,1-1-1 0 0,-1 1 0 0 0,0 0 1 0 0,1-1-1 0 0,-1 1 0 0 0,0 0 1 0 0,0 0-1 0 0,0 0 0 0 0,0 0 1 0 0,0-1-1 0 0,0 1 0 0 0,0 1 1 0 0,0-1-1 0 0,0 0 0 0 0,-1 0 1 0 0,1 0-1 0 0,-2 0 0 0 0,0-1 11 0 0,-4-3 1 0 0,0 1 0 0 0,-1 0 0 0 0,0 1 0 0 0,1 0 0 0 0,-1 0 0 0 0,0 1 0 0 0,-1 0 0 0 0,1 0 0 0 0,-10 0 0 0 0,-74-2-3701 0 0,86 4 2908 0 0,-2 0-1134 0 0,2 0 1725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29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0 1484 0 0,'-2'0'7919'0'0,"-20"3"-2910"0"0,22-3-4988 0 0,-1 0-1 0 0,1 1 0 0 0,0-1 1 0 0,0 0-1 0 0,0 0 1 0 0,0 0-1 0 0,0 1 0 0 0,0-1 1 0 0,0 0-1 0 0,0 0 1 0 0,0 1-1 0 0,1-1 0 0 0,-1 0 1 0 0,0 0-1 0 0,0 0 1 0 0,0 1-1 0 0,0-1 0 0 0,0 0 1 0 0,0 0-1 0 0,0 0 1 0 0,0 1-1 0 0,1-1 0 0 0,-1 0 1 0 0,0 0-1 0 0,0 0 1 0 0,0 0-1 0 0,0 0 0 0 0,1 1 1 0 0,-1-1-1 0 0,0 0 1 0 0,0 0-1 0 0,0 0 0 0 0,1 0 1 0 0,-1 0-1 0 0,0 0 1 0 0,0 0-1 0 0,0 0 0 0 0,1 0 1 0 0,-1 1-1 0 0,0-1 1 0 0,0 0-1 0 0,0 0 0 0 0,1 0 1 0 0,6 2-83 0 0,1 1 1 0 0,-1-1 0 0 0,1 0-1 0 0,9 1 1 0 0,51 2 154 0 0,85-4 0 0 0,-78-2-19 0 0,-24-5-29 0 0,-48 5-33 0 0,0 1-3 0 0,6 0-3 0 0,21-3-4027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30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68 104 828 0 0,'5'-39'6940'0'0,"2"-23"1902"0"0,-7 60-8354 0 0,-4 20-408 0 0,-1 11 36 0 0,-2 1-1 0 0,-20 56 0 0 0,14-48 17 0 0,-9 42-1 0 0,21-78-121 0 0,1 0-1 0 0,0 0 1 0 0,-1 0-1 0 0,1 0 1 0 0,0 0-1 0 0,0 0 1 0 0,0 0-1 0 0,1-1 1 0 0,-1 1 0 0 0,0 0-1 0 0,1 0 1 0 0,-1 0-1 0 0,1 0 1 0 0,-1 0-1 0 0,1-1 1 0 0,0 1-1 0 0,0 0 1 0 0,0 0 0 0 0,0-1-1 0 0,2 3 1 0 0,-1-2 3 0 0,0 0 1 0 0,1 0 0 0 0,-1-1-1 0 0,1 1 1 0 0,-1 0 0 0 0,1-1 0 0 0,0 0-1 0 0,-1 1 1 0 0,1-1 0 0 0,0 0-1 0 0,5 1 1 0 0,4-1 16 0 0,0 1 1 0 0,0-1-1 0 0,0-1 0 0 0,0 0 0 0 0,15-3 1 0 0,-13 1 52 0 0,-1-1 1 0 0,0-1-1 0 0,0 0 1 0 0,-1-1-1 0 0,0 0 1 0 0,1-1-1 0 0,-2-1 1 0 0,1 0-1 0 0,-1 0 1 0 0,0-1-1 0 0,0 0 1 0 0,-1-1-1 0 0,0 0 1 0 0,-1-1-1 0 0,0 0 1 0 0,10-15-1 0 0,-14 18 391 0 0,0 0-1 0 0,0-1 0 0 0,-1 0 1 0 0,6-14-1 0 0,-20 49-304 0 0,-32 107-149 0 0,-5 98 244 0 0,32-114-3513 0 0,9-1-7414 0 0,6-96 4406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04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22 1504 0 0,'0'0'3102'0'0,"-22"-13"3622"0"0,19 12-6445 0 0,-15-6 2732 0 0,12 7-1776 0 0,7 4-1255 0 0,2-2 32 0 0,0 0-1 0 0,0 0 1 0 0,0 0 0 0 0,0-1 0 0 0,0 1 0 0 0,0-1 0 0 0,0 0-1 0 0,0 0 1 0 0,1 0 0 0 0,-1-1 0 0 0,0 1 0 0 0,4 0-1 0 0,3 0 13 0 0,44 8 307 0 0,0-3 0 0 0,95-2 1 0 0,-110-7 1316 0 0,-35 3-1306 0 0,-1 0-48 0 0,32-1 1085 0 0,-6 0-2428 0 0,-8 1-7771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04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84 133 1056 0 0,'-14'-18'4954'0'0,"-1"1"0"0"0,-24-21 0 0 0,37 36-4722 0 0,1 1 0 0 0,-1 0 0 0 0,0-1 0 0 0,1 0-1 0 0,0 1 1 0 0,-1-1 0 0 0,1 0 0 0 0,-2-3 0 0 0,3 4-220 0 0,-1 1 1 0 0,1-1-1 0 0,0 1 0 0 0,0-1 0 0 0,0 1 1 0 0,0-1-1 0 0,1 1 0 0 0,-1-1 1 0 0,0 1-1 0 0,0-1 0 0 0,0 1 1 0 0,0-1-1 0 0,0 1 0 0 0,1-1 1 0 0,-1 1-1 0 0,0 0 0 0 0,0-1 1 0 0,1 1-1 0 0,-1-1 0 0 0,0 1 0 0 0,1 0 1 0 0,-1-1-1 0 0,0 1 0 0 0,1 0 1 0 0,-1-1-1 0 0,0 1 0 0 0,1 0 1 0 0,-1 0-1 0 0,1-1 0 0 0,-1 1 1 0 0,1 0-1 0 0,-1 0 0 0 0,0 0 0 0 0,1 0 1 0 0,-1 0-1 0 0,1-1 0 0 0,-1 1 1 0 0,2 0-1 0 0,24-6 59 0 0,1 0 0 0 0,0 2-1 0 0,53-1 1 0 0,-13 0-28 0 0,-15 4-794 0 0,-4 5-3627 0 0,-46-4 3493 0 0,4 6-684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05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532 5 1340 0 0,'-14'-2'2124'0'0,"0"0"-1"0"0,0 1 1 0 0,-16 1-1 0 0,18 0-1197 0 0,8 1-789 0 0,1-1 0 0 0,-1 1 0 0 0,1 0 0 0 0,-1 0 0 0 0,1 0 0 0 0,-1 1 0 0 0,1-1 0 0 0,0 1 0 0 0,0 0 0 0 0,0 0 0 0 0,0 0 0 0 0,0 0 0 0 0,0 0 0 0 0,-3 4 0 0 0,-2 2 42 0 0,1 0 0 0 0,-1 1 0 0 0,1 0 0 0 0,1 1 0 0 0,0-1 0 0 0,0 1 0 0 0,1 0 1 0 0,0 1-1 0 0,1-1 0 0 0,0 1 0 0 0,1 0 0 0 0,0 0 0 0 0,1 0 0 0 0,0 1 1 0 0,-1 18-1 0 0,3-28-86 0 0,1 0 1 0 0,-1 0 0 0 0,1 0 0 0 0,-1 0-1 0 0,1 0 1 0 0,0 0 0 0 0,0 0 0 0 0,0 0-1 0 0,0 0 1 0 0,0-1 0 0 0,0 1-1 0 0,1 0 1 0 0,-1-1 0 0 0,1 1 0 0 0,-1-1-1 0 0,1 1 1 0 0,-1-1 0 0 0,1 0-1 0 0,0 0 1 0 0,-1 0 0 0 0,1 0 0 0 0,0 0-1 0 0,0 0 1 0 0,0 0 0 0 0,0 0 0 0 0,2 0-1 0 0,6 2 88 0 0,-1 0-1 0 0,1-1 1 0 0,17 3 0 0 0,-5-3-107 0 0,-1 2 1 0 0,0 1 0 0 0,1 0-1 0 0,-2 1 1 0 0,32 15-1 0 0,-42-17 42 0 0,-1 1 0 0 0,0 0-1 0 0,-1 1 1 0 0,1 0-1 0 0,-1 0 1 0 0,0 1 0 0 0,0 0-1 0 0,-1 0 1 0 0,0 1-1 0 0,-1 0 1 0 0,1 0 0 0 0,-2 0-1 0 0,10 18 1 0 0,-13-23 28 0 0,-1 0-1 0 0,0 1 1 0 0,0-1 0 0 0,0 0 0 0 0,0 0 0 0 0,0 1-1 0 0,-1-1 1 0 0,1 0 0 0 0,-1 1 0 0 0,0-1-1 0 0,0 1 1 0 0,-1-1 0 0 0,1 0 0 0 0,0 1 0 0 0,-1-1-1 0 0,0 0 1 0 0,-1 4 0 0 0,-1-2 12 0 0,1 0 1 0 0,-1 0-1 0 0,0-1 1 0 0,0 1-1 0 0,0-1 0 0 0,-1 0 1 0 0,1 0-1 0 0,-1 0 1 0 0,-8 6-1 0 0,-3 1 18 0 0,-1-1 0 0 0,-1-1 0 0 0,1 0 0 0 0,-2-1 0 0 0,-18 6 0 0 0,4-4-395 0 0,-1-1 0 0 0,1-1 0 0 0,-1-2 0 0 0,-55 2 0 0 0,14-6-5226 0 0,-75-8 1 0 0,104 1 642 0 0,1-3-2186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35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0 96 0 0,'-21'17'10077'0'0,"15"-8"-7634"0"0,5-9-2132 0 0,0 1 0 0 0,0 0 1 0 0,0-1-1 0 0,0 1 0 0 0,0 0 1 0 0,0 0-1 0 0,0 0 0 0 0,0 0 1 0 0,0 0-1 0 0,1 0 0 0 0,-2 2 0 0 0,40-1 164 0 0,-1-1 0 0 0,44-4 0 0 0,-34 0-364 0 0,185-20 1484 0 0,-230 23-1561 0 0,20-2 224 0 0,2 1-5284 0 0,-25 7 2352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36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86 142 2376 0 0,'-3'-1'1824'0'0,"-13"-9"3588"0"0,-28-20 1 0 0,40 26-4685 0 0,3 4-612 0 0,-1-1 1 0 0,1 0-1 0 0,0 0 1 0 0,0 0 0 0 0,-1 0-1 0 0,1 0 1 0 0,0 0-1 0 0,0 0 1 0 0,0-1-1 0 0,0 1 1 0 0,1 0-1 0 0,-1-1 1 0 0,0 1-1 0 0,1 0 1 0 0,-1-1 0 0 0,0 1-1 0 0,1-1 1 0 0,0 1-1 0 0,-1-1 1 0 0,1 1-1 0 0,0-1 1 0 0,0 1-1 0 0,0-1 1 0 0,0 1-1 0 0,0-1 1 0 0,0 1 0 0 0,0-1-1 0 0,0 1 1 0 0,1-1-1 0 0,-1 1 1 0 0,0-1-1 0 0,1 1 1 0 0,0-2-1 0 0,1 0-98 0 0,0 0 0 0 0,0 0 0 0 0,0 1 0 0 0,0-1 0 0 0,0 1 0 0 0,1-1 0 0 0,-1 1 0 0 0,1 0 0 0 0,-1 0 0 0 0,1 0 0 0 0,0 0 0 0 0,0 1 0 0 0,5-3 0 0 0,4 0-22 0 0,-1 1 0 0 0,1 0 0 0 0,-1 1 0 0 0,1 0 0 0 0,0 1 0 0 0,0 0 0 0 0,0 1 0 0 0,0 0 0 0 0,0 1-1 0 0,-1 0 1 0 0,19 5 0 0 0,-23-5 0 0 0,0 1 0 0 0,0 0 0 0 0,0 0 0 0 0,-1 1 0 0 0,1 0 0 0 0,-1 0 0 0 0,0 0 0 0 0,0 1 0 0 0,0 0 0 0 0,0 0 0 0 0,-1 0 0 0 0,1 1 0 0 0,-1 0 0 0 0,0 0-1 0 0,-1 0 1 0 0,1 1 0 0 0,-1-1 0 0 0,0 1 0 0 0,0 0 0 0 0,4 10 0 0 0,-7-10 8 0 0,0-1 0 0 0,0 1 0 0 0,0-1 0 0 0,-1 1 0 0 0,0 0 0 0 0,0-1 0 0 0,0 1 0 0 0,0 0 0 0 0,-1-1 0 0 0,0 1 0 0 0,-1-1-1 0 0,1 1 1 0 0,-1-1 0 0 0,0 1 0 0 0,0-1 0 0 0,-4 7 0 0 0,-6 9 24 0 0,0 0 0 0 0,-22 26 0 0 0,34-47-28 0 0,-28 33 6 0 0,-1-2 0 0 0,-49 42 0 0 0,6-7-63 0 0,68-62-42 0 0,-12 12 461 0 0,15-9-39 0 0,11-4-39 0 0,35-7-133 0 0,-1-1 0 0 0,60-15 0 0 0,-93 18-138 0 0,90-20-49 0 0,-39 4-3313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36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4 121 828 0 0,'-1'-4'1235'0'0,"0"-1"0"0"0,0 0 0 0 0,1 0 0 0 0,0 0 0 0 0,0 0 0 0 0,0 0 0 0 0,1-9 0 0 0,1 11-1027 0 0,-1-1 0 0 0,0 1 1 0 0,1-1-1 0 0,0 1 0 0 0,-1 0 0 0 0,2-1 0 0 0,-1 1 0 0 0,0 0 0 0 0,0 1 0 0 0,1-1 0 0 0,0 0 0 0 0,-1 1 1 0 0,1-1-1 0 0,0 1 0 0 0,0 0 0 0 0,5-3 0 0 0,-3 2-134 0 0,0 0 0 0 0,1 1 1 0 0,0-1-1 0 0,0 1 0 0 0,0 0 1 0 0,0 1-1 0 0,0-1 0 0 0,0 1 0 0 0,0 0 1 0 0,0 1-1 0 0,0 0 0 0 0,10 0 0 0 0,-13 0-66 0 0,0 0 0 0 0,0 0-1 0 0,0 1 1 0 0,1-1 0 0 0,-1 1-1 0 0,0 0 1 0 0,0 0 0 0 0,0 0-1 0 0,0 0 1 0 0,0 0 0 0 0,0 1-1 0 0,0-1 1 0 0,-1 1 0 0 0,1 0-1 0 0,0 0 1 0 0,-1 0 0 0 0,0 0-1 0 0,1 0 1 0 0,-1 0 0 0 0,0 1-1 0 0,0-1 1 0 0,0 1-1 0 0,0-1 1 0 0,-1 1 0 0 0,3 5-1 0 0,-2-4 11 0 0,0 1-1 0 0,-1 0 0 0 0,0 0 1 0 0,0 0-1 0 0,0 0 0 0 0,0 0 0 0 0,-1 0 1 0 0,1 0-1 0 0,-1 0 0 0 0,-1 0 0 0 0,1 0 1 0 0,-1 0-1 0 0,0 0 0 0 0,-2 8 0 0 0,-3 2 163 0 0,0-1 0 0 0,-1 0 0 0 0,0-1 0 0 0,-1 1 0 0 0,-14 15 0 0 0,-54 61 546 0 0,51-63-671 0 0,23-25-17 0 0,1-1 16 0 0,-1 1 0 0 0,1-1-1 0 0,0 1 1 0 0,-1-1 0 0 0,1 1 0 0 0,0 0 0 0 0,0-1-1 0 0,0 1 1 0 0,0 0 0 0 0,0 0 0 0 0,0 0-1 0 0,1 0 1 0 0,-1-1 0 0 0,0 1 0 0 0,1 0 0 0 0,-1 4-1 0 0,1-5-15 0 0,1 0 0 0 0,-1-1 0 0 0,0 1 0 0 0,1 0 0 0 0,-1-1 0 0 0,0 1 0 0 0,1 0 0 0 0,-1-1 0 0 0,1 1 0 0 0,-1 0 0 0 0,1-1 0 0 0,-1 1 0 0 0,1-1 0 0 0,-1 1 0 0 0,1-1 0 0 0,0 1 0 0 0,-1-1 0 0 0,1 0-1 0 0,0 1 1 0 0,-1-1 0 0 0,1 0 0 0 0,1 1 0 0 0,16 4 249 0 0,11-1-118 0 0,-1-2-1 0 0,1-1 0 0 0,32-4 0 0 0,-17 2-103 0 0,-16 0-132 0 0,107-5 4 0 0,-108 3-1490 0 0,0-1 0 0 0,51-14 0 0 0,-39 2-6291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38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10 380 0 0,'1'-9'19615'0'0,"13"9"-19455"0"0,-1 0 0 0 0,23 2 0 0 0,-5 0-92 0 0,270 30 155 0 0,-105 12-233 0 0,-184-40 15 0 0,-1 0 1 0 0,0 1-1 0 0,0 1 1 0 0,0 0-1 0 0,0 0 0 0 0,-1 1 1 0 0,0 1-1 0 0,0-1 1 0 0,-1 2-1 0 0,0-1 1 0 0,-1 1-1 0 0,0 0 0 0 0,0 1 1 0 0,9 15-1 0 0,-1 1 179 0 0,-1 1-1 0 0,-2 1 1 0 0,-1 1-1 0 0,13 44 1 0 0,-12-26 4 0 0,-2 2 1 0 0,-2-1-1 0 0,2 60 1 0 0,-5 152-50 0 0,-5-123-56 0 0,52 582 531 0 0,25 34 276 0 0,-76-66 12 0 0,-6-317-639 0 0,13 201-306 0 0,-8-469-37 0 0,-2 95 381 0 0,-6 36-134 0 0,-2-15 838 0 0,9-203-478 0 0,-1 0-1 0 0,-2 18 0 0 0,2-32-290 0 0,-32 18 318 0 0,-35-1-1312 0 0,0-3-1 0 0,-115 10 0 0 0,102-15-682 0 0,-168 18-4388 0 0,83-14-2149 0 0,53-5-1213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51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0 1052 0 0,'0'0'3594'0'0,"-2"1"-2625"0"0,-22 0 4836 0 0,15-1-4164 0 0,0 2-241 0 0,7-2-1065 0 0,-1 0 0 0 0,1 0 0 0 0,0 0-1 0 0,-1 0 1 0 0,1 1 0 0 0,0-1 0 0 0,0 1 0 0 0,0 0 0 0 0,-1 0-1 0 0,-2 2 1 0 0,3-2-286 0 0,1-1-45 0 0,1 0 0 0 0,-1 0 0 0 0,1 0 0 0 0,-1 0 0 0 0,1 1 0 0 0,-1-1 0 0 0,0 0 0 0 0,1 0 0 0 0,-1 1 0 0 0,1-1 0 0 0,-1 0 0 0 0,1 1 0 0 0,-1-1 0 0 0,1 0 0 0 0,0 1 0 0 0,-1-1 0 0 0,1 1 0 0 0,-1-1 0 0 0,1 1 0 0 0,0-1 0 0 0,-1 2 0 0 0,0-1 13 0 0,1 0-12 0 0,1 0 1 0 0,-1 0 0 0 0,0 0 0 0 0,1 0-1 0 0,-1 0 1 0 0,1-1 0 0 0,-1 1-1 0 0,1 0 1 0 0,0 0 0 0 0,-1 0-1 0 0,1-1 1 0 0,0 1 0 0 0,0 0 0 0 0,-1-1-1 0 0,1 1 1 0 0,0 0 0 0 0,0-1-1 0 0,0 1 1 0 0,0-1 0 0 0,0 1 0 0 0,0-1-1 0 0,0 0 1 0 0,0 1 0 0 0,2-1-1 0 0,22 6 80 0 0,-24-6-84 0 0,45 6 134 0 0,92 0 1 0 0,-136-6-103 0 0,13 0 114 0 0,-13 0-112 0 0,2 0 105 0 0,26 0 474 0 0,-27 0-501 0 0,15 0-159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51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0 16 0 0,'-16'2'13501'0'0,"12"-1"-13663"0"0,-16 1 6657 0 0,14 7-6411 0 0,1 33 326 0 0,1 56 1 0 0,2-31 383 0 0,-17 149 180 0 0,12-162 755 0 0,7-53-1421 0 0,-1 9 182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52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30 2340 0 0,'-4'-11'8880'0'0,"4"11"-8721"0"0,-1-1-1 0 0,1 1 0 0 0,0-1 0 0 0,0 1 1 0 0,-1-1-1 0 0,1 1 0 0 0,0-1 0 0 0,0 1 1 0 0,0-1-1 0 0,0 0 0 0 0,0 1 0 0 0,0-1 1 0 0,0 1-1 0 0,0-1 0 0 0,0 1 0 0 0,0-1 1 0 0,0 0-1 0 0,0 1 0 0 0,0-1 1 0 0,0 1-1 0 0,1-1 0 0 0,-1 1 0 0 0,0-1 1 0 0,0 1-1 0 0,1-1 0 0 0,-1 1 0 0 0,0-1 1 0 0,1 1-1 0 0,-1-1 0 0 0,1 0 0 0 0,0 1-78 0 0,0-1 0 0 0,1 1 1 0 0,-1 0-1 0 0,0 0 0 0 0,0 0 0 0 0,0-1 0 0 0,0 1 0 0 0,1 0 0 0 0,-1 0 0 0 0,0 1 0 0 0,0-1 0 0 0,0 0 0 0 0,0 0 0 0 0,2 1 0 0 0,4 1-30 0 0,-1 0-1 0 0,1 1 0 0 0,-1 0 0 0 0,11 6 1 0 0,-1 3 15 0 0,-1 0 1 0 0,0 1-1 0 0,0 1 1 0 0,-1 0 0 0 0,-1 1-1 0 0,0 1 1 0 0,-2 0-1 0 0,1 0 1 0 0,-2 1-1 0 0,0 0 1 0 0,-1 1 0 0 0,12 36-1 0 0,-16-38-45 0 0,0 1-1 0 0,-2-1 1 0 0,0 1-1 0 0,-1 0 1 0 0,0 0-1 0 0,-2-1 1 0 0,0 1-1 0 0,0 0 1 0 0,-2 0-1 0 0,0 0 1 0 0,-1 0-1 0 0,-1-1 1 0 0,0 0-1 0 0,-1 1 1 0 0,-11 21-1 0 0,4-15 14 0 0,-1 0 0 0 0,-1-1 0 0 0,-2-1 1 0 0,0 0-1 0 0,-1-1 0 0 0,0-1 0 0 0,-2 0 0 0 0,-22 16 0 0 0,14-14-853 0 0,-1-1 1 0 0,0-2-1 0 0,-2 0 1 0 0,0-2 0 0 0,-55 20-1 0 0,21-17-5238 0 0,33-14 401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52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475 69 476 0 0,'-15'-46'12295'0'0,"11"40"-10404"0"0,-3-7 435 0 0,7 13-2304 0 0,0 0 0 0 0,0 0 0 0 0,0 0 0 0 0,0-1 0 0 0,0 1 0 0 0,-1 0 0 0 0,1 0 0 0 0,0-1-1 0 0,0 1 1 0 0,0 0 0 0 0,0 0 0 0 0,-1 0 0 0 0,1 0 0 0 0,0-1 0 0 0,0 1 0 0 0,0 0 0 0 0,-1 0-1 0 0,1 0 1 0 0,0 0 0 0 0,0 0 0 0 0,0 0 0 0 0,-1 0 0 0 0,1-1 0 0 0,0 1 0 0 0,0 0 0 0 0,-1 0-1 0 0,1 0 1 0 0,0 0 0 0 0,0 0 0 0 0,-1 0 0 0 0,1 0 0 0 0,0 0 0 0 0,0 0 0 0 0,-1 0 0 0 0,1 1 0 0 0,0-1-1 0 0,-1 0 1 0 0,-29 28 543 0 0,1 1 0 0 0,1 1 1 0 0,-34 49-1 0 0,28-34-313 0 0,-13 17 222 0 0,-49 84 1 0 0,73-103-341 0 0,1 0-1 0 0,2 1 1 0 0,-18 57-1 0 0,35-91-103 0 0,1 0 1 0 0,-1 1-1 0 0,2 0 1 0 0,-1-1-1 0 0,1 1 1 0 0,1 0-1 0 0,0 0 1 0 0,1-1-1 0 0,0 1 1 0 0,0 0-1 0 0,1-1 0 0 0,1 1 1 0 0,5 17-1 0 0,-3-17 11 0 0,1-1 0 0 0,-1 0 0 0 0,1 0 0 0 0,1 0 0 0 0,0 0-1 0 0,0-1 1 0 0,1-1 0 0 0,0 1 0 0 0,1-1 0 0 0,0 0 0 0 0,0-1 0 0 0,15 9-1 0 0,2-1 32 0 0,0-1-1 0 0,0-2 1 0 0,38 13-1 0 0,86 18 183 0 0,-70-21-52 0 0,-26-13-3360 0 0,-40-8 10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55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129 199 540 0 0,'11'-24'16418'0'0,"-14"36"-16139"0"0,0 0 1 0 0,1 0 0 0 0,0 0 0 0 0,1 0-1 0 0,0 14 1 0 0,-2 16 268 0 0,3-39-509 0 0,-13 108 865 0 0,-34 142 1 0 0,35-203-350 0 0,6-18 3694 0 0,3-34-3854 0 0,2 2-384 0 0,1 0 1 0 0,-1 0-1 0 0,1 0 1 0 0,-1 0-1 0 0,1-1 0 0 0,-1 1 1 0 0,1 0-1 0 0,-1 0 1 0 0,1 0-1 0 0,0-1 1 0 0,-1 1-1 0 0,1 0 1 0 0,-1 0-1 0 0,1-1 1 0 0,0 1-1 0 0,-1 0 1 0 0,1-1-1 0 0,-1 1 1 0 0,1-1-1 0 0,0 1 1 0 0,0 0-1 0 0,-1-1 0 0 0,-6-17-68 0 0,1-1 0 0 0,0 1 0 0 0,2-1 0 0 0,0 0 0 0 0,1-1 0 0 0,1 1 0 0 0,1-20 0 0 0,1-3-428 0 0,2 1 0 0 0,10-55 1 0 0,-8 73 359 0 0,2 0 0 0 0,0 1 0 0 0,2-1 0 0 0,0 1 0 0 0,1 1 1 0 0,2 0-1 0 0,0 0 0 0 0,1 1 0 0 0,1 0 0 0 0,1 1 0 0 0,0 0 0 0 0,2 1 1 0 0,0 1-1 0 0,1 1 0 0 0,33-26 0 0 0,-40 36 111 0 0,0 0-1 0 0,0 0 1 0 0,1 1-1 0 0,0 0 1 0 0,-1 1-1 0 0,2 0 1 0 0,21-4-1 0 0,-28 7 6 0 0,0 0 0 0 0,0 1-1 0 0,0-1 1 0 0,-1 1 0 0 0,1 0-1 0 0,0 1 1 0 0,0-1 0 0 0,0 1 0 0 0,0 0-1 0 0,-1 0 1 0 0,1 0 0 0 0,0 0 0 0 0,-1 1-1 0 0,1 0 1 0 0,-1 0 0 0 0,0 0-1 0 0,1 1 1 0 0,-1 0 0 0 0,0-1 0 0 0,-1 1-1 0 0,6 5 1 0 0,-7-5 10 0 0,0 0 0 0 0,0 0 1 0 0,-1 0-1 0 0,1 1 0 0 0,-1-1 0 0 0,0 0 0 0 0,0 1 0 0 0,0-1 1 0 0,0 1-1 0 0,0-1 0 0 0,-1 1 0 0 0,0-1 0 0 0,0 1 1 0 0,0-1-1 0 0,0 1 0 0 0,0-1 0 0 0,-1 1 0 0 0,1-1 0 0 0,-1 1 1 0 0,0-1-1 0 0,0 0 0 0 0,-3 5 0 0 0,-1 6 5 0 0,-1 0 0 0 0,-1-1-1 0 0,-16 25 1 0 0,13-25 7 0 0,-1 1-1 0 0,0-2 1 0 0,-1 1 0 0 0,-24 18-1 0 0,-57 35 80 0 0,60-45-82 0 0,25-16-29 0 0,7-4 7 0 0,-1-1 0 0 0,1 1 0 0 0,-1 0 0 0 0,1 0 0 0 0,0 0-1 0 0,-1 0 1 0 0,1 0 0 0 0,0 0 0 0 0,0 0 0 0 0,0 0 0 0 0,0 1 0 0 0,0-1 0 0 0,0 0 0 0 0,0 1-1 0 0,0-1 1 0 0,0 1 0 0 0,0 1 0 0 0,2-1 9 0 0,-1 0 1 0 0,1 0-1 0 0,0 0 1 0 0,0 0-1 0 0,0 0 1 0 0,0-1-1 0 0,0 1 1 0 0,0 0-1 0 0,1-1 1 0 0,-1 1-1 0 0,0-1 1 0 0,1 1-1 0 0,-1-1 1 0 0,1 1-1 0 0,0-1 1 0 0,2 2-1 0 0,2 1 7 0 0,97 75-2 0 0,-16-14 0 0 0,-73-54-2 0 0,-2-2 3 0 0,-2 1 0 0 0,1 0 0 0 0,16 21 0 0 0,9 13 33 0 0,-35-42-80 0 0,9 6-4281 0 0,-9-8 4006 0 0,0 1 0 0 0,0-1 0 0 0,1 0 0 0 0,0 1 1 0 0,16 4-7254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56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58 180 0 0,'-22'-14'11270'0'0,"21"13"-10933"0"0,0 1 0 0 0,0-1 0 0 0,0 0 0 0 0,0 1-1 0 0,0-1 1 0 0,0 0 0 0 0,0 0 0 0 0,0 0 0 0 0,0 1 0 0 0,0-1 0 0 0,1 0 0 0 0,-1 0 0 0 0,0 0 0 0 0,1 0 0 0 0,-2-2 0 0 0,2 2-264 0 0,0 0 0 0 0,0 1-1 0 0,0-1 1 0 0,0 1 0 0 0,0-1 0 0 0,0 1 0 0 0,1-1-1 0 0,-1 1 1 0 0,0-1 0 0 0,0 1 0 0 0,0-1 0 0 0,0 1-1 0 0,1-1 1 0 0,-1 1 0 0 0,0-1 0 0 0,0 1 0 0 0,1-1-1 0 0,-1 1 1 0 0,0-1 0 0 0,1 1 0 0 0,-1-1 0 0 0,1 1-1 0 0,-1 0 1 0 0,1-1 0 0 0,3-1-8 0 0,-1 0 0 0 0,1 0 0 0 0,-1 1 0 0 0,1-1 0 0 0,0 1 0 0 0,0 0 0 0 0,0 0 0 0 0,0 0 0 0 0,0 1 0 0 0,4-1 0 0 0,-1 0-13 0 0,1 1 0 0 0,-1 0 1 0 0,0 0-1 0 0,1 1 0 0 0,-1 0 1 0 0,0 0-1 0 0,0 0 0 0 0,0 1 1 0 0,13 5-1 0 0,-18-6-25 0 0,1 1 0 0 0,0-1 0 0 0,-1 1 0 0 0,1 0 0 0 0,-1 0 0 0 0,0 0 1 0 0,1 0-1 0 0,-1 0 0 0 0,0 0 0 0 0,0 1 0 0 0,0-1 0 0 0,-1 1 0 0 0,1-1 0 0 0,-1 1 0 0 0,1 0 0 0 0,-1-1 0 0 0,0 1 0 0 0,0 0 1 0 0,0 0-1 0 0,0 0 0 0 0,-1 0 0 0 0,1 0 0 0 0,-1 0 0 0 0,1 0 0 0 0,-1 0 0 0 0,0 0 0 0 0,-1 4 0 0 0,-1 6 228 0 0,0 0 0 0 0,0-1 0 0 0,-1 1 0 0 0,-1-1 0 0 0,0 0 0 0 0,-1 0 0 0 0,0 0 0 0 0,-14 21 0 0 0,-6 6 1134 0 0,-35 40 0 0 0,23-32-285 0 0,36-46-1023 0 0,3 1 2 0 0,2 0-57 0 0,0 0-1 0 0,0 0 1 0 0,1-1-1 0 0,-1 1 1 0 0,1-1-1 0 0,-1 0 0 0 0,1 0 1 0 0,0-1-1 0 0,-1 1 1 0 0,8-1-1 0 0,57-3 35 0 0,-43 1-27 0 0,66-2-201 0 0,150-6 659 0 0,-86 8-5046 0 0,-156 2 4425 0 0,27 2-3253 0 0,-20 2 429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56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 1644 0 0,'-26'-6'14573'0'0,"18"6"-11713"0"0,8 2-2406 0 0,0-2-439 0 0,0 1 0 0 0,0-1 0 0 0,0 0 0 0 0,0 0 0 0 0,0 1 0 0 0,0-1 0 0 0,0 0 0 0 0,0 0 0 0 0,0 1 0 0 0,0-1 0 0 0,0 0 0 0 0,0 0 0 0 0,0 0 0 0 0,1 1 0 0 0,-1-1 0 0 0,0 0 0 0 0,0 0 0 0 0,0 0 0 0 0,0 1 1 0 0,0-1-1 0 0,0 0 0 0 0,0 0 0 0 0,1 0 0 0 0,-1 1 0 0 0,0-1 0 0 0,0 0 0 0 0,0 0 0 0 0,1 0 0 0 0,-1 0 0 0 0,0 0 0 0 0,0 1 0 0 0,25 3 352 0 0,0 0 1 0 0,1-2 0 0 0,-1 0-1 0 0,0-2 1 0 0,33-3 0 0 0,15 0-142 0 0,-23 1-117 0 0,-47 2-113 0 0,2-1 221 0 0,14 5-5142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57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65 244 0 0,'6'-10'6215'0'0,"0"-4"-2962"0"0,14-27 10288 0 0,-18 47-12686 0 0,-5 32-93 0 0,-2-1 0 0 0,-2 1 0 0 0,-17 56 0 0 0,19-74-680 0 0,-28 112-52 0 0,32-130-641 0 0,-1 5-503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57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146 141 2644 0 0,'3'-11'1451'0'0,"0"0"0"0"0,0 1 0 0 0,1 0 0 0 0,0 0 0 0 0,1 0 0 0 0,0 0-1 0 0,1 0 1 0 0,10-12 0 0 0,-14 18-1271 0 0,1 1 0 0 0,1 0 0 0 0,-1 0 0 0 0,0 0 1 0 0,1 1-1 0 0,0-1 0 0 0,-1 1 0 0 0,1 0 0 0 0,0 0 0 0 0,0 0 0 0 0,0 1 0 0 0,1-1 0 0 0,-1 1 0 0 0,0 0 0 0 0,0 0 0 0 0,1 0 0 0 0,-1 1 0 0 0,1-1 0 0 0,-1 1 1 0 0,0 0-1 0 0,1 1 0 0 0,-1-1 0 0 0,0 1 0 0 0,6 1 0 0 0,0 1-78 0 0,0 0-1 0 0,0 1 1 0 0,0 0 0 0 0,-1 1 0 0 0,0 0-1 0 0,0 1 1 0 0,0-1 0 0 0,0 2 0 0 0,-1-1 0 0 0,0 1-1 0 0,-1 0 1 0 0,1 1 0 0 0,-1 0 0 0 0,-1 0-1 0 0,0 1 1 0 0,0-1 0 0 0,7 15 0 0 0,-3-3-35 0 0,0 0-1 0 0,-2 1 1 0 0,0 1 0 0 0,-1 0 0 0 0,-1-1 0 0 0,-2 2 0 0 0,3 24 0 0 0,-5-23-31 0 0,-2-1 0 0 0,0 1 1 0 0,-2 0-1 0 0,0-1 0 0 0,-2 1 0 0 0,-1-1 1 0 0,0 0-1 0 0,-2-1 0 0 0,0 1 1 0 0,-2-1-1 0 0,-1 0 0 0 0,0-1 0 0 0,-2 0 1 0 0,0-1-1 0 0,-1-1 0 0 0,-1 0 1 0 0,-20 22-1 0 0,18-25-565 0 0,0-1 1 0 0,-1 0 0 0 0,0-1-1 0 0,-1 0 1 0 0,-1-2 0 0 0,-34 17-1 0 0,29-18-1747 0 0,-50 15 0 0 0,5-11-3707 0 0,23-9-603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58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237 144 528 0 0,'-4'-55'7068'0'0,"3"29"-2306"0"0,-7-37 646 0 0,-6 69-4713 0 0,10-1-503 0 0,0 0 0 0 0,0-1 0 0 0,0 1 0 0 0,1 1 0 0 0,0-1 1 0 0,0 0-1 0 0,-3 12 0 0 0,-2-1 145 0 0,-28 64 719 0 0,3 1-1 0 0,-36 143 0 0 0,59-183-917 0 0,1 1-1 0 0,3 0 0 0 0,1 0 0 0 0,2 56 1 0 0,4-79-97 0 0,0-1-1 0 0,1 0 1 0 0,1 0 0 0 0,1 0 0 0 0,0 0 0 0 0,2-1 0 0 0,0 1 0 0 0,16 30 0 0 0,-15-35-128 0 0,1 0 0 0 0,1 0-1 0 0,0-1 1 0 0,1-1 0 0 0,0 1 0 0 0,1-1-1 0 0,0-1 1 0 0,0 0 0 0 0,1-1-1 0 0,1 0 1 0 0,14 8 0 0 0,1-3-594 0 0,0-2 0 0 0,1 0 1 0 0,0-2-1 0 0,1-1 0 0 0,0-2 1 0 0,45 6-1 0 0,-17-7-2545 0 0,1-2 0 0 0,88-7 0 0 0,-61-3-3436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58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238 204 1068 0 0,'-1'-25'11081'0'0,"-2"3"-4718"0"0,-3 6-3557 0 0,0 26-2729 0 0,1 0-1 0 0,0 0 1 0 0,1 1 0 0 0,0 0-1 0 0,1 0 1 0 0,-3 14 0 0 0,-4 10 24 0 0,-17 47 47 0 0,-45 149 288 0 0,72-229-280 0 0,0 0 0 0 0,-1-1 0 0 0,0 1 0 0 0,1 0 0 0 0,-1 0 0 0 0,0 0 0 0 0,0-1-1 0 0,0 1 1 0 0,0-1 0 0 0,0 1 0 0 0,0-1 0 0 0,-1 1 0 0 0,1-1 0 0 0,0 1 0 0 0,-1-1 0 0 0,1 0 0 0 0,-3 2 0 0 0,3-3-128 0 0,0 0 1 0 0,0 0-1 0 0,0 0 1 0 0,-1 1 0 0 0,1-1-1 0 0,0 0 1 0 0,0-1-1 0 0,0 1 1 0 0,0 0 0 0 0,0 0-1 0 0,0 0 1 0 0,0-1-1 0 0,0 1 1 0 0,0 0-1 0 0,0-1 1 0 0,0 1 0 0 0,0-1-1 0 0,0 0 1 0 0,0 1-1 0 0,0-1 1 0 0,1 1-1 0 0,-1-1 1 0 0,0 0 0 0 0,0 0-1 0 0,1 0 1 0 0,-1 1-1 0 0,0-1 1 0 0,1 0-1 0 0,-1 0 1 0 0,1 0 0 0 0,-1 0-1 0 0,0-2 1 0 0,-4-7-55 0 0,-1-2 1 0 0,1 1 0 0 0,1-1-1 0 0,0 1 1 0 0,1-1-1 0 0,0 0 1 0 0,1-1 0 0 0,0 1-1 0 0,1 0 1 0 0,0-17-1 0 0,2 7-67 0 0,0-1 0 0 0,2 1-1 0 0,0-1 1 0 0,12-37 0 0 0,-9 41 81 0 0,2 0 1 0 0,0 0-1 0 0,1 1 0 0 0,1 0 1 0 0,0 1-1 0 0,2 0 1 0 0,0 0-1 0 0,23-24 1 0 0,-24 30-8 0 0,0 0 1 0 0,1 1-1 0 0,0 0 1 0 0,1 1-1 0 0,0 1 0 0 0,0 0 1 0 0,1 0-1 0 0,0 1 1 0 0,0 1-1 0 0,1 1 1 0 0,28-8-1 0 0,-35 12-11 0 0,-1 0 0 0 0,1 1 0 0 0,0-1 1 0 0,-1 2-1 0 0,1-1 0 0 0,-1 1 0 0 0,1 0 0 0 0,0 0 0 0 0,-1 1 1 0 0,0 0-1 0 0,10 5 0 0 0,-15-7 27 0 0,0 1-1 0 0,0 0 1 0 0,1 1 0 0 0,-1-1 0 0 0,0 0-1 0 0,0 1 1 0 0,-1-1 0 0 0,1 1-1 0 0,0-1 1 0 0,0 1 0 0 0,-1 0 0 0 0,1 0-1 0 0,-1 0 1 0 0,1 0 0 0 0,-1 0-1 0 0,0 0 1 0 0,0 0 0 0 0,0 0 0 0 0,0 0-1 0 0,0 1 1 0 0,-1-1 0 0 0,1 0-1 0 0,-1 1 1 0 0,1-1 0 0 0,-1 0 0 0 0,0 1-1 0 0,0-1 1 0 0,0 1 0 0 0,0-1-1 0 0,0 0 1 0 0,0 1 0 0 0,-1-1 0 0 0,1 1-1 0 0,-1-1 1 0 0,0 0 0 0 0,0 0-1 0 0,0 1 1 0 0,0-1 0 0 0,-1 2 0 0 0,-5 8 5 0 0,0 0 0 0 0,0-1 0 0 0,-1 0 1 0 0,0 0-1 0 0,-1 0 0 0 0,-1-1 0 0 0,0-1 0 0 0,-14 12 1 0 0,-13 7 44 0 0,-44 24 0 0 0,75-49-41 0 0,-104 59-261 0 0,109-61 250 0 0,0-1 0 0 0,1 1 0 0 0,-1-1 1 0 0,0 1-1 0 0,1 0 0 0 0,-1 0 0 0 0,0-1 0 0 0,1 1 0 0 0,-1 0 0 0 0,1 0 1 0 0,-1-1-1 0 0,1 1 0 0 0,-1 0 0 0 0,1 0 0 0 0,0 0 0 0 0,0 0 0 0 0,-1 0 1 0 0,1 0-1 0 0,0 0 0 0 0,0 0 0 0 0,0 0 0 0 0,0 0 0 0 0,0-1 0 0 0,0 1 1 0 0,0 0-1 0 0,0 0 0 0 0,0 0 0 0 0,1 0 0 0 0,-1 0 0 0 0,0 0 0 0 0,0 0 1 0 0,1 0-1 0 0,-1 0 0 0 0,1-1 0 0 0,-1 1 0 0 0,1 0 0 0 0,0 1 0 0 0,24 29 17 0 0,-22-28 16 0 0,23 23 43 0 0,54 40 1 0 0,-25-22-202 0 0,41 31-3648 0 0,-43-42-393 0 0,1-8-3502 0 0,-32-18 1238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8:59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321 154 80 0 0,'-4'-5'2387'0'0,"0"-1"0"0"0,1 1 0 0 0,-1-1 0 0 0,1 0 0 0 0,1 0 0 0 0,-5-12 0 0 0,6 14-1864 0 0,1 0 0 0 0,-1 0-1 0 0,1 0 1 0 0,0-1 0 0 0,0 1-1 0 0,0 0 1 0 0,0 0 0 0 0,2-4-1 0 0,-2 5-422 0 0,1 1-1 0 0,0 0 0 0 0,0 0 0 0 0,0 0 0 0 0,0 0 1 0 0,1 0-1 0 0,-1 0 0 0 0,0 0 0 0 0,1 0 1 0 0,0 1-1 0 0,-1-1 0 0 0,1 0 0 0 0,0 1 0 0 0,0-1 1 0 0,0 1-1 0 0,2-1 0 0 0,34-17 422 0 0,-37 19-503 0 0,4-2 2 0 0,0 0-1 0 0,0 1 0 0 0,0 0 0 0 0,0 0 1 0 0,0 0-1 0 0,0 0 0 0 0,1 1 0 0 0,-1 0 1 0 0,0 0-1 0 0,0 0 0 0 0,1 1 0 0 0,-1 0 1 0 0,0 0-1 0 0,0 0 0 0 0,0 1 0 0 0,0-1 1 0 0,0 1-1 0 0,7 4 0 0 0,-9-4-8 0 0,0 0-1 0 0,0 0 0 0 0,0 0 1 0 0,0 1-1 0 0,0-1 1 0 0,-1 1-1 0 0,1 0 0 0 0,-1-1 1 0 0,0 1-1 0 0,0 0 1 0 0,0 1-1 0 0,0-1 0 0 0,-1 0 1 0 0,1 0-1 0 0,-1 1 1 0 0,0-1-1 0 0,0 1 0 0 0,0-1 1 0 0,0 1-1 0 0,0-1 0 0 0,-1 1 1 0 0,0-1-1 0 0,0 1 1 0 0,0 0-1 0 0,0-1 0 0 0,0 1 1 0 0,-2 4-1 0 0,0 0 10 0 0,0 1 0 0 0,0-1 0 0 0,-1 0 0 0 0,-1 0 0 0 0,1-1-1 0 0,-1 1 1 0 0,-10 13 0 0 0,-3 2 96 0 0,-21 20 0 0 0,2-1 254 0 0,36-42-357 0 0,-1 1 0 0 0,0-1 0 0 0,1 1-1 0 0,-1-1 1 0 0,1 1 0 0 0,-1-1 0 0 0,1 1 0 0 0,0-1 0 0 0,-1 1-1 0 0,1 0 1 0 0,0-1 0 0 0,-1 1 0 0 0,1 0 0 0 0,0-1 0 0 0,0 1 0 0 0,-1 0-1 0 0,1-1 1 0 0,0 1 0 0 0,0 0 0 0 0,0-1 0 0 0,0 1 0 0 0,0 0 0 0 0,0 0-1 0 0,0 0 1 0 0,15 3 79 0 0,-1-2-90 0 0,7 1-4 0 0,-1 1-1 0 0,0 1 0 0 0,0 1 1 0 0,0 0-1 0 0,28 15 0 0 0,-38-16 10 0 0,-1 0-1 0 0,0 1 1 0 0,-1 0-1 0 0,1 0 1 0 0,-1 1-1 0 0,12 14 0 0 0,-18-19 16 0 0,0 0 0 0 0,-1 0-1 0 0,1 1 1 0 0,-1-1-1 0 0,0 0 1 0 0,0 1-1 0 0,0-1 1 0 0,0 1-1 0 0,0 0 1 0 0,-1-1 0 0 0,1 1-1 0 0,-1 0 1 0 0,1-1-1 0 0,-1 1 1 0 0,0 0-1 0 0,0-1 1 0 0,0 1-1 0 0,-1 0 1 0 0,1-1 0 0 0,-1 1-1 0 0,1 0 1 0 0,-1-1-1 0 0,0 1 1 0 0,0-1-1 0 0,0 1 1 0 0,0-1 0 0 0,0 1-1 0 0,-1-1 1 0 0,1 0-1 0 0,-4 4 1 0 0,-2 3 35 0 0,-1-1 0 0 0,0 0 0 0 0,0 0 0 0 0,-1-1 0 0 0,1 0 0 0 0,-2-1 0 0 0,1 0 0 0 0,-1 0 0 0 0,0-1 1 0 0,0 0-1 0 0,-16 4 0 0 0,-8 2 45 0 0,-1-2 0 0 0,-42 6 1 0 0,50-11-772 0 0,0-2-1 0 0,0-1 1 0 0,-53-4 0 0 0,0-8-4042 0 0,2-6-4209 0 0,46 9 390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10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774 67 1468 0 0,'31'-28'8278'0'0,"-31"27"-8153"0"0,0 0 1 0 0,0 1 0 0 0,0-1 0 0 0,1 1 0 0 0,-1-1-1 0 0,0 1 1 0 0,1-1 0 0 0,-1 1 0 0 0,0 0 0 0 0,1-1-1 0 0,-1 1 1 0 0,0-1 0 0 0,1 1 0 0 0,-1 0 0 0 0,1-1-1 0 0,-1 1 1 0 0,1 0 0 0 0,-1-1 0 0 0,1 1 0 0 0,-1 0-1 0 0,2-1 1 0 0,-2 1 23 0 0,0 0 0 0 0,1 0 0 0 0,-1 0 0 0 0,1 0 0 0 0,-1 0 0 0 0,1-1 0 0 0,-1 1-1 0 0,0 0 1 0 0,1 0 0 0 0,-1-1 0 0 0,1 1 0 0 0,0-1 298 0 0,-1 1-298 0 0,0 0 0 0 0,1-1 0 0 0,-1 1-1 0 0,0-1 1 0 0,0 1 0 0 0,1 0 0 0 0,-1-1 0 0 0,0 1 0 0 0,0-1 0 0 0,0 1 0 0 0,0-1 0 0 0,0 1 0 0 0,1-1-1 0 0,-1 1 1 0 0,0 0 0 0 0,0-1 0 0 0,0 1 0 0 0,0-1 0 0 0,0 1 0 0 0,0-1 0 0 0,-1 1 0 0 0,1-1 0 0 0,0 1 0 0 0,0-1-1 0 0,0 1 1 0 0,0 0 0 0 0,0-1 0 0 0,-1 1 0 0 0,1-1 0 0 0,0 1 0 0 0,0 0 0 0 0,-1-1 0 0 0,1 1 0 0 0,-1-1-1 0 0,0 0 21 0 0,-7-2-54 0 0,1 1 0 0 0,-2 1 0 0 0,1 0 0 0 0,-9-1 1 0 0,-14 1-93 0 0,0 1 0 0 0,0 2 1 0 0,0 1-1 0 0,0 2 0 0 0,-49 13 1 0 0,29-7 6 0 0,12 1-32 0 0,35-10 61 0 0,1-1 0 0 0,0 1 1 0 0,0 0-1 0 0,0 0 1 0 0,0 0-1 0 0,0 1 0 0 0,0-1 1 0 0,1 1-1 0 0,-1-1 1 0 0,1 1-1 0 0,0 0 1 0 0,0 0-1 0 0,0 0 0 0 0,0 0 1 0 0,0 1-1 0 0,0-1 1 0 0,1 0-1 0 0,0 1 0 0 0,0-1 1 0 0,-1 5-1 0 0,-3 10 172 0 0,2 1-1 0 0,-3 31 1 0 0,4-31-200 0 0,-20 312 1660 0 0,6-181-1320 0 0,-12 152 36 0 0,-17 169 690 0 0,37-399-1001 0 0,-9 94 170 0 0,-66 566 444 0 0,16-270 1414 0 0,47-320-1953 0 0,-4 27-213 0 0,10-42 397 0 0,7-82-336 0 0,0 46 0 0 0,1-17 280 0 0,3-34-30 0 0,4 58 0 0 0,1-29-109 0 0,-2-63-129 0 0,0 60 507 0 0,-12 98 0 0 0,12-159-146 0 0,0 9-257 0 0,0 3-124 0 0,-2-2-11 0 0,2-4 0 0 0,0-1 0 0 0,0 2 0 0 0,-1-1 0 0 0,2-1 0 0 0,-1 1 0 0 0,3-2 0 0 0,-3-8 0 0 0,0 0 0 0 0,0 0 0 0 0,0-1 0 0 0,1 1 0 0 0,-1 0 0 0 0,0 0 0 0 0,1-1 0 0 0,-1 1 0 0 0,0 0 0 0 0,1-1 0 0 0,-1 1 0 0 0,1-1 0 0 0,-1 1 0 0 0,1-1 0 0 0,-1 1 0 0 0,1-1 0 0 0,0 1 0 0 0,-1-1 0 0 0,1 1 0 0 0,0-1 0 0 0,-1 1 0 0 0,1-1 0 0 0,0 0 0 0 0,-1 0 0 0 0,1 1 0 0 0,0-1 0 0 0,0 0 0 0 0,-1 0 0 0 0,2 0 0 0 0,0 0 0 0 0,10 4 0 0 0,1 0 0 0 0,0-2 0 0 0,0 0 0 0 0,1 0 0 0 0,-1-1 0 0 0,22-1 0 0 0,-13 0 0 0 0,296-9-7836 0 0,-246 1 3772 0 0,0-2 0 0 0,97-28 0 0 0,-110 19-6271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12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17 772 0 0,'-4'-16'16775'0'0,"1"27"-16583"0"0,1 0 0 0 0,1 0 1 0 0,0 0-1 0 0,0 0 0 0 0,1 0 0 0 0,2 14 0 0 0,-2 31 252 0 0,-4-7-11 0 0,1-4-50 0 0,-2-1 1 0 0,-1 0-1 0 0,-18 62 1 0 0,9-39 78 0 0,14-66-396 0 0,0 7 243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13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1788 0 0,'28'-28'16466'0'0,"-21"22"-16311"0"0,1 1-1 0 0,-1-1 1 0 0,1 1 0 0 0,0 1-1 0 0,1 0 1 0 0,-1 0-1 0 0,1 0 1 0 0,-1 1-1 0 0,1 0 1 0 0,0 1-1 0 0,0 0 1 0 0,0 0-1 0 0,1 1 1 0 0,-1 1 0 0 0,0-1-1 0 0,13 2 1 0 0,-4 0-177 0 0,-1 1-1 0 0,1 0 1 0 0,-1 1 0 0 0,0 1 0 0 0,0 1 0 0 0,0 0 0 0 0,30 15 0 0 0,-38-15 19 0 0,-1 0 0 0 0,1 0 0 0 0,-1 1 0 0 0,0 0 0 0 0,-1 0 0 0 0,1 1 0 0 0,11 14 0 0 0,-16-18 6 0 0,-1 1-1 0 0,0-1 1 0 0,0 0-1 0 0,0 1 0 0 0,0-1 1 0 0,0 1-1 0 0,-1 0 1 0 0,0-1-1 0 0,0 1 1 0 0,0 0-1 0 0,0 0 0 0 0,0 0 1 0 0,-1 0-1 0 0,0 0 1 0 0,1 0-1 0 0,-2 0 1 0 0,1 0-1 0 0,0 0 0 0 0,-1 0 1 0 0,0 0-1 0 0,0-1 1 0 0,-2 7-1 0 0,-3 4 10 0 0,0-1 0 0 0,-2 1 0 0 0,0-1 0 0 0,0-1 0 0 0,-1 1 0 0 0,-18 18 0 0 0,-72 60 23 0 0,65-62-50 0 0,27-23 9 0 0,5-5 9 0 0,0 0 0 0 0,1 0 0 0 0,-1 1 0 0 0,1-1 1 0 0,0 0-1 0 0,-1 1 0 0 0,1-1 0 0 0,0 1 0 0 0,0-1 0 0 0,0 1 0 0 0,0-1 0 0 0,0 1 0 0 0,0 0 0 0 0,0 0 0 0 0,1-1 0 0 0,-1 1 0 0 0,0 3 1 0 0,1-5 2 0 0,0 1 1 0 0,1-1 0 0 0,-1 1 0 0 0,0-1 0 0 0,0 1-1 0 0,1-1 1 0 0,-1 0 0 0 0,0 1 0 0 0,0-1 0 0 0,1 1-1 0 0,-1-1 1 0 0,1 1 0 0 0,-1-1 0 0 0,0 0 0 0 0,1 1 0 0 0,-1-1-1 0 0,1 0 1 0 0,-1 0 0 0 0,1 1 0 0 0,-1-1 0 0 0,1 0-1 0 0,-1 0 1 0 0,1 0 0 0 0,-1 1 0 0 0,1-1 0 0 0,-1 0-1 0 0,1 0 1 0 0,-1 0 0 0 0,2 0 0 0 0,15 2 66 0 0,-16-2-71 0 0,44 3 63 0 0,0-3 0 0 0,0-1 0 0 0,66-11 0 0 0,-32 3-162 0 0,143-20-3659 0 0,-77-5-5901 0 0,-107 22 4141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14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20 154 1020 0 0,'-3'-3'696'0'0,"1"0"0"0"0,0 0 0 0 0,0 0-1 0 0,0-1 1 0 0,1 1 0 0 0,-1-1 0 0 0,1 0 0 0 0,0 1-1 0 0,0-1 1 0 0,0 0 0 0 0,0-4 0 0 0,0 5-396 0 0,1 0-1 0 0,1 0 1 0 0,-1 0 0 0 0,0 0 0 0 0,1 0-1 0 0,-1 0 1 0 0,1 1 0 0 0,0-1 0 0 0,0 0 0 0 0,0 0-1 0 0,3-5 1 0 0,-1 3-136 0 0,1 1 0 0 0,0-1 1 0 0,-1 1-1 0 0,1 0 0 0 0,1 0 0 0 0,-1 0 0 0 0,1 0 0 0 0,-1 1 1 0 0,1 0-1 0 0,0 0 0 0 0,1 0 0 0 0,-1 1 0 0 0,10-4 0 0 0,-4 2-90 0 0,1 1-1 0 0,-1 1 0 0 0,1 0 1 0 0,-1 1-1 0 0,1 0 0 0 0,0 1 0 0 0,0 0 1 0 0,-1 0-1 0 0,1 2 0 0 0,15 2 1 0 0,-19-2-66 0 0,0 0 0 0 0,0 0 0 0 0,0 1 1 0 0,0 0-1 0 0,-1 0 0 0 0,1 1 0 0 0,-1 0 1 0 0,0 0-1 0 0,0 1 0 0 0,0 0 0 0 0,-1 0 1 0 0,1 1-1 0 0,-2-1 0 0 0,1 1 0 0 0,7 9 0 0 0,-12-11 1 0 0,1-1-1 0 0,0 0 1 0 0,-1 1-1 0 0,0-1 1 0 0,0 0-1 0 0,0 1 1 0 0,0 0-1 0 0,0-1 1 0 0,-1 1-1 0 0,1-1 1 0 0,-1 1-1 0 0,0 0 1 0 0,0-1-1 0 0,-1 1 1 0 0,1 0-1 0 0,-1-1 1 0 0,1 1-1 0 0,-1-1 0 0 0,0 1 1 0 0,-1-1-1 0 0,1 1 1 0 0,-1-1-1 0 0,1 0 1 0 0,-1 0-1 0 0,-4 6 1 0 0,-5 7 28 0 0,-1-1 1 0 0,-1-1 0 0 0,-24 23-1 0 0,20-20 25 0 0,-23 18 1401 0 0,39-34-1083 0 0,1 0-374 0 0,1 0 1 0 0,-1-1-1 0 0,1 1 1 0 0,-1 0-1 0 0,1 0 1 0 0,-1-1-1 0 0,1 1 1 0 0,0 0-1 0 0,-1-1 0 0 0,1 1 1 0 0,0-1-1 0 0,0 1 1 0 0,-1-1-1 0 0,1 1 1 0 0,0-1-1 0 0,0 0 1 0 0,0 1-1 0 0,0-1 0 0 0,0 0 1 0 0,0 1-1 0 0,26 7 26 0 0,-18-6-19 0 0,122 55 93 0 0,-110-46-51 0 0,0 1 0 0 0,-1 1 0 0 0,34 29 1 0 0,-53-40 28 0 0,1-1 0 0 0,0 0 0 0 0,-1 1 1 0 0,0-1-1 0 0,1 1 0 0 0,-1-1 0 0 0,0 1 1 0 0,1 0-1 0 0,-1-1 0 0 0,0 1 0 0 0,0 0 0 0 0,-1 0 1 0 0,1 0-1 0 0,0 0 0 0 0,-1 0 0 0 0,1 0 1 0 0,-1 0-1 0 0,1 0 0 0 0,-1 0 0 0 0,0 0 1 0 0,0 0-1 0 0,0 0 0 0 0,0 0 0 0 0,0 0 0 0 0,-1 0 1 0 0,1 0-1 0 0,-1 3 0 0 0,-1-1 32 0 0,0-1 0 0 0,0 1 0 0 0,0-1 0 0 0,-1 0 0 0 0,1 0 0 0 0,-1 0 0 0 0,0 0 0 0 0,1 0 1 0 0,-1-1-1 0 0,-1 1 0 0 0,1-1 0 0 0,0 0 0 0 0,-6 3 0 0 0,-2 0 9 0 0,0-1 0 0 0,0 0 0 0 0,0 0 0 0 0,-1-1 0 0 0,1-1 0 0 0,-1 0 0 0 0,0 0 0 0 0,-19-1 0 0 0,-11-2-166 0 0,-44-6 0 0 0,57 4-275 0 0,25 2 43 0 0,-22-1-3288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14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3068 0 0,'39'-24'14176'0'0,"-26"13"-10133"0"0,-4 8-2325 0 0,-9 3-1715 0 0,1 0 0 0 0,-1 0 0 0 0,0 0 0 0 0,0 1 0 0 0,0-1 0 0 0,1 0 0 0 0,-1 0 0 0 0,0 0 0 0 0,0 0 0 0 0,0 0 0 0 0,0 1 0 0 0,1-1 0 0 0,-1 0 0 0 0,0 0 0 0 0,0 0 0 0 0,0 1 0 0 0,0-1-1 0 0,0 0 1 0 0,0 0 0 0 0,0 0 0 0 0,1 1 0 0 0,-1-1 0 0 0,0 0 0 0 0,0 0 0 0 0,0 1 0 0 0,0-1 0 0 0,0 0 0 0 0,0 0 0 0 0,0 0 0 0 0,0 1 0 0 0,0-1 0 0 0,0 0 0 0 0,0 0 0 0 0,-1 1 0 0 0,1-1 0 0 0,0 0-1 0 0,0 1 1 0 0,-23 99 1060 0 0,14-69-871 0 0,-8 59 0 0 0,15-75-124 0 0,0 1 0 0 0,2-1 0 0 0,0 0 1 0 0,1 0-1 0 0,2 17 0 0 0,-2-29-47 0 0,0 1 0 0 0,0 0-1 0 0,0-1 1 0 0,0 1 0 0 0,1 0 0 0 0,-1-1 0 0 0,1 0 0 0 0,0 1 0 0 0,0-1 0 0 0,0 0 0 0 0,1 0 0 0 0,-1 0-1 0 0,1 0 1 0 0,-1-1 0 0 0,1 1 0 0 0,0-1 0 0 0,0 1 0 0 0,0-1 0 0 0,1 0 0 0 0,-1 0 0 0 0,0 0 0 0 0,1-1-1 0 0,-1 1 1 0 0,1-1 0 0 0,0 0 0 0 0,4 1 0 0 0,1-1 1 0 0,0 0 1 0 0,1 0-1 0 0,-1-1 0 0 0,0-1 0 0 0,1 0 1 0 0,-1 0-1 0 0,0 0 0 0 0,0-1 0 0 0,0-1 1 0 0,0 0-1 0 0,0 0 0 0 0,0 0 0 0 0,-1-1 1 0 0,13-8-1 0 0,11-8 147 0 0,0-2 0 0 0,33-29 0 0 0,-59 46-95 0 0,39-36 1466 0 0,11-9 1199 0 0,-55 50-2605 0 0,2 2-71 0 0,-2-2-62 0 0,-1 0 1 0 0,0 0-1 0 0,0 0 0 0 0,1 0 1 0 0,-1 0-1 0 0,0 0 1 0 0,0 0-1 0 0,0 0 1 0 0,1 0-1 0 0,-1 0 0 0 0,0 0 1 0 0,0 0-1 0 0,0 0 1 0 0,0 1-1 0 0,1-1 0 0 0,-1 0 1 0 0,0 0-1 0 0,0 0 1 0 0,0 0-1 0 0,0 0 1 0 0,1 1-1 0 0,-1-1 0 0 0,0 0 1 0 0,0 0-1 0 0,0 0 1 0 0,0 0-1 0 0,0 1 0 0 0,0-1 1 0 0,0 0-1 0 0,0 0 1 0 0,1 0-1 0 0,-1 1 0 0 0,0-1 1 0 0,0 0-1 0 0,0 0 1 0 0,0 0-1 0 0,0 1 1 0 0,-2 23 93 0 0,-1 0 0 0 0,-11 44 0 0 0,2-14 104 0 0,-15 96-46 0 0,4-26-973 0 0,8-41-2504 0 0,1-15-2226 0 0,-1 0-3316 0 0,7-38-1789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15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152 163 932 0 0,'5'-17'2890'0'0,"0"1"1"0"0,1-19-1 0 0,-1-32 2180 0 0,-5 65-4861 0 0,-1 2-201 0 0,1 0 0 0 0,-1 1 0 0 0,0-1 1 0 0,1 0-1 0 0,-1 0 0 0 0,1 1 0 0 0,-1-1 0 0 0,1 1 0 0 0,-1-1 0 0 0,1 1 0 0 0,-1-1 1 0 0,1 1-1 0 0,-1-1 0 0 0,1 1 0 0 0,-1-1 0 0 0,1 1 0 0 0,0-1 0 0 0,-1 1 0 0 0,1-1 1 0 0,0 1-1 0 0,-1 1 0 0 0,-5 17 29 0 0,4-13-22 0 0,0-1-4 0 0,-40 140 183 0 0,39-129-140 0 0,0 0 1 0 0,1 0-1 0 0,1 0 1 0 0,0 0-1 0 0,1 0 1 0 0,1 0 0 0 0,4 21-1 0 0,-4-31 84 0 0,0-1 1 0 0,1 0-1 0 0,-1 0 1 0 0,1 0-1 0 0,1 0 0 0 0,-1 0 1 0 0,1 0-1 0 0,-1 0 1 0 0,2-1-1 0 0,-1 1 0 0 0,0-1 1 0 0,1 0-1 0 0,0 0 0 0 0,0 0 1 0 0,0-1-1 0 0,0 1 1 0 0,0-1-1 0 0,1 0 0 0 0,0 0 1 0 0,0 0-1 0 0,-1-1 1 0 0,2 0-1 0 0,-1 0 0 0 0,0 0 1 0 0,0-1-1 0 0,0 1 0 0 0,1-1 1 0 0,-1 0-1 0 0,11 0 1 0 0,-7-1-8 0 0,0 0 1 0 0,-1-1 0 0 0,1 0-1 0 0,-1 0 1 0 0,1-1 0 0 0,-1 0 0 0 0,0 0-1 0 0,1-1 1 0 0,-1 0 0 0 0,-1 0-1 0 0,1-1 1 0 0,0 0 0 0 0,-1-1 0 0 0,0 1-1 0 0,0-1 1 0 0,0-1 0 0 0,0 1-1 0 0,7-10 1 0 0,-7 6-102 0 0,-1 0-1 0 0,0 0 1 0 0,-1-1-1 0 0,0 1 1 0 0,0-1-1 0 0,-1 0 1 0 0,0-1-1 0 0,-1 1 1 0 0,0 0-1 0 0,-1-1 1 0 0,0 0-1 0 0,-1 0 1 0 0,0 0-1 0 0,0 1 1 0 0,-1-1-1 0 0,-1 0 1 0 0,0 0 0 0 0,-3-14-1 0 0,2 16-27 0 0,0-1 1 0 0,-1 1-1 0 0,0 0 0 0 0,0 0 1 0 0,-1 0-1 0 0,-1 0 0 0 0,1 0 1 0 0,-1 1-1 0 0,-1 0 0 0 0,1 0 0 0 0,-2 0 1 0 0,1 1-1 0 0,-1 0 0 0 0,0 0 1 0 0,0 1-1 0 0,-1 0 0 0 0,1 0 1 0 0,-2 0-1 0 0,1 1 0 0 0,-14-6 0 0 0,9 6-6 0 0,0 1-1 0 0,-1 0 1 0 0,1 1-1 0 0,-1 0 1 0 0,0 1-1 0 0,0 0 0 0 0,0 2 1 0 0,0-1-1 0 0,-19 3 1 0 0,25-1-211 0 0,0 0 0 0 0,0 0 0 0 0,0 1 0 0 0,1 0 0 0 0,-1 1 0 0 0,0 0 0 0 0,1 0 0 0 0,0 0 0 0 0,0 1 0 0 0,0 0 1 0 0,0 0-1 0 0,0 1 0 0 0,1 0 0 0 0,0 0 0 0 0,0 1 0 0 0,0-1 0 0 0,-8 12 0 0 0,12-14-128 0 0,1-1 0 0 0,-1 1 0 0 0,1 0 0 0 0,-1 0 0 0 0,1 0 1 0 0,0 0-1 0 0,0 0 0 0 0,0 0 0 0 0,0 0 0 0 0,0 5 0 0 0,1-7-17 0 0,0 1 1 0 0,0 0-1 0 0,1-1 1 0 0,-1 1-1 0 0,0 0 1 0 0,0-1-1 0 0,1 1 1 0 0,-1-1-1 0 0,1 1 1 0 0,-1-1-1 0 0,1 1 1 0 0,0-1-1 0 0,0 1 1 0 0,0-1-1 0 0,0 0 1 0 0,0 1-1 0 0,0-1 0 0 0,0 0 1 0 0,0 0-1 0 0,0 0 1 0 0,3 2-1 0 0,11 6-4657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16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33 172 1176 0 0,'-3'-4'1308'0'0,"-2"-4"321"0"0,0 0 1 0 0,1 0-1 0 0,0 0 0 0 0,1-1 1 0 0,-4-9-1 0 0,7 15-1481 0 0,-1 0 0 0 0,1 1-1 0 0,0-1 1 0 0,-1 0-1 0 0,1 1 1 0 0,0-1 0 0 0,1 0-1 0 0,-1 1 1 0 0,0-1 0 0 0,1 0-1 0 0,0 1 1 0 0,-1-1 0 0 0,1 1-1 0 0,0-1 1 0 0,0 1 0 0 0,1-1-1 0 0,-1 1 1 0 0,0 0 0 0 0,1-1-1 0 0,0 1 1 0 0,-1 0-1 0 0,4-3 1 0 0,1 0-57 0 0,0 0-1 0 0,-1 0 1 0 0,2 1 0 0 0,-1 0 0 0 0,0 0-1 0 0,1 1 1 0 0,0 0 0 0 0,-1 0-1 0 0,1 0 1 0 0,1 1 0 0 0,-1 0-1 0 0,0 0 1 0 0,0 1 0 0 0,1 0-1 0 0,-1 0 1 0 0,15 1 0 0 0,-16 1-86 0 0,0-1 0 0 0,0 1 1 0 0,0 0-1 0 0,0 0 0 0 0,0 1 1 0 0,-1 0-1 0 0,1 0 0 0 0,0 0 0 0 0,-1 1 1 0 0,1 0-1 0 0,-1 0 0 0 0,0 0 1 0 0,0 1-1 0 0,0 0 0 0 0,0-1 1 0 0,-1 2-1 0 0,0-1 0 0 0,1 1 0 0 0,-2-1 1 0 0,1 1-1 0 0,4 7 0 0 0,-6-7-1 0 0,1 0-1 0 0,-1-1 1 0 0,-1 1-1 0 0,1 0 1 0 0,-1 0 0 0 0,0 0-1 0 0,0 1 1 0 0,0-1-1 0 0,-1 0 1 0 0,1 0-1 0 0,-1 1 1 0 0,-1-1-1 0 0,1 0 1 0 0,-1 0-1 0 0,0 0 1 0 0,0 0-1 0 0,0 0 1 0 0,-1 0 0 0 0,0 0-1 0 0,0 0 1 0 0,-3 6-1 0 0,-6 8 316 0 0,0-1-1 0 0,-1 0 1 0 0,-27 29 0 0 0,18-21 1257 0 0,19-24-987 0 0,2-2-564 0 0,0 0 0 0 0,0 0 0 0 0,0 0 0 0 0,0 0 0 0 0,-1 0 0 0 0,1 0-1 0 0,0 0 1 0 0,0 1 0 0 0,0-1 0 0 0,0 0 0 0 0,0 0 0 0 0,0 0 0 0 0,-1 0 0 0 0,1 0 0 0 0,0 1 0 0 0,0-1-1 0 0,0 0 1 0 0,0 0 0 0 0,0 0 0 0 0,0 0 0 0 0,0 1 0 0 0,0-1 0 0 0,0 0 0 0 0,0 0 0 0 0,0 0 0 0 0,0 0 0 0 0,0 1-1 0 0,0-1 1 0 0,0 0 0 0 0,0 0 0 0 0,0 0 0 0 0,0 1 0 0 0,0-1 0 0 0,0 0 0 0 0,0 0 0 0 0,0 0 0 0 0,0 0-1 0 0,0 1 1 0 0,18-2-16 0 0,-1 1 0 0 0,0 1 0 0 0,0 1 0 0 0,0 1 0 0 0,0 0 0 0 0,0 1 0 0 0,-1 0 0 0 0,1 2 0 0 0,16 7 0 0 0,-16-4 3 0 0,-1 1 1 0 0,24 18 0 0 0,-34-23 16 0 0,-1-1 1 0 0,1 2-1 0 0,-1-1 1 0 0,0 0-1 0 0,-1 1 1 0 0,1 0-1 0 0,-1 0 1 0 0,0 1 0 0 0,4 9-1 0 0,-7-14 47 0 0,0 0-1 0 0,0 0 1 0 0,-1 1-1 0 0,1-1 1 0 0,-1 0 0 0 0,1 1-1 0 0,-1-1 1 0 0,0 1-1 0 0,0-1 1 0 0,0 0 0 0 0,0 1-1 0 0,0-1 1 0 0,-1 1-1 0 0,1-1 1 0 0,-1 0 0 0 0,1 1-1 0 0,-1-1 1 0 0,-2 4-1 0 0,1-3 35 0 0,0 0 0 0 0,0 0 0 0 0,0 0-1 0 0,0-1 1 0 0,-1 1 0 0 0,0 0 0 0 0,1-1-1 0 0,-1 0 1 0 0,0 0 0 0 0,0 0 0 0 0,-4 2-1 0 0,-5 2 122 0 0,0-1 0 0 0,0-1 1 0 0,0 0-1 0 0,-1 0 0 0 0,-20 2 0 0 0,8-2-12 0 0,-1-1-1 0 0,0-2 1 0 0,-44-3 0 0 0,54 0-609 0 0,-1 0 0 0 0,1-1 0 0 0,0-1 0 0 0,1 0 0 0 0,-1-1 0 0 0,1-1 0 0 0,-16-8 1 0 0,29 13 68 0 0,0 0 0 0 0,0 0 0 0 0,0 0 0 0 0,0-1 0 0 0,0 1 0 0 0,1-1 0 0 0,-1 1 0 0 0,0-1 0 0 0,1 0 0 0 0,-1 1 1 0 0,1-1-1 0 0,0 0 0 0 0,-1 0 0 0 0,1 0 0 0 0,-1-3 0 0 0,2 4-138 0 0,-1-1-1 0 0,1 0 1 0 0,0 1-1 0 0,0-1 1 0 0,0 0-1 0 0,0 1 1 0 0,0-1-1 0 0,0 0 1 0 0,0 1-1 0 0,1-1 1 0 0,-1 0 0 0 0,1 1-1 0 0,-1-1 1 0 0,1 1-1 0 0,0-1 1 0 0,-1 0-1 0 0,1 1 1 0 0,0 0-1 0 0,0-1 1 0 0,0 1-1 0 0,0 0 1 0 0,2-3-1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17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32 102 2272 0 0,'-9'-12'4835'0'0,"6"9"-4230"0"0,1 0-1 0 0,0 0 0 0 0,-1-1 0 0 0,2 1 0 0 0,-1-1 1 0 0,0 0-1 0 0,-1-3 0 0 0,3 5-527 0 0,0 1 1 0 0,0 0-1 0 0,0 0 0 0 0,0-1 1 0 0,0 1-1 0 0,0 0 1 0 0,0 0-1 0 0,1-1 0 0 0,-1 1 1 0 0,0 0-1 0 0,1 0 0 0 0,-1 0 1 0 0,1 0-1 0 0,-1-1 0 0 0,1 1 1 0 0,0 0-1 0 0,-1 0 0 0 0,1 0 1 0 0,0 0-1 0 0,0 0 0 0 0,0 0 1 0 0,0 1-1 0 0,-1-1 0 0 0,1 0 1 0 0,0 0-1 0 0,3-1 0 0 0,2-2 48 0 0,0 1 0 0 0,1 0 0 0 0,0-1 1 0 0,0 2-1 0 0,0-1 0 0 0,0 1 0 0 0,0 0 0 0 0,0 1 0 0 0,0 0 0 0 0,1 0 0 0 0,8 0 0 0 0,-6 1-73 0 0,0 0 1 0 0,0 1-1 0 0,0 0 1 0 0,0 0-1 0 0,-1 1 1 0 0,1 1-1 0 0,16 6 0 0 0,-22-8-34 0 0,0 1-1 0 0,0 0 0 0 0,0 0 0 0 0,-1 0 0 0 0,1 0 0 0 0,-1 1 0 0 0,0-1 0 0 0,1 1 0 0 0,-1 0 0 0 0,0 0 0 0 0,-1 0 0 0 0,1 0 0 0 0,0 1 0 0 0,-1-1 0 0 0,0 1 0 0 0,0-1 0 0 0,0 1 0 0 0,0 0 0 0 0,-1 0 0 0 0,1 0 1 0 0,-1 0-1 0 0,1 6 0 0 0,-1-4 56 0 0,-1 0 0 0 0,0 0 0 0 0,-1 0 0 0 0,0 0 0 0 0,0 0 0 0 0,0 0 0 0 0,0 0 0 0 0,-1 0 0 0 0,0-1 0 0 0,0 1 0 0 0,-1 0 0 0 0,1-1 0 0 0,-1 0 1 0 0,-7 10-1 0 0,-22 24 785 0 0,-1-1 1 0 0,-1-2-1 0 0,-72 58 1 0 0,82-74-655 0 0,10-4 138 0 0,14-15-324 0 0,0-1-1 0 0,0 0 1 0 0,0 0-1 0 0,0 1 1 0 0,0-1 0 0 0,0 0-1 0 0,0 1 1 0 0,0-1 0 0 0,0 0-1 0 0,0 1 1 0 0,0-1-1 0 0,0 0 1 0 0,0 0 0 0 0,0 1-1 0 0,0-1 1 0 0,0 0 0 0 0,1 1-1 0 0,-1-1 1 0 0,0 0-1 0 0,0 0 1 0 0,0 1 0 0 0,0-1-1 0 0,0 0 1 0 0,1 0 0 0 0,-1 1-1 0 0,0-1 1 0 0,0 0-1 0 0,1 0 1 0 0,-1 0 0 0 0,0 1-1 0 0,0-1 1 0 0,1 0 0 0 0,-1 0-1 0 0,4 1 74 0 0,0 0 1 0 0,0 0-1 0 0,0 0 0 0 0,0 0 0 0 0,0-1 1 0 0,6 0-1 0 0,-6 0-148 0 0,108-1 377 0 0,141-18 0 0 0,-226 16-940 0 0,94-13 989 0 0,-62 3-4348 0 0,-4-7-7356 0 0,-42 13 6065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17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77 1460 0 0,'-46'-43'14808'0'0,"45"43"-14625"0"0,1-1 1 0 0,-1 1-1 0 0,0-1 0 0 0,1 0 0 0 0,-1 1 1 0 0,0-1-1 0 0,1 0 0 0 0,-1 1 0 0 0,1-1 1 0 0,-1 0-1 0 0,1 0 0 0 0,-1 0 0 0 0,1 1 0 0 0,0-1 1 0 0,-1 0-1 0 0,1 0 0 0 0,0-1 0 0 0,8-2-26 0 0,1 1-1 0 0,-1 0 0 0 0,1 1 0 0 0,0 0 1 0 0,0 0-1 0 0,13 0 0 0 0,61 0 21 0 0,-58 3-124 0 0,103 8-3612 0 0,-125-8 3145 0 0,-1-1 0 0 0,1 1 1 0 0,-1-1-1 0 0,1 1 0 0 0,-1 0 0 0 0,1 0 0 0 0,-1 0 1 0 0,0 0-1 0 0,0 0 0 0 0,4 3 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18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3 372 0 0,'-3'-1'2421'0'0,"-7"0"-329"0"0,-1 1 1 0 0,1 0-1 0 0,-20 2 0 0 0,26-2-1870 0 0,0 1 0 0 0,-1 0 0 0 0,1 1 0 0 0,0-1 0 0 0,0 1 0 0 0,1 0 0 0 0,-1 0 0 0 0,0 0 0 0 0,1 0 0 0 0,-1 1 0 0 0,1-1-1 0 0,-1 1 1 0 0,-3 5 0 0 0,-6 6 203 0 0,2 0-1 0 0,0 1 0 0 0,1 1 1 0 0,-14 27-1 0 0,19-32-216 0 0,0 0 1 0 0,1 0-1 0 0,0 1 1 0 0,1-1-1 0 0,0 1 0 0 0,1 0 1 0 0,-2 24-1 0 0,4-34-93 0 0,0 0 0 0 0,0 1 0 0 0,0-1-1 0 0,0 0 1 0 0,0 1 0 0 0,1-1-1 0 0,-1 0 1 0 0,1 0 0 0 0,0 1 0 0 0,-1-1-1 0 0,1 0 1 0 0,0 0 0 0 0,0 0 0 0 0,0 0-1 0 0,1 0 1 0 0,-1 0 0 0 0,0 0 0 0 0,1 0-1 0 0,-1-1 1 0 0,1 1 0 0 0,0-1-1 0 0,0 1 1 0 0,-1-1 0 0 0,1 1 0 0 0,0-1-1 0 0,4 2 1 0 0,2 0 103 0 0,1-1 1 0 0,0 0-1 0 0,0 0 0 0 0,0-1 1 0 0,16 1-1 0 0,-24-2-218 0 0,22 2 70 0 0,0 0 0 0 0,0 2-1 0 0,30 8 1 0 0,-45-10-61 0 0,1 1 0 0 0,-1 1 1 0 0,1 0-1 0 0,-1 0 0 0 0,0 0 1 0 0,0 1-1 0 0,-1 0 0 0 0,0 1 0 0 0,0 0 1 0 0,0 0-1 0 0,0 0 0 0 0,6 9 0 0 0,-2-1 93 0 0,-1 0-1 0 0,-1 0 1 0 0,0 1-1 0 0,-1 1 1 0 0,-1-1-1 0 0,10 30 1 0 0,-15-40 92 0 0,0 1 0 0 0,-1 0 0 0 0,0-1 0 0 0,0 1 0 0 0,-1 0 0 0 0,1 0 0 0 0,-1 0-1 0 0,-1 0 1 0 0,1-1 0 0 0,-1 1 0 0 0,0 0 0 0 0,0 0 0 0 0,-1-1 0 0 0,1 1 0 0 0,-1-1 0 0 0,-1 1 0 0 0,1-1 0 0 0,-1 0 0 0 0,0 0 0 0 0,0 0 0 0 0,0 0 0 0 0,-1 0 0 0 0,-5 5 0 0 0,4-6-31 0 0,1 0 0 0 0,-1 0 0 0 0,0-1 0 0 0,0 0 0 0 0,-1 0 1 0 0,1-1-1 0 0,-1 1 0 0 0,1-1 0 0 0,-1 0 0 0 0,-9 1 1 0 0,-8 2 295 0 0,-32 0 1 0 0,43-4-326 0 0,-22 0-195 0 0,1-2 0 0 0,0-1 1 0 0,-52-11-1 0 0,73 11-412 0 0,-42-10-10703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19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52 1644 0 0,'12'-21'9352'0'0,"-12"21"-9317"0"0,-12 9 398 0 0,-18 20 193 0 0,1 1-1 0 0,2 1 0 0 0,1 1 0 0 0,1 2 0 0 0,2 0 1 0 0,-19 39-1 0 0,36-61-517 0 0,1 0 0 0 0,0 0-1 0 0,1 0 1 0 0,0 1 0 0 0,1-1 0 0 0,0 1 0 0 0,1 0 0 0 0,-1 22 0 0 0,3-31 0 0 0,0-1 0 0 0,0 1 0 0 0,0 0-1 0 0,0-1 1 0 0,1 1 0 0 0,0 0 0 0 0,0-1 0 0 0,0 1 0 0 0,0-1 0 0 0,0 1 0 0 0,1-1 0 0 0,0 0-1 0 0,-1 0 1 0 0,1 0 0 0 0,0 1 0 0 0,1-2 0 0 0,-1 1 0 0 0,1 0 0 0 0,-1 0 0 0 0,1-1 0 0 0,0 1-1 0 0,-1-1 1 0 0,1 0 0 0 0,1 0 0 0 0,-1 0 0 0 0,0 0 0 0 0,0-1 0 0 0,1 1 0 0 0,-1-1 0 0 0,1 0-1 0 0,-1 0 1 0 0,1 0 0 0 0,-1-1 0 0 0,1 1 0 0 0,5 0 0 0 0,1-1 58 0 0,0 1 0 0 0,0-1 0 0 0,0-1 0 0 0,0 0 0 0 0,0 0 0 0 0,0-1 0 0 0,0-1 0 0 0,0 1 0 0 0,0-2 0 0 0,16-7 0 0 0,-14 5-80 0 0,1-1 0 0 0,-1-1-1 0 0,0 0 1 0 0,-1-1 0 0 0,0 0 0 0 0,0-1-1 0 0,11-14 1 0 0,-11 11-66 0 0,-1 0 0 0 0,0 0 1 0 0,-1-2-1 0 0,-1 1 0 0 0,0-1 0 0 0,-1 0 0 0 0,0 0 0 0 0,-1-1 0 0 0,-1 0 0 0 0,-1 0 0 0 0,0-1 0 0 0,-1 1 0 0 0,1-31 0 0 0,-4 39-21 0 0,0 0 0 0 0,-1 0 0 0 0,0 0 0 0 0,0 0 0 0 0,-1 0 0 0 0,0 0 0 0 0,-1 0 0 0 0,0 1 0 0 0,0-1 0 0 0,0 1-1 0 0,-1 0 1 0 0,0 0 0 0 0,-1 0 0 0 0,1 0 0 0 0,-1 1 0 0 0,0 0 0 0 0,-9-8 0 0 0,9 10-68 0 0,-1-1-1 0 0,0 1 1 0 0,0 0 0 0 0,0 1 0 0 0,0-1 0 0 0,-1 1-1 0 0,1 0 1 0 0,-1 1 0 0 0,0 0 0 0 0,0 0 0 0 0,0 0 0 0 0,0 1-1 0 0,0 0 1 0 0,0 0 0 0 0,0 1 0 0 0,-1 0 0 0 0,1 0-1 0 0,0 1 1 0 0,-13 2 0 0 0,13-1-214 0 0,0 0 0 0 0,0 0-1 0 0,0 1 1 0 0,1 0 0 0 0,-1 1 0 0 0,1-1 0 0 0,0 1 0 0 0,-1 0-1 0 0,-6 7 1 0 0,10-9-136 0 0,0 1 0 0 0,0 0 0 0 0,0 0-1 0 0,1 0 1 0 0,-1 0 0 0 0,1 0 0 0 0,0 0-1 0 0,0 1 1 0 0,0-1 0 0 0,0 0 0 0 0,1 1 0 0 0,-1 0-1 0 0,1 0 1 0 0,0-1 0 0 0,0 1 0 0 0,0 0-1 0 0,1 0 1 0 0,-1 7 0 0 0,4 1-3290 0 0,3 0-1467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19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46 2148 0 0,'-3'-13'5101'0'0,"3"10"-4567"0"0,0 1 0 0 0,0 0 0 0 0,-1 0 0 0 0,1-1 0 0 0,-1 1 0 0 0,1 0 1 0 0,-1 0-1 0 0,0 0 0 0 0,0 0 0 0 0,0 0 0 0 0,0 0 0 0 0,0 0 0 0 0,-3-3 0 0 0,3 6-489 0 0,-1-1 1 0 0,0 1-1 0 0,0 0 0 0 0,0 0 1 0 0,1 0-1 0 0,-1 0 0 0 0,0 0 1 0 0,1 0-1 0 0,-3 2 0 0 0,3-3-1 0 0,-16 14 243 0 0,1 0 0 0 0,0 2 0 0 0,-27 31 0 0 0,-32 58 251 0 0,54-73-423 0 0,-26 55 0 0 0,42-76-95 0 0,0 0 0 0 0,1 0 0 0 0,1 0 0 0 0,0 0 0 0 0,0 0 0 0 0,1 1 0 0 0,0 0 0 0 0,1-1 1 0 0,1 20-1 0 0,1-24 36 0 0,0 0 0 0 0,1 0 1 0 0,0 0-1 0 0,1 0 0 0 0,0 0 1 0 0,0-1-1 0 0,0 1 0 0 0,1-1 1 0 0,-1 0-1 0 0,2 0 0 0 0,-1 0 1 0 0,1-1-1 0 0,-1 0 1 0 0,1 1-1 0 0,1-1 0 0 0,-1-1 1 0 0,1 1-1 0 0,0-1 0 0 0,0 0 1 0 0,0-1-1 0 0,1 1 0 0 0,-1-1 1 0 0,13 4-1 0 0,-11-4 78 0 0,0 0 1 0 0,0-1-1 0 0,0 0 1 0 0,1 0-1 0 0,-1-1 1 0 0,1 0-1 0 0,-1 0 0 0 0,1-1 1 0 0,-1 0-1 0 0,1-1 1 0 0,-1 0-1 0 0,1 0 1 0 0,-1-1-1 0 0,0 0 0 0 0,1 0 1 0 0,-1-1-1 0 0,0 0 1 0 0,-1-1-1 0 0,15-7 1 0 0,-20 10-113 0 0,1-1 1 0 0,-1 0-1 0 0,0 0 1 0 0,0 1-1 0 0,1-1 1 0 0,-1-1-1 0 0,0 1 1 0 0,-1 0-1 0 0,1 0 1 0 0,0-1-1 0 0,-1 1 1 0 0,1-1-1 0 0,-1 1 1 0 0,0-1-1 0 0,0 0 1 0 0,0 1-1 0 0,0-1 1 0 0,0 0-1 0 0,-1 0 1 0 0,1 0-1 0 0,-1 0 1 0 0,0 0-1 0 0,1 0 1 0 0,-1 1-1 0 0,-1-1 1 0 0,1 0-1 0 0,0 0 1 0 0,-1 0-1 0 0,0 0 1 0 0,1 0-1 0 0,-1 1 1 0 0,0-1-1 0 0,0 0 1 0 0,-1 1-1 0 0,1-1 1 0 0,-1 0-1 0 0,1 1 1 0 0,-1 0-1 0 0,0-1 1 0 0,0 1-1 0 0,0 0 1 0 0,0 0 0 0 0,0 0-1 0 0,0 0 1 0 0,-5-3-1 0 0,-2 0-37 0 0,0 0-1 0 0,0 0 1 0 0,0 1-1 0 0,-1 0 1 0 0,0 0-1 0 0,0 1 1 0 0,0 0-1 0 0,0 1 1 0 0,0 0-1 0 0,-14 0 1 0 0,11 1-691 0 0,1 1 0 0 0,-1 0-1 0 0,0 1 1 0 0,1 0 0 0 0,-1 1 0 0 0,1 0 0 0 0,0 1-1 0 0,-14 6 1 0 0,3 3-4240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20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0 130 1700 0 0,'1'-2'1642'0'0,"3"-8"-5"0"0,42-101 11309 0 0,-46 110-12722 0 0,1-5 100 0 0,1 10-69 0 0,0 16 29 0 0,-16 64 127 0 0,9-64-354 0 0,1-1-1 0 0,1 1 1 0 0,0-1-1 0 0,2 1 1 0 0,0 0-1 0 0,3 26 0 0 0,-1-44-32 0 0,-1 1 0 0 0,0-1 0 0 0,1 0 0 0 0,0 0 0 0 0,-1 0 0 0 0,1 0 0 0 0,0 0 0 0 0,0 0 0 0 0,0 0 0 0 0,0-1 0 0 0,1 1 0 0 0,-1 0 0 0 0,0 0 0 0 0,1-1 0 0 0,-1 1 0 0 0,1-1 0 0 0,-1 1 0 0 0,1-1 0 0 0,0 0-1 0 0,0 0 1 0 0,-1 0 0 0 0,1 0 0 0 0,0 0 0 0 0,0 0 0 0 0,3 1 0 0 0,-1-1 7 0 0,0-1 0 0 0,0 1 1 0 0,1-1-1 0 0,-1 1 0 0 0,0-1 0 0 0,0-1 0 0 0,0 1 0 0 0,0-1 0 0 0,1 1 1 0 0,-1-1-1 0 0,0 0 0 0 0,4-2 0 0 0,5-4 148 0 0,1 0 0 0 0,-1-1 0 0 0,0 0 0 0 0,-1-1 1 0 0,0-1-1 0 0,0 0 0 0 0,-1 0 0 0 0,12-15 0 0 0,10-10 1235 0 0,-32 34-1385 0 0,3-1-17 0 0,1 1 6 0 0,-4 10 6 0 0,-25 85-114 0 0,-9 47 388 0 0,29-115-738 0 0,0-1 0 0 0,2 1 0 0 0,2 43 0 0 0,2-56-467 0 0,0 1 1 0 0,1-1 0 0 0,0 1-1 0 0,8 19 1 0 0,-7-22-1166 0 0,1-1 1 0 0,0 0-1 0 0,7 11 1 0 0,2-3-5110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21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98 8 0 0,'-8'-8'8155'0'0,"-15"-25"2142"0"0,23 25-8607 0 0,0 7-1649 0 0,0 0 0 0 0,0 1 1 0 0,0-1-1 0 0,-1 0 0 0 0,1 1 0 0 0,0-1 1 0 0,0 0-1 0 0,0 1 0 0 0,0-1 0 0 0,0 0 1 0 0,0 1-1 0 0,0-1 0 0 0,0 0 0 0 0,1 1 0 0 0,-1-1 1 0 0,0 1-1 0 0,0-1 0 0 0,0 0 0 0 0,1 1 1 0 0,-1-2-1 0 0,5-2 5 0 0,1 1 0 0 0,-1-1 0 0 0,0 1 0 0 0,1 0 0 0 0,-1 0 0 0 0,1 1 0 0 0,0 0 0 0 0,0 0 0 0 0,0 0-1 0 0,0 1 1 0 0,0-1 0 0 0,1 2 0 0 0,7-2 0 0 0,2 2-42 0 0,1-1 0 0 0,-1 2-1 0 0,0 0 1 0 0,17 4 0 0 0,-22-3-11 0 0,0 0 0 0 0,0 1 0 0 0,-1 0 0 0 0,1 1 0 0 0,-1 0 0 0 0,0 1 0 0 0,13 8 0 0 0,-21-11 8 0 0,1-1 0 0 0,-1 1 0 0 0,1 0 0 0 0,-1 0 0 0 0,0 0 0 0 0,0 0-1 0 0,0 1 1 0 0,0-1 0 0 0,0 0 0 0 0,-1 1 0 0 0,1 0 0 0 0,-1-1 0 0 0,0 1 0 0 0,1 0 0 0 0,-1-1 0 0 0,-1 1 0 0 0,1 0-1 0 0,0 0 1 0 0,-1 0 0 0 0,1 0 0 0 0,-1 0 0 0 0,0 0 0 0 0,0 0 0 0 0,0 0 0 0 0,0 0 0 0 0,0 0 0 0 0,-1 0 0 0 0,1 0 0 0 0,-1 0-1 0 0,0 0 1 0 0,-2 4 0 0 0,-6 12 16 0 0,0 0-1 0 0,-1-1 1 0 0,-1 0-1 0 0,-1-1 1 0 0,0 0-1 0 0,-23 22 1 0 0,-96 83 695 0 0,57-56 1013 0 0,72-64-1539 0 0,1-1-102 0 0,-7 7 390 0 0,8-8-464 0 0,0 1 0 0 0,0-1 1 0 0,0 0-1 0 0,0 0 0 0 0,0 1 1 0 0,0-1-1 0 0,0 0 0 0 0,0 0 0 0 0,0 1 1 0 0,0-1-1 0 0,0 0 0 0 0,0 0 1 0 0,0 1-1 0 0,0-1 0 0 0,0 0 0 0 0,0 0 1 0 0,0 0-1 0 0,0 1 0 0 0,0-1 1 0 0,0 0-1 0 0,1 0 0 0 0,-1 1 0 0 0,0-1 1 0 0,0 0-1 0 0,0 0 0 0 0,0 0 1 0 0,0 1-1 0 0,1-1 0 0 0,-1 0 1 0 0,0 0-1 0 0,0 0 0 0 0,0 0 0 0 0,1 0 1 0 0,-1 1-1 0 0,0-1 0 0 0,0 0 1 0 0,0 0-1 0 0,1 0 0 0 0,-1 0 0 0 0,0 0 1 0 0,0 0-1 0 0,1 0 0 0 0,-1 0 1 0 0,0 0-1 0 0,0 0 0 0 0,1 0 0 0 0,-1 0 1 0 0,15 3-208 0 0,-1-1 0 0 0,1-1 0 0 0,0 0 0 0 0,-1-1 0 0 0,1-1 0 0 0,17-3-1 0 0,90-21-8302 0 0,-79 10 1447 0 0,-21 5 948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21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4 140 2076 0 0,'-2'-15'5888'0'0,"1"11"-4952"0"0,1-1 0 0 0,0 1-1 0 0,0 0 1 0 0,0-1 0 0 0,0 1-1 0 0,1 0 1 0 0,-1 0 0 0 0,3-8 0 0 0,-1 9-506 0 0,-1-1-1 0 0,1 1 1 0 0,-1-1 0 0 0,1 1 0 0 0,0 0 0 0 0,1 0 0 0 0,-1 0 0 0 0,5-5 0 0 0,-1 3-282 0 0,-1 1 0 0 0,1 0 0 0 0,0 0 0 0 0,0 0 0 0 0,0 1 1 0 0,1 0-1 0 0,-1 0 0 0 0,1 1 0 0 0,0 0 0 0 0,13-3 0 0 0,-10 3-125 0 0,-1 1 1 0 0,1-1-1 0 0,-1 2 1 0 0,1-1-1 0 0,-1 2 1 0 0,1-1-1 0 0,0 1 1 0 0,-1 0-1 0 0,0 1 1 0 0,1 0-1 0 0,-1 1 1 0 0,0 0-1 0 0,0 0 0 0 0,0 1 1 0 0,15 9-1 0 0,-20-11-18 0 0,-1 0 1 0 0,1 0-1 0 0,0 1 0 0 0,-1 0 0 0 0,1 0 0 0 0,-1 0 0 0 0,0 0 0 0 0,0 0 0 0 0,0 1 0 0 0,-1-1 1 0 0,1 1-1 0 0,-1 0 0 0 0,0-1 0 0 0,0 1 0 0 0,0 0 0 0 0,0 1 0 0 0,1 5 0 0 0,-2-4 9 0 0,-1-1-1 0 0,0 1 0 0 0,0-1 0 0 0,0 1 1 0 0,0 0-1 0 0,-1-1 0 0 0,0 0 1 0 0,0 1-1 0 0,-1-1 0 0 0,1 0 1 0 0,-1 1-1 0 0,-3 5 0 0 0,-6 10 48 0 0,-2-1 0 0 0,0-1 1 0 0,-1 0-1 0 0,0 0 0 0 0,-21 18 0 0 0,-80 72 1459 0 0,62-62-671 0 0,52-45-740 0 0,0 0 193 0 0,0-2-275 0 0,1 0-1 0 0,0 1 1 0 0,0-1-1 0 0,0 0 1 0 0,0 0-1 0 0,0 1 1 0 0,-1-1 0 0 0,1 0-1 0 0,0 0 1 0 0,0 1-1 0 0,0-1 1 0 0,0 0-1 0 0,0 0 1 0 0,0 1-1 0 0,0-1 1 0 0,0 0-1 0 0,0 1 1 0 0,0-1-1 0 0,0 0 1 0 0,0 0 0 0 0,0 1-1 0 0,0-1 1 0 0,0 0-1 0 0,0 0 1 0 0,0 1-1 0 0,0-1 1 0 0,1 0-1 0 0,-1 0 1 0 0,0 1-1 0 0,0-1 1 0 0,0 0 0 0 0,0 0-1 0 0,1 1 1 0 0,-1-1-1 0 0,0 0 1 0 0,0 0-1 0 0,0 0 1 0 0,1 0-1 0 0,-1 1 1 0 0,0-1-1 0 0,0 0 1 0 0,0 0-1 0 0,1 0 1 0 0,-1 0 0 0 0,0 0-1 0 0,1 0 1 0 0,-1 0-1 0 0,0 0 1 0 0,0 1-1 0 0,1-1 1 0 0,-1 0-1 0 0,0 0 1 0 0,0 0-1 0 0,1 0 1 0 0,-1 0 0 0 0,0-1-1 0 0,1 1 1 0 0,-1 0-1 0 0,0 0 1 0 0,0 0-1 0 0,1 0 1 0 0,-1 0-1 0 0,0 0 1 0 0,48 1-111 0 0,-1-1 0 0 0,0-2 0 0 0,0-3 0 0 0,70-15 0 0 0,-97 16-1077 0 0,53-14-3450 0 0,-26-1-5647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27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11 1728 0 0,'-29'-9'17331'0'0,"48"7"-15555"0"0,371 11 54 0 0,-263-4-998 0 0,-125-5-774 0 0,14 0 107 0 0,-13 0-67 0 0,-1 0-73 0 0,1 0 0 0 0,0-1-1 0 0,-1 1 1 0 0,1 1 0 0 0,0-1 0 0 0,0 0-1 0 0,-1 1 1 0 0,1-1 0 0 0,-1 1 0 0 0,1 0 0 0 0,0 0-1 0 0,-1 0 1 0 0,0 0 0 0 0,1 0 0 0 0,-1 1-1 0 0,0-1 1 0 0,1 1 0 0 0,-1 0 0 0 0,0-1-1 0 0,0 1 1 0 0,0 0 0 0 0,-1 0 0 0 0,1 0-1 0 0,0 0 1 0 0,-1 1 0 0 0,1-1 0 0 0,-1 0-1 0 0,0 1 1 0 0,2 4 0 0 0,4 12 247 0 0,0 0 0 0 0,-2 1 0 0 0,0 0-1 0 0,2 21 1 0 0,6 87 166 0 0,-11-107-287 0 0,10 691 1400 0 0,-13-228-1212 0 0,2-247-181 0 0,10 149-269 0 0,-5-209-61 0 0,-2-65 250 0 0,6 294 275 0 0,-5 64-640 0 0,-2-255 178 0 0,-3-213 81 0 0,2 10-19 0 0,-2-4 52 0 0,0-6 133 0 0,-1 2 589 0 0,1 1 1 0 0,-1-1 0 0 0,1 0 0 0 0,0 1-1 0 0,1 6 1 0 0,0 3-943 0 0,-1-12 205 0 0,0 29 66 0 0,-8 30 137 0 0,7-49-193 0 0,0-1 0 0 0,-1 1 0 0 0,2 0 0 0 0,-1 2 0 0 0,0-1 0 0 0,0 1 0 0 0,-1 1 0 0 0,2-1 0 0 0,-2 2 0 0 0,1-1 0 0 0,-5 37 0 0 0,-5 91 0 0 0,10-130 0 0 0,0 0 0 0 0,1-3 0 0 0,-2 0 0 0 0,2 2 0 0 0,0-1 0 0 0,0 0 0 0 0,-1 1 0 0 0,0 0 0 0 0,0-2 0 0 0,1-1 0 0 0,0 3 0 0 0,-2 0 0 0 0,1 0 0 0 0,0 0 0 0 0,1-1 0 0 0,0-2 0 0 0,0 2 0 0 0,-1 0 0 0 0,1-1 0 0 0,0 0 0 0 0,0 0 0 0 0,0-1 0 0 0,0 1 0 0 0,0 1 0 0 0,-3-4 0 0 0,-9-8 0 0 0,-3-3 0 0 0,-14-1 0 0 0,0 1 0 0 0,0 1 0 0 0,-40 1 0 0 0,25 1 0 0 0,-406 7-4084 0 0,435-5 1807 0 0,-1 1 1 0 0,0 0 0 0 0,-15 6 0 0 0,-21 8-10155 0 0,39-12 7688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49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125 351 1128 0 0,'-3'0'1473'0'0,"-42"-1"4459"0"0,42 1-5252 0 0,0 0-116 0 0,-7 0 975 0 0,-19 0 2428 0 0,27 0-3718 0 0,1 0 0 0 0,0 0 0 0 0,-1-1 0 0 0,1 1 0 0 0,0 0 0 0 0,-1 0 0 0 0,1-1 0 0 0,0 1 0 0 0,0-1 0 0 0,-1 1 0 0 0,1-1 0 0 0,0 1 0 0 0,0-1 0 0 0,-3-3 1499 0 0,2 1-1622 0 0,-6-10 397 0 0,8 12-523 0 0,1 1 0 0 0,-1 0 0 0 0,0-1 0 0 0,0 1 0 0 0,0-1 0 0 0,0 1 0 0 0,0 0-1 0 0,0-1 1 0 0,1 1 0 0 0,-1 0 0 0 0,0-1 0 0 0,0 1 0 0 0,1 0 0 0 0,-1-1 0 0 0,0 1 0 0 0,0 0 0 0 0,1-1 0 0 0,-1 1 0 0 0,0 0 0 0 0,1 0-1 0 0,-1 0 1 0 0,0-1 0 0 0,1 1 0 0 0,-1 0 0 0 0,1 0 0 0 0,-1 0 0 0 0,0 0 0 0 0,1 0 0 0 0,-1-1 0 0 0,1 1 0 0 0,-1 0 0 0 0,0 0-1 0 0,1 0 1 0 0,-1 0 0 0 0,1 0 0 0 0,-1 0 0 0 0,0 1 0 0 0,1-1 0 0 0,-1 0 0 0 0,1 0 0 0 0,-1 0 0 0 0,0 0 0 0 0,1 1 0 0 0,798 0-14 0 0,-568-6 13 0 0,250 0-2 0 0,365-10-2 0 0,-110-49 23 0 0,-630 52-22 0 0,408-32 17 0 0,-462 37 36 0 0,-49 6-35 0 0,-1 1 13 0 0,3 0-18 0 0,-3 0-2 0 0,1 0-1 0 0,-1-1 1 0 0,0 1-1 0 0,1 0 1 0 0,-1-1-1 0 0,0 0 1 0 0,1 1-1 0 0,-1-1 1 0 0,0 0-1 0 0,4-2 1 0 0,-5 1-8 0 0,1 1 1 0 0,-1-1-1 0 0,1 0 0 0 0,-1 0 0 0 0,0 0 1 0 0,1 0-1 0 0,-1 0 0 0 0,0 0 1 0 0,-1 0-1 0 0,1 0 0 0 0,0 0 0 0 0,-1-1 1 0 0,1 1-1 0 0,-1 0 0 0 0,1-5 1 0 0,-1 3-8 0 0,-1 0-1 0 0,0 0 1 0 0,0 0 0 0 0,0 0 0 0 0,0 0 0 0 0,0 0 0 0 0,-1 0 0 0 0,0 1 0 0 0,0-1-1 0 0,0 0 1 0 0,-4-4 0 0 0,-23-24-58 0 0,9 11 42 0 0,18 19 10 0 0,1 1 0 0 0,-1-1 0 0 0,0 0 1 0 0,1 1-1 0 0,-1 0 0 0 0,0-1 0 0 0,0 1 0 0 0,0 0 1 0 0,-4-2-1 0 0,4 7-93 0 0,6 9 81 0 0,2-1 24 0 0,0 1 0 0 0,-2 0 1 0 0,1 0-1 0 0,-2 0 0 0 0,0 1 0 0 0,2 21 0 0 0,-4-26 7 0 0,-1-1-1 0 0,-1 1 1 0 0,0 0-1 0 0,0 0 1 0 0,0 0-1 0 0,-1 0 0 0 0,-1-1 1 0 0,0 1-1 0 0,0-1 1 0 0,0 0-1 0 0,-6 9 1 0 0,-2 1-68 0 0,-1 0 0 0 0,-1-1 0 0 0,0-1 0 0 0,-1 0 0 0 0,-1-1 0 0 0,0-1 0 0 0,-1 0 0 0 0,-18 12 0 0 0,-17 8-2757 0 0,-80 40 0 0 0,40-35-3875 0 0,49-23 1092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51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117 339 640 0 0,'4'-11'8873'0'0,"-4"6"-8428"0"0,0 1 573 0 0,0 1 1 0 0,0-1 0 0 0,0 1-1 0 0,0-1 1 0 0,-1 1 0 0 0,0-1-1 0 0,-1-4 1975 0 0,1 8-3024 0 0,0 0 29 0 0,0 0 0 0 0,0 0 0 0 0,0 0 0 0 0,0 1 0 0 0,0-1 0 0 0,0 0-1 0 0,0 1 1 0 0,0-1 0 0 0,0 1 0 0 0,1-1 0 0 0,-1 1 0 0 0,-1 0 0 0 0,-9 45 98 0 0,-10 75-1 0 0,11-53 48 0 0,0 2-4 0 0,-17 80 28 0 0,12-90 2029 0 0,12-63-1985 0 0,3 3-206 0 0,-1 0 1 0 0,1 0-1 0 0,0 0 1 0 0,-1 0-1 0 0,1 0 1 0 0,0 0-1 0 0,0 0 1 0 0,-1 0 0 0 0,1-1-1 0 0,0 1 1 0 0,0 0-1 0 0,-1 0 1 0 0,1 0-1 0 0,0 0 1 0 0,0-1-1 0 0,0 1 1 0 0,-1 0-1 0 0,1 0 1 0 0,0-1 0 0 0,0 1-1 0 0,0 0 1 0 0,0 0-1 0 0,0-1 1 0 0,0 1-1 0 0,-1 0 1 0 0,1 0-1 0 0,0-1 1 0 0,0 1-1 0 0,0 0 1 0 0,0-1-1 0 0,2-69 70 0 0,14-86-1 0 0,23-69-220 0 0,-38 221 143 0 0,5-26-56 0 0,2 1 0 0 0,1 0 0 0 0,25-54 0 0 0,-26 67 39 0 0,0 0 0 0 0,1 1 1 0 0,1 0-1 0 0,0 1 1 0 0,1 0-1 0 0,0 1 1 0 0,1 0-1 0 0,16-13 1 0 0,-23 22 10 0 0,1 1 0 0 0,-1-1 0 0 0,1 1 0 0 0,-1 0 0 0 0,1 0 0 0 0,0 1 0 0 0,0-1 0 0 0,0 2 0 0 0,0-1 0 0 0,1 0 0 0 0,-1 1 0 0 0,0 0 0 0 0,1 1 0 0 0,-1 0 0 0 0,7 0 0 0 0,-9 0 2 0 0,-1 1 1 0 0,1-1 0 0 0,-1 1 0 0 0,0 0-1 0 0,1 1 1 0 0,-1-1 0 0 0,0 0 0 0 0,1 1-1 0 0,-1 0 1 0 0,0-1 0 0 0,0 1 0 0 0,-1 1-1 0 0,1-1 1 0 0,0 0 0 0 0,-1 1 0 0 0,1-1-1 0 0,-1 1 1 0 0,0 0 0 0 0,0 0 0 0 0,0 0-1 0 0,0 0 1 0 0,0 0 0 0 0,-1 0 0 0 0,1 0-1 0 0,-1 1 1 0 0,0-1 0 0 0,0 0 0 0 0,1 5-1 0 0,-1 1 0 0 0,0 0 1 0 0,0 1-1 0 0,-1-1 0 0 0,-1 0 0 0 0,1 0 0 0 0,-1 0 0 0 0,-1 0 0 0 0,0 0 0 0 0,0 0 0 0 0,-1 0 1 0 0,0 0-1 0 0,0-1 0 0 0,-1 1 0 0 0,0-1 0 0 0,-1 0 0 0 0,-7 10 0 0 0,-8 10-13 0 0,-1-1 1 0 0,-48 48-1 0 0,51-58 10 0 0,0-1 0 0 0,-2-1 0 0 0,0 0 0 0 0,0-2 0 0 0,-30 16 0 0 0,-18-7-54 0 0,66-22 21 0 0,1 2-24 0 0,1-2 66 0 0,0 0 0 0 0,-1 1 0 0 0,1-1 0 0 0,0 1 0 0 0,0-1 0 0 0,-1 1-1 0 0,1-1 1 0 0,0 1 0 0 0,0-1 0 0 0,0 1 0 0 0,0-1 0 0 0,0 1 0 0 0,0-1 0 0 0,0 1-1 0 0,0-1 1 0 0,0 1 0 0 0,0-1 0 0 0,0 1 0 0 0,0-1 0 0 0,0 1 0 0 0,0-1 0 0 0,0 1-1 0 0,0-1 1 0 0,1 1 0 0 0,-1-1 0 0 0,0 0 0 0 0,0 1 0 0 0,1-1 0 0 0,-1 1-1 0 0,0-1 1 0 0,1 1 0 0 0,-1-1 0 0 0,0 0 0 0 0,1 1 0 0 0,14 12-19 0 0,-12-11 25 0 0,99 86-23 0 0,37 32 78 0 0,-131-113-147 0 0,62 56-2453 0 0,-19-24-2336 0 0,-46-36 3686 0 0,0-1-1 0 0,1 1 1 0 0,-1-1 0 0 0,1 0-1 0 0,5 2 1 0 0,1-2-3842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52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278 143 1204 0 0,'-7'-24'7521'0'0,"6"20"-7085"0"0,0 1 1 0 0,1-1 0 0 0,0 1-1 0 0,0-1 1 0 0,0 1 0 0 0,0-1-1 0 0,0 1 1 0 0,1 0 0 0 0,-1-1-1 0 0,1 1 1 0 0,0-1 0 0 0,2-5-1 0 0,-1 5-267 0 0,1 0 0 0 0,-1 1 0 0 0,0-1 0 0 0,1 1 0 0 0,0-1 0 0 0,0 1 0 0 0,0 0 0 0 0,0 0 0 0 0,1 0 0 0 0,-1 0 0 0 0,1 1 0 0 0,-1-1 0 0 0,1 1 0 0 0,0 0 0 0 0,0 0 0 0 0,7-2 0 0 0,-2 1 8 0 0,1 0 1 0 0,0 0-1 0 0,0 1 0 0 0,13-2 1 0 0,-19 4-148 0 0,1 0 0 0 0,-1 0 0 0 0,0 0 1 0 0,1 1-1 0 0,-1-1 0 0 0,0 1 0 0 0,0 0 0 0 0,1 0 0 0 0,-1 1 1 0 0,0-1-1 0 0,0 1 0 0 0,5 3 0 0 0,-8-4-16 0 0,1 0 0 0 0,-1 0-1 0 0,1 0 1 0 0,-1 0 0 0 0,0 0 0 0 0,1 1-1 0 0,-1-1 1 0 0,0 0 0 0 0,0 1 0 0 0,0-1-1 0 0,0 1 1 0 0,0-1 0 0 0,0 1 0 0 0,0-1-1 0 0,-1 1 1 0 0,1 0 0 0 0,-1-1 0 0 0,1 1-1 0 0,0 3 1 0 0,-1-2 4 0 0,0 0 1 0 0,0 1-1 0 0,0-1 0 0 0,-1 0 0 0 0,1 1 0 0 0,-1-1 0 0 0,0 0 1 0 0,0 0-1 0 0,-2 6 0 0 0,-3 3 28 0 0,-1 1 1 0 0,-1-1-1 0 0,-15 19 1 0 0,20-27-39 0 0,-19 21 22 0 0,0-1-1 0 0,-31 25 1 0 0,-2 1 379 0 0,44-36 180 0 0,27-14-365 0 0,-10 0-265 0 0,6-2 48 0 0,0 2 1 0 0,0 0-1 0 0,0 0 1 0 0,0 1-1 0 0,0 1 1 0 0,0 0-1 0 0,0 0 1 0 0,-1 1-1 0 0,1 1 0 0 0,-1 0 1 0 0,0 0-1 0 0,0 1 1 0 0,0 1-1 0 0,-1 0 1 0 0,18 13-1 0 0,-25-17 57 0 0,1 1 0 0 0,-1 0 0 0 0,1 0 0 0 0,-1 0 0 0 0,0 0-1 0 0,0 0 1 0 0,0 1 0 0 0,-1-1 0 0 0,1 1 0 0 0,-1 0 0 0 0,0 0 0 0 0,0 0-1 0 0,0 0 1 0 0,-1 0 0 0 0,1 0 0 0 0,-1 0 0 0 0,0 1 0 0 0,1 6 0 0 0,-3-6 47 0 0,0 1 1 0 0,0-1-1 0 0,0 0 1 0 0,0 1-1 0 0,-1-1 1 0 0,0 0-1 0 0,0 0 1 0 0,0 0 0 0 0,-1 0-1 0 0,1-1 1 0 0,-1 1-1 0 0,-1-1 1 0 0,1 1-1 0 0,0-1 1 0 0,-1 0-1 0 0,0 0 1 0 0,0-1 0 0 0,0 1-1 0 0,0-1 1 0 0,-1 0-1 0 0,-4 3 1 0 0,-6 3 63 0 0,0-1 0 0 0,0-1 0 0 0,-1 0 0 0 0,0-1 0 0 0,-24 6 0 0 0,5-5-119 0 0,-1-1 1 0 0,1-3-1 0 0,-1 0 0 0 0,0-2 1 0 0,0-2-1 0 0,1-1 0 0 0,-45-9 1 0 0,79 11-129 0 0,0 0 0 0 0,0 0 1 0 0,0 0-1 0 0,0-1 1 0 0,0 1-1 0 0,0 0 0 0 0,0 0 1 0 0,0-1-1 0 0,0 1 0 0 0,0 0 1 0 0,1-1-1 0 0,-1 1 1 0 0,0-1-1 0 0,0 1 0 0 0,0-1 1 0 0,0 0-1 0 0,1 1 0 0 0,-1-1 1 0 0,0 0-1 0 0,1 0 1 0 0,-2 0-1 0 0,2 0-11 0 0,0 0 1 0 0,0 1-1 0 0,0-1 0 0 0,0 0 0 0 0,1 1 1 0 0,-1-1-1 0 0,0 0 0 0 0,0 1 1 0 0,0-1-1 0 0,1 0 0 0 0,-1 1 0 0 0,0-1 1 0 0,0 0-1 0 0,1 1 0 0 0,-1-1 1 0 0,1 1-1 0 0,-1-1 0 0 0,0 1 0 0 0,1-1 1 0 0,-1 1-1 0 0,1-1 0 0 0,0 0 1 0 0,5-3-615 0 0,-1 0 1 0 0,1 0 0 0 0,0 0 0 0 0,8-3-1 0 0,93-34-6280 0 0,-59 24 2482 0 0,-10 4-431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90 220 1772 0 0,'-87'-51'16051'0'0,"86"50"-15679"0"0,0 0-111 0 0,1 1-245 0 0,0 0 0 0 0,0 0 0 0 0,1 0 0 0 0,-1 0 0 0 0,0 0 0 0 0,0 0 0 0 0,0 0 0 0 0,1 0 0 0 0,-1 0 0 0 0,0-1 0 0 0,0 1 0 0 0,0 0 0 0 0,1 0 0 0 0,-1 0 0 0 0,0 0 0 0 0,0 0 0 0 0,0 0 0 0 0,1 0 0 0 0,-1-1 1 0 0,0 1-1 0 0,0 0 0 0 0,0 0 0 0 0,0 0 0 0 0,0 0 0 0 0,1-1 0 0 0,-1 1 0 0 0,0 0 0 0 0,0 0 0 0 0,0 0 0 0 0,0-1 0 0 0,0 1 0 0 0,0 0 0 0 0,0 0 0 0 0,0 0 0 0 0,0-1 0 0 0,0 1 0 0 0,0 0 0 0 0,0 0 0 0 0,0-1 0 0 0,0 1 0 0 0,0 0 0 0 0,0 0 0 0 0,0 0 0 0 0,0-1 0 0 0,0 1 0 0 0,0 0 0 0 0,0 0 0 0 0,0 0 0 0 0,0-1 0 0 0,0 1 0 0 0,0 0 0 0 0,-1 0 0 0 0,1 0 0 0 0,0-1 0 0 0,0 1 0 0 0,0 0 0 0 0,0 0 0 0 0,0 0 0 0 0,-1 0 0 0 0,1 0 0 0 0,0-1 0 0 0,0 1 0 0 0,-1 0 0 0 0,244-24 373 0 0,-194 20-359 0 0,-46 4-85 0 0,1 0 0 0 0,-1 0-1 0 0,0 0 1 0 0,1-1-1 0 0,-1 0 1 0 0,0 1-1 0 0,1-1 1 0 0,-1 0 0 0 0,0-1-1 0 0,0 1 1 0 0,0-1-1 0 0,0 1 1 0 0,0-1-1 0 0,0 0 1 0 0,0 0-1 0 0,3-3 1 0 0,-5 3 21 0 0,1-1-1 0 0,-1 1 1 0 0,0-1-1 0 0,0 0 1 0 0,0 1-1 0 0,0-1 1 0 0,0 0-1 0 0,-1 0 1 0 0,1 0-1 0 0,-1 1 1 0 0,0-1 0 0 0,0 0-1 0 0,0 0 1 0 0,0 0-1 0 0,0 0 1 0 0,-1 1-1 0 0,1-1 1 0 0,-1 0-1 0 0,-2-4 1 0 0,-8-34 603 0 0,11 40-545 0 0,-2-5-3 0 0,4 5 7 0 0,0 8 6 0 0,1 3 33 0 0,-1 0 0 0 0,0 1-1 0 0,-1-1 1 0 0,0 0 0 0 0,0 0 0 0 0,-1 1 0 0 0,-1-1 0 0 0,0 0-1 0 0,-2 11 1 0 0,-3-1 7 0 0,-1 0 0 0 0,-1 0 0 0 0,-1-1 0 0 0,-11 19 0 0 0,-8 16-1916 0 0,23-41-237 0 0,-1 0 0 0 0,-3 18 0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53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93 335 1864 0 0,'8'-19'7507'0'0,"1"-3"1773"0"0,-9 25-8723 0 0,-2 32 734 0 0,-2-1 1 0 0,-12 50 0 0 0,6-31-875 0 0,-39 157 409 0 0,49-211-821 0 0,0 1-1 0 0,0 0 0 0 0,0-1 1 0 0,0 1-1 0 0,0 0 0 0 0,0 0 1 0 0,0-1-1 0 0,-1 1 1 0 0,1 0-1 0 0,0 0 0 0 0,0-1 1 0 0,0 1-1 0 0,-1 0 0 0 0,1 0 1 0 0,0-1-1 0 0,0 1 0 0 0,0 0 1 0 0,-1 0-1 0 0,1 0 1 0 0,0 0-1 0 0,-1-1 0 0 0,1 1 1 0 0,0 0-1 0 0,0 0 0 0 0,-1 0 1 0 0,1 0-1 0 0,0 0 1 0 0,-1 0-1 0 0,1 0 0 0 0,0 0 1 0 0,-1 0-1 0 0,1 0 0 0 0,0 0 1 0 0,0 0-1 0 0,-1 0 0 0 0,1 0 1 0 0,0 0-1 0 0,-1 0 1 0 0,1 0-1 0 0,0 0 0 0 0,-1 0 1 0 0,1 0-1 0 0,0 0 0 0 0,0 1 1 0 0,-1-1-1 0 0,1 0 0 0 0,0 0 1 0 0,0 0-1 0 0,-1 1 1 0 0,1-1-1 0 0,0 0 0 0 0,0 0 1 0 0,0 0-1 0 0,-1 1 0 0 0,1-1 1 0 0,0 0-1 0 0,0 1 1 0 0,0-1-1 0 0,0 0 0 0 0,0 0 1 0 0,0 1-1 0 0,-1-1 0 0 0,1 0 1 0 0,0 1-1 0 0,0-1 0 0 0,0 0 1 0 0,0 1-1 0 0,-9-24-11 0 0,5-9-81 0 0,2 0 0 0 0,2-1-1 0 0,1 1 1 0 0,6-40 0 0 0,34-125-145 0 0,-33 169 179 0 0,1 0 0 0 0,25-52-1 0 0,-26 65 42 0 0,1 0 0 0 0,0 0 0 0 0,1 1 0 0 0,1 0 0 0 0,0 1 0 0 0,18-16 0 0 0,-24 24 8 0 0,0 1 0 0 0,0 0 0 0 0,1 0 1 0 0,-1 1-1 0 0,1 0 0 0 0,0 0 0 0 0,0 0 1 0 0,0 0-1 0 0,1 1 0 0 0,-1 0 0 0 0,0 1 1 0 0,1-1-1 0 0,-1 1 0 0 0,1 0 0 0 0,0 1 1 0 0,11 0-1 0 0,-12 1 0 0 0,-1 0 0 0 0,0 0-1 0 0,1 0 1 0 0,-1 1 0 0 0,0 0 0 0 0,0 0 0 0 0,0 0-1 0 0,0 1 1 0 0,-1-1 0 0 0,1 1 0 0 0,-1 0 0 0 0,1 1 0 0 0,-1-1-1 0 0,0 1 1 0 0,0 0 0 0 0,-1 0 0 0 0,1 0 0 0 0,-1 0-1 0 0,0 1 1 0 0,0-1 0 0 0,3 7 0 0 0,-4-7 0 0 0,1 1 0 0 0,-2 0 0 0 0,1-1 0 0 0,0 1 0 0 0,-1 0-1 0 0,0 0 1 0 0,0 0 0 0 0,0 0 0 0 0,-1 0 0 0 0,1 0 0 0 0,-1 0 0 0 0,-1 0 0 0 0,1 0 0 0 0,-1 0 0 0 0,-1 5 0 0 0,0-1 0 0 0,-1-1-1 0 0,0 0 1 0 0,0 0-1 0 0,-1-1 1 0 0,0 1-1 0 0,-1-1 1 0 0,1 0 0 0 0,-8 8-1 0 0,-6 5 4 0 0,-1-2-1 0 0,0 0 1 0 0,-2-1 0 0 0,-39 25-1 0 0,36-27 11 0 0,0-2-1 0 0,-1-1 1 0 0,-1-1-1 0 0,0-1 1 0 0,-29 7-1 0 0,53-16-20 0 0,2-1 11 0 0,-1 0-1 0 0,1 0 0 0 0,-1 0 0 0 0,1 0 0 0 0,-1 0 0 0 0,1 0 0 0 0,-1 0 0 0 0,1 0 0 0 0,-1 0 0 0 0,1 0 0 0 0,-1 0 0 0 0,1 0 0 0 0,0 1 0 0 0,-1-1 0 0 0,1 0 0 0 0,-1 0 0 0 0,1 1 0 0 0,-1-1 0 0 0,1 0 0 0 0,0 0 1 0 0,-1 1-1 0 0,1-1 0 0 0,0 1 0 0 0,-1-1 0 0 0,1 0 0 0 0,0 1 0 0 0,-1-1 0 0 0,1 1 0 0 0,0-1 0 0 0,0 1 0 0 0,-1 0 0 0 0,1-1 0 0 0,0 1 0 0 0,0-1 0 0 0,1 1 0 0 0,-1 0 0 0 0,0-1 0 0 0,0 1 0 0 0,0 0 0 0 0,1-1-1 0 0,-1 1 1 0 0,0-1 0 0 0,0 1 0 0 0,1-1 0 0 0,-1 1 0 0 0,1-1 0 0 0,-1 1 0 0 0,0-1 0 0 0,1 1 0 0 0,-1-1 0 0 0,1 1 0 0 0,-1-1 0 0 0,1 0-1 0 0,-1 1 1 0 0,1-1 0 0 0,0 0 0 0 0,-1 1 0 0 0,2-1 0 0 0,33 21-164 0 0,-1 1-1 0 0,0 2 1 0 0,-2 1 0 0 0,38 39-1 0 0,11 8-5225 0 0,-71-64 3024 0 0,2 0 1 0 0,-1 0-1 0 0,23 10 0 0 0,-17-9-2728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54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148 136 2356 0 0,'-8'-14'5733'0'0,"5"10"-5161"0"0,1 1 0 0 0,0-1-1 0 0,1 0 1 0 0,-1 0 0 0 0,1 0 0 0 0,0 0-1 0 0,0 0 1 0 0,0-1 0 0 0,0 1-1 0 0,1 0 1 0 0,0 0 0 0 0,-1-1-1 0 0,2 1 1 0 0,-1-5 0 0 0,1 7-496 0 0,0-1 0 0 0,-1 1-1 0 0,1 0 1 0 0,0 0 0 0 0,0 0 0 0 0,0 0 0 0 0,1 0 0 0 0,-1 0 0 0 0,0 0 0 0 0,1 1 0 0 0,-1-1-1 0 0,1 0 1 0 0,0 1 0 0 0,-1-1 0 0 0,1 1 0 0 0,0 0 0 0 0,0-1 0 0 0,4-1 0 0 0,-1 0 30 0 0,1 1 0 0 0,0-1 0 0 0,0 1 1 0 0,0 0-1 0 0,7-2 0 0 0,-4 3-21 0 0,0-1-1 0 0,0 2 0 0 0,0-1 0 0 0,0 1 1 0 0,12 2-1 0 0,-17-2-64 0 0,0 1 0 0 0,0 0 0 0 0,0 0 0 0 0,0 0 0 0 0,0 0 0 0 0,-1 1 0 0 0,1-1 0 0 0,0 1 0 0 0,0 0 0 0 0,-1 1 0 0 0,0-1 0 0 0,7 6 0 0 0,-9-7-10 0 0,0 1-1 0 0,1 0 1 0 0,-1 0-1 0 0,0-1 1 0 0,0 1-1 0 0,-1 0 1 0 0,1 0-1 0 0,0 0 1 0 0,-1 0-1 0 0,1 0 1 0 0,-1 0-1 0 0,1 0 1 0 0,-1 0-1 0 0,0 1 1 0 0,0-1-1 0 0,0 0 0 0 0,0 0 1 0 0,-1 0-1 0 0,1 0 1 0 0,0 0-1 0 0,-1 0 1 0 0,1 0-1 0 0,-1 0 1 0 0,0 0-1 0 0,0 0 1 0 0,0 0-1 0 0,0 0 1 0 0,0-1-1 0 0,0 1 1 0 0,-2 2-1 0 0,-4 6 22 0 0,0-1 0 0 0,-1 0 0 0 0,-15 16 0 0 0,-2-3-7 0 0,0-2 1 0 0,-2 0-1 0 0,-36 21 1 0 0,33-16 272 0 0,39-22-284 0 0,-1 0 1 0 0,1 0-1 0 0,0 0 1 0 0,0-1-1 0 0,0-1 1 0 0,13 2-1 0 0,8 1 43 0 0,-15-1-32 0 0,0 1-1 0 0,0 0 1 0 0,15 7 0 0 0,-23-8 41 0 0,0 0 0 0 0,0 1 0 0 0,0-1 0 0 0,-1 2 0 0 0,0-1 0 0 0,1 1 0 0 0,-1 0 0 0 0,5 6 0 0 0,-10-10 26 0 0,1 1 0 0 0,-1-1 1 0 0,0 1-1 0 0,0 0 1 0 0,0 0-1 0 0,0 0 1 0 0,0-1-1 0 0,0 1 1 0 0,0 0-1 0 0,-1 0 0 0 0,1 0 1 0 0,-1 0-1 0 0,1 1 1 0 0,-1-1-1 0 0,0 0 1 0 0,0 0-1 0 0,0 0 0 0 0,0 0 1 0 0,0 4-1 0 0,-1-2 22 0 0,-1-1 0 0 0,1 1-1 0 0,0-1 1 0 0,-1 1 0 0 0,0-1-1 0 0,0 0 1 0 0,0 0 0 0 0,0 0-1 0 0,0 0 1 0 0,-4 4 0 0 0,-2 1 84 0 0,0-1 0 0 0,-1 0 0 0 0,0 0 0 0 0,0-1 0 0 0,0 0 0 0 0,-17 8 0 0 0,3-7-141 0 0,-1 0 0 0 0,1-1-1 0 0,-1-1 1 0 0,0-2 0 0 0,-1 0 0 0 0,-47-2-1 0 0,70 0-252 0 0,0-1-1 0 0,0 0 0 0 0,0 0 0 0 0,0 0 0 0 0,0 0 1 0 0,0 0-1 0 0,0 0 0 0 0,0 0 0 0 0,0-1 0 0 0,1 1 1 0 0,-1-1-1 0 0,0 1 0 0 0,0-1 0 0 0,0 0 0 0 0,1 0 0 0 0,-1 0 1 0 0,0 0-1 0 0,1 0 0 0 0,-1 0 0 0 0,1 0 0 0 0,-3-2 1 0 0,4 2 1 0 0,0 0 1 0 0,0 1-1 0 0,0-1 1 0 0,-1 0-1 0 0,1 0 1 0 0,0 0-1 0 0,0 0 1 0 0,0 0 0 0 0,0 1-1 0 0,1-1 1 0 0,-1 0-1 0 0,0 0 1 0 0,0 0-1 0 0,0 0 1 0 0,1 1-1 0 0,-1-1 1 0 0,0 0-1 0 0,1 0 1 0 0,-1 0 0 0 0,1 1-1 0 0,-1-1 1 0 0,1 0-1 0 0,0-1 1 0 0,14-16-3415 0 0,-3 6-837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54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2 110 1860 0 0,'0'-12'8918'0'0,"-1"1"-5471"0"0,1 9-2922 0 0,0 0-1 0 0,0 0 0 0 0,0 0 1 0 0,0 0-1 0 0,0 1 0 0 0,0-1 1 0 0,0 0-1 0 0,1 0 1 0 0,-1 1-1 0 0,2-5 0 0 0,-1 5-436 0 0,0 0 0 0 0,0-1 0 0 0,1 1 0 0 0,-1-1 0 0 0,1 1 0 0 0,-1 0 0 0 0,1 0 0 0 0,-1 0 0 0 0,1 0 0 0 0,0 0 0 0 0,-1 0 0 0 0,1 1 0 0 0,0-1 0 0 0,3 0 0 0 0,38-11-55 0 0,0 2 0 0 0,56-6-1 0 0,-21 7-8825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55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51 121 2608 0 0,'-1'-4'858'0'0,"0"0"-1"0"0,1 0 0 0 0,0-1 1 0 0,-1 1-1 0 0,1 0 1 0 0,1 0-1 0 0,-1 0 0 0 0,2-5 1 0 0,-2 5-377 0 0,1 1 0 0 0,1-1 0 0 0,-1 1 0 0 0,1-1 0 0 0,-1 1 0 0 0,1 0 0 0 0,0-1 1 0 0,3-2-1 0 0,-2 2-239 0 0,1 0 1 0 0,-1 0-1 0 0,1 1 1 0 0,0 0 0 0 0,0 0-1 0 0,1 0 1 0 0,-1 0-1 0 0,0 1 1 0 0,1-1 0 0 0,0 1-1 0 0,0 0 1 0 0,-1 1-1 0 0,11-3 1 0 0,-10 3-157 0 0,0 0-1 0 0,0 1 1 0 0,1-1-1 0 0,-1 1 1 0 0,0 0-1 0 0,1 0 1 0 0,-1 1-1 0 0,0-1 1 0 0,1 1-1 0 0,-1 1 1 0 0,0-1-1 0 0,0 1 1 0 0,0-1 0 0 0,0 2-1 0 0,0-1 1 0 0,-1 0-1 0 0,1 1 1 0 0,-1 0-1 0 0,1 0 1 0 0,-1 0-1 0 0,0 1 1 0 0,0-1-1 0 0,0 1 1 0 0,-1 0-1 0 0,6 8 1 0 0,-4-6-4 0 0,-2 1 0 0 0,1-1 0 0 0,-1 1 0 0 0,0-1 0 0 0,0 1 0 0 0,-1 0 0 0 0,0 0 0 0 0,0 1 0 0 0,-1-1 0 0 0,0 0 0 0 0,0 0 0 0 0,-1 1 0 0 0,1-1 0 0 0,-2 0 0 0 0,1 1 0 0 0,-1-1 0 0 0,0 0 0 0 0,-3 9 0 0 0,-1 1 60 0 0,-2-1 1 0 0,0 0 0 0 0,0-1-1 0 0,-2 0 1 0 0,0 0 0 0 0,-13 17-1 0 0,-73 76 1008 0 0,93-105-1105 0 0,-47 43 487 0 0,34-33-364 0 0,0 1 0 0 0,1 0 1 0 0,-18 25-1 0 0,31-37-35 0 0,1-1-100 0 0,1 0 0 0 0,-1 0 0 0 0,0 0 0 0 0,1 0 0 0 0,-1 0 0 0 0,1 0 0 0 0,-1 0 0 0 0,1 0 1 0 0,-1-1-1 0 0,1 1 0 0 0,-1 0 0 0 0,1 0 0 0 0,0 0 0 0 0,0-1 0 0 0,0 1 0 0 0,-1 0 0 0 0,1-1 0 0 0,0 1 1 0 0,0 0-1 0 0,0-1 0 0 0,0 1 0 0 0,0-1 0 0 0,0 0 0 0 0,0 1 0 0 0,0-1 0 0 0,0 0 0 0 0,0 0 0 0 0,0 1 1 0 0,0-1-1 0 0,0 0 0 0 0,0 0 0 0 0,2 0 0 0 0,36-1 206 0 0,-35 0-226 0 0,21-1 61 0 0,-1-1-1 0 0,1-1 0 0 0,29-10 0 0 0,-52 14-248 0 0,17-4-2203 0 0,-12 2 1154 0 0,9-1-3585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56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154 347 348 0 0,'-9'-55'12497'0'0,"1"3"-4141"0"0,8 51-7850 0 0,-4-6 1077 0 0,3 13-1382 0 0,-1 0 0 0 0,1 0 0 0 0,1 0 0 0 0,-1 0 0 0 0,1 11 0 0 0,-1 16 472 0 0,-13 84 428 0 0,-18 100-775 0 0,17-152 52 0 0,8-48 459 0 0,1-17-487 0 0,-3-10-290 0 0,1-7-79 0 0,1 1-1 0 0,1-1 0 0 0,1 0 0 0 0,0 0 1 0 0,1-1-1 0 0,1 0 0 0 0,0 1 1 0 0,2-1-1 0 0,0 0 0 0 0,3-36 0 0 0,1 25-63 0 0,1-1 0 0 0,1 0 0 0 0,2 1-1 0 0,1 1 1 0 0,23-56 0 0 0,-21 63 38 0 0,1 0 0 0 0,1 1 0 0 0,0 0 0 0 0,2 1 0 0 0,0 0 1 0 0,25-24-1 0 0,-28 32 28 0 0,1 1 0 0 0,0 0 0 0 0,0 1 0 0 0,1 1 0 0 0,0 0 1 0 0,0 0-1 0 0,1 2 0 0 0,0-1 0 0 0,0 2 0 0 0,26-7 0 0 0,-37 11 9 0 0,1 0 0 0 0,-1 0-1 0 0,0 1 1 0 0,0 0 0 0 0,1-1 0 0 0,-1 1 0 0 0,0 1-1 0 0,0-1 1 0 0,0 0 0 0 0,1 1 0 0 0,-1-1-1 0 0,0 1 1 0 0,0 0 0 0 0,0 0 0 0 0,0 0 0 0 0,0 1-1 0 0,0-1 1 0 0,0 1 0 0 0,0-1 0 0 0,-1 1-1 0 0,1 0 1 0 0,-1 0 0 0 0,1 0 0 0 0,-1 1 0 0 0,0-1-1 0 0,0 1 1 0 0,0-1 0 0 0,0 1 0 0 0,0-1-1 0 0,0 1 1 0 0,1 3 0 0 0,-1-1-5 0 0,0 1-1 0 0,0-1 1 0 0,0 0-1 0 0,-1 1 1 0 0,0-1-1 0 0,0 1 1 0 0,-1 0 0 0 0,1-1-1 0 0,-1 1 1 0 0,0 0-1 0 0,-1-1 1 0 0,1 1-1 0 0,-1-1 1 0 0,0 1 0 0 0,-1-1-1 0 0,-2 8 1 0 0,-3 2-30 0 0,-1 0 0 0 0,0-1 1 0 0,-1 0-1 0 0,-1-1 0 0 0,0 0 1 0 0,-1 0-1 0 0,0-1 0 0 0,-1-1 1 0 0,-17 14-1 0 0,-16 8-46 0 0,-65 38 0 0 0,98-64 106 0 0,-20 16-74 0 0,30-22 72 0 0,5 3-18 0 0,0 0 0 0 0,1 0-1 0 0,-1-1 1 0 0,1 1 0 0 0,-1-1-1 0 0,1 0 1 0 0,0 0 0 0 0,7 4 0 0 0,7 6 16 0 0,298 229-204 0 0,-239-183 388 0 0,-75-55 1515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19:57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32 1888 0 0,'0'0'10316'0'0,"-2"-9"-6735"0"0,5 6-3482 0 0,1 0-1 0 0,-1 1 0 0 0,1 0 0 0 0,0 0 0 0 0,0 0 1 0 0,0 0-1 0 0,0 1 0 0 0,0-1 0 0 0,1 1 0 0 0,-1 0 1 0 0,0 1-1 0 0,1-1 0 0 0,-1 1 0 0 0,0 0 0 0 0,1 0 1 0 0,7 1-1 0 0,-5-1-25 0 0,-2 0-60 0 0,1 0-1 0 0,-1 0 0 0 0,0 1 0 0 0,0 0 1 0 0,0 0-1 0 0,0 1 0 0 0,0-1 1 0 0,-1 1-1 0 0,1 0 0 0 0,0 0 0 0 0,-1 1 1 0 0,1-1-1 0 0,-1 1 0 0 0,0 0 1 0 0,0 0-1 0 0,0 1 0 0 0,4 4 0 0 0,-5-6 31 0 0,-1 1-1 0 0,0 0 0 0 0,0-1 1 0 0,0 1-1 0 0,-1 0 0 0 0,1 0 1 0 0,-1 0-1 0 0,0 1 0 0 0,1-1 1 0 0,-2 0-1 0 0,1 0 0 0 0,0 1 1 0 0,0-1-1 0 0,-1 0 0 0 0,0 1 1 0 0,0-1-1 0 0,0 1 0 0 0,0-1 0 0 0,0 0 1 0 0,-1 1-1 0 0,0-1 0 0 0,1 0 1 0 0,-1 1-1 0 0,0-1 0 0 0,-2 3 1 0 0,-2 5 176 0 0,-1-2-1 0 0,1 1 1 0 0,-2 0 0 0 0,0-1 0 0 0,0-1 0 0 0,0 1 0 0 0,-10 8-1 0 0,-65 48 1302 0 0,36-30-636 0 0,-8 3-30 0 0,54-38-846 0 0,1 0-1 0 0,-1 0 0 0 0,1 0 1 0 0,-1 0-1 0 0,0 0 0 0 0,1 0 1 0 0,-1 0-1 0 0,0 0 0 0 0,1 1 1 0 0,-1-1-1 0 0,1 0 0 0 0,-1 0 1 0 0,0 0-1 0 0,1 0 0 0 0,-1 1 1 0 0,0-1-1 0 0,0 0 1 0 0,1 0-1 0 0,-1 1 0 0 0,0-1 1 0 0,1 0-1 0 0,-1 0 0 0 0,0 1 1 0 0,0-1-1 0 0,0 0 0 0 0,1 1 1 0 0,-1-1-1 0 0,0 0 0 0 0,0 1 1 0 0,0-1-1 0 0,0 1 0 0 0,0-1 1 0 0,1 0-1 0 0,-1 1 0 0 0,0-1 1 0 0,0 0-1 0 0,0 1 1 0 0,0-1-1 0 0,0 1 0 0 0,0-1 1 0 0,0 0-1 0 0,0 1 0 0 0,-1-1 1 0 0,1 0-1 0 0,0 1 0 0 0,0-1 1 0 0,0 1-1 0 0,0-1 0 0 0,0 0 1 0 0,-1 1-1 0 0,1-1 0 0 0,0 0 1 0 0,0 0-1 0 0,-1 1 1 0 0,1-1-1 0 0,0 0 0 0 0,0 1 1 0 0,-1-1-1 0 0,1 0 0 0 0,0 0 1 0 0,-1 0-1 0 0,1 1 0 0 0,0-1 1 0 0,-1 0-1 0 0,1 0 0 0 0,0 0 1 0 0,-1 0-1 0 0,1 0 0 0 0,-1 1 1 0 0,31 5 112 0 0,-29-6-102 0 0,207 13-1335 0 0,-137-13-2343 0 0,-2-1-4090 0 0,-33-1-1630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12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695 10 320 0 0,'13'-9'25007'0'0,"-19"11"-25501"0"0,-15 6 942 0 0,-176 21-303 0 0,166-24-135 0 0,29-5-33 0 0,-36 9 40 0 0,36-8-21 0 0,-1 0 1 0 0,0 0-1 0 0,1 0 0 0 0,-1 0 0 0 0,1 0 0 0 0,-1 1 0 0 0,1-1 0 0 0,0 1 1 0 0,-4 3-1 0 0,2-2 12 0 0,3-2 0 0 0,-6 31 99 0 0,12 26 356 0 0,-5-56-407 0 0,3 33 106 0 0,-3-1 10 0 0,1 9 270 0 0,-9 57 0 0 0,6-73-195 0 0,2-17-164 0 0,0 0-1 0 0,-1 0 1 0 0,-1 0-1 0 0,0 0 0 0 0,-4 13 1 0 0,0 25 181 0 0,-27 128 204 0 0,-1 78 468 0 0,24-161-636 0 0,-16 365 613 0 0,18-108-623 0 0,-9 100 547 0 0,-36 99-779 0 0,24-307 440 0 0,9-77-428 0 0,-12 135 69 0 0,14-80-139 0 0,14-161 0 0 0,2-43 0 0 0,1-3 0 0 0,-1-1 0 0 0,2-1 0 0 0,-2-2 0 0 0,1 1 0 0 0,0 1 0 0 0,0 0 0 0 0,-1 1 0 0 0,0-3 0 0 0,-1 0 0 0 0,1 3 0 0 0,0 0 0 0 0,-1 1 0 0 0,0 0 0 0 0,-2 3 0 0 0,3-1 0 0 0,-10 41 0 0 0,-3 50 0 0 0,13-91 0 0 0,1 2 0 0 0,-1-2 0 0 0,2-1 0 0 0,-1-1 0 0 0,-1-1 0 0 0,1 1 0 0 0,0-1 0 0 0,2 0 0 0 0,0-1 0 0 0,2-1 0 0 0,0-2 0 0 0,5-1 0 0 0,6-4 0 0 0,21-3 0 0 0,0-2 0 0 0,0-1 0 0 0,58-12 0 0 0,-53 8 0 0 0,87-14-1816 0 0,295-57-15478 0 0,-334 56 6041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13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53 1532 0 0,'66'-53'25939'0'0,"-70"121"-24588"0"0,-2 1 1 0 0,-24 98-1 0 0,29-164-1342 0 0,-56 207 362 0 0,51-188-397 0 0,-2 5 83 0 0,-1-11-3115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14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0 125 2308 0 0,'0'-11'8976'0'0,"0"9"-8566"0"0,0-1 0 0 0,1 0 0 0 0,-1 1-1 0 0,1-1 1 0 0,0 1 0 0 0,-1-1-1 0 0,1 1 1 0 0,0-1 0 0 0,0 1 0 0 0,1 0-1 0 0,-1-1 1 0 0,0 1 0 0 0,4-3-1 0 0,-1 0-94 0 0,0 1 0 0 0,0-1 0 0 0,1 1 0 0 0,0 0 0 0 0,8-4 1 0 0,0 0-175 0 0,0 1 1 0 0,0 1 0 0 0,1 0 0 0 0,17-4 0 0 0,-22 7-107 0 0,0 1 0 0 0,1 0 0 0 0,-1 1 0 0 0,0 0 0 0 0,1 1 0 0 0,-1 0 0 0 0,0 0 0 0 0,1 1 0 0 0,-1 0 0 0 0,0 0 0 0 0,12 4 0 0 0,-17-4-17 0 0,0 1 1 0 0,-1-1-1 0 0,1 1 0 0 0,0 0 1 0 0,-1 0-1 0 0,1 0 1 0 0,-1 1-1 0 0,1-1 1 0 0,-1 1-1 0 0,0 0 1 0 0,0 0-1 0 0,0 0 0 0 0,-1 0 1 0 0,1 0-1 0 0,-1 1 1 0 0,1-1-1 0 0,-1 1 1 0 0,0 0-1 0 0,-1-1 0 0 0,1 1 1 0 0,-1 0-1 0 0,1 0 1 0 0,-1 0-1 0 0,0 0 1 0 0,-1 0-1 0 0,1 0 0 0 0,-1 7 1 0 0,0 2 51 0 0,-1-1 0 0 0,0 1 0 0 0,-1-1 0 0 0,-1 1 0 0 0,0-1 0 0 0,0 0 0 0 0,-1 0 0 0 0,-1 0 0 0 0,0 0 0 0 0,-1-1 0 0 0,-11 18 0 0 0,-9 9 712 0 0,-55 63 0 0 0,8-28 545 0 0,-5 6 1435 0 0,76-77-2479 0 0,4 0-192 0 0,-2-2-90 0 0,0 1 0 0 0,0-1 0 0 0,0 0 0 0 0,0 0 0 0 0,0 0 0 0 0,0 0 0 0 0,0 1 0 0 0,0-1 1 0 0,0 0-1 0 0,0 0 0 0 0,0 0 0 0 0,0 0 0 0 0,0 1 0 0 0,0-1 0 0 0,0 0 0 0 0,0 0 0 0 0,0 0 0 0 0,0 0 1 0 0,1 0-1 0 0,-1 0 0 0 0,0 1 0 0 0,0-1 0 0 0,0 0 0 0 0,0 0 0 0 0,0 0 0 0 0,0 0 0 0 0,1 0 1 0 0,-1 0-1 0 0,0 0 0 0 0,0 0 0 0 0,0 0 0 0 0,0 0 0 0 0,1 1 0 0 0,-1-1 0 0 0,0 0 0 0 0,0 0 0 0 0,0 0 1 0 0,0 0-1 0 0,1 0 0 0 0,-1 0 0 0 0,0 0 0 0 0,0 0 0 0 0,0 0 0 0 0,0 0 0 0 0,1 0 0 0 0,-1-1 1 0 0,262-33 370 0 0,-64 6-335 0 0,-25 6 245 0 0,-170 22-273 0 0,7-2-565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15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228 128 2524 0 0,'-11'-25'9169'0'0,"10"22"-8585"0"0,1 0-1 0 0,-1 0 1 0 0,1 0-1 0 0,-1-1 1 0 0,1 1-1 0 0,0 0 1 0 0,0 0-1 0 0,1-1 1 0 0,-1 1-1 0 0,2-5 1 0 0,-1 5-431 0 0,0 1 1 0 0,0-1 0 0 0,0 1-1 0 0,1-1 1 0 0,-1 1-1 0 0,1 0 1 0 0,-1 0-1 0 0,1 0 1 0 0,0 0-1 0 0,0 0 1 0 0,0 0-1 0 0,0 0 1 0 0,0 1-1 0 0,1-1 1 0 0,2-1 0 0 0,5-2 15 0 0,-1 1 1 0 0,1 0 0 0 0,0 1 0 0 0,0 0-1 0 0,0 0 1 0 0,0 1 0 0 0,1 0 0 0 0,-1 1-1 0 0,0 0 1 0 0,1 1 0 0 0,15 1 0 0 0,-18 0-97 0 0,-1 0 1 0 0,0 0 0 0 0,1 0 0 0 0,-1 1 0 0 0,0 0-1 0 0,0 0 1 0 0,-1 1 0 0 0,1-1 0 0 0,0 2 0 0 0,-1-1-1 0 0,1 1 1 0 0,-1 0 0 0 0,0 0 0 0 0,-1 1 0 0 0,1-1 0 0 0,-1 1-1 0 0,6 7 1 0 0,-9-9-24 0 0,0 0-1 0 0,-1 0 1 0 0,0 1 0 0 0,1-1-1 0 0,-1 0 1 0 0,0 0 0 0 0,0 1-1 0 0,-1-1 1 0 0,1 1-1 0 0,-1-1 1 0 0,0 1 0 0 0,0-1-1 0 0,0 1 1 0 0,0-1 0 0 0,0 0-1 0 0,-1 1 1 0 0,0-1 0 0 0,1 1-1 0 0,-1-1 1 0 0,-1 0-1 0 0,1 1 1 0 0,0-1 0 0 0,-1 0-1 0 0,1 0 1 0 0,-1 0 0 0 0,-3 3-1 0 0,-5 9 38 0 0,-1 0-1 0 0,-1-1 1 0 0,-20 20-1 0 0,28-31-73 0 0,-87 75 221 0 0,53-47 1391 0 0,37-29-1354 0 0,-5 4 673 0 0,32-12-897 0 0,-18 4-50 0 0,-1 1 0 0 0,1 0 0 0 0,-1 0 0 0 0,1 1 0 0 0,-1 0 1 0 0,1 0-1 0 0,-1 1 0 0 0,0 0 0 0 0,1 1 0 0 0,10 2 0 0 0,1 2 27 0 0,-1 0 0 0 0,0 1 1 0 0,-1 1-1 0 0,26 16 0 0 0,-34-18 26 0 0,0 0-1 0 0,0 0 1 0 0,0 1-1 0 0,-1 0 1 0 0,0 1-1 0 0,-1 0 1 0 0,0 0 0 0 0,0 1-1 0 0,8 14 1 0 0,-13-20-18 0 0,0 0 0 0 0,-1 0 0 0 0,0 0 0 0 0,1 1 1 0 0,-1-1-1 0 0,-1 0 0 0 0,1 1 0 0 0,0-1 0 0 0,-1 1 1 0 0,0-1-1 0 0,1 1 0 0 0,-1-1 0 0 0,-1 1 0 0 0,1-1 1 0 0,0 1-1 0 0,-1-1 0 0 0,-1 6 0 0 0,0-5 75 0 0,0 1 0 0 0,-1 0-1 0 0,1-1 1 0 0,-1 1 0 0 0,0-1-1 0 0,0 0 1 0 0,0 0 0 0 0,-1 0-1 0 0,0 0 1 0 0,-7 5 0 0 0,1-1 79 0 0,-1-1 0 0 0,0 0 0 0 0,0-1 0 0 0,-1 0 0 0 0,1-1 1 0 0,-2 0-1 0 0,1-1 0 0 0,-23 5 0 0 0,16-7-186 0 0,1-1 0 0 0,-1 0 0 0 0,1-1 0 0 0,-1-1 0 0 0,0-1 0 0 0,-24-6 0 0 0,-109-35 0 0 0,10-7-7515 0 0,131 45 4064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16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98 2820 0 0,'34'-82'21199'0'0,"-29"69"-18348"0"0,-5 10-1475 0 0,-2 13-943 0 0,-12 46 630 0 0,-10 50-537 0 0,22-95-531 0 0,1 0 0 0 0,0 1 0 0 0,1-1 0 0 0,0 0 0 0 0,1 0 0 0 0,0 0 0 0 0,4 16 0 0 0,-2-20 6 0 0,0 1 0 0 0,0-1 0 0 0,1 0 0 0 0,0-1 0 0 0,0 1 0 0 0,1-1 0 0 0,0 0-1 0 0,0 0 1 0 0,0 0 0 0 0,1 0 0 0 0,0-1 0 0 0,0 0 0 0 0,0 0 0 0 0,0-1 0 0 0,1 0 0 0 0,8 4 0 0 0,-2-1-13 0 0,1-1-1 0 0,-1-1 1 0 0,1 0 0 0 0,0 0 0 0 0,0-2 0 0 0,0 0 0 0 0,27 3 0 0 0,-30-7 40 0 0,-1 1 1 0 0,1-1-1 0 0,-1-1 1 0 0,1 0-1 0 0,-1 0 1 0 0,0-1-1 0 0,0 0 1 0 0,0-1-1 0 0,0 0 1 0 0,-1-1-1 0 0,1 0 0 0 0,-1-1 1 0 0,0 1-1 0 0,-1-2 1 0 0,9-7-1 0 0,13-13 413 0 0,-2-1-1 0 0,40-51 0 0 0,-55 63-68 0 0,11-19 100 0 0,-17 28-472 0 0,-4 10 0 0 0,-2 10 0 0 0,-1-12 0 0 0,-14 82 0 0 0,-16 109 0 0 0,25-139-828 0 0,-20 284-19382 0 0,23-299 10885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17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136 106 1376 0 0,'3'-6'1028'0'0,"0"0"-1"0"0,0 0 0 0 0,-1 0 1 0 0,0 0-1 0 0,-1-1 1 0 0,1 1-1 0 0,-1-1 1 0 0,0 0-1 0 0,-1 1 0 0 0,0-1 1 0 0,-1-12-1 0 0,2 19-969 0 0,-1-1-1 0 0,0 1 0 0 0,0-1 0 0 0,0 0 1 0 0,0 1-1 0 0,0-1 0 0 0,0 1 0 0 0,0-1 1 0 0,0 0-1 0 0,0 1 0 0 0,0-1 0 0 0,-1 1 1 0 0,1-1-1 0 0,0 1 0 0 0,0-1 0 0 0,0 1 1 0 0,-1-1-1 0 0,1 1 0 0 0,0-1 0 0 0,-1 1 1 0 0,1-1-1 0 0,0 1 0 0 0,-1-1 1 0 0,1 1-1 0 0,-1-1 0 0 0,1 1 0 0 0,-1 0 1 0 0,1-1-1 0 0,-1 1 0 0 0,1 0 0 0 0,-1 0 1 0 0,1-1-1 0 0,-1 1 0 0 0,1 0 0 0 0,-1 0 1 0 0,1 0-1 0 0,-1-1 0 0 0,1 1 0 0 0,-1 0 1 0 0,0 0-1 0 0,1 0 0 0 0,-1 0 1 0 0,1 0-1 0 0,-1 0 0 0 0,1 0 0 0 0,-1 0 1 0 0,0 1-1 0 0,1-1 0 0 0,-1 0 0 0 0,1 0 1 0 0,-1 0-1 0 0,1 1 0 0 0,-1-1 0 0 0,1 0 1 0 0,-1 1-1 0 0,1-1 0 0 0,-1 0 0 0 0,0 1 1 0 0,-2 2 102 0 0,-1 0-1 0 0,0-1 1 0 0,1 2 0 0 0,0-1 0 0 0,-4 5 0 0 0,-4 8 118 0 0,1 1 1 0 0,0 0-1 0 0,1 1 1 0 0,2 0-1 0 0,-11 32 1 0 0,6-7-69 0 0,-9 62 1 0 0,18-84-160 0 0,0 0 1 0 0,2 0-1 0 0,0 0 0 0 0,1 0 0 0 0,1 0 1 0 0,5 27-1 0 0,-5-43-10 0 0,0 0 1 0 0,0 1-1 0 0,1-1 0 0 0,0 0 1 0 0,0 0-1 0 0,0 0 0 0 0,1 0 0 0 0,-1-1 1 0 0,1 1-1 0 0,0 0 0 0 0,1-1 1 0 0,-1 0-1 0 0,1 0 0 0 0,0 0 1 0 0,0 0-1 0 0,0-1 0 0 0,0 1 1 0 0,1-1-1 0 0,-1 0 0 0 0,1 0 1 0 0,0-1-1 0 0,0 0 0 0 0,0 1 0 0 0,0-2 1 0 0,0 1-1 0 0,0 0 0 0 0,1-1 1 0 0,-1 0-1 0 0,7 0 0 0 0,-5 0 28 0 0,0-1-1 0 0,-1 0 1 0 0,1 0-1 0 0,-1-1 1 0 0,1 0-1 0 0,-1 0 1 0 0,1 0-1 0 0,-1-1 1 0 0,1 0-1 0 0,-1 0 1 0 0,0-1 0 0 0,0 0-1 0 0,9-5 1 0 0,-7 2-4 0 0,0 0 0 0 0,0 0 1 0 0,-1-1-1 0 0,0 0 0 0 0,0 0 1 0 0,-1-1-1 0 0,0 0 0 0 0,7-12 1 0 0,-3 3 13 0 0,-1-1-1 0 0,-1 0 1 0 0,-1-1 0 0 0,0 0 0 0 0,-2 0 0 0 0,0-1 0 0 0,-1 1-1 0 0,2-31 1 0 0,-5 33-19 0 0,-1-1-1 0 0,0 0 1 0 0,-2 0-1 0 0,0 0 1 0 0,-1 1-1 0 0,-9-29 1 0 0,10 38-62 0 0,-1 1 0 0 0,1 0 0 0 0,-2-1 0 0 0,1 1 0 0 0,-1 0 0 0 0,0 1 0 0 0,0-1 0 0 0,-1 1 0 0 0,0 0 0 0 0,0 0 0 0 0,-1 0 0 0 0,1 1 0 0 0,-1 0 0 0 0,-1 0 0 0 0,1 0 0 0 0,-1 1 0 0 0,-10-6 0 0 0,14 9-98 0 0,-1 0-1 0 0,0 0 1 0 0,0 0 0 0 0,0 0-1 0 0,0 1 1 0 0,1-1 0 0 0,-1 1-1 0 0,0 0 1 0 0,0 0 0 0 0,0 1 0 0 0,0-1-1 0 0,0 1 1 0 0,0 0 0 0 0,0 0-1 0 0,1 0 1 0 0,-1 0 0 0 0,0 1 0 0 0,-4 2-1 0 0,6-3-216 0 0,0 1 0 0 0,-1-1 0 0 0,1 1-1 0 0,0 0 1 0 0,0 0 0 0 0,0 0 0 0 0,0-1 0 0 0,1 2 0 0 0,-1-1-1 0 0,1 0 1 0 0,-1 0 0 0 0,-1 3 0 0 0,2-2-316 0 0,1-1 1 0 0,-1 0-1 0 0,0 1 1 0 0,1-1-1 0 0,-1 1 1 0 0,1-1-1 0 0,0 1 0 0 0,0-1 1 0 0,0 0-1 0 0,0 1 1 0 0,0-1-1 0 0,0 1 1 0 0,1-1-1 0 0,1 5 0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1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63 1792 0 0,'-13'-5'9097'0'0,"-8"-5"-1108"0"0,21 10-7963 0 0,0 0 0 0 0,0-1 1 0 0,0 1-1 0 0,0 0 1 0 0,0 0-1 0 0,-1 0 0 0 0,1 0 1 0 0,0-1-1 0 0,0 1 1 0 0,0 0-1 0 0,0 0 0 0 0,0 0 1 0 0,0-1-1 0 0,0 1 0 0 0,0 0 1 0 0,0 0-1 0 0,0-1 1 0 0,0 1-1 0 0,0 0 0 0 0,0 0 1 0 0,0 0-1 0 0,0-1 0 0 0,0 1 1 0 0,0 0-1 0 0,0 0 1 0 0,0-1-1 0 0,0 1 0 0 0,0 0 1 0 0,0 0-1 0 0,0 0 0 0 0,0-1 1 0 0,1 1-1 0 0,-1 0 1 0 0,0 0-1 0 0,0 0 0 0 0,0 0 1 0 0,0-1-1 0 0,1 1 0 0 0,11-8 366 0 0,19-2-91 0 0,-2 3 137 0 0,53-6 0 0 0,-71 12-382 0 0,1 1 0 0 0,0 0 0 0 0,0 0 0 0 0,-1 1-1 0 0,1 1 1 0 0,-1 0 0 0 0,19 6 0 0 0,-27-7-45 0 0,0 0 1 0 0,0 0-1 0 0,0 0 1 0 0,0 1-1 0 0,0-1 0 0 0,0 1 1 0 0,0 0-1 0 0,-1 0 1 0 0,1 0-1 0 0,0 0 0 0 0,-1 0 1 0 0,0 1-1 0 0,0-1 1 0 0,0 1-1 0 0,0 0 0 0 0,0-1 1 0 0,0 1-1 0 0,-1 0 1 0 0,1 0-1 0 0,-1 0 0 0 0,0 0 1 0 0,1 0-1 0 0,0 7 1 0 0,-2-5-3 0 0,0 1 0 0 0,0 0 0 0 0,0 0 0 0 0,0-1 0 0 0,-1 1 0 0 0,0 0 0 0 0,-1 0 0 0 0,1-1 1 0 0,-1 1-1 0 0,0-1 0 0 0,0 0 0 0 0,-6 10 0 0 0,-4 5 119 0 0,-1-1 1 0 0,-1-1-1 0 0,-1 0 0 0 0,0-1 1 0 0,-1 0-1 0 0,-27 21 0 0 0,43-38-65 0 0,-4 4 176 0 0,1-1 0 0 0,-1 0 1 0 0,0-1-1 0 0,0 1 0 0 0,0-1 0 0 0,0 0 0 0 0,0 0 0 0 0,-7 2 0 0 0,9-3 24 0 0,-8 1 853 0 0,11-4-1115 0 0,0 1 0 0 0,1 0 0 0 0,-1 0-1 0 0,1 0 1 0 0,0 0 0 0 0,-1 0 0 0 0,1 0-1 0 0,0 0 1 0 0,-1 1 0 0 0,1-1 0 0 0,0 1-1 0 0,0-1 1 0 0,-1 1 0 0 0,1 0 0 0 0,0-1-1 0 0,0 1 1 0 0,0 0 0 0 0,0 0 0 0 0,0 0-1 0 0,2 1 1 0 0,43 7-39 0 0,-45-8 32 0 0,14 5-3 0 0,1 0 1 0 0,-1 1 0 0 0,0 0-1 0 0,0 2 1 0 0,-1 0 0 0 0,18 12-1 0 0,-21-12 25 0 0,-1 0-1 0 0,0 1 0 0 0,0 0 1 0 0,-1 1-1 0 0,0 0 0 0 0,-1 1 1 0 0,0 0-1 0 0,7 12 0 0 0,-14-20 55 0 0,-1-1 0 0 0,1 1 0 0 0,-1 0 0 0 0,0-1-1 0 0,0 1 1 0 0,0 0 0 0 0,0 0 0 0 0,0 0 0 0 0,-1 0 0 0 0,1 0 0 0 0,-1 0-1 0 0,0 0 1 0 0,0 0 0 0 0,0 0 0 0 0,0 0 0 0 0,0 0 0 0 0,-1 0 0 0 0,-1 5-1 0 0,0-4 19 0 0,0 0 0 0 0,0-1 0 0 0,0 1 0 0 0,0-1 0 0 0,-1 1 0 0 0,1-1 0 0 0,-1 0 0 0 0,0 0 0 0 0,0 0 0 0 0,0-1 0 0 0,0 1 0 0 0,-5 2 0 0 0,-5 2 89 0 0,0 0-1 0 0,0-1 1 0 0,0 0-1 0 0,-1-1 1 0 0,0-1 0 0 0,-24 5-1 0 0,0-3 116 0 0,-1-2 0 0 0,1-2-1 0 0,-46-3 1 0 0,-17-7-1256 0 0,5-3-5408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19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80 920 0 0,'-2'-10'5498'0'0,"1"8"-5213"0"0,1 0 0 0 0,0 0 0 0 0,0 1 0 0 0,0-1 1 0 0,0 0-1 0 0,0 0 0 0 0,0 0 0 0 0,0 0 0 0 0,1 0 0 0 0,-1 0 0 0 0,1 1 0 0 0,0-1 1 0 0,-1 0-1 0 0,1 0 0 0 0,0 1 0 0 0,0-1 0 0 0,0 0 0 0 0,0 1 0 0 0,0-1 1 0 0,0 1-1 0 0,1 0 0 0 0,-1-1 0 0 0,0 1 0 0 0,1 0 0 0 0,-1-1 0 0 0,1 1 0 0 0,-1 0 1 0 0,1 0-1 0 0,0 1 0 0 0,-1-1 0 0 0,3-1 0 0 0,6-2 0 0 0,-1 1 0 0 0,0 0-1 0 0,1 0 1 0 0,0 1 0 0 0,0 0 0 0 0,-1 1-1 0 0,1 0 1 0 0,0 1 0 0 0,0 0 0 0 0,0 0-1 0 0,11 2 1 0 0,-7 0-167 0 0,-1 1-1 0 0,-1 0 0 0 0,1 1 1 0 0,0 1-1 0 0,-1 0 1 0 0,0 0-1 0 0,21 13 0 0 0,-30-16-54 0 0,0 0 0 0 0,0 0-1 0 0,-1 0 1 0 0,1 0-1 0 0,0 1 1 0 0,-1-1-1 0 0,0 1 1 0 0,1 0-1 0 0,-1-1 1 0 0,0 1-1 0 0,0 0 1 0 0,-1 0-1 0 0,1 0 1 0 0,-1 1-1 0 0,1-1 1 0 0,-1 0-1 0 0,1 5 1 0 0,-1-3 51 0 0,-1 0 1 0 0,0 0 0 0 0,0-1 0 0 0,0 1-1 0 0,-1 0 1 0 0,0-1 0 0 0,0 1-1 0 0,0-1 1 0 0,0 1 0 0 0,-1-1-1 0 0,-2 7 1 0 0,-6 8 334 0 0,-1-1-1 0 0,0-1 0 0 0,-1 0 1 0 0,-24 25-1 0 0,31-36-366 0 0,-24 24 672 0 0,-1-1 0 0 0,-37 26 0 0 0,-31 30 297 0 0,97-85-1035 0 0,0 1 1 0 0,1-1 0 0 0,-1 1-1 0 0,0-1 1 0 0,1 1 0 0 0,-1 0-1 0 0,0-1 1 0 0,1 1 0 0 0,-1 0 0 0 0,1-1-1 0 0,0 1 1 0 0,-1 0 0 0 0,1-1-1 0 0,-1 1 1 0 0,1 0 0 0 0,0 0-1 0 0,0 0 1 0 0,-1-1 0 0 0,1 1-1 0 0,0 0 1 0 0,0 0 0 0 0,0 0 0 0 0,0 0-1 0 0,0 0 1 0 0,0-1 0 0 0,0 3-1 0 0,1-2-7 0 0,0-1 0 0 0,0 1 0 0 0,0 0 0 0 0,-1-1-1 0 0,1 1 1 0 0,0 0 0 0 0,0-1 0 0 0,0 1-1 0 0,0-1 1 0 0,0 0 0 0 0,0 1 0 0 0,0-1 0 0 0,0 0-1 0 0,0 0 1 0 0,1 1 0 0 0,-1-1 0 0 0,1 0 0 0 0,11 0-7 0 0,0 0 0 0 0,21-2 0 0 0,-29 1 18 0 0,108-10 181 0 0,-1-5 0 0 0,142-40 0 0 0,-158 30-718 0 0,-94 25-84 0 0,7-1-1409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23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21 1088 0 0,'0'-19'16632'0'0,"-3"18"-16608"0"0,0 1 0 0 0,0 0 1 0 0,0 0-1 0 0,0 0 0 0 0,0 1 1 0 0,0-1-1 0 0,0 1 1 0 0,1-1-1 0 0,-1 1 0 0 0,-5 2 1 0 0,3-2-3 0 0,3 0 100 0 0,-10 4 582 0 0,-6 0 140 0 0,16-5-772 0 0,1 3-168 0 0,-11 13 92 0 0,-14 27-10 0 0,3 2-1 0 0,-27 68 1 0 0,45-99 68 0 0,0 1 0 0 0,1 0 1 0 0,1 0-1 0 0,0 0 0 0 0,1 0 0 0 0,0 0 1 0 0,1 1-1 0 0,1-1 0 0 0,1 0 0 0 0,0 1 0 0 0,1-1 1 0 0,6 24-1 0 0,-6-31-2 0 0,1-1-1 0 0,0 1 1 0 0,1 0 0 0 0,0-1-1 0 0,0 0 1 0 0,0 0 0 0 0,1 0 0 0 0,0-1-1 0 0,0 1 1 0 0,1-1 0 0 0,0 0-1 0 0,0-1 1 0 0,0 1 0 0 0,1-1 0 0 0,0-1-1 0 0,0 1 1 0 0,0-1 0 0 0,0 0-1 0 0,1-1 1 0 0,-1 0 0 0 0,1 0 0 0 0,11 2-1 0 0,-5-1 55 0 0,0-1 0 0 0,0-1 0 0 0,0-1 0 0 0,0 0 0 0 0,0-1 0 0 0,0 0 0 0 0,0-1 0 0 0,1 0 0 0 0,20-6 0 0 0,-27 4 18 0 0,1 0-1 0 0,-1 0 1 0 0,0-1 0 0 0,1 0-1 0 0,-2 0 1 0 0,1-1-1 0 0,0 0 1 0 0,-1-1-1 0 0,0 1 1 0 0,0-1-1 0 0,-1-1 1 0 0,0 1 0 0 0,0-1-1 0 0,0 0 1 0 0,7-13-1 0 0,-6 9-104 0 0,-2 0 0 0 0,0 0 0 0 0,0-1 0 0 0,-1 0-1 0 0,0 1 1 0 0,-1-1 0 0 0,0-1 0 0 0,-1 1 0 0 0,-1 0-1 0 0,0 0 1 0 0,0-1 0 0 0,-1 1 0 0 0,-3-22 0 0 0,2 26-67 0 0,-1 0 0 0 0,0 0 0 0 0,0 0 0 0 0,-1 0 0 0 0,1 1 0 0 0,-2-1 0 0 0,1 1 0 0 0,-1-1 0 0 0,0 1 0 0 0,-1 0 0 0 0,0 1 0 0 0,0-1 0 0 0,0 1 0 0 0,-1 0 0 0 0,0 0 0 0 0,0 1 0 0 0,0-1 0 0 0,-1 2 0 0 0,1-1 0 0 0,-1 1 0 0 0,-13-6 0 0 0,13 6-505 0 0,-1 1 1 0 0,0 0 0 0 0,0 0 0 0 0,0 1 0 0 0,0 0 0 0 0,0 1 0 0 0,-1-1 0 0 0,1 2-1 0 0,-15-1 1 0 0,20 2 48 0 0,1 0 0 0 0,-1 0-1 0 0,0 0 1 0 0,0 0-1 0 0,0 0 1 0 0,1 0 0 0 0,-4 3-1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25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29 108 0 0,'10'-6'4741'0'0,"22"-16"7406"0"0,-34 22-12143 0 0,-1 0 0 0 0,1 0 0 0 0,-1 1 1 0 0,0 0-1 0 0,1-1 0 0 0,-1 1 0 0 0,1 0 0 0 0,0 0 1 0 0,-1 0-1 0 0,1 1 0 0 0,0-1 0 0 0,-3 3 1 0 0,1-2-3 0 0,-16 10-3 0 0,1 1 0 0 0,0 1 0 0 0,1 1 0 0 0,0 1 1 0 0,2 0-1 0 0,0 1 0 0 0,-21 29 0 0 0,17-19 33 0 0,2 1 1 0 0,2 0-1 0 0,0 2 0 0 0,-21 56 1 0 0,34-78-6 0 0,1 0 1 0 0,0-1-1 0 0,1 1 1 0 0,-1 0-1 0 0,1 0 1 0 0,1 0-1 0 0,-1-1 1 0 0,2 1-1 0 0,-1 0 1 0 0,3 14-1 0 0,-2-18 7 0 0,0-1 0 0 0,0 1-1 0 0,0-1 1 0 0,1 1-1 0 0,-1-1 1 0 0,1 1 0 0 0,0-1-1 0 0,0 0 1 0 0,0 0-1 0 0,1 0 1 0 0,-1 0 0 0 0,1 0-1 0 0,0 0 1 0 0,-1-1-1 0 0,1 0 1 0 0,0 1 0 0 0,1-1-1 0 0,-1 0 1 0 0,0 0-1 0 0,0-1 1 0 0,1 1 0 0 0,-1-1-1 0 0,1 1 1 0 0,4 0-1 0 0,11 2 86 0 0,1-1 0 0 0,0 0-1 0 0,0-2 1 0 0,0 0-1 0 0,0-1 1 0 0,-1-1-1 0 0,1-1 1 0 0,36-9 0 0 0,-33 6 1 0 0,-1-2 0 0 0,0 0 0 0 0,0-2 0 0 0,-1 0 0 0 0,0-1 0 0 0,-1-1 0 0 0,26-19 1 0 0,-33 20-24 0 0,-1 0 0 0 0,-1 0 0 0 0,0-1 0 0 0,-1-1 0 0 0,0 0 0 0 0,-1 0 0 0 0,15-25 0 0 0,-21 30-68 0 0,1 0-1 0 0,-1 0 1 0 0,0-1-1 0 0,0 1 1 0 0,-1-1-1 0 0,0 1 1 0 0,0-1 0 0 0,-1 0-1 0 0,0 0 1 0 0,0 0-1 0 0,-1 0 1 0 0,0 0-1 0 0,-1 1 1 0 0,1-1 0 0 0,-2 0-1 0 0,1 0 1 0 0,-3-9-1 0 0,0 10-27 0 0,1 1-1 0 0,-1-1 1 0 0,1 1-1 0 0,-2 0 1 0 0,1 0-1 0 0,-1 0 1 0 0,0 0-1 0 0,0 1 1 0 0,-1 0-1 0 0,1 0 1 0 0,-1 0-1 0 0,0 1 1 0 0,-1 0-1 0 0,1 0 1 0 0,-1 0-1 0 0,1 1 1 0 0,-10-3-1 0 0,-1-1-163 0 0,0 2-1 0 0,-1 0 0 0 0,0 1 1 0 0,0 0-1 0 0,0 2 1 0 0,-18-1-1 0 0,22 3-303 0 0,0 0 1 0 0,0 1-1 0 0,0 0 0 0 0,1 1 0 0 0,-1 1 1 0 0,-19 6-1 0 0,25-6-805 0 0,-1 0 0 0 0,1 1 0 0 0,0 0 0 0 0,0 1 0 0 0,1 0 0 0 0,-12 9-1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37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183 110 1084 0 0,'0'0'1040'0'0,"7"-8"1385"0"0,3-12 4548 0 0,-20 34-6565 0 0,1 2-266 0 0,1-1 0 0 0,0 1 0 0 0,1 1 1 0 0,1 0-1 0 0,0 0 0 0 0,2 0 0 0 0,-1 0 1 0 0,2 1-1 0 0,1-1 0 0 0,0 1 0 0 0,1 0 0 0 0,3 35 1 0 0,6 16 15 0 0,-7-62-18 0 0,1 0 1 0 0,0 0 0 0 0,0-1-1 0 0,1 1 1 0 0,-1-1 0 0 0,2 0-1 0 0,4 9 1 0 0,-6-13-57 0 0,0 1 0 0 0,0-1-1 0 0,0-1 1 0 0,0 1 0 0 0,1 0-1 0 0,-1 0 1 0 0,1-1 0 0 0,-1 1 0 0 0,1-1-1 0 0,-1 0 1 0 0,1 0 0 0 0,0 0 0 0 0,-1 0-1 0 0,1 0 1 0 0,4 0 0 0 0,45 3 541 0 0,-41-4-560 0 0,0 0 17 0 0,0 0 0 0 0,1-1 0 0 0,17-3 0 0 0,-27 4-28 0 0,1-1 30 0 0,10 0 19 0 0,-10 1 28 0 0,-1-1-1 0 0,49-19 698 0 0,-50 19-720 0 0,19-14 348 0 0,-14 10-371 0 0,0-1 0 0 0,-1 0-1 0 0,0 0 1 0 0,0 0-1 0 0,-1-1 1 0 0,7-12-1 0 0,18-44 315 0 0,-28 62-357 0 0,10-37 414 0 0,-10 37-419 0 0,7-25 8 0 0,-7 11-18 0 0,-1 6-45 0 0,1 1 0 0 0,-2-1 1 0 0,1 0-1 0 0,-3-9 0 0 0,2 8 10 0 0,-1 0 0 0 0,-1-1 0 0 0,1 1 1 0 0,-2 1-1 0 0,1-1 0 0 0,-1 0 0 0 0,-1 1 0 0 0,0 0 0 0 0,0 0 0 0 0,0 0 0 0 0,-1 1 0 0 0,-1-1 0 0 0,0 2 0 0 0,0-1 0 0 0,0 1 0 0 0,-1 0 0 0 0,0 0 1 0 0,-13-8-1 0 0,12 10 2 0 0,-1-1 0 0 0,0 2 1 0 0,0-1-1 0 0,0 1 0 0 0,0 1 1 0 0,-1 0-1 0 0,0 0 1 0 0,0 1-1 0 0,-17-1 0 0 0,-7 2-24 0 0,-65 7 0 0 0,59-2 28 0 0,-41 11-2273 0 0,81-15 2077 0 0,-1 1 0 0 0,1-1 0 0 0,0 1 0 0 0,-1-1 0 0 0,1 1 0 0 0,-1-1 0 0 0,1 1-1 0 0,0 0 1 0 0,-1 0 0 0 0,1 0 0 0 0,0-1 0 0 0,0 1 0 0 0,0 0 0 0 0,0 1 0 0 0,0-1 0 0 0,0 0 0 0 0,0 0 0 0 0,0 0 0 0 0,0 1 0 0 0,0-1 0 0 0,1 0 0 0 0,-1 1-1 0 0,1-1 1 0 0,-1 0 0 0 0,1 1 0 0 0,-1-1 0 0 0,1 2 0 0 0,0-1-174 0 0,0-1 1 0 0,0 0-1 0 0,0 1 0 0 0,0-1 0 0 0,0 1 0 0 0,1-1 1 0 0,-1 0-1 0 0,0 0 0 0 0,1 1 0 0 0,-1-1 1 0 0,1 0-1 0 0,0 0 0 0 0,-1 1 0 0 0,1-1 0 0 0,1 1 1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20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76 1112 0 0,'2'-2'1815'0'0,"58"-65"21295"0"0,-62 61-22883 0 0,-3 7-154 0 0,0 0 0 0 0,1 0 0 0 0,-1 1-1 0 0,-8 3 1 0 0,-15 7-91 0 0,1 1 0 0 0,1 2 0 0 0,1 0 0 0 0,0 2-1 0 0,0 0 1 0 0,-32 32 0 0 0,54-46 17 0 0,0 0 0 0 0,0-1 0 0 0,1 2 1 0 0,-1-1-1 0 0,1 0 0 0 0,-1 0 0 0 0,1 1 0 0 0,0-1 0 0 0,0 1 0 0 0,1 0 0 0 0,-1-1 0 0 0,1 1 1 0 0,0 0-1 0 0,-1 0 0 0 0,2 0 0 0 0,-1 0 0 0 0,0 5 0 0 0,2-6 9 0 0,0-1 0 0 0,0 1 0 0 0,1-1 0 0 0,-1 1 0 0 0,0-1 0 0 0,1 0 0 0 0,0 0 0 0 0,-1 0 0 0 0,1 0 0 0 0,0 0 0 0 0,0 0 0 0 0,0 0 0 0 0,0-1 0 0 0,1 1-1 0 0,3 2 1 0 0,16 8 5 0 0,1 0-1 0 0,39 14 0 0 0,-38-17-4 0 0,0 2 0 0 0,29 16 0 0 0,-38-17 170 0 0,0 0-1 0 0,-1 1 1 0 0,17 16 0 0 0,-26-22-107 0 0,-1 0 0 0 0,1 0 1 0 0,-1 0-1 0 0,0 1 0 0 0,0 0 1 0 0,-1 0-1 0 0,1 0 0 0 0,-1 0 1 0 0,-1 0-1 0 0,1 1 1 0 0,1 8-1 0 0,-3-11 15 0 0,-1-1 1 0 0,0 1 0 0 0,0 0-1 0 0,0-1 1 0 0,0 1-1 0 0,0-1 1 0 0,-1 1-1 0 0,0 0 1 0 0,0-1-1 0 0,0 1 1 0 0,0-1-1 0 0,0 0 1 0 0,-1 1-1 0 0,1-1 1 0 0,-1 0 0 0 0,0 0-1 0 0,0 0 1 0 0,0 0-1 0 0,0 0 1 0 0,-1 0-1 0 0,1-1 1 0 0,-1 1-1 0 0,0-1 1 0 0,0 0-1 0 0,1 0 1 0 0,-7 4-1 0 0,0-1 158 0 0,0 0-1 0 0,0-1 1 0 0,-1 0-1 0 0,0 0 0 0 0,1-1 1 0 0,-1 0-1 0 0,-1 0 1 0 0,-9 0-1 0 0,14-2-243 0 0,-1 0 0 0 0,1 0 0 0 0,0 0 0 0 0,0-1 0 0 0,0 0 0 0 0,0-1 0 0 0,0 1 0 0 0,-12-3 0 0 0,-8-3 0 0 0,-6 1-56 0 0,29 4-41 0 0,-6-1-7 0 0,6 0-396 0 0,-1 1-1 0 0,0 0 0 0 0,1-1 1 0 0,-1 0-1 0 0,1 0 0 0 0,-1 0 1 0 0,1 0-1 0 0,0 0 0 0 0,0-1 1 0 0,-3-3-1 0 0,5 5 161 0 0,0 0 0 0 0,0-1-1 0 0,0 1 1 0 0,0-1 0 0 0,0 0 0 0 0,1 1 0 0 0,-1-1 0 0 0,0 0 0 0 0,1 1 0 0 0,-1-1-1 0 0,1 0 1 0 0,0 0 0 0 0,0 1 0 0 0,0-1 0 0 0,-1 0 0 0 0,2 0 0 0 0,-1 0 0 0 0,0 1-1 0 0,0-1 1 0 0,1 0 0 0 0,-1 0 0 0 0,0 1 0 0 0,1-1 0 0 0,0 0 0 0 0,0-1 0 0 0,22-37-9242 0 0,-12 23 3408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20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57 177 2936 0 0,'-48'-54'19641'0'0,"39"34"-15707"0"0,14 17-3855 0 0,0 1 0 0 0,0 0 0 0 0,1 0 0 0 0,-1 0 0 0 0,1 1 0 0 0,-1-1 0 0 0,1 1 0 0 0,-1 1 0 0 0,11-1 0 0 0,0-1 10 0 0,527-64 500 0 0,-436 51-480 0 0,-104 15-160 0 0,-2 0 47 0 0,0 0 1 0 0,0 0-1 0 0,0 1 0 0 0,0-1 0 0 0,0 0 1 0 0,0 0-1 0 0,0 0 0 0 0,0 0 0 0 0,0-1 0 0 0,0 1 1 0 0,0 0-1 0 0,0 0 0 0 0,0-1 0 0 0,0 1 1 0 0,1-1-1 0 0,6-1-768 0 0,-38 25-11396 0 0,20-20 10058 0 0,-3 3-2123 0 0,-1-2-2057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43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57 48 0 0,'8'-13'4626'0'0,"25"-31"9530"0"0,-36 89-12954 0 0,-9 56 0 0 0,0-17-671 0 0,-5 49 75 0 0,-5 43-318 0 0,21-159-85 0 0,-1-1 0 0 0,-7 32 0 0 0,9-47-74 0 0,0 0-141 0 0,0-1 0 0 0,0 0 1 0 0,0 0-1 0 0,0 0 1 0 0,0 0-1 0 0,0 1 0 0 0,0-1 1 0 0,0 0-1 0 0,0 0 0 0 0,0 0 1 0 0,0 1-1 0 0,0-1 0 0 0,0 0 1 0 0,0 0-1 0 0,0 0 0 0 0,0 1 1 0 0,0-1-1 0 0,0 0 0 0 0,0 0 1 0 0,0 0-1 0 0,0 0 0 0 0,0 1 1 0 0,0-1-1 0 0,0 0 0 0 0,0 0 1 0 0,0 0-1 0 0,0 0 0 0 0,-1 1 1 0 0,1-1-1 0 0,0 0 0 0 0,0 0 1 0 0,0 0-1 0 0,0 0 0 0 0,0 0 1 0 0,0 0-1 0 0,-1 0 0 0 0,1 1 1 0 0,0-1-1 0 0,0 0 0 0 0,0 0 1 0 0,0 0-1 0 0,-1 0 1 0 0,1 0-1 0 0,0 0 0 0 0,0 0 1 0 0,0 0-1 0 0,-1 0 0 0 0,1 0 1 0 0,0 0-1 0 0,0 0 0 0 0,0 0 1 0 0,0 0-1 0 0,-1 0 0 0 0,1 0 1 0 0,0 0-1 0 0,0 0 0 0 0,0 0 1 0 0,-1 0-1 0 0,1 0 0 0 0,0-1-197 0 0,-6-7-3147 0 0,6 8 3147 0 0,0-1-1 0 0,0 1 0 0 0,0-2 1 0 0,3-22-8927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44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31 170 164 0 0,'-5'-7'2014'0'0,"1"0"1"0"0,0 0-1 0 0,0 0 1 0 0,1 0-1 0 0,-1-1 0 0 0,-2-13 1 0 0,5 19-1363 0 0,3-13 1249 0 0,-2 13-1754 0 0,0 0-1 0 0,0 0 1 0 0,0 0 0 0 0,0 0-1 0 0,0 0 1 0 0,0 0 0 0 0,1 0-1 0 0,-1 0 1 0 0,1 0 0 0 0,-1 1 0 0 0,1-1-1 0 0,0 0 1 0 0,1-2 0 0 0,1 0-86 0 0,1 0 1 0 0,0 0 0 0 0,-1 1-1 0 0,1-1 1 0 0,0 1-1 0 0,1 0 1 0 0,-1 0 0 0 0,0 0-1 0 0,1 1 1 0 0,6-3 0 0 0,-1 1-49 0 0,0 0 0 0 0,-1 1 0 0 0,1 1 0 0 0,16-3 0 0 0,-20 4-12 0 0,1 0 0 0 0,-1 0 0 0 0,1 1 0 0 0,0-1 0 0 0,-1 2 0 0 0,1-1 0 0 0,-1 1 0 0 0,1 0 0 0 0,-1 0 0 0 0,1 1 0 0 0,-1 0 0 0 0,0 0 0 0 0,1 0 0 0 0,-1 1 0 0 0,0 0 0 0 0,8 6 0 0 0,-11-7 16 0 0,1 1-1 0 0,-1 0 0 0 0,0 0 0 0 0,0 0 0 0 0,-1 0 0 0 0,1 0 0 0 0,-1 1 0 0 0,1-1 0 0 0,-1 1 0 0 0,0 0 0 0 0,-1 0 0 0 0,1 0 0 0 0,0 0 0 0 0,-1 0 0 0 0,1 5 0 0 0,-1-2 50 0 0,0 0 1 0 0,-1 0-1 0 0,0 0 1 0 0,0 0-1 0 0,0 1 0 0 0,-1-1 1 0 0,0 0-1 0 0,-3 9 1 0 0,-3 3 195 0 0,0 1 0 0 0,-1-1 0 0 0,-1-1 0 0 0,0 0 0 0 0,-18 24 0 0 0,-8 9 1079 0 0,-2-2 1 0 0,-54 56-1 0 0,71-82-915 0 0,19-22-398 0 0,1 0 1 0 0,-1 0-1 0 0,0 0 0 0 0,1 0 0 0 0,-1 0 1 0 0,1 0-1 0 0,0 0 0 0 0,-1 0 0 0 0,1 0 1 0 0,0 0-1 0 0,0 0 0 0 0,-1 0 1 0 0,1 0-1 0 0,0 0 0 0 0,0 0 0 0 0,0 0 1 0 0,0 0-1 0 0,1 0 0 0 0,-1 1 0 0 0,0-1 1 0 0,0 0-1 0 0,1 1 0 0 0,0-1-20 0 0,0 0 1 0 0,0-1-1 0 0,0 1 0 0 0,0-1 1 0 0,0 0-1 0 0,0 1 0 0 0,0-1 1 0 0,0 0-1 0 0,0 0 0 0 0,0 1 1 0 0,0-1-1 0 0,0 0 0 0 0,0 0 1 0 0,0 0-1 0 0,0 0 0 0 0,0 0 1 0 0,2-1-1 0 0,-2 1 10 0 0,50 0 77 0 0,-1-3 0 0 0,60-10 0 0 0,-9 0 3 0 0,137-22-1012 0 0,-230 33-141 0 0,0 0 0 0 0,0-1 0 0 0,0 0 0 0 0,13-6 0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0:47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48 125 256 0 0,'-9'-43'23405'0'0,"10"42"-23386"0"0,-1 0-1 0 0,1 0 0 0 0,0 0 0 0 0,-1 0 0 0 0,1 0 0 0 0,0 0 0 0 0,0 1 0 0 0,-1-1 0 0 0,1 0 0 0 0,0 0 0 0 0,0 1 0 0 0,0-1 0 0 0,0 0 0 0 0,0 1 0 0 0,0-1 0 0 0,0 1 0 0 0,0-1 0 0 0,0 1 0 0 0,0-1 0 0 0,1 1 0 0 0,-1 0 0 0 0,0 0 1 0 0,0 0-1 0 0,2-1 0 0 0,39-5 92 0 0,-32 4-90 0 0,166-18 89 0 0,21-5 303 0 0,-117 15 610 0 0,-77 10-972 0 0,27-3 70 0 0,-27 7-56 0 0,0 0 0 0 0,0 1 0 0 0,-1-1 0 0 0,1 1 1 0 0,-1-1-1 0 0,0 1 0 0 0,0 0 0 0 0,0-1 0 0 0,0 7 0 0 0,10 50 796 0 0,-11-55-781 0 0,44 354 2260 0 0,-31-210-1954 0 0,6 74 1215 0 0,3 164-693 0 0,32 148-907 0 0,-11-111 0 0 0,-18-112 0 0 0,-25-300 0 0 0,-1 0 0 0 0,1-2 0 0 0,-1 1 0 0 0,0-2 0 0 0,0-1 0 0 0,0 2 0 0 0,0-1 0 0 0,0 3 0 0 0,0 1 0 0 0,0 0 0 0 0,0 3 0 0 0,0 3 0 0 0,7 273 0 0 0,-2-145 0 0 0,-1-68 0 0 0,-4-21 0 0 0,-2 44 0 0 0,3 92 0 0 0,15 75 0 0 0,-11-203 0 0 0,-5-54 0 0 0,0 0 0 0 0,0-3 0 0 0,0 1 0 0 0,1 3 0 0 0,0-1 0 0 0,-1-2 0 0 0,0 0 0 0 0,-1-1 0 0 0,0 0 0 0 0,1 0 0 0 0,0 0 0 0 0,0 1 0 0 0,-1 0 0 0 0,0 0 0 0 0,1 1 0 0 0,0 1 0 0 0,0-2 0 0 0,1 0 0 0 0,-1-1 0 0 0,0-10 0 0 0,0 1 0 0 0,0-1 0 0 0,0 1 0 0 0,0-1 0 0 0,0 1 0 0 0,0-1 0 0 0,0 1 0 0 0,0 0 0 0 0,0-1 0 0 0,-1 1 0 0 0,1-1 0 0 0,0 1 0 0 0,0-1 0 0 0,0 0 0 0 0,-1 1 0 0 0,1-1 0 0 0,0 1 0 0 0,-1-1 0 0 0,1 1 0 0 0,0-1 0 0 0,-1 0 0 0 0,1 1 0 0 0,0-1 0 0 0,-1 0 0 0 0,1 1 0 0 0,-1-1 0 0 0,1 0 0 0 0,-1 0 0 0 0,1 1 0 0 0,-1-1 0 0 0,1 0 0 0 0,-1 0 0 0 0,1 0 0 0 0,-1 0 0 0 0,0 1 0 0 0,1-1 0 0 0,-40 22 0 0 0,0-1 0 0 0,-2-1 0 0 0,-48 15 0 0 0,12-5 0 0 0,35-13-197 0 0,-122 51-3626 0 0,-86 28-7753 0 0,108-46-3191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11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225 382 744 0 0,'18'-41'7116'0'0,"-18"40"-6637"0"0,5-7 1470 0 0,-3 12-1852 0 0,0 0 1 0 0,0 0 0 0 0,0 1-1 0 0,-1-1 1 0 0,0 1 0 0 0,0 0-1 0 0,0-1 1 0 0,0 1 0 0 0,-1 0-1 0 0,1-1 1 0 0,-2 9 0 0 0,-7 59 372 0 0,3-41-326 0 0,-10 69 207 0 0,-4-1-1 0 0,-5-1 1 0 0,-67 174-1 0 0,89-267-341 0 0,-4 11 542 0 0,-1 0 0 0 0,-11 18 1 0 0,18-34-526 0 0,0 1 1 0 0,0-1-1 0 0,0 0 0 0 0,-1 1 1 0 0,1-1-1 0 0,0 1 1 0 0,0-1-1 0 0,-1 0 1 0 0,1 1-1 0 0,0-1 1 0 0,-1 0-1 0 0,1 0 0 0 0,0 1 1 0 0,-1-1-1 0 0,1 0 1 0 0,0 0-1 0 0,-1 1 1 0 0,1-1-1 0 0,-1 0 1 0 0,1 0-1 0 0,-1 0 0 0 0,1 0 1 0 0,0 0-1 0 0,-1 1 1 0 0,1-1-1 0 0,-1 0 1 0 0,1 0-1 0 0,-1 0 1 0 0,1 0-1 0 0,-1 0 0 0 0,1-1 1 0 0,0 1-1 0 0,-1 0 1 0 0,1 0-1 0 0,-1 0 1 0 0,0 0-1 0 0,0-1 1 0 0,0 0 0 0 0,0 0 0 0 0,-1-1 0 0 0,1 1 0 0 0,0 0 0 0 0,0 0 0 0 0,0-1 0 0 0,0 1 0 0 0,0 0 0 0 0,0-3 0 0 0,-14-34 67 0 0,7 9-69 0 0,2 0 1 0 0,2 0 0 0 0,0 0 0 0 0,2 0 0 0 0,2-37 0 0 0,4-5 17 0 0,14-70 1 0 0,-12 107-45 0 0,2 1 1 0 0,2 0 0 0 0,0 1 0 0 0,2 0-1 0 0,2 0 1 0 0,1 2 0 0 0,1 0-1 0 0,1 0 1 0 0,2 2 0 0 0,1 0 0 0 0,30-31-1 0 0,-25 32-12 0 0,2 1 0 0 0,1 1-1 0 0,1 2 1 0 0,1 0 0 0 0,1 3-1 0 0,1 0 1 0 0,0 2 0 0 0,2 1-1 0 0,0 2 1 0 0,41-12 0 0 0,-56 21 3 0 0,0 1 0 0 0,1 1 0 0 0,0 0 1 0 0,0 2-1 0 0,33-1 0 0 0,-46 3 5 0 0,-1 0 0 0 0,0 1 1 0 0,1 0-1 0 0,-1 0 0 0 0,0 0 0 0 0,1 1 0 0 0,-1 0 0 0 0,0 0 1 0 0,0 0-1 0 0,-1 1 0 0 0,1 0 0 0 0,0 0 0 0 0,-1 0 0 0 0,0 1 1 0 0,1 0-1 0 0,-2 0 0 0 0,1 0 0 0 0,0 1 0 0 0,-1-1 0 0 0,0 1 1 0 0,5 8-1 0 0,-6-9 6 0 0,-1 1 0 0 0,-1 0 0 0 0,1 0-1 0 0,-1 0 1 0 0,0 0 0 0 0,0 0 0 0 0,0 0 0 0 0,0 0 0 0 0,-1 0 0 0 0,0 0 0 0 0,0 0 0 0 0,-1 1 0 0 0,1-1 0 0 0,-1 0-1 0 0,0 0 1 0 0,-1 0 0 0 0,-2 8 0 0 0,-3 4 19 0 0,0 0-1 0 0,-1-1 0 0 0,-18 27 1 0 0,6-15-30 0 0,-2 0 1 0 0,-1-2-1 0 0,-1 0 1 0 0,-1-1-1 0 0,-1-2 0 0 0,-31 22 1 0 0,13-15 14 0 0,-1-1 0 0 0,-1-3 0 0 0,-68 29 0 0 0,95-47 1 0 0,-1-1 0 0 0,0-1 1 0 0,-34 7-1 0 0,43-11 8 0 0,-1-1 1 0 0,1-1-1 0 0,0 0 0 0 0,-1 0 0 0 0,1-1 1 0 0,0 0-1 0 0,0-1 0 0 0,-15-4 1 0 0,22 3-7 0 0,-6-4 4 0 0,4 0-9 0 0,6 7-4 0 0,0-1 0 0 0,0 1 0 0 0,0-1 0 0 0,0 1 0 0 0,0-1 0 0 0,0 1 0 0 0,0-1 0 0 0,0 1 0 0 0,0-1 0 0 0,0 1 0 0 0,0-1 0 0 0,0 1 0 0 0,0-1 0 0 0,0 1 0 0 0,1-1 0 0 0,-1 1 0 0 0,0-1 0 0 0,0 1 0 0 0,1 0 0 0 0,-1-1 0 0 0,0 1 0 0 0,0-1 0 0 0,1 1 0 0 0,-1 0 0 0 0,1-1 0 0 0,-1 1 0 0 0,0 0 0 0 0,1-1 0 0 0,-1 1 0 0 0,1 0 0 0 0,-1 0 0 0 0,1-1 0 0 0,-1 1 0 0 0,1 0 0 0 0,-1 0 0 0 0,0 0 0 0 0,1 0 0 0 0,-1 0 0 0 0,1 0 0 0 0,-1-1 0 0 0,1 1 0 0 0,0 0 0 0 0,-1 0 0 0 0,1 1 0 0 0,9 0-4 0 0,0 2-1 0 0,0-1 1 0 0,-1 2-1 0 0,1-1 1 0 0,-1 1-1 0 0,0 0 1 0 0,0 1-1 0 0,-1 0 0 0 0,14 10 1 0 0,10 11-15 0 0,30 30 0 0 0,-35-31 13 0 0,44 47-12 0 0,116 155-1 0 0,-186-226 17 0 0,3 5-289 0 0,1 0 0 0 0,0-1 0 0 0,0 0 0 0 0,0 0 0 0 0,1-1 0 0 0,-1 1 0 0 0,1-1 0 0 0,9 4 0 0 0,-10-5-212 0 0,0-1 1 0 0,0 0-1 0 0,0-1 1 0 0,1 1-1 0 0,-1-1 1 0 0,0 0-1 0 0,1-1 1 0 0,-1 1-1 0 0,1-1 1 0 0,-1 0-1 0 0,1 0 1 0 0,-1-1-1 0 0,1 1 1 0 0,-1-1 0 0 0,1-1-1 0 0,-1 1 1 0 0,9-4-1 0 0,3-3-1871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12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355 176 448 0 0,'6'-10'1264'0'0,"0"0"0"0"0,-1 0 0 0 0,0-1-1 0 0,7-21 1 0 0,-11 26-935 0 0,1 1 0 0 0,-1-1-1 0 0,0 1 1 0 0,0-1-1 0 0,-1 0 1 0 0,0 0-1 0 0,0 1 1 0 0,0-1 0 0 0,-1 0-1 0 0,1 0 1 0 0,-4-10-1 0 0,3 14-290 0 0,0 1 0 0 0,1 0 0 0 0,-1-1 0 0 0,0 1 0 0 0,0-1 0 0 0,0 1 0 0 0,0 0 0 0 0,0 0 0 0 0,-1 0 0 0 0,1 0 0 0 0,0 0 0 0 0,0 0 0 0 0,-1 0 0 0 0,1 0 0 0 0,-1 0 0 0 0,1 0 0 0 0,-1 1 0 0 0,1-1 0 0 0,-1 1 0 0 0,1-1 0 0 0,-1 1 0 0 0,1 0 0 0 0,-1-1 0 0 0,0 1 0 0 0,1 0 0 0 0,-1 0 0 0 0,0 0 0 0 0,1 0 0 0 0,-1 0 0 0 0,1 1 0 0 0,-1-1 0 0 0,0 0 0 0 0,-1 1 0 0 0,-5 1 51 0 0,0 1 1 0 0,1-1 0 0 0,0 1-1 0 0,-1 1 1 0 0,-11 6 0 0 0,-8 7-2 0 0,1 2 0 0 0,1 0 0 0 0,0 1 0 0 0,2 2 0 0 0,0 0 0 0 0,2 2-1 0 0,0 0 1 0 0,2 1 0 0 0,1 1 0 0 0,-23 42 0 0 0,39-62-68 0 0,-1 0 0 0 0,1 0-1 0 0,0 0 1 0 0,0 0 0 0 0,1 0-1 0 0,-1 0 1 0 0,1 0 0 0 0,1 1-1 0 0,-1-1 1 0 0,2 8 0 0 0,-1-12-6 0 0,0 1-1 0 0,1 0 1 0 0,-1-1 0 0 0,1 0 0 0 0,0 1 0 0 0,0-1 0 0 0,0 1 0 0 0,0-1-1 0 0,0 0 1 0 0,0 0 0 0 0,1 1 0 0 0,-1-1 0 0 0,1 0 0 0 0,-1 0-1 0 0,1-1 1 0 0,0 1 0 0 0,0 0 0 0 0,0 0 0 0 0,0-1 0 0 0,0 1-1 0 0,0-1 1 0 0,0 0 0 0 0,1 0 0 0 0,-1 0 0 0 0,0 0 0 0 0,1 0-1 0 0,2 1 1 0 0,2-1 0 0 0,-1 1 0 0 0,1-1 0 0 0,-1 0-1 0 0,1 0 1 0 0,-1-1 0 0 0,1 0 0 0 0,-1 0-1 0 0,1-1 1 0 0,-1 0 0 0 0,1 0 0 0 0,-1 0 0 0 0,1-1-1 0 0,7-2 1 0 0,-5-1-3 0 0,0 1-1 0 0,0-1 1 0 0,-1 0 0 0 0,0-1-1 0 0,0 0 1 0 0,0 0 0 0 0,14-15-1 0 0,-5 1-2 0 0,0-2 1 0 0,-2 0-1 0 0,0-1 0 0 0,-1-1 0 0 0,15-35 0 0 0,9-35-242 0 0,-37 93 199 0 0,-7 34-98 0 0,-27 110 101 0 0,30-123 37 0 0,1-1 0 0 0,1 1 0 0 0,0-1 0 0 0,2 1 0 0 0,3 26 0 0 0,-4-45-10 0 0,0 0-1 0 0,0 0 1 0 0,0 1-1 0 0,0-1 1 0 0,0 0 0 0 0,1 0-1 0 0,-1 0 1 0 0,0 0-1 0 0,1 1 1 0 0,-1-1 0 0 0,1 0-1 0 0,-1 0 1 0 0,1 0 0 0 0,0 0-1 0 0,-1 0 1 0 0,1 0-1 0 0,0 0 1 0 0,0-1 0 0 0,-1 1-1 0 0,1 0 1 0 0,0 0-1 0 0,0 0 1 0 0,0-1 0 0 0,2 2-1 0 0,-2-2-4 0 0,0 0-1 0 0,0 0 0 0 0,1-1 1 0 0,-1 1-1 0 0,0 0 0 0 0,0 0 1 0 0,1-1-1 0 0,-1 1 1 0 0,0-1-1 0 0,0 1 0 0 0,0-1 1 0 0,0 1-1 0 0,0-1 1 0 0,0 0-1 0 0,0 1 0 0 0,0-1 1 0 0,0 0-1 0 0,2-1 0 0 0,6-7-57 0 0,-1-1-1 0 0,0 0 1 0 0,9-14-1 0 0,-14 20 72 0 0,27-42-37 0 0,-11 15-24 0 0,25-29-1 0 0,-37 52 51 0 0,0 0 0 0 0,0 0 1 0 0,1 1-1 0 0,0 0 0 0 0,1 0 0 0 0,0 1 1 0 0,0 0-1 0 0,10-5 0 0 0,-16 10 13 0 0,0-1-1 0 0,0 1 0 0 0,0 0 0 0 0,0 0 1 0 0,0 0-1 0 0,0 1 0 0 0,1-1 1 0 0,-1 1-1 0 0,0-1 0 0 0,0 1 1 0 0,1 0-1 0 0,-1 0 0 0 0,0 0 1 0 0,0 1-1 0 0,0-1 0 0 0,1 1 0 0 0,-1 0 1 0 0,0 0-1 0 0,5 2 0 0 0,-3 0 12 0 0,-1 0 0 0 0,0 0 0 0 0,0 0 0 0 0,-1 0 0 0 0,1 1 0 0 0,-1-1 0 0 0,1 1-1 0 0,-1 0 1 0 0,0 0 0 0 0,-1 0 0 0 0,5 8 0 0 0,0 4 25 0 0,-1 1-1 0 0,0-1 1 0 0,-1 1 0 0 0,0 0-1 0 0,-2 1 1 0 0,2 21 0 0 0,-4-26 8 0 0,0 0 0 0 0,-1-1 1 0 0,-1 1-1 0 0,0 0 1 0 0,-1-1-1 0 0,0 1 0 0 0,-1-1 1 0 0,-8 23-1 0 0,10-33-24 0 0,1-1 0 0 0,-1 0 0 0 0,0 0 0 0 0,0 0 0 0 0,-1 0 0 0 0,1 1 0 0 0,0-1 0 0 0,0-1 1 0 0,-1 1-1 0 0,1 0 0 0 0,0 0 0 0 0,-1 0 0 0 0,1-1 0 0 0,-3 2 0 0 0,4-2-16 0 0,-2 1 88 0 0,-3-5 11 0 0,4 4-106 0 0,1 0 0 0 0,-1 0 0 0 0,1 0 0 0 0,-1-1 1 0 0,1 1-1 0 0,-1 0 0 0 0,1 0 0 0 0,-1-1 0 0 0,1 1 0 0 0,-1 0 0 0 0,1-1 0 0 0,-1 1 0 0 0,1 0 0 0 0,-1-1 0 0 0,1 1 0 0 0,0 0 0 0 0,-1-1 0 0 0,1 1 1 0 0,0-1-1 0 0,-1 0 0 0 0,-2-6 21 0 0,1 0 0 0 0,0 0 0 0 0,0 0 0 0 0,0 0 0 0 0,1 0 0 0 0,0 0 0 0 0,0-1 0 0 0,1 1 0 0 0,0 0 1 0 0,0-1-1 0 0,3-12 0 0 0,0 8-7 0 0,0 0 1 0 0,0 1 0 0 0,1 0 0 0 0,1 0-1 0 0,0 0 1 0 0,12-18 0 0 0,-5 11-6 0 0,0 1 0 0 0,2 1 0 0 0,0 0 1 0 0,0 1-1 0 0,2 1 0 0 0,0 0 1 0 0,0 1-1 0 0,20-11 0 0 0,-21 15 1 0 0,0 0 0 0 0,1 2 0 0 0,0 0 0 0 0,0 0 0 0 0,30-6 0 0 0,-18 8 9 0 0,-19 7-16 0 0,-3 1 3 0 0,-3-3-1 0 0,-1 1 0 0 0,1-1-1 0 0,0 1 1 0 0,-1 0 0 0 0,1 0 0 0 0,0 0-1 0 0,-1 0 1 0 0,1 1 0 0 0,-1-1 0 0 0,0 1-1 0 0,1-1 1 0 0,-1 1 0 0 0,0 0 0 0 0,0 0 0 0 0,0 0-1 0 0,3 4 1 0 0,-3-3 1 0 0,0 1 1 0 0,0 0-1 0 0,0 0 1 0 0,0 0-1 0 0,-1 1 0 0 0,1-1 1 0 0,-1 0-1 0 0,0 1 1 0 0,0 6-1 0 0,0 4 23 0 0,-1 1 0 0 0,-1 0 0 0 0,0-1 1 0 0,-6 27-1 0 0,1-19 20 0 0,-11 27 0 0 0,12-36-29 0 0,0 0-1 0 0,0 0 1 0 0,2 0-1 0 0,0 1 1 0 0,-2 24-1 0 0,5-37-33 0 0,0 0 0 0 0,0 0 0 0 0,0-1 1 0 0,0 1-1 0 0,0 0 0 0 0,1 0 0 0 0,-1 0 0 0 0,1-1 0 0 0,-1 1 0 0 0,1 0 0 0 0,0-1 0 0 0,-1 1 0 0 0,1-1 1 0 0,0 1-1 0 0,0-1 0 0 0,0 1 0 0 0,0-1 0 0 0,1 1 0 0 0,-1-1 0 0 0,0 0 0 0 0,3 2 0 0 0,-2-1-101 0 0,1-1-1 0 0,0 0 0 0 0,0 0 0 0 0,0 0 0 0 0,0 0 1 0 0,0 0-1 0 0,0 0 0 0 0,0-1 0 0 0,0 0 1 0 0,0 1-1 0 0,5-1 0 0 0,2-1-525 0 0,0 0-1 0 0,0-1 1 0 0,0 0 0 0 0,-1 0-1 0 0,1-1 1 0 0,16-8 0 0 0,1-3-2518 0 0,2-3-1212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13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176 241 1452 0 0,'11'-42'3855'0'0,"-3"0"0"0"0,-1 0 0 0 0,2-45 0 0 0,-9 59-1704 0 0,0 28-2138 0 0,0 1 0 0 0,0-1 0 0 0,0 0 0 0 0,0 0 0 0 0,0 0 0 0 0,0 0 0 0 0,0 0 0 0 0,0 0 0 0 0,0 0 0 0 0,0 0 0 0 0,0 0 0 0 0,0 0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0,0 0 0 0 0,0 0 0 0 0,0 0 0 0 0,-1 0 0 0 0,-3 17 331 0 0,-21 156 2018 0 0,3-16-1509 0 0,-95 358 76 0 0,105-472-891 0 0,-4 13-555 0 0,4-21-2633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13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564 103 1992 0 0,'6'-9'1432'0'0,"0"-1"0"0"0,0 1 0 0 0,-1-1 0 0 0,0 0 0 0 0,-1 0 0 0 0,6-21 0 0 0,-10 31-1386 0 0,0-1-1 0 0,0 1 1 0 0,0-1-1 0 0,0 1 0 0 0,0-1 1 0 0,0 1-1 0 0,0-1 0 0 0,0 1 1 0 0,0-1-1 0 0,0 1 0 0 0,0-1 1 0 0,0 1-1 0 0,0 0 0 0 0,-1-1 1 0 0,1 1-1 0 0,0-1 1 0 0,0 1-1 0 0,0-1 0 0 0,-1 1 1 0 0,1 0-1 0 0,0-1 0 0 0,-1 1 1 0 0,1-1-1 0 0,0 1 0 0 0,-1 0 1 0 0,1-1-1 0 0,0 1 0 0 0,-1 0 1 0 0,1 0-1 0 0,-1-1 1 0 0,1 1-1 0 0,-1 0 0 0 0,1 0 1 0 0,-1 0-1 0 0,1-1 0 0 0,0 1 1 0 0,-1 0-1 0 0,1 0 0 0 0,-1 0 1 0 0,1 0-1 0 0,-2 0 0 0 0,-20 2 543 0 0,-9 5-39 0 0,2 3 0 0 0,-55 23-1 0 0,-53 38 11 0 0,71-35-318 0 0,-148 85 444 0 0,204-115-378 0 0,12-6 30 0 0,18-8 97 0 0,-13 5-499 0 0,7-2 115 0 0,0 0 0 0 0,0 1-1 0 0,0 0 1 0 0,0 1 0 0 0,1 1 0 0 0,-1 1-1 0 0,1 0 1 0 0,-1 0 0 0 0,20 3 0 0 0,-24-1-6 0 0,0 1 0 0 0,0 1 0 0 0,0-1 0 0 0,-1 1 0 0 0,1 1 1 0 0,-1 0-1 0 0,0 0 0 0 0,0 1 0 0 0,0 0 0 0 0,0 1 0 0 0,-1 0 1 0 0,0 0-1 0 0,-1 1 0 0 0,9 8 0 0 0,9 16 70 0 0,0 0 0 0 0,-3 2-1 0 0,36 68 1 0 0,4 6 9 0 0,-60-103-331 0 0,1 0 1 0 0,0 1 0 0 0,0-1-1 0 0,1 0 1 0 0,-1-1 0 0 0,1 1 0 0 0,0-1-1 0 0,-1 1 1 0 0,2-1 0 0 0,-1 0 0 0 0,0-1-1 0 0,1 1 1 0 0,-1-1 0 0 0,1 0-1 0 0,7 3 1 0 0,-9-5-359 0 0,1 0 0 0 0,-1 0 0 0 0,1-1-1 0 0,-1 0 1 0 0,1 1 0 0 0,-1-1 0 0 0,1 0-1 0 0,-1-1 1 0 0,0 1 0 0 0,0 0 0 0 0,1-1 0 0 0,-1 0-1 0 0,3-2 1 0 0,-2 2-816 0 0,13-8-3979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13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0 127 1480 0 0,'6'-67'17440'0'0,"-5"66"-17317"0"0,0 0 0 0 0,0 0 1 0 0,0 0-1 0 0,0 0 0 0 0,0 0 0 0 0,0 1 1 0 0,0-1-1 0 0,0 0 0 0 0,0 0 0 0 0,0 1 1 0 0,0-1-1 0 0,1 1 0 0 0,-1-1 1 0 0,0 1-1 0 0,0 0 0 0 0,1-1 0 0 0,1 1 1 0 0,1-1 129 0 0,43-9 424 0 0,69-6-1 0 0,-25 4-816 0 0,-83 11 2 0 0,35-5-2488 0 0,-15 4-2839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14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1 452 0 0,'-44'22'4010'0'0,"20"-11"380"0"0,-37 25 1147 0 0,61-36-5486 0 0,0 0 0 0 0,0 1 0 0 0,-1-1-1 0 0,1 0 1 0 0,0 0 0 0 0,0 0 0 0 0,0 0-1 0 0,0 1 1 0 0,0-1 0 0 0,0 0 0 0 0,0 0-1 0 0,0 0 1 0 0,0 0 0 0 0,-1 1 0 0 0,1-1-1 0 0,0 0 1 0 0,0 0 0 0 0,0 0 0 0 0,0 1-1 0 0,0-1 1 0 0,0 0 0 0 0,0 0-1 0 0,0 0 1 0 0,0 1 0 0 0,0-1 0 0 0,0 0-1 0 0,1 0 1 0 0,-1 0 0 0 0,0 1 0 0 0,0-1-1 0 0,0 0 1 0 0,0 0 0 0 0,0 0 0 0 0,0 0-1 0 0,0 1 1 0 0,0-1 0 0 0,1 0 0 0 0,-1 0-1 0 0,0 0 1 0 0,0 0 0 0 0,0 0 0 0 0,0 1-1 0 0,0-1 1 0 0,1 0 0 0 0,-1 0 0 0 0,0 0-1 0 0,0 0 1 0 0,0 0 0 0 0,0 0 0 0 0,1 0-1 0 0,-1 0 1 0 0,0 0 0 0 0,1 0 0 0 0,16 6 1175 0 0,293-21 586 0 0,-221 9-2108 0 0,-74 5-11 0 0,119-11-3257 0 0,-111 8-860 0 0,40-12 0 0 0,-42 9-325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15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327 162 672 0 0,'-6'-12'4638'0'0,"-14"-32"2209"0"0,19 42-6416 0 0,0 0-210 0 0,0 0 0 0 0,0-1-1 0 0,0 1 1 0 0,0 0-1 0 0,0 0 1 0 0,-1-1-1 0 0,1 1 1 0 0,-1 0-1 0 0,0 1 1 0 0,-2-3 0 0 0,-3-4 1690 0 0,9-2-1517 0 0,2 6-380 0 0,0 0 0 0 0,1 0 1 0 0,-1 1-1 0 0,1 0 1 0 0,0 0-1 0 0,0 0 1 0 0,1 1-1 0 0,-1 0 0 0 0,0 0 1 0 0,7-2-1 0 0,61-14 0 0 0,-56 15-15 0 0,1 1 0 0 0,-1 0 1 0 0,1 1-1 0 0,0 1 0 0 0,-1 0 0 0 0,1 2 0 0 0,22 3 0 0 0,-34-3 0 0 0,1-1 0 0 0,-1 1-1 0 0,0 0 1 0 0,0 0 0 0 0,0 1 0 0 0,0 0 0 0 0,0 0-1 0 0,-1 0 1 0 0,1 1 0 0 0,-1 0 0 0 0,0 0-1 0 0,0 0 1 0 0,0 1 0 0 0,0-1 0 0 0,-1 1 0 0 0,0 0-1 0 0,0 1 1 0 0,0-1 0 0 0,-1 1 0 0 0,0-1-1 0 0,0 1 1 0 0,4 12 0 0 0,-5-11 0 0 0,-1 1 0 0 0,0-1 0 0 0,0 1 0 0 0,-1-1 0 0 0,1 1 0 0 0,-2 0 0 0 0,1-1 0 0 0,-1 1 0 0 0,0-1 0 0 0,-1 1 0 0 0,0-1 0 0 0,0 0 0 0 0,-1 0 0 0 0,0 0 0 0 0,0 0 0 0 0,-6 10 0 0 0,-3 3 3 0 0,-1-1-1 0 0,-1 0 1 0 0,0 0 0 0 0,-18 16 0 0 0,-5-1 17 0 0,-72 55 0 0 0,60-52 29 0 0,46-35-11 0 0,-13 9 102 0 0,15-11-110 0 0,1 1 0 0 0,0-1 0 0 0,-1 0 0 0 0,1 0 0 0 0,-1 0 1 0 0,1 0-1 0 0,-1 1 0 0 0,1-1 0 0 0,0 0 0 0 0,-1 0 0 0 0,1 0 0 0 0,-1 0 0 0 0,1 0 0 0 0,-1 0 0 0 0,1 0 0 0 0,-1 0 0 0 0,1 0 0 0 0,-1-1 0 0 0,1 1 0 0 0,0 0 0 0 0,-1 0 0 0 0,1 0 0 0 0,-1 0 0 0 0,1-1 0 0 0,0 1 0 0 0,-1 0 0 0 0,1 0 0 0 0,-1-1 0 0 0,1 1 0 0 0,0 0 0 0 0,0-1 0 0 0,-1 1 0 0 0,1-1-24 0 0,0 1-1 0 0,0 0 1 0 0,0-1-1 0 0,0 1 1 0 0,0 0 0 0 0,0-1-1 0 0,0 1 1 0 0,0 0-1 0 0,1-1 1 0 0,-1 1 0 0 0,0 0-1 0 0,0-1 1 0 0,0 1 0 0 0,0 0-1 0 0,1 0 1 0 0,-1-1-1 0 0,0 1 1 0 0,0 0 0 0 0,0 0-1 0 0,1-1 1 0 0,-1 1-1 0 0,0 0 1 0 0,1 0 0 0 0,-1 0-1 0 0,0-1 1 0 0,0 1-1 0 0,1 0 1 0 0,-1 0 0 0 0,0 0-1 0 0,1 0 1 0 0,-1 0-1 0 0,16-8 73 0 0,-11 6-26 0 0,4-2-7 0 0,1 0 0 0 0,-1 0-1 0 0,0 1 1 0 0,1 0 0 0 0,0 1-1 0 0,0 0 1 0 0,-1 1 0 0 0,1 0-1 0 0,0 0 1 0 0,0 1 0 0 0,0 0-1 0 0,0 1 1 0 0,0 0 0 0 0,0 1-1 0 0,0 0 1 0 0,0 0 0 0 0,-1 1-1 0 0,1 1 1 0 0,-1-1 0 0 0,0 1-1 0 0,0 1 1 0 0,0 0 0 0 0,-1 0-1 0 0,0 1 1 0 0,0 0 0 0 0,0 0 0 0 0,11 12-1 0 0,-13-12 5 0 0,-1 1 1 0 0,0-1-1 0 0,0 1 0 0 0,-1 0 0 0 0,0 0 1 0 0,0 0-1 0 0,-1 0 0 0 0,1 1 0 0 0,-2-1 1 0 0,1 1-1 0 0,-1 0 0 0 0,0 0 1 0 0,-1 0-1 0 0,0 0 0 0 0,0 0 0 0 0,0 0 1 0 0,-2 10-1 0 0,0-8 106 0 0,0-1 0 0 0,-1 0 0 0 0,-1 1 0 0 0,1-1 0 0 0,-1 0 0 0 0,-1 0 0 0 0,0 0 0 0 0,0-1 0 0 0,-1 1 0 0 0,0-1 0 0 0,0 0 0 0 0,-1 0 0 0 0,0-1 0 0 0,-9 10 0 0 0,3-5 159 0 0,-1-1-1 0 0,0 0 1 0 0,0 0-1 0 0,-1-1 1 0 0,0-1-1 0 0,-1-1 1 0 0,0 0 0 0 0,-28 10-1 0 0,24-12-175 0 0,-1-1 0 0 0,0 0 0 0 0,-1-2 0 0 0,1-1 0 0 0,0 0 0 0 0,-1-1 0 0 0,0-2 0 0 0,-23-2 0 0 0,2-4 3 0 0,0-1 0 0 0,-75-25 1 0 0,113 31-123 0 0,-9-5 10 0 0,0-1-14 0 0,10 7-4 0 0,1-1 1 0 0,-1 0 0 0 0,0 0 0 0 0,1 0-1 0 0,-1 0 1 0 0,1 0 0 0 0,-1 0 0 0 0,1-1-1 0 0,0 1 1 0 0,0-1 0 0 0,-2-3 0 0 0,-2-3 44 0 0,5 8-58 0 0,-12-33-232 0 0,13 32 218 0 0,-2-6-729 0 0,23 12-4904 0 0,12-2 1684 0 0,-20-1 2450 0 0,8 0-1311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30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1 205 372 0 0,'10'-39'464'0'0,"2"-2"-216"0"0,-4 1-412 0 0,1-3-156 0 0,-6 1 112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44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89 180 0 0,'-19'12'7634'0'0,"-7"-6"-3516"0"0,24-6-3272 0 0,-1 1-54 0 0,-6-2-11 0 0,1 1 1 0 0,-1-1 0 0 0,1 0-1 0 0,-16-5 1 0 0,23 6-766 0 0,0-1 1 0 0,1 1 0 0 0,-1-1-1 0 0,1 1 1 0 0,0-1-1 0 0,-1 1 1 0 0,1-1 0 0 0,-1 1-1 0 0,1-1 1 0 0,0 0 0 0 0,-1 1-1 0 0,1-1 1 0 0,0 0-1 0 0,0 1 1 0 0,-1-1 0 0 0,1 0-1 0 0,0 1 1 0 0,0-1 0 0 0,0 0-1 0 0,0 0 1 0 0,0 1 0 0 0,0-1-1 0 0,0 0 1 0 0,0 1-1 0 0,0-1 1 0 0,1 0 0 0 0,-1 1-1 0 0,0-1 1 0 0,0 0 0 0 0,1 1-1 0 0,-1-1 1 0 0,0 0-1 0 0,1 1 1 0 0,-1-1 0 0 0,0 1-1 0 0,1-1 1 0 0,0-1 0 0 0,6-4-8 0 0,0 0 1 0 0,1 0-1 0 0,0 0 1 0 0,-1 1-1 0 0,2 0 1 0 0,-1 1-1 0 0,1 0 1 0 0,-1 0 0 0 0,1 1-1 0 0,15-4 1 0 0,-4 2-17 0 0,0 0 0 0 0,0 2 0 0 0,1 1 0 0 0,20-1 0 0 0,-32 3 7 0 0,0 1-1 0 0,0-1 0 0 0,0 2 0 0 0,0-1 1 0 0,0 1-1 0 0,-1 0 0 0 0,1 1 0 0 0,-1 0 1 0 0,16 8-1 0 0,-21-9 3 0 0,1 0 0 0 0,-1 0-1 0 0,0 0 1 0 0,0 1 0 0 0,0-1 0 0 0,-1 1 0 0 0,1 0 0 0 0,-1 0 0 0 0,1 0-1 0 0,-1 0 1 0 0,0 0 0 0 0,0 1 0 0 0,0-1 0 0 0,-1 1 0 0 0,1-1 0 0 0,-1 1-1 0 0,0-1 1 0 0,0 1 0 0 0,0 0 0 0 0,0 0 0 0 0,-1-1 0 0 0,0 1-1 0 0,1 0 1 0 0,-1 0 0 0 0,-1 5 0 0 0,-1 5 7 0 0,-1 0 1 0 0,0-1-1 0 0,-1 1 0 0 0,0-1 1 0 0,-1 1-1 0 0,-1-1 0 0 0,0 0 1 0 0,-1-1-1 0 0,-15 22 1 0 0,-5 1 164 0 0,-56 59 1 0 0,-110 76 865 0 0,76-72-261 0 0,113-96-737 0 0,0 1 0 0 0,1 1 0 0 0,0-1 0 0 0,-1 0 0 0 0,1 1 0 0 0,1 0 0 0 0,-1-1 0 0 0,0 1 0 0 0,1 0 0 0 0,0 0 0 0 0,-3 7 0 0 0,5-11-33 0 0,0 1 0 0 0,0 0 0 0 0,1 0 0 0 0,-1 0 0 0 0,0-1 0 0 0,0 1 0 0 0,0 0 0 0 0,0-1 0 0 0,1 1 0 0 0,-1 0 0 0 0,0 0 0 0 0,1-1 0 0 0,-1 1 0 0 0,1-1 0 0 0,-1 1-1 0 0,1 0 1 0 0,-1-1 0 0 0,1 1 0 0 0,-1-1 0 0 0,1 1 0 0 0,-1-1 0 0 0,1 1 0 0 0,0-1 0 0 0,-1 1 0 0 0,1-1 0 0 0,0 0 0 0 0,-1 1 0 0 0,1-1 0 0 0,0 0 0 0 0,0 0 0 0 0,-1 0 0 0 0,2 1 0 0 0,25 4 76 0 0,-27-5-82 0 0,23 1 33 0 0,-1-1 1 0 0,0-1 0 0 0,43-6-1 0 0,68-23 16 0 0,-83 18-22 0 0,121-35-2847 0 0,-165 45 1423 0 0,-1 0 0 0 0,1-1 0 0 0,-1 0 1 0 0,1 0-1 0 0,-1 0 0 0 0,0 0 0 0 0,8-8 0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44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65 2176 0 0,'-1'-1'336'0'0,"0"0"0"0"0,0-1 0 0 0,0 1 0 0 0,0-1 0 0 0,0 1 0 0 0,1-1-1 0 0,-1 0 1 0 0,1 1 0 0 0,-1-1 0 0 0,1 0 0 0 0,-1 1 0 0 0,1-1 0 0 0,0 0 0 0 0,0 1-1 0 0,0-1 1 0 0,0 0 0 0 0,0 0 0 0 0,0 1 0 0 0,1-1 0 0 0,-1 0 0 0 0,0 1 0 0 0,2-3 0 0 0,-1 2-78 0 0,0 1 1 0 0,0-1-1 0 0,1 1 1 0 0,-1-1-1 0 0,1 1 1 0 0,-1-1-1 0 0,1 1 1 0 0,0 0-1 0 0,-1 0 1 0 0,1 0-1 0 0,0 0 1 0 0,0 0 0 0 0,0 0-1 0 0,-1 1 1 0 0,5-2-1 0 0,2 0 228 0 0,1 1-1 0 0,-1 0 1 0 0,0 0-1 0 0,0 1 1 0 0,1 0-1 0 0,-1 0 1 0 0,16 3-1 0 0,-5 2-189 0 0,0 1-1 0 0,-1 0 1 0 0,0 1 0 0 0,0 1-1 0 0,-1 1 1 0 0,0 1-1 0 0,-1 0 1 0 0,0 1-1 0 0,0 1 1 0 0,-1 0 0 0 0,-1 1-1 0 0,0 0 1 0 0,0 2-1 0 0,-2-1 1 0 0,0 2-1 0 0,16 25 1 0 0,-16-20-189 0 0,-2 0 0 0 0,0 0 0 0 0,-1 1 0 0 0,-1 1 0 0 0,-1-1 0 0 0,-2 1 0 0 0,0 0 0 0 0,-1 1 0 0 0,-1-1 0 0 0,-1 1 0 0 0,-1-1 1 0 0,-2 1-1 0 0,-3 31 0 0 0,-2-18-53 0 0,-2 0 1 0 0,-1-1 0 0 0,-2 0 0 0 0,-1 0-1 0 0,-2-1 1 0 0,-27 50 0 0 0,14-40-163 0 0,-1-2 1 0 0,-2 0 0 0 0,-2-2 0 0 0,-43 42-1 0 0,-27 14-3042 0 0,66-66-1225 0 0,1-2-4143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46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282 297 1884 0 0,'5'-25'6355'0'0,"-4"23"-5906"0"0,-1 0 0 0 0,0 0 0 0 0,1 0 1 0 0,-1 0-1 0 0,0 0 0 0 0,0 0 0 0 0,-6-7 3020 0 0,6 10-3430 0 0,-6 12 869 0 0,-69 185 2967 0 0,-55 90-3241 0 0,81-182-339 0 0,31-74 101 0 0,14-27 170 0 0,11-22-372 0 0,84-186-38 0 0,70-141-313 0 0,-137 296 154 0 0,47-87-18 0 0,-55 108-48 0 0,1 1 1 0 0,38-43 0 0 0,-54 67 61 0 0,1 0 0 0 0,0 0 0 0 0,-1 0 0 0 0,1 1 0 0 0,0-1 0 0 0,0 1 0 0 0,0-1 0 0 0,0 1 1 0 0,0 0-1 0 0,0 0 0 0 0,1 0 0 0 0,-1 0 0 0 0,0 0 0 0 0,1 0 0 0 0,-1 1 0 0 0,0-1 0 0 0,1 1 1 0 0,-1-1-1 0 0,1 1 0 0 0,-1 0 0 0 0,4 0 0 0 0,-4 1 31 0 0,0 0 1 0 0,0 0 0 0 0,0 0-1 0 0,-1 0 1 0 0,1 0-1 0 0,0 0 1 0 0,0 0-1 0 0,0 0 1 0 0,-1 1-1 0 0,1-1 1 0 0,-1 1-1 0 0,1-1 1 0 0,-1 1-1 0 0,0 0 1 0 0,1-1-1 0 0,-1 1 1 0 0,0 0-1 0 0,0 0 1 0 0,0 0-1 0 0,0 0 1 0 0,-1 0-1 0 0,1 0 1 0 0,0 0-1 0 0,0 4 1 0 0,3 15 135 0 0,-1 0-1 0 0,0 1 1 0 0,-1 41-1 0 0,-11 68 473 0 0,3-59 276 0 0,-3 39-12 0 0,-5 100-147 0 0,13-163-671 0 0,2 0 0 0 0,11 64 0 0 0,-10-94-60 0 0,5 19 147 0 0,-6-35-152 0 0,0 0 0 0 0,0 0-1 0 0,0 0 1 0 0,-1 0 0 0 0,2 0-1 0 0,-1-1 1 0 0,0 1-1 0 0,0 0 1 0 0,0-1 0 0 0,1 1-1 0 0,-1-1 1 0 0,1 0 0 0 0,-1 1-1 0 0,1-1 1 0 0,1 1-1 0 0,-1-1-63 0 0,0-1 0 0 0,-1 0 0 0 0,1 1 0 0 0,0-1 0 0 0,0 0 0 0 0,-1 0 0 0 0,1 0 0 0 0,0 0 0 0 0,-1 0 0 0 0,1-1 0 0 0,0 1 0 0 0,-1-1-1 0 0,1 1 1 0 0,-1-1 0 0 0,1 1 0 0 0,2-2 0 0 0,24-14-1767 0 0,-16 6-128 0 0,1 0 1 0 0,-1-1 0 0 0,15-18 0 0 0,-21 21 189 0 0,-1 1-1 0 0,0-1 1 0 0,0 1 0 0 0,5-14-1 0 0,-4 7-3022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47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84 1628 0 0,'-132'26'11423'0'0,"132"-26"-11354"0"0,-1 1 1 0 0,1-1-1 0 0,-1 0 0 0 0,0 0 0 0 0,1 0 1 0 0,-1 1-1 0 0,1-1 0 0 0,-1 0 0 0 0,0 1 0 0 0,1-1 1 0 0,-1 0-1 0 0,1 1 0 0 0,-1-1 0 0 0,1 1 0 0 0,-1-1 1 0 0,1 1-1 0 0,0-1 0 0 0,-1 2 0 0 0,1-2-42 0 0,0 0 0 0 0,0 0 0 0 0,0 1 0 0 0,0-1 0 0 0,0 0 0 0 0,0 0 0 0 0,0 1 0 0 0,0-1 0 0 0,0 0 0 0 0,0 0 0 0 0,0 0 0 0 0,0 1 0 0 0,0-1-1 0 0,0 0 1 0 0,1 0 0 0 0,-1 0 0 0 0,0 1 0 0 0,0-1 0 0 0,0 0 0 0 0,0 0 0 0 0,1 0 0 0 0,-1 0 0 0 0,0 1 0 0 0,0-1 0 0 0,0 0 0 0 0,1 0 0 0 0,-1 0 0 0 0,0 0-1 0 0,0 0 1 0 0,0 0 0 0 0,1 0 0 0 0,-1 0 0 0 0,0 0 0 0 0,0 0 0 0 0,1 1 0 0 0,-1-1 0 0 0,0 0 0 0 0,0 0 0 0 0,1-1 0 0 0,-1 1 0 0 0,0 0 0 0 0,0 0 0 0 0,0 0 0 0 0,1 0-1 0 0,-1 0 1 0 0,0 0 0 0 0,0 0 0 0 0,1 0 0 0 0,-1 0 0 0 0,0 0 0 0 0,52-8-208 0 0,0-1-1 0 0,51-16 1 0 0,-42 9-1008 0 0,163-36-6478 0 0,-181 40 3731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47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26 1036 0 0,'-7'16'18412'0'0,"8"-15"-18307"0"0,1 0 1 0 0,-1 0-1 0 0,1 0 1 0 0,0-1-1 0 0,-1 1 1 0 0,1-1-1 0 0,0 1 1 0 0,0-1-1 0 0,-1 0 1 0 0,1 0-1 0 0,0 0 0 0 0,0 1 1 0 0,-1-2-1 0 0,1 1 1 0 0,3 0-1 0 0,36-7 392 0 0,-21 3-299 0 0,63-13 137 0 0,-4 1-3674 0 0,-27 12-4982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47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0 200 0 0,'-39'30'6051'0'0,"20"-17"-1490"0"0,-28 26 1 0 0,47-39-4521 0 0,-1 0 1 0 0,1 1-1 0 0,-1-1 1 0 0,1 0-1 0 0,0 1 1 0 0,-1-1-1 0 0,1 0 0 0 0,0 1 1 0 0,-1-1-1 0 0,1 0 1 0 0,0 1-1 0 0,-1-1 0 0 0,1 1 1 0 0,0-1-1 0 0,0 1 1 0 0,0-1-1 0 0,-1 1 0 0 0,1-1 1 0 0,0 1-1 0 0,0-1 1 0 0,0 0-1 0 0,0 1 0 0 0,0-1 1 0 0,0 1-1 0 0,0-1 1 0 0,0 1-1 0 0,0-1 0 0 0,0 1 1 0 0,0-1-1 0 0,0 1 1 0 0,0-1-1 0 0,1 1 1 0 0,0 0-6 0 0,-1 0 1 0 0,1-1-1 0 0,0 1 1 0 0,0-1-1 0 0,0 1 1 0 0,0-1 0 0 0,0 1-1 0 0,0-1 1 0 0,0 0-1 0 0,0 1 1 0 0,0-1 0 0 0,0 0-1 0 0,0 0 1 0 0,1 0-1 0 0,36 0 62 0 0,-37 0-86 0 0,151-24-4047 0 0,-56 0-1701 0 0,-43 9 512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48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1000 61 1516 0 0,'4'-17'16562'0'0,"-4"10"-16394"0"0,0 6 198 0 0,-8-7 273 0 0,3 5-592 0 0,1 0 0 0 0,-1 0-1 0 0,0 1 1 0 0,0-1 0 0 0,0 1 0 0 0,0 0 0 0 0,-1 0-1 0 0,1 1 1 0 0,0 0 0 0 0,-1 0 0 0 0,1 0-1 0 0,-1 0 1 0 0,1 1 0 0 0,-9 0 0 0 0,-5-1 5 0 0,11 0-64 0 0,0 1 0 0 0,0 0 0 0 0,0 0 0 0 0,0 0 0 0 0,0 1 0 0 0,1 0 0 0 0,-1 0 0 0 0,0 1 0 0 0,1 0 0 0 0,-1 1 0 0 0,1 0 0 0 0,-1 0 0 0 0,1 0 0 0 0,0 1 0 0 0,0 0 0 0 0,1 0 0 0 0,-1 1 0 0 0,1 0 0 0 0,0 0 0 0 0,0 0 1 0 0,1 1-1 0 0,-1 0 0 0 0,1 0 0 0 0,1 0 0 0 0,-1 1 0 0 0,-4 9 0 0 0,-3 7-63 0 0,0 1 0 0 0,2 1 0 0 0,1-1 0 0 0,-7 34 0 0 0,-15 107-89 0 0,24-125 262 0 0,-49 334 836 0 0,-17 96-503 0 0,-71 446 373 0 0,85-522-649 0 0,-21 202 1411 0 0,24-169-1027 0 0,9-68-223 0 0,35-279-253 0 0,-39 200 76 0 0,41-243-132 0 0,-7 58-1 0 0,17-92 3 0 0,-1 1 0 0 0,1-1 0 0 0,0 0 0 0 0,0 0 0 0 0,0 0 0 0 0,0 0 0 0 0,1 0 0 0 0,-1 0 0 0 0,1 0 0 0 0,0 0 0 0 0,0 0 0 0 0,0 0 0 0 0,0 0 0 0 0,0 0 0 0 0,1 0 0 0 0,-1-1 0 0 0,1 1 0 0 0,0 0 0 0 0,-1-1 0 0 0,2 0 0 0 0,-1 1 0 0 0,4 3 0 0 0,0-3 29 0 0,0 1 0 0 0,1-1 0 0 0,0 0 0 0 0,-1 0 0 0 0,1-1-1 0 0,0 0 1 0 0,0 0 0 0 0,11 1 0 0 0,25 3-171 0 0,1-2 0 0 0,76-1 0 0 0,87-18-2012 0 0,-188 14 1883 0 0,219-29-4799 0 0,-81 0-1879 0 0,-52 7-598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49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40 80 0 0,'-18'-7'21174'0'0,"26"1"-22891"0"0,1 1 1715 0 0,0 1 0 0 0,1 0-1 0 0,0 1 1 0 0,-1 0 0 0 0,1 1-1 0 0,0 0 1 0 0,1 0 0 0 0,19 0-1 0 0,-25 2-12 0 0,0 0-1 0 0,1 1 0 0 0,-1 0 1 0 0,0 0-1 0 0,0 0 0 0 0,0 0 1 0 0,0 1-1 0 0,9 4 0 0 0,-11-5 17 0 0,-1 1 0 0 0,1-1-1 0 0,-1 1 1 0 0,1 0 0 0 0,-1 0-1 0 0,0 0 1 0 0,0 0 0 0 0,0 0-1 0 0,0 1 1 0 0,-1-1-1 0 0,1 0 1 0 0,0 1 0 0 0,-1 0-1 0 0,0-1 1 0 0,0 1 0 0 0,2 5-1 0 0,-2-1 15 0 0,0-1 0 0 0,0 1-1 0 0,-1-1 1 0 0,0 1 0 0 0,0 0-1 0 0,-1-1 1 0 0,0 1-1 0 0,0-1 1 0 0,-1 1 0 0 0,1-1-1 0 0,-1 1 1 0 0,-1-1-1 0 0,1 0 1 0 0,-6 8 0 0 0,-4 9 21 0 0,-1-1 0 0 0,-21 26 0 0 0,-14 14 101 0 0,-64 63 0 0 0,97-105-36 0 0,15-20-96 0 0,0 0 1 0 0,0 0-1 0 0,-1 1 1 0 0,1-1 0 0 0,0 0-1 0 0,0 0 1 0 0,0 1 0 0 0,-1-1-1 0 0,1 0 1 0 0,0 1 0 0 0,0-1-1 0 0,0 0 1 0 0,0 1-1 0 0,0-1 1 0 0,-1 0 0 0 0,1 1-1 0 0,0-1 1 0 0,0 0 0 0 0,0 1-1 0 0,0-1 1 0 0,0 0 0 0 0,0 1-1 0 0,0-1 1 0 0,0 0-1 0 0,0 1 1 0 0,0-1 0 0 0,0 0-1 0 0,1 0 1 0 0,-1 1 0 0 0,0-1-1 0 0,0 0 1 0 0,0 1 0 0 0,1-1-1 0 0,11 4 217 0 0,24-6 106 0 0,-30 1-307 0 0,367-40 468 0 0,-239 27-136 0 0,-104 9-1011 0 0,-27 5 20 0 0,14-3-6500 0 0,-3 3 2374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50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99 1144 0 0,'-1'-2'561'0'0,"0"0"0"0"0,0 0 0 0 0,0 0 0 0 0,1 1 0 0 0,-1-1 0 0 0,1 0 0 0 0,-1 0 0 0 0,1 0 0 0 0,0 0 0 0 0,0 0 0 0 0,0 0 0 0 0,0 0 0 0 0,0 0 0 0 0,0 0 0 0 0,0 0 0 0 0,0 0 0 0 0,1 0 0 0 0,-1 0 0 0 0,1 0 0 0 0,1-2 0 0 0,-1 1-279 0 0,1 1 1 0 0,0-1-1 0 0,0 1 0 0 0,0-1 1 0 0,0 1-1 0 0,1 0 1 0 0,-1 0-1 0 0,1 0 0 0 0,-1 0 1 0 0,1 0-1 0 0,4-2 0 0 0,4-1-229 0 0,-1 1 0 0 0,1 0 0 0 0,0 1 0 0 0,0 0 0 0 0,0 0 0 0 0,12 0 0 0 0,-12 2-32 0 0,-1 1 1 0 0,1 0-1 0 0,0 0 0 0 0,0 1 0 0 0,-1 1 0 0 0,1 0 0 0 0,-1 0 1 0 0,21 8-1 0 0,-27-8-14 0 0,0 0 0 0 0,0 0 0 0 0,-1 0 0 0 0,1 0 0 0 0,0 1 0 0 0,-1 0 0 0 0,1-1 0 0 0,-1 1 0 0 0,0 1 0 0 0,5 5 0 0 0,-7-7 5 0 0,1 1 0 0 0,-1 0 0 0 0,1-1 0 0 0,-1 1 0 0 0,0 0 0 0 0,0 0 1 0 0,0 0-1 0 0,-1 0 0 0 0,1 0 0 0 0,-1 0 0 0 0,1 0 0 0 0,-1 0 0 0 0,0 0 1 0 0,0 0-1 0 0,-1 0 0 0 0,1 0 0 0 0,-1 3 0 0 0,-1 3 16 0 0,-1 0-1 0 0,0 0 0 0 0,0 0 1 0 0,-1-1-1 0 0,0 1 0 0 0,0-1 1 0 0,-8 10-1 0 0,-5 5 57 0 0,-21 20-1 0 0,-6 9 360 0 0,44-51-236 0 0,-9 9 666 0 0,6-7 91 0 0,12-1-779 0 0,-6-1-144 0 0,28 0 35 0 0,-22 1-89 0 0,0 0 0 0 0,-1 0 0 0 0,1 0 0 0 0,0 2 0 0 0,-1-1 0 0 0,1 1 0 0 0,-1 0 0 0 0,0 0 0 0 0,0 1 0 0 0,11 10 0 0 0,2 2 1 0 0,-2 1-1 0 0,23 26 1 0 0,-33-34 58 0 0,-1 1 0 0 0,1 0 0 0 0,-2 0-1 0 0,1 1 1 0 0,-1 0 0 0 0,-1 0 0 0 0,-1 0-1 0 0,8 24 1 0 0,-12-32 74 0 0,1 1 0 0 0,-2 0-1 0 0,1 0 1 0 0,0 0 0 0 0,-1 0-1 0 0,0 0 1 0 0,0 0 0 0 0,-1 0-1 0 0,1 0 1 0 0,-1 0 0 0 0,0 0-1 0 0,0-1 1 0 0,-1 1 0 0 0,0 0-1 0 0,1-1 1 0 0,-2 1 0 0 0,1-1-1 0 0,0 1 1 0 0,-1-1 0 0 0,0 0-1 0 0,0 0 1 0 0,0 0 0 0 0,0-1-1 0 0,-1 1 1 0 0,1-1 0 0 0,-1 1 0 0 0,-5 2-1 0 0,0 1 36 0 0,-1-1-1 0 0,0 0 1 0 0,-1-1 0 0 0,0 0-1 0 0,1 0 1 0 0,-2-1-1 0 0,1-1 1 0 0,0 0 0 0 0,-1 0-1 0 0,-18 1 1 0 0,14-3-206 0 0,0-1 1 0 0,0 0-1 0 0,0-2 1 0 0,1 1-1 0 0,-1-2 1 0 0,1 0-1 0 0,-22-8 1 0 0,33 9-386 0 0,0 1 0 0 0,0-1 1 0 0,0 0-1 0 0,0 0 0 0 0,0-1 0 0 0,0 0 0 0 0,-5-4 0 0 0,-4-10-3973 0 0,7-3-3526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51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2 110 1588 0 0,'-2'-10'13349'0'0,"2"10"-13180"0"0,0-1-1 0 0,0 1 0 0 0,0-1 0 0 0,0 1 0 0 0,0-1 0 0 0,1 0 0 0 0,-1 1 1 0 0,0-1-1 0 0,0 1 0 0 0,0-1 0 0 0,0 1 0 0 0,1-1 0 0 0,-1 1 1 0 0,0-1-1 0 0,1 1 0 0 0,-1 0 0 0 0,0-1 0 0 0,1 1 0 0 0,-1-1 0 0 0,0 1 1 0 0,1 0-1 0 0,-1-1 0 0 0,1 1 0 0 0,-1 0 0 0 0,1-1 0 0 0,-1 1 1 0 0,1 0-1 0 0,-1 0 0 0 0,1-1 0 0 0,-1 1 0 0 0,1 0 0 0 0,-1 0 0 0 0,1 0 1 0 0,24-4-925 0 0,-18 3 1195 0 0,-3 0-426 0 0,246-43 273 0 0,-141 15 1050 0 0,-108 28-1319 0 0,26-5-147 0 0,-25 5-198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51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40 2656 0 0,'0'-12'8474'0'0,"-4"-16"2754"0"0,3 42-11260 0 0,-1 32 1814 0 0,-13 64 0 0 0,3-23-1260 0 0,7-35-352 0 0,-22 152 242 0 0,17-145-1776 0 0,9-49-2765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52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51 196 0 0,'0'0'20652'0'0,"0"1"-20624"0"0,0-1-1 0 0,1 1 1 0 0,-1-1 0 0 0,0 0-1 0 0,0 1 1 0 0,0-1 0 0 0,0 0-1 0 0,0 1 1 0 0,0-1 0 0 0,0 0-1 0 0,1 1 1 0 0,-1-1 0 0 0,0 0-1 0 0,0 1 1 0 0,0-1 0 0 0,1 0-1 0 0,-1 1 1 0 0,0-1 0 0 0,0 0 0 0 0,1 0-1 0 0,-1 1 1 0 0,0-1 0 0 0,1 0-1 0 0,-1 0 1 0 0,0 0 0 0 0,1 0-1 0 0,-1 1 1 0 0,1-1 0 0 0,213-18 1456 0 0,-124 8-1371 0 0,25-9 387 0 0,-113 18-478 0 0,17-3 7 0 0,2 0-1758 0 0,-11 0-1678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52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85 520 0 0,'13'-34'10293'0'0,"-10"30"-8886"0"0,-1 0 0 0 0,-1-1 0 0 0,1 1-1 0 0,0 0 1 0 0,-1-1 0 0 0,0 1 0 0 0,0-1-1 0 0,0-6 1 0 0,-1 11-1367 0 0,1 0-1 0 0,-1 0 1 0 0,0 0-1 0 0,0 0 1 0 0,0 0 0 0 0,0 0-1 0 0,0 1 1 0 0,0-1-1 0 0,0 0 1 0 0,1 0 0 0 0,-1 0-1 0 0,0 0 1 0 0,0 0-1 0 0,0 0 1 0 0,0 0-1 0 0,0 0 1 0 0,1 0 0 0 0,-1 0-1 0 0,0 0 1 0 0,0 0-1 0 0,0 0 1 0 0,0 0-1 0 0,0-1 1 0 0,0 1 0 0 0,1 0-1 0 0,-1 0 1 0 0,0 0-1 0 0,0 0 1 0 0,0 0-1 0 0,0 0 1 0 0,0 0 0 0 0,0 0-1 0 0,0 0 1 0 0,0 0-1 0 0,1 0 1 0 0,-1-1 0 0 0,0 1-1 0 0,0 0 1 0 0,0 0-1 0 0,0 0 1 0 0,0 0-1 0 0,0 0 1 0 0,0 0 0 0 0,0-1-1 0 0,0 1 1 0 0,0 0-1 0 0,0 0 1 0 0,0 0-1 0 0,0 0 1 0 0,0 0 0 0 0,0 0-1 0 0,0-1 1 0 0,0 1-1 0 0,0 0 1 0 0,0 0-1 0 0,0 0 1 0 0,0 0 0 0 0,0 0-1 0 0,0 0 1 0 0,0-1-1 0 0,0 1 1 0 0,0 0 0 0 0,0 0-1 0 0,0 0 1 0 0,0 0-1 0 0,-1 0 1 0 0,4 12 522 0 0,-18 127 1222 0 0,-28 108-1028 0 0,30-177-737 0 0,0 10-29 0 0,-14 66-667 0 0,25-139-420 0 0,-1 6-4073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53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39 1404 0 0,'25'-28'9232'0'0,"-12"18"-4358"0"0,-13 10-4810 0 0,1 0 0 0 0,-1-1 0 0 0,0 1 0 0 0,0 0 0 0 0,1 0 0 0 0,-1 0 0 0 0,0 0-1 0 0,0 0 1 0 0,1 0 0 0 0,-1 0 0 0 0,0 0 0 0 0,1 0 0 0 0,-1 0 0 0 0,0 0 0 0 0,0 0 0 0 0,1 0-1 0 0,-1 0 1 0 0,0 0 0 0 0,0 1 0 0 0,1-1 0 0 0,-1 0 0 0 0,0 0 0 0 0,0 0 0 0 0,1 0 0 0 0,-1 0 0 0 0,0 1-1 0 0,0-1 1 0 0,0 0 0 0 0,1 0 0 0 0,0 2-34 0 0,-1 0 1 0 0,1 1-1 0 0,0-1 0 0 0,-1 0 0 0 0,0 0 1 0 0,1 0-1 0 0,-1 0 0 0 0,0 0 0 0 0,0 1 1 0 0,0-1-1 0 0,-1 3 0 0 0,-10 131 2238 0 0,-38 188 0 0 0,44-299-2098 0 0,-5 22 159 0 0,9-46-295 0 0,0 5 409 0 0,1 10-4743 0 0,0-16 4091 0 0,38 4-10512 0 0,-14-8 5053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54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54 1572 0 0,'0'0'1612'0'0,"-24"-11"5632"0"0,-6 8 2023 0 0,44 4-9267 0 0,57-3 743 0 0,0-4 0 0 0,86-16-1 0 0,-154 21-704 0 0,18-1-972 0 0,10-6-11220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54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29 2616 0 0,'19'-28'17293'0'0,"-16"38"-16977"0"0,-7 49 1845 0 0,-3 0 0 0 0,-22 98 0 0 0,15-89-1741 0 0,-34 123-269 0 0,46-179-2158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55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2384 0 0,'0'0'12331'0'0,"17"-4"-11730"0"0,79-5-6 0 0,131-5 770 0 0,-196 10-726 0 0,-27 4-574 0 0,-2 0-9 0 0,5-1-24 0 0,-5 0-92 0 0,9 0-149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56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90 60 0 0,'5'-33'9920'0'0,"-5"30"-9348"0"0,1 0-1 0 0,1 1 1 0 0,-1-1 0 0 0,0 0-1 0 0,1 1 1 0 0,-1 0 0 0 0,4-5 0 0 0,-2 4-438 0 0,1 0 0 0 0,-1 0 1 0 0,1 1-1 0 0,-1-1 1 0 0,1 1-1 0 0,0 0 1 0 0,0 0-1 0 0,0 0 1 0 0,0 1-1 0 0,0-1 1 0 0,0 1-1 0 0,0 0 1 0 0,7-1-1 0 0,-7 1-123 0 0,-1 1 1 0 0,1-1-1 0 0,0 0 0 0 0,0 1 1 0 0,0 0-1 0 0,0 0 0 0 0,0 0 1 0 0,0 1-1 0 0,-1-1 0 0 0,1 1 1 0 0,0 0-1 0 0,0 0 0 0 0,0 0 1 0 0,-1 0-1 0 0,1 1 0 0 0,-1-1 1 0 0,1 1-1 0 0,-1 0 0 0 0,0 0 0 0 0,1 1 1 0 0,-1-1-1 0 0,0 0 0 0 0,0 1 1 0 0,-1 0-1 0 0,1 0 0 0 0,-1 0 1 0 0,1 0-1 0 0,-1 0 0 0 0,0 0 1 0 0,0 1-1 0 0,2 4 0 0 0,-2-1 42 0 0,-1 0 1 0 0,0 0-1 0 0,0 0 0 0 0,0 1 0 0 0,-1-1 0 0 0,0 0 1 0 0,-1 0-1 0 0,1 0 0 0 0,-1 0 0 0 0,-1 0 0 0 0,1 0 1 0 0,-1 0-1 0 0,-1 0 0 0 0,-3 9 0 0 0,-2 1 180 0 0,-1 0-1 0 0,0 0 0 0 0,-2-1 0 0 0,-14 19 1 0 0,-14 10 1378 0 0,-80 71 1 0 0,72-70-1134 0 0,46-45-433 0 0,1 0-40 0 0,0 0 0 0 0,0-1-1 0 0,1 1 1 0 0,-1 0 0 0 0,0-1 0 0 0,0 1-1 0 0,1 0 1 0 0,-1-1 0 0 0,0 1 0 0 0,1-1 0 0 0,-1 1-1 0 0,1-1 1 0 0,-1 1 0 0 0,1-1 0 0 0,-1 1-1 0 0,1-1 1 0 0,-1 1 0 0 0,1-1 0 0 0,-1 1-1 0 0,1-1 1 0 0,0 0 0 0 0,-1 1 0 0 0,1-1 0 0 0,-1 0-1 0 0,1 0 1 0 0,0 0 0 0 0,-1 1 0 0 0,1-1-1 0 0,0 0 1 0 0,1 0 0 0 0,24 2 84 0 0,-23-2-89 0 0,300-22 302 0 0,-166 8-88 0 0,-132 14-631 0 0,33-5-2314 0 0,-26 2-1444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56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1712 0 0,'0'0'16367'0'0,"11"-7"-15722"0"0,263-3 1170 0 0,-158 0 2271 0 0,-114 9-3803 0 0,31-2 529 0 0,-30 3-660 0 0,0 0-114 0 0,2-1-532 0 0,2 0 2604 0 0,-2 0-3936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57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58 2816 0 0,'12'-24'9344'0'0,"5"-10"824"0"0,-19 42-10134 0 0,0 0 0 0 0,0 0 0 0 0,0 0 0 0 0,-1 0 0 0 0,-4 9 0 0 0,2-6-17 0 0,-24 72 156 0 0,26-73-159 0 0,0 1 0 0 0,1 0 0 0 0,1-1 1 0 0,0 1-1 0 0,0 22 0 0 0,1-30-9 0 0,1 0 1 0 0,-1 1-1 0 0,1-1 0 0 0,0 0 1 0 0,-1 0-1 0 0,2 0 0 0 0,-1 0 1 0 0,0 0-1 0 0,0 0 1 0 0,1-1-1 0 0,0 1 0 0 0,-1 0 1 0 0,1-1-1 0 0,0 1 0 0 0,0-1 1 0 0,1 1-1 0 0,-1-1 1 0 0,0 0-1 0 0,1 0 0 0 0,-1 0 1 0 0,1 0-1 0 0,0-1 0 0 0,-1 1 1 0 0,1-1-1 0 0,0 0 1 0 0,0 1-1 0 0,0-1 0 0 0,0-1 1 0 0,0 1-1 0 0,1 0 0 0 0,-1-1 1 0 0,4 1-1 0 0,2 0 14 0 0,0-1 0 0 0,1 0-1 0 0,-1-1 1 0 0,0 0 0 0 0,0 0 0 0 0,0-1-1 0 0,0 0 1 0 0,0-1 0 0 0,-1 1-1 0 0,10-6 1 0 0,2-3 129 0 0,0-1 0 0 0,-1-1 0 0 0,-1-1 0 0 0,0-1 0 0 0,24-26 1 0 0,36-28 4051 0 0,-77 68-4116 0 0,-1 1-70 0 0,1 1 0 0 0,-1-1 0 0 0,1 0 0 0 0,-1 0 0 0 0,1 1 0 0 0,-1-1 0 0 0,1 0 0 0 0,-1 1 0 0 0,1-1 0 0 0,-1 1 0 0 0,1-1 0 0 0,-1 0 0 0 0,0 1 0 0 0,1-1 0 0 0,-1 1 0 0 0,0-1 0 0 0,0 1 0 0 0,1-1 0 0 0,-1 1 0 0 0,0 0 0 0 0,0-1 0 0 0,0 1 0 0 0,0-1 0 0 0,1 1 0 0 0,-1-1 1 0 0,0 1-1 0 0,0 0 0 0 0,0-1 0 0 0,0 1 0 0 0,0-1 0 0 0,0 1 0 0 0,-1-1 0 0 0,1 2 0 0 0,-3 21 246 0 0,3-22-255 0 0,-76 338-1268 0 0,45-227-4365 0 0,-4-2-5575 0 0,24-80 2596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58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36 1332 0 0,'-20'-11'11358'0'0,"16"9"-10809"0"0,-5-5 2518 0 0,9 7-3051 0 0,0-1 0 0 0,0 1 1 0 0,0 0-1 0 0,0 0 1 0 0,0-1-1 0 0,0 1 0 0 0,0 0 1 0 0,0 0-1 0 0,0-1 0 0 0,0 1 1 0 0,0 0-1 0 0,0 0 1 0 0,0-1-1 0 0,0 1 0 0 0,1 0 1 0 0,-1 0-1 0 0,0-1 0 0 0,0 1 1 0 0,0 0-1 0 0,0 0 1 0 0,0 0-1 0 0,1-1 0 0 0,-1 1 1 0 0,0 0-1 0 0,0 0 1 0 0,0 0-1 0 0,0 0 0 0 0,1-1 1 0 0,-1 1-1 0 0,0 0 0 0 0,0 0 1 0 0,1 0-1 0 0,-1 0 1 0 0,0 0-1 0 0,0 0 0 0 0,1 0 1 0 0,-1 0-1 0 0,0-1 1 0 0,0 1-1 0 0,1 0 0 0 0,-1 0 1 0 0,0 0-1 0 0,0 0 0 0 0,1 0 1 0 0,-1 0-1 0 0,0 1 1 0 0,19-5 49 0 0,-1 2 1 0 0,1 0 0 0 0,-1 2 0 0 0,1 0 0 0 0,-1 1 0 0 0,29 4 0 0 0,-43-4-61 0 0,0-1 1 0 0,0 1-1 0 0,0 0 1 0 0,0 1-1 0 0,0-1 1 0 0,0 1-1 0 0,0-1 1 0 0,0 1-1 0 0,-1 0 1 0 0,1 1-1 0 0,-1-1 1 0 0,6 5-1 0 0,-7-5 2 0 0,-1-1 0 0 0,1 1-1 0 0,-1 0 1 0 0,0 0 0 0 0,0 0 0 0 0,0 0-1 0 0,0 0 1 0 0,0 0 0 0 0,0 0 0 0 0,-1 0 0 0 0,1 0-1 0 0,0 0 1 0 0,-1 0 0 0 0,0 0 0 0 0,0 0-1 0 0,1 1 1 0 0,-1-1 0 0 0,0 0 0 0 0,-1 0-1 0 0,1 0 1 0 0,0 1 0 0 0,-1-1 0 0 0,1 0 0 0 0,-2 3-1 0 0,-3 7 22 0 0,0 0-1 0 0,-1-1 0 0 0,-1 0 1 0 0,0 0-1 0 0,0-1 0 0 0,-1 1 1 0 0,-15 14-1 0 0,-5 7 123 0 0,25-28-116 0 0,-8 8 8 0 0,11-12-44 0 0,-1 0 0 0 0,1 0 0 0 0,0 1 1 0 0,0-1-1 0 0,0 0 0 0 0,0 0 1 0 0,0 1-1 0 0,0-1 0 0 0,0 0 0 0 0,0 0 1 0 0,0 1-1 0 0,0-1 0 0 0,0 0 1 0 0,0 0-1 0 0,0 1 0 0 0,0-1 0 0 0,0 0 1 0 0,0 0-1 0 0,0 1 0 0 0,0-1 1 0 0,1 0-1 0 0,-1 0 0 0 0,0 1 0 0 0,0-1 1 0 0,0 0-1 0 0,0 0 0 0 0,0 0 1 0 0,1 1-1 0 0,-1-1 0 0 0,0 0 0 0 0,0 0 1 0 0,0 0-1 0 0,1 1 0 0 0,-1-1 1 0 0,0 0-1 0 0,0 0 0 0 0,0 0 0 0 0,1 0 1 0 0,-1 0-1 0 0,0 0 0 0 0,0 0 1 0 0,1 0-1 0 0,-1 0 0 0 0,0 0 0 0 0,0 1 1 0 0,1-1-1 0 0,-1 0 0 0 0,0 0 1 0 0,0-1-1 0 0,1 1 0 0 0,-1 0 0 0 0,0 0 1 0 0,1 0-1 0 0,-1 0 0 0 0,16 2-6 0 0,-1 1 0 0 0,0 1-1 0 0,1 0 1 0 0,-2 1 0 0 0,22 10-1 0 0,-27-11 94 0 0,0 1-1 0 0,-1 0 1 0 0,1 1-1 0 0,-1 0 1 0 0,-1 0 0 0 0,1 0-1 0 0,-1 1 1 0 0,0 0-1 0 0,0 1 1 0 0,5 8-1 0 0,-11-14 2 0 0,0 0-1 0 0,0 1 0 0 0,0-1 1 0 0,0 1-1 0 0,0 0 1 0 0,0-1-1 0 0,-1 1 1 0 0,0 0-1 0 0,1-1 1 0 0,-1 1-1 0 0,0 0 0 0 0,0-1 1 0 0,0 1-1 0 0,-1 0 1 0 0,1-1-1 0 0,-1 1 1 0 0,0 0-1 0 0,1-1 1 0 0,-1 1-1 0 0,0-1 0 0 0,0 1 1 0 0,-1-1-1 0 0,1 0 1 0 0,0 1-1 0 0,-1-1 1 0 0,1 0-1 0 0,-1 0 1 0 0,0 0-1 0 0,-2 2 0 0 0,-2 3 139 0 0,-1 0-1 0 0,-1 0 0 0 0,1-1 0 0 0,-1 0 1 0 0,0 0-1 0 0,-15 7 0 0 0,7-5-38 0 0,-1 0-1 0 0,0-2 0 0 0,-1 0 1 0 0,1 0-1 0 0,-1-2 1 0 0,0 0-1 0 0,0-2 1 0 0,0 0-1 0 0,-1 0 0 0 0,1-2 1 0 0,-1 0-1 0 0,1-1 1 0 0,0-1-1 0 0,0-1 1 0 0,-30-8-1 0 0,41 9-209 0 0,4 1-156 0 0,1 1 1 0 0,-1-1-1 0 0,0 0 0 0 0,1 0 0 0 0,-1 0 0 0 0,0 0 0 0 0,1 0 0 0 0,0 0 0 0 0,-1-1 0 0 0,1 1 0 0 0,0-1 0 0 0,0 0 0 0 0,-1 1 1 0 0,1-1-1 0 0,1 0 0 0 0,-4-3 0 0 0,5 4 30 0 0,0 0 0 0 0,-1 0 0 0 0,1 1 0 0 0,0-1 0 0 0,0 0 0 0 0,0 0 0 0 0,-1 1 0 0 0,1-1 0 0 0,0 0 0 0 0,0 0 0 0 0,0 1 0 0 0,0-1 0 0 0,0 0 0 0 0,1 0 0 0 0,-1 1 0 0 0,0-1 0 0 0,0 0 0 0 0,0 0 0 0 0,1 1 0 0 0,-1-1 0 0 0,0 0 0 0 0,1 0 0 0 0,-1 1 0 0 0,1-1 0 0 0,-1 1 0 0 0,1-1 0 0 0,-1 0 0 0 0,1 1 0 0 0,-1-1 0 0 0,1 1 0 0 0,1-2 0 0 0,21-14-3507 0 0,-21 15 3058 0 0,17-10-4072 0 0,5 0-2381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1:59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20 121 1420 0 0,'7'-41'8223'0'0,"-4"28"-5136"0"0,-1-1-1 0 0,0-18 1 0 0,0 15-1654 0 0,0 14-921 0 0,1 13-434 0 0,0 8 128 0 0,-1 1-1 0 0,-1 0 1 0 0,0 0-1 0 0,-2-1 1 0 0,-4 31 0 0 0,-11 38-205 0 0,3-31-3073 0 0,1-3-3809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00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160 115 1304 0 0,'-41'-44'13811'0'0,"41"44"-13733"0"0,-1 0 0 0 0,1-1 0 0 0,0 1 0 0 0,-1 0 0 0 0,1-1 0 0 0,-1 1 0 0 0,1-1 0 0 0,0 1 0 0 0,-1 0 0 0 0,1-1 0 0 0,0 1 0 0 0,-1-1 0 0 0,1 1 0 0 0,0-1 0 0 0,0 1 0 0 0,-1-1 0 0 0,1 1 0 0 0,0-1 0 0 0,0 1 0 0 0,0-1 1 0 0,0 0-1 0 0,0 1 0 0 0,0-1 0 0 0,0 1 0 0 0,0-1 0 0 0,0 1 0 0 0,0-1 0 0 0,0 0 0 0 0,0-1 11 0 0,0 1-1 0 0,0-1 1 0 0,0 1 0 0 0,0-1-1 0 0,1 1 1 0 0,-1-1 0 0 0,0 0 0 0 0,1 1-1 0 0,-1-1 1 0 0,2-1 0 0 0,2-1-69 0 0,-1 1 0 0 0,1-1 1 0 0,0 1-1 0 0,0 0 0 0 0,0 0 1 0 0,0 1-1 0 0,1-1 0 0 0,-1 1 1 0 0,1 0-1 0 0,0 0 1 0 0,-1 1-1 0 0,1-1 0 0 0,0 1 1 0 0,0 0-1 0 0,0 0 0 0 0,0 1 1 0 0,0 0-1 0 0,0-1 0 0 0,9 2 1 0 0,-7 0-27 0 0,0 0 0 0 0,-1 0 1 0 0,1 0-1 0 0,-1 1 0 0 0,1-1 1 0 0,-1 2-1 0 0,0-1 0 0 0,1 1 1 0 0,-1 0-1 0 0,-1 0 0 0 0,1 1 1 0 0,0-1-1 0 0,-1 1 0 0 0,10 9 1 0 0,-12-9 19 0 0,0 0 0 0 0,0 0-1 0 0,0 0 1 0 0,0 0 0 0 0,-1 0 0 0 0,1 1 0 0 0,-1-1 0 0 0,0 1 0 0 0,-1 0 0 0 0,1 0 0 0 0,-1 0 0 0 0,0-1-1 0 0,0 1 1 0 0,0 0 0 0 0,-1 0 0 0 0,0 0 0 0 0,0 0 0 0 0,0 1 0 0 0,0-1 0 0 0,-1 0 0 0 0,0-1 0 0 0,0 1-1 0 0,-3 8 1 0 0,-2 1 39 0 0,0-1-1 0 0,0 0 0 0 0,-1 0 0 0 0,-1-1 0 0 0,0 0 0 0 0,-18 19 0 0 0,-1 9 1661 0 0,29-40-1702 0 0,6 2-2 0 0,31 2-101 0 0,-23 1 97 0 0,1 1 0 0 0,-1 1 1 0 0,-1 1-1 0 0,29 18 0 0 0,-34-19 92 0 0,0 0 0 0 0,-1 1 0 0 0,0 0 0 0 0,0 0 0 0 0,-1 1 0 0 0,0 0 0 0 0,-1 1 0 0 0,9 13 0 0 0,-15-21 12 0 0,0 0 0 0 0,0 0 0 0 0,0 0 0 0 0,0 0 0 0 0,-1 0-1 0 0,1 1 1 0 0,-1-1 0 0 0,1 0 0 0 0,-1 0 0 0 0,0 0 0 0 0,0 0 0 0 0,1 1 0 0 0,-2-1 0 0 0,1 0 0 0 0,0 0 0 0 0,0 0 0 0 0,-1 1-1 0 0,-1 3 1 0 0,1-3 38 0 0,-1 0 0 0 0,0 0 0 0 0,0 1 0 0 0,0-1 0 0 0,0-1 0 0 0,0 1 0 0 0,-1 0 0 0 0,0 0 0 0 0,1-1 0 0 0,-6 4 0 0 0,-1 0 58 0 0,0 0 0 0 0,-1-1 0 0 0,1 0 1 0 0,-1-1-1 0 0,-1 0 0 0 0,-19 5 0 0 0,4-4-49 0 0,-1-1 1 0 0,0-1 0 0 0,0-2-1 0 0,-35-2 1 0 0,11-3-908 0 0,-68-15-1 0 0,107 17-743 0 0,-15-5-2151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01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24 2328 0 0,'-3'0'2271'0'0,"-43"3"10252"0"0,50-3-12321 0 0,263-9 1218 0 0,-154-2 1743 0 0,-111 11-3017 0 0,42-5 299 0 0,-42 5-522 0 0,9-2-2725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01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18 136 704 0 0,'6'-26'10554'0'0,"7"-10"-3807"0"0,6 5-4387 0 0,-15 28-2328 0 0,-1-1 0 0 0,1 1 0 0 0,-1 0 0 0 0,1-1 0 0 0,0 2 0 0 0,0-1 0 0 0,0 0 1 0 0,1 1-1 0 0,-1 0 0 0 0,1 0 0 0 0,-1 0 0 0 0,1 1 0 0 0,8-3 0 0 0,-4 3-41 0 0,0-1-1 0 0,0 1 1 0 0,0 1-1 0 0,0 0 1 0 0,0 0 0 0 0,0 1-1 0 0,0 0 1 0 0,-1 0-1 0 0,1 1 1 0 0,0 0 0 0 0,0 1-1 0 0,-1 0 1 0 0,1 0 0 0 0,-1 1-1 0 0,14 8 1 0 0,-17-8 12 0 0,0 0 1 0 0,1 0-1 0 0,-2 0 1 0 0,1 0-1 0 0,0 1 0 0 0,-1 0 1 0 0,0 0-1 0 0,0 0 1 0 0,0 0-1 0 0,-1 1 1 0 0,0 0-1 0 0,0-1 1 0 0,0 1-1 0 0,-1 0 1 0 0,0 1-1 0 0,0-1 0 0 0,0 0 1 0 0,-1 1-1 0 0,0-1 1 0 0,0 0-1 0 0,0 1 1 0 0,-2 11-1 0 0,0-5 20 0 0,-1-1 0 0 0,-1 1 0 0 0,-1-1-1 0 0,1 0 1 0 0,-2 0 0 0 0,0 0 0 0 0,0 0 0 0 0,-1-1-1 0 0,0 0 1 0 0,-15 19 0 0 0,3-6 231 0 0,-2-1 1 0 0,0-2-1 0 0,-37 31 0 0 0,-38 18 1822 0 0,29-23 1494 0 0,65-46-3325 0 0,-5 4 771 0 0,130-16-675 0 0,-38 1-317 0 0,146-4 151 0 0,123-11 218 0 0,-220 16-611 0 0,-132 8-19 0 0,3 0 1003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03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42 1904 0 0,'19'-25'12254'0'0,"-16"10"-9261"0"0,-3 13-2582 0 0,-17 6-69 0 0,-14 17-292 0 0,1 1-1 0 0,1 2 1 0 0,0 1-1 0 0,2 2 1 0 0,2 0-1 0 0,0 1 1 0 0,-23 36-1 0 0,36-47-40 0 0,2 0 0 0 0,-1 1-1 0 0,2 0 1 0 0,0 1-1 0 0,-7 25 1 0 0,13-36-4 0 0,2 0 0 0 0,-1-1 0 0 0,1 1 1 0 0,0 0-1 0 0,1 0 0 0 0,-1 0 0 0 0,2 10 0 0 0,0-13-1 0 0,0 0-1 0 0,0-1 0 0 0,0 1 0 0 0,1-1 1 0 0,-1 1-1 0 0,1-1 0 0 0,0 0 0 0 0,0 0 1 0 0,1 0-1 0 0,-1 0 0 0 0,1 0 1 0 0,0 0-1 0 0,4 4 0 0 0,-2-4 36 0 0,-1 0-1 0 0,1-1 1 0 0,0 1-1 0 0,0-1 1 0 0,0 0 0 0 0,0 0-1 0 0,1-1 1 0 0,-1 0 0 0 0,1 0-1 0 0,0 0 1 0 0,-1 0-1 0 0,1-1 1 0 0,0 0 0 0 0,0 0-1 0 0,0-1 1 0 0,0 1 0 0 0,0-2-1 0 0,8 0 1 0 0,-7 1 109 0 0,0-1 0 0 0,0-1 0 0 0,0 0 0 0 0,0 0 0 0 0,0 0-1 0 0,-1-1 1 0 0,1 0 0 0 0,-1 0 0 0 0,1 0 0 0 0,-1-1 0 0 0,0 0 0 0 0,0 0 0 0 0,-1-1 0 0 0,1 0 0 0 0,4-5 0 0 0,-9 9-126 0 0,0 0 1 0 0,0 0-1 0 0,0 0 1 0 0,0 0-1 0 0,0-1 0 0 0,0 1 1 0 0,0 0-1 0 0,0 0 1 0 0,-1-1-1 0 0,1 1 1 0 0,0-1-1 0 0,-1 1 0 0 0,1-1 1 0 0,-1 1-1 0 0,1-1 1 0 0,-1 1-1 0 0,0-1 1 0 0,0 1-1 0 0,0-1 0 0 0,0 1 1 0 0,0-1-1 0 0,0 1 1 0 0,0-1-1 0 0,0 1 0 0 0,-1-1 1 0 0,1 1-1 0 0,-1-1 1 0 0,1 1-1 0 0,-1-1 1 0 0,1 1-1 0 0,-1-1 0 0 0,0 1 1 0 0,0 0-1 0 0,1 0 1 0 0,-3-3-1 0 0,1 3-23 0 0,0-1 0 0 0,-1 0-1 0 0,1 1 1 0 0,-1-1 0 0 0,1 1 0 0 0,-1 0-1 0 0,1 0 1 0 0,-1 0 0 0 0,0 0-1 0 0,-4-1 1 0 0,-1 1-13 0 0,0 0-1 0 0,0 0 1 0 0,0 1-1 0 0,-15 1 1 0 0,15-1-308 0 0,-1 1 1 0 0,1 1-1 0 0,0 0 0 0 0,0 0 1 0 0,-11 5-1 0 0,15-6-341 0 0,0 1 1 0 0,0 0-1 0 0,0 1 0 0 0,1-1 0 0 0,-1 1 0 0 0,-4 4 0 0 0,1 5-2835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04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115 117 800 0 0,'-1'-1'524'0'0,"0"-1"0"0"0,1 1-1 0 0,-1-1 1 0 0,0 0 0 0 0,1 1-1 0 0,-1-1 1 0 0,1 0 0 0 0,-1 1 0 0 0,1-1-1 0 0,0 0 1 0 0,0 1 0 0 0,0-1-1 0 0,0 0 1 0 0,0 0 0 0 0,0 1 0 0 0,0-1-1 0 0,1 0 1 0 0,0-2 0 0 0,0 1-204 0 0,0 1 0 0 0,0-1 0 0 0,1 0 0 0 0,-1 1 0 0 0,1-1 0 0 0,0 1 1 0 0,0 0-1 0 0,0-1 0 0 0,0 1 0 0 0,2-2 0 0 0,4-2-113 0 0,-1 1 0 0 0,1 0 0 0 0,0 0 0 0 0,0 1-1 0 0,1 0 1 0 0,10-4 0 0 0,-7 4-116 0 0,0 1 0 0 0,0 0 0 0 0,1 1 0 0 0,-1 0 0 0 0,16 0 0 0 0,-22 1-79 0 0,-1 1-1 0 0,1 1 0 0 0,-1-1 1 0 0,1 1-1 0 0,-1 0 0 0 0,0 0 1 0 0,1 0-1 0 0,-1 1 1 0 0,0 0-1 0 0,0 0 0 0 0,0 0 1 0 0,0 0-1 0 0,0 1 0 0 0,6 5 1 0 0,-9-7 0 0 0,-1 0-1 0 0,0 1 1 0 0,0-1 0 0 0,1 0 0 0 0,-1 1-1 0 0,0-1 1 0 0,-1 1 0 0 0,1 0-1 0 0,0-1 1 0 0,0 1 0 0 0,-1 0 0 0 0,1-1-1 0 0,-1 1 1 0 0,1 0 0 0 0,-1 0 0 0 0,0-1-1 0 0,1 1 1 0 0,-1 2 0 0 0,0 0 9 0 0,-1 0 0 0 0,0 0 0 0 0,1 0 0 0 0,-1 0 0 0 0,0 0 0 0 0,-1 0 0 0 0,-2 6 0 0 0,-3 2 15 0 0,1 0 1 0 0,-2-1 0 0 0,-16 20-1 0 0,-59 64 578 0 0,82-94-474 0 0,-5 7 162 0 0,6-8-294 0 0,0 0 0 0 0,-1 1 0 0 0,1-1 0 0 0,0 0 0 0 0,0 1 1 0 0,0-1-1 0 0,0 0 0 0 0,0 1 0 0 0,0-1 0 0 0,-1 0 0 0 0,1 1 0 0 0,0-1 1 0 0,0 0-1 0 0,0 1 0 0 0,0-1 0 0 0,0 0 0 0 0,0 1 0 0 0,1-1 0 0 0,-1 0 0 0 0,0 1 1 0 0,0-1-1 0 0,0 0 0 0 0,0 1 0 0 0,0-1 0 0 0,0 0 0 0 0,1 0 0 0 0,-1 1 0 0 0,0-1 1 0 0,0 0-1 0 0,0 0 0 0 0,1 1 0 0 0,-1-1 0 0 0,0 0 0 0 0,0 0 0 0 0,1 1 0 0 0,-1-1 1 0 0,0 0-1 0 0,0 0 0 0 0,1 0 0 0 0,28 10 90 0 0,1-1-39 0 0,0 2 0 0 0,0 0 0 0 0,48 29-1 0 0,-67-34 37 0 0,-2 1 0 0 0,17 14 0 0 0,-23-19 17 0 0,-1 0-1 0 0,0 1 0 0 0,0-1 0 0 0,0 1 1 0 0,0 0-1 0 0,-1 0 0 0 0,1-1 1 0 0,-1 1-1 0 0,1 0 0 0 0,-1 0 0 0 0,0 1 1 0 0,0-1-1 0 0,0 0 0 0 0,0 4 1 0 0,-1-5-62 0 0,-1 0 1 0 0,1 0 0 0 0,0 0-1 0 0,-1 0 1 0 0,1 0 0 0 0,-1 0 0 0 0,1 0-1 0 0,-1 0 1 0 0,0 0 0 0 0,0-1 0 0 0,0 1-1 0 0,0 0 1 0 0,0 0 0 0 0,0-1-1 0 0,-1 1 1 0 0,-1 2 0 0 0,-25 20 445 0 0,15-17-402 0 0,1 1 1 0 0,-1-1-1 0 0,-1-1 1 0 0,1-1 0 0 0,-1 0-1 0 0,0 0 1 0 0,0-1-1 0 0,-1-1 1 0 0,1-1 0 0 0,-23 2-1 0 0,7-3-23 0 0,1 0 0 0 0,0-3 0 0 0,0 0 0 0 0,-39-9-1 0 0,-2-8-501 0 0,30 1-5131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04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82 1736 0 0,'0'0'8754'0'0,"-14"-2"-6103"0"0,5 9-2338 0 0,1 0 1 0 0,0 0-1 0 0,0 1 1 0 0,1 1-1 0 0,0-1 1 0 0,0 1-1 0 0,1 1 1 0 0,-7 14-1 0 0,-6 6 83 0 0,12-20-307 0 0,0 1 0 0 0,1 0 0 0 0,1 1 0 0 0,0-1 0 0 0,0 1 0 0 0,1 0 1 0 0,1 0-1 0 0,-4 20 0 0 0,7-28-49 0 0,-1 0 1 0 0,1 0 0 0 0,0 0 0 0 0,0 0 0 0 0,0 0-1 0 0,1 0 1 0 0,-1 0 0 0 0,1 0 0 0 0,0 0 0 0 0,0 0-1 0 0,0 0 1 0 0,1 0 0 0 0,-1-1 0 0 0,1 1 0 0 0,0 0-1 0 0,0-1 1 0 0,0 0 0 0 0,1 1 0 0 0,-1-1 0 0 0,1 0-1 0 0,0 0 1 0 0,-1 0 0 0 0,1 0 0 0 0,1-1 0 0 0,-1 1-1 0 0,0-1 1 0 0,1 0 0 0 0,-1 0 0 0 0,1 0 0 0 0,4 1-1 0 0,1 1 166 0 0,1-1 0 0 0,0-1 0 0 0,0 1-1 0 0,0-2 1 0 0,0 1 0 0 0,0-2-1 0 0,0 1 1 0 0,0-1 0 0 0,0-1 0 0 0,0 1-1 0 0,0-2 1 0 0,0 0 0 0 0,0 0-1 0 0,0 0 1 0 0,0-1 0 0 0,-1-1 0 0 0,1 0-1 0 0,14-9 1 0 0,-14 8-39 0 0,-1-1 0 0 0,1-1-1 0 0,-2 1 1 0 0,1-1 0 0 0,-1-1 0 0 0,0 0 0 0 0,0 0-1 0 0,-1-1 1 0 0,0 1 0 0 0,-1-2 0 0 0,0 1-1 0 0,0-1 1 0 0,-1 0 0 0 0,-1 0 0 0 0,1 0 0 0 0,5-21-1 0 0,-9 23-133 0 0,0 1 1 0 0,-1-1-1 0 0,1 1 0 0 0,-1-1 0 0 0,-1 1 0 0 0,0-1 0 0 0,0 1 0 0 0,0-1 0 0 0,-1 1 1 0 0,0 0-1 0 0,0-1 0 0 0,-1 1 0 0 0,0 0 0 0 0,0 0 0 0 0,-1 1 0 0 0,0-1 1 0 0,0 1-1 0 0,0 0 0 0 0,-1 0 0 0 0,0 0 0 0 0,0 1 0 0 0,0-1 0 0 0,-7-4 0 0 0,2 1-331 0 0,-1 1 0 0 0,0 0 0 0 0,-1 0 0 0 0,0 1 0 0 0,0 1 0 0 0,-1 0 0 0 0,1 0 0 0 0,-1 2 0 0 0,0-1 0 0 0,-1 2 0 0 0,-20-4 0 0 0,31 6-95 0 0,-1 1 1 0 0,1 0-1 0 0,0 0 1 0 0,-1 0-1 0 0,1 1 1 0 0,-1-1-1 0 0,1 1 1 0 0,0 0 0 0 0,0 0-1 0 0,-6 2 1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05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40 162 112 0 0,'0'0'18233'0'0,"-25"-21"-16390"0"0,11 8-1754 0 0,14 13-91 0 0,0 0 1 0 0,-1 0 0 0 0,1 0 0 0 0,0-1 0 0 0,0 1 0 0 0,0 0 0 0 0,0 0 0 0 0,0-1-1 0 0,0 1 1 0 0,0 0 0 0 0,0 0 0 0 0,0-1 0 0 0,0 1 0 0 0,1 0 0 0 0,-1 0 0 0 0,0-1-1 0 0,0 1 1 0 0,0 0 0 0 0,0 0 0 0 0,0 0 0 0 0,0-1 0 0 0,0 1 0 0 0,0 0 0 0 0,1 0-1 0 0,-1 0 1 0 0,0 0 0 0 0,0-1 0 0 0,0 1 0 0 0,0 0 0 0 0,1 0 0 0 0,-1 0 0 0 0,0 0-1 0 0,0 0 1 0 0,1-1 0 0 0,-1 1 0 0 0,0 0 0 0 0,0 0 0 0 0,0 0 0 0 0,1 0 0 0 0,-1 0-1 0 0,0 0 1 0 0,0 0 0 0 0,1 0 0 0 0,-1 0 0 0 0,0 0 0 0 0,0 0 0 0 0,1 0 0 0 0,-1 0-1 0 0,0 0 1 0 0,18-3-38 0 0,18 1 27 0 0,246-21-91 0 0,-266 21 125 0 0,0-1-1 0 0,-1-1 1 0 0,1 0 0 0 0,-1-1-1 0 0,1 0 1 0 0,-1-1 0 0 0,18-11-1 0 0,9-13 1582 0 0,-31 21-824 0 0,-9 7-523 0 0,5-3 221 0 0,-7 5-478 0 0,0 0 0 0 0,0 1 0 0 0,0-1 0 0 0,0 0 1 0 0,0 0-1 0 0,0 1 0 0 0,0-1 0 0 0,1 0 0 0 0,-1 1 0 0 0,0-1 0 0 0,0 0 0 0 0,0 0 0 0 0,0 1 1 0 0,0-1-1 0 0,0 0 0 0 0,1 0 0 0 0,-1 1 0 0 0,0-1 0 0 0,0 0 0 0 0,0 0 0 0 0,1 0 1 0 0,-1 1-1 0 0,0-1 0 0 0,0 0 0 0 0,1 0 0 0 0,-1 0 0 0 0,0 0 0 0 0,0 0 0 0 0,1 1 0 0 0,-1-1 1 0 0,0 0-1 0 0,1 0 0 0 0,-1 0 0 0 0,0 0 0 0 0,0 0 0 0 0,1 0 0 0 0,-1 0 0 0 0,0 0 0 0 0,1 0 1 0 0,-1 0-1 0 0,0 0 0 0 0,0 0 0 0 0,1 0 0 0 0,-1 0 0 0 0,0-1 0 0 0,1 1 0 0 0,-1 0 0 0 0,0 0 1 0 0,0 0-1 0 0,1 0 0 0 0,-1 0 0 0 0,0-1 0 0 0,0 1 0 0 0,1 0 0 0 0,-1 0 0 0 0,0 0 0 0 0,0-1 1 0 0,0 1-1 0 0,0 0 0 0 0,1 0 0 0 0,-1-1 0 0 0,0 1 0 0 0,0 0 0 0 0,0 0 0 0 0,0-1 0 0 0,1 7-12 0 0,-1 0 0 0 0,0 0-1 0 0,-1 0 1 0 0,0 0-1 0 0,0 0 1 0 0,-3 11-1 0 0,3-12 8 0 0,-78 372-508 0 0,63-252-2357 0 0,12-44-6163 0 0,3-56 662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07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397 162 1308 0 0,'-34'-58'12361'0'0,"34"58"-12300"0"0,0-1 1 0 0,0 1-1 0 0,-1-1 1 0 0,1 1 0 0 0,0-1-1 0 0,0 1 1 0 0,0-1 0 0 0,0 1-1 0 0,0-1 1 0 0,-1 1 0 0 0,1-1-1 0 0,0 1 1 0 0,0-1-1 0 0,0 1 1 0 0,0-1 0 0 0,1 1-1 0 0,-1-1 1 0 0,0 1 0 0 0,0-1-1 0 0,0 1 1 0 0,0-1 0 0 0,0 1-1 0 0,1-1 1 0 0,-1 1-1 0 0,0-1 1 0 0,0 1 0 0 0,1 0-1 0 0,-1-1 1 0 0,0 1 0 0 0,1-1-1 0 0,-1 1 1 0 0,0 0 0 0 0,1-1-1 0 0,-1 1 1 0 0,1 0-1 0 0,-1-1 1 0 0,1 1 0 0 0,-1 0-1 0 0,1-1 1 0 0,23-5 193 0 0,-17 5-110 0 0,173-24 411 0 0,-102 16-481 0 0,210-25 1292 0 0,-205 24-537 0 0,-81 10-828 0 0,1 0 35 0 0,0 0-44 0 0,-1 0 0 0 0,0 0 0 0 0,0 0 0 0 0,0 1-1 0 0,0-1 1 0 0,0 1 0 0 0,0-1 0 0 0,-1 1 0 0 0,1 0 0 0 0,0 0 0 0 0,0 0-1 0 0,0 0 1 0 0,-1 0 0 0 0,1 0 0 0 0,0 0 0 0 0,-1 1 0 0 0,1-1 0 0 0,1 3-1 0 0,0-1 25 0 0,0 1 1 0 0,-1 0-1 0 0,1 0 0 0 0,-1 1 0 0 0,0-1 0 0 0,0 0 0 0 0,2 9 0 0 0,0 6 233 0 0,0 1 0 0 0,2 39-1 0 0,-5-47-118 0 0,5 327 2574 0 0,-6-231-2440 0 0,-24 307-57 0 0,-27 0 118 0 0,22-203 14 0 0,-37 354-349 0 0,-26 194 2414 0 0,-20 322-1798 0 0,89-693-466 0 0,23-387-132 0 0,-15 148 3301 0 0,15-149-3311 0 0,-2 25 34 0 0,-3 25-23 0 0,4-45-3 0 0,0 1-1 0 0,0-1 0 0 0,1 1 0 0 0,1 9 0 0 0,-1-8-1 0 0,0-6 19 0 0,0 0-27 0 0,0 6 0 0 0,0-6 10 0 0,0-1 3 0 0,0 1 35 0 0,0 1 0 0 0,0-1 1 0 0,0 0-1 0 0,0 0 0 0 0,-1 0 0 0 0,1 0 0 0 0,-1 0 0 0 0,-1 5 0 0 0,1-6-39 0 0,0 0 0 0 0,0 0 1 0 0,-1 0-1 0 0,1 0 0 0 0,0 0 0 0 0,0-1 0 0 0,-1 1 0 0 0,1 0 0 0 0,0-1 0 0 0,-1 1 0 0 0,1 0 0 0 0,-1-1 0 0 0,1 0 0 0 0,-3 1 0 0 0,-289 64-6830 0 0,199-46 3886 0 0,-87 17-6881 0 0,84-21 605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24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167 279 1608 0 0,'-9'-87'11881'0'0,"10"92"-11666"0"0,0 0 0 0 0,-1 0 1 0 0,0 0-1 0 0,0 0 0 0 0,-1 8 1 0 0,1-11-150 0 0,-6 52 653 0 0,-18 84 0 0 0,-26 52-499 0 0,19-78-97 0 0,29-105-50 0 0,-34 114 1400 0 0,35-120-937 0 0,1-1-520 0 0,-1 0 0 0 0,1 0 0 0 0,-1 0 1 0 0,1 0-1 0 0,0-1 0 0 0,-1 1 0 0 0,1 0 1 0 0,-1 0-1 0 0,1 0 0 0 0,0-1 0 0 0,-1 1 0 0 0,1 0 1 0 0,0-1-1 0 0,-1 1 0 0 0,1 0 0 0 0,0-1 1 0 0,-1 1-1 0 0,1 0 0 0 0,0-1 0 0 0,0 1 0 0 0,0 0 1 0 0,-1-1-1 0 0,1 1 0 0 0,0-1 0 0 0,0 1 1 0 0,0-1-1 0 0,1-41 86 0 0,3 1 1 0 0,1 0-1 0 0,16-59 1 0 0,47-120-121 0 0,-52 175 0 0 0,2 2 1 0 0,2 0-1 0 0,28-44 1 0 0,-37 69 0 0 0,0 1 0 0 0,2 1 0 0 0,0 0 0 0 0,1 1 0 0 0,0 0 0 0 0,1 1 0 0 0,1 1 0 0 0,0 0 0 0 0,30-17 0 0 0,-40 27 10 0 0,-1 1-1 0 0,1-1 0 0 0,0 1 1 0 0,1 0-1 0 0,-1 1 0 0 0,0-1 0 0 0,1 1 1 0 0,-1 1-1 0 0,0-1 0 0 0,1 1 0 0 0,-1 0 1 0 0,1 0-1 0 0,-1 1 0 0 0,1 0 1 0 0,-1 0-1 0 0,0 0 0 0 0,10 4 0 0 0,-12-3 7 0 0,-1-1 0 0 0,1 1 0 0 0,-1 0 0 0 0,0 0-1 0 0,0 0 1 0 0,0 0 0 0 0,0 1 0 0 0,0-1 0 0 0,0 1 0 0 0,-1 0-1 0 0,1 0 1 0 0,-1 0 0 0 0,1 0 0 0 0,-1 0 0 0 0,0 0 0 0 0,-1 0-1 0 0,1 1 1 0 0,0-1 0 0 0,-1 1 0 0 0,0 0 0 0 0,0-1 0 0 0,0 1-1 0 0,0 0 1 0 0,-1-1 0 0 0,1 1 0 0 0,-1 0 0 0 0,0 0 0 0 0,0 0-1 0 0,0-1 1 0 0,-2 8 0 0 0,-1 2 7 0 0,0 0 1 0 0,-1 0-1 0 0,-1-1 0 0 0,0 1 0 0 0,0-1 0 0 0,-1 0 1 0 0,-1-1-1 0 0,0 1 0 0 0,-1-1 0 0 0,0-1 1 0 0,0 0-1 0 0,-14 13 0 0 0,2-4 13 0 0,-1-1 0 0 0,-1 0 0 0 0,0-2 0 0 0,-49 26-1 0 0,52-34-13 0 0,-1 0-1 0 0,0-1 0 0 0,-1-2 0 0 0,1 0 0 0 0,-1-1 0 0 0,0-1 0 0 0,0 0 0 0 0,-35-2 0 0 0,55-1-9 0 0,1 0 1 0 0,-1 0-1 0 0,0 0 0 0 0,0 0 1 0 0,1 0-1 0 0,-1 0 0 0 0,0 0 1 0 0,0 0-1 0 0,1 0 0 0 0,-1 0 1 0 0,0 0-1 0 0,0 1 0 0 0,1-1 1 0 0,-1 0-1 0 0,0 0 0 0 0,1 1 1 0 0,-1-1-1 0 0,0 1 0 0 0,1-1 1 0 0,-1 0-1 0 0,1 1 0 0 0,-1-1 1 0 0,1 1-1 0 0,-1-1 0 0 0,1 1 0 0 0,-1 0 1 0 0,1 0 1 0 0,-1 0 0 0 0,1 0-1 0 0,0 0 1 0 0,0 0 0 0 0,1 0 0 0 0,-1 0 0 0 0,0 0 0 0 0,0 0 0 0 0,0 0-1 0 0,1 0 1 0 0,-1 0 0 0 0,0 0 0 0 0,1 0 0 0 0,-1 0 0 0 0,1-1 0 0 0,-1 1-1 0 0,2 1 1 0 0,4 6 2 0 0,0 0-1 0 0,15 13 0 0 0,-17-17 5 0 0,15 14 1 0 0,2-1 0 0 0,0 0 1 0 0,31 17-1 0 0,73 35 8 0 0,-117-65-12 0 0,169 84 79 0 0,-138-73-597 0 0,-37-14 38 0 0,6 2-709 0 0,16-12-9149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25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44 1792 0 0,'11'-22'8051'0'0,"5"0"1007"0"0,-14 31-8099 0 0,-5 48-472 0 0,-2 0 0 0 0,-2 0 0 0 0,-3-1 0 0 0,-26 82 0 0 0,25-95-243 0 0,10-42-200 0 0,0 1-6 0 0,-1 5-13 0 0,2-6-91 0 0,-4 5-1490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25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190 274 2096 0 0,'-144'-35'12953'0'0,"107"26"-11374"0"0,35 8-1400 0 0,0 1-38 0 0,-2-2 160 0 0,8-1-112 0 0,22-2-48 0 0,34-3-93 0 0,46-3 19 0 0,302-43 183 0 0,-404 53-248 0 0,6 0 11 0 0,-1-1 0 0 0,1-1 0 0 0,0 0-1 0 0,11-5 1 0 0,-19 7-14 0 0,0 0-1 0 0,0 0 1 0 0,0 0-1 0 0,0-1 1 0 0,0 1-1 0 0,0 0 1 0 0,-1-1-1 0 0,1 1 1 0 0,0-1 0 0 0,-1 0-1 0 0,1 0 1 0 0,-1 1-1 0 0,0-1 1 0 0,1 0-1 0 0,-1 0 1 0 0,0 0-1 0 0,0-1 1 0 0,0 1-1 0 0,0 0 1 0 0,-1 0-1 0 0,1 0 1 0 0,-1-1 0 0 0,1 1-1 0 0,-1-5 1 0 0,1 4-3 0 0,0-1 4 0 0,-8-17-44 0 0,0-4 28 0 0,6 20 17 0 0,0 4-10 0 0,1 0 0 0 0,-1 0 0 0 0,1-1 0 0 0,0 1 0 0 0,0 0 0 0 0,0 0 0 0 0,-1 0 0 0 0,1-1 0 0 0,0 1 0 0 0,0 0 0 0 0,0 0 0 0 0,1-2 0 0 0,0 2 6 0 0,-1 1 0 0 0,1-1 0 0 0,0 1-1 0 0,-1 0 1 0 0,1-1 0 0 0,0 1 0 0 0,0 0-1 0 0,-1 0 1 0 0,1 0 0 0 0,0 0 0 0 0,0-1 0 0 0,0 1-1 0 0,-1 0 1 0 0,1 0 0 0 0,0 0 0 0 0,0 1-1 0 0,0-1 1 0 0,-1 0 0 0 0,1 0 0 0 0,0 0 0 0 0,0 0-1 0 0,-1 1 1 0 0,1-1 0 0 0,1 1 0 0 0,9 3 4 0 0,-1-1 1 0 0,1 2-1 0 0,-1 0 1 0 0,0 0 0 0 0,0 1-1 0 0,0 0 1 0 0,-1 0-1 0 0,0 1 1 0 0,-1 0 0 0 0,1 1-1 0 0,-1 0 1 0 0,-1 1 0 0 0,1-1-1 0 0,-1 1 1 0 0,-1 1-1 0 0,7 10 1 0 0,-12-15 8 0 0,0 0 0 0 0,0-1 0 0 0,0 1 1 0 0,0 0-1 0 0,-1-1 0 0 0,0 1 0 0 0,0 0 0 0 0,0 0 0 0 0,0-1 0 0 0,-1 1 1 0 0,0 0-1 0 0,0-1 0 0 0,0 1 0 0 0,0 0 0 0 0,-1-1 0 0 0,0 0 1 0 0,0 1-1 0 0,0-1 0 0 0,0 0 0 0 0,-1 0 0 0 0,-5 6 0 0 0,-3 6 20 0 0,-2-2 0 0 0,0 0 0 0 0,-29 24 0 0 0,23-22-317 0 0,-1-2 1 0 0,0 0 0 0 0,-1-2-1 0 0,-1 0 1 0 0,0-1 0 0 0,-46 15-1 0 0,50-21-1239 0 0,-1 0 0 0 0,0-1 0 0 0,0-1-1 0 0,-1-1 1 0 0,-28 0 0 0 0,20-4-2992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26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69 296 0 0,'1'-26'5072'0'0,"-1"19"-2705"0"0,1-1 0 0 0,-1 0-1 0 0,-2-12 1 0 0,-20 38-1622 0 0,5 4-682 0 0,2 0 1 0 0,1 1-1 0 0,0 0 1 0 0,2 1-1 0 0,0 1 1 0 0,2 0-1 0 0,1 0 0 0 0,1 1 1 0 0,-8 47-1 0 0,15-68-56 0 0,1 1 0 0 0,-1 0-1 0 0,1 0 1 0 0,1 0 0 0 0,-1 0-1 0 0,1-1 1 0 0,0 1 0 0 0,0 0-1 0 0,0-1 1 0 0,1 1 0 0 0,0-1 0 0 0,0 1-1 0 0,1-1 1 0 0,0 0 0 0 0,3 6-1 0 0,-1-5 0 0 0,0 0 0 0 0,1 0 0 0 0,-1 0-1 0 0,1-1 1 0 0,0 0 0 0 0,1 0-1 0 0,-1-1 1 0 0,1 1 0 0 0,14 5 0 0 0,5 0-343 0 0,0-1 0 0 0,0-2 0 0 0,1 0 0 0 0,0-2 0 0 0,34 2 0 0 0,-19-3-2094 0 0,1-2 0 0 0,68-7 0 0 0,-61-1-2229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26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75 932 0 0,'4'-8'2978'0'0,"0"0"1"0"0,-1 0-1 0 0,0 0 1 0 0,-1 0-1 0 0,4-17 0 0 0,-6 24-2396 0 0,0-8 951 0 0,0 134-1401 0 0,0 500-27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26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4 22522 0 0,'5'-1'111'0'0,"13"-1"155"0"0,-14 2-8 0 0,2 0-145 0 0,-1 1-92 0 0,1 0 0 0 0,-1 0 0 0 0,1 0 0 0 0,-1 0 0 0 0,0 1 0 0 0,0 0 0 0 0,0 0 0 0 0,0 1 0 0 0,0-1 1 0 0,-1 1-1 0 0,1 0 0 0 0,-1 0 0 0 0,1 1 0 0 0,-1-1 0 0 0,0 1 0 0 0,0 0 0 0 0,3 5 0 0 0,-1 0-29 0 0,-1 0 0 0 0,0 1 0 0 0,-1-1 1 0 0,0 1-1 0 0,0 0 0 0 0,-1 0 0 0 0,-1 0 1 0 0,0 0-1 0 0,0 1 0 0 0,-1-1 0 0 0,0 13 0 0 0,-1-14 6 0 0,-1 0-1 0 0,0 0 0 0 0,-1 0 1 0 0,0 0-1 0 0,0-1 0 0 0,-1 1 0 0 0,0-1 1 0 0,-1 0-1 0 0,1 0 0 0 0,-2 0 1 0 0,1 0-1 0 0,-1 0 0 0 0,-10 10 0 0 0,2-2-13 0 0,-1-2 0 0 0,-1 0 0 0 0,0-1 0 0 0,-1 0 0 0 0,0-2 0 0 0,-1 1 0 0 0,-26 12 0 0 0,-1-4-9 0 0,-90 28 0 0 0,69-28-184 0 0,63-20 180 0 0,2 0 27 0 0,0 1-1 0 0,-1-1 1 0 0,1 0 0 0 0,0 0 0 0 0,0 0-1 0 0,0 0 1 0 0,-1 0 0 0 0,1 1 0 0 0,0-1-1 0 0,0 0 1 0 0,0 0 0 0 0,-1 0 0 0 0,1 1-1 0 0,0-1 1 0 0,0 0 0 0 0,0 0 0 0 0,0 0-1 0 0,0 1 1 0 0,0-1 0 0 0,-1 0 0 0 0,1 0 0 0 0,0 1-1 0 0,0-1 1 0 0,0 0 0 0 0,0 1 0 0 0,0-1-1 0 0,0 0 1 0 0,0 0 0 0 0,0 1 0 0 0,0-1-1 0 0,0 0 1 0 0,0 0 0 0 0,0 1 0 0 0,0-1-1 0 0,1 0 1 0 0,-1 0 0 0 0,0 1 0 0 0,0-1-1 0 0,0 0 1 0 0,0 0 0 0 0,0 1 0 0 0,0-1-1 0 0,1 0 1 0 0,-1 0 0 0 0,0 1 0 0 0,7 13-52 0 0,-7-14 52 0 0,7 9-13 0 0,0-1 0 0 0,1-1 0 0 0,11 10 0 0 0,2 2 0 0 0,28 33-141 0 0,28 26-3916 0 0,-59-61 687 0 0,1-1 0 0 0,29 18-1 0 0,-26-19-2693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27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85 1056 0 0,'-1'-2'2028'0'0,"-2"-1"-1349"0"0,0 0 0 0 0,0-1 0 0 0,1 1 0 0 0,-1-1 0 0 0,1 0 0 0 0,0 1 0 0 0,0-1 0 0 0,0 0 0 0 0,1 0 0 0 0,-1-1 0 0 0,1 1 0 0 0,0 0-1 0 0,0 0 1 0 0,1-1 0 0 0,-1-4 0 0 0,1 7-519 0 0,4-11 360 0 0,-3 13-514 0 0,3-1 7 0 0,14 12 0 0 0,13 12-46 0 0,-1 1 0 0 0,0 2-1 0 0,-3 1 1 0 0,41 50 0 0 0,-44-49 67 0 0,18 16-3009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27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55 2212 0 0,'-24'-20'12585'0'0,"23"17"-11601"0"0,0 3-931 0 0,1-1-1 0 0,-1 1 0 0 0,1-1 0 0 0,0 0 1 0 0,-1 1-1 0 0,1-1 0 0 0,0 0 1 0 0,-1 1-1 0 0,1-1 0 0 0,0 0 0 0 0,0 1 1 0 0,0-1-1 0 0,-1 0 0 0 0,1 0 1 0 0,0 1-1 0 0,0-1 0 0 0,0 0 0 0 0,0 0 1 0 0,0 1-1 0 0,0-1 0 0 0,1 0 1 0 0,-1 0-1 0 0,0 1 0 0 0,0-1 0 0 0,0 0 1 0 0,1 1-1 0 0,-1-1 0 0 0,0 0 1 0 0,1 1-1 0 0,-1-1 0 0 0,0 0 0 0 0,1 1 1 0 0,-1-1-1 0 0,1 1 0 0 0,-1-1 1 0 0,1 1-1 0 0,0-1 0 0 0,-1 1 0 0 0,1-1 1 0 0,-1 1-1 0 0,1 0 0 0 0,0-1 1 0 0,-1 1-1 0 0,1 0 0 0 0,0-1 0 0 0,-1 1 1 0 0,2 0-1 0 0,4-1-40 0 0,0 0 0 0 0,0 0 0 0 0,0 1 0 0 0,1 0 1 0 0,-1 0-1 0 0,0 1 0 0 0,0-1 0 0 0,0 1 0 0 0,0 1 0 0 0,0-1 0 0 0,0 1 0 0 0,0 0 0 0 0,-1 0 0 0 0,1 1 1 0 0,-1 0-1 0 0,1 0 0 0 0,-1 0 0 0 0,0 1 0 0 0,8 6 0 0 0,-9-7-10 0 0,-1 1 0 0 0,1-1-1 0 0,-1 1 1 0 0,1 0 0 0 0,-1 0-1 0 0,0 0 1 0 0,0 1 0 0 0,-1-1 0 0 0,1 1-1 0 0,-1 0 1 0 0,0-1 0 0 0,-1 1 0 0 0,1 0-1 0 0,-1 0 1 0 0,0 0 0 0 0,0 0 0 0 0,0 0-1 0 0,-1 1 1 0 0,1-1 0 0 0,-1 0-1 0 0,-1 0 1 0 0,1 0 0 0 0,-1 0 0 0 0,-1 6-1 0 0,-4 5 23 0 0,0 1-1 0 0,-1-2 0 0 0,0 1 1 0 0,-1-1-1 0 0,-1 0 1 0 0,-1-1-1 0 0,0 0 0 0 0,-17 18 1 0 0,-106 95 235 0 0,83-83-168 0 0,48-43-90 0 0,1 0 2 0 0,-1 1-1 0 0,0-1 1 0 0,1 0-1 0 0,-1 1 0 0 0,1-1 1 0 0,-1 1-1 0 0,1-1 1 0 0,0 1-1 0 0,0 0 0 0 0,0-1 1 0 0,0 1-1 0 0,0 0 1 0 0,0 0-1 0 0,0 0 0 0 0,0 0 1 0 0,1 0-1 0 0,-1 0 1 0 0,1 0-1 0 0,-1 2 0 0 0,2-2 3 0 0,0-1 0 0 0,0 0 0 0 0,0 0 0 0 0,-1 0 0 0 0,1 0-1 0 0,0 0 1 0 0,0 0 0 0 0,1-1 0 0 0,-1 1 0 0 0,0 0 0 0 0,0 0-1 0 0,0-1 1 0 0,1 1 0 0 0,-1-1 0 0 0,0 1 0 0 0,0-1-1 0 0,1 1 1 0 0,-1-1 0 0 0,0 0 0 0 0,3 0 0 0 0,32 4 18 0 0,1-2 1 0 0,-1-1-1 0 0,1-2 0 0 0,50-8 1 0 0,-29 3-11 0 0,-22 2-12 0 0,165-18-732 0 0,-151 15-1096 0 0,0-4-1 0 0,49-16 0 0 0,-45 6-3750 0 0,-33 11 355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28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 16 0 0,'0'0'3014'0'0,"10"-33"5726"0"0,2-1-1864 0 0,7 49-6891 0 0,-13-6 19 0 0,-1-1 0 0 0,0 1 0 0 0,-1 0 0 0 0,0 0-1 0 0,-1 1 1 0 0,0-1 0 0 0,0 1 0 0 0,-1 0 0 0 0,0-1 0 0 0,0 20 0 0 0,0 11 75 0 0,-6 56 0 0 0,1-58-37 0 0,-1 212 364 0 0,6-205-1567 0 0,2 1 0 0 0,3-2-1 0 0,17 68 1 0 0,-10-63-4929 0 0,-7-30-51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29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14 293 1008 0 0,'-4'-15'2829'0'0,"1"7"-2252"0"0,1 1-1 0 0,1 0 1 0 0,-1-1 0 0 0,1 0 0 0 0,1 1-1 0 0,-1-1 1 0 0,1 1 0 0 0,2-16-1 0 0,0 11-12 0 0,0-1-1 0 0,1 1 1 0 0,0-1-1 0 0,9-22 0 0 0,-8 27-440 0 0,0 1 0 0 0,0 0 0 0 0,1 0 0 0 0,0 0 0 0 0,0 1 0 0 0,1 0 0 0 0,-1 0 0 0 0,2 0 0 0 0,-1 1 0 0 0,0-1 0 0 0,1 1 0 0 0,0 1 0 0 0,0 0 0 0 0,0 0 0 0 0,1 0 0 0 0,-1 1 0 0 0,1 0 0 0 0,0 0 0 0 0,0 1 0 0 0,15-3 0 0 0,-16 4-115 0 0,-1 1-1 0 0,1-1 0 0 0,0 1 1 0 0,0 0-1 0 0,-1 1 0 0 0,1 0 1 0 0,0 0-1 0 0,-1 0 0 0 0,1 1 1 0 0,-1 0-1 0 0,0 0 1 0 0,1 1-1 0 0,-1-1 0 0 0,0 1 1 0 0,0 1-1 0 0,-1-1 0 0 0,1 1 1 0 0,-1 0-1 0 0,0 0 0 0 0,0 1 1 0 0,0-1-1 0 0,0 1 1 0 0,-1 0-1 0 0,0 1 0 0 0,0-1 1 0 0,4 7-1 0 0,-4-2 17 0 0,1-1 1 0 0,-1 1-1 0 0,-1-1 0 0 0,0 1 0 0 0,0 0 1 0 0,-1 0-1 0 0,-1 0 0 0 0,1 1 0 0 0,-2-1 1 0 0,1 0-1 0 0,-1 1 0 0 0,-1-1 0 0 0,0 0 1 0 0,0 0-1 0 0,-1 0 0 0 0,-1 0 1 0 0,1 0-1 0 0,-2 0 0 0 0,-6 15 0 0 0,1-6 53 0 0,-1 0-1 0 0,-1-1 0 0 0,0 0 0 0 0,-2 0 0 0 0,0-2 0 0 0,0 1 0 0 0,-2-2 1 0 0,-25 22-1 0 0,29-29 209 0 0,0 0 0 0 0,-1-1 0 0 0,0-1 0 0 0,-1 0 0 0 0,1 0 0 0 0,-15 3 0 0 0,25-8-105 0 0,-21 4 883 0 0,15 0-565 0 0,8-5-496 0 0,0 0 0 0 0,0 0 0 0 0,0 1-1 0 0,0-1 1 0 0,0 0 0 0 0,0 0 0 0 0,0 0 0 0 0,0 1-1 0 0,0-1 1 0 0,0 0 0 0 0,0 0 0 0 0,0 0-1 0 0,1 1 1 0 0,-1-1 0 0 0,0 0 0 0 0,0 0-1 0 0,0 0 1 0 0,0 0 0 0 0,0 1 0 0 0,1-1 0 0 0,-1 0-1 0 0,0 0 1 0 0,0 0 0 0 0,0 0 0 0 0,0 0-1 0 0,1 0 1 0 0,-1 0 0 0 0,0 1 0 0 0,0-1-1 0 0,0 0 1 0 0,1 0 0 0 0,-1 0 0 0 0,0 0 0 0 0,0 0-1 0 0,1 0 1 0 0,-1 0 0 0 0,0 0 0 0 0,1 0-1 0 0,6 2-15 0 0,0 1-1 0 0,1 1 0 0 0,-1-1 0 0 0,0 1 0 0 0,-1 1 0 0 0,13 9 0 0 0,32 33-30 0 0,240 261 142 0 0,-286-303-53 0 0,0 0-1 0 0,0 0 1 0 0,1-1 0 0 0,11 8 0 0 0,-15-11-103 0 0,1 0 1 0 0,0 0-1 0 0,0 0 1 0 0,0 0 0 0 0,0 0-1 0 0,0-1 1 0 0,0 0-1 0 0,0 1 1 0 0,0-1 0 0 0,0 0-1 0 0,0-1 1 0 0,0 1-1 0 0,4-1 1 0 0,43-12-4215 0 0,-18 0-1570 0 0,-10 3-588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31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615 11 2028 0 0,'5'-4'15765'0'0,"-14"2"-15664"0"0,0 0 0 0 0,0 1 0 0 0,-1 0 0 0 0,1 1 1 0 0,0 0-1 0 0,-16 2 0 0 0,-62 11-49 0 0,60-8-51 0 0,10-3-2 0 0,1 2 0 0 0,0 0 0 0 0,0 0 0 0 0,-20 10-1 0 0,26-11-5 0 0,1 1-1 0 0,-1 1 0 0 0,1 0 1 0 0,0 0-1 0 0,1 1 0 0 0,-1 0 1 0 0,-8 9-1 0 0,11-9 2 0 0,1 0 1 0 0,0 0-1 0 0,0 1 0 0 0,1 0 1 0 0,0 0-1 0 0,0 0 0 0 0,1 0 1 0 0,-1 0-1 0 0,-2 13 0 0 0,0 3 83 0 0,0 2 0 0 0,2-1 0 0 0,1 1 1 0 0,0 37-1 0 0,9 101 662 0 0,-5-147-666 0 0,13 159 351 0 0,13 348 115 0 0,-47 65-97 0 0,5-246-368 0 0,-29 446 46 0 0,29-565-77 0 0,-5 40 102 0 0,16-220-110 0 0,-4 70 15 0 0,5-74-36 0 0,3-25-11 0 0,0-2-5 0 0,-2 56 25 0 0,2-67-22 0 0,0 25 456 0 0,-32 272 1670 0 0,2 63-1532 0 0,21-17 1593 0 0,-6-157-1287 0 0,14-183-932 0 0,-1 9 79 0 0,0 1 1 0 0,1-1-1 0 0,1 0 0 0 0,2 23 1 0 0,-2-32 10 0 0,1-1 0 0 0,0 1 0 0 0,0 0 0 0 0,0-1 0 0 0,0 1 0 0 0,1-1 0 0 0,0 0 0 0 0,-1 1 0 0 0,1-1 0 0 0,0 0 0 0 0,1 0 0 0 0,-1 0 0 0 0,0 0 0 0 0,1 0 0 0 0,0-1 0 0 0,0 1 0 0 0,-1-1 0 0 0,1 0 0 0 0,1 0 0 0 0,-1 0 0 0 0,5 3 0 0 0,5 0 25 0 0,0 0 0 0 0,0-1 0 0 0,0-1 0 0 0,1 0 1 0 0,22 2-1 0 0,73 0-146 0 0,-75-5-66 0 0,114 0-2113 0 0,166-22 0 0 0,-160 2-2132 0 0,-2-6-3519 0 0,-48 6-2588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33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51 748 0 0,'18'-50'26753'0'0,"-19"56"-28985"0"0,-4 59 2021 0 0,3-23 191 0 0,-19 300-80 0 0,18-300 192 0 0,3-39-156 0 0,-4 77 314 0 0,3-44-3565 0 0,4-29 489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34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29 668 0 0,'-16'-4'10584'0'0,"-5"3"-3467"0"0,15 1-7700 0 0,3 0 1024 0 0,7 0-371 0 0,28 3 29 0 0,0-1-1 0 0,64-6 1 0 0,-27 1-58 0 0,71-5-86 0 0,32 1 1817 0 0,-124 3-1060 0 0,-46 4-668 0 0,1 0-32 0 0,7-1-50 0 0,-8 1-136 0 0,9-2-1994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34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2060 0 0,'1'-2'2244'0'0,"34"-57"12993"0"0,-29 52-14279 0 0,-5 11-890 0 0,1-1 0 0 0,-1 1-1 0 0,0-1 1 0 0,-1 1 0 0 0,1-1 0 0 0,0 1 0 0 0,-1-1 0 0 0,0 1 0 0 0,0 7 0 0 0,-6 40 588 0 0,3-19-517 0 0,-35 441 427 0 0,36-440-2809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35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34 1484 0 0,'-2'0'4298'0'0,"-28"7"7650"0"0,32-7-11130 0 0,17-3-804 0 0,55-6 170 0 0,92-1 0 0 0,-92 8-158 0 0,13-2 2 0 0,99-6 2041 0 0,-184 10-1864 0 0,48-1 513 0 0,-47 0-727 0 0,7 0-212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35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62 2836 0 0,'6'-17'7609'0'0,"1"-3"-3329"0"0,-6 18-4118 0 0,0 0 1 0 0,1 1 0 0 0,-1-1 0 0 0,0 0 0 0 0,1 1-1 0 0,0 0 1 0 0,-1-1 0 0 0,1 1 0 0 0,0 0 0 0 0,0 0-1 0 0,-1 0 1 0 0,5-2 0 0 0,3 2-102 0 0,0-1 1 0 0,0 1-1 0 0,1 0 1 0 0,-1 1-1 0 0,0 0 1 0 0,1 1-1 0 0,-1 0 1 0 0,0 0-1 0 0,0 1 1 0 0,0 0-1 0 0,0 1 1 0 0,0 0-1 0 0,0 0 1 0 0,11 7-1 0 0,-15-8-57 0 0,-1 0 0 0 0,1 1 0 0 0,-1-1-1 0 0,0 1 1 0 0,0 0 0 0 0,0 0-1 0 0,-1 1 1 0 0,1-1 0 0 0,-1 1 0 0 0,0 0-1 0 0,0 0 1 0 0,0 0 0 0 0,0 0-1 0 0,-1 1 1 0 0,0-1 0 0 0,0 0 0 0 0,0 1-1 0 0,0 0 1 0 0,-1 0 0 0 0,1-1-1 0 0,-1 1 1 0 0,0 0 0 0 0,-1 0 0 0 0,1 0-1 0 0,-1 0 1 0 0,0 0 0 0 0,-1 0 0 0 0,1 0-1 0 0,-2 6 1 0 0,-3 5 114 0 0,0 0 0 0 0,-1 0-1 0 0,-1-1 1 0 0,0 0 0 0 0,-1 0 0 0 0,-1-1 0 0 0,0 0-1 0 0,-1 0 1 0 0,0-1 0 0 0,-1 0 0 0 0,-1-1 0 0 0,-18 15-1 0 0,-15 11 878 0 0,-3-3 0 0 0,-58 34 0 0 0,52-36-619 0 0,53-33-373 0 0,1 1 0 0 0,0-1-1 0 0,-1 0 1 0 0,1 1 0 0 0,0-1-1 0 0,-1 1 1 0 0,1-1 0 0 0,0 0-1 0 0,-1 1 1 0 0,1-1 0 0 0,0 1-1 0 0,0-1 1 0 0,0 1 0 0 0,-1-1-1 0 0,1 1 1 0 0,0-1 0 0 0,0 1-1 0 0,0-1 1 0 0,0 1 0 0 0,0-1-1 0 0,0 1 1 0 0,0-1-1 0 0,0 1 1 0 0,0-1 0 0 0,0 1-1 0 0,0-1 1 0 0,0 1 0 0 0,1-1-1 0 0,-1 1 1 0 0,0-1 0 0 0,0 1-1 0 0,0-1 1 0 0,1 1 0 0 0,-1-1-1 0 0,0 0 1 0 0,0 1 0 0 0,1-1-1 0 0,-1 1 1 0 0,0-1 0 0 0,1 0-1 0 0,-1 1 1 0 0,1-1 0 0 0,-1 0-1 0 0,0 1 1 0 0,1-1 0 0 0,-1 0-1 0 0,1 0 1 0 0,0 1-1 0 0,38 5 24 0 0,1-1 0 0 0,-1-2-1 0 0,63-3 1 0 0,-56 0-54 0 0,332-20 353 0 0,-301 5-610 0 0,-72 14-934 0 0,0-1 0 0 0,-1 0-1 0 0,1 1 1 0 0,0-2 0 0 0,0 1 0 0 0,-1-1 0 0 0,0 1-1 0 0,1-1 1 0 0,4-5 0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36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30 2168 0 0,'-4'0'1934'0'0,"-14"0"4399"0"0,12 0-6151 0 0,-19 0 9288 0 0,29 0-9364 0 0,344-14 393 0 0,-263 9-144 0 0,17-2 1843 0 0,-100 7-2138 0 0,0 0 6 0 0,40-3-251 0 0,-39 3-260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36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2504 0 0,'10'-26'8322'0'0,"3"-10"-234"0"0,-12 34-7483 0 0,4-6 1276 0 0,-6 24-1810 0 0,-1 0 0 0 0,-4 18 0 0 0,3-17-58 0 0,1 0 0 0 0,-1 20 0 0 0,3-27 1 0 0,1 0-1 0 0,0 0 1 0 0,0 0 0 0 0,1 0 0 0 0,0-1-1 0 0,1 1 1 0 0,0-1 0 0 0,1 1-1 0 0,5 10 1 0 0,-6-14 11 0 0,1-1-1 0 0,0 1 0 0 0,0 0 1 0 0,0-1-1 0 0,0 0 1 0 0,1 0-1 0 0,0 0 1 0 0,0-1-1 0 0,0 0 1 0 0,0 1-1 0 0,1-2 1 0 0,0 1-1 0 0,-1-1 1 0 0,8 3-1 0 0,-7-5 4 0 0,-1-1-19 0 0,1 0 1 0 0,0 0-1 0 0,-1-1 1 0 0,1 0-1 0 0,0 0 1 0 0,-1-1-1 0 0,1 1 0 0 0,-1-1 1 0 0,0 0-1 0 0,1-1 1 0 0,-1 1-1 0 0,0-1 0 0 0,-1 0 1 0 0,1 0-1 0 0,0-1 1 0 0,-1 0-1 0 0,0 1 1 0 0,4-6-1 0 0,4-1 20 0 0,17-17 2498 0 0,38-46 1 0 0,-67 72-2489 0 0,1 0 0 0 0,0 0 1 0 0,-1 0-1 0 0,1 0 1 0 0,0 0-1 0 0,0 0 1 0 0,0 1-1 0 0,0-1 0 0 0,0 0 1 0 0,0 0-1 0 0,0 1 1 0 0,0-1-1 0 0,0 1 1 0 0,2-2-1 0 0,-3 3-35 0 0,1-1-1 0 0,-1 0 1 0 0,0 0-1 0 0,0 0 1 0 0,1 1-1 0 0,-1-1 1 0 0,0 0-1 0 0,0 1 1 0 0,1-1-1 0 0,-1 0 1 0 0,0 1 0 0 0,0-1-1 0 0,0 0 1 0 0,0 1-1 0 0,0-1 1 0 0,0 0-1 0 0,1 1 1 0 0,-1-1-1 0 0,0 0 1 0 0,0 1-1 0 0,0-1 1 0 0,0 0 0 0 0,0 1-1 0 0,0-1 1 0 0,0 0-1 0 0,0 1 1 0 0,-1-1-1 0 0,1 0 1 0 0,0 1-1 0 0,-9 36-56 0 0,-52 117 9 0 0,2-8 134 0 0,15-16-2670 0 0,15-44-2954 0 0,14-50-3345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39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96 121 1508 0 0,'-1'-11'3236'0'0,"0"9"-2647"0"0,1 0 0 0 0,0 0-1 0 0,0 0 1 0 0,-1 0 0 0 0,1 0 0 0 0,-1 0 0 0 0,-7-12 5420 0 0,4-15-1872 0 0,8 25-4132 0 0,1-1 1 0 0,-1 0-1 0 0,1 1 1 0 0,0 0-1 0 0,0 0 0 0 0,1 1 1 0 0,-1-1-1 0 0,1 1 1 0 0,0 1-1 0 0,0-1 1 0 0,0 1-1 0 0,0 0 0 0 0,0 0 1 0 0,0 0-1 0 0,1 1 1 0 0,-1 0-1 0 0,0 0 1 0 0,11 1-1 0 0,-8 0-10 0 0,0 0-1 0 0,0 0 1 0 0,0 1-1 0 0,0 1 1 0 0,0 0-1 0 0,-1 0 1 0 0,1 0 0 0 0,0 1-1 0 0,-1 1 1 0 0,0-1-1 0 0,0 1 1 0 0,14 10-1 0 0,-16-10 8 0 0,0 1-1 0 0,-1 0 0 0 0,1 0 1 0 0,-1 0-1 0 0,0 1 1 0 0,-1 0-1 0 0,0 0 0 0 0,0 0 1 0 0,0 0-1 0 0,0 1 0 0 0,-1-1 1 0 0,0 1-1 0 0,0 0 0 0 0,-1 0 1 0 0,0 0-1 0 0,-1 1 0 0 0,1-1 1 0 0,-1 0-1 0 0,0 1 0 0 0,-1-1 1 0 0,0 0-1 0 0,0 1 0 0 0,-1-1 1 0 0,0 1-1 0 0,0-1 1 0 0,0 0-1 0 0,-1 0 0 0 0,0 0 1 0 0,-1 0-1 0 0,1 0 0 0 0,-1 0 1 0 0,-1 0-1 0 0,1-1 0 0 0,-1 0 1 0 0,-6 8-1 0 0,-5 4 14 0 0,0 0 0 0 0,0-2 0 0 0,-2 0 0 0 0,0 0 0 0 0,0-2 0 0 0,-24 15-1 0 0,-123 62 1110 0 0,116-66-824 0 0,46-24-283 0 0,0 1-7 0 0,-2 1-6 0 0,6-2 55 0 0,192-35-11 0 0,73-10-30 0 0,-96 19-166 0 0,-168 25-201 0 0,8-2-670 0 0,-4 1-1768 0 0,0 0 1597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40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10 106 584 0 0,'-5'-20'14573'0'0,"4"19"-14480"0"0,0 0 1 0 0,1 0-1 0 0,-1 0 1 0 0,1 0-1 0 0,0 0 1 0 0,-1-1-1 0 0,1 1 1 0 0,0 0-1 0 0,0 0 1 0 0,0 0-1 0 0,-1 0 1 0 0,1 0-1 0 0,0-1 1 0 0,1 1-1 0 0,-1 0 1 0 0,0 0-1 0 0,0 0 1 0 0,0 0-1 0 0,1 0 1 0 0,-1-1-1 0 0,0 1 1 0 0,1 0-1 0 0,-1 0 0 0 0,1 0 1 0 0,0 0-1 0 0,-1 0 1 0 0,1 0-1 0 0,0 0 1 0 0,0 1-1 0 0,-1-1 1 0 0,1 0-1 0 0,0 0 1 0 0,0 0-1 0 0,0 1 1 0 0,0-1-1 0 0,1 0 1 0 0,3-3-105 0 0,0 1 1 0 0,0 0-1 0 0,1 0 0 0 0,-1 0 1 0 0,1 0-1 0 0,7-1 1 0 0,10-3 11 0 0,1 1 0 0 0,-1 2 0 0 0,1 0 0 0 0,0 2 0 0 0,1 0 0 0 0,27 3 0 0 0,-41 0-2 0 0,0 0 0 0 0,1 0 1 0 0,-1 2-1 0 0,0-1 1 0 0,0 1-1 0 0,-1 1 1 0 0,1 0-1 0 0,-1 0 1 0 0,0 1-1 0 0,0 1 0 0 0,0-1 1 0 0,0 2-1 0 0,-1-1 1 0 0,0 1-1 0 0,10 11 1 0 0,-16-15 4 0 0,0 0 0 0 0,-1 0 0 0 0,1 0 0 0 0,-1 1 0 0 0,0-1 0 0 0,0 0 0 0 0,0 1 0 0 0,-1 0 0 0 0,1-1 0 0 0,-1 1 0 0 0,0 0 0 0 0,0 0 0 0 0,0 0 0 0 0,0 0 0 0 0,-1 0 0 0 0,0-1 0 0 0,1 1 0 0 0,-2 5 0 0 0,0-3 3 0 0,0 0-1 0 0,-1 0 1 0 0,0 0 0 0 0,0 0-1 0 0,0 0 1 0 0,-1-1 0 0 0,1 1-1 0 0,-1-1 1 0 0,-1 1 0 0 0,-6 7-1 0 0,-2 0 20 0 0,0 0 0 0 0,0-1 0 0 0,-2-1 0 0 0,1 0-1 0 0,-1 0 1 0 0,-1-2 0 0 0,-19 11 0 0 0,-12 7 244 0 0,44-26-241 0 0,1-1-1 0 0,-5 3-30 0 0,18 1 108 0 0,12-1-112 0 0,-1 1 0 0 0,0 1 0 0 0,0 0 0 0 0,0 2 0 0 0,-1 1 0 0 0,0 1 0 0 0,-1 1 0 0 0,0 1 0 0 0,0 1 0 0 0,-1 0 0 0 0,-1 2 0 0 0,0 0 0 0 0,-1 1 0 0 0,20 21 0 0 0,-36-33 10 0 0,0-1 0 0 0,0 0 0 0 0,0 0 0 0 0,-1 1 0 0 0,1-1 0 0 0,0 1 1 0 0,-1-1-1 0 0,0 1 0 0 0,0 0 0 0 0,0-1 0 0 0,0 1 0 0 0,0 0 0 0 0,0 0 0 0 0,-1 0 0 0 0,0 0 0 0 0,1-1 0 0 0,-1 1 0 0 0,0 0 0 0 0,-1 5 0 0 0,0-4 20 0 0,0 0-1 0 0,-1 0 0 0 0,1 0 0 0 0,-1 0 1 0 0,0 0-1 0 0,0 0 0 0 0,0-1 1 0 0,0 1-1 0 0,-1-1 0 0 0,0 0 0 0 0,1 1 1 0 0,-6 3-1 0 0,0 0 64 0 0,0 0 0 0 0,-1-1 0 0 0,0 0 0 0 0,-1 0 0 0 0,1-1 0 0 0,-1 0 1 0 0,0-1-1 0 0,0 0 0 0 0,-19 5 0 0 0,7-6-57 0 0,0 0-1 0 0,1 0 1 0 0,-1-2 0 0 0,0-1 0 0 0,0-1 0 0 0,0-1-1 0 0,1-1 1 0 0,-1 0 0 0 0,-21-7 0 0 0,42 9-170 0 0,0 1 0 0 0,0 0 0 0 0,0 0 0 0 0,0 0 0 0 0,0-1 0 0 0,0 1 0 0 0,1 0 0 0 0,-1-1-1 0 0,0 1 1 0 0,0-1 0 0 0,0 1 0 0 0,0-1 0 0 0,1 1 0 0 0,-1-1 0 0 0,0 0 0 0 0,0 1 0 0 0,1-1 0 0 0,-1 0 0 0 0,1 0 0 0 0,-1 0 0 0 0,0 1 0 0 0,1-1 0 0 0,0 0 0 0 0,-1 0 0 0 0,1 0 0 0 0,-1 0 0 0 0,1 0-1 0 0,0 0 1 0 0,-1-1 0 0 0,2 0-287 0 0,-1 1-1 0 0,1-1 0 0 0,-1 1 1 0 0,1-1-1 0 0,0 1 1 0 0,-1-1-1 0 0,1 1 0 0 0,0 0 1 0 0,0-1-1 0 0,0 1 0 0 0,0 0 1 0 0,0 0-1 0 0,0 0 0 0 0,0 0 1 0 0,1 0-1 0 0,-1 0 0 0 0,2-1 1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41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65 1656 0 0,'-22'-5'4465'0'0,"0"-1"0"0"0,-34-13-1 0 0,22 7-1810 0 0,32 11-2010 0 0,3 1-625 0 0,0-1 0 0 0,0 1-1 0 0,0-1 1 0 0,-1 1 0 0 0,1-1 0 0 0,0 1-1 0 0,0-1 1 0 0,0 1 0 0 0,0 0-1 0 0,0 0 1 0 0,0-1 0 0 0,0 1 0 0 0,0 0-1 0 0,1 0 1 0 0,506-10 1567 0 0,-452 8-420 0 0,-53 2-1052 0 0,0 0-28 0 0,42-1 196 0 0,-42 1-288 0 0,1-1-405 0 0,30-1-12326 0 0,-28 2 10767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41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36 2168 0 0,'16'-18'10024'0'0,"-13"14"-8486"0"0,6-9 2429 0 0,-6 14-3200 0 0,-1 10-755 0 0,-4 50 683 0 0,-14 86 1 0 0,-23 62-565 0 0,31-169-44 0 0,-24 130-196 0 0,20-99-4450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42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93 1460 0 0,'-17'-2'6923'0'0,"10"0"-6101"0"0,1 0 855 0 0,0 1 0 0 0,0 0 0 0 0,0 0 0 0 0,-1 0 0 0 0,-10 1-1 0 0,65-13-1075 0 0,389-25-207 0 0,-288 24 1804 0 0,-122 11-1675 0 0,-25 3-434 0 0,18-2 114 0 0,5 0-2339 0 0,13-8-11538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42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1504 0 0,'9'-8'2815'0'0,"0"0"-1"0"0,-1-1 0 0 0,0 0 1 0 0,11-16-1 0 0,-4 4-139 0 0,6-6-30 0 0,-20 26-2380 0 0,-1 0-266 0 0,0 1 1 0 0,1 0 0 0 0,-1-1 0 0 0,0 1-1 0 0,0-1 1 0 0,1 1 0 0 0,-1 0-1 0 0,0-1 1 0 0,1 1 0 0 0,-1 0 0 0 0,1 0-1 0 0,-1-1 1 0 0,0 1 0 0 0,1 0 0 0 0,-1 0-1 0 0,1 0 1 0 0,-1-1 0 0 0,1 1 0 0 0,0 0-1 0 0,0 2 1 0 0,0-1-1 0 0,0 1 1 0 0,0-1 0 0 0,-1 1-1 0 0,1-1 1 0 0,0 1-1 0 0,-1 0 1 0 0,1 0-1 0 0,-1-1 1 0 0,0 1 0 0 0,1 0-1 0 0,-1 0 1 0 0,0 2-1 0 0,-1 32 22 0 0,-1-16 0 0 0,-15 233 163 0 0,5-131-114 0 0,-11 140 82 0 0,21-240-19 0 0,-2 24 256 0 0,3-44-349 0 0,1 6 155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44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96 1068 0 0,'-9'-38'10301'0'0,"8"26"-8898"0"0,1 9-920 0 0,13-16 1005 0 0,-8 16-1378 0 0,-1 0 1 0 0,1 1-1 0 0,0-1 0 0 0,0 1 1 0 0,0 0-1 0 0,0 0 1 0 0,0 0-1 0 0,0 1 1 0 0,0 0-1 0 0,1 0 0 0 0,-1 0 1 0 0,9 0-1 0 0,1 1-37 0 0,0 1-1 0 0,29 4 1 0 0,-38-4-64 0 0,0 0 1 0 0,0 1 0 0 0,0-1 0 0 0,0 2 0 0 0,0-1 0 0 0,0 0 0 0 0,-1 1 0 0 0,1 0 0 0 0,-1 1 0 0 0,1-1 0 0 0,5 7-1 0 0,-8-8 3 0 0,-1 0-1 0 0,0 0 0 0 0,-1 1 0 0 0,1-1 0 0 0,0 0 0 0 0,-1 1 0 0 0,1 0 0 0 0,-1-1 0 0 0,0 1 0 0 0,1 0 0 0 0,-1 0 1 0 0,-1 0-1 0 0,1 0 0 0 0,0 0 0 0 0,-1 0 0 0 0,0 0 0 0 0,1 0 0 0 0,-1 0 0 0 0,0 0 0 0 0,-1 0 0 0 0,1 0 0 0 0,0-1 1 0 0,-1 1-1 0 0,0 0 0 0 0,-1 4 0 0 0,-3 6 24 0 0,0 0-1 0 0,-1-1 1 0 0,0 0 0 0 0,-1 0-1 0 0,-14 18 1 0 0,-48 47 34 0 0,-1 2 126 0 0,69-77-117 0 0,2-2-72 0 0,-1 1 0 0 0,1 0 1 0 0,-1 0-1 0 0,1 0 0 0 0,-1 0 0 0 0,1 0 1 0 0,0-1-1 0 0,-1 1 0 0 0,1 0 0 0 0,0-1 1 0 0,0 1-1 0 0,0 0 0 0 0,0-1 0 0 0,-1 1 1 0 0,1-1-1 0 0,0 1 0 0 0,0-1 0 0 0,0 0 1 0 0,0 1-1 0 0,2-1 0 0 0,27 7 74 0 0,-6-2-32 0 0,1 3-2 0 0,-1 1-1 0 0,1 2 1 0 0,-2 0-1 0 0,1 2 1 0 0,-2 0-1 0 0,0 1 1 0 0,0 2 0 0 0,-2 0-1 0 0,24 24 1 0 0,-41-37 103 0 0,0 0 1 0 0,-1 0-1 0 0,0 0 1 0 0,0 0 0 0 0,0 0-1 0 0,0 1 1 0 0,0-1 0 0 0,0 1-1 0 0,-1-1 1 0 0,0 1-1 0 0,0 0 1 0 0,0-1 0 0 0,0 1-1 0 0,0 0 1 0 0,-1 5-1 0 0,0-6-55 0 0,0-1 0 0 0,-1 1 0 0 0,1-1-1 0 0,-1 1 1 0 0,0-1 0 0 0,1 1 0 0 0,-1-1 0 0 0,-1 1-1 0 0,1-1 1 0 0,0 0 0 0 0,-1 1 0 0 0,1-1-1 0 0,-1 0 1 0 0,1 0 0 0 0,-1 0 0 0 0,0 0 0 0 0,0 0-1 0 0,0-1 1 0 0,0 1 0 0 0,0-1 0 0 0,-1 1 0 0 0,1-1-1 0 0,-3 2 1 0 0,-10 4 44 0 0,-1-1 0 0 0,0 0-1 0 0,0-1 1 0 0,0-1 0 0 0,0 0-1 0 0,-1-1 1 0 0,-32 1 0 0 0,-121-9 71 0 0,141 3-147 0 0,-46-5-312 0 0,29-2-3669 0 0,46 9 3815 0 0,-1 0 1 0 0,1 0 0 0 0,0 0-1 0 0,0 0 1 0 0,-1 0 0 0 0,1 0-1 0 0,0 0 1 0 0,-1 0-1 0 0,1 0 1 0 0,0 0 0 0 0,-1 0-1 0 0,1 0 1 0 0,0 0 0 0 0,0-1-1 0 0,-1 1 1 0 0,1 0-1 0 0,0 0 1 0 0,-1 0 0 0 0,1 0-1 0 0,0-1 1 0 0,-2-1-1034 0 0,2 2 1033 0 0,0-1 1 0 0,0 1 0 0 0,0 0-1 0 0,0-1 1 0 0,-1 1-1 0 0,1 0 1 0 0,0-1 0 0 0,0 1-1 0 0,0 0 1 0 0,0 0 0 0 0,0-1-1 0 0,0 1 1 0 0,1 0-1 0 0,-1-1 1 0 0,0 1 0 0 0,0 0-1 0 0,0-1 1 0 0,0 1-1 0 0,0 0 1 0 0,0 0 0 0 0,0-1-1 0 0,1 1 1 0 0,-1 0 0 0 0,0 0-1 0 0,2-2-619 0 0,14-9-4700 0 0,0 2-50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44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2380 0 0,'63'-64'17044'0'0,"-63"63"-17008"0"0,0 1-1 0 0,0 0 0 0 0,0 0 0 0 0,0-1 0 0 0,0 1 0 0 0,1 0 0 0 0,-1 0 0 0 0,0 0 0 0 0,0-1 0 0 0,0 1 1 0 0,1 0-1 0 0,-1 0 0 0 0,0 0 0 0 0,0 0 0 0 0,1-1 0 0 0,-1 1 0 0 0,0 0 0 0 0,0 0 0 0 0,1 0 0 0 0,-1 0 1 0 0,0 0-1 0 0,1 0 0 0 0,-1 0 0 0 0,0 0 0 0 0,0 0 0 0 0,1 0 0 0 0,-1 0 0 0 0,0 0 0 0 0,1 0 1 0 0,-1 0-1 0 0,0 0 0 0 0,0 0 0 0 0,1 0 0 0 0,-1 0 0 0 0,0 0 0 0 0,0 1 0 0 0,1-1 0 0 0,-1 0 0 0 0,0 0 1 0 0,0 0-1 0 0,1 0 0 0 0,-1 0 0 0 0,0 1 0 0 0,0-1 0 0 0,0 0 0 0 0,1 0 0 0 0,-1 1 0 0 0,0-1 0 0 0,5 20 429 0 0,-5 25-350 0 0,-7 7-148 0 0,-7 83 499 0 0,13-46-3136 0 0,4-64-465 0 0,2-10-2960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45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40 1088 0 0,'0'0'15680'0'0,"14"-8"-14415"0"0,-3 2-1161 0 0,0 1-1 0 0,0 1 1 0 0,1 0 0 0 0,-1 1 0 0 0,1 0-1 0 0,0 1 1 0 0,0 0 0 0 0,0 1-1 0 0,0 0 1 0 0,0 1 0 0 0,0 0-1 0 0,17 3 1 0 0,-22-2-111 0 0,0 1 0 0 0,0-1 0 0 0,-1 1-1 0 0,1 0 1 0 0,0 1 0 0 0,-1 0 0 0 0,0 0 0 0 0,1 0 0 0 0,-1 1-1 0 0,6 5 1 0 0,-8-6 11 0 0,-1 1 0 0 0,1-1-1 0 0,-1 1 1 0 0,0 0 0 0 0,0 0 0 0 0,0 0-1 0 0,-1 0 1 0 0,1 0 0 0 0,-1 1-1 0 0,0-1 1 0 0,0 1 0 0 0,-1-1 0 0 0,1 1-1 0 0,-1 0 1 0 0,1 8 0 0 0,-2-6 9 0 0,0-1 1 0 0,0 0-1 0 0,0 0 1 0 0,-1 1-1 0 0,0-1 1 0 0,0 0-1 0 0,-1 0 0 0 0,0 0 1 0 0,0 0-1 0 0,0 0 1 0 0,-1-1-1 0 0,0 1 1 0 0,-5 8-1 0 0,-5 5 38 0 0,-2 0 0 0 0,-18 20 0 0 0,28-35-40 0 0,-40 43 457 0 0,44-45-419 0 0,-5 6 113 0 0,40-5-160 0 0,-22-1-5 0 0,0-1-1 0 0,0 2 0 0 0,0 0 1 0 0,-1 0-1 0 0,1 1 0 0 0,-1 0 1 0 0,0 1-1 0 0,0 0 0 0 0,0 1 1 0 0,-1 0-1 0 0,0 1 0 0 0,0 0 1 0 0,-1 0-1 0 0,1 1 0 0 0,-2 1 1 0 0,1-1-1 0 0,10 15 0 0 0,-18-21 38 0 0,1 1 0 0 0,0 0-1 0 0,0 0 1 0 0,-1-1 0 0 0,0 1 0 0 0,1 0-1 0 0,-1 0 1 0 0,0 0 0 0 0,-1 0 0 0 0,1 1 0 0 0,0-1-1 0 0,-1 0 1 0 0,0 0 0 0 0,0 0 0 0 0,0 1-1 0 0,0-1 1 0 0,0 0 0 0 0,-1 0 0 0 0,1 0-1 0 0,-1 0 1 0 0,0 1 0 0 0,-2 4 0 0 0,1-5 69 0 0,0 1-1 0 0,0 0 1 0 0,0-1 0 0 0,0 0 0 0 0,-1 0 0 0 0,0 1 0 0 0,0-2 0 0 0,0 1 0 0 0,0 0 0 0 0,0 0 0 0 0,0-1 0 0 0,-1 0 0 0 0,1 0 0 0 0,-1 0 0 0 0,0 0 0 0 0,0 0 0 0 0,-5 1 0 0 0,-17 4 118 0 0,0-1 0 0 0,0-2 0 0 0,0 0 0 0 0,-1-2 0 0 0,1-1 0 0 0,-39-3 0 0 0,10-4-131 0 0,1-1 1 0 0,-59-17 0 0 0,106 22-429 0 0,-6-1-110 0 0,1 0 1 0 0,-18-8 0 0 0,7-4-3573 0 0,12-7-5168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46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0 260 0 0,'16'4'2999'0'0,"68"6"11601"0"0,-69-8-10642 0 0,3 1-3788 0 0,-1 0 1 0 0,1-2 0 0 0,0 0-1 0 0,28-2 1 0 0,-7 0-92 0 0,52 1 11 0 0,196-6 604 0 0,-252 4-579 0 0,-33 2-159 0 0,7-3-367 0 0,1 0-2352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46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99 109 2700 0 0,'-6'-14'4153'0'0,"3"8"-1482"0"0,1-1 1 0 0,-1 0-1 0 0,-2-14 1 0 0,5 19-2530 0 0,0 0 1 0 0,0 1 0 0 0,0-1-1 0 0,0 0 1 0 0,0 0-1 0 0,0 0 1 0 0,0 0 0 0 0,1 1-1 0 0,-1-1 1 0 0,1 0 0 0 0,-1 0-1 0 0,1 1 1 0 0,0-1-1 0 0,0 0 1 0 0,-1 1 0 0 0,1-1-1 0 0,0 1 1 0 0,1-1 0 0 0,-1 1-1 0 0,1-2 1 0 0,3 0-103 0 0,0 1 1 0 0,1 0-1 0 0,-1 0 1 0 0,0 0-1 0 0,1 0 0 0 0,0 1 1 0 0,-1 0-1 0 0,1 0 1 0 0,-1 1-1 0 0,8 0 1 0 0,2-1-38 0 0,1 1 0 0 0,0 1 1 0 0,-1 0-1 0 0,0 1 0 0 0,1 1 0 0 0,26 8 1 0 0,-37-9-6 0 0,0 0 1 0 0,0-1-1 0 0,0 2 1 0 0,0-1-1 0 0,0 0 0 0 0,-1 1 1 0 0,1 0-1 0 0,-1 0 1 0 0,0 0-1 0 0,0 1 1 0 0,0-1-1 0 0,0 1 1 0 0,-1 0-1 0 0,1 0 1 0 0,-1 0-1 0 0,0 1 0 0 0,0-1 1 0 0,-1 1-1 0 0,1 0 1 0 0,-1 0-1 0 0,0-1 1 0 0,-1 1-1 0 0,3 9 1 0 0,-4-8 6 0 0,0 0 0 0 0,0 0-1 0 0,-1 1 1 0 0,1-1 0 0 0,-2 0 0 0 0,1-1 0 0 0,-1 1 0 0 0,1 0 0 0 0,-1 0 0 0 0,-1-1 0 0 0,1 1 0 0 0,-1-1 0 0 0,0 1 0 0 0,-1-1 0 0 0,1 0 0 0 0,-8 8 0 0 0,-7 7 67 0 0,-1-1 0 0 0,-30 23 0 0 0,45-38-38 0 0,-27 19 538 0 0,-1-1 0 0 0,-38 19 0 0 0,-28 19 821 0 0,93-56-1360 0 0,-13 11 88 0 0,18-8-57 0 0,12-1 10 0 0,12-1-3 0 0,0 0-1 0 0,0-2 1 0 0,27 0 0 0 0,-7 0-6 0 0,408 9-176 0 0,-411-12 85 0 0,4-2 217 0 0,-22 1-3108 0 0,-10 0-2095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47.8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59 36 0 0,'13'-8'5678'0'0,"-10"5"-4884"0"0,-1 1 0 0 0,0-1 0 0 0,1 1 0 0 0,-1-1 0 0 0,0 0 0 0 0,-1 0 0 0 0,1 0 0 0 0,0 0 1 0 0,1-6 781 0 0,-2 0-157 0 0,-1 8-1386 0 0,0 1 0 0 0,0 0 0 0 0,0 0 0 0 0,0-1 0 0 0,0 1 0 0 0,0 0 0 0 0,0-1 0 0 0,0 1 0 0 0,0 0 0 0 0,0 0 0 0 0,0-1 0 0 0,0 1 0 0 0,0 0 0 0 0,0 0 0 0 0,-1-1 0 0 0,1 1 0 0 0,0 0 0 0 0,0 0 0 0 0,0 0 0 0 0,0-1 0 0 0,-1 1 0 0 0,1 0 0 0 0,0 0 0 0 0,0 0 0 0 0,-1-1 0 0 0,1 1 0 0 0,0 0 0 0 0,0 0 0 0 0,-1 0 0 0 0,1 0 0 0 0,0 0 0 0 0,0 0 0 0 0,-1 0 0 0 0,1 0 0 0 0,0 0 0 0 0,0-1 0 0 0,-1 1 0 0 0,1 0 0 0 0,0 0 0 0 0,-1 0 0 0 0,1 1 0 0 0,0-1 0 0 0,-10 3 49 0 0,1 0 0 0 0,0 1 0 0 0,1 0 0 0 0,-1 1 0 0 0,1 0 1 0 0,0 0-1 0 0,-11 9 0 0 0,-54 53 498 0 0,46-41-367 0 0,14-14-127 0 0,-97 99 401 0 0,100-99-464 0 0,0 1 0 0 0,1-1-1 0 0,1 1 1 0 0,0 1-1 0 0,0 0 1 0 0,2 0 0 0 0,-10 27-1 0 0,15-37-14 0 0,0 0 0 0 0,0 0-1 0 0,0 0 1 0 0,1 1 0 0 0,-1-1 0 0 0,1 0 0 0 0,0 0-1 0 0,1 1 1 0 0,-1-1 0 0 0,1 0 0 0 0,0 0-1 0 0,0 1 1 0 0,0-1 0 0 0,0 0 0 0 0,1 0 0 0 0,-1 0-1 0 0,4 5 1 0 0,-2-5 3 0 0,1 1 0 0 0,-1-1-1 0 0,1 1 1 0 0,0-1 0 0 0,1 0 0 0 0,-1-1 0 0 0,1 1-1 0 0,-1-1 1 0 0,1 0 0 0 0,0 0 0 0 0,10 4 0 0 0,-6-3 12 0 0,1-1 1 0 0,-1 0-1 0 0,1 0 1 0 0,0-1-1 0 0,0 0 1 0 0,0-1-1 0 0,0 0 1 0 0,1-1 0 0 0,-1 0-1 0 0,0 0 1 0 0,0-1-1 0 0,0-1 1 0 0,0 1-1 0 0,14-6 1 0 0,-21 6-1 0 0,1-1 0 0 0,-1 1 0 0 0,1-1-1 0 0,-1 0 1 0 0,0 0 0 0 0,0-1 0 0 0,0 1 0 0 0,0-1 0 0 0,0 1 0 0 0,-1-1 0 0 0,1 0 0 0 0,-1 0 0 0 0,0 0 0 0 0,0 0-1 0 0,0-1 1 0 0,0 1 0 0 0,0 0 0 0 0,-1-1 0 0 0,3-7 0 0 0,-4 9-12 0 0,1 0-1 0 0,-1 0 1 0 0,0-1 0 0 0,0 1 0 0 0,0 0-1 0 0,0-1 1 0 0,0 1 0 0 0,0 0-1 0 0,-1-1 1 0 0,1 1 0 0 0,-1 0 0 0 0,0 0-1 0 0,1 0 1 0 0,-1-1 0 0 0,0 1 0 0 0,0 0-1 0 0,-1 0 1 0 0,1 0 0 0 0,0 1-1 0 0,-1-1 1 0 0,1 0 0 0 0,-1 0 0 0 0,1 1-1 0 0,-1-1 1 0 0,0 1 0 0 0,0-1-1 0 0,0 1 1 0 0,0 0 0 0 0,0-1 0 0 0,0 1-1 0 0,0 0 1 0 0,0 1 0 0 0,-4-2 0 0 0,-4-2 1 0 0,0 1 1 0 0,0 1-1 0 0,0 0 1 0 0,0 0-1 0 0,0 1 1 0 0,-18 0 0 0 0,23 1-222 0 0,1 0 0 0 0,0 1 1 0 0,-1-1-1 0 0,1 1 1 0 0,0 0-1 0 0,0 0 1 0 0,-1 0-1 0 0,1 1 0 0 0,0-1 1 0 0,0 1-1 0 0,0 0 1 0 0,1 0-1 0 0,-1 0 0 0 0,0 1 1 0 0,1-1-1 0 0,0 1 1 0 0,-1 0-1 0 0,-2 4 1 0 0,5-7 57 0 0,1 1 1 0 0,0 0-1 0 0,0-1 1 0 0,-1 1-1 0 0,1 0 1 0 0,0-1-1 0 0,0 1 1 0 0,0 0-1 0 0,0 0 1 0 0,0-1-1 0 0,0 1 1 0 0,0 0-1 0 0,0-1 1 0 0,0 1 0 0 0,0 0-1 0 0,0-1 1 0 0,1 1-1 0 0,-1 0 1 0 0,0-1-1 0 0,0 1 1 0 0,1 0-1 0 0,-1-1 1 0 0,0 1-1 0 0,1-1 1 0 0,0 2-1 0 0,12 11-5334 0 0,0-7 237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48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113 131 1352 0 0,'0'-14'5163'0'0,"0"9"-4676"0"0,1 1 0 0 0,0-1 0 0 0,0 1 0 0 0,1-1 0 0 0,-1 1 0 0 0,1-1 0 0 0,0 1 0 0 0,0 0 0 0 0,0 0 0 0 0,1 0 0 0 0,0 0 0 0 0,-1 0 0 0 0,1 1 0 0 0,0-1 0 0 0,7-5-1 0 0,-4 5-230 0 0,0-1-1 0 0,1 1 0 0 0,0 0 0 0 0,0 0 1 0 0,0 1-1 0 0,0 0 0 0 0,1 0 1 0 0,13-3-1 0 0,-6 3-228 0 0,0 1 1 0 0,0 0-1 0 0,1 1 1 0 0,-1 1-1 0 0,0 0 0 0 0,0 1 1 0 0,0 1-1 0 0,0 0 1 0 0,23 7-1 0 0,-32-8-15 0 0,-1 1 0 0 0,1 1 0 0 0,0-1-1 0 0,-1 1 1 0 0,0 0 0 0 0,1 0 0 0 0,-1 0 0 0 0,-1 1 0 0 0,1 0-1 0 0,0 0 1 0 0,-1 0 0 0 0,0 1 0 0 0,4 5 0 0 0,-6-8-1 0 0,0 1 1 0 0,-1 0 0 0 0,1 1-1 0 0,-1-1 1 0 0,0 0 0 0 0,0 0-1 0 0,0 0 1 0 0,0 1 0 0 0,-1-1-1 0 0,1 1 1 0 0,-1-1 0 0 0,0 0-1 0 0,0 1 1 0 0,0-1 0 0 0,0 1-1 0 0,-1-1 1 0 0,1 0 0 0 0,-1 1 0 0 0,0-1-1 0 0,0 0 1 0 0,0 0 0 0 0,-1 1-1 0 0,1-1 1 0 0,-4 5 0 0 0,-3 4 17 0 0,-1 0 1 0 0,-1 0 0 0 0,0-1-1 0 0,0-1 1 0 0,-1 1 0 0 0,-1-2-1 0 0,-14 11 1 0 0,-10 8 83 0 0,31-24-96 0 0,-9 6 12 0 0,14-10-28 0 0,-1 0-1 0 0,1 1 0 0 0,0-1 0 0 0,0 0 1 0 0,0 0-1 0 0,0 0 0 0 0,-1 0 1 0 0,1 1-1 0 0,0-1 0 0 0,0 0 1 0 0,0 0-1 0 0,0 0 0 0 0,-1 1 1 0 0,1-1-1 0 0,0 0 0 0 0,0 0 0 0 0,0 1 1 0 0,0-1-1 0 0,0 0 0 0 0,0 0 1 0 0,0 1-1 0 0,0-1 0 0 0,0 0 1 0 0,0 0-1 0 0,0 0 0 0 0,0 1 1 0 0,0-1-1 0 0,0 0 0 0 0,0 0 1 0 0,0 1-1 0 0,0-1 0 0 0,0 0 0 0 0,0 0 1 0 0,0 1-1 0 0,0-1 0 0 0,0 0 1 0 0,1 0-1 0 0,-1 1 0 0 0,0-1 1 0 0,0 0-1 0 0,0 0 0 0 0,0 0 1 0 0,1 0-1 0 0,-1 1 0 0 0,0-1 0 0 0,0 0 1 0 0,0 0-1 0 0,1 0 0 0 0,-1 0 1 0 0,0 0-1 0 0,1 1 0 0 0,8 3 2 0 0,32 10-22 0 0,-20-7 19 0 0,-1 0 0 0 0,1 1 1 0 0,-1 1-1 0 0,-1 1 1 0 0,26 18-1 0 0,-35-22 30 0 0,-2 0 0 0 0,1 1 0 0 0,-1 0 0 0 0,0 1 0 0 0,0 0 0 0 0,-1 0 0 0 0,0 0 0 0 0,-1 1 0 0 0,1 0 0 0 0,-2 0 0 0 0,8 17 0 0 0,-12-25 21 0 0,-1 1 1 0 0,1 0 0 0 0,-1 0 0 0 0,0 0-1 0 0,0 0 1 0 0,0-1 0 0 0,0 1 0 0 0,0 0-1 0 0,0 0 1 0 0,0 0 0 0 0,0 0 0 0 0,-1 0-1 0 0,1-1 1 0 0,-1 1 0 0 0,0 0 0 0 0,1 0-1 0 0,-1 0 1 0 0,0-1 0 0 0,0 1 0 0 0,0-1-1 0 0,0 1 1 0 0,0-1 0 0 0,0 1-1 0 0,-1-1 1 0 0,1 1 0 0 0,-2 0 0 0 0,-2 3 71 0 0,-1-1 0 0 0,0 1 0 0 0,1-1 0 0 0,-1-1 0 0 0,-10 5 0 0 0,0-1-33 0 0,-1-1-1 0 0,0-1 1 0 0,-1-1 0 0 0,1 0-1 0 0,-1-1 1 0 0,0-1 0 0 0,-31 0 0 0 0,-8-4 11 0 0,-62-9 1 0 0,68 3-75 0 0,-57-16 0 0 0,99 21-743 0 0,1 0 0 0 0,0 0 0 0 0,-15-10-1 0 0,22 13 609 0 0,1 0 0 0 0,-1 0 0 0 0,1-1 0 0 0,0 1 0 0 0,-1-1 0 0 0,1 1-1 0 0,-1 0 1 0 0,1-1 0 0 0,0 1 0 0 0,0-1 0 0 0,-1 1 0 0 0,1-1 0 0 0,0 1 0 0 0,0-1-1 0 0,0 1 1 0 0,-1-1 0 0 0,1 1 0 0 0,0-1 0 0 0,0 1 0 0 0,0-1 0 0 0,0 1 0 0 0,0-1-1 0 0,0 1 1 0 0,0-1 0 0 0,0 1 0 0 0,0-1 0 0 0,0 1 0 0 0,0-1 0 0 0,1 1 0 0 0,-1-1 0 0 0,0 1-1 0 0,0-1 1 0 0,0 1 0 0 0,1-1 0 0 0,-1 1 0 0 0,0 0 0 0 0,1-1 0 0 0,-1 0 0 0 0,14-14-5491 0 0,2 4-411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49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44 1068 0 0,'-2'-24'13351'0'0,"-1"18"-11248"0"0,-4 11-2024 0 0,0 1 1 0 0,0-1-1 0 0,1 1 1 0 0,0 0-1 0 0,0 0 1 0 0,1 1-1 0 0,-8 11 1 0 0,-2 5 43 0 0,-13 28 1 0 0,22-39-98 0 0,0 1 0 0 0,1-1 0 0 0,0 1 0 0 0,1 0 1 0 0,1 0-1 0 0,0 1 0 0 0,-2 14 0 0 0,5-24-15 0 0,0-1 0 0 0,0 1-1 0 0,0 0 1 0 0,0-1 0 0 0,1 1 0 0 0,-1-1-1 0 0,1 1 1 0 0,0-1 0 0 0,0 0 0 0 0,0 1-1 0 0,0-1 1 0 0,1 0 0 0 0,0 0 0 0 0,-1 1-1 0 0,1-1 1 0 0,0-1 0 0 0,0 1 0 0 0,1 0-1 0 0,-1 0 1 0 0,0-1 0 0 0,1 1 0 0 0,0-1-1 0 0,0 0 1 0 0,-1 0 0 0 0,1 0 0 0 0,0 0-1 0 0,1 0 1 0 0,-1-1 0 0 0,0 1 0 0 0,0-1-1 0 0,1 0 1 0 0,4 1 0 0 0,1 0 23 0 0,1-1 1 0 0,-1 1-1 0 0,1-2 1 0 0,-1 1-1 0 0,1-1 1 0 0,-1-1-1 0 0,1 0 0 0 0,-1 0 1 0 0,1-1-1 0 0,-1 0 1 0 0,0-1-1 0 0,0 1 1 0 0,0-2-1 0 0,0 0 1 0 0,0 0-1 0 0,-1 0 0 0 0,11-8 1 0 0,-12 7 30 0 0,0 1 0 0 0,-1-1 0 0 0,1-1 0 0 0,-1 1 0 0 0,-1-1 0 0 0,1 0 0 0 0,-1-1 0 0 0,0 1 0 0 0,0-1 0 0 0,-1 0 1 0 0,0 0-1 0 0,0 0 0 0 0,-1-1 0 0 0,0 1 0 0 0,0-1 0 0 0,0 0 0 0 0,-1 0 0 0 0,-1 0 0 0 0,1 0 0 0 0,0-13 0 0 0,-3 15-40 0 0,0-1 0 0 0,0 0 0 0 0,-1 0-1 0 0,0 0 1 0 0,0 1 0 0 0,0-1 0 0 0,-1 1 0 0 0,0-1-1 0 0,0 1 1 0 0,0 0 0 0 0,-1 0 0 0 0,0 1 0 0 0,0-1-1 0 0,-1 1 1 0 0,0 0 0 0 0,0 0 0 0 0,0 0 0 0 0,0 0-1 0 0,-1 1 1 0 0,1 0 0 0 0,-10-5 0 0 0,6 4-249 0 0,1 1-1 0 0,-1-1 1 0 0,0 1 0 0 0,-1 0 0 0 0,1 1 0 0 0,-1 0 0 0 0,1 1 0 0 0,-1 0 0 0 0,0 1 0 0 0,0 0-1 0 0,0 0 1 0 0,1 1 0 0 0,-1 0 0 0 0,-15 2 0 0 0,23-1-319 0 0,-10 2-513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50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92 235 600 0 0,'0'0'4209'0'0,"19"-15"2715"0"0,13-11 1059 0 0,-28 22-7183 0 0,-4 3-679 0 0,1 1-1 0 0,0-1 1 0 0,-1 1 0 0 0,1-1 0 0 0,-1 1-1 0 0,1-1 1 0 0,-1 1 0 0 0,1-1 0 0 0,-1 0-1 0 0,1 1 1 0 0,-1-1 0 0 0,0 0 0 0 0,1 0-1 0 0,-1 1 1 0 0,0-1 0 0 0,1 0 0 0 0,-1 0-1 0 0,0 1 1 0 0,0-2 0 0 0,-1-1-89 0 0,1 0 1 0 0,-1 0-1 0 0,-1 0 1 0 0,1 0-1 0 0,0 0 0 0 0,-1 1 1 0 0,1-1-1 0 0,-1 0 1 0 0,0 1-1 0 0,1-1 1 0 0,-1 1-1 0 0,-1 0 0 0 0,1 0 1 0 0,0-1-1 0 0,-1 2 1 0 0,-2-4-1 0 0,-46-29-3 0 0,-15-6-157 0 0,65 39 80 0 0,-4 1-7 0 0,7-2 18 0 0,17 1-8 0 0,168 8-612 0 0,-144-7 563 0 0,0-2 0 0 0,61-12 0 0 0,-79 7 110 0 0,38-21 527 0 0,-61 28-488 0 0,-1-1-61 0 0,1 0 0 0 0,-1 0 0 0 0,1 0 0 0 0,-1 1 0 0 0,1-1-1 0 0,-1 1 1 0 0,1-1 0 0 0,-1 1 0 0 0,1-1 0 0 0,-1 1 0 0 0,1 0 0 0 0,3 0 0 0 0,-5 6-13 0 0,1 1-1 0 0,-1 0 1 0 0,0 0 0 0 0,-1 0-1 0 0,0-1 1 0 0,0 1 0 0 0,0 0-1 0 0,-1-1 1 0 0,-2 8 0 0 0,-1 9 1 0 0,-43 185 21 0 0,-4 24-151 0 0,32-74-4508 0 0,19-117-3383 0 0,1-24 700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2:5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11 496 0 0,'0'0'2390'0'0,"-3"0"-1402"0"0,-11 0 3153 0 0,12 0-3380 0 0,-32 1 10747 0 0,58-4-11924 0 0,359-5 555 0 0,-308 8-109 0 0,-56 0-41 0 0,-4-1 8 0 0,-1 1 1 0 0,1 1 0 0 0,-1 0 0 0 0,0 1-1 0 0,1 1 1 0 0,19 5 0 0 0,-31-7 2 0 0,1 1 0 0 0,-1-1 0 0 0,1 1 1 0 0,-1-1-1 0 0,0 1 0 0 0,1 0 0 0 0,-1 0 0 0 0,0 0 0 0 0,0 1 1 0 0,-1-1-1 0 0,1 1 0 0 0,0 0 0 0 0,-1 0 0 0 0,0-1 0 0 0,1 2 1 0 0,-1-1-1 0 0,2 5 0 0 0,3 3 1 0 0,3 7 11 0 0,-1 0 0 0 0,-1 1 0 0 0,0 0 0 0 0,-2 0 0 0 0,6 25 0 0 0,-12-42-12 0 0,15 62 94 0 0,13 116-1 0 0,-15 68 113 0 0,-30 224 1403 0 0,-35-2-1153 0 0,33-310-425 0 0,-85 948 48 0 0,71-725-49 0 0,10-54 56 0 0,16-164-97 0 0,-14 197 13 0 0,-4-117 69 0 0,14-137-66 0 0,10-57 35 0 0,1-49-47 0 0,0 39 25 0 0,0-6-13 0 0,0 20 50 0 0,0-52-46 0 0,0 37 19 0 0,0 46 0 0 0,-6 141-114 0 0,4-194 117 0 0,-12 59-1 0 0,13-90-21 0 0,1-1-13 0 0,0 6 32 0 0,0-5 46 0 0,0 0 170 0 0,0 0 1 0 0,0 0-1 0 0,-1 1 0 0 0,1-1 1 0 0,-1 0-1 0 0,0 0 1 0 0,0 0-1 0 0,0 0 0 0 0,0 0 1 0 0,0 0-1 0 0,0 0 1 0 0,0 0-1 0 0,-1 0 1 0 0,1 0-1 0 0,-1-1 0 0 0,-3 4 1 0 0,0-2-376 0 0,0 0-1 0 0,0 0 1 0 0,-1 0 0 0 0,1-1 0 0 0,-7 2 0 0 0,4-1 232 0 0,-278 80-5953 0 0,91-40-3188 0 0,191-42 8772 0 0,-100 20-8732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2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178 176 660 0 0,'-5'-10'8691'0'0,"1"7"-7647"0"0,0 17-526 0 0,0 0 0 0 0,-3 23-1 0 0,-1 7-132 0 0,-104 371 902 0 0,104-393 171 0 0,7-21-1436 0 0,1-1 0 0 0,0 0 1 0 0,-1 1-1 0 0,1-1 0 0 0,0 0 1 0 0,-1 0-1 0 0,1 1 0 0 0,-1-1 1 0 0,1 0-1 0 0,0 0 0 0 0,-1 0 1 0 0,1 1-1 0 0,-1-1 0 0 0,1 0 1 0 0,-1 0-1 0 0,1 0 0 0 0,0 0 1 0 0,-1 0-1 0 0,1 0 0 0 0,-1 0 1 0 0,1 0-1 0 0,-1 0 0 0 0,1 0 1 0 0,-1 0-1 0 0,1 0 0 0 0,0 0 1 0 0,-1-1-1 0 0,1 1 0 0 0,-1 0 0 0 0,1 0 1 0 0,0 0-1 0 0,-1-1 0 0 0,0 1 1 0 0,0-2-12 0 0,0 1 0 0 0,0 0 1 0 0,0-1-1 0 0,1 1 0 0 0,-1-1 0 0 0,0 1 1 0 0,1 0-1 0 0,-1-1 0 0 0,1 0 1 0 0,-1 1-1 0 0,1-1 0 0 0,0 1 0 0 0,-1-1 1 0 0,1 0-1 0 0,0 1 0 0 0,0-3 1 0 0,0-1 16 0 0,-1-35 13 0 0,1 0 0 0 0,2 0 0 0 0,1 0 0 0 0,17-70-1 0 0,-8 53-2 0 0,25-69-1 0 0,-29 103-38 0 0,2 0 1 0 0,0 0-1 0 0,1 1 0 0 0,2 1 0 0 0,23-33 0 0 0,-31 49-3 0 0,-1 0 0 0 0,1 0 0 0 0,0 1 0 0 0,1-1 0 0 0,-1 1 0 0 0,1 0 0 0 0,-1 0 0 0 0,1 1 0 0 0,1 0 0 0 0,-1 0 0 0 0,0 0 0 0 0,1 1 0 0 0,-1 0 0 0 0,1 0 0 0 0,-1 1 0 0 0,1-1 0 0 0,0 1 0 0 0,7 1 0 0 0,-9 0 1 0 0,1 0 0 0 0,-1 0 0 0 0,0 1 0 0 0,0 0 0 0 0,-1 0 1 0 0,1 0-1 0 0,0 1 0 0 0,0 0 0 0 0,0 0 0 0 0,-1 0 0 0 0,1 0 0 0 0,-1 1 0 0 0,0 0 0 0 0,0-1 0 0 0,0 2 0 0 0,0-1 0 0 0,0 0 0 0 0,0 1 0 0 0,-1 0 0 0 0,0 0 0 0 0,0 0 1 0 0,0 0-1 0 0,0 0 0 0 0,-1 0 0 0 0,3 6 0 0 0,-3-4 1 0 0,0 0 0 0 0,-1 0 0 0 0,0 0 1 0 0,0 0-1 0 0,0 0 0 0 0,0 0 0 0 0,-1 1 1 0 0,0-1-1 0 0,-1 0 0 0 0,1 0 0 0 0,-1 0 0 0 0,0 1 1 0 0,-1-1-1 0 0,1 0 0 0 0,-1 0 0 0 0,-1-1 0 0 0,1 1 1 0 0,-1 0-1 0 0,-5 9 0 0 0,-2 0 11 0 0,1-1 0 0 0,-2 1 1 0 0,0-2-1 0 0,-1 1 0 0 0,-23 20 0 0 0,25-25 26 0 0,0-1 0 0 0,0-1 0 0 0,0 1 0 0 0,-1-2 0 0 0,-1 1 0 0 0,1-2 0 0 0,-1 1-1 0 0,0-2 1 0 0,0 1 0 0 0,0-2 0 0 0,0 0 0 0 0,-1 0 0 0 0,-21 1 0 0 0,-7 5 34 0 0,39-8-77 0 0,10 13-4 0 0,37 26 36 0 0,61 44 1 0 0,-14-13-6 0 0,-72-54-668 0 0,-8-6-903 0 0,0-1-1 0 0,1-1 0 0 0,-1 0 1 0 0,2 0-1 0 0,25 12 0 0 0,-24-17-2882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2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45 2688 0 0,'0'0'1907'0'0,"-1"-26"6603"0"0,1 25-8413 0 0,0 0-1 0 0,1 0 0 0 0,-1 0 1 0 0,1 0-1 0 0,0 0 1 0 0,-1 0-1 0 0,1 0 0 0 0,0 0 1 0 0,-1 0-1 0 0,1 1 1 0 0,0-1-1 0 0,0 0 0 0 0,0 0 1 0 0,0 1-1 0 0,0-1 1 0 0,0 0-1 0 0,0 1 0 0 0,0-1 1 0 0,0 1-1 0 0,0-1 1 0 0,0 1-1 0 0,2-1 0 0 0,-1 1-28 0 0,1-1 0 0 0,0 1-1 0 0,0 0 1 0 0,-1 0 0 0 0,1 0-1 0 0,0 0 1 0 0,-1 1 0 0 0,1-1-1 0 0,4 2 1 0 0,-3-1-56 0 0,-1 0 0 0 0,0 0 0 0 0,1 1 0 0 0,-1-1 0 0 0,0 1-1 0 0,0 0 1 0 0,0 0 0 0 0,0 0 0 0 0,0 0 0 0 0,0 0 0 0 0,-1 0 0 0 0,1 1 0 0 0,-1 0 0 0 0,1-1 0 0 0,2 6-1 0 0,-3-2 82 0 0,-1 1 0 0 0,1 0-1 0 0,-1 0 1 0 0,0 0 0 0 0,-1-1-1 0 0,0 1 1 0 0,0 0 0 0 0,0 0-1 0 0,-1 0 1 0 0,0 0 0 0 0,0 0-1 0 0,-1-1 1 0 0,0 1 0 0 0,0 0-1 0 0,-1-1 1 0 0,0 0-1 0 0,-6 12 1 0 0,-7 10 192 0 0,-2-2 0 0 0,-32 40 0 0 0,37-51-195 0 0,-44 58 144 0 0,56-73-229 0 0,0 1 0 0 0,1-1 0 0 0,-1 1 0 0 0,1-1 0 0 0,-1 1 0 0 0,1-1 1 0 0,-1 1-1 0 0,1 0 0 0 0,-1-1 0 0 0,1 1 0 0 0,-1 0 0 0 0,1-1 0 0 0,0 1 0 0 0,-1 0 0 0 0,1-1 0 0 0,0 1 0 0 0,0 0 0 0 0,0 0 0 0 0,-1-1 0 0 0,1 1 0 0 0,0 0 0 0 0,0 1 0 0 0,1-2-1 0 0,-1 1-1 0 0,0-1 1 0 0,1 1 0 0 0,-1-1 0 0 0,1 0 0 0 0,-1 1 0 0 0,1-1 0 0 0,-1 0 0 0 0,1 1 0 0 0,-1-1-1 0 0,1 0 1 0 0,-1 0 0 0 0,1 0 0 0 0,-1 1 0 0 0,1-1 0 0 0,-1 0 0 0 0,1 0 0 0 0,-1 0-1 0 0,1 0 1 0 0,0 0 0 0 0,0 0 0 0 0,32-3 59 0 0,-10-2-456 0 0,1-1 0 0 0,31-13 0 0 0,42-25-4392 0 0,-76 35 3335 0 0,16-10-2458 0 0,-1-1-1666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2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89 320 0 0,'-3'-1'2728'0'0,"-42"-9"9203"0"0,28 4-9447 0 0,11 1-845 0 0,6 4-1631 0 0,0 1-1 0 0,0 0 1 0 0,0-1-1 0 0,0 1 1 0 0,1 0 0 0 0,-1-1-1 0 0,0 1 1 0 0,0 0-1 0 0,1 0 1 0 0,-1-1 0 0 0,0 1-1 0 0,1 0 1 0 0,-1 0-1 0 0,0-1 1 0 0,1 1 0 0 0,-1 0-1 0 0,0 0 1 0 0,1 0-1 0 0,-1 0 1 0 0,0-1 0 0 0,1 1-1 0 0,-1 0 1 0 0,1 0-1 0 0,-1 0 1 0 0,0 0 0 0 0,1 0-1 0 0,105-24-2213 0 0,14-4-7290 0 0,-93 20 4295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3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45 1316 0 0,'-23'-22'10860'0'0,"12"5"-5890"0"0,13 16-4913 0 0,0 0 1 0 0,0 0-1 0 0,0 0 1 0 0,1 1 0 0 0,-1-1-1 0 0,0 1 1 0 0,0-1-1 0 0,1 1 1 0 0,-1 0 0 0 0,0 0-1 0 0,0 0 1 0 0,1 0-1 0 0,-1 1 1 0 0,0-1-1 0 0,4 2 1 0 0,35 10 110 0 0,-37-10-150 0 0,0-1-1 0 0,1 1 1 0 0,-1 0-1 0 0,0 0 1 0 0,0 1-1 0 0,0-1 1 0 0,-1 1-1 0 0,1 0 1 0 0,-1 0-1 0 0,1 0 1 0 0,-1 0 0 0 0,0 1-1 0 0,0-1 1 0 0,-1 1-1 0 0,1 0 1 0 0,-1 0-1 0 0,0 0 1 0 0,0 0-1 0 0,0 0 1 0 0,0 0-1 0 0,-1 1 1 0 0,1-1 0 0 0,-1 1-1 0 0,0-1 1 0 0,-1 1-1 0 0,1-1 1 0 0,-1 1-1 0 0,0-1 1 0 0,0 1-1 0 0,0-1 1 0 0,-1 1-1 0 0,1-1 1 0 0,-1 1 0 0 0,0-1-1 0 0,-1 1 1 0 0,1-1-1 0 0,-3 6 1 0 0,-6 9 135 0 0,-1-1 0 0 0,0 0 0 0 0,-2 0 0 0 0,0-1 0 0 0,-17 17 0 0 0,-82 70 524 0 0,19-19-240 0 0,91-83-433 0 0,0 1-1 0 0,0-1 1 0 0,1 0 0 0 0,-1 1 0 0 0,1-1 0 0 0,-1 1-1 0 0,-1 3 1 0 0,3-5 1 0 0,0 0-1 0 0,-1 0 0 0 0,1-1 1 0 0,0 1-1 0 0,0 0 1 0 0,0-1-1 0 0,0 1 1 0 0,0 0-1 0 0,0 0 1 0 0,0-1-1 0 0,0 1 0 0 0,0 0 1 0 0,0-1-1 0 0,0 1 1 0 0,0 0-1 0 0,1 0 1 0 0,-1-1-1 0 0,0 1 0 0 0,1 0 1 0 0,-1-1-1 0 0,0 1 1 0 0,1 0-1 0 0,-1-1 1 0 0,0 1-1 0 0,1-1 1 0 0,-1 1-1 0 0,1-1 0 0 0,0 1 1 0 0,-1-1-1 0 0,1 1 1 0 0,-1-1-1 0 0,1 1 1 0 0,0-1-1 0 0,-1 0 1 0 0,1 1-1 0 0,0-1 0 0 0,-1 0 1 0 0,1 0-1 0 0,0 0 1 0 0,-1 1-1 0 0,2-1 1 0 0,11 3 27 0 0,-1-1 0 0 0,1-1 1 0 0,-1 1-1 0 0,25-2 0 0 0,55-9 85 0 0,-56 4-29 0 0,-33 5-73 0 0,-1-1 2 0 0,10-1-18 0 0,-9 2 4 0 0,-1-1 0 0 0,4 1 214 0 0,16-3-4193 0 0,2-3-5708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3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240 239 1668 0 0,'0'-3'2872'0'0,"-1"-45"10672"0"0,-2 42-11079 0 0,-40 97-798 0 0,19-35-1274 0 0,-29 62-12 0 0,-29 60 239 0 0,81-175-546 0 0,-10 14 199 0 0,11-16-264 0 0,0-1-1 0 0,-1 0 0 0 0,1 1 1 0 0,0-1-1 0 0,-1 0 1 0 0,1 1-1 0 0,0-1 0 0 0,-1 0 1 0 0,1 0-1 0 0,-1 1 1 0 0,1-1-1 0 0,0 0 0 0 0,-1 0 1 0 0,1 0-1 0 0,-1 0 1 0 0,1 1-1 0 0,-1-1 0 0 0,1 0 1 0 0,0 0-1 0 0,-1 0 1 0 0,1 0-1 0 0,-1 0 1 0 0,1 0-1 0 0,-1 0 0 0 0,1 0 1 0 0,-1 0-1 0 0,1 0 1 0 0,-1 0-1 0 0,1-1 0 0 0,0 1 1 0 0,-1 0-1 0 0,1 0 1 0 0,-1-1-1 0 0,0 0-5 0 0,0-1 0 0 0,0 1 0 0 0,0-1 0 0 0,0 0 0 0 0,1 0 0 0 0,-1 1 0 0 0,1-1 0 0 0,-1 0 0 0 0,1 0 0 0 0,0 0 0 0 0,0 0 0 0 0,0 1 0 0 0,0-1 0 0 0,0 0 0 0 0,0 0 0 0 0,0-2 0 0 0,1 3-5 0 0,3-37-8 0 0,2 1 0 0 0,1 0 0 0 0,2 0 1 0 0,2 1-1 0 0,1 1 0 0 0,2-1 0 0 0,1 2 1 0 0,2 0-1 0 0,27-39 0 0 0,-24 41-18 0 0,2 1-1 0 0,33-36 1 0 0,-47 58 0 0 0,1 1 0 0 0,-1 0 0 0 0,1 0 0 0 0,0 1 0 0 0,1 0 0 0 0,0 0 0 0 0,0 1 0 0 0,1 1 0 0 0,-1 0 0 0 0,1 0 0 0 0,16-4 1 0 0,-25 8 20 0 0,0 0 1 0 0,1 1 0 0 0,-1-1-1 0 0,0 1 1 0 0,1 0 0 0 0,-1 0-1 0 0,0 0 1 0 0,1 0 0 0 0,-1 0 0 0 0,1 0-1 0 0,-1 1 1 0 0,0-1 0 0 0,0 1-1 0 0,1-1 1 0 0,-1 1 0 0 0,0 0-1 0 0,0 0 1 0 0,0 0 0 0 0,0 0 0 0 0,0 0-1 0 0,0 1 1 0 0,0-1 0 0 0,0 1-1 0 0,0-1 1 0 0,0 1 0 0 0,-1 0-1 0 0,1-1 1 0 0,-1 1 0 0 0,2 3 0 0 0,-1-2 9 0 0,-1 0 0 0 0,0 1 1 0 0,1 0-1 0 0,-1-1 1 0 0,-1 1-1 0 0,1 0 1 0 0,0-1-1 0 0,-1 1 0 0 0,0 0 1 0 0,0 0-1 0 0,0-1 1 0 0,0 1-1 0 0,-1 0 1 0 0,1 0-1 0 0,-1-1 0 0 0,-2 7 1 0 0,-2 2 7 0 0,-1 1 0 0 0,0-1 0 0 0,-1 0 0 0 0,0-1 0 0 0,-1 1 0 0 0,0-2 0 0 0,-1 1 0 0 0,0-1 0 0 0,-14 12 0 0 0,-2 0-26 0 0,-2-2 0 0 0,-46 29 1 0 0,-15-5 32 0 0,32-19-115 0 0,54-24 38 0 0,2 2-87 0 0,0-2 144 0 0,0-1 0 0 0,0 1-1 0 0,0-1 1 0 0,0 0 0 0 0,0 1 0 0 0,0-1-1 0 0,0 0 1 0 0,0 1 0 0 0,0-1 0 0 0,0 1-1 0 0,0-1 1 0 0,0 0 0 0 0,0 1-1 0 0,0-1 1 0 0,0 0 0 0 0,0 1 0 0 0,0-1-1 0 0,0 0 1 0 0,1 1 0 0 0,-1-1 0 0 0,0 0-1 0 0,0 1 1 0 0,0-1 0 0 0,1 0-1 0 0,-1 1 1 0 0,24 10 18 0 0,-1 1 0 0 0,0 1 1 0 0,-1 2-1 0 0,32 26 0 0 0,73 78-4214 0 0,-120-112 3499 0 0,28 21-8755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4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59 832 0 0,'2'-14'10118'0'0,"-2"11"-9616"0"0,3-38 15563 0 0,-3 148-15573 0 0,-12 1-3573 0 0,-17 33-9899 0 0,19-100 3436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5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242 401 356 0 0,'-3'-24'4567'0'0,"1"-38"0"0"0,-1-8 1151 0 0,3 70-5702 0 0,0 1 0 0 0,0-1 0 0 0,0 0 1 0 0,0 0-1 0 0,-1 0 0 0 0,1 0 0 0 0,0 0 0 0 0,0 0 0 0 0,0 0 0 0 0,0 0 0 0 0,0 0 1 0 0,0 0-1 0 0,0 0 0 0 0,-1 0 0 0 0,1 0 0 0 0,0 0 0 0 0,0 0 0 0 0,0 0 0 0 0,0 0 0 0 0,0 0 1 0 0,0 0-1 0 0,-1 0 0 0 0,1 0 0 0 0,0 0 0 0 0,0 0 0 0 0,0 0 0 0 0,0 0 0 0 0,0 0 1 0 0,-1 0-1 0 0,1 0 0 0 0,0 0 0 0 0,0 0 0 0 0,0 0 0 0 0,0 0 0 0 0,0 0 0 0 0,0 0 1 0 0,0 0-1 0 0,0-1 0 0 0,-1 1 0 0 0,1 0 0 0 0,0 0 0 0 0,0 0 0 0 0,0 0 0 0 0,0 0 0 0 0,0 0 1 0 0,0 0-1 0 0,0-1 0 0 0,0 1 0 0 0,0 0 0 0 0,0 0 0 0 0,0 0 0 0 0,0 0 0 0 0,0 0 1 0 0,0 0-1 0 0,0-1 0 0 0,0 1 0 0 0,0 0 0 0 0,0 0 0 0 0,0 0 0 0 0,0 0 0 0 0,0 0 1 0 0,0 0-1 0 0,0-1 0 0 0,0 1 0 0 0,0 0 0 0 0,-8 16 221 0 0,-8 26-288 0 0,16-41 77 0 0,-183 502 204 0 0,168-465 1320 0 0,15-37-1087 0 0,-1-1-451 0 0,1 0 1 0 0,-1 0-1 0 0,1 0 1 0 0,0-1-1 0 0,-1 1 1 0 0,1 0-1 0 0,0 0 0 0 0,-1-1 1 0 0,1 1-1 0 0,0 0 1 0 0,0-1-1 0 0,-1 1 0 0 0,1 0 1 0 0,0-1-1 0 0,0 1 1 0 0,-1 0-1 0 0,1-1 0 0 0,0 1 1 0 0,0-1-1 0 0,0 1 1 0 0,0 0-1 0 0,0-1 1 0 0,0 1-1 0 0,-1-1 0 0 0,1 1 1 0 0,0 0-1 0 0,0-1 1 0 0,0 1-1 0 0,0-1 0 0 0,0 1 1 0 0,1 0-1 0 0,-1-1 1 0 0,1-13 83 0 0,-1 14-95 0 0,13-58 76 0 0,2 1-1 0 0,3 1 0 0 0,32-71 0 0 0,-36 94-61 0 0,7-20-12 0 0,3 1 0 0 0,3 1 0 0 0,1 2 0 0 0,2 0 0 0 0,3 2 0 0 0,2 2 0 0 0,44-46 0 0 0,-72 84-22 0 0,0 1-1 0 0,0 0 0 0 0,1 0 0 0 0,0 1 0 0 0,0 0 0 0 0,12-5 0 0 0,-19 9 18 0 0,0 1 0 0 0,0-1 1 0 0,0 1-1 0 0,-1-1 0 0 0,1 1 0 0 0,0 0 0 0 0,0-1 0 0 0,0 1 0 0 0,0 0 1 0 0,1 0-1 0 0,-1 0 0 0 0,0 0 0 0 0,0 0 0 0 0,0 0 0 0 0,0 0 0 0 0,0 0 1 0 0,0 0-1 0 0,0 0 0 0 0,0 0 0 0 0,0 1 0 0 0,0-1 0 0 0,0 0 0 0 0,0 1 1 0 0,0-1-1 0 0,0 1 0 0 0,0-1 0 0 0,-1 1 0 0 0,1 0 0 0 0,0-1 0 0 0,0 1 1 0 0,0 0-1 0 0,-1-1 0 0 0,1 1 0 0 0,0 0 0 0 0,-1 0 0 0 0,1 0 0 0 0,-1 0 1 0 0,1 0-1 0 0,-1-1 0 0 0,1 1 0 0 0,-1 0 0 0 0,0 0 0 0 0,1 0 0 0 0,-1 0 1 0 0,0 2-1 0 0,1 1 3 0 0,0 0 0 0 0,-1 0 0 0 0,0 0 0 0 0,1 0 0 0 0,-1 0 0 0 0,-1 0 0 0 0,1 0 0 0 0,-1 0 0 0 0,-2 7 0 0 0,-3 6-3 0 0,-2-1-1 0 0,-1 1 1 0 0,0-2-1 0 0,0 1 1 0 0,-2-1-1 0 0,0-1 1 0 0,-18 19-1 0 0,-12 7 16 0 0,-46 36 0 0 0,55-50 24 0 0,-2-1 1 0 0,-1-1-1 0 0,-66 32 1 0 0,99-55-49 0 0,-1-1 1 0 0,1 1-1 0 0,0 0 1 0 0,0 1 0 0 0,0-1-1 0 0,0 0 1 0 0,0 0-1 0 0,0 1 1 0 0,0-1-1 0 0,0 1 1 0 0,1 0-1 0 0,-1-1 1 0 0,1 1 0 0 0,-1 0-1 0 0,1 0 1 0 0,-1 0-1 0 0,-1 4 1 0 0,4-4 4 0 0,-1-1 0 0 0,1 1 0 0 0,0-1 0 0 0,0 1 0 0 0,0 0-1 0 0,0-1 1 0 0,0 0 0 0 0,0 1 0 0 0,0-1 0 0 0,0 0 0 0 0,0 1 0 0 0,1-1 0 0 0,-1 0 0 0 0,0 0 0 0 0,1 0 0 0 0,-1 0 0 0 0,3 1 0 0 0,0 1 0 0 0,43 35-342 0 0,103 63 1 0 0,-11-26-6848 0 0,-114-63 3499 0 0,0-2-1531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6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91 2424 0 0,'-4'-4'1132'0'0,"1"1"0"0"0,0-1 1 0 0,-1 0-1 0 0,1 0 0 0 0,0 0 0 0 0,1 0 0 0 0,-1-1 0 0 0,1 1 0 0 0,-3-7 0 0 0,5 10-1051 0 0,0 0 1 0 0,0 0-1 0 0,0 0 0 0 0,0 0 0 0 0,0 0 0 0 0,0 0 0 0 0,0 1 1 0 0,0-1-1 0 0,0 0 0 0 0,0 0 0 0 0,0 0 0 0 0,1 0 1 0 0,-1 0-1 0 0,0 0 0 0 0,1 1 0 0 0,-1-1 0 0 0,0 0 0 0 0,1 0 1 0 0,-1 0-1 0 0,1 1 0 0 0,0-1 0 0 0,-1 0 0 0 0,1 1 0 0 0,-1-1 1 0 0,1 1-1 0 0,0-1 0 0 0,0 0 0 0 0,22-11 315 0 0,-18 10-179 0 0,1 0-159 0 0,-1 1 1 0 0,0 0 0 0 0,1 0-1 0 0,-1 0 1 0 0,1 1-1 0 0,-1-1 1 0 0,1 1-1 0 0,-1 1 1 0 0,1-1-1 0 0,7 2 1 0 0,-10-1-46 0 0,1 0 0 0 0,0 0 0 0 0,-1 0 0 0 0,1 0 0 0 0,0 1 0 0 0,-1-1-1 0 0,0 1 1 0 0,1 0 0 0 0,-1 0 0 0 0,0 0 0 0 0,0 0 0 0 0,4 4 0 0 0,-6-4-4 0 0,0-1 0 0 0,0 1-1 0 0,1 0 1 0 0,-1-1 0 0 0,-1 1-1 0 0,1 0 1 0 0,0 0 0 0 0,0-1 0 0 0,-1 1-1 0 0,1 0 1 0 0,-1 0 0 0 0,1 0 0 0 0,-1 0-1 0 0,0 0 1 0 0,0 0 0 0 0,0 0 0 0 0,0 0-1 0 0,0 0 1 0 0,0 0 0 0 0,-1-1-1 0 0,1 1 1 0 0,-1 0 0 0 0,1 0 0 0 0,-1 0-1 0 0,0 0 1 0 0,0-1 0 0 0,1 1 0 0 0,-3 3-1 0 0,-3 3 21 0 0,-1 1 0 0 0,0-1 0 0 0,0 0 0 0 0,-1 0 0 0 0,0-1 0 0 0,0 0 0 0 0,-15 9 0 0 0,2 1-53 0 0,19-15 4 0 0,1-1 19 0 0,1 0 1 0 0,0 0-1 0 0,-1 0 0 0 0,1 0 0 0 0,0 0 0 0 0,0 0 1 0 0,0 0-1 0 0,-1 0 0 0 0,1 0 0 0 0,0 0 0 0 0,1 0 0 0 0,-1 0 1 0 0,0 0-1 0 0,0 0 0 0 0,0 0 0 0 0,1 0 0 0 0,-1 0 0 0 0,0 0 1 0 0,1 0-1 0 0,-1-1 0 0 0,1 1 0 0 0,-1 0 0 0 0,1 0 0 0 0,-1 0 1 0 0,1 0-1 0 0,-1-1 0 0 0,1 1 0 0 0,0 0 0 0 0,0-1 1 0 0,-1 1-1 0 0,2 0 0 0 0,29 17-24 0 0,-24-15 23 0 0,31 18 8 0 0,47 35-1 0 0,-84-55 42 0 0,0 0 0 0 0,0 0 0 0 0,0 0 0 0 0,0 0 0 0 0,-1 1-1 0 0,1-1 1 0 0,0 0 0 0 0,0 0 0 0 0,-1 1 0 0 0,1-1 0 0 0,-1 1 0 0 0,1-1 0 0 0,-1 0-1 0 0,1 1 1 0 0,-1-1 0 0 0,0 1 0 0 0,0-1 0 0 0,0 1 0 0 0,0-1 0 0 0,0 1-1 0 0,0-1 1 0 0,0 0 0 0 0,0 1 0 0 0,0-1 0 0 0,-1 1 0 0 0,1-1 0 0 0,-1 1 0 0 0,1-1-1 0 0,-1 0 1 0 0,1 1 0 0 0,-1-1 0 0 0,0 0 0 0 0,0 0 0 0 0,0 1 0 0 0,0-1-1 0 0,-1 1 1 0 0,-1 3 92 0 0,-1 0 0 0 0,0-1 0 0 0,0 1 0 0 0,-1-1 0 0 0,1 0 1 0 0,-1 0-1 0 0,-6 4 0 0 0,-7 2 8 0 0,-1-2 0 0 0,1 0 1 0 0,-2 0-1 0 0,1-2 1 0 0,-30 6-1 0 0,16-6-30 0 0,-1-2 1 0 0,-49 0-1 0 0,80-3-202 0 0,1-1 0 0 0,-1 0 0 0 0,1 0 0 0 0,-1 0 0 0 0,1 0 0 0 0,0 0 0 0 0,-1 0 0 0 0,1-1 0 0 0,-1 1 0 0 0,1-1 0 0 0,0 0 0 0 0,-1 1 0 0 0,1-1 0 0 0,0 0 0 0 0,0-1-1 0 0,0 1 1 0 0,0 0 0 0 0,0 0 0 0 0,0-1 0 0 0,-3-2 0 0 0,5 3-7 0 0,0 1 0 0 0,0-1 0 0 0,-1 1 0 0 0,1-1 0 0 0,0 1 0 0 0,0-1 0 0 0,0 0 0 0 0,0 1 0 0 0,0-1 0 0 0,0 1 0 0 0,0-1 0 0 0,0 1 0 0 0,0-1 1 0 0,0 0-1 0 0,0 1 0 0 0,1-1 0 0 0,-1 1 0 0 0,0-1 0 0 0,0 1 0 0 0,1-1 0 0 0,-1 0 0 0 0,0 1 0 0 0,0-1 0 0 0,1 1 0 0 0,0-1 0 0 0,9-12-1704 0 0,16-14-5001 0 0,-8 9 46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6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1 106 744 0 0,'19'-27'14275'0'0,"-14"22"-13884"0"0,0 0-1 0 0,0 1 1 0 0,0-1 0 0 0,1 1 0 0 0,-1 0 0 0 0,1 0 0 0 0,0 1-1 0 0,0-1 1 0 0,1 1 0 0 0,-1 1 0 0 0,1-1 0 0 0,-1 1 0 0 0,12-2-1 0 0,11-2-1808 0 0,56-3 0 0 0,-68 8 292 0 0,56-6-7011 0 0,-47 4 2150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7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91 1920 0 0,'-4'-3'1112'0'0,"1"0"1"0"0,-1-1-1 0 0,1 0 0 0 0,-1 1 1 0 0,1-1-1 0 0,1 0 0 0 0,-1-1 0 0 0,0 1 1 0 0,1 0-1 0 0,0-1 0 0 0,-2-4 0 0 0,4 8-1029 0 0,0 0 0 0 0,0 0 0 0 0,0 0 0 0 0,0 0 0 0 0,0 0 0 0 0,0 0 0 0 0,0 0 0 0 0,1 1 0 0 0,-1-1-1 0 0,0 0 1 0 0,0 0 0 0 0,1 0 0 0 0,-1 0 0 0 0,0 0 0 0 0,1 0 0 0 0,-1 1 0 0 0,1-1 0 0 0,0 0 0 0 0,-1 0-1 0 0,1 1 1 0 0,-1-1 0 0 0,1 0 0 0 0,0 1 0 0 0,-1-1 0 0 0,1 1 0 0 0,0-1 0 0 0,0 1 0 0 0,0-1 0 0 0,0 1-1 0 0,1-1 1 0 0,26-9 552 0 0,-22 9-578 0 0,1 0-1 0 0,0 0 1 0 0,-1 0-1 0 0,1 1 1 0 0,0 0-1 0 0,-1 0 1 0 0,1 1-1 0 0,0 0 0 0 0,-1 0 1 0 0,1 1-1 0 0,-1 0 1 0 0,1 0-1 0 0,-1 0 1 0 0,12 6-1 0 0,-15-6-49 0 0,0 0-1 0 0,0 0 0 0 0,-1 1 1 0 0,1-1-1 0 0,-1 1 1 0 0,1-1-1 0 0,-1 1 1 0 0,0 0-1 0 0,0-1 1 0 0,0 1-1 0 0,0 0 1 0 0,0 1-1 0 0,-1-1 1 0 0,1 0-1 0 0,-1 0 1 0 0,0 1-1 0 0,0-1 0 0 0,0 1 1 0 0,-1-1-1 0 0,1 1 1 0 0,-1-1-1 0 0,0 1 1 0 0,0-1-1 0 0,0 1 1 0 0,0-1-1 0 0,-1 1 1 0 0,1-1-1 0 0,-1 1 1 0 0,-1 4-1 0 0,-2 3 13 0 0,0 0 1 0 0,-1 0-1 0 0,0 0 0 0 0,0 0 0 0 0,-1-1 1 0 0,-1 0-1 0 0,0-1 0 0 0,-8 10 0 0 0,-71 68 133 0 0,41-45-14 0 0,45-42-138 0 0,0 1 0 0 0,0-1 0 0 0,-1 0 0 0 0,1 1 0 0 0,0-1 0 0 0,0 0 1 0 0,0 1-1 0 0,-1-1 0 0 0,1 0 0 0 0,0 1 0 0 0,0-1 0 0 0,0 1 0 0 0,0-1 0 0 0,0 0 0 0 0,0 1 1 0 0,0-1-1 0 0,0 0 0 0 0,0 1 0 0 0,0-1 0 0 0,0 1 0 0 0,0-1 0 0 0,0 0 0 0 0,0 1 0 0 0,0-1 1 0 0,0 1-1 0 0,0-1 0 0 0,0 0 0 0 0,0 1 0 0 0,1-1 0 0 0,-1 0 0 0 0,0 1 0 0 0,0-1 0 0 0,0 0 0 0 0,1 1 1 0 0,-1-1-1 0 0,0 0 0 0 0,1 1 0 0 0,-1-1 0 0 0,0 0 0 0 0,0 0 0 0 0,1 1 0 0 0,-1-1 0 0 0,1 0 1 0 0,-1 0-1 0 0,0 0 0 0 0,1 0 0 0 0,-1 0 0 0 0,0 1 0 0 0,1-1 0 0 0,-1 0 0 0 0,1 0 0 0 0,-1 0 1 0 0,0 0-1 0 0,1 0 0 0 0,0 0 0 0 0,30 7-40 0 0,-23-6 27 0 0,12 4-24 0 0,0 0 0 0 0,29 12 1 0 0,-43-15 55 0 0,-1 0 1 0 0,1 1-1 0 0,-1 0 1 0 0,0 0-1 0 0,0 1 1 0 0,0-1 0 0 0,0 1-1 0 0,0 0 1 0 0,-1 0-1 0 0,0 1 1 0 0,0-1-1 0 0,0 1 1 0 0,6 10 0 0 0,-9-13 70 0 0,0 0 1 0 0,0 1-1 0 0,0-1 1 0 0,0 0-1 0 0,-1 1 1 0 0,1-1-1 0 0,-1 1 1 0 0,0-1 0 0 0,0 1-1 0 0,1-1 1 0 0,-1 1-1 0 0,-1-1 1 0 0,1 1-1 0 0,0-1 1 0 0,-1 1-1 0 0,-1 3 1 0 0,1-2 20 0 0,-1 1 1 0 0,0-1 0 0 0,0 0-1 0 0,-1-1 1 0 0,1 1-1 0 0,-1 0 1 0 0,0-1-1 0 0,-5 6 1 0 0,-3 0 96 0 0,0 0 0 0 0,-1 0 1 0 0,1-2-1 0 0,-25 13 0 0 0,15-10-91 0 0,0-2 0 0 0,-1 0-1 0 0,0-2 1 0 0,-43 8 0 0 0,23-8 82 0 0,-70-1 0 0 0,92-7-538 0 0,20 1 284 0 0,-1 1-1 0 0,1 0 0 0 0,-1 0 0 0 0,1 0 1 0 0,-1-1-1 0 0,1 1 0 0 0,0 0 1 0 0,-1 0-1 0 0,1-1 0 0 0,-1 1 1 0 0,1 0-1 0 0,0-1 0 0 0,-1 1 1 0 0,1-1-1 0 0,0 1 0 0 0,0 0 0 0 0,-1-1 1 0 0,1 1-1 0 0,0-1 0 0 0,0 1 1 0 0,-1-1-1 0 0,1 1 0 0 0,0-1 1 0 0,0 1-1 0 0,0-1 0 0 0,0 1 0 0 0,0-1 1 0 0,0 1-1 0 0,0-1 0 0 0,0 1 1 0 0,0-1-1 0 0,0 1 0 0 0,0-1 1 0 0,0 1-1 0 0,0 0 0 0 0,0-1 1 0 0,1 1-1 0 0,-1-1 0 0 0,0 1 0 0 0,0-1 1 0 0,1 1-1 0 0,-1-1 0 0 0,1 0 1 0 0,11-19-2452 0 0,58-44-8361 0 0,-45 42 4777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7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126 219 2264 0 0,'8'-8'2848'0'0,"0"1"-1"0"0,1 0 0 0 0,10-8 957 0 0,-15 17-3007 0 0,-4-2-769 0 0,0 0 1 0 0,1 0 0 0 0,-1 0-1 0 0,0 0 1 0 0,1 0 0 0 0,-1 1-1 0 0,0-1 1 0 0,0 0 0 0 0,1 0-1 0 0,-1 0 1 0 0,0 0 0 0 0,1 0-1 0 0,-1 0 1 0 0,0 0 0 0 0,0 1-1 0 0,1-1 1 0 0,-1 0 0 0 0,0 0-1 0 0,0 0 1 0 0,0 1 0 0 0,1-1-1 0 0,-1 0 1 0 0,0 0 0 0 0,0 1-1 0 0,0-1 1 0 0,0 0 0 0 0,1 0-1 0 0,-1 1 1 0 0,0 0 0 0 0,2 9 392 0 0,-1 1 0 0 0,0-1 0 0 0,0 1 0 0 0,-1 0 0 0 0,-1-1 0 0 0,-1 14 0 0 0,-16 70 731 0 0,9-55-812 0 0,-38 143 349 0 0,21-89-515 0 0,0-16 455 0 0,26-76-601 0 0,-1 0-1 0 0,1 1 1 0 0,0-1-1 0 0,-1 0 1 0 0,1 0-1 0 0,-1 0 1 0 0,0 0-1 0 0,1 0 1 0 0,-1 0-1 0 0,0 0 1 0 0,0-1-1 0 0,1 1 1 0 0,-1 0-1 0 0,0 0 1 0 0,0-1-1 0 0,0 1 1 0 0,0 0-1 0 0,-2 0 1 0 0,2-1-15 0 0,0 0 0 0 0,1 1 0 0 0,-1-1 0 0 0,0 0 0 0 0,0 0 0 0 0,1-1 0 0 0,-1 1 0 0 0,0 0 0 0 0,0 0 1 0 0,0 0-1 0 0,1 0 0 0 0,-1-1 0 0 0,0 1 0 0 0,1 0 0 0 0,-1-1 0 0 0,0 1 0 0 0,0-1 0 0 0,1 1 0 0 0,-1 0 0 0 0,0-2 0 0 0,-2 0-2 0 0,1-1 1 0 0,0 1-1 0 0,0 0 0 0 0,0-1 1 0 0,1 0-1 0 0,-1 1 0 0 0,1-1 1 0 0,-1 0-1 0 0,1 0 0 0 0,0 0 0 0 0,0 0 1 0 0,-1-4-1 0 0,0-12-5 0 0,1 0 1 0 0,1 0-1 0 0,0 0 0 0 0,1 0 0 0 0,1 0 0 0 0,6-21 1 0 0,3-7-44 0 0,21-55 0 0 0,-18 68 29 0 0,0 1 0 0 0,2 0 0 0 0,2 2 0 0 0,40-58 0 0 0,-40 66-15 0 0,1 1 0 0 0,2 0 0 0 0,-1 1 0 0 0,2 1 0 0 0,1 1 0 0 0,37-23 0 0 0,-48 35-5 0 0,0 1-1 0 0,0 0 0 0 0,0 0 0 0 0,1 2 0 0 0,25-7 0 0 0,-35 10 26 0 0,1 0-1 0 0,0 1 1 0 0,0-1-1 0 0,0 1 1 0 0,0-1-1 0 0,0 1 1 0 0,0 0-1 0 0,0 1 1 0 0,-1-1-1 0 0,1 1 1 0 0,0 0 0 0 0,0 0-1 0 0,0 0 1 0 0,-1 0-1 0 0,1 1 1 0 0,0-1-1 0 0,-1 1 1 0 0,1 0-1 0 0,-1 0 1 0 0,0 0-1 0 0,0 0 1 0 0,0 1-1 0 0,0 0 1 0 0,4 3-1 0 0,-5-3 5 0 0,-1 1 1 0 0,1-1-1 0 0,0 1 0 0 0,-1-1 0 0 0,0 1 0 0 0,0-1 0 0 0,0 1 0 0 0,0-1 0 0 0,-1 1 0 0 0,1 0 0 0 0,-1-1 0 0 0,0 1 0 0 0,0 0 0 0 0,0 0 0 0 0,-1-1 0 0 0,1 1 0 0 0,-1 0 0 0 0,0-1 0 0 0,0 1 0 0 0,0-1 1 0 0,-1 1-1 0 0,1-1 0 0 0,-3 4 0 0 0,-3 8 12 0 0,-2-1 0 0 0,1 0 0 0 0,-20 22 0 0 0,13-18 6 0 0,-1-1 0 0 0,-1 0-1 0 0,-1-2 1 0 0,-1 0 0 0 0,-25 16 0 0 0,-108 52 160 0 0,144-79-156 0 0,-1-1 0 0 0,0 0 0 0 0,0-1 0 0 0,0 0 0 0 0,-12 1 0 0 0,19-3-21 0 0,0 1-7 0 0,-12 3-156 0 0,30 3 169 0 0,-1 1 0 0 0,0 1 0 0 0,-1 0 0 0 0,0 1 0 0 0,0 0 0 0 0,-1 1 0 0 0,22 24 0 0 0,55 90-176 0 0,-31-40-3083 0 0,-40-60-1705 0 0,29 29 1 0 0,-27-33-2370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8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53 2580 0 0,'4'-13'7351'0'0,"3"-5"-1010"0"0,2-4 658 0 0,-8 22-6960 0 0,-1 1 0 0 0,1-1 0 0 0,-1 0 0 0 0,1 0 0 0 0,-1 1 0 0 0,1-1 0 0 0,-1 0 0 0 0,1 1 0 0 0,-1-1 0 0 0,1 0 0 0 0,-1 1 0 0 0,0-1 0 0 0,1 0 0 0 0,-1 1 0 0 0,0-1 0 0 0,1 1 0 0 0,-1-1 0 0 0,0 1-1 0 0,1-1 1 0 0,-1 1 0 0 0,0-1 0 0 0,0 1 0 0 0,0-1 0 0 0,0 1 0 0 0,1 1 0 0 0,2 16 278 0 0,-2-15-260 0 0,1 32-299 0 0,-1 1 0 0 0,-1-1 0 0 0,-10 63 0 0 0,5-47-1347 0 0,-6 29-2240 0 0,2-25-2822 0 0,3-6-2566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9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137 199 1056 0 0,'-5'-50'7549'0'0,"5"48"-7076"0"0,-1-4 728 0 0,2 17-570 0 0,-2 71-383 0 0,-5 0 0 0 0,-3-1 0 0 0,-3 0 1 0 0,-4 0-1 0 0,-33 98 0 0 0,49-178-204 0 0,-1 1-1 0 0,1 0 0 0 0,-1-1 1 0 0,0 1-1 0 0,0-1 1 0 0,1 1-1 0 0,-1-1 1 0 0,0 1-1 0 0,0-1 1 0 0,0 0-1 0 0,-1 1 0 0 0,1-1 1 0 0,0 0-1 0 0,0 0 1 0 0,-1 0-1 0 0,-1 1 1 0 0,3-2-37 0 0,-1 1 0 0 0,1-1 1 0 0,0 0-1 0 0,-1 0 1 0 0,1 0-1 0 0,0 0 0 0 0,-1 0 1 0 0,1 0-1 0 0,0 0 0 0 0,-1 0 1 0 0,1 0-1 0 0,0 0 1 0 0,-1 0-1 0 0,1-1 0 0 0,0 1 1 0 0,-1 0-1 0 0,1 0 0 0 0,0 0 1 0 0,-1 0-1 0 0,1 0 1 0 0,0-1-1 0 0,-1 1 0 0 0,1 0 1 0 0,0 0-1 0 0,0-1 0 0 0,-1 1 1 0 0,1 0-1 0 0,0-1 1 0 0,-7-17 104 0 0,5-7-78 0 0,0-1 1 0 0,2 1-1 0 0,0 0 0 0 0,2 0 1 0 0,1-1-1 0 0,1 1 0 0 0,1 1 1 0 0,2-1-1 0 0,0 1 0 0 0,16-36 1 0 0,-6 23-22 0 0,2 0 1 0 0,1 1-1 0 0,2 1 1 0 0,1 1 0 0 0,48-53-1 0 0,-47 60 207 0 0,55-44-1 0 0,-67 62-193 0 0,0 0 0 0 0,0 1 0 0 0,1 1 0 0 0,0 0 0 0 0,0 0 1 0 0,1 2-1 0 0,20-7 0 0 0,-32 11-25 0 0,0 1 0 0 0,0-1 0 0 0,0 1 0 0 0,0 0 0 0 0,0-1 1 0 0,1 1-1 0 0,-1 0 0 0 0,0 0 0 0 0,0 0 0 0 0,0 0 0 0 0,0 1 1 0 0,0-1-1 0 0,0 1 0 0 0,0-1 0 0 0,0 1 0 0 0,0-1 0 0 0,0 1 0 0 0,0 0 1 0 0,-1 0-1 0 0,1 0 0 0 0,0 0 0 0 0,0 1 0 0 0,-1-1 0 0 0,1 0 1 0 0,-1 1-1 0 0,1-1 0 0 0,-1 1 0 0 0,0-1 0 0 0,1 1 0 0 0,-1 0 0 0 0,0-1 1 0 0,0 1-1 0 0,1 3 0 0 0,0 0 6 0 0,-1-1 0 0 0,0 0 0 0 0,0 1 0 0 0,0-1-1 0 0,0 1 1 0 0,-1-1 0 0 0,0 1 0 0 0,0-1 0 0 0,0 1 0 0 0,0-1 0 0 0,-1 1 0 0 0,0-1 0 0 0,-2 9 0 0 0,-3 2 10 0 0,-1-1 0 0 0,-1 1 0 0 0,0-1 1 0 0,-1 0-1 0 0,-1-1 0 0 0,0 0 0 0 0,0-1 0 0 0,-1 0 1 0 0,-1-1-1 0 0,-15 12 0 0 0,-14 9 34 0 0,-82 48 0 0 0,109-73-22 0 0,0-1 0 0 0,0 0-1 0 0,0-1 1 0 0,-21 4 0 0 0,32-8-5 0 0,-14 0-21 0 0,54 22-46 0 0,-15-10 31 0 0,0 2 0 0 0,29 26 0 0 0,31 48 80 0 0,-6-6-2783 0 0,-61-70-651 0 0,28 22 0 0 0,-26-25 59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9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1444 0 0,'1'-3'2114'0'0,"8"-62"9565"0"0,-9 63-11215 0 0,2-6 830 0 0,1 53-1026 0 0,-3-32-228 0 0,1 1-1 0 0,0-1 0 0 0,1 0 1 0 0,7 24-1 0 0,-8-33-25 0 0,0-1-1 0 0,1 1 1 0 0,0 0 0 0 0,0-1-1 0 0,0 0 1 0 0,0 1 0 0 0,0-1-1 0 0,1 0 1 0 0,0 0-1 0 0,-1 0 1 0 0,1-1 0 0 0,0 1-1 0 0,0-1 1 0 0,1 1-1 0 0,-1-1 1 0 0,0 0 0 0 0,1 0-1 0 0,-1-1 1 0 0,1 1-1 0 0,0-1 1 0 0,4 2 0 0 0,-4-2 0 0 0,0 0 0 0 0,0 0 0 0 0,-1-1 1 0 0,1 0-1 0 0,0 1 0 0 0,0-1 0 0 0,0 0 1 0 0,0-1-1 0 0,0 1 0 0 0,0-1 0 0 0,0 0 1 0 0,0 0-1 0 0,0 0 0 0 0,0 0 0 0 0,5-3 1 0 0,-3 0-9 0 0,0 1 1 0 0,0-1 0 0 0,-1 0 0 0 0,0-1 0 0 0,0 1-1 0 0,0-1 1 0 0,0 0 0 0 0,5-8 0 0 0,3-8 87 0 0,0 0 0 0 0,-2 0 1 0 0,17-44-1 0 0,-27 62-69 0 0,13-26 292 0 0,-14 29-316 0 0,0 0-1 0 0,0 0 1 0 0,0 0 0 0 0,0 0-1 0 0,0 0 1 0 0,0 0-1 0 0,0 0 1 0 0,0 0-1 0 0,0 0 1 0 0,0 0 0 0 0,0 0-1 0 0,0 0 1 0 0,0 1-1 0 0,0-1 1 0 0,0 0 0 0 0,0 0-1 0 0,0 0 1 0 0,0 0-1 0 0,0 0 1 0 0,0 0 0 0 0,0 0-1 0 0,0 0 1 0 0,0 0-1 0 0,0 0 1 0 0,0 0-1 0 0,0 0 1 0 0,0 0 0 0 0,0 0-1 0 0,0 0 1 0 0,0 0-1 0 0,0 0 1 0 0,0 1 0 0 0,0-1-1 0 0,0 0 1 0 0,0 0-1 0 0,1 0 1 0 0,-1 0-1 0 0,0 0 1 0 0,0 0 0 0 0,0 0-1 0 0,0 0 1 0 0,0 0-1 0 0,0 0 1 0 0,0 0 0 0 0,0 0-1 0 0,0 0 1 0 0,0 0-1 0 0,0 0 1 0 0,0 0 0 0 0,0 0-1 0 0,1 0 1 0 0,-4 18 142 0 0,-42 142 1217 0 0,30-116-1192 0 0,2 0-1 0 0,-14 90 1 0 0,26-124-307 0 0,1 0 0 0 0,0 0 1 0 0,0 0-1 0 0,3 13 1 0 0,-3-20-305 0 0,1 1 0 0 0,0-1 0 0 0,0 0 0 0 0,0 1 0 0 0,1-1 0 0 0,2 6 1 0 0,-2-8-116 0 0,-1 1 1 0 0,0 0 0 0 0,0-1 0 0 0,1 0-1 0 0,-1 1 1 0 0,1-1 0 0 0,-1 0 0 0 0,1 0-1 0 0,0 1 1 0 0,-1-1 0 0 0,1 0 0 0 0,0-1-1 0 0,1 2 1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19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19 179 2028 0 0,'-11'-22'8923'0'0,"3"-9"-1228"0"0,9 29-7561 0 0,-1 1-1 0 0,0-1 0 0 0,1 0 0 0 0,0 0 0 0 0,-1 1 0 0 0,1-1 0 0 0,0 1 1 0 0,0-1-1 0 0,0 1 0 0 0,0-1 0 0 0,0 1 0 0 0,1-1 0 0 0,-1 1 1 0 0,0 0-1 0 0,1 0 0 0 0,-1 0 0 0 0,0-1 0 0 0,1 1 0 0 0,2-1 1 0 0,-3 2-76 0 0,19-12-26 0 0,0 1 0 0 0,1 0 0 0 0,0 2-1 0 0,1 1 1 0 0,0 1 0 0 0,27-6 0 0 0,-7 1-4238 0 0,-1 0-3888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20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32 452 0 0,'-1'-2'2758'0'0,"0"1"-2627"0"0,-8-17 5608 0 0,8 17-5563 0 0,1 0 1 0 0,-1 1-1 0 0,1-1 0 0 0,-1 0 0 0 0,1 0 0 0 0,-1 1 0 0 0,0-1 0 0 0,1 1 0 0 0,-1-1 1 0 0,0 1-1 0 0,0-1 0 0 0,1 1 0 0 0,-1-1 0 0 0,0 1 0 0 0,0 0 0 0 0,0-1 1 0 0,0 1-1 0 0,1 0 0 0 0,-1 0 0 0 0,0 0 0 0 0,0 0 0 0 0,0-1 0 0 0,0 1 0 0 0,0 0 1 0 0,0 1-1 0 0,0-1 0 0 0,-1 0 0 0 0,-10 5 315 0 0,0 0 0 0 0,0 1 1 0 0,0 0-1 0 0,1 1 0 0 0,-1 1 1 0 0,2 0-1 0 0,-1 0 0 0 0,1 1 0 0 0,1 0 1 0 0,-17 20-1 0 0,2 1-71 0 0,2 1 0 0 0,-30 54 1 0 0,39-61-286 0 0,1 1 0 0 0,-16 44 0 0 0,26-63-110 0 0,0 0 0 0 0,0 0 0 0 0,1 0 1 0 0,-1 1-1 0 0,2-1 0 0 0,-1 0 0 0 0,1 1 0 0 0,0-1 0 0 0,0 0 0 0 0,0 1 0 0 0,1-1 0 0 0,0 0 0 0 0,1 1 1 0 0,-1-1-1 0 0,1 0 0 0 0,0 0 0 0 0,6 11 0 0 0,-5-14-8 0 0,0 1-1 0 0,0-1 1 0 0,0 0-1 0 0,0 0 1 0 0,0-1 0 0 0,1 1-1 0 0,-1 0 1 0 0,1-1-1 0 0,0 0 1 0 0,0 0 0 0 0,0 0-1 0 0,0-1 1 0 0,0 1-1 0 0,0-1 1 0 0,0 0 0 0 0,1 0-1 0 0,-1 0 1 0 0,0-1-1 0 0,1 0 1 0 0,-1 1 0 0 0,0-1-1 0 0,8-2 1 0 0,-2 2 2 0 0,-1-2 0 0 0,1 1 0 0 0,-1-1 0 0 0,0-1 0 0 0,1 0 0 0 0,-1 0 0 0 0,-1-1 0 0 0,1 0 0 0 0,10-6 0 0 0,-13 6-17 0 0,-1 0-1 0 0,0 0 1 0 0,0 0 0 0 0,-1 0-1 0 0,1-1 1 0 0,-1 0 0 0 0,0 0 0 0 0,0 0-1 0 0,0 0 1 0 0,-1-1 0 0 0,0 1-1 0 0,4-11 1 0 0,-6 15-5 0 0,-1 0 1 0 0,0-1-1 0 0,0 1 1 0 0,0 0-1 0 0,0 0 0 0 0,0 0 1 0 0,0-1-1 0 0,-1 1 0 0 0,1 0 1 0 0,0 0-1 0 0,-1 0 0 0 0,1 0 1 0 0,0 0-1 0 0,-1 0 1 0 0,1-1-1 0 0,-1 1 0 0 0,0 0 1 0 0,1 0-1 0 0,-1 0 0 0 0,0 1 1 0 0,0-1-1 0 0,1 0 1 0 0,-3-1-1 0 0,2 0-3 0 0,-1 0-1 0 0,0 0 1 0 0,-1 1 0 0 0,1-1 0 0 0,0 1 0 0 0,0-1-1 0 0,-1 1 1 0 0,1 0 0 0 0,-1 0 0 0 0,-4-2 0 0 0,-1 2-20 0 0,0 0 1 0 0,1 1 0 0 0,-1 0-1 0 0,0 0 1 0 0,0 0-1 0 0,0 1 1 0 0,0 0 0 0 0,0 1-1 0 0,-11 3 1 0 0,14-3-364 0 0,0 0 1 0 0,1 0-1 0 0,-1 0 0 0 0,1 1 1 0 0,-1 0-1 0 0,1-1 0 0 0,-6 6 0 0 0,8-6-369 0 0,0 0 0 0 0,0 1-1 0 0,0-1 1 0 0,0 1-1 0 0,0-1 1 0 0,0 1 0 0 0,1 0-1 0 0,-1-1 1 0 0,1 1-1 0 0,0 0 1 0 0,0 0 0 0 0,-2 6-1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20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199 401 2576 0 0,'10'-46'13224'0'0,"-14"62"-10984"0"0,-11 50-924 0 0,-3 0 0 0 0,-31 73 0 0 0,27-78-981 0 0,19-52-290 0 0,3-6-5 0 0,-1 0 0 0 0,0 0 0 0 0,0 0 0 0 0,0-1-1 0 0,0 1 1 0 0,-1 0 0 0 0,1 0 0 0 0,-1-1 0 0 0,1 1 0 0 0,-1-1 0 0 0,0 1 0 0 0,0-1-1 0 0,0 0 1 0 0,0 0 0 0 0,-4 3 0 0 0,5-5-37 0 0,0 0-1 0 0,1 0 1 0 0,-1 0-1 0 0,1 0 1 0 0,-1 0 0 0 0,0 0-1 0 0,1 0 1 0 0,-1-1-1 0 0,1 1 1 0 0,-1 0 0 0 0,0 0-1 0 0,1-1 1 0 0,-1 1-1 0 0,1-1 1 0 0,-1 1-1 0 0,1 0 1 0 0,-1-1 0 0 0,1 1-1 0 0,-1-1 1 0 0,1 1-1 0 0,0-1 1 0 0,-1 1-1 0 0,1-1 1 0 0,-1 0 0 0 0,-8-14 12 0 0,9 15-15 0 0,-8-16-16 0 0,1-1 0 0 0,0 0 1 0 0,1 0-1 0 0,1 0 0 0 0,0-1 0 0 0,2 0 0 0 0,0 1 0 0 0,1-2 1 0 0,1 1-1 0 0,0 0 0 0 0,4-34 0 0 0,0 30 28 0 0,1-1 0 0 0,1 0 0 0 0,1 1 0 0 0,1 0 0 0 0,1 1 0 0 0,1 0 0 0 0,1 0 0 0 0,24-37-1 0 0,-15 30-23 0 0,1 2-1 0 0,1 1 1 0 0,1 0-1 0 0,27-23 0 0 0,-34 35-9 0 0,0 1-1 0 0,1 1 0 0 0,1 0 0 0 0,-1 1 1 0 0,1 1-1 0 0,1 0 0 0 0,0 2 0 0 0,24-8 0 0 0,-34 13 10 0 0,-1 1 0 0 0,1-1 0 0 0,0 1-1 0 0,-1 1 1 0 0,1 0 0 0 0,0 0-1 0 0,-1 0 1 0 0,1 1 0 0 0,0 0-1 0 0,-1 0 1 0 0,1 1 0 0 0,-1 0 0 0 0,10 4-1 0 0,-14-4 9 0 0,1-1 0 0 0,-1 1 0 0 0,0 0-1 0 0,0 0 1 0 0,0 0 0 0 0,0 1 0 0 0,0-1-1 0 0,-1 0 1 0 0,1 1 0 0 0,-1 0 0 0 0,0 0 0 0 0,1 0-1 0 0,-1 0 1 0 0,0 0 0 0 0,-1 0 0 0 0,1 0 0 0 0,-1 0-1 0 0,1 1 1 0 0,-1-1 0 0 0,0 1 0 0 0,0-1-1 0 0,-1 1 1 0 0,1-1 0 0 0,-1 1 0 0 0,1 0 0 0 0,-1-1-1 0 0,0 1 1 0 0,-1 0 0 0 0,0 5 0 0 0,-1-1-1 0 0,0 1-1 0 0,-1-1 1 0 0,0 0 0 0 0,0-1 0 0 0,-1 1 0 0 0,1-1 0 0 0,-2 1 0 0 0,1-1 0 0 0,-1 0-1 0 0,-9 10 1 0 0,-3 1 21 0 0,0-1-1 0 0,-28 21 1 0 0,14-15 46 0 0,-1-2 0 0 0,0-2 0 0 0,-2 0 0 0 0,0-3 0 0 0,-1 0 0 0 0,-67 18 0 0 0,77-29-86 0 0,21-5 21 0 0,1 0 1 0 0,-13 0-22 0 0,13 0 12 0 0,8-1-107 0 0,0 0 107 0 0,0 1 1 0 0,0-1-1 0 0,0 1 1 0 0,0 0-1 0 0,0 0 1 0 0,0 1-1 0 0,0 0 1 0 0,0 0-1 0 0,0 0 1 0 0,-1 0-1 0 0,6 2 1 0 0,-1 1 27 0 0,-1 0 0 0 0,0 0 1 0 0,0 1-1 0 0,-1 0 0 0 0,1 0 0 0 0,7 8 1 0 0,-1 0 20 0 0,-1 1 1 0 0,-1 0 0 0 0,0 1-1 0 0,-1 0 1 0 0,18 32 0 0 0,18 65-337 0 0,-18-37-3251 0 0,-20-56-1667 0 0,19 32-1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21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60 344 0 0,'6'-25'10546'0'0,"6"-10"-529"0"0,-11 35-9971 0 0,-1 1-1 0 0,1-1 0 0 0,0 0 0 0 0,-1 0 1 0 0,1 0-1 0 0,-1 1 0 0 0,1-1 1 0 0,-1 0-1 0 0,1 1 0 0 0,-1-1 1 0 0,1 0-1 0 0,-1 1 0 0 0,1-1 1 0 0,-1 0-1 0 0,1 1 0 0 0,-1-1 0 0 0,0 1 1 0 0,1-1-1 0 0,-1 1 0 0 0,1 0 1 0 0,0 30 482 0 0,-3 47 1 0 0,0 20-1538 0 0,2-86-285 0 0,1 0 0 0 0,1 0 0 0 0,0 0 0 0 0,1 0 0 0 0,7 21 0 0 0,0-14-3437 0 0,2-2-2277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22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1218 102 1536 0 0,'1'-2'1558'0'0,"2"-3"-533"0"0,0 1-1 0 0,-1-1 0 0 0,0 0 0 0 0,0 0 0 0 0,0 0 1 0 0,0 0-1 0 0,-1 0 0 0 0,1-7 0 0 0,-2 10-336 0 0,0 2-642 0 0,1 0-1 0 0,-1 0 1 0 0,0-1 0 0 0,0 1 0 0 0,0 0 0 0 0,0 0-1 0 0,1-1 1 0 0,-1 1 0 0 0,0 0 0 0 0,0-1-1 0 0,0 1 1 0 0,0 0 0 0 0,0 0 0 0 0,0-1 0 0 0,0 1-1 0 0,0 0 1 0 0,0-1 0 0 0,0 1 0 0 0,0 0 0 0 0,0 0-1 0 0,0-1 1 0 0,0 1 0 0 0,0 0 0 0 0,0-1-1 0 0,-1 1 1 0 0,1 0 0 0 0,0 0 0 0 0,0-1 0 0 0,0 1-1 0 0,0 0 1 0 0,-1 0 0 0 0,1-1 0 0 0,0 1 0 0 0,0 0-1 0 0,0 0 1 0 0,-1 0 0 0 0,1-1 0 0 0,0 1-1 0 0,-1 0 1 0 0,-9-15 1114 0 0,8 13-1159 0 0,0 0 69 0 0,-1 1 1 0 0,0-1-1 0 0,0 1 0 0 0,-1 0 0 0 0,1 0 0 0 0,0 0 1 0 0,0 0-1 0 0,-1 0 0 0 0,1 1 0 0 0,-6-1 1 0 0,-1 0 36 0 0,-23-3 85 0 0,0 2 0 0 0,1 2 0 0 0,-61 6 1 0 0,24-1 5 0 0,36-2-141 0 0,27-2-55 0 0,-1 0 2 0 0,0 0 0 0 0,0 0-1 0 0,0 1 1 0 0,0-1-1 0 0,0 2 1 0 0,1-1-1 0 0,-12 6 1 0 0,12-3-5 0 0,0 0-1 0 0,0 0 1 0 0,1 0-1 0 0,0 0 1 0 0,0 1 0 0 0,0 0-1 0 0,1 0 1 0 0,0 1 0 0 0,0-1-1 0 0,0 1 1 0 0,1 0-1 0 0,0-1 1 0 0,1 2 0 0 0,-3 8-1 0 0,-3 16 22 0 0,-8 64-1 0 0,12-72 10 0 0,-15 250 777 0 0,21 3-144 0 0,-1-221-491 0 0,1 40 240 0 0,2 362 389 0 0,-22-1 334 0 0,-9-116-876 0 0,-44 484 532 0 0,-22-70 157 0 0,-45-10 19 0 0,-30-129-450 0 0,126-490-524 0 0,-42 147-208 0 0,69-223 147 0 0,10-34 57 0 0,0 0 1 0 0,1 0-1 0 0,0 1 0 0 0,-2 27 0 0 0,6-40 14 0 0,0 0 1 0 0,-1 0-1 0 0,1 0 1 0 0,-1 0-1 0 0,0 0 1 0 0,-2 6-1 0 0,0-3 6 0 0,1 1 0 0 0,0-1 0 0 0,1 1 0 0 0,-2 11 0 0 0,-1-3-17 0 0,3-12 13 0 0,0-1-1 0 0,1 1 1 0 0,-1 0 0 0 0,1 0 0 0 0,0 0-1 0 0,0 0 1 0 0,1 0 0 0 0,-1 0 0 0 0,1 0-1 0 0,1 4 1 0 0,0 2 137 0 0,-2-8-127 0 0,13 32 249 0 0,-11-31-245 0 0,0 1-1 0 0,1-1 1 0 0,0 0 0 0 0,-1-1 0 0 0,1 1 0 0 0,0 0 0 0 0,0-1-1 0 0,1 0 1 0 0,-1 0 0 0 0,0 0 0 0 0,1 0 0 0 0,-1 0 0 0 0,1-1-1 0 0,0 1 1 0 0,0-1 0 0 0,-1 0 0 0 0,7 1 0 0 0,7 1 15 0 0,1 0-1 0 0,26 0 1 0 0,298-23-3354 0 0,-215 8 84 0 0,69-11-5603 0 0,-97 5 633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24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36 1280 0 0,'24'-36'23598'0'0,"-31"72"-23459"0"0,-13 60-670 0 0,-11 147 0 0 0,28-167-1376 0 0,-2 38-2986 0 0,0-38-2232 0 0,0-31-501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24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80 146 328 0 0,'7'-27'7146'0'0,"0"-9"-214"0"0,-6 17-3228 0 0,-1 8-2041 0 0,-10 26-1424 0 0,-8 18-186 0 0,2 0 0 0 0,-15 47 0 0 0,26-66-52 0 0,1 1 0 0 0,1 0 0 0 0,0 0 0 0 0,1 0 0 0 0,0 0 0 0 0,1 1 0 0 0,1-1 0 0 0,3 22 1 0 0,-2-32 7 0 0,0 0 1 0 0,0-1 0 0 0,0 1 0 0 0,1 0-1 0 0,0 0 1 0 0,0-1 0 0 0,0 1 0 0 0,1-1-1 0 0,0 0 1 0 0,-1 0 0 0 0,1 0 0 0 0,1 0-1 0 0,-1 0 1 0 0,1-1 0 0 0,-1 1 0 0 0,1-1-1 0 0,0 0 1 0 0,0 0 0 0 0,0 0 0 0 0,1-1-1 0 0,-1 1 1 0 0,1-1 0 0 0,-1 0 0 0 0,1-1-1 0 0,0 1 1 0 0,0-1 0 0 0,0 0 0 0 0,7 1-1 0 0,-3-1 16 0 0,0 0-1 0 0,0 0 1 0 0,0-1-1 0 0,-1 0 1 0 0,1-1-1 0 0,0 0 0 0 0,0-1 1 0 0,0 0-1 0 0,-1 0 1 0 0,1 0-1 0 0,-1-1 1 0 0,0-1-1 0 0,0 1 1 0 0,0-2-1 0 0,10-5 1 0 0,-9 2 63 0 0,0 0 1 0 0,-1 0-1 0 0,0 0 0 0 0,-1-1 1 0 0,0 0-1 0 0,0-1 1 0 0,-1 0-1 0 0,0 0 1 0 0,0 0-1 0 0,-1-1 1 0 0,-1 1-1 0 0,0-1 1 0 0,0 0-1 0 0,2-18 1 0 0,-2 13-63 0 0,-2 0 1 0 0,0-1 0 0 0,-1 1 0 0 0,-1-1-1 0 0,0 0 1 0 0,-2 1 0 0 0,1-1-1 0 0,-2 1 1 0 0,-7-26 0 0 0,8 36-27 0 0,0 1 0 0 0,0 0 0 0 0,0 0 0 0 0,0 0 0 0 0,-1 0 1 0 0,0 1-1 0 0,0-1 0 0 0,0 1 0 0 0,0-1 0 0 0,-1 1 0 0 0,0 0 0 0 0,0 1 1 0 0,0-1-1 0 0,0 1 0 0 0,-6-4 0 0 0,7 5-116 0 0,-1 1 0 0 0,1-1 0 0 0,0 1 0 0 0,-1 0 0 0 0,1 0 0 0 0,-1 1 1 0 0,1-1-1 0 0,-1 1 0 0 0,1 0 0 0 0,-1-1 0 0 0,0 2 0 0 0,1-1 0 0 0,-1 0 0 0 0,1 1 0 0 0,-1-1 0 0 0,1 1 1 0 0,-1 0-1 0 0,1 0 0 0 0,0 1 0 0 0,-1-1 0 0 0,1 1 0 0 0,0 0 0 0 0,-6 3 0 0 0,2 1-1118 0 0,-1 0 0 0 0,1 1 0 0 0,1 0 1 0 0,-1 0-1 0 0,1 0 0 0 0,-6 9 0 0 0,9-12-80 0 0,-12 16-6000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25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81 1844 0 0,'-6'-15'5264'0'0,"4"6"-3431"0"0,-2 0 0 0 0,1 1 0 0 0,-1-1 0 0 0,-1 1 0 0 0,-7-13 0 0 0,11 20-1479 0 0,-2 1-244 0 0,2 0-70 0 0,-1 0-1 0 0,0 0 1 0 0,1 0-1 0 0,-1 0 1 0 0,0 0-1 0 0,1 0 1 0 0,-1 0 0 0 0,1 1-1 0 0,-1-1 1 0 0,0 1-1 0 0,1-1 1 0 0,-1 1 0 0 0,1 0-1 0 0,-1-1 1 0 0,1 1-1 0 0,-1 0 1 0 0,1 0-1 0 0,0 0 1 0 0,0 0 0 0 0,-2 2-1 0 0,-6 6 13 0 0,-1 1 0 0 0,2 0 0 0 0,0 1 0 0 0,0 0 0 0 0,1 0 0 0 0,0 1 1 0 0,1 0-1 0 0,-10 25 0 0 0,6-4-24 0 0,0 1 1 0 0,-6 42-1 0 0,15-68-17 0 0,0 0 0 0 0,1 0 0 0 0,-1 0-1 0 0,1 0 1 0 0,1 0 0 0 0,0 1 0 0 0,0-1 0 0 0,0 0 0 0 0,1 0-1 0 0,0 0 1 0 0,1-1 0 0 0,0 1 0 0 0,6 12 0 0 0,-7-17 5 0 0,1 1 0 0 0,-1-1 0 0 0,1 1 0 0 0,0-1 0 0 0,0 0 1 0 0,0 0-1 0 0,0 0 0 0 0,0 0 0 0 0,1 0 0 0 0,-1-1 0 0 0,1 0 1 0 0,0 1-1 0 0,-1-1 0 0 0,1-1 0 0 0,0 1 0 0 0,0 0 0 0 0,1-1 1 0 0,-1 0-1 0 0,0 0 0 0 0,0 0 0 0 0,1-1 0 0 0,-1 1 0 0 0,0-1 1 0 0,1 0-1 0 0,-1-1 0 0 0,0 1 0 0 0,5-1 0 0 0,0-2 73 0 0,0 1 1 0 0,0-1-1 0 0,0-1 0 0 0,0 0 0 0 0,-1 0 0 0 0,1 0 1 0 0,-1-1-1 0 0,-1-1 0 0 0,1 1 0 0 0,-1-1 0 0 0,0 0 0 0 0,0-1 1 0 0,0 0-1 0 0,-1 0 0 0 0,0 0 0 0 0,-1-1 0 0 0,1 0 1 0 0,-1 0-1 0 0,5-12 0 0 0,-5 11-64 0 0,-1-1 0 0 0,0 0 0 0 0,0-1 0 0 0,-1 1-1 0 0,0-1 1 0 0,0 1 0 0 0,-2-1 0 0 0,1 0 0 0 0,-1 0 0 0 0,-1 1 0 0 0,0-1 0 0 0,0 0 0 0 0,-1 0-1 0 0,-1 0 1 0 0,0 0 0 0 0,-5-17 0 0 0,6 25-25 0 0,-1-1 0 0 0,1 0 0 0 0,-1 1 0 0 0,0-1 0 0 0,0 1 0 0 0,0-1-1 0 0,-1 1 1 0 0,1 0 0 0 0,-1 0 0 0 0,0 0 0 0 0,1 0 0 0 0,-2 1 0 0 0,1-1 0 0 0,0 1 0 0 0,0-1 0 0 0,-1 1 0 0 0,1 0-1 0 0,-1 1 1 0 0,0-1 0 0 0,1 1 0 0 0,-1-1 0 0 0,0 1 0 0 0,0 0 0 0 0,0 0 0 0 0,0 1 0 0 0,0-1 0 0 0,0 1 0 0 0,0 0-1 0 0,-7 1 1 0 0,3 0-133 0 0,0 0 0 0 0,0 1-1 0 0,0 0 1 0 0,0 1-1 0 0,0 0 1 0 0,0 0 0 0 0,1 1-1 0 0,-1 0 1 0 0,1 0-1 0 0,0 0 1 0 0,0 1 0 0 0,0 0-1 0 0,-8 10 1 0 0,3-2-854 0 0,0 0 1 0 0,1 2 0 0 0,1-1-1 0 0,-13 25 1 0 0,-11 30-6223 0 0,21-35 858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26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23 133 1316 0 0,'1'-2'1903'0'0,"32"-88"13047"0"0,-33 89-14446 0 0,2-5 914 0 0,-4 12-1125 0 0,-43 122-69 0 0,42-116-220 0 0,0 1 1 0 0,1-1 0 0 0,0 0 0 0 0,1 1 0 0 0,0-1 0 0 0,1 1 0 0 0,1-1-1 0 0,3 23 1 0 0,-4-32 5 0 0,1 0-1 0 0,0 0 0 0 0,0 0 1 0 0,0 0-1 0 0,0 0 0 0 0,0-1 1 0 0,1 1-1 0 0,-1 0 0 0 0,1-1 1 0 0,0 1-1 0 0,0-1 0 0 0,0 1 1 0 0,0-1-1 0 0,0 0 0 0 0,0 0 1 0 0,1 0-1 0 0,-1 0 0 0 0,4 2 1 0 0,-2-3 41 0 0,0 1 1 0 0,0-1 0 0 0,0 0 0 0 0,0 0 0 0 0,0 0-1 0 0,0-1 1 0 0,0 1 0 0 0,0-1 0 0 0,0 0 0 0 0,0 0-1 0 0,0 0 1 0 0,5-2 0 0 0,4 0 195 0 0,-1-2 1 0 0,1 0-1 0 0,-1 0 1 0 0,0-1 0 0 0,0 0-1 0 0,0-1 1 0 0,16-11-1 0 0,-17 8-97 0 0,0 0 1 0 0,0-1-1 0 0,0 0 0 0 0,-1 0 0 0 0,-1-1 1 0 0,0 0-1 0 0,11-20 0 0 0,-14 22-114 0 0,0-1 0 0 0,-1 0 0 0 0,-1-1 0 0 0,0 1 0 0 0,0-1 0 0 0,-1 0 0 0 0,0 0 0 0 0,-1 0 0 0 0,0 0 0 0 0,0-14 0 0 0,-1 22-91 0 0,-1 0-1 0 0,0 0 1 0 0,-1 0 0 0 0,1 0-1 0 0,0 0 1 0 0,-1 0-1 0 0,0 0 1 0 0,0 0 0 0 0,0 0-1 0 0,0 0 1 0 0,0 0-1 0 0,0 1 1 0 0,-1-1-1 0 0,1 0 1 0 0,-1 1 0 0 0,0-1-1 0 0,0 1 1 0 0,0-1-1 0 0,0 1 1 0 0,0 0-1 0 0,0 0 1 0 0,-1 0 0 0 0,1 0-1 0 0,-1 0 1 0 0,1 1-1 0 0,-1-1 1 0 0,0 1 0 0 0,0 0-1 0 0,0-1 1 0 0,0 1-1 0 0,1 0 1 0 0,-7 0-1 0 0,-3-1-930 0 0,-1 1 0 0 0,1 0-1 0 0,-1 1 1 0 0,1 1 0 0 0,-1 0-1 0 0,-23 5 1 0 0,-22 6-4573 0 0,-7 1-2825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33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12 1792 0 0,'-8'-7'7042'0'0,"7"6"-6880"0"0,1 1 1 0 0,-1 0-1 0 0,1-1 0 0 0,-1 1 1 0 0,1 0-1 0 0,-1-1 0 0 0,0 1 1 0 0,1 0-1 0 0,-1 0 0 0 0,1-1 1 0 0,-1 1-1 0 0,0 0 0 0 0,1 0 0 0 0,-1 0 1 0 0,0 0-1 0 0,1 0 0 0 0,-1 0 1 0 0,0 0-1 0 0,1 0 0 0 0,-1 0 1 0 0,0 0-1 0 0,1 0 0 0 0,-1 1 0 0 0,0-1 1 0 0,1 0-1 0 0,-1 0 0 0 0,1 1 1 0 0,-1-1-1 0 0,0 0 0 0 0,1 1 1 0 0,-1-1-1 0 0,1 1 0 0 0,-1-1 1 0 0,1 1-1 0 0,-1-1 0 0 0,1 1 0 0 0,0-1 1 0 0,-2 2-1 0 0,2-1 212 0 0,33 10 1221 0 0,21-8-1000 0 0,0-2-1 0 0,109-12 1 0 0,-98 6-27 0 0,-63 5-551 0 0,27-4-2040 0 0,-13 6-300 0 0,16 1-6145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33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50 432 0 0,'1'-3'2758'0'0,"5"-42"10157"0"0,-6 44-12430 0 0,2 13 1267 0 0,-13 153 2394 0 0,-29 84-2448 0 0,35-221-1603 0 0,-20 87-20 0 0,22-104-357 0 0,-2 6-6144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34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40 1140 0 0,'-3'0'1982'0'0,"-42"-2"6079"0"0,42 2-7045 0 0,-13-2 3033 0 0,-11 2-785 0 0,24 0-2287 0 0,17 2-916 0 0,13-1-26 0 0,-1-2 1 0 0,35-3-1 0 0,-26 1-20 0 0,337-22 73 0 0,-300 21 30 0 0,-69 4-97 0 0,1 0 7 0 0,12 0 9 0 0,-3-1-23 0 0,-10 1-8 0 0,-1 0 3 0 0,7-1 1319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34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0 105 224 0 0,'1'-3'2774'0'0,"3"-11"972"0"0,10-24 3854 0 0,-13 35-7425 0 0,1 1-1 0 0,0-1 1 0 0,-1 1 0 0 0,1-1 0 0 0,0 1-1 0 0,0 0 1 0 0,1 0 0 0 0,-1 0 0 0 0,0 1-1 0 0,1-1 1 0 0,-1 0 0 0 0,6-2 0 0 0,2 0-103 0 0,-1 1 1 0 0,1 0 0 0 0,0 0 0 0 0,0 1 0 0 0,1 0 0 0 0,-1 1 0 0 0,0 0 0 0 0,1 1-1 0 0,-1 0 1 0 0,0 0 0 0 0,1 1 0 0 0,-1 0 0 0 0,0 1 0 0 0,0 1 0 0 0,16 5 0 0 0,-21-7-64 0 0,0 1 1 0 0,0 1-1 0 0,0-1 1 0 0,0 1-1 0 0,0 0 1 0 0,-1 0-1 0 0,0 0 1 0 0,1 0-1 0 0,-1 1 1 0 0,0 0-1 0 0,-1 0 1 0 0,1 0-1 0 0,-1 0 1 0 0,0 1-1 0 0,0-1 1 0 0,0 1 0 0 0,0 0-1 0 0,-1 0 1 0 0,0 0-1 0 0,0 0 1 0 0,0 0-1 0 0,-1 0 1 0 0,1 0-1 0 0,-1 1 1 0 0,-1-1-1 0 0,1 1 1 0 0,-1-1-1 0 0,0 0 1 0 0,0 1-1 0 0,0-1 1 0 0,-2 6-1 0 0,0 2 107 0 0,-1 0 1 0 0,-1 0-1 0 0,0 0 0 0 0,-1-1 0 0 0,0 0 0 0 0,-1 0 0 0 0,-1 0 0 0 0,1-1 0 0 0,-2 0 0 0 0,-9 12 0 0 0,-13 11 683 0 0,-54 50 0 0 0,30-33 29 0 0,0 0-190 0 0,52-49-615 0 0,3-2-20 0 0,-1 1 1 0 0,0-1-1 0 0,0 1 0 0 0,1-1 1 0 0,-1 1-1 0 0,0-1 0 0 0,0 1 0 0 0,1-1 1 0 0,-1 1-1 0 0,1-1 0 0 0,-1 1 1 0 0,0-1-1 0 0,1 1 0 0 0,-1-1 1 0 0,1 0-1 0 0,-1 1 0 0 0,1-1 0 0 0,-1 0 1 0 0,2 1-1 0 0,16 3 23 0 0,1-1 0 0 0,-1 0 0 0 0,34-1 0 0 0,62-6 23 0 0,-74 2-31 0 0,39-1-33 0 0,138-12 59 0 0,-215 14-433 0 0,17-2-2190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35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99 332 0 0,'-16'-22'24930'0'0,"44"15"-24723"0"0,0 1 0 0 0,54-4 0 0 0,15-3-146 0 0,77-19 24 0 0,-172 32-114 0 0,17-4 33 0 0,-13 3-416 0 0,15-2-665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35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82 2752 0 0,'0'-3'2406'0'0,"2"-44"10010"0"0,0 15-7559 0 0,-16 66-4733 0 0,1 7-31 0 0,-24 91 162 0 0,33-116-248 0 0,2 1 0 0 0,0 0 0 0 0,0 0 0 0 0,2 0 0 0 0,3 33 0 0 0,-3-47 1 0 0,1 1 1 0 0,-1-1 0 0 0,1 0-1 0 0,0 1 1 0 0,0-1 0 0 0,0 0-1 0 0,1 0 1 0 0,-1 0 0 0 0,1 0-1 0 0,0 0 1 0 0,0 0 0 0 0,0 0-1 0 0,0-1 1 0 0,0 1 0 0 0,1-1-1 0 0,-1 0 1 0 0,1 1 0 0 0,-1-1-1 0 0,1 0 1 0 0,0 0 0 0 0,6 2-1 0 0,-5-2-3 0 0,0-1-1 0 0,0 0 1 0 0,0 0-1 0 0,1 0 1 0 0,-1 0-1 0 0,0-1 1 0 0,1 1-1 0 0,-1-1 1 0 0,1-1-1 0 0,-1 1 1 0 0,0 0-1 0 0,1-1 1 0 0,-1 0-1 0 0,0 0 1 0 0,0 0-1 0 0,0-1 1 0 0,5-2-1 0 0,8-4 1 0 0,-1-1 0 0 0,1-1 0 0 0,-1 0-1 0 0,-1-2 1 0 0,0 1 0 0 0,20-22 0 0 0,69-89 181 0 0,-45 48 568 0 0,-56 70-722 0 0,7-7-21 0 0,-6 12-8 0 0,-2 8 19 0 0,-6 51 57 0 0,-21 113 1 0 0,6-65-5 0 0,2 0-115 0 0,-9 63-2482 0 0,14-81-4582 0 0,10-75 3928 0 0,-4 16-6070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51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12 1012 0 0,'-11'10'14911'0'0,"9"-7"-14292"0"0,18-1-454 0 0,-1-1-1 0 0,0 0 0 0 0,1-1 1 0 0,15-2-1 0 0,-28 2-152 0 0,45-3 68 0 0,0-2 0 0 0,48-11 0 0 0,-62 14-2250 0 0,-21 1-1282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52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0 1264 0 0,'-3'0'1683'0'0,"-40"5"5162"0"0,40-5-5771 0 0,-24 3 2957 0 0,25-3-3150 0 0,1 1-834 0 0,0-1-1 0 0,-1 0 1 0 0,1 0 0 0 0,0 0-1 0 0,-1 1 1 0 0,1-1 0 0 0,0 1-1 0 0,0-1 1 0 0,-1 1-1 0 0,1-1 1 0 0,0 1 0 0 0,0 0-1 0 0,0-1 1 0 0,0 1 0 0 0,0 0-1 0 0,0 0 1 0 0,0 0-1 0 0,0 0 1 0 0,0 0 0 0 0,0 0-1 0 0,1 0 1 0 0,-1 0 0 0 0,0 0-1 0 0,1 0 1 0 0,-1 1 0 0 0,0-1-1 0 0,0 2 1 0 0,-13 43 180 0 0,10-31-104 0 0,-1 2-72 0 0,1 1 0 0 0,0 0 0 0 0,2 1 0 0 0,0-1 0 0 0,1 0 1 0 0,1 1-1 0 0,2 24 0 0 0,-2-42-17 0 0,0 0 0 0 0,1 1 0 0 0,-1-1-1 0 0,0 0 1 0 0,1 0 0 0 0,-1 0 0 0 0,0 0 0 0 0,1 0 0 0 0,-1 0 0 0 0,1 0 0 0 0,0 0-1 0 0,-1 0 1 0 0,1 0 0 0 0,0 0 0 0 0,0-1 0 0 0,-1 1 0 0 0,1 0 0 0 0,0 0 0 0 0,0-1-1 0 0,0 1 1 0 0,0 0 0 0 0,0-1 0 0 0,0 1 0 0 0,0-1 0 0 0,0 0 0 0 0,0 1 0 0 0,0-1-1 0 0,0 0 1 0 0,0 1 0 0 0,0-1 0 0 0,1 0 0 0 0,-1 0 0 0 0,0 0 0 0 0,0 0 0 0 0,0 0-1 0 0,0 0 1 0 0,0 0 0 0 0,0 0 0 0 0,1-1 0 0 0,-1 1 0 0 0,0 0 0 0 0,0-1 0 0 0,1 0-1 0 0,6-1 94 0 0,-1-1 0 0 0,1 0 0 0 0,-1-1 0 0 0,12-6 0 0 0,-6 2-60 0 0,1 0 0 0 0,1 1 0 0 0,23-8 0 0 0,-34 14-66 0 0,2-1-9 0 0,0 1-5 0 0,1 1-1 0 0,-1 0 0 0 0,1 0 1 0 0,-1 0-1 0 0,10 2 0 0 0,-13-1 13 0 0,0 0 0 0 0,0 0 0 0 0,0 1 0 0 0,0-1 0 0 0,-1 1 0 0 0,1-1 0 0 0,5 5 0 0 0,1 1 29 0 0,0 0 1 0 0,0 1 0 0 0,-1 0 0 0 0,0 0-1 0 0,-1 1 1 0 0,0 0 0 0 0,0 0 0 0 0,-1 1-1 0 0,7 11 1 0 0,-12-17 110 0 0,1-1 0 0 0,-1 1-1 0 0,0-1 1 0 0,0 1 0 0 0,0-1 0 0 0,0 1-1 0 0,-1 0 1 0 0,1-1 0 0 0,-1 1 0 0 0,0 0 0 0 0,0-1-1 0 0,0 1 1 0 0,-1 0 0 0 0,1-1 0 0 0,-1 1-1 0 0,0 0 1 0 0,0-1 0 0 0,0 1 0 0 0,-1-1 0 0 0,1 1-1 0 0,-1-1 1 0 0,0 0 0 0 0,0 0 0 0 0,0 0-1 0 0,0 0 1 0 0,0 0 0 0 0,-1 0 0 0 0,1 0 0 0 0,-1-1-1 0 0,0 1 1 0 0,-6 3 0 0 0,-5 3 66 0 0,0 0 0 0 0,-1-1 0 0 0,0-1 0 0 0,0 0 0 0 0,0-1 0 0 0,-1-1 0 0 0,-18 4 0 0 0,-115 16 212 0 0,146-24-405 0 0,-2-1-254 0 0,1 1-1 0 0,0-1 1 0 0,0 0-1 0 0,-1 0 0 0 0,1-1 1 0 0,0 1-1 0 0,0-1 1 0 0,0 0-1 0 0,0 0 0 0 0,0 0 1 0 0,-7-3-1 0 0,9 3-254 0 0,0 0 0 0 0,0-1 0 0 0,0 1 0 0 0,1 0-1 0 0,-1-1 1 0 0,0 1 0 0 0,0-1 0 0 0,-1-3 0 0 0,-7-19-9120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3:57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1700 0 0,'0'0'13997'0'0,"5"-9"-13393"0"0,16 3-547 0 0,2 1-1 0 0,-1 1 1 0 0,0 1-1 0 0,1 1 1 0 0,-1 0-1 0 0,1 2 1 0 0,0 1-1 0 0,-1 1 0 0 0,1 1 1 0 0,42 10-1 0 0,-61-11-56 0 0,0-1 0 0 0,0 0-1 0 0,0 1 1 0 0,0-1 0 0 0,0 1 0 0 0,0 1-1 0 0,-1-1 1 0 0,1 0 0 0 0,-1 1-1 0 0,1-1 1 0 0,-1 1 0 0 0,0 0 0 0 0,0 0-1 0 0,0 1 1 0 0,3 4 0 0 0,-5-5 3 0 0,0 0 0 0 0,0-1 1 0 0,0 1-1 0 0,0 0 0 0 0,0 0 1 0 0,0 0-1 0 0,-1 0 0 0 0,0 0 0 0 0,1 0 1 0 0,-1 0-1 0 0,0 0 0 0 0,-1 0 1 0 0,1 0-1 0 0,-1 0 0 0 0,1 0 1 0 0,-1 0-1 0 0,0 0 0 0 0,0 0 0 0 0,0 0 1 0 0,0 0-1 0 0,0-1 0 0 0,-3 4 1 0 0,-3 6 4 0 0,-1 0 1 0 0,0-1 0 0 0,-1 0 0 0 0,0 0 0 0 0,-1-1 0 0 0,0 0 0 0 0,0-1 0 0 0,-13 9 0 0 0,-6 2 56 0 0,-1-2 0 0 0,-31 15 1 0 0,41-27 8 0 0,20-6-72 0 0,0 0-1 0 0,-1 0 1 0 0,1 0 0 0 0,0 0 0 0 0,0 0 0 0 0,0 0 0 0 0,-1 0 0 0 0,1 0 0 0 0,0 0 0 0 0,0 0 0 0 0,-1 0 0 0 0,1 0-1 0 0,0 0 1 0 0,0 0 0 0 0,0-1 0 0 0,-1 1 0 0 0,1 0 0 0 0,0 0 0 0 0,0 0 0 0 0,0 0 0 0 0,0 0 0 0 0,-1-1 0 0 0,1 1-1 0 0,0 0 1 0 0,0 0 0 0 0,0 0 0 0 0,0-1 0 0 0,0 1 0 0 0,0 0 0 0 0,-1 0 0 0 0,1 0 0 0 0,0-1 0 0 0,0 1 0 0 0,0 0-1 0 0,0 0 1 0 0,0-1 0 0 0,0 1 0 0 0,0 0 0 0 0,0 0 0 0 0,0 0 0 0 0,0-1 0 0 0,0 1 0 0 0,0 0 0 0 0,0 0 0 0 0,0-1-1 0 0,0 1 1 0 0,0 0 0 0 0,0 0 0 0 0,1 0 0 0 0,-1-1 0 0 0,1 0 4 0 0,0 0 0 0 0,0 0 0 0 0,0 0 0 0 0,1 1 0 0 0,-1-1-1 0 0,0 0 1 0 0,1 1 0 0 0,-1-1 0 0 0,0 1 0 0 0,1-1 0 0 0,-1 1 0 0 0,1 0 0 0 0,-1-1 0 0 0,0 1 0 0 0,1 0 0 0 0,-1 0 0 0 0,1 0-1 0 0,-1 0 1 0 0,3 1 0 0 0,6-2 20 0 0,4 0-19 0 0,-1 0-1 0 0,1 1 1 0 0,0 0-1 0 0,0 1 1 0 0,-1 1-1 0 0,1 0 1 0 0,-1 1-1 0 0,1 1 1 0 0,-1 0-1 0 0,0 0 1 0 0,0 2 0 0 0,-1-1-1 0 0,0 2 1 0 0,0-1-1 0 0,0 2 1 0 0,-1 0-1 0 0,0 0 1 0 0,0 1-1 0 0,-1 0 1 0 0,0 1 0 0 0,-1 0-1 0 0,9 12 1 0 0,-16-20-7 0 0,0 1 0 0 0,0 0 0 0 0,-1 0 0 0 0,1 0 0 0 0,-1 0 0 0 0,0 0 0 0 0,0 0 0 0 0,0 0 0 0 0,0 0 0 0 0,0 0-1 0 0,-1 1 1 0 0,0-1 0 0 0,1 0 0 0 0,-1 0 0 0 0,-1 7 0 0 0,0-5 18 0 0,0 0-1 0 0,0 0 1 0 0,-1 0-1 0 0,0 0 1 0 0,0 0-1 0 0,0 0 1 0 0,-1-1 0 0 0,1 1-1 0 0,-5 4 1 0 0,-2 2 123 0 0,0 0 1 0 0,-1 0 0 0 0,-1-1-1 0 0,0-1 1 0 0,0 0 0 0 0,-17 10-1 0 0,13-9-39 0 0,-2-1 0 0 0,1-1-1 0 0,-2 0 1 0 0,-31 9-1 0 0,27-11-41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00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118 103 992 0 0,'14'-2'8684'0'0,"-1"2"-6715"0"0,-13 8 864 0 0,-51-28-2311 0 0,-41-22-311 0 0,91 42-214 0 0,53 13-82 0 0,-10-10 107 0 0,1-2 0 0 0,-1-2 0 0 0,75-10-1 0 0,-88 7-1 0 0,23-3 951 0 0,89-24 0 0 0,-139 30-593 0 0,13-3 818 0 0,-14 4-1134 0 0,0-1 0 0 0,0 1 0 0 0,-1-1 1 0 0,1 1-1 0 0,0-1 0 0 0,0 1 0 0 0,0 0 0 0 0,-1 0 0 0 0,1-1 0 0 0,0 1 0 0 0,0 0 0 0 0,0 0 0 0 0,0 0 0 0 0,0 0 0 0 0,0 0 0 0 0,0 0 0 0 0,0 0 0 0 0,-1 0 0 0 0,1 0 0 0 0,0 0 0 0 0,0 0 0 0 0,0 0 1 0 0,0 1-1 0 0,0-1 0 0 0,-1 0 0 0 0,1 1 0 0 0,0-1 0 0 0,0 1 0 0 0,1 0 0 0 0,-2 1-57 0 0,0 0 1 0 0,-1 1 0 0 0,1-1-1 0 0,0 0 1 0 0,-1 0 0 0 0,1 0-1 0 0,-1 0 1 0 0,1 0-1 0 0,-1 0 1 0 0,0 0 0 0 0,0 0-1 0 0,0 0 1 0 0,-3 4-1 0 0,2-2 3 0 0,-45 123 38 0 0,24-57-59 0 0,-111 307 225 0 0,79-214-6593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03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33 1348 0 0,'0'-32'10114'0'0,"2"39"-9782"0"0,-1 0 0 0 0,-1 0 0 0 0,1 0 0 0 0,-1 1 0 0 0,0-1 0 0 0,-1 0 0 0 0,1 0 0 0 0,-1 1 1 0 0,-1-1-1 0 0,-3 10 0 0 0,-2 7 299 0 0,-19 41 1 0 0,-2-9-123 0 0,-17 42-176 0 0,43-95-325 0 0,2-1 9 0 0,-1 0 0 0 0,1 0-1 0 0,0 0 1 0 0,0 0 0 0 0,0 0 0 0 0,0 0 0 0 0,0 0 0 0 0,0 0 0 0 0,0-1 0 0 0,0 1 0 0 0,1 0 0 0 0,-1 0 0 0 0,1 0 0 0 0,-1 0 0 0 0,1-1 0 0 0,0 1 0 0 0,0 0 0 0 0,1 2 0 0 0,0-3 0 0 0,-1 1 1 0 0,1-1-1 0 0,0 0 1 0 0,-1 0-1 0 0,1 0 1 0 0,0 0-1 0 0,0-1 0 0 0,-1 1 1 0 0,1 0-1 0 0,0-1 1 0 0,0 1-1 0 0,0-1 1 0 0,0 1-1 0 0,0-1 1 0 0,3 0-1 0 0,30 2 68 0 0,-1-2-1 0 0,49-6 1 0 0,-60 4-80 0 0,-1-2 1 0 0,0-1-1 0 0,0-1 0 0 0,41-16 1 0 0,-59 20-4 0 0,1-1 0 0 0,-1 1-1 0 0,0-1 1 0 0,0 0 0 0 0,0 0 0 0 0,0 0 0 0 0,0 0 0 0 0,-1-1 0 0 0,1 1 0 0 0,-1-1 0 0 0,0 0 0 0 0,0 0 0 0 0,0 0 0 0 0,-1-1 0 0 0,1 1 0 0 0,2-7 0 0 0,-3 2-5 0 0,1 0 1 0 0,-2 0 0 0 0,1 0 0 0 0,-1 0-1 0 0,0 0 1 0 0,-1 0 0 0 0,0-1 0 0 0,-2-12-1 0 0,3 18-1 0 0,-8-20 0 0 0,5 20 8 0 0,1 0 1 0 0,-1-1 0 0 0,0 2-1 0 0,0-1 1 0 0,0 0-1 0 0,-6-7 1 0 0,7 11-4 0 0,0-1 1 0 0,0 0-1 0 0,1 0 0 0 0,-1 0 1 0 0,0 0-1 0 0,1 0 1 0 0,-1 0-1 0 0,1 0 0 0 0,0 0 1 0 0,-1 0-1 0 0,1 0 0 0 0,0 0 1 0 0,-1 0-1 0 0,1 0 0 0 0,0 0 1 0 0,0-1-1 0 0,-1 1 3 0 0,1 1 0 0 0,0-1 0 0 0,0 1 0 0 0,-1 0 0 0 0,1-1 0 0 0,0 1-1 0 0,-1 0 1 0 0,1-1 0 0 0,-1 1 0 0 0,1 0 0 0 0,0 0 0 0 0,-1 0 0 0 0,1-1 0 0 0,-1 1 0 0 0,1 0 0 0 0,0 0 0 0 0,-1 0 0 0 0,1 0-1 0 0,-1 0 1 0 0,1 0 0 0 0,-1-1 0 0 0,1 1 0 0 0,-1 0 0 0 0,1 1 0 0 0,-1-1 0 0 0,1 0 0 0 0,-1 0 0 0 0,1 0 0 0 0,-1 0 0 0 0,1 0 0 0 0,0 0-1 0 0,-1 0 1 0 0,1 1 0 0 0,-1-1 0 0 0,1 0 0 0 0,0 0 0 0 0,-1 1 0 0 0,1-1 0 0 0,-1 0 0 0 0,1 1 0 0 0,0-1 0 0 0,-1 0 0 0 0,1 1-1 0 0,0-1 1 0 0,0 0 0 0 0,-1 1 0 0 0,1-1 0 0 0,0 1 0 0 0,0 0 0 0 0,-9 39 432 0 0,1 0-1 0 0,-1 50 1 0 0,-1-1-237 0 0,-35 229-884 0 0,44-299-982 0 0,0 7-6661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04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393 136 764 0 0,'20'-23'7523'0'0,"-17"21"-7228"0"0,-1 0-1 0 0,0 0 1 0 0,0-1 0 0 0,0 1 0 0 0,0 0 0 0 0,-1-1 0 0 0,1 1-1 0 0,-1-1 1 0 0,1 0 0 0 0,-1 0 0 0 0,0 1 0 0 0,0-1 0 0 0,0 0 0 0 0,0 0-1 0 0,-1 0 1 0 0,1 0 0 0 0,-1 0 0 0 0,1 0 0 0 0,-1 0 0 0 0,0 0-1 0 0,-1-5 1 0 0,0 6-229 0 0,0-1-1 0 0,0 0 1 0 0,-1 1-1 0 0,1-1 0 0 0,-1 1 1 0 0,1 0-1 0 0,-1-1 1 0 0,0 1-1 0 0,0 0 1 0 0,0 0-1 0 0,0 0 0 0 0,0 0 1 0 0,0 1-1 0 0,-1-1 1 0 0,1 1-1 0 0,-1-1 1 0 0,1 1-1 0 0,-1 0 0 0 0,1 0 1 0 0,-1 0-1 0 0,0 0 1 0 0,0 0-1 0 0,-2 0 1 0 0,-5-1-38 0 0,1 1 1 0 0,-1 0 0 0 0,0 0 0 0 0,0 1 0 0 0,1 0 0 0 0,-1 1-1 0 0,0 0 1 0 0,1 0 0 0 0,-1 1 0 0 0,1 0 0 0 0,-1 1 0 0 0,1 0 0 0 0,0 1-1 0 0,0 0 1 0 0,-12 7 0 0 0,-2 3-11 0 0,1 0 0 0 0,1 2 0 0 0,1 0 0 0 0,-28 29 0 0 0,37-34-22 0 0,1 1 1 0 0,0 0 0 0 0,0 1-1 0 0,2 0 1 0 0,-14 25-1 0 0,20-33 10 0 0,-1 0-1 0 0,1 0 1 0 0,0 1-1 0 0,0-1 1 0 0,1 1-1 0 0,-1 0 1 0 0,1-1-1 0 0,0 1 1 0 0,1 0-1 0 0,0 0 1 0 0,-1 0-1 0 0,2-1 0 0 0,-1 1 1 0 0,1 0-1 0 0,0 0 1 0 0,0-1-1 0 0,0 1 1 0 0,4 9-1 0 0,-3-12 1 0 0,0 0 1 0 0,0 0-1 0 0,1 0 0 0 0,-1 0 0 0 0,1 0 0 0 0,-1 0 0 0 0,1-1 0 0 0,0 1 1 0 0,0-1-1 0 0,0 0 0 0 0,0 0 0 0 0,0 0 0 0 0,1 0 0 0 0,-1 0 1 0 0,1-1-1 0 0,-1 1 0 0 0,1-1 0 0 0,-1 0 0 0 0,1 0 0 0 0,0-1 1 0 0,-1 1-1 0 0,1-1 0 0 0,0 0 0 0 0,0 1 0 0 0,0-2 0 0 0,-1 1 0 0 0,1 0 1 0 0,6-2-1 0 0,-1 0 2 0 0,0 0 0 0 0,-1 0 1 0 0,1-1-1 0 0,0-1 0 0 0,-1 1 0 0 0,0-1 1 0 0,1 0-1 0 0,-1-1 0 0 0,-1 0 0 0 0,14-11 1 0 0,-8 4-1 0 0,-1-1 0 0 0,0-1 0 0 0,11-16 0 0 0,28-37 14 0 0,-50 67-14 0 0,-1 0 1 0 0,0 0-1 0 0,0-1 1 0 0,0 1 0 0 0,0 0-1 0 0,0 0 1 0 0,0 0 0 0 0,0-1-1 0 0,0 1 1 0 0,0 0 0 0 0,1 0-1 0 0,-1 0 1 0 0,0 0-1 0 0,0-1 1 0 0,0 1 0 0 0,0 0-1 0 0,0 0 1 0 0,1 0 0 0 0,-1 0-1 0 0,0 0 1 0 0,0 0 0 0 0,0-1-1 0 0,1 1 1 0 0,-1 0-1 0 0,0 0 1 0 0,0 0 0 0 0,0 0-1 0 0,1 0 1 0 0,-1 0 0 0 0,0 0-1 0 0,0 0 1 0 0,0 0 0 0 0,1 0-1 0 0,-1 0 1 0 0,0 0-1 0 0,0 0 1 0 0,1 0 0 0 0,-1 0-1 0 0,0 0 1 0 0,0 0 0 0 0,0 1-1 0 0,1-1 1 0 0,-1 0 0 0 0,0 0-1 0 0,0 0 1 0 0,0 0-1 0 0,0 0 1 0 0,1 0 0 0 0,-1 0-1 0 0,0 1 1 0 0,3 14 308 0 0,-4 19 154 0 0,-22 89 96 0 0,-6 42 167 0 0,26-132-1920 0 0,0 0 0 0 0,2 1 0 0 0,4 34 0 0 0,7-20-5663 0 0,-5-27 1015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05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54 100 1772 0 0,'0'-2'1842'0'0,"2"-19"2668"0"0,1 1-1 0 0,7-29 1 0 0,-10 47-3952 0 0,0 1-521 0 0,1 1 0 0 0,-1 0 0 0 0,0 0 1 0 0,0-1-1 0 0,0 1 0 0 0,0 0 0 0 0,0 0 0 0 0,0-1 0 0 0,0 1 1 0 0,1 0-1 0 0,-1 0 0 0 0,0 0 0 0 0,0-1 0 0 0,0 1 0 0 0,1 0 1 0 0,-1 0-1 0 0,0 0 0 0 0,0 0 0 0 0,0 0 0 0 0,1-1 0 0 0,-1 1 1 0 0,0 0-1 0 0,0 0 0 0 0,1 0 0 0 0,-1 0 0 0 0,0 0 0 0 0,0 0 1 0 0,1 0-1 0 0,-1 0 0 0 0,0 0 0 0 0,0 0 0 0 0,1 0 0 0 0,-1 0 1 0 0,0 0-1 0 0,0 0 0 0 0,1 0 0 0 0,-1 0 0 0 0,0 0 0 0 0,0 0 1 0 0,1 0-1 0 0,-1 0 0 0 0,0 1 0 0 0,0-1 0 0 0,0 0 0 0 0,1 0 1 0 0,-1 0-1 0 0,0 0 0 0 0,0 0 0 0 0,0 1 0 0 0,1-1 0 0 0,-1 0 1 0 0,0 0-1 0 0,0 0 0 0 0,0 1 0 0 0,0-1 0 0 0,1 1 0 0 0,0-1 105 0 0,0 1 1 0 0,0 0-1 0 0,1 0 0 0 0,-1 0 0 0 0,0 1 0 0 0,0-1 0 0 0,0 0 0 0 0,0 0 0 0 0,0 1 0 0 0,-1-1 1 0 0,2 2-1 0 0,1 8 221 0 0,-1 1 0 0 0,-1-1 1 0 0,0 0-1 0 0,0 1 1 0 0,-1-1-1 0 0,-2 20 1 0 0,-16 76 493 0 0,9-58-512 0 0,-59 253-941 0 0,63-283-1817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05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139 109 408 0 0,'8'-33'7968'0'0,"-6"22"-5830"0"0,-2 9-1413 0 0,1 2-608 0 0,-1-1 0 0 0,0 1 0 0 0,0 0 0 0 0,0 0 0 0 0,0-1 0 0 0,0 1 0 0 0,0 0 0 0 0,0-1-1 0 0,0 1 1 0 0,0 0 0 0 0,0-1 0 0 0,0 1 0 0 0,0 0 0 0 0,0-1 0 0 0,0 1 0 0 0,0 0 0 0 0,-2-4 1403 0 0,1 4-1403 0 0,-2 2 85 0 0,-1 0 0 0 0,1 1 1 0 0,0-1-1 0 0,0 1 0 0 0,0 0 0 0 0,1-1 1 0 0,-1 2-1 0 0,0-1 0 0 0,1 0 0 0 0,0 0 0 0 0,0 1 1 0 0,0-1-1 0 0,0 1 0 0 0,1 0 0 0 0,-1-1 1 0 0,1 1-1 0 0,-2 8 0 0 0,-1 4 78 0 0,1 1 0 0 0,0 0-1 0 0,0 17 1 0 0,2-21-216 0 0,2-1 0 0 0,-1 1 0 0 0,2 0 0 0 0,-1-1 0 0 0,2 1 0 0 0,3 13-1 0 0,-4-20-43 0 0,0-1-1 0 0,0 1 0 0 0,1 0 1 0 0,-1-1-1 0 0,1 0 0 0 0,0 0 1 0 0,1 1-1 0 0,-1-2 0 0 0,1 1 0 0 0,0 0 1 0 0,0-1-1 0 0,1 0 0 0 0,-1 0 1 0 0,10 7-1 0 0,-9-9 57 0 0,-1 0 1 0 0,0-1-1 0 0,1 1 1 0 0,-1-1-1 0 0,1 0 1 0 0,-1 0-1 0 0,1 0 1 0 0,0 0 0 0 0,-1-1-1 0 0,1 0 1 0 0,0 0-1 0 0,-1 0 1 0 0,1 0-1 0 0,0-1 1 0 0,-1 0-1 0 0,1 0 1 0 0,-1 0-1 0 0,1-1 1 0 0,-1 1-1 0 0,0-1 1 0 0,1 0-1 0 0,-1 0 1 0 0,0-1-1 0 0,0 1 1 0 0,0-1-1 0 0,5-5 1 0 0,1-1-37 0 0,-1 1 0 0 0,0-2 1 0 0,0 1-1 0 0,-1-1 0 0 0,0 0 1 0 0,-1-1-1 0 0,0 0 0 0 0,8-18 1 0 0,-10 18-35 0 0,-1 0 1 0 0,-1 0-1 0 0,0-1 1 0 0,-1 1-1 0 0,0-1 1 0 0,0 1-1 0 0,-1-1 1 0 0,-1 1-1 0 0,0-1 1 0 0,0 0-1 0 0,-5-22 0 0 0,4 29-5 0 0,0 0 0 0 0,0 0 0 0 0,-1 0 0 0 0,0 0 0 0 0,0 0 0 0 0,0 0 0 0 0,0 1 0 0 0,-1-1 0 0 0,0 1-1 0 0,0 0 1 0 0,0 0 0 0 0,0 0 0 0 0,-1 0 0 0 0,0 0 0 0 0,1 1 0 0 0,-1-1 0 0 0,-1 1 0 0 0,1 0 0 0 0,0 1-1 0 0,-1-1 1 0 0,1 1 0 0 0,-1-1 0 0 0,0 2 0 0 0,0-1 0 0 0,0 0 0 0 0,0 1 0 0 0,0 0 0 0 0,0 0 0 0 0,-5 0-1 0 0,-3 0-301 0 0,0 1 0 0 0,0 1-1 0 0,1 0 1 0 0,-1 0 0 0 0,0 1-1 0 0,1 1 1 0 0,-25 8 0 0 0,11 0-3201 0 0,1 1 1 0 0,-39 23 0 0 0,30-13-4074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09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97 448 0 0,'2'-2'415'0'0,"0"0"-1"0"0,0 0 0 0 0,-1 1 1 0 0,1-1-1 0 0,0 0 1 0 0,-1-1-1 0 0,0 1 1 0 0,1 0-1 0 0,-1 0 1 0 0,0 0-1 0 0,0-1 1 0 0,0 1-1 0 0,-1-1 1 0 0,1 1-1 0 0,-1-1 0 0 0,1-3 1 0 0,-1 4-305 0 0,0 0 0 0 0,-1 0 0 0 0,1 0 0 0 0,-1 1 0 0 0,0-1 1 0 0,1 0-1 0 0,-1 0 0 0 0,0 1 0 0 0,0-1 0 0 0,0 0 0 0 0,0 1 0 0 0,-1-1 0 0 0,1 1 0 0 0,0-1 0 0 0,-1 1 1 0 0,1 0-1 0 0,-1 0 0 0 0,1-1 0 0 0,-1 1 0 0 0,1 0 0 0 0,-4-1 0 0 0,-2-1-24 0 0,0-1 0 0 0,-1 1 0 0 0,1 1 0 0 0,-1 0 0 0 0,0 0 0 0 0,1 0 0 0 0,-1 1 0 0 0,0 0 0 0 0,0 1 0 0 0,0-1 0 0 0,0 2 0 0 0,0-1 0 0 0,-15 4 0 0 0,9-2-80 0 0,-1 2 0 0 0,1 0-1 0 0,0 1 1 0 0,0 0 0 0 0,0 1 0 0 0,-19 11 0 0 0,21-9-13 0 0,-1 1 1 0 0,1 0-1 0 0,1 1 1 0 0,-1 0-1 0 0,2 1 0 0 0,-1 0 1 0 0,-9 15-1 0 0,15-18 9 0 0,-1 0 0 0 0,1 1 0 0 0,0-1 0 0 0,1 1-1 0 0,0 0 1 0 0,1 1 0 0 0,-1-1 0 0 0,2 1 0 0 0,-1-1 0 0 0,2 1 0 0 0,-1 0-1 0 0,0 10 1 0 0,2-16 15 0 0,0 0-1 0 0,1 1 0 0 0,-1-1 0 0 0,1 0 1 0 0,-1 0-1 0 0,1 0 0 0 0,0 0 1 0 0,1 0-1 0 0,-1 0 0 0 0,1-1 0 0 0,0 1 1 0 0,0 0-1 0 0,0-1 0 0 0,0 1 1 0 0,0-1-1 0 0,1 0 0 0 0,0 1 0 0 0,-1-1 1 0 0,1-1-1 0 0,0 1 0 0 0,1 0 0 0 0,-1-1 1 0 0,0 1-1 0 0,1-1 0 0 0,3 2 1 0 0,-1-2 21 0 0,0 0 0 0 0,0 0 1 0 0,0 0-1 0 0,1-1 1 0 0,-1 0-1 0 0,0 0 0 0 0,1 0 1 0 0,-1-1-1 0 0,0 0 0 0 0,1 0 1 0 0,-1-1-1 0 0,1 0 1 0 0,-1 0-1 0 0,0 0 0 0 0,11-5 1 0 0,-8 3 107 0 0,-1-1 0 0 0,1 0-1 0 0,-1-1 1 0 0,0 0 0 0 0,0-1 0 0 0,0 1 0 0 0,-1-2 0 0 0,0 1 0 0 0,0-1 0 0 0,0 0 0 0 0,8-13-1 0 0,3-6 730 0 0,-2 0-1 0 0,16-35 1 0 0,-28 52-547 0 0,-3 7-138 0 0,3 6-111 0 0,-3-4-70 0 0,-1 0 1 0 0,0 0-1 0 0,0 0 0 0 0,1 0 0 0 0,-1 0 0 0 0,0 0 1 0 0,1 0-1 0 0,-1 0 0 0 0,0 1 0 0 0,0-1 1 0 0,1 0-1 0 0,-1 0 0 0 0,0 0 0 0 0,0 0 0 0 0,1 1 1 0 0,-1-1-1 0 0,0 0 0 0 0,0 0 0 0 0,0 1 1 0 0,0-1-1 0 0,1 0 0 0 0,-1 0 0 0 0,0 1 0 0 0,0-1 1 0 0,0 0-1 0 0,0 0 0 0 0,0 1 0 0 0,0-1 1 0 0,0 0-1 0 0,1 1 0 0 0,-1-1 0 0 0,0 0 0 0 0,0 0 1 0 0,0 1-1 0 0,0-1 0 0 0,-1 1 0 0 0,-17 254 1340 0 0,1-56-1371 0 0,16-171-675 0 0,-2 40-2840 0 0,7-23-3946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09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79 1104 0 0,'12'-78'15903'0'0,"-11"80"-15614"0"0,1 6 23 0 0,0 0 0 0 0,0 0 1 0 0,-1 0-1 0 0,-1 1 1 0 0,1-1-1 0 0,-2 10 0 0 0,-5 55 1229 0 0,6-68-1480 0 0,-12 105 568 0 0,-39 164-1 0 0,41-229-725 0 0,10-43-106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10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181 112 828 0 0,'5'-61'11874'0'0,"2"22"-7694"0"0,-7 37-3932 0 0,6-1 36 0 0,-6 3-277 0 0,0-1 0 0 0,0 1 0 0 0,0 0 0 0 0,1-1 0 0 0,-1 1-1 0 0,0 0 1 0 0,1-1 0 0 0,-1 1 0 0 0,0 0 0 0 0,0 0 0 0 0,1-1-1 0 0,-1 1 1 0 0,0 0 0 0 0,1 0 0 0 0,-1 0 0 0 0,1-1 0 0 0,-1 1-1 0 0,0 0 1 0 0,1 0 0 0 0,-1 0 0 0 0,0 0 0 0 0,1 0 0 0 0,-1 0-1 0 0,1 0 1 0 0,-1 0 0 0 0,1 0 0 0 0,6-1 15 0 0,1 1 0 0 0,-1 0 0 0 0,0 1 0 0 0,1-1 0 0 0,-1 1 0 0 0,0 1 0 0 0,1 0 0 0 0,-1 0 0 0 0,0 0 0 0 0,0 1 0 0 0,-1-1 0 0 0,1 2 0 0 0,-1-1 0 0 0,1 1 0 0 0,-1 0 0 0 0,0 0 0 0 0,9 9-1 0 0,-11-9-16 0 0,0 1 0 0 0,0 0 0 0 0,0 0 0 0 0,0 0 0 0 0,-1 0-1 0 0,1 0 1 0 0,-2 0 0 0 0,1 1 0 0 0,0 0 0 0 0,-1 0-1 0 0,0-1 1 0 0,-1 1 0 0 0,1 0 0 0 0,-1 0 0 0 0,0 1-1 0 0,0-1 1 0 0,-1 0 0 0 0,0 0 0 0 0,0 0 0 0 0,-1 1 0 0 0,-1 9-1 0 0,-3 1 45 0 0,0-1-1 0 0,-1 1 1 0 0,-1-1 0 0 0,-1-1-1 0 0,0 1 1 0 0,-1-1-1 0 0,0 0 1 0 0,-1-1 0 0 0,-1 0-1 0 0,-20 19 1 0 0,-14 10 643 0 0,-77 59 1 0 0,121-102-685 0 0,-103 82 1793 0 0,102-80-1584 0 0,2-2-200 0 0,1 1-1 0 0,-1 0 1 0 0,0-1-1 0 0,1 1 1 0 0,-1-1 0 0 0,1 1-1 0 0,-1 0 1 0 0,1-1 0 0 0,-1 1-1 0 0,1-1 1 0 0,-1 1-1 0 0,1-1 1 0 0,0 0 0 0 0,-1 1-1 0 0,1-1 1 0 0,0 0-1 0 0,-1 1 1 0 0,1-1 0 0 0,0 0-1 0 0,-1 0 1 0 0,1 1-1 0 0,0-1 1 0 0,0 0 0 0 0,-1 0-1 0 0,1 0 1 0 0,0 0 0 0 0,0 0-1 0 0,21 1 110 0 0,-22-1-121 0 0,79-4 198 0 0,-1-2-1 0 0,-1-5 1 0 0,85-21-1 0 0,-123 22-222 0 0,17-3-2841 0 0,-20 7-5172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10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0 149 2096 0 0,'11'-20'3364'0'0,"1"1"0"0"0,1 0 0 0 0,16-16-1 0 0,-2 1 334 0 0,-26 32-3546 0 0,0 0-1 0 0,0 1 1 0 0,1-1 0 0 0,-1 0-1 0 0,1 1 1 0 0,-1-1-1 0 0,1 1 1 0 0,-1 0-1 0 0,1 0 1 0 0,0-1-1 0 0,0 1 1 0 0,0 0-1 0 0,2-1 1 0 0,-3 2-99 0 0,0 0 1 0 0,0 0-1 0 0,0 0 1 0 0,-1 0-1 0 0,1 0 1 0 0,0 0-1 0 0,0 0 1 0 0,-1 0-1 0 0,1 0 1 0 0,0 1-1 0 0,0-1 1 0 0,-1 0-1 0 0,1 0 1 0 0,0 1-1 0 0,-1-1 1 0 0,1 0-1 0 0,0 1 1 0 0,-1-1-1 0 0,1 1 1 0 0,-1-1-1 0 0,1 1 1 0 0,0-1-1 0 0,-1 1 1 0 0,1 0-1 0 0,2 4 51 0 0,0 0 0 0 0,-1-1 0 0 0,0 1 0 0 0,1 0 0 0 0,-2 0 0 0 0,1 0 0 0 0,1 10-1 0 0,8 45 495 0 0,-3 0-1 0 0,-3 1 1 0 0,-2 0-1 0 0,-7 87 1 0 0,4-146-686 0 0,-7 77 446 0 0,1-48-3546 0 0,2-26 1104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11.3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73 355 612 0 0,'14'-34'10659'0'0,"1"-2"-4579"0"0,-13 34-5897 0 0,-1-1 1 0 0,0 1-1 0 0,1-1 1 0 0,-1 1-1 0 0,0-1 0 0 0,-1 0 1 0 0,1 0-1 0 0,0 1 1 0 0,-1-1-1 0 0,0 0 0 0 0,0 0 1 0 0,0 0-1 0 0,0 1 1 0 0,0-1-1 0 0,0 0 0 0 0,-1 0 1 0 0,1 0-1 0 0,-1 1 1 0 0,0-1-1 0 0,0 0 0 0 0,0 0 1 0 0,-1-2-1 0 0,-3-3-241 0 0,0 0 0 0 0,-1 0 0 0 0,0 1 0 0 0,0 0 0 0 0,-9-8 0 0 0,-6-8 294 0 0,0 5-212 0 0,19 16-23 0 0,1 1-1 0 0,-1 0 0 0 0,1 0 1 0 0,-1-1-1 0 0,1 1 1 0 0,-1-1-1 0 0,1 1 1 0 0,0-1-1 0 0,-1 0 0 0 0,1 0 1 0 0,0 1-1 0 0,-1-5 1 0 0,5 4-5 0 0,0 0 1 0 0,0 0-1 0 0,0 1 1 0 0,0-1 0 0 0,0 1-1 0 0,1 0 1 0 0,-1 0 0 0 0,1 0-1 0 0,4-1 1 0 0,-7 2 1 0 0,136-29-2 0 0,-14 4 10 0 0,-84 16 5 0 0,25-9 81 0 0,-62 17-52 0 0,25-4 320 0 0,-25 6-387 0 0,-1-1 44 0 0,-1 0 1 0 0,1 0 0 0 0,-1 0 0 0 0,1 0-1 0 0,-1 0 1 0 0,1 0 0 0 0,-1 0 0 0 0,1 0-1 0 0,-1 0 1 0 0,0 0 0 0 0,1 1 0 0 0,-1-1-1 0 0,1 0 1 0 0,-1 0 0 0 0,0 1 0 0 0,1-1-1 0 0,-1 0 1 0 0,1 0 0 0 0,-1 1 0 0 0,0-1-1 0 0,1 1 1 0 0,-1-1 0 0 0,0 0 0 0 0,0 1-1 0 0,1-1 1 0 0,-1 1 0 0 0,0-1-1 0 0,0 0 1 0 0,1 1 0 0 0,-4 21 511 0 0,-125 577 727 0 0,105-398-7044 0 0,17-135-2269 0 0,3-41 60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12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52 408 0 0,'0'0'1962'0'0,"16"-33"8680"0"0,-11 26-9233 0 0,1-2-1065 0 0,-6 9-421 0 0,0 0 0 0 0,-1-1 1 0 0,1 1-1 0 0,0 0 0 0 0,0 0 0 0 0,-1 0 0 0 0,1 0 1 0 0,0-1-1 0 0,0 1 0 0 0,-1 0 0 0 0,1 0 0 0 0,0 0 1 0 0,-1 0-1 0 0,1 0 0 0 0,0 0 0 0 0,0 0 0 0 0,-1 0 1 0 0,1 0-1 0 0,0 0 0 0 0,-1 0 0 0 0,1 0 0 0 0,0 0 0 0 0,-1 0 1 0 0,1 0-1 0 0,0 0 0 0 0,0 0 0 0 0,-1 0 0 0 0,1 1 1 0 0,0-1-1 0 0,-1 0 0 0 0,1 0 0 0 0,0 0 0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14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32 380 0 0,'-31'-32'17375'0'0,"38"33"-17377"0"0,14 3 144 0 0,1-2 1 0 0,0 0 0 0 0,43-2-1 0 0,-31-1 63 0 0,98-2 923 0 0,-129 3-1075 0 0,34 0 104 0 0,-32-1-170 0 0,0 1 0 0 0,-1 0 0 0 0,1 0 0 0 0,0 0 0 0 0,0 1 0 0 0,4 0 0 0 0,-6 0 3 0 0,-2 0-11 0 0,5 3 21 0 0,-3 1 0 0 0,1-1-1 0 0,-1 1 0 0 0,0-1 0 0 0,0 1 1 0 0,0 0-1 0 0,-1 0 0 0 0,1 0 0 0 0,-1 1 1 0 0,-1-1-1 0 0,1 1 0 0 0,0 6 0 0 0,1-3 2 0 0,6 38 469 0 0,-1 0 0 0 0,-3 1-1 0 0,-1 71 1 0 0,-2-58-523 0 0,-2 752 2421 0 0,-5-353-1926 0 0,7 308-704 0 0,-1-515 258 0 0,-5 417 11 0 0,-3 188 38 0 0,7-748-96 0 0,-13 252-98 0 0,7-257 185 0 0,-28 323 247 0 0,31-404-286 0 0,-41 318-220 0 0,40-319 170 0 0,0-5 52 0 0,2 0-1 0 0,0 0 0 0 0,0 20 1 0 0,-2-5-34 0 0,2-19 58 0 0,1-12-29 0 0,0 34-60 0 0,-3 18 77 0 0,4-44 5 0 0,1 54 182 0 0,-13 99 0 0 0,-17 26 2927 0 0,29-188-3082 0 0,-1 1 13 0 0,1 0 1 0 0,0-1-1 0 0,0 1 0 0 0,-1 0 1 0 0,1 0-1 0 0,-1-1 0 0 0,1 1 1 0 0,-1 0-1 0 0,0-1 0 0 0,0 1 0 0 0,1-1 1 0 0,-1 1-1 0 0,0-1 0 0 0,0 1 1 0 0,-1-1-1 0 0,1 0 0 0 0,0 0 0 0 0,0 1 1 0 0,-1-1-1 0 0,1 0 0 0 0,-1 0 1 0 0,1 0-1 0 0,-1 0 0 0 0,1-1 0 0 0,-4 2 1 0 0,-3 1-169 0 0,-1 0-1 0 0,1-1 1 0 0,-1 0 0 0 0,-10 0 0 0 0,-4 2-476 0 0,-105 20-4966 0 0,39-9-2656 0 0,-1-2-3436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30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258 288 784 0 0,'-22'-11'2272'0'0,"0"0"-1"0"0,-1 1 1 0 0,-37-10 0 0 0,58 20-2017 0 0,-41-7 1595 0 0,40 7-1496 0 0,-1 0-257 0 0,0 0 0 0 0,0 1 0 0 0,-1 0 0 0 0,1-1 1 0 0,0 1-1 0 0,-8 3 0 0 0,11-3-101 0 0,-1 0 47 0 0,-16 6-74 0 0,17-6 186 0 0,-1 0 0 0 0,1 0 0 0 0,-1-1 0 0 0,1 1 0 0 0,-1 0 0 0 0,1-1 0 0 0,-1 1-1 0 0,0 0 1 0 0,1-1 0 0 0,-1 0 0 0 0,0 1 0 0 0,1-1 0 0 0,-4 0 0 0 0,24 3 518 0 0,-9-2-560 0 0,0 0 1 0 0,20 0-1 0 0,593-48 395 0 0,-599 45-484 0 0,12-2 70 0 0,63-15-1 0 0,-97 19-91 0 0,0-1 1 0 0,0 1-1 0 0,0-1 1 0 0,-1 1-1 0 0,1-1 0 0 0,0 0 1 0 0,0 0-1 0 0,-1 0 1 0 0,1 0-1 0 0,-1 0 1 0 0,1-1-1 0 0,-1 1 0 0 0,1 0 1 0 0,-1-1-1 0 0,0 1 1 0 0,1-1-1 0 0,-1 1 0 0 0,0-1 1 0 0,0 1-1 0 0,0-1 1 0 0,0 0-1 0 0,-1 0 1 0 0,1 1-1 0 0,0-1 0 0 0,-1 0 1 0 0,1 0-1 0 0,-1 0 1 0 0,0-2-1 0 0,0 0-2 0 0,0 0 0 0 0,0 0 1 0 0,-1 0-1 0 0,1 0 0 0 0,-1 0 0 0 0,0 0 0 0 0,0 0 1 0 0,-1 1-1 0 0,1-1 0 0 0,-1 0 0 0 0,0 1 0 0 0,-3-5 1 0 0,-8-13-37 0 0,-1 1 0 0 0,-27-29 0 0 0,40 48 23 0 0,3 0-20 0 0,10 1 41 0 0,-4 2-5 0 0,0 0 1 0 0,0 1-1 0 0,0 0 1 0 0,0 0-1 0 0,0 1 1 0 0,7 5-1 0 0,45 31 10 0 0,-43-28 0 0 0,4 3-3 0 0,24 22 0 0 0,-40-33-9 0 0,0 1 1 0 0,-1-1-1 0 0,0 1 1 0 0,0 0-1 0 0,0 1 1 0 0,0-1-1 0 0,-1 1 1 0 0,0-1-1 0 0,0 1 1 0 0,3 9-1 0 0,-6-11 1 0 0,1 0-1 0 0,-1 0 1 0 0,0 0-1 0 0,0 0 1 0 0,0 0-1 0 0,-1-1 0 0 0,1 1 1 0 0,-1 0-1 0 0,0 0 1 0 0,0 0-1 0 0,0-1 1 0 0,-1 1-1 0 0,1 0 1 0 0,-1-1-1 0 0,0 1 1 0 0,0-1-1 0 0,0 0 1 0 0,0 0-1 0 0,-1 0 0 0 0,1 0 1 0 0,-5 4-1 0 0,-6 6 0 0 0,-1-1-1 0 0,0-1 0 0 0,-19 13 1 0 0,-127 72-1779 0 0,131-82-2418 0 0,-57 19 0 0 0,64-26-196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35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42 124 0 0,'1'-10'18906'0'0,"-2"9"-18872"0"0,0-1-1 0 0,0 0 1 0 0,0 1 0 0 0,0-1 0 0 0,0 1 0 0 0,0-1 0 0 0,-1 1-1 0 0,1-1 1 0 0,-1 1 0 0 0,1 0 0 0 0,-1 0 0 0 0,1 0 0 0 0,-1 0-1 0 0,0 0 1 0 0,0 0 0 0 0,1 0 0 0 0,-1 0 0 0 0,0 1 0 0 0,0-1-1 0 0,-2 1 1 0 0,-41-5-77 0 0,31 4 74 0 0,6 0-39 0 0,-1 1 1 0 0,1 0 0 0 0,0 0-1 0 0,0 1 1 0 0,0 0 0 0 0,0 1-1 0 0,0-1 1 0 0,0 2-1 0 0,0-1 1 0 0,1 1 0 0 0,-1 0-1 0 0,1 1 1 0 0,-1-1-1 0 0,1 1 1 0 0,0 1 0 0 0,1 0-1 0 0,-1 0 1 0 0,1 0 0 0 0,0 0-1 0 0,0 1 1 0 0,1 0-1 0 0,0 0 1 0 0,0 1 0 0 0,0 0-1 0 0,1 0 1 0 0,0 0 0 0 0,0 0-1 0 0,-5 16 1 0 0,-1 5-11 0 0,2 1-1 0 0,1 0 1 0 0,1 0 0 0 0,2 1 0 0 0,-1 58-1 0 0,17 152 202 0 0,-9-207-133 0 0,39 495 1484 0 0,-24-210-938 0 0,-12-45-457 0 0,-7-232-122 0 0,10 524 143 0 0,-5-375-73 0 0,-2-67-26 0 0,2 574-95 0 0,-45 12 82 0 0,30-557-64 0 0,-13 273-103 0 0,9-146 244 0 0,8 139-46 0 0,7-341-71 0 0,-2-1 61 0 0,2-74-61 0 0,0 32-22 0 0,0-8 0 0 0,-5 37 0 0 0,5-61 28 0 0,-3 41-142 0 0,-1-6 3467 0 0,4-35-3001 0 0,-3 28 322 0 0,4-23-650 0 0,0-5 36 0 0,7 5 114 0 0,2-5-112 0 0,0 0-1 0 0,0-1 0 0 0,0 0 0 0 0,0 0 0 0 0,14-2 1 0 0,56-8-181 0 0,-58 6-50 0 0,166-30-3145 0 0,-4-13-3896 0 0,-130 30 2405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39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36 260 272 0 0,'0'0'1667'0'0,"21"-31"6818"0"0,-20 29-8127 0 0,14-16 6846 0 0,-17 35-7183 0 0,1-1 1 0 0,1 21-1 0 0,-1 22 19 0 0,-49 275 44 0 0,41-303 164 0 0,9-31-246 0 0,0 0 0 0 0,0 0-1 0 0,0 0 1 0 0,0 0 0 0 0,0 0-1 0 0,0 1 1 0 0,0-1 0 0 0,0 0-1 0 0,-1 0 1 0 0,1 0 0 0 0,0 0-1 0 0,0 0 1 0 0,0 0-1 0 0,0 0 1 0 0,0 0 0 0 0,0 0-1 0 0,0 0 1 0 0,0 0 0 0 0,0 0-1 0 0,-1 0 1 0 0,1 0 0 0 0,0 0-1 0 0,0 0 1 0 0,0 0 0 0 0,0 0-1 0 0,0 0 1 0 0,0 0 0 0 0,0 0-1 0 0,0 0 1 0 0,-1 0 0 0 0,1 0-1 0 0,0 0 1 0 0,0 0 0 0 0,0 0-1 0 0,0 0 1 0 0,0 0 0 0 0,0 0-1 0 0,0 0 1 0 0,0-1-1 0 0,0 1 1 0 0,0 0 0 0 0,0 0-1 0 0,-1 0 1 0 0,1 0 0 0 0,0 0-1 0 0,0 0 1 0 0,0 0 0 0 0,0 0-1 0 0,0 0 1 0 0,0 0 0 0 0,0-1-1 0 0,0 1 1 0 0,0 0 0 0 0,0 0-1 0 0,0 0 1 0 0,0 0 0 0 0,0 0-1 0 0,0 0 1 0 0,0 0 0 0 0,0 0-1 0 0,-4-18 31 0 0,3-8-10 0 0,1 0 1 0 0,1 0-1 0 0,1 0 0 0 0,9-47 0 0 0,-6 45-16 0 0,32-164-14 0 0,-26 149-1 0 0,2 0 1 0 0,25-58-1 0 0,-34 91-6 0 0,1-1 0 0 0,1 1 0 0 0,0 0-1 0 0,13-17 1 0 0,-16 25 7 0 0,-1-1 1 0 0,1 0-1 0 0,0 1 0 0 0,0-1 1 0 0,0 1-1 0 0,0 0 0 0 0,0 0 0 0 0,0 0 1 0 0,0 0-1 0 0,1 1 0 0 0,-1-1 1 0 0,1 1-1 0 0,-1 0 0 0 0,1 0 1 0 0,-1 0-1 0 0,1 0 0 0 0,0 1 0 0 0,0 0 1 0 0,-1-1-1 0 0,5 2 0 0 0,-2-1 3 0 0,0 1 0 0 0,0 0 0 0 0,0 1 0 0 0,-1 0 0 0 0,1 0 0 0 0,0 0 0 0 0,-1 0 0 0 0,0 1 0 0 0,1 0-1 0 0,-1 0 1 0 0,0 0 0 0 0,0 1 0 0 0,5 5 0 0 0,-7-7 6 0 0,-1 1 1 0 0,0 0-1 0 0,1-1 0 0 0,-1 1 0 0 0,0 0 1 0 0,0 0-1 0 0,-1 0 0 0 0,1 1 0 0 0,0-1 1 0 0,-1 0-1 0 0,0 0 0 0 0,0 1 0 0 0,0-1 1 0 0,0 1-1 0 0,-1-1 0 0 0,1 1 0 0 0,-1-1 1 0 0,0 1-1 0 0,0 0 0 0 0,0-1 0 0 0,-1 1 1 0 0,1-1-1 0 0,-1 1 0 0 0,-1 3 0 0 0,-3 8 15 0 0,-2 0-1 0 0,1 0 1 0 0,-2-1-1 0 0,-17 25 0 0 0,-44 49-3 0 0,44-58-25 0 0,16-19 25 0 0,0 0 0 0 0,-1-1 0 0 0,-22 18 0 0 0,30-27-2 0 0,2 0-12 0 0,-1 0 1 0 0,1 0 0 0 0,-1 0-1 0 0,1 0 1 0 0,-1 0 0 0 0,0 0-1 0 0,0 0 1 0 0,0 0 0 0 0,1-1 0 0 0,-1 1-1 0 0,0 0 1 0 0,0 0 0 0 0,0-1-1 0 0,0 1 1 0 0,0-1 0 0 0,-2 1-1 0 0,-17 8 97 0 0,18-8 41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44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63 32 0 0,'0'0'4770'0'0,"-5"-22"-173"0"0,10-19 911 0 0,-3 50-5498 0 0,0-1 0 0 0,0 0 0 0 0,1 0 0 0 0,0 0 0 0 0,1 0 0 0 0,0-1 0 0 0,0 1 0 0 0,7 8 0 0 0,2 6-9 0 0,3 5 34 0 0,2-1 0 0 0,0 0 0 0 0,2-2 0 0 0,37 36 0 0 0,7-5 1134 0 0,-62-54-1120 0 0,1 0-15 0 0,0 1-1 0 0,0-1 1 0 0,1 0 0 0 0,-1 0-1 0 0,1-1 1 0 0,-1 1 0 0 0,1-1-1 0 0,4 1 1 0 0,-5-1-37 0 0,-1 0 14 0 0,1 0 12 0 0,8-3 2 0 0,24-10-9987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45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20 1584 0 0,'-3'0'3512'0'0,"-37"-7"5793"0"0,39 7-8931 0 0,-1-1-1 0 0,1 1 1 0 0,-1-1-1 0 0,1 1 0 0 0,-1-1 1 0 0,1 0-1 0 0,0 0 1 0 0,0 0-1 0 0,-1 0 1 0 0,0-1-1 0 0,4 1-368 0 0,0 1 0 0 0,0-1 0 0 0,0 1 0 0 0,1-1 0 0 0,-1 1 0 0 0,0 0 0 0 0,0 0 0 0 0,1 0 0 0 0,-1 0 0 0 0,0 0 0 0 0,0 1 0 0 0,1-1 0 0 0,-1 1 0 0 0,0-1 0 0 0,0 1 0 0 0,0 0 0 0 0,0 0-1 0 0,0 0 1 0 0,0 0 0 0 0,0 0 0 0 0,0 0 0 0 0,0 1 0 0 0,0-1 0 0 0,-1 1 0 0 0,1-1 0 0 0,0 1 0 0 0,-1 0 0 0 0,0-1 0 0 0,1 1 0 0 0,-1 0 0 0 0,2 3 0 0 0,0 0-7 0 0,0-1 0 0 0,-1 1 0 0 0,0 0 0 0 0,1 0 0 0 0,-2 0 0 0 0,1 0 0 0 0,0 0 0 0 0,-1 1 0 0 0,0-1 0 0 0,-1 0 0 0 0,1 1 0 0 0,-1 9 0 0 0,-2 2 7 0 0,-2-1 0 0 0,0 0-1 0 0,-1 0 1 0 0,0 0-1 0 0,-12 23 1 0 0,-46 71 191 0 0,43-77-19 0 0,-8 14 5 0 0,28-46-156 0 0,0 1 24 0 0,0-1-46 0 0,-1-1-1 0 0,1 0 1 0 0,0 0 0 0 0,0 1-1 0 0,0-1 1 0 0,0 0-1 0 0,0 0 1 0 0,0 1 0 0 0,0-1-1 0 0,0 0 1 0 0,0 1 0 0 0,0-1-1 0 0,0 0 1 0 0,0 0-1 0 0,0 1 1 0 0,0-1 0 0 0,0 0-1 0 0,0 1 1 0 0,0-1-1 0 0,1 0 1 0 0,-1 0 0 0 0,0 1-1 0 0,0-1 1 0 0,0 0 0 0 0,0 0-1 0 0,1 0 1 0 0,-1 1-1 0 0,0-1 1 0 0,0 0 0 0 0,0 0-1 0 0,1 0 1 0 0,-1 1-1 0 0,6 0 23 0 0,1 0-1 0 0,-1 0 1 0 0,1-1-1 0 0,-1 0 1 0 0,1 0-1 0 0,-1 0 1 0 0,0-1-1 0 0,1 0 1 0 0,10-3-1 0 0,63-21 0 0 0,-71 21-46 0 0,18-5-779 0 0,32-12-2742 0 0,-1-5-4254 0 0,-40 16 2659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45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90 1988 0 0,'-13'-3'7840'0'0,"-28"-9"2887"0"0,40 11-10421 0 0,2 0-283 0 0,0-1 1 0 0,1 1 0 0 0,0-1-1 0 0,-1 1 1 0 0,1 0 0 0 0,0 0-1 0 0,0 0 1 0 0,0 0 0 0 0,-1 0-1 0 0,1 0 1 0 0,0 0 0 0 0,0 0-1 0 0,4 0 1 0 0,-2 0-23 0 0,25-11 24 0 0,47-17-730 0 0,-49 21-3214 0 0,-4 0-4676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46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78 181 1056 0 0,'3'-18'18052'0'0,"-1"62"-17715"0"0,-3 0 0 0 0,-2 0 1 0 0,-10 62-1 0 0,7-69-313 0 0,-10 55 36 0 0,-3 16 168 0 0,19-107-232 0 0,0 1 0 0 0,0-1 0 0 0,0 1 0 0 0,0-1 0 0 0,0 1 0 0 0,0-1 1 0 0,-1 1-1 0 0,1-1 0 0 0,-1 1 0 0 0,1-1 0 0 0,-1 0 0 0 0,1 1 0 0 0,-1-1 1 0 0,0 1-1 0 0,0-1 0 0 0,0 0 0 0 0,0 0 0 0 0,-1 2 0 0 0,1-3-28 0 0,1 0-1 0 0,-1-1 1 0 0,1 1-1 0 0,-1 0 1 0 0,1 0-1 0 0,-1-1 1 0 0,1 1-1 0 0,-1 0 1 0 0,1-1-1 0 0,-1 1 0 0 0,1-1 1 0 0,0 1-1 0 0,-1 0 1 0 0,1-1-1 0 0,-1 1 1 0 0,1-1-1 0 0,0 1 1 0 0,-1-1-1 0 0,1 1 1 0 0,0-1-1 0 0,0 1 1 0 0,0-1-1 0 0,-1 1 0 0 0,1-1 1 0 0,0 0-1 0 0,0 1 1 0 0,0-1-1 0 0,0 1 1 0 0,0-1-1 0 0,0 0 1 0 0,0 1-1 0 0,0-1 1 0 0,0 0-1 0 0,-3-41-756 0 0,2 0 0 0 0,2 0 1 0 0,5-42-1 0 0,-3 47 652 0 0,0 8 140 0 0,0 1 0 0 0,2-1 0 0 0,1 1-1 0 0,1 0 1 0 0,2 1 0 0 0,14-34-1 0 0,-17 49 34 0 0,1-1 0 0 0,0 1 0 0 0,0 0-1 0 0,2 1 1 0 0,-1-1 0 0 0,1 2-1 0 0,1-1 1 0 0,0 1 0 0 0,0 1 0 0 0,1 0-1 0 0,0 0 1 0 0,1 1 0 0 0,0 1 0 0 0,22-11-1 0 0,-31 16-34 0 0,1 1 0 0 0,0-1 0 0 0,0 1-1 0 0,0 0 1 0 0,0 0 0 0 0,0 0 0 0 0,0 1-1 0 0,1 0 1 0 0,-1-1 0 0 0,0 1 0 0 0,0 1 0 0 0,0-1-1 0 0,0 1 1 0 0,1-1 0 0 0,-1 1 0 0 0,0 0-1 0 0,0 1 1 0 0,-1-1 0 0 0,7 3 0 0 0,-8-2 4 0 0,0-1 0 0 0,0 1 1 0 0,0 0-1 0 0,0 0 0 0 0,0-1 0 0 0,0 1 0 0 0,-1 0 1 0 0,1 1-1 0 0,0-1 0 0 0,-1 0 0 0 0,0 0 1 0 0,0 1-1 0 0,1-1 0 0 0,-1 0 0 0 0,-1 1 1 0 0,1-1-1 0 0,0 1 0 0 0,-1 0 0 0 0,1-1 1 0 0,-1 1-1 0 0,0-1 0 0 0,0 1 0 0 0,0 0 1 0 0,0-1-1 0 0,0 1 0 0 0,0 0 0 0 0,-1-1 1 0 0,1 1-1 0 0,-1-1 0 0 0,-1 4 0 0 0,-6 14 22 0 0,-1 0-1 0 0,-1 0 1 0 0,-1-1-1 0 0,-1 0 1 0 0,0-1 0 0 0,-27 30-1 0 0,15-18-18 0 0,-75 80-8 0 0,98-108-4 0 0,-1 0 1 0 0,1 0-1 0 0,0 0 1 0 0,0 0 0 0 0,0 0-1 0 0,0 1 1 0 0,0-1-1 0 0,0 0 1 0 0,0 1 0 0 0,1-1-1 0 0,-1 0 1 0 0,1 1-1 0 0,0-1 1 0 0,0 1-1 0 0,0-1 1 0 0,0 1 0 0 0,0-1-1 0 0,0 1 1 0 0,1-1-1 0 0,-1 0 1 0 0,1 1 0 0 0,0-1-1 0 0,-1 1 1 0 0,1-1-1 0 0,0 0 1 0 0,0 0 0 0 0,3 3-1 0 0,0 3 8 0 0,0 0-1 0 0,1 0 0 0 0,1-1 1 0 0,-1 0-1 0 0,1 0 1 0 0,7 6-1 0 0,29 26-131 0 0,58 49-974 0 0,-79-72-3316 0 0,31 19-1 0 0,-36-27-262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47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216 105 2980 0 0,'-1'-3'1096'0'0,"0"0"1"0"0,0 0-1 0 0,0 0 0 0 0,0 0 0 0 0,0 0 0 0 0,1 0 0 0 0,-1-1 1 0 0,1 1-1 0 0,0 0 0 0 0,0-4 0 0 0,0 5-909 0 0,0-1 0 0 0,1 1 0 0 0,-1-1 0 0 0,1 1 0 0 0,-1-1 0 0 0,1 1 0 0 0,0 0 0 0 0,0-1 0 0 0,0 1 0 0 0,0 0 0 0 0,1 0 0 0 0,-1 0 0 0 0,1 0 0 0 0,-1 0 0 0 0,1 0 0 0 0,-1 0 0 0 0,1 1 0 0 0,0-1 0 0 0,0 0 0 0 0,0 1 0 0 0,0 0 0 0 0,0-1 0 0 0,4-1 0 0 0,-3 2-154 0 0,2-2 16 0 0,0 1-1 0 0,1 0 1 0 0,-1 0 0 0 0,1 0-1 0 0,-1 1 1 0 0,7-1 0 0 0,-9 1-40 0 0,22 4 24 0 0,-23-3-31 0 0,1 1 0 0 0,-1-1 0 0 0,0 1 0 0 0,1 0 0 0 0,-1 0 1 0 0,0 0-1 0 0,1 0 0 0 0,-1 0 0 0 0,0 0 0 0 0,0 1 0 0 0,0-1 0 0 0,0 1 0 0 0,-1-1 1 0 0,1 1-1 0 0,0 0 0 0 0,0 0 0 0 0,-1-1 0 0 0,1 1 0 0 0,-1 0 0 0 0,2 3 0 0 0,-2-2 3 0 0,0 1-1 0 0,0-1 1 0 0,-1 1-1 0 0,1-1 1 0 0,-1 1-1 0 0,1-1 0 0 0,-1 1 1 0 0,0-1-1 0 0,-1 0 1 0 0,1 1-1 0 0,0-1 1 0 0,-2 6-1 0 0,-3 6 13 0 0,0-1 0 0 0,-1 0 0 0 0,0 0-1 0 0,-1-1 1 0 0,-10 16 0 0 0,1-7 11 0 0,12-16 3 0 0,-1 0 1 0 0,1 1-1 0 0,0-1 1 0 0,-4 10 0 0 0,8-15-18 0 0,-6 10 15 0 0,6-11-29 0 0,0 1 0 0 0,-1-1 0 0 0,1 0 0 0 0,0 0 0 0 0,0 1 0 0 0,-1-1 0 0 0,1 0 0 0 0,0 0 0 0 0,0 1 0 0 0,-1-1 0 0 0,1 0 0 0 0,0 1 0 0 0,0-1 1 0 0,0 0-1 0 0,0 1 0 0 0,0-1 0 0 0,0 0 0 0 0,-1 1 0 0 0,1-1 0 0 0,0 0 0 0 0,0 1 0 0 0,0-1 0 0 0,0 0 0 0 0,0 1 0 0 0,0-1 0 0 0,0 0 0 0 0,1 1 0 0 0,-1-1 0 0 0,0 1 0 0 0,0-1 0 0 0,0 0 0 0 0,0 1 0 0 0,0-1 0 0 0,0 0 1 0 0,1 0-1 0 0,-1 1 0 0 0,0-1 0 0 0,0 0 0 0 0,0 1 0 0 0,1-1 0 0 0,-1 0 0 0 0,1 2 3 0 0,12 4 19 0 0,-6-4-23 0 0,-4-2 0 0 0,0 1 1 0 0,0 0-1 0 0,0-1 0 0 0,0 1 1 0 0,-1 1-1 0 0,1-1 0 0 0,0 0 1 0 0,3 3-1 0 0,-2-2 0 0 0,0-1 0 0 0,0 1 0 0 0,0 1 0 0 0,0-1 0 0 0,-1 0 0 0 0,1 1 0 0 0,-1 0 0 0 0,0 0 0 0 0,0 0 0 0 0,0 0 0 0 0,0 0 0 0 0,0 0 0 0 0,-1 1 0 0 0,1 0-1 0 0,1 4 1 0 0,3 4 7 0 0,-6-9 34 0 0,1 0 0 0 0,-1 1 0 0 0,0-1 0 0 0,0 0 0 0 0,-1 1-1 0 0,1-1 1 0 0,-1 1 0 0 0,1-1 0 0 0,-1 1 0 0 0,0-1 0 0 0,0 1 0 0 0,-1-1 0 0 0,1 1-1 0 0,-1-1 1 0 0,0 1 0 0 0,0-1 0 0 0,0 0 0 0 0,0 1 0 0 0,0-1 0 0 0,-1 0 0 0 0,1 0 0 0 0,-1 0-1 0 0,-4 5 1 0 0,0 1 69 0 0,0-1-1 0 0,0 0 0 0 0,-1 0 0 0 0,-1 0 1 0 0,1-1-1 0 0,-16 11 0 0 0,11-10-111 0 0,-1-1 1 0 0,-1 0-1 0 0,1 0 1 0 0,-1-1-1 0 0,0-1 0 0 0,0 0 1 0 0,-1-2-1 0 0,1 1 1 0 0,-26 2-1 0 0,-18-6-3378 0 0,0-8-4607 0 0,31 2-311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48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11 744 0 0,'12'-6'2872'0'0,"2"1"2205"0"0,6 8-2138 0 0,-19-2-2595 0 0,3 9 605 0 0,4 48-198 0 0,-4 1 0 0 0,-1-1 0 0 0,-8 79 0 0 0,-20 151-126 0 0,20-229-465 0 0,4-54-72 0 0,0 0 1 0 0,1 0 0 0 0,-1 0 0 0 0,-1 0 0 0 0,1 0 0 0 0,-3 5 0 0 0,3-9-452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49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26 1204 0 0,'-14'-2'11635'0'0,"-4"7"-9042"0"0,14-2-1124 0 0,16-1-1570 0 0,60-3 1264 0 0,83-12 1 0 0,-60-3 156 0 0,-93 16-1278 0 0,20-3-224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49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48 2532 0 0,'1'-12'6225'0'0,"-1"-24"5611"0"0,0 55-12250 0 0,0 95 1076 0 0,-22 175 0 0 0,4-180-454 0 0,15-89-216 0 0,1-5-166 0 0,-1-1-1 0 0,-4 15 1 0 0,6-27-425 0 0,0 3-78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50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20 2212 0 0,'-25'14'15888'0'0,"231"-32"-15321"0"0,-85 4-460 0 0,-90 12-732 0 0,-21 3-2693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50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6 136 504 0 0,'-5'-36'10135'0'0,"6"3"-6022"0"0,0 30-3988 0 0,0 0 0 0 0,1 0 0 0 0,-1 0 0 0 0,1 0 0 0 0,-1 0 0 0 0,1 0 0 0 0,0 0 0 0 0,0 1 0 0 0,0-1 0 0 0,0 0-1 0 0,0 1 1 0 0,1 0 0 0 0,-1-1 0 0 0,1 1 0 0 0,0 0 0 0 0,0 1 0 0 0,-1-1 0 0 0,6-2 0 0 0,-3 1-8 0 0,0 1-101 0 0,-1 0 0 0 0,1 0 0 0 0,0 0-1 0 0,-1 1 1 0 0,1-1 0 0 0,0 1 0 0 0,0 1 0 0 0,0-1 0 0 0,0 1 0 0 0,0-1-1 0 0,0 2 1 0 0,0-1 0 0 0,0 0 0 0 0,0 1 0 0 0,0 0 0 0 0,0 0 0 0 0,8 3-1 0 0,-6-1-22 0 0,1 0 0 0 0,-1 0-1 0 0,0 0 1 0 0,0 1 0 0 0,0 0-1 0 0,-1 1 1 0 0,1-1 0 0 0,-1 1-1 0 0,0 0 1 0 0,7 9 0 0 0,-9-10 7 0 0,0 1 1 0 0,-1 0 0 0 0,0 0 0 0 0,0 1-1 0 0,0-1 1 0 0,0 0 0 0 0,-1 1-1 0 0,0 0 1 0 0,0 0 0 0 0,-1 0 0 0 0,0-1-1 0 0,0 1 1 0 0,1 10 0 0 0,-2-7 22 0 0,-1 1 0 0 0,0-1 0 0 0,0 0 0 0 0,-1 1 0 0 0,0-1 0 0 0,-1 0 0 0 0,-7 17 0 0 0,-5 3 257 0 0,-1 0 0 0 0,-2 0 0 0 0,-40 47 0 0 0,54-71-211 0 0,-99 115 1721 0 0,101-118-1682 0 0,3-1-103 0 0,-1-1 0 0 0,1 1 0 0 0,-1-1 0 0 0,1 1 0 0 0,-1-1 0 0 0,1 1 0 0 0,-1 0 0 0 0,1-1 0 0 0,-1 0 0 0 0,1 1 0 0 0,0-1 0 0 0,-1 1 1 0 0,1-1-1 0 0,0 0 0 0 0,0 1 0 0 0,-1-1 0 0 0,2 0 0 0 0,69-4 77 0 0,116-22 0 0 0,-111 14-34 0 0,37-8 148 0 0,-70 10-4201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51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58 996 0 0,'-4'0'4591'0'0,"-15"-2"2057"0"0,1 1 585 0 0,38-5-5534 0 0,208-32-1416 0 0,-148 29-101 0 0,-78 9-167 0 0,4-2 1139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51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66 1160 0 0,'1'-2'2264'0'0,"26"-48"12162"0"0,-20 37-12493 0 0,-3 12-1181 0 0,-5 9-654 0 0,-10 24 2 0 0,-21 71 47 0 0,30-93-138 0 0,0 0-1 0 0,0 0 1 0 0,1 0 0 0 0,1 0 0 0 0,0 1-1 0 0,0-1 1 0 0,1 0 0 0 0,2 14 0 0 0,-1-19 1 0 0,-1 1 1 0 0,1-1 0 0 0,0 0 0 0 0,0 0 0 0 0,1 0 0 0 0,-1 0 0 0 0,1 0 0 0 0,0 0-1 0 0,1-1 1 0 0,-1 0 0 0 0,1 1 0 0 0,0-1 0 0 0,0 0 0 0 0,0-1 0 0 0,0 1 0 0 0,1-1-1 0 0,-1 0 1 0 0,1 0 0 0 0,0 0 0 0 0,0-1 0 0 0,0 0 0 0 0,0 1 0 0 0,0-2 0 0 0,1 1 0 0 0,-1-1-1 0 0,1 0 1 0 0,-1 0 0 0 0,1 0 0 0 0,-1-1 0 0 0,1 0 0 0 0,-1 0 0 0 0,1 0 0 0 0,0-1-1 0 0,9-2 1 0 0,-3-1-19 0 0,-2 0-1 0 0,1-1 0 0 0,0-1 1 0 0,-1 0-1 0 0,0 0 0 0 0,13-12 1 0 0,52-51 780 0 0,-68 62-540 0 0,23-25 1985 0 0,-29 30-2079 0 0,-1 2-133 0 0,0-1 0 0 0,0 1-1 0 0,0 0 1 0 0,1 0 0 0 0,-1-1-1 0 0,0 1 1 0 0,0 0 0 0 0,0-1 0 0 0,1 1-1 0 0,-1 0 1 0 0,0 0 0 0 0,0-1-1 0 0,1 1 1 0 0,-1 0 0 0 0,0 0-1 0 0,1 0 1 0 0,-1-1 0 0 0,0 1 0 0 0,1 0-1 0 0,-1 0 1 0 0,0 0 0 0 0,1 0-1 0 0,-1 0 1 0 0,0 0 0 0 0,1 0-1 0 0,-1 0 1 0 0,0 0 0 0 0,1 0 0 0 0,-1 0-1 0 0,0 0 1 0 0,1 0 0 0 0,-1 0-1 0 0,0 0 1 0 0,1 0 0 0 0,-1 0-1 0 0,0 0 1 0 0,1 0 0 0 0,-1 0 0 0 0,0 1-1 0 0,1-1 1 0 0,-1 0 0 0 0,0 0-1 0 0,0 0 1 0 0,1 1 0 0 0,-1-1 0 0 0,0 0-1 0 0,1 0 1 0 0,-1 1 0 0 0,0-1-1 0 0,0 0 1 0 0,0 0 0 0 0,1 1-1 0 0,-1-1 1 0 0,0 0 0 0 0,0 1 0 0 0,0-1-1 0 0,0 0 1 0 0,0 1 0 0 0,1 21 94 0 0,-2 0-1 0 0,-1 0 1 0 0,-1 0 0 0 0,-9 35 0 0 0,7-31-25 0 0,-16 82-244 0 0,-23 111-1221 0 0,27-146-2671 0 0,-1-1-3299 0 0,8-31-2735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4:55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45 1392 0 0,'4'-5'1843'0'0,"-1"1"0"0"0,1-1-1 0 0,-1 0 1 0 0,0 0 0 0 0,4-10 1275 0 0,-7 15-3104 0 0,0-1 0 0 0,0 1 0 0 0,0 0 1 0 0,0 0-1 0 0,0 0 0 0 0,0 0 0 0 0,0 0 0 0 0,0-1 0 0 0,1 1 0 0 0,-1 0 1 0 0,0 0-1 0 0,0 0 0 0 0,0 0 0 0 0,0-1 0 0 0,0 1 0 0 0,0 0 0 0 0,-1 0 1 0 0,1 0-1 0 0,0 0 0 0 0,0-1 0 0 0,0 1 0 0 0,0 0 0 0 0,0 0 0 0 0,0 0 1 0 0,0 0-1 0 0,0 0 0 0 0,0 0 0 0 0,0-1 0 0 0,0 1 0 0 0,0 0 1 0 0,-1 0-1 0 0,1 0 0 0 0,0 0 0 0 0,0 0 0 0 0,0 0 0 0 0,0 0 0 0 0,0-1 1 0 0,-1 1-1 0 0,1 0 0 0 0,0 0 0 0 0,0 0 0 0 0,0 0 0 0 0,0 0 0 0 0,0 0 1 0 0,-1 0-1 0 0,1 0 0 0 0,0 0 0 0 0,0 0 0 0 0,0 0 0 0 0,0 0 1 0 0,-1 0-1 0 0,1 0 0 0 0,0 0 0 0 0,0 0 0 0 0,0 0 0 0 0,0 0 0 0 0,0 0 1 0 0,-1 0-1 0 0,-14 2 222 0 0,7 2-206 0 0,-1 2 0 0 0,0-1 0 0 0,1 1 0 0 0,0 0 1 0 0,0 0-1 0 0,1 1 0 0 0,-10 12 0 0 0,-45 61 69 0 0,48-61-43 0 0,4-3 3 0 0,-1 0 1 0 0,2 1-1 0 0,0 0 1 0 0,-9 27 0 0 0,14-33-31 0 0,1 0 0 0 0,0 0 1 0 0,1 0-1 0 0,0 0 0 0 0,0 1 1 0 0,2-1-1 0 0,-1 1 0 0 0,3 20 1 0 0,-1-24 45 0 0,1-1-1 0 0,0 1 1 0 0,0-1 0 0 0,0 0 0 0 0,1 0 0 0 0,0 0-1 0 0,1 0 1 0 0,-1-1 0 0 0,1 1 0 0 0,1-1 0 0 0,-1 0-1 0 0,1 0 1 0 0,0 0 0 0 0,1-1 0 0 0,-1 0-1 0 0,1 0 1 0 0,0 0 0 0 0,0 0 0 0 0,0-1 0 0 0,1 0-1 0 0,0-1 1 0 0,0 0 0 0 0,0 0 0 0 0,0 0 0 0 0,0-1-1 0 0,0 1 1 0 0,1-2 0 0 0,-1 1 0 0 0,1-1 0 0 0,-1-1-1 0 0,1 1 1 0 0,0-1 0 0 0,-1 0 0 0 0,1-1 0 0 0,-1 0-1 0 0,1 0 1 0 0,-1-1 0 0 0,10-2 0 0 0,-6-1 19 0 0,1 1 0 0 0,-1-2 0 0 0,0 1 0 0 0,0-2 0 0 0,-1 1-1 0 0,0-1 1 0 0,0-1 0 0 0,-1 0 0 0 0,1 0 0 0 0,-2-1 0 0 0,1 0 0 0 0,10-16 0 0 0,-14 17-77 0 0,0 0 1 0 0,0 0-1 0 0,-1 0 0 0 0,0 0 1 0 0,-1-1-1 0 0,0 1 0 0 0,0-1 1 0 0,-1 0-1 0 0,0 0 0 0 0,0 0 0 0 0,-1 0 1 0 0,0-1-1 0 0,-1 1 0 0 0,0 0 1 0 0,0 0-1 0 0,-1-1 0 0 0,-3-14 1 0 0,3 21-19 0 0,0-1 1 0 0,0 1-1 0 0,0-1 1 0 0,-1 1 0 0 0,1 0-1 0 0,-1 0 1 0 0,0 0 0 0 0,0 0-1 0 0,0 0 1 0 0,0 0 0 0 0,0 0-1 0 0,-1 0 1 0 0,1 1 0 0 0,-1-1-1 0 0,0 1 1 0 0,0 0 0 0 0,-3-2-1 0 0,1 1-51 0 0,1 1 0 0 0,-1 1 0 0 0,0-1 0 0 0,0 1-1 0 0,0-1 1 0 0,0 1 0 0 0,0 1 0 0 0,0-1 0 0 0,0 1 0 0 0,-10 0 0 0 0,2 1-798 0 0,-1 1 1 0 0,1 1-1 0 0,0 0 1 0 0,1 1-1 0 0,-1 0 1 0 0,0 1-1 0 0,1 0 1 0 0,-16 10-1 0 0,7-2-3066 0 0,-1 1-1741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00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366 120 864 0 0,'6'-9'5536'0'0,"-6"8"-5257"0"0,0 0 0 0 0,0-1 0 0 0,0 1 0 0 0,0-1 0 0 0,0 1 0 0 0,-1-1 1 0 0,1 1-1 0 0,0-1 0 0 0,-1 1 0 0 0,1-1 0 0 0,-1 1 0 0 0,1 0 0 0 0,-1-1 0 0 0,0 1 0 0 0,0 0 0 0 0,-2-3 512 0 0,2 3-741 0 0,1 1 0 0 0,-1-1 1 0 0,0 1-1 0 0,0-1 0 0 0,1 1 1 0 0,-1 0-1 0 0,0-1 0 0 0,0 1 1 0 0,0 0-1 0 0,1 0 0 0 0,-1-1 1 0 0,0 1-1 0 0,0 0 0 0 0,-2 0 0 0 0,-5 3-26 0 0,0-1 0 0 0,-1 1 0 0 0,1 1 0 0 0,0 0 0 0 0,1 0 0 0 0,-1 1 0 0 0,1-1 0 0 0,-1 2 0 0 0,2-1-1 0 0,-11 10 1 0 0,-9 11 50 0 0,-25 32 0 0 0,36-41 38 0 0,1 1 1 0 0,1 1-1 0 0,1-1 0 0 0,1 2 0 0 0,0 0 0 0 0,2 0 1 0 0,0 1-1 0 0,1 0 0 0 0,-7 32 0 0 0,10-29 21 0 0,2-12-67 0 0,1 0 0 0 0,-1 0 0 0 0,2 0 0 0 0,0 0 0 0 0,0 1 0 0 0,1-1 0 0 0,2 14 0 0 0,-1-23 40 0 0,-1-1 1 0 0,0 1-1 0 0,1-1 1 0 0,-1 1-1 0 0,1-1 1 0 0,0 0-1 0 0,0 1 1 0 0,0-1-1 0 0,0 0 0 0 0,0 0 1 0 0,0 0-1 0 0,1 0 1 0 0,-1 0-1 0 0,1 0 1 0 0,0 0-1 0 0,-1 0 1 0 0,1 0-1 0 0,0-1 0 0 0,0 1 1 0 0,0-1-1 0 0,0 1 1 0 0,0-1-1 0 0,3 1 1 0 0,0 0 47 0 0,-1-1 1 0 0,1-1 0 0 0,0 1 0 0 0,0-1-1 0 0,0 1 1 0 0,-1-1 0 0 0,1-1 0 0 0,0 1-1 0 0,0-1 1 0 0,0 0 0 0 0,6-1 0 0 0,3-2-22 0 0,0-1 1 0 0,-1 0 0 0 0,1-1 0 0 0,-1 0-1 0 0,0-1 1 0 0,-1-1 0 0 0,1 0 0 0 0,-1 0-1 0 0,-1-1 1 0 0,13-13 0 0 0,-10 8-69 0 0,0-1 0 0 0,-2 0-1 0 0,0-1 1 0 0,-1 0 0 0 0,0-1 0 0 0,-1 0 0 0 0,9-23 0 0 0,-17 35-45 0 0,-1 0 1 0 0,1 0-1 0 0,-1-1 0 0 0,0 1 1 0 0,-1 0-1 0 0,1-1 1 0 0,-1 1-1 0 0,0-1 0 0 0,-1 1 1 0 0,1 0-1 0 0,-1-1 1 0 0,0 1-1 0 0,0 0 0 0 0,-1 0 1 0 0,-2-6-1 0 0,0 2-15 0 0,0 0-1 0 0,0 0 0 0 0,-1 1 1 0 0,0 0-1 0 0,0 0 1 0 0,-1 0-1 0 0,-11-11 0 0 0,7 9-2 0 0,0 2 0 0 0,-1-1 0 0 0,-17-9 0 0 0,0 0-14 0 0,21 12 5 0 0,6 6 7 0 0,-24-9 1 0 0,17 5-4 0 0,-31-9-29 0 0,37 13 23 0 0,-1-1 2 0 0,-8 0 10 0 0,8 1-14 0 0,0 0-6 0 0,0 1 12 0 0,-1-1-3 0 0,1 0 1 0 0,0 1-1 0 0,0-1 1 0 0,-1 1 0 0 0,1 0-1 0 0,-5 2 1 0 0,2 0-5 0 0,0 0-1 0 0,1 1 1 0 0,0 0 0 0 0,0 0-1 0 0,0 0 1 0 0,-5 6 0 0 0,1 0-2 0 0,1 0 1 0 0,0 1-1 0 0,0 0 1 0 0,1 0-1 0 0,1 1 1 0 0,0 0 0 0 0,1 0-1 0 0,0 0 1 0 0,0 1-1 0 0,-2 16 1 0 0,3-11 4 0 0,0 0 1 0 0,2 1 0 0 0,0 0-1 0 0,1-1 1 0 0,1 1 0 0 0,1 0 0 0 0,3 18-1 0 0,-2-25 11 0 0,0-1-1 0 0,1 0 0 0 0,1 0 1 0 0,-1-1-1 0 0,2 1 0 0 0,8 16 1 0 0,-10-22 7 0 0,-1-1 0 0 0,1 0 1 0 0,0 0-1 0 0,1 0 0 0 0,-1-1 1 0 0,1 1-1 0 0,-1-1 0 0 0,1 0 0 0 0,0 0 1 0 0,1 0-1 0 0,-1 0 0 0 0,0-1 1 0 0,1 0-1 0 0,-1 0 0 0 0,1 0 0 0 0,0 0 1 0 0,-1-1-1 0 0,9 2 0 0 0,-4-2 4 0 0,0 0-1 0 0,-1-1 0 0 0,1 0 0 0 0,0-1 1 0 0,0 1-1 0 0,-1-2 0 0 0,1 1 1 0 0,-1-1-1 0 0,1-1 0 0 0,12-4 0 0 0,-9 1 11 0 0,1 0-1 0 0,-1-1 0 0 0,0-1 0 0 0,0 0 0 0 0,-1 0 0 0 0,12-12 0 0 0,-7 5 20 0 0,-1-2 0 0 0,0 0 0 0 0,-2 0 0 0 0,0-1 1 0 0,-1-1-1 0 0,0 0 0 0 0,-2-1 0 0 0,11-27 0 0 0,-16 32 5 0 0,0 0-1 0 0,-1 0 1 0 0,-1 0 0 0 0,0 0 0 0 0,-1 0-1 0 0,0-31 1 0 0,-2 37-43 0 0,-1 0-1 0 0,0-1 1 0 0,-1 1 0 0 0,0 0-1 0 0,0 0 1 0 0,-1 0 0 0 0,-1 0-1 0 0,1 1 1 0 0,-1-1 0 0 0,0 1-1 0 0,-1 0 1 0 0,-10-13 0 0 0,3 5-1 0 0,7 9-6 0 0,0 0 0 0 0,-1 0 0 0 0,0 1 0 0 0,-1 0 0 0 0,1 0 0 0 0,-1 0 0 0 0,0 1 0 0 0,-11-6 0 0 0,12 6-4 0 0,-13-4-7 0 0,17 9 13 0 0,-8-4-17 0 0,8 4 6 0 0,-2-1 1 0 0,4 1 12 0 0,-3 0-79 0 0,0 0-1 0 0,0-1 0 0 0,0 1 0 0 0,0 0 0 0 0,0 1 1 0 0,0-1-1 0 0,0 1 0 0 0,1-1 0 0 0,-1 1 0 0 0,0 0 0 0 0,0 0 1 0 0,0 0-1 0 0,1 0 0 0 0,-4 2 0 0 0,0 2-589 0 0,1 0-1 0 0,-1 0 0 0 0,1 1 1 0 0,0 0-1 0 0,1 0 0 0 0,-7 9 1 0 0,-11 25-7751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02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1 118 460 0 0,'20'-37'6262'0'0,"12"-27"1928"0"0,-24 48-4680 0 0,-9 20-3194 0 0,1-3-272 0 0,0 2 79 0 0,6 130 2313 0 0,-1 42-1420 0 0,-7-142-1189 0 0,1 117-351 0 0,7-75-3122 0 0,9-3-4978 0 0,-10-50 1638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05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7 684 0 0,'-7'-7'12072'0'0,"5"7"-11908"0"0,1 0-1 0 0,-1 1 1 0 0,1-1 0 0 0,-1 0 0 0 0,-10 6 4933 0 0,14-5-5159 0 0,4 2 50 0 0,-2-2 5 0 0,5-3 7 0 0,53 0 2 0 0,55-1-3 0 0,-114 3 0 0 0,1 0 2 0 0,9 0-1 0 0,-9 0 3 0 0,-1 0-5 0 0,11 0 7 0 0,-11 0-7 0 0,0 0 4 0 0,22 0-20 0 0,-23 0 11 0 0,1 0-1 0 0,16 1 564 0 0,3 0-2143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06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77 832 0 0,'0'0'3073'0'0,"-4"-32"4954"0"0,4 29-7608 0 0,-1 0 0 0 0,0-1 0 0 0,0 2 0 0 0,0-1-1 0 0,0 0 1 0 0,-1 0 0 0 0,1 0 0 0 0,-1 1-1 0 0,-2-4 1 0 0,3 5-57 0 0,1 0-337 0 0,-1 1-1 0 0,1-1 0 0 0,-1 0 1 0 0,0 0-1 0 0,1 1 1 0 0,-1-1-1 0 0,0 0 1 0 0,0 1-1 0 0,0-1 0 0 0,1 1 1 0 0,-1-1-1 0 0,0 1 1 0 0,0 0-1 0 0,0-1 1 0 0,0 1-1 0 0,0 0 0 0 0,0-1 1 0 0,0 1-1 0 0,0 0 1 0 0,0 0-1 0 0,-2 0 1 0 0,0-1-20 0 0,-2 0-5 0 0,-15 7-1 0 0,5-1 5 0 0,0 2-1 0 0,1-1 1 0 0,-1 2-1 0 0,1 0 1 0 0,1 1-1 0 0,0 0 1 0 0,0 1-1 0 0,-13 14 1 0 0,-7 9 19 0 0,-44 58 0 0 0,60-69 3 0 0,1 0 1 0 0,1 1-1 0 0,1 1 1 0 0,-11 27-1 0 0,20-39-20 0 0,0 1 0 0 0,1 0 0 0 0,0 0 0 0 0,1 1 0 0 0,0-1 0 0 0,1 1-1 0 0,1-1 1 0 0,0 1 0 0 0,1 0 0 0 0,1 13 0 0 0,0-21 1 0 0,1-1-1 0 0,0 0 1 0 0,0 0 0 0 0,0 0 0 0 0,0-1-1 0 0,0 1 1 0 0,1 0 0 0 0,0-1 0 0 0,0 0-1 0 0,1 0 1 0 0,-1 1 0 0 0,1-2 0 0 0,0 1-1 0 0,0 0 1 0 0,0-1 0 0 0,0 0-1 0 0,0 0 1 0 0,1 0 0 0 0,0-1 0 0 0,-1 1-1 0 0,1-1 1 0 0,0 0 0 0 0,0 0 0 0 0,0-1-1 0 0,0 0 1 0 0,1 0 0 0 0,8 1 0 0 0,-4-1 138 0 0,-1-1 0 0 0,0-1 1 0 0,0 1-1 0 0,15-4 0 0 0,-20 3-63 0 0,1-1-1 0 0,-1 1 0 0 0,0-1 1 0 0,0 1-1 0 0,0-1 1 0 0,0 0-1 0 0,0-1 0 0 0,-1 1 1 0 0,1-1-1 0 0,-1 0 0 0 0,1 0 1 0 0,-1 0-1 0 0,0 0 1 0 0,0 0-1 0 0,0-1 0 0 0,-1 1 1 0 0,1-1-1 0 0,2-4 0 0 0,-5 6-76 0 0,1 1 0 0 0,0 0-1 0 0,-1-1 1 0 0,1 1-1 0 0,-1-1 1 0 0,0 1-1 0 0,1-1 1 0 0,-1 1-1 0 0,0-1 1 0 0,0 0-1 0 0,0 1 1 0 0,0-1-1 0 0,0 1 1 0 0,0-1 0 0 0,-1 1-1 0 0,1-1 1 0 0,0 1-1 0 0,-1-1 1 0 0,1 1-1 0 0,-1-1 1 0 0,0 1-1 0 0,1-1 1 0 0,-1 1-1 0 0,0 0 1 0 0,0-1-1 0 0,0 1 1 0 0,0 0-1 0 0,0 0 1 0 0,0 0 0 0 0,0 0-1 0 0,0 0 1 0 0,-3-2-1 0 0,0 0 12 0 0,-2-1 0 0 0,1 1 0 0 0,0 1 0 0 0,-1-1 0 0 0,1 1 0 0 0,-12-3 0 0 0,10 3-727 0 0,-1 1 0 0 0,1 0 1 0 0,-1 1-1 0 0,0 0 0 0 0,0 0 1 0 0,1 1-1 0 0,-1 0 0 0 0,1 0 1 0 0,-1 0-1 0 0,1 1 0 0 0,-1 0 1 0 0,1 1-1 0 0,0 0 0 0 0,0 0 0 0 0,-7 4 1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06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1056 0 0,'0'0'15624'0'0,"3"0"-15578"0"0,163-9 145 0 0,-54 1-140 0 0,19-5 1865 0 0,-128 13-1799 0 0,29-3 310 0 0,-28 3-330 0 0,17-2 256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07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57 109 140 0 0,'0'0'4346'0'0,"-32"-15"6987"0"0,31 15-11288 0 0,1 0 0 0 0,0 0 1 0 0,-1-1-1 0 0,1 1 0 0 0,0 0 1 0 0,0 0-1 0 0,-1-1 0 0 0,1 1 1 0 0,0 0-1 0 0,0-1 0 0 0,-1 1 0 0 0,1 0 1 0 0,0 0-1 0 0,0-1 0 0 0,-1 1 1 0 0,1-1-1 0 0,0 1 0 0 0,0 0 1 0 0,0-1-1 0 0,0 1 0 0 0,0 0 1 0 0,0-1-1 0 0,0 1 0 0 0,0-1 0 0 0,0 1 1 0 0,0 0-1 0 0,0-1 0 0 0,0 1 1 0 0,0-1-1 0 0,0 0 0 0 0,9-12 378 0 0,19-9-338 0 0,-15 14-74 0 0,0 1 0 0 0,0 1 1 0 0,0 0-1 0 0,1 1 0 0 0,0 0 0 0 0,16-2 1 0 0,-25 6-15 0 0,0 0 1 0 0,-1 0-1 0 0,1 0 1 0 0,0 1-1 0 0,0 0 1 0 0,0 0-1 0 0,0 0 1 0 0,0 1-1 0 0,-1 0 1 0 0,1 0-1 0 0,0 0 1 0 0,0 0-1 0 0,-1 1 1 0 0,1 0 0 0 0,-1 0-1 0 0,1 0 1 0 0,-1 0-1 0 0,0 1 1 0 0,0-1-1 0 0,0 1 1 0 0,0 0-1 0 0,0 0 1 0 0,-1 1-1 0 0,0-1 1 0 0,4 6-1 0 0,-3-4 3 0 0,-1 0 0 0 0,1 0 0 0 0,-1 0 0 0 0,-1 0 0 0 0,1 1 0 0 0,-1-1 0 0 0,0 1 0 0 0,0 0 0 0 0,-1 0 0 0 0,1 0 0 0 0,-1 0 1 0 0,-1 0-1 0 0,1 0 0 0 0,-1 0 0 0 0,0 0 0 0 0,0 0 0 0 0,-1 0 0 0 0,0 0 0 0 0,-3 10 0 0 0,-1 0 51 0 0,0-1 0 0 0,-16 29 1 0 0,4-12 38 0 0,-6 4 1798 0 0,23-36-1815 0 0,0 0 0 0 0,-1 1-1 0 0,1-1 1 0 0,0 0 0 0 0,0 0-1 0 0,-1 1 1 0 0,1-1 0 0 0,0 0-1 0 0,0 1 1 0 0,0-1 0 0 0,0 0-1 0 0,-1 0 1 0 0,1 1 0 0 0,0-1-1 0 0,0 0 1 0 0,0 1-1 0 0,0-1 1 0 0,0 0 0 0 0,0 1-1 0 0,0-1 1 0 0,0 0 0 0 0,0 1-1 0 0,0-1 1 0 0,0 1 0 0 0,7-3-83 0 0,0 1-1 0 0,-1-1 1 0 0,1 2 0 0 0,0-1 0 0 0,12 1 0 0 0,-13 1-8 0 0,0 0 0 0 0,0 1 0 0 0,0 0 0 0 0,-1 0 0 0 0,1 0 0 0 0,-1 1 0 0 0,1 0 0 0 0,-1 0-1 0 0,0 0 1 0 0,0 0 0 0 0,-1 1 0 0 0,6 4 0 0 0,-2-1-4 0 0,3 2 7 0 0,-1 0 1 0 0,0 1-1 0 0,0 0 0 0 0,-1 1 0 0 0,-1 0 0 0 0,1 0 0 0 0,-2 1 1 0 0,0 0-1 0 0,0 1 0 0 0,-1-1 0 0 0,-1 1 0 0 0,0 0 0 0 0,0 1 0 0 0,2 14 1 0 0,-6-22 78 0 0,0 1 1 0 0,-1-1-1 0 0,0 1 0 0 0,0-1 1 0 0,0 1-1 0 0,-1-1 1 0 0,0 1-1 0 0,0-1 1 0 0,-1 0-1 0 0,0 1 1 0 0,-4 9-1 0 0,1-6 72 0 0,0-1 0 0 0,0-1 0 0 0,0 1 0 0 0,-1-1 0 0 0,-1 0 0 0 0,1 0 0 0 0,-9 7 0 0 0,3-5 46 0 0,1 0-1 0 0,-2-1 1 0 0,1 0-1 0 0,-1-1 1 0 0,0-1 0 0 0,-1 0-1 0 0,0-1 1 0 0,0 0-1 0 0,-30 8 1 0 0,25-11-240 0 0,-1 0 0 0 0,0-1 0 0 0,0-1 0 0 0,0-1 0 0 0,0-1 0 0 0,-20-3 1 0 0,-13-7-4547 0 0,4-6-6259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09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12 1252 0 0,'14'-11'10586'0'0,"-21"16"-10506"0"0,0 1-1 0 0,1 0 0 0 0,-1 1 0 0 0,1-1 0 0 0,1 1 0 0 0,-1 0 0 0 0,-7 13 0 0 0,-29 63 152 0 0,33-63-126 0 0,-2 2-13 0 0,2 0 0 0 0,-11 39 0 0 0,18-54-62 0 0,0 0 1 0 0,1 0-1 0 0,0 1 1 0 0,0-1-1 0 0,0 0 0 0 0,1 1 1 0 0,0-1-1 0 0,1 0 1 0 0,0 1-1 0 0,0-1 0 0 0,0 0 1 0 0,1 0-1 0 0,3 9 1 0 0,-3-12 26 0 0,0 0 0 0 0,1 0 1 0 0,-1 0-1 0 0,1-1 0 0 0,-1 1 1 0 0,1-1-1 0 0,1 1 0 0 0,-1-1 1 0 0,0 0-1 0 0,1 0 0 0 0,-1 0 1 0 0,1-1-1 0 0,0 1 0 0 0,6 2 1 0 0,-4-3-4 0 0,1 1 1 0 0,-1-1-1 0 0,1-1 0 0 0,0 1 1 0 0,0-1-1 0 0,0 0 1 0 0,0 0-1 0 0,12-1 1 0 0,-6-1 23 0 0,0-1 1 0 0,0 0-1 0 0,-1-1 1 0 0,1 0-1 0 0,-1-1 0 0 0,0 0 1 0 0,0-1-1 0 0,0 0 1 0 0,19-12-1 0 0,-21 10-6 0 0,-1 0 1 0 0,0 0-1 0 0,-1-1 0 0 0,0 0 0 0 0,0 0 0 0 0,-1-1 0 0 0,0 0 0 0 0,0 0 0 0 0,-1-1 0 0 0,0 0 0 0 0,-1 0 0 0 0,7-18 0 0 0,-10 22-58 0 0,0-1 0 0 0,0 1 0 0 0,-1-1-1 0 0,0 0 1 0 0,0 1 0 0 0,-1-1 0 0 0,1 0 0 0 0,-1 1 0 0 0,-1-1 0 0 0,1 0-1 0 0,-1 0 1 0 0,-1 1 0 0 0,1-1 0 0 0,-1 1 0 0 0,0-1 0 0 0,0 1 0 0 0,-1 0 0 0 0,0 0-1 0 0,0 0 1 0 0,-1 0 0 0 0,1 0 0 0 0,-7-7 0 0 0,1 3-11 0 0,-1 1 0 0 0,0 0 0 0 0,0 1 0 0 0,0 0 0 0 0,-1 0 0 0 0,0 1-1 0 0,-18-8 1 0 0,10 7-8 0 0,0 0-1 0 0,0 2 0 0 0,0 0 1 0 0,-25-4-1 0 0,37 10-16 0 0,0-1-1 0 0,0 1 1 0 0,1 0-1 0 0,-1 0 0 0 0,0 1 1 0 0,0 0-1 0 0,-13 3 1 0 0,18-4-152 0 0,0 1 0 0 0,0-1-1 0 0,1 1 1 0 0,-1-1 0 0 0,0 1 0 0 0,1 0 0 0 0,-1-1 0 0 0,1 1 0 0 0,-1 0 0 0 0,1 0 0 0 0,-1 0 0 0 0,1 0-1 0 0,-1 1 1 0 0,1-1 0 0 0,0 0 0 0 0,0 0 0 0 0,0 1 0 0 0,0-1 0 0 0,0 1 0 0 0,0-1 0 0 0,0 1 0 0 0,0-1 0 0 0,0 1-1 0 0,1 0 1 0 0,-1-1 0 0 0,1 1 0 0 0,-1 0 0 0 0,1 0 0 0 0,0-1 0 0 0,0 1 0 0 0,-1 0 0 0 0,1 0 0 0 0,0-1-1 0 0,1 1 1 0 0,-1 3 0 0 0,5 7-3198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10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59 920 0 0,'19'-52'11811'0'0,"-17"45"-10220"0"0,-1 7-1579 0 0,-1 1 0 0 0,0-1 0 0 0,0 0 0 0 0,1 0 1 0 0,-1 0-1 0 0,0 0 0 0 0,0 0 0 0 0,1 0 0 0 0,-1 1 1 0 0,0-1-1 0 0,0 0 0 0 0,0 0 0 0 0,1 0 0 0 0,-1 1 1 0 0,0-1-1 0 0,0 0 0 0 0,0 0 0 0 0,0 0 0 0 0,0 1 1 0 0,1-1-1 0 0,-1 0 0 0 0,0 0 0 0 0,0 1 0 0 0,0-1 1 0 0,0 0-1 0 0,0 0 0 0 0,0 1 0 0 0,0-1 0 0 0,0 0 1 0 0,0 1-1 0 0,0-1 0 0 0,0 0 0 0 0,0 0 0 0 0,0 1 1 0 0,0-1-1 0 0,0 0 0 0 0,0 0 0 0 0,-1 1 0 0 0,2 25 61 0 0,1 1 0 0 0,1-1 0 0 0,1 0 0 0 0,1 0 0 0 0,2 0 0 0 0,10 28 0 0 0,-15-50-56 0 0,-1-1 0 0 0,1 1 0 0 0,-1-1 0 0 0,1 1 0 0 0,0-1 0 0 0,0 0 0 0 0,1 0 0 0 0,-1 0-1 0 0,1 0 1 0 0,-1 0 0 0 0,1-1 0 0 0,0 1 0 0 0,0-1 0 0 0,0 0 0 0 0,1 1 0 0 0,-1-1 0 0 0,0-1 0 0 0,1 1 0 0 0,-1 0 0 0 0,1-1 0 0 0,-1 0 0 0 0,8 2 0 0 0,-6-3 44 0 0,-1 0 0 0 0,1 0 0 0 0,-1 0 0 0 0,1-1 1 0 0,-1 1-1 0 0,1-1 0 0 0,-1 0 0 0 0,1-1 0 0 0,-1 1 1 0 0,0-1-1 0 0,0 0 0 0 0,0 0 0 0 0,0 0 0 0 0,0 0 1 0 0,0-1-1 0 0,0 1 0 0 0,-1-1 0 0 0,1 0 0 0 0,3-4 1 0 0,11-14 431 0 0,-1 0 1 0 0,-1-1 0 0 0,18-32 0 0 0,-20 32 121 0 0,-6 14-414 0 0,-4 14-147 0 0,-4 15-39 0 0,-8 29 35 0 0,-18 66 0 0 0,15-76-199 0 0,2 0 0 0 0,-7 77 0 0 0,16-108-296 0 0,0 0-1 0 0,1 0 1 0 0,0 0-1 0 0,0 0 0 0 0,1 0 1 0 0,3 11-1 0 0,-3-15-284 0 0,0 0-1 0 0,0 0 0 0 0,0-1 0 0 0,1 1 1 0 0,-1 0-1 0 0,1-1 0 0 0,0 0 0 0 0,1 0 1 0 0,-1 0-1 0 0,1 0 0 0 0,7 6 0 0 0,6 1-4412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10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311 108 684 0 0,'4'-4'932'0'0,"-1"0"0"0"0,1 0 1 0 0,-1-1-1 0 0,0 1 0 0 0,-1-1 0 0 0,1 0 0 0 0,-1 1 1 0 0,0-1-1 0 0,0 0 0 0 0,0 0 0 0 0,-1-1 0 0 0,2-9 1 0 0,-3 14-862 0 0,0 0 0 0 0,0 0 0 0 0,0-1 0 0 0,0 1 0 0 0,-1 0 0 0 0,1 0 0 0 0,0 0 0 0 0,-1 0 0 0 0,1-1 1 0 0,0 1-1 0 0,-1 0 0 0 0,1 0 0 0 0,-1 0 0 0 0,0 0 0 0 0,1 0 0 0 0,-1 0 0 0 0,0 0 0 0 0,0 0 1 0 0,0 1-1 0 0,1-1 0 0 0,-1 0 0 0 0,0 0 0 0 0,0 1 0 0 0,0-1 0 0 0,0 0 0 0 0,0 1 0 0 0,-2-1 0 0 0,-21-7 363 0 0,17 7-397 0 0,0 1-1 0 0,0 0 0 0 0,1 0 1 0 0,-1 0-1 0 0,0 1 0 0 0,1 0 0 0 0,-1 1 1 0 0,0-1-1 0 0,1 1 0 0 0,-1 1 1 0 0,1-1-1 0 0,0 1 0 0 0,-6 3 0 0 0,-6 5 11 0 0,0 1 0 0 0,-26 22-1 0 0,25-18 10 0 0,0 1-1 0 0,-23 28 0 0 0,37-40-48 0 0,0 1-1 0 0,1 0 0 0 0,0 0 1 0 0,0 0-1 0 0,1 0 0 0 0,-1 1 0 0 0,1-1 1 0 0,1 1-1 0 0,-1 0 0 0 0,1-1 1 0 0,1 1-1 0 0,-1 0 0 0 0,0 9 0 0 0,2-14-2 0 0,0-1 0 0 0,0 1 0 0 0,0 0 0 0 0,0-1 0 0 0,0 1 0 0 0,0-1 0 0 0,0 1 0 0 0,0 0 0 0 0,1-1 0 0 0,-1 1 0 0 0,1-1 0 0 0,-1 1 0 0 0,1-1 0 0 0,0 1-1 0 0,0-1 1 0 0,-1 0 0 0 0,1 1 0 0 0,0-1 0 0 0,0 0 0 0 0,0 0 0 0 0,1 1 0 0 0,-1-1 0 0 0,0 0 0 0 0,0 0 0 0 0,0 0 0 0 0,1-1 0 0 0,-1 1 0 0 0,1 0 0 0 0,-1 0 0 0 0,1-1-1 0 0,1 2 1 0 0,0-2 3 0 0,1 0-1 0 0,-1 0 0 0 0,0 0 0 0 0,0 0 1 0 0,1 0-1 0 0,-1-1 0 0 0,0 1 1 0 0,0-1-1 0 0,1 0 0 0 0,-1 0 0 0 0,0 0 1 0 0,0 0-1 0 0,0-1 0 0 0,4-2 0 0 0,17-12 289 0 0,-1 0-1 0 0,0-2 1 0 0,32-34-1 0 0,15-12 961 0 0,-68 63-1231 0 0,-1 2-23 0 0,0-1 1 0 0,1 1 0 0 0,-1 0 0 0 0,0-1 0 0 0,0 1-1 0 0,1 0 1 0 0,-1 0 0 0 0,0 0 0 0 0,0 0-1 0 0,0 0 1 0 0,0 0 0 0 0,0 1 0 0 0,0-1 0 0 0,-1 0-1 0 0,1 0 1 0 0,0 1 0 0 0,0-1 0 0 0,-1 0-1 0 0,1 1 1 0 0,-1-1 0 0 0,0 1 0 0 0,1-1 0 0 0,-1 1-1 0 0,0-1 1 0 0,0 0 0 0 0,0 3 0 0 0,0 46 30 0 0,-1-36-19 0 0,-10 82-29 0 0,-1 7 120 0 0,12-90-1124 0 0,0 1 0 0 0,0 0 0 0 0,2 0 1 0 0,0 0-1 0 0,4 16 0 0 0,-1-16-3177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11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41 1848 0 0,'4'-14'4462'0'0,"8"-13"3056"0"0,-9 39-7479 0 0,-18 295 1014 0 0,3-185-998 0 0,11-118-431 0 0,1-1 0 0 0,-1 1 0 0 0,1-1 0 0 0,0 1 0 0 0,0-1 0 0 0,1 1-1 0 0,-1 0 1 0 0,1-1 0 0 0,-1 1 0 0 0,2 3 0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12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32 2180 0 0,'13'-21'8580'0'0,"-5"10"-5757"0"0,-11 17-1627 0 0,-18 31-1137 0 0,8-16 368 0 0,-4 10 18 0 0,-21 54 0 0 0,33-73-389 0 0,1 1 1 0 0,0-1 0 0 0,1 1-1 0 0,1 0 1 0 0,0 0-1 0 0,1 0 1 0 0,0 22 0 0 0,1-32 7 0 0,0 0 0 0 0,1 0 0 0 0,-1 0 1 0 0,1 0-1 0 0,-1-1 0 0 0,1 1 1 0 0,0 0-1 0 0,0-1 0 0 0,1 1 1 0 0,-1 0-1 0 0,0-1 0 0 0,1 0 0 0 0,-1 1 1 0 0,1-1-1 0 0,0 0 0 0 0,0 0 1 0 0,0 0-1 0 0,0 0 0 0 0,0 0 1 0 0,1 0-1 0 0,-1 0 0 0 0,0-1 1 0 0,1 1-1 0 0,-1-1 0 0 0,1 0 0 0 0,0 0 1 0 0,-1 0-1 0 0,1 0 0 0 0,0 0 1 0 0,0-1-1 0 0,-1 1 0 0 0,4 0 1 0 0,4-1 145 0 0,-1 1 0 0 0,1-1 0 0 0,0-1 0 0 0,0 0 0 0 0,-1 0 0 0 0,1-1 0 0 0,-1 0 0 0 0,12-4 0 0 0,-6 0-18 0 0,0 0 1 0 0,0-1 0 0 0,-1-1-1 0 0,0-1 1 0 0,0 0 0 0 0,-1 0-1 0 0,0-1 1 0 0,15-17-1 0 0,-20 19-52 0 0,0 0 0 0 0,-1-1-1 0 0,0 1 1 0 0,0-2 0 0 0,-1 1 0 0 0,0-1-1 0 0,-1 0 1 0 0,0 0 0 0 0,0-1-1 0 0,-1 1 1 0 0,-1-1 0 0 0,5-21 0 0 0,-8 29-129 0 0,1-1 1 0 0,-1 0 0 0 0,0 0 0 0 0,0 0 0 0 0,0 1-1 0 0,0-1 1 0 0,-1 0 0 0 0,0 0 0 0 0,1 0 0 0 0,-1 1 0 0 0,-1-1-1 0 0,1 1 1 0 0,0-1 0 0 0,-1 1 0 0 0,0-1 0 0 0,0 1-1 0 0,0 0 1 0 0,0 0 0 0 0,0 0 0 0 0,-1 0 0 0 0,1 0-1 0 0,-1 0 1 0 0,0 1 0 0 0,0-1 0 0 0,0 1 0 0 0,0 0 0 0 0,0 0-1 0 0,-1 0 1 0 0,1 0 0 0 0,-1 1 0 0 0,-5-3 0 0 0,1 2-40 0 0,-1-1 0 0 0,-1 1 0 0 0,1 0 1 0 0,0 1-1 0 0,0 0 0 0 0,-14 0 0 0 0,-27 6-341 0 0,35-1-304 0 0,0 0-1 0 0,1 1 0 0 0,-1 1 1 0 0,1 0-1 0 0,0 1 0 0 0,-17 11 1 0 0,-38 31-9078 0 0,48-33 2637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14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123 121 1420 0 0,'1'-22'5827'0'0,"0"21"-5768"0"0,-1 1 0 0 0,0-1-1 0 0,0 1 1 0 0,0-1 0 0 0,0 1-1 0 0,0 0 1 0 0,0-1 0 0 0,0 1-1 0 0,0-1 1 0 0,0 1 0 0 0,0 0-1 0 0,-1-1 1 0 0,1 1 0 0 0,0-1-1 0 0,0 1 1 0 0,0 0 0 0 0,0-1-1 0 0,-1 1 1 0 0,1 0 0 0 0,0-1-1 0 0,0 1 1 0 0,-1 0 0 0 0,1-1-1 0 0,0 1 1 0 0,-1 0 0 0 0,1-1 0 0 0,0 1-1 0 0,-1 0 1 0 0,1 0 0 0 0,0-1-1 0 0,-1 1 1 0 0,1 0 0 0 0,0 0-1 0 0,-1 0 1 0 0,1 0 0 0 0,-1 0-1 0 0,0-1 1 0 0,0 2 0 0 0,0 0 1 0 0,0-1 0 0 0,0 1-1 0 0,0 0 1 0 0,0 0-1 0 0,0-1 1 0 0,0 1-1 0 0,0 0 1 0 0,1 0-1 0 0,-1 0 1 0 0,0 0-1 0 0,0 2 1 0 0,-21 36 564 0 0,4 4 41 0 0,-24 83-1 0 0,35-100-535 0 0,2 1 0 0 0,1-1 0 0 0,1 1 0 0 0,1 45 0 0 0,2-63-30 0 0,1 0 0 0 0,0 0 1 0 0,1 0-1 0 0,0 0 0 0 0,0 0 1 0 0,1-1-1 0 0,0 1 1 0 0,1-1-1 0 0,0 0 0 0 0,0 0 1 0 0,1 0-1 0 0,0 0 1 0 0,0-1-1 0 0,7 7 0 0 0,-8-10-9 0 0,0 1-1 0 0,0-2 0 0 0,1 1 0 0 0,0 0 0 0 0,0-1 0 0 0,0 0 0 0 0,0 0 0 0 0,0-1 0 0 0,1 1 0 0 0,-1-1 0 0 0,1 0 0 0 0,-1-1 0 0 0,1 1 0 0 0,0-1 1 0 0,0 0-1 0 0,-1-1 0 0 0,1 1 0 0 0,0-1 0 0 0,0 0 0 0 0,0-1 0 0 0,0 0 0 0 0,9-1 0 0 0,-7-1-14 0 0,1 1 0 0 0,-1-1 0 0 0,1 0-1 0 0,-1-1 1 0 0,0 0 0 0 0,-1 0 0 0 0,1-1-1 0 0,-1 0 1 0 0,1 0 0 0 0,10-11 0 0 0,-9 6-32 0 0,0 0 0 0 0,0-1 0 0 0,-1 0 0 0 0,0-1 0 0 0,-1 1 0 0 0,8-20 0 0 0,-6 10-29 0 0,-1 0-1 0 0,-1-1 1 0 0,-1 0-1 0 0,-1 0 1 0 0,-1 0-1 0 0,-1-1 1 0 0,-1 0-1 0 0,-1-28 1 0 0,-2 39-12 0 0,0 0 1 0 0,-1-1 0 0 0,-1 1 0 0 0,0 0 0 0 0,0 0 0 0 0,-1 1-1 0 0,-1-1 1 0 0,0 1 0 0 0,0 0 0 0 0,-2 0 0 0 0,1 0 0 0 0,-1 1 0 0 0,-8-10-1 0 0,5 9-2 0 0,-1 0 0 0 0,1 0 0 0 0,-2 1-1 0 0,0 1 1 0 0,0 0 0 0 0,0 0-1 0 0,-1 1 1 0 0,0 1 0 0 0,-1 0 0 0 0,-18-6-1 0 0,27 11-16 0 0,0 1 0 0 0,0 1 0 0 0,0-1 0 0 0,1 0 0 0 0,-1 1-1 0 0,0 0 1 0 0,0 0 0 0 0,0 1 0 0 0,0-1 0 0 0,-9 3 0 0 0,13-2-126 0 0,-1-1 0 0 0,0 0 0 0 0,1 1 0 0 0,-1-1 1 0 0,1 1-1 0 0,-1 0 0 0 0,1 0 0 0 0,-1-1 1 0 0,1 1-1 0 0,0 0 0 0 0,-1 0 0 0 0,1 0 0 0 0,0 0 1 0 0,0 1-1 0 0,0-1 0 0 0,0 0 0 0 0,0 0 0 0 0,0 1 1 0 0,0-1-1 0 0,0 0 0 0 0,0 1 0 0 0,0-1 0 0 0,1 1 1 0 0,-1-1-1 0 0,1 1 0 0 0,-1 0 0 0 0,1-1 1 0 0,0 1-1 0 0,-1 0 0 0 0,1-1 0 0 0,0 1 0 0 0,0-1 1 0 0,0 1-1 0 0,1 0 0 0 0,-1-1 0 0 0,1 4 0 0 0,-1-3-459 0 0,1 1-1 0 0,0-1 0 0 0,0 0 1 0 0,0 1-1 0 0,0-1 0 0 0,0 0 0 0 0,1 0 1 0 0,2 3-1 0 0,5 7-3767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15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74 168 0 0,'5'-3'1088'0'0,"0"-1"-1"0"0,-1 0 1 0 0,0 0-1 0 0,0 0 1 0 0,0 0-1 0 0,0-1 1 0 0,-1 0-1 0 0,1 0 1 0 0,3-7-1 0 0,-7 11-1038 0 0,0 1 0 0 0,1-1 1 0 0,-1 1-1 0 0,0-1 0 0 0,0 1 0 0 0,0-1 0 0 0,1 0 1 0 0,-1 1-1 0 0,0-1 0 0 0,0 1 0 0 0,0-1 0 0 0,0 1 1 0 0,0-1-1 0 0,0 0 0 0 0,0 1 0 0 0,0-1 0 0 0,0 1 0 0 0,0-1 1 0 0,0 1-1 0 0,0-1 0 0 0,-1 0 0 0 0,1 1 0 0 0,0-1 1 0 0,0 1-1 0 0,-1-1 0 0 0,1 1 0 0 0,0-1 0 0 0,0 1 1 0 0,-1-1-1 0 0,1 1 0 0 0,-1-1 0 0 0,1 1 0 0 0,0 0 1 0 0,-1-1-1 0 0,1 1 0 0 0,-1 0 0 0 0,1-1 0 0 0,-1 1 1 0 0,1 0-1 0 0,-1-1 0 0 0,1 1 0 0 0,-1 0 0 0 0,0 0 1 0 0,0 0-1 0 0,-21-3 331 0 0,14 5-320 0 0,-1 1 1 0 0,1-1-1 0 0,0 1 1 0 0,-1 1-1 0 0,1 0 1 0 0,1 0 0 0 0,-1 0-1 0 0,-11 10 1 0 0,-5 5 34 0 0,-22 23 0 0 0,42-38-82 0 0,-15 15 21 0 0,1 0 1 0 0,1 1-1 0 0,-22 34 1 0 0,31-42-26 0 0,1 0 1 0 0,1 1 0 0 0,-1 0 0 0 0,2 1-1 0 0,0-1 1 0 0,1 1 0 0 0,-5 28 0 0 0,8-39 0 0 0,1-1 0 0 0,-1 0 0 0 0,1 1 0 0 0,0-1 0 0 0,0 0 0 0 0,0 1 0 0 0,1-1 0 0 0,-1 0 0 0 0,0 1 0 0 0,1-1 0 0 0,-1 0 0 0 0,1 0 0 0 0,0 1 0 0 0,0-1 0 0 0,0 0 1 0 0,0 0-1 0 0,0 0 0 0 0,1 0 0 0 0,-1 0 0 0 0,0 0 0 0 0,1 0 0 0 0,0-1 0 0 0,-1 1 0 0 0,1 0 0 0 0,0-1 0 0 0,0 0 0 0 0,0 1 0 0 0,3 1 0 0 0,-2-2 21 0 0,-1 0 1 0 0,1-1-1 0 0,0 1 0 0 0,-1-1 0 0 0,1 1 0 0 0,0-1 0 0 0,-1 0 0 0 0,1 0 1 0 0,0 0-1 0 0,0 0 0 0 0,-1-1 0 0 0,1 1 0 0 0,0-1 0 0 0,-1 0 0 0 0,1 0 0 0 0,-1 0 1 0 0,1 0-1 0 0,-1 0 0 0 0,1 0 0 0 0,-1 0 0 0 0,0-1 0 0 0,0 1 0 0 0,0-1 1 0 0,3-2-1 0 0,17-19 465 0 0,-2-1 1 0 0,-1-1 0 0 0,-1 0 0 0 0,-1-1-1 0 0,-1-1 1 0 0,14-31 0 0 0,-30 57-491 0 0,0 1 0 0 0,0-1 0 0 0,0 1 0 0 0,1-1 0 0 0,-1 1 0 0 0,0 0 0 0 0,0-1 0 0 0,1 1 0 0 0,-1-1 1 0 0,0 1-1 0 0,1 0 0 0 0,-1-1 0 0 0,0 1 0 0 0,1 0 0 0 0,-1-1 0 0 0,1 1 0 0 0,-1 0 0 0 0,0 0 0 0 0,1 0 0 0 0,-1-1 0 0 0,1 1 1 0 0,-1 0-1 0 0,1 0 0 0 0,0 0 0 0 0,0 1-6 0 0,0 0 0 0 0,-1 0 1 0 0,1 0-1 0 0,0 0 0 0 0,0 0 0 0 0,-1 0 1 0 0,1 0-1 0 0,-1 0 0 0 0,1 1 0 0 0,-1-1 1 0 0,1 0-1 0 0,-1 0 0 0 0,0 1 0 0 0,0-1 1 0 0,1 0-1 0 0,-1 0 0 0 0,0 1 0 0 0,0-1 1 0 0,0 0-1 0 0,0 1 0 0 0,-1-1 0 0 0,1 2 1 0 0,-1 3-7 0 0,-8 204 105 0 0,1 67-1803 0 0,14-239-1570 0 0,3-15-2901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15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158 110 844 0 0,'-80'-94'12555'0'0,"80"93"-12448"0"0,-1 0 0 0 0,1 0-1 0 0,-1 0 1 0 0,1 0-1 0 0,-1 0 1 0 0,0 0 0 0 0,0 0-1 0 0,1 1 1 0 0,-1-1 0 0 0,0 0-1 0 0,0 0 1 0 0,0 1 0 0 0,0-1-1 0 0,0 1 1 0 0,0-1 0 0 0,0 1-1 0 0,0-1 1 0 0,0 1-1 0 0,0-1 1 0 0,-2 1 0 0 0,3 0-65 0 0,-1 0 0 0 0,0 1-1 0 0,1-1 1 0 0,-1 0 0 0 0,1 1 0 0 0,-1-1 0 0 0,0 1 0 0 0,1-1 0 0 0,-1 1 0 0 0,1-1 0 0 0,-1 1 0 0 0,1-1 0 0 0,-1 1 0 0 0,1-1-1 0 0,0 1 1 0 0,-1 0 0 0 0,1-1 0 0 0,0 1 0 0 0,-1-1 0 0 0,1 1 0 0 0,0 0 0 0 0,0-1 0 0 0,-1 2 0 0 0,-1 8 93 0 0,0 1 1 0 0,0-1 0 0 0,1 15 0 0 0,0-15 129 0 0,-33 304 693 0 0,32-296-1250 0 0,0 0 1 0 0,1 1-1 0 0,1-1 1 0 0,0 1-1 0 0,2-1 1 0 0,4 26-1 0 0,-5-42-199 0 0,0 0-1 0 0,-1 1 0 0 0,1-1 1 0 0,0 0-1 0 0,0 1 1 0 0,1-1-1 0 0,-1 0 1 0 0,0 0-1 0 0,1 0 1 0 0,-1 0-1 0 0,1 0 0 0 0,0 0 1 0 0,0-1-1 0 0,0 1 1 0 0,0-1-1 0 0,0 1 1 0 0,3 1-1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16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23 119 1604 0 0,'5'-10'1490'0'0,"-1"-1"0"0"0,2 1-1 0 0,0 1 1 0 0,0-1 0 0 0,0 1-1 0 0,16-16 1 0 0,-18 21-1309 0 0,0 1-1 0 0,0 0 1 0 0,0-1-1 0 0,1 2 1 0 0,-1-1-1 0 0,1 0 1 0 0,0 1-1 0 0,-1 0 0 0 0,1 0 1 0 0,0 1-1 0 0,0-1 1 0 0,1 1-1 0 0,-1 0 1 0 0,0 0-1 0 0,0 1 1 0 0,0-1-1 0 0,8 2 1 0 0,-6-1-125 0 0,0 1 0 0 0,0 0 1 0 0,0 0-1 0 0,0 1 0 0 0,0 0 0 0 0,0 0 1 0 0,-1 1-1 0 0,1 0 0 0 0,-1 0 0 0 0,1 0 1 0 0,-1 1-1 0 0,0 0 0 0 0,0 0 0 0 0,6 7 1 0 0,-9-8 17 0 0,0 0 1 0 0,0 1 0 0 0,0-1 0 0 0,-1 1-1 0 0,1 0 1 0 0,-1 0 0 0 0,0 0 0 0 0,0 0-1 0 0,0 0 1 0 0,0 1 0 0 0,-1-1 0 0 0,0 0-1 0 0,0 1 1 0 0,0-1 0 0 0,0 1-1 0 0,-1-1 1 0 0,0 1 0 0 0,0-1 0 0 0,0 1-1 0 0,0 0 1 0 0,-1-1 0 0 0,1 1 0 0 0,-3 5-1 0 0,-1 4 240 0 0,-1-1 0 0 0,-1 0 0 0 0,0 0 0 0 0,0 0 0 0 0,-1-1 0 0 0,-1 0-1 0 0,0-1 1 0 0,-1 1 0 0 0,-15 14 0 0 0,-8 5 640 0 0,-62 45 1 0 0,34-29-357 0 0,48-38-494 0 0,-11 12 125 0 0,25-20-214 0 0,0 0 0 0 0,0 0 0 0 0,0 0 0 0 0,0 0 1 0 0,0-1-1 0 0,0 1 0 0 0,0 0 0 0 0,0-1 0 0 0,4 1 0 0 0,34 0 25 0 0,1-1 1 0 0,-1-2-1 0 0,0-2 0 0 0,46-10 0 0 0,-55 9-32 0 0,157-35-1895 0 0,-97 8-2508 0 0,-67 21-288 0 0,37-22 1 0 0,-38 20-1524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16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52 2044 0 0,'-5'-7'2305'0'0,"1"0"-1"0"0,0 0 1 0 0,1 0 0 0 0,-7-16 2523 0 0,17 42-3596 0 0,-2 3-575 0 0,-1 1-1 0 0,0 1 1 0 0,-1 42-1 0 0,-9 73 542 0 0,5-118-1118 0 0,-25 240-74 0 0,25-260-183 0 0,-1 30-3202 0 0,3-16-1608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17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141 289 668 0 0,'33'-55'14769'0'0,"-33"54"-14624"0"0,1 0 0 0 0,0-1-1 0 0,-1 1 1 0 0,1 0-1 0 0,-1-1 1 0 0,1 1 0 0 0,-1-1-1 0 0,0 1 1 0 0,0-1-1 0 0,0 1 1 0 0,0-1 0 0 0,0 1-1 0 0,0-1 1 0 0,0 1-1 0 0,0-1 1 0 0,0 1 0 0 0,-1 0-1 0 0,1-1 1 0 0,0 1-1 0 0,-1-1 1 0 0,0 1 0 0 0,1 0-1 0 0,-1-1 1 0 0,-1-1-1 0 0,-1-1-54 0 0,0 0-1 0 0,0 0 1 0 0,0 1-1 0 0,-1-1 1 0 0,1 1 0 0 0,-7-4-1 0 0,-126-78 457 0 0,135 85-548 0 0,1 0 0 0 0,0 0 0 0 0,-1 0 0 0 0,1 0 0 0 0,0 0 0 0 0,0-1 0 0 0,-1 1 0 0 0,1 0 0 0 0,0 0 0 0 0,0 0 0 0 0,-1-1 0 0 0,1 1 0 0 0,0 0 0 0 0,0 0 0 0 0,-1 0 0 0 0,1-1 0 0 0,0 1 0 0 0,0 0 0 0 0,0-1 0 0 0,0 1 0 0 0,-1 0 0 0 0,1 0 0 0 0,0-1 0 0 0,0 1 0 0 0,0 0 0 0 0,0-1 0 0 0,0 1 0 0 0,0 0 0 0 0,0-1 0 0 0,0 1 0 0 0,0 0 0 0 0,0-1 0 0 0,10-3-31 0 0,24 3 15 0 0,-29 1 13 0 0,20-1-31 0 0,44 0 141 0 0,0-4 0 0 0,0-3-1 0 0,75-17 1 0 0,-118 18-56 0 0,61-13 1312 0 0,-85 19-1180 0 0,10 0-43 0 0,-11 1-133 0 0,-1 0-1 0 0,1 0 1 0 0,-1 0-1 0 0,1 0 0 0 0,-1 0 1 0 0,1 0-1 0 0,-1 0 1 0 0,1 0-1 0 0,-1 0 1 0 0,1 0-1 0 0,-1 0 0 0 0,1 0 1 0 0,-1 0-1 0 0,0 0 1 0 0,1 1-1 0 0,-1-1 0 0 0,1 0 1 0 0,-1 0-1 0 0,1 0 1 0 0,-1 1-1 0 0,0-1 1 0 0,1 0-1 0 0,-1 1 0 0 0,0-1 1 0 0,1 0-1 0 0,-1 1 1 0 0,0-1-1 0 0,1 1 0 0 0,-3 12 136 0 0,0 1 0 0 0,-1-1-1 0 0,0 0 1 0 0,-1 0 0 0 0,0-1-1 0 0,-11 20 1 0 0,2 0-29 0 0,-37 102 458 0 0,-45 194 0 0 0,62-169-4685 0 0,10 1-6691 0 0,19-124 3564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20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23 252 380 0 0,'0'0'2249'0'0,"0"-12"1667"0"0,-5-1-702 0 0,1 23-1677 0 0,-1 27-1121 0 0,-3 252-101 0 0,26-439 73 0 0,-3 38-444 0 0,23-124-50 0 0,-36 230 99 0 0,0 0-1 0 0,0 1 1 0 0,0-1-1 0 0,1 1 1 0 0,3-7-1 0 0,-5 11 6 0 0,0-1 0 0 0,0 0 0 0 0,0 1 0 0 0,0-1-1 0 0,0 1 1 0 0,1-1 0 0 0,-1 1 0 0 0,0 0 0 0 0,1-1 0 0 0,-1 1 0 0 0,1 0-1 0 0,0 0 1 0 0,-1 0 0 0 0,1 0 0 0 0,0 0 0 0 0,0 0 0 0 0,-1 1 0 0 0,1-1-1 0 0,0 1 1 0 0,3-1 0 0 0,-3 1 0 0 0,-1 0 0 0 0,1 0-1 0 0,0 0 1 0 0,-1 0 0 0 0,1 1-1 0 0,0-1 1 0 0,-1 1 0 0 0,1-1-1 0 0,-1 1 1 0 0,1-1 0 0 0,0 1-1 0 0,-1 0 1 0 0,0 0 0 0 0,1 0 0 0 0,-1 0-1 0 0,1 0 1 0 0,-1 0 0 0 0,0 0-1 0 0,2 3 1 0 0,-1-1 4 0 0,0 0 0 0 0,-1 0-1 0 0,1 0 1 0 0,-1 0 0 0 0,1 0 0 0 0,-1 0 0 0 0,0 0-1 0 0,-1 0 1 0 0,2 6 0 0 0,-1 0 12 0 0,-1 1 0 0 0,0-1-1 0 0,0 0 1 0 0,-1 1 0 0 0,0-1-1 0 0,-4 15 1 0 0,-2-2 17 0 0,-1 0 0 0 0,-1 0-1 0 0,-2-1 1 0 0,0 0 0 0 0,-1-1 0 0 0,-19 25-1 0 0,27-41-17 0 0,1-1 0 0 0,0 0-1 0 0,-1 1 1 0 0,0-2 0 0 0,-7 5-1 0 0,9-5-22 0 0,-8 1 34 0 0,9-3-25 0 0,0 0-1 0 0,0 0 1 0 0,0 0-1 0 0,-1 1 0 0 0,1-1 1 0 0,0 0-1 0 0,0 0 1 0 0,0 1-1 0 0,0-1 0 0 0,0 1 1 0 0,-1-1-1 0 0,1 1 0 0 0,0 0 1 0 0,0-1-1 0 0,0 1 1 0 0,1 0-1 0 0,-1 0 0 0 0,-2 1 1 0 0,5 5-10 0 0,0 0 1 0 0,1 0-1 0 0,-1 0 1 0 0,1 0-1 0 0,7 10 0 0 0,1 4-428 0 0,53 90 1322 0 0,-25-62-2442 0 0,-29-39-465 0 0,1 0 0 0 0,17 13-1 0 0,-20-17-825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20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41 1188 0 0,'0'0'1412'0'0,"-1"-2"-743"0"0,1-1 0 0 0,0 1 0 0 0,-1 0 0 0 0,1-1 0 0 0,0 1 0 0 0,1 0 1 0 0,0-5-1 0 0,1 5-525 0 0,1 0 0 0 0,0 0 1 0 0,0 0-1 0 0,0 1 0 0 0,0-1 0 0 0,0 1 1 0 0,1 0-1 0 0,-1 0 0 0 0,0 0 0 0 0,1 0 1 0 0,-1 1-1 0 0,0-1 0 0 0,1 1 1 0 0,-1 0-1 0 0,1 0 0 0 0,-1 0 0 0 0,0 0 1 0 0,1 1-1 0 0,-1 0 0 0 0,0-1 1 0 0,1 1-1 0 0,-1 0 0 0 0,0 1 0 0 0,0-1 1 0 0,0 0-1 0 0,0 1 0 0 0,5 3 0 0 0,-5-3-112 0 0,-1-1 0 0 0,1 1 0 0 0,-1-1-1 0 0,1 1 1 0 0,-1 0 0 0 0,0 0-1 0 0,0 0 1 0 0,0 1 0 0 0,0-1 0 0 0,-1 0-1 0 0,1 1 1 0 0,-1-1 0 0 0,1 1-1 0 0,-1-1 1 0 0,0 1 0 0 0,0 0 0 0 0,1 3-1 0 0,-1-2 4 0 0,0 1-1 0 0,-1-1 1 0 0,1 1-1 0 0,-1 0 1 0 0,-1-1-1 0 0,1 1 1 0 0,-1 0-1 0 0,1-1 1 0 0,-3 9-1 0 0,-4 4 50 0 0,0 1 0 0 0,-1-2 0 0 0,0 1 1 0 0,-13 18-1 0 0,17-29-44 0 0,-46 71 102 0 0,49-76-131 0 0,0 1 6 0 0,0 6 26 0 0,2-7-38 0 0,0-1 0 0 0,1 0 0 0 0,-1 1 0 0 0,0-1 0 0 0,1 0 0 0 0,-1 0 0 0 0,0 0 1 0 0,1 0-1 0 0,-1 0 0 0 0,0 0 0 0 0,1 0 0 0 0,-1 0 0 0 0,0 0 0 0 0,1-1 0 0 0,-1 1 0 0 0,2-1 1 0 0,13-3-472 0 0,1-1 1 0 0,-1 0-1 0 0,30-15 0 0 0,-33 14-1577 0 0,0-2 0 0 0,18-13 0 0 0,-17 9-1230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21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35 146 1504 0 0,'-9'-8'5942'0'0,"-16"-20"2899"0"0,26 27-8821 0 0,6-5 4 0 0,6 2-4 0 0,57-9 33 0 0,50-13-54 0 0,-118 26-8 0 0,8-3-871 0 0,-60-10 630 0 0,19 5 245 0 0,29 8 9 0 0,0-1-5 0 0,-8-2 3 0 0,9 3-1 0 0,0-1 1 0 0,1 1-1 0 0,-1 0 0 0 0,0 0 0 0 0,0 0 1 0 0,1-1-1 0 0,-1 1 0 0 0,1 0 1 0 0,-1-1-1 0 0,0 1 0 0 0,1 0 0 0 0,-1-1 1 0 0,1 1-1 0 0,-1-1 0 0 0,1 1 0 0 0,-1-1 1 0 0,1 1-1 0 0,-1-1 0 0 0,1 1 1 0 0,-1-1-1 0 0,1 0 0 0 0,0 0-2 0 0,0 0 0 0 0,0 0 0 0 0,0 0 0 0 0,0 0 0 0 0,1 0 0 0 0,-1 0 0 0 0,0 0-1 0 0,1 0 1 0 0,-1 0 0 0 0,1 0 0 0 0,-1 0 0 0 0,1 1 0 0 0,-1-1 0 0 0,1 0 0 0 0,0 0 0 0 0,-1 1 0 0 0,1-1 0 0 0,0 0 0 0 0,-1 1 0 0 0,1-1-1 0 0,0 1 1 0 0,0-1 0 0 0,0 1 0 0 0,0-1 0 0 0,0 1 0 0 0,-1-1 0 0 0,1 1 0 0 0,0 0 0 0 0,0 0 0 0 0,0-1 0 0 0,0 1 0 0 0,1 0 0 0 0,-1 0 0 0 0,1-1 3 0 0,0 2-10 0 0,1-1 7 0 0,-1 0 0 0 0,-1 0-1 0 0,1 0 0 0 0,0 0 0 0 0,-1 0 0 0 0,1 1 1 0 0,0-1-1 0 0,-1 1 0 0 0,1-1 0 0 0,0 1 1 0 0,-1-1-1 0 0,1 1 0 0 0,-1 0 0 0 0,1 0 0 0 0,-1 0 1 0 0,1 0-1 0 0,-1 0 0 0 0,0 0 0 0 0,1 0 1 0 0,-1 0-1 0 0,1 2 0 0 0,0 2-5 0 0,0-1 0 0 0,0 0 0 0 0,0 1 1 0 0,-1-1-1 0 0,0 1 0 0 0,0 0 0 0 0,0-1 0 0 0,-1 1 0 0 0,0 0 0 0 0,1-1 1 0 0,-2 1-1 0 0,1 0 0 0 0,0 0 0 0 0,-3 7 0 0 0,-9 27-1775 0 0,-6-1-3299 0 0,4-11-761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2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45 712 0 0,'0'0'774'0'0,"-14"-3"1702"0"0,-39-3 931 0 0,50 5-2751 0 0,36 2-617 0 0,85-20 89 0 0,-51 7-2040 0 0,-48 7-713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5:26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901 11 520 0 0,'-14'-10'12601'0'0,"14"10"-12580"0"0,0 0 0 0 0,0 0-1 0 0,0 0 1 0 0,-1 0 0 0 0,1 0-1 0 0,0 0 1 0 0,0 0 0 0 0,0 0-1 0 0,0 0 1 0 0,-1 0 0 0 0,1 0 0 0 0,0 0-1 0 0,0 0 1 0 0,0 0 0 0 0,0 0-1 0 0,0 1 1 0 0,-1-1 0 0 0,1 0-1 0 0,0 0 1 0 0,0 0 0 0 0,0 0 0 0 0,0 0-1 0 0,0 0 1 0 0,0 0 0 0 0,0 1-1 0 0,-1-1 1 0 0,1 0 0 0 0,0 0-1 0 0,0 0 1 0 0,0 0 0 0 0,0 0 0 0 0,0 1-1 0 0,0-1 1 0 0,0 0 0 0 0,0 0-1 0 0,0 0 1 0 0,0 0 0 0 0,0 1-1 0 0,0-1 1 0 0,0 0 0 0 0,0 0 0 0 0,0 0-1 0 0,0 0 1 0 0,0 0 0 0 0,0 1-1 0 0,0-1 1 0 0,0 0 0 0 0,0 0-1 0 0,10 6 797 0 0,17 4 30 0 0,-26-10-832 0 0,40 9 891 0 0,79 8 0 0 0,-42-7-477 0 0,-64-8-371 0 0,1 1-1 0 0,-2 0 1 0 0,1 1 0 0 0,0 0 0 0 0,-1 2-1 0 0,0-1 1 0 0,0 1 0 0 0,13 9 0 0 0,-17-8-71 0 0,0 0 1 0 0,0 0-1 0 0,-1 1 1 0 0,1 0-1 0 0,-2 0 1 0 0,1 1-1 0 0,-1 0 1 0 0,-1 1-1 0 0,0-1 1 0 0,8 17-1 0 0,3 14 146 0 0,-1 1 1 0 0,-3 0-1 0 0,-1 1 0 0 0,-2 1 1 0 0,7 63-1 0 0,0 222 958 0 0,-45 343 1426 0 0,6-308-1457 0 0,12 272-449 0 0,20 0-479 0 0,-2 322 518 0 0,-10-285 229 0 0,2-419-796 0 0,-17 158 1220 0 0,4-333-705 0 0,-29 94 0 0 0,41-168-590 0 0,-46 176 2167 0 0,40-149-350 0 0,4-22-1825 0 0,2-8 0 0 0,0 0 0 0 0,0-1 0 0 0,1 1 0 0 0,-1-1 0 0 0,0 1 0 0 0,0-1 0 0 0,0 1 0 0 0,1-1 0 0 0,-1 1 0 0 0,0-1 0 0 0,0 0 0 0 0,0 0 0 0 0,0 1 0 0 0,-1-1 0 0 0,-24 3 0 0 0,-50 0 0 0 0,-5 0 0 0 0,-163 22-2287 0 0,-126 24-6517 0 0,92-11 1656 0 0,53-11-4976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05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206 256 1260 0 0,'-6'-5'8744'0'0,"-16"126"-7618"0"0,9-45-677 0 0,-111 387 907 0 0,118-443-1348 0 0,3-9 203 0 0,0-1 1 0 0,-9 18-1 0 0,11-26 159 0 0,-5-8-244 0 0,-1-4-90 0 0,5-11-24 0 0,1 1-1 0 0,1-1 0 0 0,1 0 0 0 0,3-21 1 0 0,-1 16-49 0 0,10-98-84 0 0,6 1-1 0 0,40-141 0 0 0,-48 224 90 0 0,32-74 1 0 0,-37 102 37 0 0,0 0 1 0 0,1 0 0 0 0,0 0 0 0 0,1 1 0 0 0,0 0 0 0 0,1 1 0 0 0,0 0 0 0 0,1 0-1 0 0,20-16 1 0 0,-24 23-8 0 0,0 0 0 0 0,0 0 0 0 0,0 0 0 0 0,0 0 0 0 0,0 1 0 0 0,0 0 0 0 0,1 1 0 0 0,-1-1-1 0 0,1 1 1 0 0,-1 1 0 0 0,1-1 0 0 0,-1 1 0 0 0,1 0 0 0 0,0 1 0 0 0,-1-1 0 0 0,1 1 0 0 0,-1 0 0 0 0,1 1 0 0 0,9 3 0 0 0,-13-4 3 0 0,1 1 0 0 0,0 0 0 0 0,-1 0 0 0 0,1 0 0 0 0,-1 0 0 0 0,0 0 0 0 0,1 0 0 0 0,-1 1 0 0 0,0 0 0 0 0,-1 0 0 0 0,1 0 0 0 0,0 0 0 0 0,-1 0 0 0 0,0 0 0 0 0,1 0 0 0 0,-1 1 0 0 0,-1-1 0 0 0,1 1 0 0 0,0 0 0 0 0,-1 0 0 0 0,0-1 0 0 0,0 1 0 0 0,0 0 0 0 0,0 0 0 0 0,-1 0 0 0 0,1 0 0 0 0,-1 0 0 0 0,0 0 0 0 0,0 0 1 0 0,-1 0-1 0 0,1 0 0 0 0,-3 8 0 0 0,-1 3 7 0 0,-1 0 1 0 0,-1 0 0 0 0,-1 0-1 0 0,0 0 1 0 0,0-1 0 0 0,-2-1-1 0 0,0 1 1 0 0,-16 18 0 0 0,-7 4 28 0 0,-54 48 1 0 0,67-67-16 0 0,0-1 0 0 0,0-1 0 0 0,-1-1 0 0 0,-35 18 0 0 0,44-27 119 0 0,0 1 0 0 0,-18 13 0 0 0,28-18-121 0 0,-2 3-33 0 0,3-3 39 0 0,-1 0 1 0 0,1-1-1 0 0,-1 1 1 0 0,1 0-1 0 0,0-1 1 0 0,-1 1-1 0 0,1 0 0 0 0,0 0 1 0 0,0-1-1 0 0,0 1 1 0 0,0 0-1 0 0,-1 0 1 0 0,1-1-1 0 0,0 1 1 0 0,0 0-1 0 0,0 0 1 0 0,0 0-1 0 0,1-1 1 0 0,-1 1-1 0 0,0 0 0 0 0,0 0 1 0 0,0-1-1 0 0,1 1 1 0 0,-1 0-1 0 0,0-1 1 0 0,1 1-1 0 0,-1 0 1 0 0,0-1-1 0 0,1 1 1 0 0,-1 0-1 0 0,1-1 0 0 0,-1 1 1 0 0,1-1-1 0 0,0 1 1 0 0,-1-1-1 0 0,2 2 1 0 0,20 21 645 0 0,1-1-1 0 0,46 36 1 0 0,62 31-130 0 0,41 32-316 0 0,-163-113-928 0 0,0 1 0 0 0,-1 1 0 0 0,13 18 0 0 0,-10-13-4293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06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82 125 1008 0 0,'-14'-28'6587'0'0,"13"25"-6255"0"0,0 0 0 0 0,0 0-1 0 0,0 1 1 0 0,1-1 0 0 0,-1 0 0 0 0,1 0 0 0 0,0 0 0 0 0,0 0 0 0 0,0 0-1 0 0,0 0 1 0 0,0 0 0 0 0,1-3 0 0 0,2 3-165 0 0,-1 0-1 0 0,0 0 0 0 0,1-1 1 0 0,0 1-1 0 0,-1 1 1 0 0,1-1-1 0 0,0 0 1 0 0,0 1-1 0 0,1-1 1 0 0,-1 1-1 0 0,1 0 0 0 0,-1 0 1 0 0,8-2-1 0 0,0 0 40 0 0,1 1-1 0 0,0 0 1 0 0,0 0 0 0 0,0 2-1 0 0,0-1 1 0 0,13 1-1 0 0,-17 2-150 0 0,0-1-1 0 0,0 1 0 0 0,0 0 1 0 0,0 1-1 0 0,0-1 1 0 0,-1 2-1 0 0,1-1 0 0 0,0 1 1 0 0,13 7-1 0 0,-19-9-37 0 0,-1 0-1 0 0,1 0 0 0 0,-1 0 1 0 0,1 1-1 0 0,-1-1 1 0 0,1 0-1 0 0,-1 1 1 0 0,0-1-1 0 0,0 0 1 0 0,0 1-1 0 0,1 0 0 0 0,-2-1 1 0 0,1 1-1 0 0,0 0 1 0 0,0-1-1 0 0,0 1 1 0 0,-1 0-1 0 0,1 0 0 0 0,0 3 1 0 0,-1-1 0 0 0,0-1-1 0 0,0 1 1 0 0,0-1 0 0 0,-1 1-1 0 0,0-1 1 0 0,1 0 0 0 0,-1 1-1 0 0,0-1 1 0 0,0 0 0 0 0,-3 4-1 0 0,-1 3 13 0 0,-1 0-1 0 0,0 0 0 0 0,0-1 1 0 0,-1 0-1 0 0,-12 12 0 0 0,-1-2 24 0 0,0-2-1 0 0,-45 31 1 0 0,64-47-21 0 0,4 0-31 0 0,34 6 99 0 0,-17-4 208 0 0,-1 1-1 0 0,1 0 1 0 0,27 11 0 0 0,-30-7-158 0 0,1 1 0 0 0,-2 0 1 0 0,1 2-1 0 0,-1-1 0 0 0,-1 2 1 0 0,26 24-1 0 0,-38-33-88 0 0,0 0 0 0 0,0 1-1 0 0,0 0 1 0 0,-1-1 0 0 0,1 1-1 0 0,-1 0 1 0 0,0 0 0 0 0,0 0-1 0 0,-1 0 1 0 0,1 1 0 0 0,-1-1 0 0 0,0 0-1 0 0,0 1 1 0 0,0-1 0 0 0,0 1-1 0 0,-1-1 1 0 0,0 5 0 0 0,-1-3 5 0 0,0 0-1 0 0,0-1 1 0 0,0 1 0 0 0,-1-1 0 0 0,0 1-1 0 0,0-1 1 0 0,0 0 0 0 0,-1 0 0 0 0,0 0-1 0 0,0 0 1 0 0,-7 9 0 0 0,2-4 33 0 0,-1-1-1 0 0,0 0 1 0 0,-1-1 0 0 0,0 0-1 0 0,0 0 1 0 0,-1-1 0 0 0,0-1 0 0 0,0 1-1 0 0,0-2 1 0 0,-1 0 0 0 0,-17 5-1 0 0,16-7-64 0 0,1 0 0 0 0,-1-2 0 0 0,0 1 0 0 0,0-2 1 0 0,0 0-1 0 0,0 0 0 0 0,0-1 0 0 0,-20-5 0 0 0,10 1-34 0 0,1-1 0 0 0,1-1 0 0 0,-1-1 1 0 0,-20-12-1 0 0,39 19-49 0 0,0 0 1 0 0,1 0-1 0 0,-1 0 1 0 0,1-1-1 0 0,-1 1 1 0 0,1-1-1 0 0,0 0 1 0 0,-1 1-1 0 0,1-1 1 0 0,0 0-1 0 0,0 0 1 0 0,1-1-1 0 0,-1 1 1 0 0,0 0-1 0 0,-2-5 1 0 0,4 6-74 0 0,0 0-1 0 0,0-1 1 0 0,-1 0 0 0 0,1 1 0 0 0,0-1 0 0 0,0 1 0 0 0,1-1 0 0 0,-1 1-1 0 0,0-1 1 0 0,0 1 0 0 0,1-1 0 0 0,-1 1 0 0 0,1 0 0 0 0,-1-1-1 0 0,1 1 1 0 0,-1-1 0 0 0,1 1 0 0 0,0 0 0 0 0,0-1 0 0 0,0 1 0 0 0,0 0-1 0 0,2-2 1 0 0,24-22-3037 0 0,32-16-4907 0 0,-34 26 2446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06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113 104 1264 0 0,'-112'-31'18046'0'0,"128"24"-17129"0"0,241-34-744 0 0,-198 33-2166 0 0,0-2-3583 0 0,-37 5 589 0 0,-8 3-453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06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48 105 32 0 0,'-1'-23'7682'0'0,"-6"-35"1"0"0,3 36-3966 0 0,4 20-3029 0 0,-1 39 3808 0 0,-5 32-4394 0 0,-2-28 19 0 0,1-9-99 0 0,2 0 0 0 0,1 1 0 0 0,0 51 0 0 0,4-79-66 0 0,0 0 0 0 0,0 1 0 0 0,1-1 0 0 0,0 0-1 0 0,0-1 1 0 0,0 1 0 0 0,1 0 0 0 0,0 0 0 0 0,-1 0 0 0 0,2-1 0 0 0,-1 1 0 0 0,0-1 0 0 0,1 0-1 0 0,0 0 1 0 0,0 0 0 0 0,0 0 0 0 0,1 0 0 0 0,-1 0 0 0 0,1-1 0 0 0,0 0 0 0 0,0 0 0 0 0,0 0-1 0 0,0 0 1 0 0,1 0 0 0 0,7 3 0 0 0,-7-6-9 0 0,-1 1-1 0 0,0-1 1 0 0,1 0-1 0 0,-1 0 1 0 0,1 0-1 0 0,-1 0 1 0 0,0-1-1 0 0,1 0 1 0 0,-1 1 0 0 0,0-2-1 0 0,0 1 1 0 0,0 0-1 0 0,0-1 1 0 0,0 0-1 0 0,5-3 1 0 0,-1 0 24 0 0,0-1 0 0 0,0-1 1 0 0,0 0-1 0 0,-1 0 0 0 0,0 0 1 0 0,0-1-1 0 0,-1 0 0 0 0,0 0 1 0 0,9-17-1 0 0,1-8-37 0 0,18-48 1 0 0,-11 22 117 0 0,-14 43 196 0 0,-2 14 834 0 0,-7 2-1009 0 0,1 1 1 0 0,-1 0-1 0 0,1 0 1 0 0,-1 0 0 0 0,1 0-1 0 0,-1 0 1 0 0,0 0-1 0 0,1 0 1 0 0,-1 0-1 0 0,0 0 1 0 0,0 0 0 0 0,0 0-1 0 0,0 0 1 0 0,0 1-1 0 0,0-1 1 0 0,0 0-1 0 0,0 1 1 0 0,-5 51 1437 0 0,-23 103 1 0 0,-28 47-1265 0 0,28-109-437 0 0,3-14-5910 0 0,25-79 5846 0 0,0 0 1 0 0,0-1-1 0 0,0 1 0 0 0,-1 0 0 0 0,1-1 0 0 0,0 1 0 0 0,0 0 0 0 0,0 0 0 0 0,0-1 0 0 0,0 1 1 0 0,0 0-1 0 0,0 0 0 0 0,1-1 0 0 0,-1 1 0 0 0,0 0 0 0 0,0-1 0 0 0,1 1 0 0 0,-1 0 1 0 0,0-1-1 0 0,1 1 0 0 0,-1-1 0 0 0,0 1 0 0 0,10 5-3808 0 0,-10-5 3808 0 0,1-1 0 0 0,0 0 0 0 0,0 0 0 0 0,-1 0 0 0 0,1 0 1 0 0,0 0-1 0 0,-1 0 0 0 0,1 0 0 0 0,0 0 0 0 0,0-1 0 0 0,-1 1 0 0 0,1 0 0 0 0,1-1 0 0 0,12-3-5761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07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135 254 2476 0 0,'7'-26'5892'0'0,"-6"17"-3445"0"0,2 0 0 0 0,-1 0 0 0 0,7-13 0 0 0,-9 21-2043 0 0,2-2-179 0 0,1-1 912 0 0,-1 14 36 0 0,0 25-581 0 0,-1 0-1 0 0,-2 0 1 0 0,-2 0-1 0 0,-12 62 1 0 0,2-38-434 0 0,-3-2 1 0 0,-25 59-1 0 0,39-111-133 0 0,1-1 0 0 0,-1 0 0 0 0,0 1 1 0 0,0-1-1 0 0,-1 0 0 0 0,1-1 0 0 0,-1 1 0 0 0,0 0 0 0 0,0-1 0 0 0,0 1 0 0 0,0-1 0 0 0,-7 5 0 0 0,8-6-27 0 0,-1-2-28 0 0,2 0 17 0 0,0 0 0 0 0,0-1 0 0 0,0 1 0 0 0,0 0 0 0 0,0 0 0 0 0,-1-1-1 0 0,1 1 1 0 0,0 0 0 0 0,0-1 0 0 0,0 1 0 0 0,0-1 0 0 0,0 1 0 0 0,0-1 0 0 0,1 0 0 0 0,-1 1-1 0 0,0-1 1 0 0,0 0 0 0 0,0 0 0 0 0,1 0 0 0 0,-1 1 0 0 0,0-1 0 0 0,0-2 0 0 0,-1 0-35 0 0,0 0 1 0 0,1-1 0 0 0,0 1-1 0 0,0-1 1 0 0,0 1-1 0 0,0-1 1 0 0,0-4 0 0 0,0-7-88 0 0,0 0 1 0 0,3-27 0 0 0,3 3 70 0 0,1 1 0 0 0,2 0 0 0 0,1 0 0 0 0,2 0 0 0 0,2 1 0 0 0,1 1 0 0 0,2 0 0 0 0,2 1 0 0 0,31-48 0 0 0,-35 65 24 0 0,0 0-1 0 0,2 0 0 0 0,0 1 1 0 0,28-22-1 0 0,-35 32 14 0 0,1 0 0 0 0,0 0 0 0 0,0 1 1 0 0,0 1-1 0 0,1-1 0 0 0,0 2 0 0 0,0 0 0 0 0,0 0 0 0 0,0 1 1 0 0,19-3-1 0 0,-26 5 27 0 0,0 1-1 0 0,0 0 1 0 0,0 0 0 0 0,0 0 0 0 0,0 0 0 0 0,0 1 0 0 0,0 0-1 0 0,0-1 1 0 0,0 2 0 0 0,0-1 0 0 0,0 0 0 0 0,-1 1 0 0 0,1 0-1 0 0,0-1 1 0 0,-1 1 0 0 0,1 1 0 0 0,-1-1 0 0 0,0 1 0 0 0,4 3-1 0 0,-5-4 10 0 0,0 1-1 0 0,0-1 1 0 0,0 1-1 0 0,-1-1 1 0 0,1 1-1 0 0,-1 0 1 0 0,1 0-1 0 0,-1 0 1 0 0,0 0-1 0 0,0 0 1 0 0,-1 0-1 0 0,1 0 1 0 0,-1 0-1 0 0,1 0 1 0 0,-1 0 0 0 0,0 0-1 0 0,0 0 1 0 0,0 0-1 0 0,-1 1 1 0 0,1-1-1 0 0,-1 0 1 0 0,1 0-1 0 0,-1 0 1 0 0,-2 4-1 0 0,-3 6-1 0 0,-1 0 0 0 0,0 0 0 0 0,-1-1 0 0 0,0 0 0 0 0,-1-1 0 0 0,0 0 0 0 0,-1 0 0 0 0,-21 18 0 0 0,10-12-9 0 0,0-1 0 0 0,-1-1 0 0 0,-48 24 0 0 0,54-32 29 0 0,1-1 0 0 0,-2 0 0 0 0,1-1-1 0 0,-1-1 1 0 0,1 0 0 0 0,-1-1 0 0 0,-26 1 0 0 0,41-4-36 0 0,-25 6-211 0 0,25-4 325 0 0,2-2-99 0 0,0 0-1 0 0,0 0 0 0 0,0 0 1 0 0,-1 0-1 0 0,1 0 0 0 0,0 1 0 0 0,0-1 1 0 0,0 0-1 0 0,0 0 0 0 0,0 0 0 0 0,0 0 1 0 0,-1 0-1 0 0,1 0 0 0 0,0 0 0 0 0,0 0 1 0 0,0 0-1 0 0,0 1 0 0 0,0-1 1 0 0,0 0-1 0 0,0 0 0 0 0,0 0 0 0 0,0 0 1 0 0,0 0-1 0 0,0 1 0 0 0,-1-1 0 0 0,1 0 1 0 0,0 0-1 0 0,0 0 0 0 0,0 0 1 0 0,0 0-1 0 0,0 1 0 0 0,0-1 0 0 0,0 0 1 0 0,0 0-1 0 0,0 0 0 0 0,0 0 0 0 0,0 0 1 0 0,0 1-1 0 0,1-1 0 0 0,-1 0 0 0 0,0 0 1 0 0,0 0-1 0 0,0 0 0 0 0,0 0 1 0 0,0 1-1 0 0,0-1 0 0 0,10 13 88 0 0,1 0 0 0 0,0 0 0 0 0,1-2 1 0 0,13 12-1 0 0,27 27-69 0 0,13 31-722 0 0,-19-23-2656 0 0,4-2-6843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08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40 0 0,'1'-4'896'0'0,"0"0"0"0"0,1 1 1 0 0,-1 0-1 0 0,1-1 0 0 0,-1 1 0 0 0,1 0 0 0 0,0 0 1 0 0,0-1-1 0 0,1 2 0 0 0,-1-1 0 0 0,1 0 0 0 0,4-4 0 0 0,-2 3-330 0 0,0 1-1 0 0,0 0 0 0 0,0 0 1 0 0,1 0-1 0 0,-1 0 0 0 0,1 1 0 0 0,6-2 1 0 0,1 1-244 0 0,1 0 1 0 0,-1 1 0 0 0,0 1 0 0 0,1 0 0 0 0,-1 0 0 0 0,16 3-1 0 0,-27-2-272 0 0,1 0 1 0 0,0 0-1 0 0,0 0 0 0 0,-1 1 0 0 0,1 0 0 0 0,-1-1 0 0 0,1 1 0 0 0,0 0 0 0 0,-1 0 0 0 0,0 0 0 0 0,1 1 0 0 0,-1-1 0 0 0,0 1 0 0 0,1-1 0 0 0,-1 1 1 0 0,0 0-1 0 0,2 2 0 0 0,-3-2 11 0 0,0 0 0 0 0,1 0 0 0 0,-1 0 0 0 0,0 0 0 0 0,-1 0 1 0 0,1 0-1 0 0,0 1 0 0 0,0-1 0 0 0,-1 0 0 0 0,0 1 0 0 0,1-1 1 0 0,-1 0-1 0 0,0 1 0 0 0,0-1 0 0 0,-1 4 0 0 0,0 3 82 0 0,-1-1 0 0 0,0 1-1 0 0,-1-1 1 0 0,0 1 0 0 0,0-1-1 0 0,-1 0 1 0 0,0 0 0 0 0,-7 10 0 0 0,-15 17 614 0 0,-39 41-1 0 0,-7 10-211 0 0,71-86-539 0 0,1 1 0 0 0,-1 0 0 0 0,0 0 0 0 0,1-1 0 0 0,-1 1 1 0 0,1 0-1 0 0,-1 0 0 0 0,1 0 0 0 0,-1 0 0 0 0,1 0 0 0 0,-1 0 0 0 0,1 0 1 0 0,0 0-1 0 0,0 0 0 0 0,-1 0 0 0 0,1 0 0 0 0,0 0 0 0 0,0 0 0 0 0,0 0 0 0 0,0 0 1 0 0,0 0-1 0 0,0 0 0 0 0,1 0 0 0 0,-1 0 0 0 0,1 1 0 0 0,0 0-3 0 0,0-1 1 0 0,0 0-1 0 0,0-1 0 0 0,0 1 0 0 0,0 0 0 0 0,0 0 1 0 0,0 0-1 0 0,1-1 0 0 0,-1 1 0 0 0,0 0 0 0 0,0-1 0 0 0,1 1 1 0 0,-1-1-1 0 0,1 0 0 0 0,-1 1 0 0 0,2-1 0 0 0,9 1-16 0 0,0 0 0 0 0,0 0 0 0 0,17-3 0 0 0,-25 2 4 0 0,143-12-675 0 0,145-32 0 0 0,-239 32-1198 0 0,-22 5-3099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09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136 243 2644 0 0,'1'-3'2156'0'0,"3"-42"8212"0"0,-4 44-9665 0 0,2-7 1536 0 0,-6 81-1064 0 0,-4 0 1 0 0,-27 117 0 0 0,1-8-606 0 0,0-15 632 0 0,34-166-1166 0 0,0-1 0 0 0,0 1 0 0 0,0-1 0 0 0,0 0 0 0 0,0 1 0 0 0,0-1 0 0 0,0 0 0 0 0,0 1 0 0 0,0-1 0 0 0,-1 1 1 0 0,1-1-1 0 0,0 0 0 0 0,0 1 0 0 0,0-1 0 0 0,-1 0 0 0 0,1 1 0 0 0,0-1 0 0 0,0 0 0 0 0,-1 0 0 0 0,1 1 0 0 0,0-1 0 0 0,0 0 0 0 0,-1 0 0 0 0,1 1 0 0 0,0-1 1 0 0,-1 0-1 0 0,1 0 0 0 0,-1 0 0 0 0,1 0 0 0 0,-7-7 328 0 0,-2-19-201 0 0,5-35-143 0 0,2 0 0 0 0,3-1 1 0 0,3 1-1 0 0,2 0 0 0 0,3 0 0 0 0,18-64 0 0 0,-19 93-93 0 0,2 1 0 0 0,1 1 0 0 0,2-1 0 0 0,29-51 0 0 0,-35 70 36 0 0,1 1-1 0 0,0-1 1 0 0,0 2-1 0 0,1-1 1 0 0,0 1-1 0 0,1 0 1 0 0,0 1-1 0 0,1 1 1 0 0,-1-1-1 0 0,2 1 1 0 0,-1 1 0 0 0,1 0-1 0 0,0 1 1 0 0,16-6-1 0 0,-23 11 40 0 0,0-1-1 0 0,1 1 1 0 0,-1 0 0 0 0,1 0-1 0 0,-1 1 1 0 0,1-1-1 0 0,-1 1 1 0 0,1 1 0 0 0,-1-1-1 0 0,1 1 1 0 0,-1 0 0 0 0,1 0-1 0 0,-1 0 1 0 0,0 1-1 0 0,1 0 1 0 0,-1 0 0 0 0,0 0-1 0 0,0 1 1 0 0,0 0-1 0 0,-1-1 1 0 0,1 2 0 0 0,-1-1-1 0 0,0 1 1 0 0,1-1-1 0 0,-1 1 1 0 0,-1 0 0 0 0,1 0-1 0 0,-1 1 1 0 0,0-1 0 0 0,0 1-1 0 0,0 0 1 0 0,0 0-1 0 0,-1 0 1 0 0,0 0 0 0 0,0 0-1 0 0,0 0 1 0 0,-1 1-1 0 0,1-1 1 0 0,-1 1 0 0 0,-1-1-1 0 0,1 1 1 0 0,-1-1-1 0 0,0 1 1 0 0,0-1 0 0 0,-1 8-1 0 0,-2 2 16 0 0,-1 1 0 0 0,0-1 0 0 0,-1 0 0 0 0,0-1-1 0 0,-2 1 1 0 0,1-1 0 0 0,-2 0 0 0 0,0-1 0 0 0,0 0 0 0 0,-2 0-1 0 0,1-1 1 0 0,-1 0 0 0 0,-15 13 0 0 0,6-7 7 0 0,-2 0-1 0 0,0-1 1 0 0,-1-1 0 0 0,-1-1-1 0 0,-1-1 1 0 0,-44 19 0 0 0,-36 5 69 0 0,86-29-340 0 0,17-9 239 0 0,1 0 1 0 0,0 0-1 0 0,0 1 1 0 0,-1-1 0 0 0,1 0-1 0 0,0 0 1 0 0,0 0 0 0 0,0 1-1 0 0,-1-1 1 0 0,1 0 0 0 0,0 0-1 0 0,0 1 1 0 0,0-1-1 0 0,0 0 1 0 0,0 0 0 0 0,-1 1-1 0 0,1-1 1 0 0,0 0 0 0 0,0 0-1 0 0,0 1 1 0 0,0-1-1 0 0,0 0 1 0 0,0 1 0 0 0,0-1-1 0 0,0 0 1 0 0,0 1 0 0 0,0-1-1 0 0,0 1 1 0 0,1 0-13 0 0,1 1 1 0 0,-1-1 0 0 0,0 0-1 0 0,1 1 1 0 0,-1-1 0 0 0,1 0-1 0 0,-1 0 1 0 0,1 0-1 0 0,0 0 1 0 0,3 1 0 0 0,0 1 26 0 0,63 39-619 0 0,-1 3 1 0 0,-3 3 0 0 0,74 70 0 0 0,-79-66-3846 0 0,-18-21-3745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09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65 712 0 0,'0'-2'2418'0'0,"4"-59"13092"0"0,3 74-14166 0 0,0 2-910 0 0,-1 1-1 0 0,4 18 1 0 0,8 23-104 0 0,-13-45-270 0 0,1 0 1 0 0,0 0-1 0 0,11 17 0 0 0,-13-25-40 0 0,-1 0-1 0 0,1 1 0 0 0,0-1 1 0 0,0 0-1 0 0,0-1 0 0 0,1 1 1 0 0,-1-1-1 0 0,1 0 0 0 0,0 0 0 0 0,8 4 1 0 0,-9-7-13 0 0,0 1 1 0 0,1-1 0 0 0,-1 1 0 0 0,0-2-1 0 0,1 1 1 0 0,-1 0 0 0 0,0-1 0 0 0,1 0-1 0 0,-1 1 1 0 0,0-2 0 0 0,0 1 0 0 0,1-1-1 0 0,-1 1 1 0 0,0-1 0 0 0,7-5 0 0 0,-2 1-7 0 0,0-1 0 0 0,-1 0 0 0 0,0-1 0 0 0,0 0 0 0 0,0 0 0 0 0,7-12 0 0 0,35-59 19 0 0,-32 48-11 0 0,13-24 1283 0 0,-31 55-1224 0 0,1 0 0 0 0,-1 0 0 0 0,1 0 0 0 0,-1 0 1 0 0,1 1-1 0 0,-1-1 0 0 0,0 0 0 0 0,1 0 0 0 0,-1 1 0 0 0,1-1 0 0 0,-1 0 1 0 0,0 1-1 0 0,1-1 0 0 0,-1 0 0 0 0,0 1 0 0 0,1-1 0 0 0,-1 0 0 0 0,0 1 1 0 0,0-1-1 0 0,1 1 0 0 0,-1-1 0 0 0,0 1 0 0 0,0 0 0 0 0,-1 20 596 0 0,0-1 0 0 0,-2 1 0 0 0,-1 0-1 0 0,-6 21 1 0 0,-32 85 54 0 0,16-52-379 0 0,-1-1-82 0 0,-4 16-1049 0 0,16-30-3715 0 0,14-43 1243 0 0,3-7-677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09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7 163 2012 0 0,'-3'-42'10932'0'0,"0"6"-5072"0"0,3 35-5776 0 0,1 0-1 0 0,-1 0 0 0 0,1 0 1 0 0,0-1-1 0 0,-1 1 0 0 0,1 0 1 0 0,0 0-1 0 0,0 1 0 0 0,0-1 1 0 0,0 0-1 0 0,0 0 0 0 0,0 0 1 0 0,0 1-1 0 0,0-1 0 0 0,0 0 1 0 0,0 1-1 0 0,0-1 0 0 0,0 1 0 0 0,2-1 1 0 0,28-11 522 0 0,-27 11-508 0 0,30-9 211 0 0,1 2 0 0 0,57-6 0 0 0,-43 7-233 0 0,-19 3-1491 0 0,-4 1-2650 0 0,-1-6-3441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10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82 189 64 0 0,'-19'-63'20413'0'0,"17"95"-18103"0"0,-5 92-517 0 0,0-1-1346 0 0,7-103-398 0 0,1-1-1 0 0,1 1 1 0 0,0-1-1 0 0,8 25 1 0 0,-9-40-51 0 0,0 0 0 0 0,0 0 1 0 0,1 0-1 0 0,0 0 1 0 0,-1 0-1 0 0,2 0 0 0 0,-1 0 1 0 0,0-1-1 0 0,1 1 1 0 0,0-1-1 0 0,-1 1 1 0 0,1-1-1 0 0,1 0 0 0 0,-1 0 1 0 0,0-1-1 0 0,1 1 1 0 0,-1-1-1 0 0,1 1 0 0 0,0-1 1 0 0,0 0-1 0 0,0-1 1 0 0,0 1-1 0 0,6 1 0 0 0,-4-2-75 0 0,0 0 0 0 0,0 0 1 0 0,-1-1-1 0 0,1 0 0 0 0,0-1 0 0 0,0 1 0 0 0,0-1 0 0 0,0 0 0 0 0,-1 0 0 0 0,1-1 0 0 0,0 1 0 0 0,-1-1 0 0 0,1-1 0 0 0,-1 1 0 0 0,0-1 0 0 0,10-6 1 0 0,-4 0-27 0 0,0 0 1 0 0,0-1 0 0 0,-1 0 0 0 0,0 0 0 0 0,-1-1 0 0 0,0-1 0 0 0,0 1 0 0 0,10-22 0 0 0,2-9 98 0 0,20-56 1 0 0,-38 89 36 0 0,19-63 2682 0 0,-21 71-2565 0 0,1-2-139 0 0,2-2 698 0 0,-2 15-77 0 0,-5 42 124 0 0,3-50-709 0 0,0 22 585 0 0,0-24-517 0 0,0 10 810 0 0,0-10-907 0 0,0 0 0 0 0,0 0 0 0 0,1 0 0 0 0,-1 0 1 0 0,0 0-1 0 0,0 0 0 0 0,0 0 0 0 0,0-1 0 0 0,0 1 1 0 0,0 0-1 0 0,0 0 0 0 0,0 0 0 0 0,0 0 0 0 0,0 0 0 0 0,0 1 1 0 0,1-1-1 0 0,-1 0 0 0 0,0 0 0 0 0,0 0 0 0 0,0 0 0 0 0,0 0 1 0 0,0 0-1 0 0,0 0 0 0 0,0 0 0 0 0,0 0 0 0 0,0 0 0 0 0,0 0 1 0 0,0 0-1 0 0,0 0 0 0 0,0 0 0 0 0,1 0 0 0 0,-1 0 0 0 0,0 0 1 0 0,0 0-1 0 0,3-13-19 0 0,4-8-4 0 0,-2-1-1 0 0,0 1 1 0 0,2-43-1 0 0,-7 53-38 0 0,-1 0-1 0 0,0 1 1 0 0,0-1 0 0 0,-1 0-1 0 0,0 1 1 0 0,-1-1 0 0 0,-1 1-1 0 0,-8-19 1 0 0,9 24 25 0 0,0-1 0 0 0,0 1 0 0 0,-1 0 0 0 0,1 0 0 0 0,-1 1 0 0 0,0-1 0 0 0,0 1 0 0 0,-1 0 0 0 0,0 0 0 0 0,1 0 0 0 0,-1 1 0 0 0,0 0 0 0 0,-1 0 0 0 0,1 0 0 0 0,-1 0 0 0 0,1 1 0 0 0,-9-3 0 0 0,5 4 16 0 0,1 0 0 0 0,-1 0-1 0 0,0 1 1 0 0,0 0 0 0 0,0 0-1 0 0,0 1 1 0 0,0 0 0 0 0,1 0-1 0 0,-1 1 1 0 0,0 1 0 0 0,1-1-1 0 0,-1 1 1 0 0,1 1 0 0 0,0 0-1 0 0,0 0 1 0 0,0 0 0 0 0,-7 6-1 0 0,-3 3-8 0 0,0 1-1 0 0,1 0 0 0 0,0 1 0 0 0,1 1 0 0 0,-22 29 0 0 0,29-33-15 0 0,1 0 1 0 0,1 0-1 0 0,0 1 0 0 0,0 0 1 0 0,-7 22-1 0 0,11-26-581 0 0,1 0-1 0 0,0 1 1 0 0,0-1-1 0 0,1 1 1 0 0,-1 11-1 0 0,2-19 319 0 0,0 0 0 0 0,0 0 1 0 0,1 0-1 0 0,-1 0 0 0 0,0 0 0 0 0,1 0 1 0 0,0 0-1 0 0,-1 0 0 0 0,1 0 0 0 0,0 0 0 0 0,0-1 1 0 0,0 1-1 0 0,0 0 0 0 0,0 0 0 0 0,0-1 1 0 0,0 1-1 0 0,1-1 0 0 0,-1 1 0 0 0,1-1 0 0 0,1 2 1 0 0,1-1-1186 0 0,0 1 0 0 0,0-1 1 0 0,0 0-1 0 0,0 0 0 0 0,0-1 1 0 0,7 3-1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11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42 1608 0 0,'2'-42'22636'0'0,"-4"167"-18375"0"0,-23 171 1 0 0,4-159-4262 0 0,-74 262 0 0 0,90-378 23 0 0,4-13-48 0 0,-1-1 1 0 0,0 1-1 0 0,-1-1 1 0 0,0 0-1 0 0,-7 13 0 0 0,9-18-657 0 0,0-2 426 0 0,0 0 1 0 0,0-1-1 0 0,0 1 0 0 0,0-1 0 0 0,0 1 1 0 0,0 0-1 0 0,0-1 0 0 0,0 0 0 0 0,0 1 1 0 0,0-1-1 0 0,0 0 0 0 0,1 1 0 0 0,-1-1 1 0 0,0 0-1 0 0,0 0 0 0 0,1 0 0 0 0,-1 1 0 0 0,0-1 1 0 0,1 0-1 0 0,-1 0 0 0 0,1 0 0 0 0,-1 0 1 0 0,1 0-1 0 0,0 0 0 0 0,-1 0 0 0 0,1 0 1 0 0,0 0-1 0 0,0-1 0 0 0,0 1 0 0 0,0 0 0 0 0,0 0 1 0 0,0 0-1 0 0,0 0 0 0 0,0-1 0 0 0,3-44-9457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12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49 205 1576 0 0,'29'-73'14270'0'0,"-28"73"-14223"0"0,-1 0 1 0 0,0 0-1 0 0,0 0 0 0 0,0 0 0 0 0,0 1 0 0 0,0-1 1 0 0,0 0-1 0 0,1 0 0 0 0,-1 0 0 0 0,0 0 0 0 0,0 0 1 0 0,0 0-1 0 0,0 0 0 0 0,0 0 0 0 0,0 0 0 0 0,1 0 1 0 0,-1 0-1 0 0,0 0 0 0 0,0 0 0 0 0,0 0 1 0 0,0 0-1 0 0,2-1 614 0 0,-2 0-614 0 0,0 1 0 0 0,0 0 0 0 0,0 0 1 0 0,0 0-1 0 0,0 0 0 0 0,0 0 0 0 0,0 0 0 0 0,0 0 1 0 0,0-1-1 0 0,0 1 0 0 0,0 0 0 0 0,7 14 1015 0 0,12 152 2661 0 0,-8 86-2897 0 0,-9-177-533 0 0,-1-22-154 0 0,-2 1 0 0 0,-11 71-1 0 0,11-118-73 0 0,1-5-56 0 0,-1 0 1 0 0,1 0-1 0 0,0-1 1 0 0,0 1-1 0 0,-1 0 1 0 0,1-1-1 0 0,-1 1 1 0 0,1 0-1 0 0,-1-1 0 0 0,0 1 1 0 0,1 0-1 0 0,-1-1 1 0 0,0 1-1 0 0,0-1 1 0 0,0 1-1 0 0,0-1 1 0 0,0 0-1 0 0,-1 0 1 0 0,1 1-1 0 0,-3 1 1 0 0,3-3 19 0 0,-2-1-48 0 0,-1-1-12 0 0,-1-1-1 0 0,1 0 0 0 0,0 0 0 0 0,0-1 1 0 0,1 1-1 0 0,-1-1 0 0 0,1 0 0 0 0,0 0 1 0 0,0 0-1 0 0,0 0 0 0 0,0 0 1 0 0,1-1-1 0 0,-1 1 0 0 0,1-1 0 0 0,1 0 1 0 0,-1 0-1 0 0,-1-7 0 0 0,-4-13-179 0 0,2 0 0 0 0,-4-29 0 0 0,4 5 123 0 0,2 1 0 0 0,1-1-1 0 0,3 0 1 0 0,2 1 0 0 0,3-1-1 0 0,1 1 1 0 0,2 0 0 0 0,19-55-1 0 0,-22 87 64 0 0,1 0-1 0 0,1 1 0 0 0,0 0 1 0 0,1 1-1 0 0,1 0 0 0 0,0 0 1 0 0,0 1-1 0 0,2 0 0 0 0,0 1 0 0 0,0 0 1 0 0,1 1-1 0 0,0 1 0 0 0,26-17 1 0 0,-29 22 6 0 0,0 0 1 0 0,0 0-1 0 0,1 1 0 0 0,-1 0 1 0 0,1 1-1 0 0,0 1 0 0 0,0-1 1 0 0,0 1-1 0 0,18 0 1 0 0,-20 2 15 0 0,0 1 1 0 0,0 0-1 0 0,0 0 1 0 0,0 1 0 0 0,0 0-1 0 0,0 0 1 0 0,-1 1-1 0 0,1 0 1 0 0,-1 1-1 0 0,0 0 1 0 0,0 0-1 0 0,14 11 1 0 0,-18-13 7 0 0,-1 1 0 0 0,1 0 1 0 0,-1 0-1 0 0,1 0 0 0 0,-1 0 0 0 0,0 1 0 0 0,-1 0 0 0 0,1-1 1 0 0,0 1-1 0 0,-1 0 0 0 0,0 0 0 0 0,0 0 0 0 0,0 0 1 0 0,-1 1-1 0 0,1-1 0 0 0,-1 0 0 0 0,0 1 0 0 0,0-1 0 0 0,0 8 1 0 0,-1-3 4 0 0,-1-1 0 0 0,0 0 0 0 0,0 0 0 0 0,0 0 0 0 0,-1-1-1 0 0,-1 1 1 0 0,1 0 0 0 0,-1-1 0 0 0,-1 1 0 0 0,-5 9 0 0 0,-2 1 9 0 0,0-1-1 0 0,-1 0 0 0 0,-1-1 0 0 0,-1-1 0 0 0,0 0 0 0 0,-32 26 0 0 0,18-20 5 0 0,-2-1 1 0 0,0-2-1 0 0,-40 19 0 0 0,62-33-10 0 0,-1 0 0 0 0,1-1 1 0 0,-1 0-1 0 0,-17 3 0 0 0,23-5-12 0 0,-1 0-1 0 0,1-1 0 0 0,-1 1 1 0 0,0-1-1 0 0,1 0 0 0 0,-1 1 0 0 0,0-2 1 0 0,-6 0-1 0 0,4 0-6 0 0,4 1 5 0 0,-10-7-147 0 0,13 6 140 0 0,-1 1 1 0 0,1-1 0 0 0,-1 0-1 0 0,1 0 1 0 0,-1 1 0 0 0,1-1-1 0 0,0 0 1 0 0,-1 1 0 0 0,1-1-1 0 0,0 0 1 0 0,-1 1-1 0 0,1-1 1 0 0,0 1 0 0 0,0-1-1 0 0,-1 1 1 0 0,1 0 0 0 0,0-1-1 0 0,0 1 1 0 0,0 0 0 0 0,0-1-1 0 0,0 1 1 0 0,-1 0 0 0 0,3 0-1 0 0,0 0 15 0 0,1 0-1 0 0,0 0 1 0 0,-1 0-1 0 0,1 0 0 0 0,0 1 1 0 0,4 1-1 0 0,2 1 66 0 0,0 0 0 0 0,0 1 0 0 0,16 9 0 0 0,-11-3 4 0 0,0 0 0 0 0,-1 0 1 0 0,-1 2-1 0 0,0 0 0 0 0,0 0 0 0 0,-1 1 1 0 0,17 25-1 0 0,-1 5-393 0 0,30 61 1 0 0,-7-9-3603 0 0,-22-55 39 0 0,-5-17-2201 0 0,-9-11-245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12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71 138 1868 0 0,'1'-6'1043'0'0,"0"1"-1"0"0,0-1 1 0 0,0 0 0 0 0,1 1-1 0 0,0-1 1 0 0,0 0 0 0 0,0 1-1 0 0,1 0 1 0 0,0 0 0 0 0,0 0-1 0 0,7-10 1 0 0,-5 11-673 0 0,-1-1 1 0 0,1 0 0 0 0,0 1-1 0 0,1 0 1 0 0,-1 0 0 0 0,1 1-1 0 0,0 0 1 0 0,0 0 0 0 0,0 0-1 0 0,9-3 1 0 0,0 2 54 0 0,0 0-1 0 0,-1 0 1 0 0,29-2-1 0 0,-41 6-384 0 0,0 0-1 0 0,0 0 1 0 0,0-1 0 0 0,0 1-1 0 0,0 1 1 0 0,0-1-1 0 0,0 0 1 0 0,0 0-1 0 0,0 1 1 0 0,0-1 0 0 0,0 1-1 0 0,0 0 1 0 0,0 0-1 0 0,0 0 1 0 0,0 0 0 0 0,0 0-1 0 0,0 0 1 0 0,2 2-1 0 0,-3-2-4 0 0,0 1-1 0 0,0-1 0 0 0,0 1 1 0 0,0 0-1 0 0,0-1 0 0 0,0 1 0 0 0,-1 0 1 0 0,1 0-1 0 0,0-1 0 0 0,-1 1 1 0 0,0 0-1 0 0,1 0 0 0 0,-1 0 1 0 0,0 0-1 0 0,0 0 0 0 0,0 2 1 0 0,-1 3 15 0 0,0 0 0 0 0,0 0 1 0 0,-1 0-1 0 0,0 0 1 0 0,0-1-1 0 0,0 1 1 0 0,-1-1-1 0 0,-7 12 1 0 0,-24 29 304 0 0,-2-2 1 0 0,-2-2-1 0 0,-63 57 0 0 0,40-40 240 0 0,51-49-561 0 0,10-10-30 0 0,-1-1 1 0 0,1 0 0 0 0,0 1-1 0 0,-1-1 1 0 0,1 0 0 0 0,0 1-1 0 0,0-1 1 0 0,-1 1 0 0 0,1-1-1 0 0,0 0 1 0 0,0 1 0 0 0,0-1 0 0 0,0 1-1 0 0,0-1 1 0 0,-1 1 0 0 0,1-1-1 0 0,0 0 1 0 0,0 1 0 0 0,0-1-1 0 0,0 1 1 0 0,0-1 0 0 0,0 1-1 0 0,1-1 1 0 0,-1 1 0 0 0,0-1-1 0 0,0 0 1 0 0,0 1 0 0 0,0 0-1 0 0,1 0 3 0 0,-1-1 0 0 0,1 1 0 0 0,0 0 0 0 0,-1 0 0 0 0,1-1 0 0 0,0 1 0 0 0,0-1 0 0 0,-1 1 0 0 0,1 0 0 0 0,0-1-1 0 0,0 1 1 0 0,0-1 0 0 0,0 0 0 0 0,0 1 0 0 0,-1-1 0 0 0,1 0 0 0 0,0 1 0 0 0,0-1 0 0 0,0 0 0 0 0,0 0 0 0 0,0 0 0 0 0,0 0 0 0 0,2 0 0 0 0,1 0 14 0 0,32 3 15 0 0,0-1 1 0 0,1-3 0 0 0,38-4-1 0 0,-20 1-21 0 0,406-48 418 0 0,-459 52-423 0 0,28-10 75 0 0,-16 5-219 0 0,-12 4-211 0 0,8-8-3526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14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586 75 704 0 0,'22'-11'8612'0'0,"-19"10"-7993"0"0,-1 0 215 0 0,1 0 0 0 0,-1 0 0 0 0,0 0 0 0 0,1-1 0 0 0,-1 1 0 0 0,0 0 0 0 0,4-4 0 0 0,-5 4-769 0 0,-1 0 0 0 0,0 1-1 0 0,1-1 1 0 0,-1 0 0 0 0,0 1-1 0 0,1-1 1 0 0,-1 0 0 0 0,0 0-1 0 0,0 1 1 0 0,0-1 0 0 0,0 0-1 0 0,0 0 1 0 0,0 1 0 0 0,0-1-1 0 0,0 0 1 0 0,0 0 0 0 0,0 1-1 0 0,0-1 1 0 0,0 0 0 0 0,-1 0-1 0 0,1 1 1 0 0,0-1-1 0 0,0 0 1 0 0,-1 1 0 0 0,1-1-1 0 0,0 0 1 0 0,-1 1 0 0 0,1-1-1 0 0,-1 1 1 0 0,1-1 0 0 0,-1 1-1 0 0,1-1 1 0 0,-1 1 0 0 0,0-1-1 0 0,1 1 1 0 0,-2-1 0 0 0,0-2-50 0 0,-1 1 0 0 0,0 0 0 0 0,0 0 0 0 0,0 0 0 0 0,-1 0 1 0 0,1 0-1 0 0,0 1 0 0 0,-1-1 0 0 0,1 1 0 0 0,-1 0 0 0 0,1 0 0 0 0,-7 0 1 0 0,-48-2 0 0 0,42 3-15 0 0,12 0-1 0 0,1 1 1 0 0,-1-1 0 0 0,1 0-1 0 0,0 1 1 0 0,-1 0-1 0 0,1 0 1 0 0,0 0 0 0 0,-1 0-1 0 0,1 0 1 0 0,0 1-1 0 0,0 0 1 0 0,0-1 0 0 0,0 1-1 0 0,0 0 1 0 0,-2 3 0 0 0,0-1-6 0 0,1 1 1 0 0,0-1 0 0 0,1 1 0 0 0,-1 0 0 0 0,1 0 0 0 0,0 0 0 0 0,0 1-1 0 0,-2 5 1 0 0,-1 6 1 0 0,0 1 1 0 0,2 0-1 0 0,0 0 0 0 0,-2 31 0 0 0,-2 192 1174 0 0,1-13-210 0 0,-43 448 1175 0 0,-62 484 114 0 0,63-687-2200 0 0,-79 1132 210 0 0,96-684-267 0 0,28-635 192 0 0,4-284-187 0 0,0 4 172 0 0,0-5-141 0 0,0 0 0 0 0,0 0 0 0 0,-1 0 0 0 0,1 0 0 0 0,0 0 0 0 0,0 0 0 0 0,0 0 0 0 0,0 0 0 0 0,0 0 0 0 0,0 0 0 0 0,1 0 0 0 0,-1 0 0 0 0,0 0 0 0 0,0 0 0 0 0,1 0 0 0 0,-1 0 0 0 0,1 0 0 0 0,-1 0 0 0 0,1 0 0 0 0,-1 0 0 0 0,2 1 0 0 0,259-18-2200 0 0,-107 4 721 0 0,17-2-2738 0 0,-57-1-4327 0 0,-68 6 259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16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15 756 0 0,'10'-14'9600'0'0,"-13"74"-9084"0"0,-3-1 0 0 0,-15 65 0 0 0,5-37-280 0 0,3-14 214 0 0,-24 73 1 0 0,32-116-280 0 0,7-20-2769 0 0,-1-10 2406 0 0,-1 1 0 0 0,0-1 0 0 0,1 0 1 0 0,0 1-1 0 0,-1-1 0 0 0,1 1 0 0 0,-1-1 1 0 0,1 0-1 0 0,-1 1 0 0 0,1-1 0 0 0,0 0 1 0 0,-1 0-1 0 0,1 0 0 0 0,0 1 0 0 0,-1-1 1 0 0,1 0-1 0 0,0 0 0 0 0,-1 0 1 0 0,1 0-1 0 0,0 0 0 0 0,-1 0 0 0 0,2 0 1 0 0,21 1-3609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17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0 328 0 0,'-10'0'1662'0'0,"-22"2"8083"0"0,26-1-7885 0 0,6-1-1814 0 0,0 1 1 0 0,-1-1-1 0 0,1 0 1 0 0,0 0 0 0 0,-1 0-1 0 0,1 0 1 0 0,0 0 0 0 0,-1 1-1 0 0,1-1 1 0 0,0 0-1 0 0,-1 0 1 0 0,1 0 0 0 0,0 1-1 0 0,0-1 1 0 0,-1 0-1 0 0,1 0 1 0 0,0 1 0 0 0,0-1-1 0 0,0 0 1 0 0,-1 1 0 0 0,1-1-1 0 0,0 0 1 0 0,0 1-1 0 0,0-1 1 0 0,14 5 167 0 0,0-1 1 0 0,0 0-1 0 0,1-1 1 0 0,-1-1-1 0 0,1-1 1 0 0,0 0-1 0 0,18-1 1 0 0,2 1-51 0 0,55 0 128 0 0,-57-1-161 0 0,-30 0-95 0 0,0 0-10 0 0,24-2-330 0 0,-25 2-277 0 0,0-1-304 0 0,42-19-7793 0 0,-34 14 4405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17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40 1068 0 0,'15'-27'11697'0'0,"-5"14"-6942"0"0,-12 72-3700 0 0,-13 78 0 0 0,-21 62-879 0 0,8-47-6650 0 0,28-138 671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21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191 104 832 0 0,'0'-1'325'0'0,"2"-1"293"0"0,0 0 0 0 0,0 0 0 0 0,-1 0-1 0 0,1 0 1 0 0,-1-1 0 0 0,0 1 0 0 0,1 0 0 0 0,-1 0-1 0 0,0-1 1 0 0,0 1 0 0 0,-1-1 0 0 0,1 1-1 0 0,0-4 1 0 0,-1 4 30 0 0,0 1-390 0 0,-1 0-1 0 0,0-1 1 0 0,0 1 0 0 0,1 0 0 0 0,-1 0 0 0 0,0-1 0 0 0,0 1 0 0 0,0 0 0 0 0,0 0 0 0 0,0 0-1 0 0,0 0 1 0 0,-2-1 0 0 0,2 2-237 0 0,0 0-1 0 0,0 0 1 0 0,0-1 0 0 0,0 1-1 0 0,0 0 1 0 0,0 0 0 0 0,0 0-1 0 0,0 0 1 0 0,0 0-1 0 0,0 1 1 0 0,0-1 0 0 0,0 0-1 0 0,0 0 1 0 0,0 1-1 0 0,0-1 1 0 0,0 0 0 0 0,0 1-1 0 0,0-1 1 0 0,0 1-1 0 0,1-1 1 0 0,-1 1 0 0 0,0 0-1 0 0,0-1 1 0 0,0 1-1 0 0,1 0 1 0 0,-1-1 0 0 0,-1 3-1 0 0,-17 18 87 0 0,0 0-1 0 0,1 2 0 0 0,1 0 0 0 0,-22 42 1 0 0,30-48-58 0 0,0 0 0 0 0,2 1 1 0 0,0 1-1 0 0,1-1 0 0 0,1 1 1 0 0,0 0-1 0 0,-3 34 0 0 0,8-48-5 0 0,0-1-1 0 0,0 1 0 0 0,0-1 0 0 0,0 1 1 0 0,1-1-1 0 0,0 1 0 0 0,0-1 1 0 0,0 1-1 0 0,0-1 0 0 0,1 0 0 0 0,0 1 1 0 0,0-1-1 0 0,0 0 0 0 0,0 0 0 0 0,0 0 1 0 0,1-1-1 0 0,0 1 0 0 0,0 0 0 0 0,0-1 1 0 0,0 0-1 0 0,0 0 0 0 0,1 0 0 0 0,0 0 1 0 0,-1 0-1 0 0,1-1 0 0 0,0 0 1 0 0,0 0-1 0 0,0 0 0 0 0,0 0 0 0 0,1 0 1 0 0,6 1-1 0 0,0-1 92 0 0,1 1-1 0 0,0-2 1 0 0,0 1-1 0 0,0-2 1 0 0,0 0 0 0 0,0 0-1 0 0,0-1 1 0 0,0 0 0 0 0,0-1-1 0 0,23-7 1 0 0,-20 3-24 0 0,0 0 1 0 0,0-1-1 0 0,-1 0 0 0 0,1-2 0 0 0,-2 1 1 0 0,1-2-1 0 0,-1 0 0 0 0,-1 0 0 0 0,0-1 1 0 0,0-1-1 0 0,-1 0 0 0 0,-1 0 1 0 0,0-1-1 0 0,10-18 0 0 0,-12 19-79 0 0,-1-1 1 0 0,0-1-1 0 0,-1 1 0 0 0,-1-1 1 0 0,-1 0-1 0 0,1 0 0 0 0,-2-1 0 0 0,0 1 1 0 0,-1-1-1 0 0,0 0 0 0 0,-2 1 1 0 0,1-1-1 0 0,-2 0 0 0 0,0 0 1 0 0,0 1-1 0 0,-5-16 0 0 0,5 25-72 0 0,0 1 0 0 0,0-1 0 0 0,0 1 0 0 0,-1 0 0 0 0,0-1 0 0 0,0 1 0 0 0,0 0 0 0 0,0 0 0 0 0,-1 1 0 0 0,0-1 0 0 0,1 0-1 0 0,-1 1 1 0 0,0 0 0 0 0,-1-1 0 0 0,1 1 0 0 0,-1 0 0 0 0,1 1 0 0 0,-1-1 0 0 0,0 1 0 0 0,0 0 0 0 0,0-1 0 0 0,-5 0 0 0 0,8 3-74 0 0,0-1 1 0 0,0 1-1 0 0,-1 0 1 0 0,1 0-1 0 0,0 1 1 0 0,0-1-1 0 0,0 0 0 0 0,-1 0 1 0 0,1 1-1 0 0,0-1 1 0 0,0 0-1 0 0,0 1 1 0 0,0-1-1 0 0,0 1 1 0 0,0-1-1 0 0,0 1 1 0 0,0 0-1 0 0,0-1 0 0 0,0 1 1 0 0,0 0-1 0 0,0 0 1 0 0,0 0-1 0 0,0 0 1 0 0,1 0-1 0 0,-1 0 1 0 0,0 0-1 0 0,1 0 1 0 0,-1 0-1 0 0,1 0 1 0 0,-1 0-1 0 0,0 2 0 0 0,0 1-465 0 0,0-1 0 0 0,-1 1-1 0 0,2-1 1 0 0,-1 1-1 0 0,0-1 1 0 0,1 1-1 0 0,-1 0 1 0 0,2 6 0 0 0,2 3-2834 0 0,3-1-1394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21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82 1116 0 0,'37'-82'19141'0'0,"-35"89"-19082"0"0,-1 0 0 0 0,0-1 0 0 0,0 1 1 0 0,-1 0-1 0 0,0 0 0 0 0,0 0 1 0 0,0 0-1 0 0,-1-1 0 0 0,0 1 1 0 0,-2 7-1 0 0,-1 18 39 0 0,-3 48-246 0 0,-18 79-1 0 0,17-117-859 0 0,5-8-1897 0 0,3-32 2352 0 0,-1 0 0 0 0,1 0 1 0 0,0-1-1 0 0,0 1 0 0 0,1 0 0 0 0,-1 0 0 0 0,0-1 0 0 0,0 1 1 0 0,1 0-1 0 0,-1 0 0 0 0,1-1 0 0 0,0 1 0 0 0,0 0 0 0 0,-1-1 0 0 0,1 1 1 0 0,2 2-1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25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368 107 860 0 0,'-5'-2'650'0'0,"0"0"-1"0"0,-1 0 1 0 0,1 1-1 0 0,0 0 0 0 0,-1 0 1 0 0,1 0-1 0 0,-1 0 1 0 0,0 1-1 0 0,1 0 1 0 0,-1 0-1 0 0,-7 2 1 0 0,3 0-270 0 0,1 0 0 0 0,0 1 1 0 0,0 0-1 0 0,1 0 0 0 0,-1 1 1 0 0,-10 6-1 0 0,0 3-157 0 0,1-1 0 0 0,1 2-1 0 0,0 1 1 0 0,0 0 0 0 0,-15 19 0 0 0,19-19-119 0 0,0 1-1 0 0,1 1 0 0 0,1 0 1 0 0,0 1-1 0 0,1 0 1 0 0,-9 24-1 0 0,16-34-34 0 0,1 0 1 0 0,-1 1-1 0 0,2-1 0 0 0,-1 0 1 0 0,1 1-1 0 0,0-1 0 0 0,2 17 1 0 0,-1-20 20 0 0,1 0 0 0 0,0 1 0 0 0,0-1 0 0 0,1 0 0 0 0,-1 0 0 0 0,1 0 0 0 0,1 0 0 0 0,-1 0 0 0 0,1 0 0 0 0,-1 0-1 0 0,1-1 1 0 0,1 1 0 0 0,4 5 0 0 0,-2-5-16 0 0,0 0-1 0 0,1 0 0 0 0,-1-1 1 0 0,1 0-1 0 0,-1 0 0 0 0,2 0 1 0 0,-1-1-1 0 0,0 0 0 0 0,0-1 0 0 0,1 1 1 0 0,-1-2-1 0 0,1 1 0 0 0,0-1 1 0 0,0 0-1 0 0,0 0 0 0 0,13-1 1 0 0,-4-1 91 0 0,-1 0 0 0 0,0-1 0 0 0,0-1 0 0 0,0 0 0 0 0,0-1 0 0 0,-1-1 0 0 0,18-7 0 0 0,-20 5-67 0 0,-1 0-1 0 0,1 0 1 0 0,-1-1 0 0 0,0-1-1 0 0,-1 0 1 0 0,0 0-1 0 0,-1-1 1 0 0,0 0-1 0 0,0-1 1 0 0,-1-1-1 0 0,0 1 1 0 0,-1-1 0 0 0,-1-1-1 0 0,0 1 1 0 0,0-1-1 0 0,-1 0 1 0 0,4-16-1 0 0,-6 18-85 0 0,-2 0-1 0 0,1 0 0 0 0,-1 0 0 0 0,-1-1 0 0 0,0 1 1 0 0,0 0-1 0 0,-1-1 0 0 0,-1 1 0 0 0,0 0 1 0 0,0 0-1 0 0,-1-1 0 0 0,-1 1 0 0 0,0 0 0 0 0,0 1 1 0 0,-1-1-1 0 0,0 0 0 0 0,-1 1 0 0 0,0 0 1 0 0,-1 0-1 0 0,0 1 0 0 0,-1-1 0 0 0,-10-11 0 0 0,8 12-10 0 0,0 0 0 0 0,-1 1 0 0 0,0 0-1 0 0,0 0 1 0 0,-1 1 0 0 0,0 0 0 0 0,-1 1-1 0 0,-19-8 1 0 0,25 12-152 0 0,1 0-1 0 0,0 1 0 0 0,0 0 1 0 0,-1 0-1 0 0,1 0 1 0 0,0 1-1 0 0,-1 0 0 0 0,1 0 1 0 0,-1 0-1 0 0,-6 1 1 0 0,9 0-182 0 0,-1 0 0 0 0,1 1 1 0 0,-1-1-1 0 0,1 0 0 0 0,0 1 1 0 0,-1 0-1 0 0,1 0 1 0 0,0 0-1 0 0,0 0 0 0 0,0 0 1 0 0,0 1-1 0 0,1-1 1 0 0,-1 1-1 0 0,1 0 0 0 0,-1 0 1 0 0,-2 4-1 0 0,4-6-218 0 0,0 1-1 0 0,1 0 0 0 0,-1-1 1 0 0,0 1-1 0 0,0 0 0 0 0,1-1 1 0 0,-1 1-1 0 0,1 0 0 0 0,-1 3 1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26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98 1200 0 0,'16'-80'16377'0'0,"-17"86"-16353"0"0,0 0 0 0 0,-1 0 0 0 0,1 0 0 0 0,-1 0 0 0 0,-3 6 0 0 0,-1 6 14 0 0,-6 21 35 0 0,2 1 0 0 0,-6 49 0 0 0,14-75-63 0 0,1-1-1 0 0,1 0 1 0 0,0 0 0 0 0,1 0-1 0 0,0 0 1 0 0,1 0 0 0 0,0 0 0 0 0,1 0-1 0 0,1 0 1 0 0,0-1 0 0 0,6 13-1 0 0,-6-17 46 0 0,0-1 0 0 0,1 0 0 0 0,0 0 0 0 0,0 0 0 0 0,1-1 0 0 0,0 0 0 0 0,0 0 0 0 0,0 0 0 0 0,1-1 0 0 0,0 0 0 0 0,0 0 0 0 0,0 0 0 0 0,1-1 0 0 0,0-1 0 0 0,0 1-1 0 0,-1-1 1 0 0,2 0 0 0 0,-1-1 0 0 0,0 0 0 0 0,0 0 0 0 0,1-1 0 0 0,-1 0 0 0 0,1 0 0 0 0,16-2 0 0 0,-14 1 126 0 0,0-1 0 0 0,1-1 0 0 0,-1 0 0 0 0,0 0 0 0 0,0-1-1 0 0,-1-1 1 0 0,1 0 0 0 0,-1 0 0 0 0,1-1 0 0 0,-1 0 0 0 0,-1-1 0 0 0,1 0 0 0 0,-1 0 0 0 0,0-1 0 0 0,0 0 0 0 0,-1-1 0 0 0,0 0 0 0 0,10-13-1 0 0,-10 8-115 0 0,0 0 0 0 0,-1-1 0 0 0,-1 0-1 0 0,0 0 1 0 0,-1 0 0 0 0,0-1-1 0 0,-2 0 1 0 0,1 0 0 0 0,-2 0 0 0 0,0 0-1 0 0,-1 0 1 0 0,0 0 0 0 0,-2-18-1 0 0,0 21-60 0 0,0 1 0 0 0,-1 0-1 0 0,-1-1 1 0 0,0 1 0 0 0,0 0-1 0 0,-1 0 1 0 0,-10-20 0 0 0,9 24-37 0 0,1 0 1 0 0,-1 0 0 0 0,0 1-1 0 0,0-1 1 0 0,-1 1 0 0 0,0 1-1 0 0,0-1 1 0 0,0 1 0 0 0,-1 0-1 0 0,0 0 1 0 0,-13-7 0 0 0,16 10-193 0 0,0 1-1 0 0,-1-1 1 0 0,1 1 0 0 0,0 0-1 0 0,-1 0 1 0 0,1 1 0 0 0,-1-1-1 0 0,0 1 1 0 0,1 0 0 0 0,-1 0 0 0 0,1 0-1 0 0,-1 1 1 0 0,1 0 0 0 0,-1 0-1 0 0,1 0 1 0 0,-1 0 0 0 0,1 1-1 0 0,0-1 1 0 0,-5 4 0 0 0,6-4-312 0 0,-1 1 1 0 0,1 0-1 0 0,0 0 1 0 0,0 1-1 0 0,0-1 1 0 0,0 1-1 0 0,0 0 1 0 0,1-1-1 0 0,-1 1 1 0 0,1 0-1 0 0,0 0 1 0 0,0 1-1 0 0,0-1 1 0 0,-2 4-1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27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41 115 1516 0 0,'-3'-1'859'0'0,"0"0"-1"0"0,1-1 1 0 0,-1 1-1 0 0,0-1 1 0 0,1 0-1 0 0,-1 1 0 0 0,1-1 1 0 0,0 0-1 0 0,-1-1 1 0 0,1 1-1 0 0,-3-5 1 0 0,4 5-585 0 0,0 0 1 0 0,0 1-1 0 0,0-1 1 0 0,0 0-1 0 0,0 0 1 0 0,1 0-1 0 0,-1-1 1 0 0,1 1 0 0 0,0 0-1 0 0,0 0 1 0 0,-1-2-1 0 0,2 2-215 0 0,-1 1 0 0 0,1-1 1 0 0,-1 1-1 0 0,1-1 0 0 0,0 1 0 0 0,0-1 0 0 0,-1 1 0 0 0,1 0 0 0 0,0-1 1 0 0,0 1-1 0 0,0 0 0 0 0,1 0 0 0 0,-1 0 0 0 0,0 0 0 0 0,0 0 1 0 0,2-1-1 0 0,21-14 267 0 0,-16 12-298 0 0,0 0 0 0 0,1 1 0 0 0,-1 0 0 0 0,1 0 1 0 0,0 1-1 0 0,0 0 0 0 0,0 1 0 0 0,0 0 0 0 0,0 1 1 0 0,0-1-1 0 0,0 2 0 0 0,0-1 0 0 0,15 4 0 0 0,-14-2-17 0 0,-1 0-1 0 0,1 0 0 0 0,-1 1 1 0 0,0 1-1 0 0,0 0 0 0 0,0 0 1 0 0,0 0-1 0 0,-1 1 0 0 0,0 1 1 0 0,0-1-1 0 0,0 1 1 0 0,11 12-1 0 0,-16-15 10 0 0,-1 0-1 0 0,0 0 1 0 0,1 1 0 0 0,-1-1 0 0 0,0 1-1 0 0,-1 0 1 0 0,1 0 0 0 0,-1-1 0 0 0,1 1-1 0 0,-1 0 1 0 0,-1 0 0 0 0,1 0 0 0 0,0 0-1 0 0,-1 0 1 0 0,0 1 0 0 0,0-1 0 0 0,0 0-1 0 0,0 0 1 0 0,-1 0 0 0 0,1 0 0 0 0,-1 0 0 0 0,0 0-1 0 0,-3 7 1 0 0,-1 1 55 0 0,-1 1 1 0 0,0-1-1 0 0,-1 0 1 0 0,-1 0-1 0 0,-14 18 1 0 0,20-28-35 0 0,0 0 25 0 0,0 0 0 0 0,0 1 0 0 0,0-1 0 0 0,1 1 0 0 0,-1-1 0 0 0,1 1 0 0 0,-1-1 0 0 0,1 1 0 0 0,0 0 0 0 0,-1 3 0 0 0,4-5-65 0 0,0 0-1 0 0,-1 0 1 0 0,1 0-1 0 0,0-1 1 0 0,0 1-1 0 0,0 0 1 0 0,0-1 0 0 0,0 0-1 0 0,0 1 1 0 0,0-1-1 0 0,0 0 1 0 0,-1 0-1 0 0,4 0 1 0 0,0 0-7 0 0,15 3 13 0 0,1 1 0 0 0,-1 1 1 0 0,0 1-1 0 0,0 1 0 0 0,-1 0 0 0 0,0 1 0 0 0,0 1 1 0 0,-1 1-1 0 0,0 1 0 0 0,-1 1 0 0 0,0 0 0 0 0,-1 1 1 0 0,0 0-1 0 0,17 21 0 0 0,-31-32 61 0 0,0 1 1 0 0,0 0-1 0 0,0-1 0 0 0,0 1 0 0 0,0 0 1 0 0,-1 0-1 0 0,0 0 0 0 0,1 0 0 0 0,-1 0 1 0 0,0 0-1 0 0,0 0 0 0 0,-1 1 0 0 0,1-1 1 0 0,-1 0-1 0 0,0 0 0 0 0,0 1 1 0 0,0-1-1 0 0,0 0 0 0 0,0 0 0 0 0,0 1 1 0 0,-1-1-1 0 0,0 0 0 0 0,0 0 0 0 0,-1 4 1 0 0,-1-2 29 0 0,1-1 1 0 0,-1 1 0 0 0,0 0 0 0 0,0-1 0 0 0,-1 0-1 0 0,1 0 1 0 0,-1 0 0 0 0,0 0 0 0 0,0-1 0 0 0,0 0-1 0 0,-1 1 1 0 0,1-1 0 0 0,-10 4 0 0 0,1-1 10 0 0,0-1 0 0 0,0 0 1 0 0,-1-1-1 0 0,0 0 0 0 0,1-1 1 0 0,-1-1-1 0 0,0 0 0 0 0,-15-1 1 0 0,-3-1-136 0 0,-1-2 1 0 0,-38-7-1 0 0,55 4-477 0 0,15 5 190 0 0,1 0 0 0 0,-1-1 1 0 0,0 1-1 0 0,0-1 0 0 0,0 1 0 0 0,1-1 0 0 0,-5-4-1877 0 0,5 4 1877 0 0,-1-1 0 0 0,1 1-82 0 0,-1 0 1 0 0,1-1-1 0 0,0 1 0 0 0,0 0 1 0 0,0 0-1 0 0,0 0 0 0 0,0 0 1 0 0,0 0-1 0 0,0 0 0 0 0,1 0 1 0 0,-1 0-1 0 0,0 0 0 0 0,0-1 1 0 0,1 1-1 0 0,-1 0 0 0 0,1 0 1 0 0,-1 0-1 0 0,1 1 0 0 0,-1-1 0 0 0,3-2-394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35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126 124 956 0 0,'2'-31'6113'0'0,"-2"17"-4075"0"0,0 12-1427 0 0,0 1-538 0 0,0 1 0 0 0,0 0 0 0 0,1 0 1 0 0,-1-1-1 0 0,0 1 0 0 0,0 0 0 0 0,0-1 0 0 0,0 1 1 0 0,0 0-1 0 0,0 0 0 0 0,0-1 0 0 0,0 1 1 0 0,0 0-1 0 0,0-1 0 0 0,0 1 0 0 0,0 0 1 0 0,0 0-1 0 0,0-1 0 0 0,-1 1 0 0 0,1 0 1 0 0,0-1-1 0 0,0 1 0 0 0,0 0 0 0 0,0 0 0 0 0,0-1 1 0 0,-1 1-1 0 0,1 0 0 0 0,0 0 0 0 0,0 0 1 0 0,0-1-1 0 0,-1 1 0 0 0,-3 3 62 0 0,1 1 0 0 0,-1-1 0 0 0,1 1 1 0 0,0 0-1 0 0,0 0 0 0 0,0 0 0 0 0,-3 8 0 0 0,-18 38 662 0 0,14-28-523 0 0,-1 2-53 0 0,1 0 0 0 0,0 0 0 0 0,2 1 1 0 0,1 0-1 0 0,-7 49 0 0 0,13-66-166 0 0,0 0 1 0 0,1 0-1 0 0,0 1 1 0 0,1-1-1 0 0,0 0 1 0 0,0 0-1 0 0,0 0 1 0 0,1 0-1 0 0,1 0 1 0 0,-1 0-1 0 0,1-1 1 0 0,0 1-1 0 0,1-1 0 0 0,0 0 1 0 0,0 0-1 0 0,1 0 1 0 0,0 0-1 0 0,0-1 1 0 0,0 0-1 0 0,1 0 1 0 0,0 0-1 0 0,11 8 1 0 0,-9-8 24 0 0,0-1 0 0 0,1 0 0 0 0,-1 0 0 0 0,1-1 0 0 0,0 0 0 0 0,0-1 0 0 0,0 0 0 0 0,0 0 0 0 0,1-1 0 0 0,-1 0 0 0 0,1-1 0 0 0,0 0 0 0 0,-1-1 0 0 0,1 1 0 0 0,0-2 0 0 0,-1 0 0 0 0,1 0 0 0 0,-1 0 0 0 0,1-1 0 0 0,-1-1 0 0 0,1 0 0 0 0,-1 0 0 0 0,0 0 1 0 0,0-1-1 0 0,-1-1 0 0 0,1 0 0 0 0,-1 0 0 0 0,0 0 0 0 0,0-1 0 0 0,-1 0 0 0 0,0-1 0 0 0,0 1 0 0 0,0-2 0 0 0,-1 1 0 0 0,0-1 0 0 0,0 1 0 0 0,-1-2 0 0 0,6-11 0 0 0,-4 5-53 0 0,-2 1-1 0 0,1-1 1 0 0,-2-1-1 0 0,0 1 1 0 0,-1 0-1 0 0,-1-1 1 0 0,0 0-1 0 0,-1 1 1 0 0,0-1 0 0 0,-2 0-1 0 0,0 0 1 0 0,0 1-1 0 0,-2-1 1 0 0,0 0-1 0 0,-7-20 1 0 0,6 24-30 0 0,0 0 0 0 0,-1 1 0 0 0,-1 0 0 0 0,1 0 0 0 0,-2 0 0 0 0,0 1 0 0 0,0 0 0 0 0,0 0 0 0 0,-2 0 0 0 0,1 1 0 0 0,-1 1 0 0 0,0 0 0 0 0,-1 0 0 0 0,0 0 0 0 0,0 1 0 0 0,0 1 0 0 0,-1 0 0 0 0,0 0 0 0 0,-1 1 0 0 0,-11-4 0 0 0,11 6-173 0 0,-1-1 0 0 0,1 2 0 0 0,-1 0 0 0 0,1 0 0 0 0,-1 2 0 0 0,-21 0 0 0 0,30 0-94 0 0,-1 0 1 0 0,1 1-1 0 0,0 0 0 0 0,0-1 0 0 0,-1 2 0 0 0,1-1 0 0 0,0 0 0 0 0,0 1 0 0 0,0 0 0 0 0,0 0 0 0 0,0 0 0 0 0,1 0 0 0 0,-1 1 0 0 0,0-1 1 0 0,1 1-1 0 0,0 0 0 0 0,0 0 0 0 0,0 0 0 0 0,0 1 0 0 0,0-1 0 0 0,1 1 0 0 0,-4 6 0 0 0,5-8-223 0 0,0 0 0 0 0,0 0 0 0 0,1 0 0 0 0,-1 0 0 0 0,1 0 0 0 0,0 0 0 0 0,-1 0 0 0 0,1 1-1 0 0,0-1 1 0 0,1 3 0 0 0,2 8-4538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36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58 892 0 0,'-15'-39'14080'0'0,"1"49"-13701"0"0,10-5-304 0 0,1-1 0 0 0,0 1 0 0 0,0 0 0 0 0,0 1 0 0 0,1-1-1 0 0,-3 8 1 0 0,-2 4 45 0 0,6-15-109 0 0,-21 44 233 0 0,-17 51 1 0 0,34-82-215 0 0,1 1 0 0 0,0-1 0 0 0,1 0 1 0 0,1 1-1 0 0,0 0 0 0 0,2-1 1 0 0,1 31-1 0 0,0-40-8 0 0,0 1 0 0 0,0-1 1 0 0,1 0-1 0 0,0 0 0 0 0,0 0 0 0 0,1 0 0 0 0,-1-1 1 0 0,1 1-1 0 0,1-1 0 0 0,-1 1 0 0 0,1-1 1 0 0,8 9-1 0 0,-5-7 9 0 0,0-1 1 0 0,0 0-1 0 0,1 0 1 0 0,0-1-1 0 0,0 0 1 0 0,1 0-1 0 0,-1-1 1 0 0,10 4-1 0 0,-4-3 100 0 0,0-1 1 0 0,0 0-1 0 0,0-1 0 0 0,1-1 0 0 0,-1 0 0 0 0,1-1 0 0 0,0 0 0 0 0,-1-1 1 0 0,1-1-1 0 0,0 0 0 0 0,15-4 0 0 0,-23 3-59 0 0,-1 0 1 0 0,1 0-1 0 0,-1 0 0 0 0,0-1 0 0 0,0 0 0 0 0,0 0 1 0 0,0 0-1 0 0,0-1 0 0 0,-1 0 0 0 0,1 0 0 0 0,-1-1 1 0 0,0 1-1 0 0,-1-1 0 0 0,1 0 0 0 0,-1 0 1 0 0,0-1-1 0 0,0 1 0 0 0,0-1 0 0 0,-1 0 0 0 0,0 0 1 0 0,3-8-1 0 0,-3 5-45 0 0,-1-1 0 0 0,0 1 1 0 0,0-1-1 0 0,-1 0 0 0 0,0 0 0 0 0,0 0 1 0 0,-1 1-1 0 0,-1-1 0 0 0,1 0 0 0 0,-2 0 1 0 0,1 1-1 0 0,-2-1 0 0 0,1 0 0 0 0,-5-9 1 0 0,-1-2-1 0 0,-1 1 0 0 0,-1 1 1 0 0,0 0-1 0 0,-2 0 0 0 0,0 1 1 0 0,-2 0-1 0 0,-20-21 1 0 0,23 27-182 0 0,-2 0 0 0 0,1 1 0 0 0,-2 1 0 0 0,1 0 0 0 0,-2 1 0 0 0,1 0 1 0 0,-1 2-1 0 0,0-1 0 0 0,-1 2 0 0 0,-19-7 0 0 0,29 12-435 0 0,0 0 0 0 0,0 0 0 0 0,0 0 0 0 0,0 1 0 0 0,-10 0 0 0 0,-14 5-6305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17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0 2320 0 0,'-22'9'12087'0'0,"22"-9"-12052"0"0,0 0 0 0 0,0 0 1 0 0,0 0-1 0 0,0 0 0 0 0,0 0 0 0 0,-1 0 0 0 0,1 0 0 0 0,0 1 0 0 0,0-1 0 0 0,0 0 0 0 0,0 0 0 0 0,-1 0 0 0 0,1 0 0 0 0,0 0 0 0 0,0 0 0 0 0,0 0 0 0 0,0 0 1 0 0,0 0-1 0 0,0 0 0 0 0,-1 0 0 0 0,1 1 0 0 0,0-1 0 0 0,0 0 0 0 0,0 0 0 0 0,0 0 0 0 0,0 0 0 0 0,0 0 0 0 0,0 0 0 0 0,0 1 0 0 0,0-1 0 0 0,0 0 1 0 0,-1 0-1 0 0,1 0 0 0 0,0 0 0 0 0,0 1 0 0 0,0-1 0 0 0,0 0 0 0 0,0 0 0 0 0,0 0 0 0 0,0 0 0 0 0,0 1 0 0 0,0-1 0 0 0,0 0 0 0 0,0 0 0 0 0,1 0 1 0 0,-1 0-1 0 0,0 0 0 0 0,0 1 0 0 0,0-1 0 0 0,0 0 0 0 0,0 0 0 0 0,0 0 0 0 0,0 0 0 0 0,0 0 0 0 0,0 0 0 0 0,0 1 0 0 0,1-1 0 0 0,-1 0 0 0 0,0 0 0 0 0,0 0 1 0 0,0 0-1 0 0,0 0 0 0 0,16 3 557 0 0,19-2-526 0 0,276-6 409 0 0,-308 5-454 0 0,12 0 42 0 0,-11 0-37 0 0,19-2-652 0 0,-11 0-2778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18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77 1368 0 0,'0'-3'2267'0'0,"11"-22"4871"0"0,3 1-3418 0 0,-12 22-3620 0 0,0 0 0 0 0,0 0 0 0 0,0 0 0 0 0,1 0 0 0 0,-1 0 0 0 0,0 0 0 0 0,1 1 0 0 0,-1-1 0 0 0,1 1 0 0 0,-1 0 0 0 0,1 0 0 0 0,-1 0 0 0 0,1 0 0 0 0,0 0 0 0 0,0 1-1 0 0,0-1 1 0 0,-1 1 0 0 0,1-1 0 0 0,4 1 0 0 0,1 0-68 0 0,-1 0-1 0 0,0 1 1 0 0,0 0 0 0 0,0 0-1 0 0,0 0 1 0 0,0 1-1 0 0,0 0 1 0 0,0 1 0 0 0,0-1-1 0 0,7 5 1 0 0,-11-5-6 0 0,0 0 0 0 0,0 0 0 0 0,0 1 0 0 0,0-1 0 0 0,-1 1 0 0 0,1 0 0 0 0,0-1 1 0 0,-1 1-1 0 0,0 1 0 0 0,0-1 0 0 0,0 0 0 0 0,0 0 0 0 0,-1 1 0 0 0,1-1 0 0 0,-1 1 0 0 0,0-1 0 0 0,0 1 0 0 0,0 0 0 0 0,0 0 0 0 0,0-1 1 0 0,-1 7-1 0 0,0 2 1 0 0,0 0-1 0 0,-2 0 1 0 0,1 0 0 0 0,-1 0 0 0 0,-1 0 0 0 0,0-1 0 0 0,-1 1 0 0 0,0-1 0 0 0,-1 0 0 0 0,-6 11 0 0 0,-10 16 12 0 0,-37 48 0 0 0,42-63 35 0 0,-14 16-26 0 0,19-26-49 0 0,2 0-1 0 0,-1 0 0 0 0,2 0 0 0 0,-12 23 0 0 0,20-35 6 0 0,0 0-1 0 0,0-1 1 0 0,0 1-1 0 0,0-1 1 0 0,0 1-1 0 0,0-1 1 0 0,0 1-1 0 0,0-1 1 0 0,1 1 0 0 0,-1 0-1 0 0,0-1 1 0 0,0 1-1 0 0,0-1 1 0 0,1 1-1 0 0,-1-1 1 0 0,0 1-1 0 0,0-1 1 0 0,1 1 0 0 0,-1-1-1 0 0,0 0 1 0 0,1 1-1 0 0,-1-1 1 0 0,1 1-1 0 0,-1-1 1 0 0,1 0-1 0 0,-1 1 1 0 0,1-1-1 0 0,-1 0 1 0 0,1 1 0 0 0,20 7 84 0 0,6-7 228 0 0,1-1-1 0 0,0-1 1 0 0,39-6 0 0 0,-65 6-243 0 0,27-2-42 0 0,-26 2-424 0 0,22-7-3461 0 0,1 1 1 0 0,39-6-1 0 0,-55 11 2584 0 0,14-3-2565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18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1620 0 0,'10'-26'17160'0'0,"-3"18"-15320"0"0,24 1-1541 0 0,0 1 0 0 0,-1 2 0 0 0,56-2 0 0 0,-20 2-213 0 0,80-15-24 0 0,-87 9-4382 0 0,-25 1-287 0 0,-20 4-166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19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49 756 0 0,'4'-12'6505'0'0,"12"-25"6220"0"0,-12 54-12550 0 0,-2-1 0 0 0,1 21 0 0 0,-3-23-137 0 0,1-1-1 0 0,1 1 1 0 0,0-1 0 0 0,7 21-1 0 0,-7-28-21 0 0,0 0-1 0 0,0 0 0 0 0,1 0 1 0 0,-1-1-1 0 0,2 1 0 0 0,-1-1 1 0 0,1 1-1 0 0,-1-1 1 0 0,1 0-1 0 0,1 0 0 0 0,-1-1 1 0 0,1 1-1 0 0,0-1 0 0 0,0 0 1 0 0,0-1-1 0 0,0 1 1 0 0,1-1-1 0 0,7 4 0 0 0,-7-5-4 0 0,-1-1 0 0 0,0 1-1 0 0,1-1 1 0 0,0-1-1 0 0,-1 1 1 0 0,1-1 0 0 0,-1 0-1 0 0,1 0 1 0 0,0 0 0 0 0,-1-1-1 0 0,1 0 1 0 0,-1 0-1 0 0,1-1 1 0 0,-1 1 0 0 0,0-1-1 0 0,0 0 1 0 0,1-1 0 0 0,-1 1-1 0 0,8-7 1 0 0,8-4 71 0 0,0-2 1 0 0,36-33-1 0 0,7-10 3781 0 0,-54 48-3193 0 0,0 1-590 0 0,-10 9-74 0 0,0 0 0 0 0,0 0-1 0 0,0 0 1 0 0,1 0 0 0 0,-1 0-1 0 0,0 0 1 0 0,0 0 0 0 0,1 0-1 0 0,-1 0 1 0 0,0 0 0 0 0,0 0-1 0 0,1 0 1 0 0,-1 0 0 0 0,0 1-1 0 0,0-1 1 0 0,1 0 0 0 0,-1 0-1 0 0,0 0 1 0 0,0 0 0 0 0,0 0-1 0 0,1 0 1 0 0,-1 0-1 0 0,0 1 1 0 0,0-1 0 0 0,0 0-1 0 0,0 0 1 0 0,1 0 0 0 0,-1 1-1 0 0,0-1 1 0 0,0 0 0 0 0,0 0-1 0 0,0 0 1 0 0,0 1 0 0 0,0-1-1 0 0,1 0 1 0 0,-1 0 0 0 0,0 1-1 0 0,0-1 1 0 0,0 0 0 0 0,0 1-1 0 0,0 2 37 0 0,0 0-1 0 0,0 0 0 0 0,0 1 0 0 0,0-1 0 0 0,0 0 0 0 0,-1 1 0 0 0,1-1 0 0 0,-1 0 0 0 0,0 0 0 0 0,-2 6 1 0 0,-1 2 43 0 0,-68 250-162 0 0,17-88-4793 0 0,26-92 686 0 0,5-27-3243 0 0,11-23-445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22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51 2176 0 0,'-17'-2'10324'0'0,"7"0"-6920"0"0,13 1-2065 0 0,27 0-1615 0 0,-9 0 625 0 0,39-3 249 0 0,78-17 0 0 0,-136 20-492 0 0,17 0 171 0 0,-17 0-46 0 0,28-3-1780 0 0,-3-7-10086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22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66 1612 0 0,'55'-50'14049'0'0,"-38"34"-9323"0"0,-30 27-4079 0 0,-30 32-590 0 0,1 2 0 0 0,2 2 1 0 0,3 1-1 0 0,-42 72 0 0 0,72-108-75 0 0,1 1 0 0 0,0 0 0 0 0,1 0 0 0 0,0 0 0 0 0,1 1 0 0 0,1-1 0 0 0,0 1 0 0 0,0 0 0 0 0,1 15 0 0 0,2-24 19 0 0,0 1-1 0 0,0 0 1 0 0,1 0-1 0 0,0-1 1 0 0,0 1-1 0 0,0 0 1 0 0,1-1-1 0 0,0 1 1 0 0,0-1-1 0 0,0 0 1 0 0,0 1-1 0 0,1-1 1 0 0,0 0 0 0 0,0-1-1 0 0,1 1 1 0 0,-1 0-1 0 0,1-1 1 0 0,0 0-1 0 0,0 0 1 0 0,1 0-1 0 0,-1 0 1 0 0,1-1-1 0 0,0 0 1 0 0,8 5-1 0 0,-4-4 26 0 0,0 0 0 0 0,0-1 0 0 0,0 0 0 0 0,1 0-1 0 0,-1-1 1 0 0,1 0 0 0 0,-1 0 0 0 0,1-1 0 0 0,0-1 0 0 0,-1 0-1 0 0,1 0 1 0 0,10-2 0 0 0,-12 1 42 0 0,-1 0 0 0 0,0-1 0 0 0,1 0 0 0 0,-1 0 0 0 0,0-1-1 0 0,0 0 1 0 0,-1 0 0 0 0,1-1 0 0 0,0 1 0 0 0,-1-1 0 0 0,0-1 0 0 0,0 1 0 0 0,0-1 0 0 0,-1 0 0 0 0,0-1 0 0 0,7-8-1 0 0,-10 12-54 0 0,-1 0-1 0 0,1 0 1 0 0,-1-1-1 0 0,0 1 1 0 0,0-1-1 0 0,0 1 1 0 0,0-1-1 0 0,0 1 1 0 0,-1-1-1 0 0,1 1 1 0 0,-1-1-1 0 0,1 0 0 0 0,-1 1 1 0 0,0-1-1 0 0,0 0 1 0 0,0 1-1 0 0,-1-1 1 0 0,1 0-1 0 0,0 1 1 0 0,-1-1-1 0 0,0 1 1 0 0,0-1-1 0 0,0 1 1 0 0,0-1-1 0 0,0 1 0 0 0,0-1 1 0 0,-1 1-1 0 0,-1-3 1 0 0,0 1-156 0 0,0 0 1 0 0,-1 1-1 0 0,1 0 1 0 0,0 0-1 0 0,-1 0 0 0 0,0 0 1 0 0,0 1-1 0 0,0-1 1 0 0,0 1-1 0 0,0 0 1 0 0,0 0-1 0 0,-1 0 0 0 0,1 1 1 0 0,0-1-1 0 0,-1 1 1 0 0,-8-1-1 0 0,2 1-643 0 0,8 1-208 0 0,-31 3-4702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23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59 1940 0 0,'-61'5'17223'0'0,"66"-5"-16925"0"0,317-41 1442 0 0,-222 25-1018 0 0,-98 15-706 0 0,23-3-345 0 0,-15 2-2132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23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159 151 2672 0 0,'-16'-54'14876'0'0,"15"40"-12792"0"0,1 12-2017 0 0,1 0 0 0 0,-1-1 0 0 0,1 1 0 0 0,0 0 0 0 0,0 0 1 0 0,0 0-1 0 0,0 0 0 0 0,0 0 0 0 0,0 0 0 0 0,1 0 0 0 0,-1 0 0 0 0,0 0 0 0 0,1 1 1 0 0,0-1-1 0 0,2-1 0 0 0,1-1-15 0 0,0 0 0 0 0,0 1 1 0 0,0 0-1 0 0,1 0 0 0 0,8-3 0 0 0,7-1-67 0 0,0 1 0 0 0,28-3-1 0 0,-48 8 24 0 0,11 0-26 0 0,-1 0 0 0 0,0 0-1 0 0,0 1 1 0 0,1 0 0 0 0,19 4 0 0 0,-26-3 21 0 0,0 0-1 0 0,0 0 1 0 0,0 0-1 0 0,0 1 0 0 0,0 0 1 0 0,-1 0-1 0 0,1 0 1 0 0,-1 0-1 0 0,1 1 0 0 0,-1 0 1 0 0,0 0-1 0 0,0 0 1 0 0,0 0-1 0 0,0 1 0 0 0,0-1 1 0 0,2 5-1 0 0,-4-5 12 0 0,0-1-1 0 0,-1 1 1 0 0,1 0 0 0 0,-1 0-1 0 0,0 0 1 0 0,0 0-1 0 0,0 0 1 0 0,-1 0-1 0 0,1 1 1 0 0,-1-1 0 0 0,1 0-1 0 0,-1 0 1 0 0,0 0-1 0 0,0 1 1 0 0,-1 4-1 0 0,-1-1 8 0 0,0-1 0 0 0,1 0 0 0 0,-2 0 0 0 0,1 0 0 0 0,-1 0-1 0 0,0 0 1 0 0,-5 7 0 0 0,-5 5 41 0 0,-1-1 1 0 0,-1-1-1 0 0,-27 25 0 0 0,-5 2 183 0 0,40-37-139 0 0,0 0 587 0 0,7-6-684 0 0,0 0-1 0 0,1 1 1 0 0,-1-1 0 0 0,0 0 0 0 0,1 1-1 0 0,-1-1 1 0 0,1 0 0 0 0,-1 0-1 0 0,0 1 1 0 0,1-1 0 0 0,-1 0 0 0 0,1 0-1 0 0,-1 0 1 0 0,0 0 0 0 0,1 1-1 0 0,-1-1 1 0 0,1 0 0 0 0,-1 0 0 0 0,1 0-1 0 0,-1 0 1 0 0,1 0 0 0 0,-1 0 0 0 0,0 0-1 0 0,1 0 1 0 0,-1 0 0 0 0,1-1-1 0 0,12 3-5 0 0,0 0-1 0 0,0 0 1 0 0,0 1-1 0 0,0 1 1 0 0,-1 0-1 0 0,1 1 1 0 0,-1 0-1 0 0,0 1 0 0 0,-1 1 1 0 0,0-1-1 0 0,0 2 1 0 0,0-1-1 0 0,-1 2 1 0 0,11 9-1 0 0,-17-13 13 0 0,12 11 23 0 0,20 25 0 0 0,-32-36 14 0 0,-1 0 0 0 0,1 0 0 0 0,-1 0 0 0 0,-1 0 0 0 0,1 1 0 0 0,-1-1-1 0 0,0 1 1 0 0,0 0 0 0 0,0 0 0 0 0,1 9 0 0 0,-3-11 2 0 0,-1 0-1 0 0,1 0 1 0 0,-1 0-1 0 0,1 0 1 0 0,-1-1 0 0 0,-1 1-1 0 0,1 0 1 0 0,0 0-1 0 0,-1-1 1 0 0,0 1 0 0 0,0-1-1 0 0,0 1 1 0 0,0-1-1 0 0,-1 0 1 0 0,1 0 0 0 0,-1 0-1 0 0,1 0 1 0 0,-1 0-1 0 0,0-1 1 0 0,-1 1-1 0 0,1-1 1 0 0,-4 3 0 0 0,-7 4 18 0 0,0-1 1 0 0,-1-1 0 0 0,0 0 0 0 0,-15 5-1 0 0,4-4-122 0 0,-1-1-1 0 0,0-1 0 0 0,0-1 0 0 0,-1-2 0 0 0,1 0 1 0 0,-1-2-1 0 0,1-1 0 0 0,-1-1 0 0 0,-30-6 1 0 0,-6-6-4664 0 0,2-8-4372 0 0,38 11 677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32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96 332 0 0,'-29'-3'19811'0'0,"52"-13"-19489"0"0,-10 5-266 0 0,41-16 2 0 0,-40 20-59 0 0,1 1 0 0 0,-1 0 0 0 0,1 2 0 0 0,0-1 0 0 0,1 2 0 0 0,-1 0 0 0 0,0 1 0 0 0,1 0 0 0 0,0 2 0 0 0,-1 0 0 0 0,1 0 0 0 0,-1 1 0 0 0,1 1 1 0 0,28 8-1 0 0,-39-9 1 0 0,0 1 0 0 0,0 0 0 0 0,0 0 1 0 0,0 1-1 0 0,0-1 0 0 0,-1 1 1 0 0,1 0-1 0 0,-1 1 0 0 0,0-1 1 0 0,0 1-1 0 0,0-1 0 0 0,-1 1 0 0 0,1 0 1 0 0,4 8-1 0 0,-6-8 3 0 0,0 0 1 0 0,-1-1-1 0 0,1 1 1 0 0,-1 0-1 0 0,0 0 1 0 0,0 0-1 0 0,0 0 0 0 0,-1 0 1 0 0,1 0-1 0 0,-1 1 1 0 0,0-1-1 0 0,0 0 0 0 0,-1 0 1 0 0,1 0-1 0 0,-1 0 1 0 0,0 0-1 0 0,0 0 0 0 0,0 0 1 0 0,-3 5-1 0 0,-4 7 18 0 0,-1-1 1 0 0,0 0-1 0 0,-2 0 0 0 0,1-1 0 0 0,-2 0 1 0 0,0-1-1 0 0,-26 22 0 0 0,7-5 106 0 0,9-14-51 0 0,14-12-68 0 0,12-10-17 0 0,0 4 1 0 0,0 0 0 0 0,0 0 0 0 0,0 1 1 0 0,0 0-1 0 0,0 0 0 0 0,0 0 0 0 0,0 0 1 0 0,1 0-1 0 0,-1 1 0 0 0,5 0 0 0 0,8-1 10 0 0,0 0 0 0 0,0 2 0 0 0,0 0 0 0 0,0 1 0 0 0,0 0 0 0 0,-1 2 0 0 0,1 0 0 0 0,-1 0 0 0 0,1 2 0 0 0,18 9 0 0 0,-9-2 16 0 0,-1 2 0 0 0,-1 2-1 0 0,0 0 1 0 0,31 28 0 0 0,-47-38 17 0 0,0 1-1 0 0,-1-1 1 0 0,0 1 0 0 0,0 0 0 0 0,0 1 0 0 0,-1 0-1 0 0,7 13 1 0 0,-12-18-11 0 0,1-1 0 0 0,-1 1 0 0 0,0 0 0 0 0,0 0 0 0 0,0 0 0 0 0,0 0 0 0 0,0 0-1 0 0,-1-1 1 0 0,0 1 0 0 0,0 0 0 0 0,0 0 0 0 0,-1 0 0 0 0,1 0 0 0 0,-1 0 0 0 0,0 0 0 0 0,0 0 0 0 0,0 0-1 0 0,0 0 1 0 0,-1-1 0 0 0,0 1 0 0 0,1-1 0 0 0,-5 6 0 0 0,1-2 0 0 0,0-1 1 0 0,0 0-1 0 0,0-1 0 0 0,-1 1 1 0 0,0-1-1 0 0,0 0 0 0 0,0-1 1 0 0,-1 1-1 0 0,0-1 1 0 0,1 0-1 0 0,-1-1 0 0 0,-1 0 1 0 0,1 0-1 0 0,0-1 0 0 0,-1 1 1 0 0,1-2-1 0 0,-1 1 0 0 0,0-1 1 0 0,-13 1-1 0 0,0-2-277 0 0,1-1-1 0 0,-1 0 1 0 0,0-1-1 0 0,0-2 1 0 0,1 0 0 0 0,-21-7-1 0 0,40 10-79 0 0,-1 1-1 0 0,0-1 1 0 0,1 0-1 0 0,-1 1 1 0 0,1-1-1 0 0,-1 0 1 0 0,1 0-1 0 0,-1 0 1 0 0,1 0-1 0 0,-3-3 1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33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64 1296 0 0,'-18'-18'6283'0'0,"17"17"-6105"0"0,1 0 0 0 0,-1 0 1 0 0,0 1-1 0 0,1-1 0 0 0,-1 0 1 0 0,1 0-1 0 0,-1 0 0 0 0,1 0 1 0 0,-1 0-1 0 0,1 0 0 0 0,-1 0 1 0 0,1 0-1 0 0,0 0 0 0 0,0 0 1 0 0,0 0-1 0 0,-1 0 0 0 0,1 0 1 0 0,0 0-1 0 0,0 0 0 0 0,0 0 1 0 0,1 0-1 0 0,-1 0 0 0 0,0 0 1 0 0,0 0-1 0 0,1 0 0 0 0,-1 0 1 0 0,0 0-1 0 0,1 0 1 0 0,-1 0-1 0 0,1 0 0 0 0,-1 0 1 0 0,1 0-1 0 0,0-1 0 0 0,1 1-98 0 0,0-1 0 0 0,-1 1 0 0 0,1 0 1 0 0,0 0-1 0 0,0 0 0 0 0,0 0 0 0 0,0 1 0 0 0,0-1 0 0 0,0 0 0 0 0,0 1 0 0 0,0-1 0 0 0,0 1 0 0 0,0 0 1 0 0,0 0-1 0 0,1 0 0 0 0,-1 0 0 0 0,0 0 0 0 0,0 0 0 0 0,3 1 0 0 0,5 1-16 0 0,1 0 1 0 0,0 1-1 0 0,-1 0 0 0 0,0 0 0 0 0,0 1 1 0 0,0 1-1 0 0,0 0 0 0 0,-1 0 1 0 0,0 0-1 0 0,0 2 0 0 0,0-1 0 0 0,-1 1 1 0 0,11 11-1 0 0,-14-12-32 0 0,1 0 0 0 0,-2 0 0 0 0,1 1 1 0 0,-1 0-1 0 0,0 0 0 0 0,0 0 0 0 0,0 0 0 0 0,-1 1 1 0 0,-1-1-1 0 0,1 1 0 0 0,-1 0 0 0 0,0 0 0 0 0,-1 0 0 0 0,0 0 1 0 0,0 0-1 0 0,-1 0 0 0 0,0 0 0 0 0,0 0 0 0 0,-2 9 1 0 0,-1-2 17 0 0,-1 1 0 0 0,-1-1 1 0 0,0 0-1 0 0,0 0 1 0 0,-2-1-1 0 0,0 0 1 0 0,0 0-1 0 0,-2 0 0 0 0,-10 13 1 0 0,-13 13 524 0 0,-54 51 1 0 0,85-90-564 0 0,-31 32 537 0 0,30-32-445 0 0,3 0-99 0 0,-1-1-1 0 0,0 1 0 0 0,1 0 0 0 0,-1-1 0 0 0,1 1 0 0 0,-1-1 0 0 0,1 1 1 0 0,-1-1-1 0 0,1 1 0 0 0,-1-1 0 0 0,1 1 0 0 0,0-1 0 0 0,-1 0 0 0 0,1 1 1 0 0,-1-1-1 0 0,1 0 0 0 0,0 0 0 0 0,-1 1 0 0 0,1-1 0 0 0,0 0 0 0 0,0 0 1 0 0,-1 0-1 0 0,1 0 0 0 0,0 0 0 0 0,-1 0 0 0 0,1 0 0 0 0,0 0 0 0 0,-1 0 1 0 0,1 0-1 0 0,0 0 0 0 0,1-1 0 0 0,-1 1-3 0 0,149-18 143 0 0,-38 3-109 0 0,-27 2-1341 0 0,-58 8-2300 0 0,0-1-3684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33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98 2640 0 0,'0'-1'80'0'0,"-3"-8"2255"0"0,0-1 1 0 0,1 0-1 0 0,0 1 0 0 0,0-15 1 0 0,2 23-2252 0 0,0 0 0 0 0,1-1 1 0 0,-1 1-1 0 0,0 0 1 0 0,1-1-1 0 0,-1 1 0 0 0,1 0 1 0 0,0 0-1 0 0,-1-1 1 0 0,1 1-1 0 0,0 0 0 0 0,0 0 1 0 0,-1 0-1 0 0,1 0 0 0 0,0 0 1 0 0,0 0-1 0 0,0 0 1 0 0,0 0-1 0 0,1 0 0 0 0,-1 1 1 0 0,0-1-1 0 0,0 0 1 0 0,0 1-1 0 0,1-1 0 0 0,-1 1 1 0 0,0-1-1 0 0,3 0 0 0 0,3-1 59 0 0,-1 1-1 0 0,1 0 0 0 0,13-1 0 0 0,-9 1-94 0 0,0 1 1 0 0,0 1-1 0 0,0 0 1 0 0,0 1-1 0 0,-1 0 1 0 0,1 0-1 0 0,-1 1 1 0 0,1 1-1 0 0,-1-1 1 0 0,0 2-1 0 0,-1 0 1 0 0,14 7-1 0 0,-19-9-23 0 0,0 0 0 0 0,0 0 1 0 0,0 0-1 0 0,0 1 0 0 0,-1-1 0 0 0,1 1 1 0 0,-1 0-1 0 0,0 0 0 0 0,0 0 0 0 0,0 0 0 0 0,-1 0 1 0 0,1 1-1 0 0,-1-1 0 0 0,0 1 0 0 0,0 0 0 0 0,-1-1 1 0 0,0 1-1 0 0,1 0 0 0 0,-2 0 0 0 0,1 0 0 0 0,0 0 1 0 0,-1 0-1 0 0,0 0 0 0 0,0 0 0 0 0,-1 0 0 0 0,1 0 1 0 0,-1 0-1 0 0,-2 8 0 0 0,-2 0 74 0 0,0-1 1 0 0,0 1-1 0 0,-1-1 1 0 0,-1 0-1 0 0,0-1 1 0 0,0 1-1 0 0,-1-2 1 0 0,-1 1-1 0 0,-9 9 1 0 0,-15 12 765 0 0,-48 36 0 0 0,25-23-242 0 0,55-45-621 0 0,1 0 0 0 0,0 1 0 0 0,-1-1 0 0 0,1 0 0 0 0,-1 1 0 0 0,1-1 0 0 0,0 0 0 0 0,-1 0 0 0 0,1 1-1 0 0,0-1 1 0 0,-1 1 0 0 0,1-1 0 0 0,0 0 0 0 0,0 1 0 0 0,-1-1 0 0 0,1 1 0 0 0,0-1 0 0 0,0 1 0 0 0,0-1 0 0 0,0 0-1 0 0,-1 1 1 0 0,1-1 0 0 0,0 1 0 0 0,0-1 0 0 0,0 1 0 0 0,0-1 0 0 0,0 1 0 0 0,0-1 0 0 0,0 1 0 0 0,0-1 0 0 0,1 1-1 0 0,-1-1 1 0 0,0 1 0 0 0,0-1 0 0 0,0 1 0 0 0,1-1 0 0 0,0 1 1 0 0,0 0 0 0 0,0 0 0 0 0,0 0 0 0 0,0 0 0 0 0,1 0 0 0 0,-1-1 0 0 0,0 1 0 0 0,1 0 0 0 0,-1-1 0 0 0,1 1 0 0 0,1 0 0 0 0,41 4 36 0 0,52-6-1 0 0,0-4 1 0 0,100-20 0 0 0,-127 16-21 0 0,90-15 444 0 0,-157 24-326 0 0,33-5-1561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37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76 64 0 0,'56'-69'13759'0'0,"-51"63"-11347"0"0,-71 87-2256 0 0,-31 43 206 0 0,86-107-329 0 0,0 0 1 0 0,1 1-1 0 0,1 0 1 0 0,1 1-1 0 0,-10 30 1 0 0,17-45-21 0 0,0 1 0 0 0,0-1 0 0 0,1 1 1 0 0,-1-1-1 0 0,1 1 0 0 0,0 0 0 0 0,0-1 1 0 0,0 1-1 0 0,1-1 0 0 0,-1 1 0 0 0,1-1 1 0 0,0 1-1 0 0,1-1 0 0 0,-1 1 1 0 0,1-1-1 0 0,0 0 0 0 0,5 8 0 0 0,-4-6 32 0 0,2-1 0 0 0,-1 0-1 0 0,0-1 1 0 0,1 1-1 0 0,0-1 1 0 0,0 0 0 0 0,1 0-1 0 0,-1 0 1 0 0,1-1-1 0 0,-1 1 1 0 0,12 3 0 0 0,-8-4 25 0 0,1 1 0 0 0,-1-2 0 0 0,1 0 0 0 0,0 0 0 0 0,-1 0 0 0 0,1-1 0 0 0,18-1 0 0 0,-21 0-44 0 0,-1-1 0 0 0,1 0 0 0 0,0 0 1 0 0,0 0-1 0 0,-1-1 0 0 0,1 0 0 0 0,-1 0 0 0 0,1-1 0 0 0,-1 0 0 0 0,0 0 1 0 0,6-5-1 0 0,-10 7 8 0 0,0 0 0 0 0,0 0 0 0 0,0-1 0 0 0,0 1 0 0 0,-1-1 1 0 0,1 0-1 0 0,-1 0 0 0 0,1 1 0 0 0,-1-1 0 0 0,0 0 0 0 0,1 0 1 0 0,-1 0-1 0 0,0 0 0 0 0,0 0 0 0 0,-1-1 0 0 0,1 1 0 0 0,0 0 0 0 0,-1 0 1 0 0,1 0-1 0 0,-1-1 0 0 0,0 1 0 0 0,0-3 0 0 0,0 3-25 0 0,-1 0 1 0 0,1-1-1 0 0,-1 1 0 0 0,0 1 0 0 0,0-1 1 0 0,0 0-1 0 0,0 0 0 0 0,0 0 0 0 0,0 0 1 0 0,0 1-1 0 0,-1-1 0 0 0,1 0 0 0 0,-1 1 1 0 0,1-1-1 0 0,-1 1 0 0 0,0 0 0 0 0,1 0 1 0 0,-1-1-1 0 0,0 1 0 0 0,0 0 0 0 0,0 1 1 0 0,0-1-1 0 0,0 0 0 0 0,-2 0 0 0 0,-11-4 18 0 0,1 2-1 0 0,0 0 1 0 0,-1 1-1 0 0,0 0 0 0 0,0 1 1 0 0,1 1-1 0 0,-21 1 0 0 0,23 0-447 0 0,0 1 0 0 0,0 0 0 0 0,1 0-1 0 0,-1 1 1 0 0,0 1 0 0 0,1 0 0 0 0,0 0-1 0 0,0 1 1 0 0,-15 9 0 0 0,24-12-129 0 0,-13 10-1047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37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89 836 0 0,'1'-1'418'0'0,"15"-41"7030"0"0,-15 39-6952 0 0,0 0 0 0 0,0 0 0 0 0,-1 0 0 0 0,1-1 0 0 0,-1 1-1 0 0,0 0 1 0 0,0 0 0 0 0,0 0 0 0 0,0 0 0 0 0,0 0 0 0 0,-2-5 0 0 0,2 8-459 0 0,-1 0-1 0 0,1-1 1 0 0,-1 1 0 0 0,1 0 0 0 0,0-1 0 0 0,-1 1 0 0 0,1 0 0 0 0,-1 0-1 0 0,1-1 1 0 0,-1 1 0 0 0,0 0 0 0 0,1 0 0 0 0,-1 0 0 0 0,1 0 0 0 0,-1 0-1 0 0,1 0 1 0 0,-1 0 0 0 0,1 0 0 0 0,-1 0 0 0 0,0 0 0 0 0,1 0 0 0 0,-1 0-1 0 0,1 0 1 0 0,-1 0 0 0 0,1 0 0 0 0,-1 0 0 0 0,1 1 0 0 0,-1-1 0 0 0,-15 6 212 0 0,15-6-237 0 0,-9 4 136 0 0,1 1-1 0 0,-1 0 0 0 0,1 1 0 0 0,0 0 0 0 0,-12 11 1 0 0,-39 40 274 0 0,45-42-338 0 0,2-1-42 0 0,-1 0-1 0 0,2 2 1 0 0,0-1-1 0 0,1 2 1 0 0,1-1 0 0 0,0 1-1 0 0,-12 30 1 0 0,19-39-35 0 0,1 0 1 0 0,0 1-1 0 0,0-1 0 0 0,0 0 0 0 0,1 1 1 0 0,1-1-1 0 0,-1 1 0 0 0,2 14 0 0 0,0-17 2 0 0,0 0 0 0 0,1 0-1 0 0,0 0 1 0 0,0 0-1 0 0,0 0 1 0 0,0-1-1 0 0,1 1 1 0 0,0-1-1 0 0,0 0 1 0 0,0 0-1 0 0,1 0 1 0 0,0 0-1 0 0,6 6 1 0 0,-3-4 105 0 0,0-1-1 0 0,1 0 1 0 0,-1 0 0 0 0,1 0 0 0 0,1-1-1 0 0,-1 0 1 0 0,1-1 0 0 0,-1 0 0 0 0,1 0-1 0 0,12 2 1 0 0,-17-5-52 0 0,-1 0 0 0 0,0-1 0 0 0,1 1 0 0 0,-1-1 0 0 0,1 0 0 0 0,-1 0-1 0 0,1 0 1 0 0,-1 0 0 0 0,1-1 0 0 0,-1 1 0 0 0,1-1 0 0 0,-1 0 0 0 0,1 0 0 0 0,-1 0 0 0 0,0 0-1 0 0,0-1 1 0 0,0 1 0 0 0,1-1 0 0 0,-2 0 0 0 0,1 0 0 0 0,0 0 0 0 0,0-1 0 0 0,-1 1 0 0 0,1 0-1 0 0,-1-1 1 0 0,1 0 0 0 0,-1 1 0 0 0,0-1 0 0 0,0 0 0 0 0,-1 0 0 0 0,3-5 0 0 0,-2 5-36 0 0,-1-1 1 0 0,0 0-1 0 0,0 1 1 0 0,0-1 0 0 0,0 0-1 0 0,0 0 1 0 0,-1 1-1 0 0,0-1 1 0 0,0 0 0 0 0,0 0-1 0 0,0 0 1 0 0,0 1-1 0 0,-1-1 1 0 0,1 0 0 0 0,-1 0-1 0 0,0 1 1 0 0,-1-1-1 0 0,1 1 1 0 0,-4-7 0 0 0,3 5-22 0 0,-1 1 1 0 0,1 0 0 0 0,-1 0 0 0 0,-1 0 0 0 0,1 0 0 0 0,0 1 0 0 0,-1-1 0 0 0,0 1 0 0 0,1 0 0 0 0,-1 0 0 0 0,-1 0 0 0 0,1 0 0 0 0,0 1 0 0 0,-1 0 0 0 0,-4-2 0 0 0,-4 0-61 0 0,0 0 1 0 0,0 1-1 0 0,-1 1 0 0 0,1 0 1 0 0,-1 0-1 0 0,0 2 1 0 0,-16 0-1 0 0,19 1-560 0 0,1 1 1 0 0,0-1-1 0 0,0 2 1 0 0,-11 3-1 0 0,14-3-668 0 0,0 0 1 0 0,0 0-1 0 0,0 1 0 0 0,0 0 0 0 0,1 0 1 0 0,-7 5-1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38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26 2496 0 0,'-20'-23'13586'0'0,"19"22"-13549"0"0,1 1-1 0 0,0 0 1 0 0,-1 0-1 0 0,1-1 1 0 0,0 1-1 0 0,-1 0 1 0 0,1 0-1 0 0,-1 0 1 0 0,1 0-1 0 0,0 0 1 0 0,-1-1 0 0 0,1 1-1 0 0,-1 0 1 0 0,1 0-1 0 0,0 0 1 0 0,-1 0-1 0 0,1 0 1 0 0,-1 0-1 0 0,1 0 1 0 0,-1 0-1 0 0,1 1 1 0 0,0-1-1 0 0,-1 0 1 0 0,1 0-1 0 0,-1 0 1 0 0,1 0-1 0 0,0 0 1 0 0,-1 1 0 0 0,1-1-1 0 0,0 0 1 0 0,-1 0-1 0 0,1 1 1 0 0,0-1-1 0 0,-1 0 1 0 0,1 1-1 0 0,0-1 1 0 0,-1 0-1 0 0,1 1 1 0 0,0-1-1 0 0,0 0 1 0 0,0 1-1 0 0,-1-1 1 0 0,1 1-1 0 0,0-1 1 0 0,0 0 0 0 0,0 1-1 0 0,0-1 1 0 0,0 1-1 0 0,0 0 1 0 0,-8 29 315 0 0,6-19-115 0 0,-4 11-151 0 0,2 1 1 0 0,0-1 0 0 0,2 1-1 0 0,0 0 1 0 0,1 0 0 0 0,2 0-1 0 0,3 24 1 0 0,-3-39-79 0 0,1 1-1 0 0,0 0 1 0 0,1-1-1 0 0,0 0 1 0 0,0 0 0 0 0,1 0-1 0 0,0 0 1 0 0,0 0 0 0 0,7 9-1 0 0,-6-12 9 0 0,-1 0 0 0 0,1 0 0 0 0,0-1 0 0 0,0 0 0 0 0,0 0 0 0 0,0 0 0 0 0,1 0 0 0 0,-1-1 0 0 0,1 0 0 0 0,0 0 0 0 0,0-1 0 0 0,0 1-1 0 0,13 2 1 0 0,-14-4 1 0 0,0 0-1 0 0,0-1 0 0 0,0 1 0 0 0,1-1 1 0 0,-1 0-1 0 0,0 0 0 0 0,0-1 0 0 0,1 1 0 0 0,-1-1 1 0 0,0 0-1 0 0,0-1 0 0 0,0 1 0 0 0,6-4 0 0 0,-3 1-3 0 0,-1 0-1 0 0,1 0 0 0 0,-1-1 0 0 0,-1 0 0 0 0,1-1 0 0 0,-1 1 1 0 0,9-11-1 0 0,1-4 362 0 0,-1 0-1 0 0,-1-1 1 0 0,-2-1 0 0 0,17-36-1 0 0,-1 3 789 0 0,-27 54-1032 0 0,-2 25 222 0 0,-28 125 48 0 0,2-17-291 0 0,13-16-765 0 0,13-100-369 0 0,1 0 0 0 0,1 0 0 0 0,0 0 0 0 0,1 0 0 0 0,5 18 0 0 0,-6-31 374 0 0,0 0 1 0 0,0-1-1 0 0,0 1 1 0 0,0 0-1 0 0,0-1 1 0 0,1 1 0 0 0,-1-1-1 0 0,1 1 1 0 0,-1-1-1 0 0,1 1 1 0 0,0-1 0 0 0,3 2-1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38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1 167 1796 0 0,'2'-5'823'0'0,"11"-28"5796"0"0,-1 0 1 0 0,13-56-1 0 0,-24 87-6364 0 0,1-3 530 0 0,-7 15-507 0 0,1 2-249 0 0,0 1 0 0 0,2 0 0 0 0,-1 0 0 0 0,1 0 0 0 0,1 0 0 0 0,1 0 0 0 0,-1 0 0 0 0,4 23 0 0 0,-2-28-14 0 0,1 0 0 0 0,0 0 0 0 0,0-1 0 0 0,1 1 0 0 0,0-1 0 0 0,0 0 0 0 0,0 0 0 0 0,1 0 0 0 0,0 0 0 0 0,0-1 0 0 0,1 1 0 0 0,0-1 0 0 0,0 0 0 0 0,1-1 0 0 0,-1 1 0 0 0,8 4 0 0 0,-12-9-1 0 0,1 0 0 0 0,-1 0 0 0 0,1 0 0 0 0,-1 0 0 0 0,1-1 0 0 0,-1 1 0 0 0,1 0 1 0 0,0-1-1 0 0,0 1 0 0 0,-1-1 0 0 0,1 0 0 0 0,0 0 0 0 0,0 1 0 0 0,-1-1 0 0 0,1 0 0 0 0,0-1 0 0 0,0 1 0 0 0,2-1 0 0 0,0 0-2 0 0,0 0 0 0 0,-1 0-1 0 0,1-1 1 0 0,0 0 0 0 0,-1 0 0 0 0,0 0-1 0 0,1 0 1 0 0,2-3 0 0 0,4-3 18 0 0,-1-1 0 0 0,0-1 1 0 0,15-19-1 0 0,-2-4 638 0 0,23-45 0 0 0,-25 40 1095 0 0,-4 14-573 0 0,-16 24-1176 0 0,0 0-1 0 0,0 0 1 0 0,0 0 0 0 0,0-1-1 0 0,1 1 1 0 0,-1 0 0 0 0,0 0-1 0 0,0 0 1 0 0,0 0 0 0 0,0 0-1 0 0,0 0 1 0 0,1 0 0 0 0,-1 0-1 0 0,0 0 1 0 0,0-1 0 0 0,0 1-1 0 0,0 0 1 0 0,1 0 0 0 0,-1 0-1 0 0,0 0 1 0 0,0 0 0 0 0,0 0-1 0 0,0 0 1 0 0,1 0 0 0 0,-1 0-1 0 0,0 0 1 0 0,0 0 0 0 0,0 0-1 0 0,0 0 1 0 0,1 0 0 0 0,-1 0-1 0 0,0 1 1 0 0,0-1 0 0 0,0 0-1 0 0,0 0 1 0 0,1 0 0 0 0,-1 0-1 0 0,0 0 1 0 0,0 0 0 0 0,0 0 0 0 0,0 1-1 0 0,3 15 448 0 0,-8 81-405 0 0,-5 0 0 0 0,-27 121-1 0 0,36-213-115 0 0,-26 116-4299 0 0,16-82-184 0 0,-3 0-4154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6:39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38 492 0 0,'-26'-31'8628'0'0,"27"31"-8502"0"0,-1-1-1 0 0,0 1 1 0 0,1-1-1 0 0,-1 1 1 0 0,1-1-1 0 0,-1 1 1 0 0,1 0 0 0 0,-1-1-1 0 0,0 1 1 0 0,1 0-1 0 0,-1-1 1 0 0,1 1-1 0 0,0 0 1 0 0,-1 0-1 0 0,1 0 1 0 0,-1-1-1 0 0,1 1 1 0 0,-1 0 0 0 0,1 0-1 0 0,0 0 1 0 0,-1 0-1 0 0,2 0 1 0 0,351 28 4457 0 0,-241-21-4161 0 0,821 42 1893 0 0,-926-48-2276 0 0,-1-1 1 0 0,1 1 0 0 0,-1 1 0 0 0,1-1-1 0 0,-1 1 1 0 0,1 0 0 0 0,-1 0-1 0 0,0 1 1 0 0,0 0 0 0 0,0 0-1 0 0,0 0 1 0 0,0 1 0 0 0,-1 0-1 0 0,0 0 1 0 0,1 0 0 0 0,4 6 0 0 0,-3-1-28 0 0,0 0 0 0 0,-1 0 0 0 0,0 1 0 0 0,0 0 0 0 0,-1 0 0 0 0,0 1 0 0 0,0-1 0 0 0,4 19 0 0 0,15 71-18 0 0,-5 1-1 0 0,7 107 1 0 0,7 558 2860 0 0,-30-579-2835 0 0,14 1287 640 0 0,-12-108-306 0 0,14-99-253 0 0,-22-961-370 0 0,-1-79 2745 0 0,3-182-1925 0 0,1-43-515 0 0,-1 2 51 0 0,0 0-1 0 0,0 0 1 0 0,0 0-1 0 0,0 0 1 0 0,-3 7 0 0 0,-31 3-32 0 0,1-2 1 0 0,-2-1-1 0 0,0-2 1 0 0,-38 5-1 0 0,5 0-388 0 0,-483 95-6465 0 0,305-62-2133 0 0,101-18-252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17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1 276 0 0,'-9'5'14360'0'0,"5"5"-14293"0"0,0 0 0 0 0,1 1 1 0 0,0-1-1 0 0,1 1 0 0 0,0-1 0 0 0,1 1 1 0 0,0 20-1 0 0,-2 13 50 0 0,-45 328 281 0 0,19-236-3184 0 0,28-133 1890 0 0,0 1 1 0 0,-1 0-1 0 0,0-1 1 0 0,0 1-1 0 0,0-1 1 0 0,0 1 0 0 0,-4 4-1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18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0 318 520 0 0,'22'-80'5629'0'0,"-16"66"-5028"0"0,0 0 0 0 0,0 0 0 0 0,2 0 1 0 0,-1 1-1 0 0,20-24 0 0 0,-16 23-314 0 0,0 1 1 0 0,1 1 0 0 0,0 0 0 0 0,1 1 0 0 0,0 0 0 0 0,1 1-1 0 0,0 1 1 0 0,30-15 0 0 0,-38 21-233 0 0,1 1 0 0 0,-1-1-1 0 0,1 1 1 0 0,0 1 0 0 0,0-1 0 0 0,0 1-1 0 0,0 0 1 0 0,0 1 0 0 0,0 0 0 0 0,0 0 0 0 0,0 0-1 0 0,0 1 1 0 0,0 0 0 0 0,0 0 0 0 0,0 1-1 0 0,-1 0 1 0 0,1 0 0 0 0,0 0 0 0 0,-1 1-1 0 0,0 0 1 0 0,1 1 0 0 0,-1-1 0 0 0,0 1-1 0 0,5 5 1 0 0,-7-6-34 0 0,-1 0-1 0 0,1 0 1 0 0,-1 1 0 0 0,0-1-1 0 0,0 1 1 0 0,0 0-1 0 0,-1 0 1 0 0,1 0 0 0 0,-1 0-1 0 0,0 0 1 0 0,0 0 0 0 0,-1 1-1 0 0,1-1 1 0 0,0 6-1 0 0,-1-2 8 0 0,0-1-1 0 0,0 1 0 0 0,-1 0 1 0 0,0-1-1 0 0,-1 1 1 0 0,1 0-1 0 0,-2-1 0 0 0,-1 9 1 0 0,-2 0 22 0 0,0 1 0 0 0,-2 0 0 0 0,0-1 0 0 0,-1-1 0 0 0,0 1 0 0 0,-20 26 0 0 0,18-29 42 0 0,-1 0 1 0 0,-1 0-1 0 0,0-1 0 0 0,0 0 0 0 0,-1-1 0 0 0,-1-1 0 0 0,-17 11 618 0 0,34-24-668 0 0,-3 2-40 0 0,0 1-1 0 0,0 0 1 0 0,0-1 0 0 0,0 1-1 0 0,1 0 1 0 0,-1 0-1 0 0,0-1 1 0 0,0 1-1 0 0,0 0 1 0 0,0 0-1 0 0,1-1 1 0 0,-1 1-1 0 0,0 0 1 0 0,0 0-1 0 0,0-1 1 0 0,1 1-1 0 0,-1 0 1 0 0,0 0 0 0 0,0 0-1 0 0,1 0 1 0 0,-1-1-1 0 0,0 1 1 0 0,0 0-1 0 0,1 0 1 0 0,-1 0-1 0 0,0 0 1 0 0,1 0-1 0 0,-1 0 1 0 0,14-2 21 0 0,0 0 1 0 0,0 1 0 0 0,-1 1-1 0 0,1 0 1 0 0,0 1-1 0 0,-1 1 1 0 0,1 0 0 0 0,15 4-1 0 0,2 3 10 0 0,-1 1-1 0 0,44 20 0 0 0,-71-29-11 0 0,1 1 1 0 0,-1-1-1 0 0,0 1 0 0 0,1 0 0 0 0,-1 0 0 0 0,0 1 0 0 0,0-1 1 0 0,-1 0-1 0 0,1 1 0 0 0,0 0 0 0 0,-1 0 0 0 0,0 0 0 0 0,0 0 1 0 0,0 0-1 0 0,3 6 0 0 0,-4-6-3 0 0,0 0 0 0 0,-1-1 0 0 0,1 1 1 0 0,-1 0-1 0 0,0 0 0 0 0,0 0 0 0 0,0 0 0 0 0,0 0 1 0 0,-1 0-1 0 0,1 0 0 0 0,-1 0 0 0 0,1-1 0 0 0,-1 1 0 0 0,0 0 1 0 0,0 0-1 0 0,-1-1 0 0 0,1 1 0 0 0,0-1 0 0 0,-1 1 1 0 0,0-1-1 0 0,-1 3 0 0 0,-6 6 25 0 0,-1 0 0 0 0,0 0 0 0 0,0-1 0 0 0,-1 0 0 0 0,0-1 0 0 0,-1 0 0 0 0,0 0 0 0 0,0-2 0 0 0,-25 12 0 0 0,14-9 36 0 0,1-2 0 0 0,-1 0 0 0 0,-1-2 0 0 0,1 0-1 0 0,-29 2 1 0 0,41-7-74 0 0,1 0 0 0 0,0-1-1 0 0,0 0 1 0 0,-1 0 0 0 0,1-1-1 0 0,0 0 1 0 0,-17-5 0 0 0,25 5-436 0 0,2 0 226 0 0,0 0 0 0 0,0 0 0 0 0,0-1-1 0 0,1 1 1 0 0,-1 0 0 0 0,0 0 0 0 0,0 0 0 0 0,1 0 0 0 0,-1 0 0 0 0,1-1 0 0 0,-1 1 0 0 0,1 0-1 0 0,-1 0 1 0 0,1 0 0 0 0,-1 0 0 0 0,2-1 0 0 0,4-3-1308 0 0,0 1 1 0 0,-1-1-1 0 0,1 1 1 0 0,12-5-1 0 0,-5 2-2654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18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38 1636 0 0,'12'-23'8156'0'0,"-12"22"-8011"0"0,0 1 0 0 0,0-1 0 0 0,0 1 0 0 0,0-1 0 0 0,0 1 0 0 0,0-1 0 0 0,0 1 1 0 0,0-1-1 0 0,0 1 0 0 0,1-1 0 0 0,-1 1 0 0 0,0-1 0 0 0,0 1 0 0 0,0-1 0 0 0,1 1 0 0 0,-1-1 1 0 0,0 1-1 0 0,1-1 0 0 0,-1 1 0 0 0,0-1 0 0 0,1 1 0 0 0,-1 0 0 0 0,1-1 0 0 0,-1 1 1 0 0,0 0-1 0 0,1-1 0 0 0,-1 1 0 0 0,1 0 0 0 0,-1 0 0 0 0,1-1 0 0 0,-1 1 0 0 0,2 0 1 0 0,-1 0-67 0 0,0 1 1 0 0,-1-1-1 0 0,1 1 1 0 0,0 0-1 0 0,0-1 1 0 0,0 1-1 0 0,0 0 1 0 0,0-1-1 0 0,-1 1 1 0 0,1 0-1 0 0,0 0 1 0 0,0 0-1 0 0,-1 0 1 0 0,1 1-1 0 0,21 42 17 0 0,-22-43 18 0 0,16 41 133 0 0,10 24 19 0 0,-23-60-225 0 0,1 0-1 0 0,0 1 1 0 0,0-1-1 0 0,0-1 1 0 0,0 1-1 0 0,1-1 1 0 0,8 8-1 0 0,-12-12-30 0 0,0-1-1 0 0,1 1 1 0 0,-1-1-1 0 0,0 1 1 0 0,0-1-1 0 0,1 1 0 0 0,-1-1 1 0 0,0 0-1 0 0,1 0 1 0 0,-1 0-1 0 0,0 1 1 0 0,1-1-1 0 0,-1-1 1 0 0,1 1-1 0 0,-1 0 1 0 0,0 0-1 0 0,1 0 0 0 0,-1-1 1 0 0,0 1-1 0 0,1-1 1 0 0,-1 1-1 0 0,0-1 1 0 0,0 1-1 0 0,0-1 1 0 0,1 0-1 0 0,-1 1 1 0 0,0-1-1 0 0,0 0 1 0 0,0 0-1 0 0,0 0 0 0 0,1-2 1 0 0,-1 3-1 0 0,7-9 25 0 0,0 0 1 0 0,-1-1-1 0 0,0 1 0 0 0,-1-1 0 0 0,0-1 1 0 0,0 1-1 0 0,-1-1 0 0 0,4-13 0 0 0,6-11 699 0 0,-7 23-613 0 0,-4 12-58 0 0,-2 19 0 0 0,-1-13-37 0 0,-1 46 472 0 0,-11 86 1 0 0,3-54-293 0 0,7-64-154 0 0,-20 204 190 0 0,13-163 4 0 0,-28 99 0 0 0,35-156-178 0 0,-6 20 815 0 0,-18 41-1 0 0,23-60-760 0 0,0-1 0 0 0,0 0 1 0 0,-1 0-1 0 0,1 0 0 0 0,-1 0 1 0 0,0 0-1 0 0,0-1 1 0 0,0 1-1 0 0,0-1 0 0 0,-1 0 1 0 0,1 0-1 0 0,-1 0 0 0 0,0 0 1 0 0,0 0-1 0 0,0-1 1 0 0,-7 3-1 0 0,4-3-50 0 0,0-1 0 0 0,0 0 0 0 0,0-1 1 0 0,0 0-1 0 0,0 0 0 0 0,0 0 0 0 0,0-1 0 0 0,0 0 1 0 0,0 0-1 0 0,0-1 0 0 0,0 0 0 0 0,-7-3 0 0 0,9 3-79 0 0,1 1 0 0 0,-1-1 0 0 0,0-1-1 0 0,1 1 1 0 0,-1-1 0 0 0,1 0 0 0 0,0 0 0 0 0,0 0-1 0 0,0 0 1 0 0,0-1 0 0 0,1 0 0 0 0,-1 0-1 0 0,1 0 1 0 0,0 0 0 0 0,0 0 0 0 0,1 0 0 0 0,-3-6-1 0 0,4 6-199 0 0,0 0-1 0 0,1 0 0 0 0,-1-1 1 0 0,1 1-1 0 0,0 0 0 0 0,0 0 1 0 0,1-1-1 0 0,-1 1 1 0 0,1 0-1 0 0,0 0 0 0 0,0 0 1 0 0,0-1-1 0 0,1 1 0 0 0,-1 1 1 0 0,5-8-1 0 0,3-5-984 0 0,0-1-1 0 0,14-16 1 0 0,20-19-4266 0 0,73-71 0 0 0,-112 119 5040 0 0,30-30-4016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19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94 1288 0 0,'6'-29'5675'0'0,"-4"18"-2572"0"0,0 1-1 0 0,0-22 0 0 0,-2 31-2540 0 0,1-9 1812 0 0,-4 25-1809 0 0,0 0-1 0 0,0 0 0 0 0,0 29 0 0 0,-1 11 176 0 0,-75 331 306 0 0,70-347-970 0 0,3-14-13 0 0,-7 29-2003 0 0,4-21-4976 0 0,8-32 6640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19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51 2000 0 0,'-41'19'4203'0'0,"26"-13"-2456"0"0,-1 1 0 0 0,1 1 0 0 0,1 0 1 0 0,-16 12-1 0 0,30-20-1683 0 0,-1 1 1 0 0,1-1-1 0 0,0 0 1 0 0,-1 1-1 0 0,1-1 1 0 0,0 1-1 0 0,-1-1 1 0 0,1 0-1 0 0,0 1 1 0 0,0-1-1 0 0,-1 1 1 0 0,1-1-1 0 0,0 1 1 0 0,0-1-1 0 0,0 1 1 0 0,0-1-1 0 0,0 1 1 0 0,0-1-1 0 0,-1 1 1 0 0,1-1-1 0 0,0 1 1 0 0,0-1-1 0 0,0 1 1 0 0,1-1-1 0 0,-1 1 1 0 0,0-1-1 0 0,0 0 1 0 0,0 1-1 0 0,0-1 1 0 0,0 1-1 0 0,1-1 1 0 0,-1 1-1 0 0,0-1 1 0 0,0 1-1 0 0,1-1 1 0 0,-1 0-1 0 0,0 1 1 0 0,1-1-1 0 0,-1 1 1 0 0,0-1-1 0 0,1 0 1 0 0,-1 1-1 0 0,0-1 1 0 0,1 0-1 0 0,-1 0 1 0 0,1 1-1 0 0,-1-1 1 0 0,1 0-1 0 0,-1 0 1 0 0,1 0-1 0 0,-1 0 1 0 0,1 1-1 0 0,-1-1 1 0 0,1 0-1 0 0,-1 0 1 0 0,0 0-1 0 0,2 0 1 0 0,19 2 409 0 0,0-1 0 0 0,0-1 0 0 0,35-3 1 0 0,67-17-68 0 0,-74 12-223 0 0,515-97 603 0 0,-519 98-873 0 0,-42 7-149 0 0,10 3-2209 0 0,-15 1 1493 0 0,1 0 1 0 0,-1 0-1 0 0,0 0 1 0 0,0-1-1 0 0,0 1 1 0 0,0 0 0 0 0,0-1-1 0 0,-1 0 1 0 0,-5 5-1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19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0 3180 0 0,'-27'18'16794'0'0,"26"-18"-16645"0"0,0 1-1 0 0,-1 0 1 0 0,1 0 0 0 0,0 0 0 0 0,-1-1-1 0 0,1 1 1 0 0,0 0 0 0 0,0 0-1 0 0,0 1 1 0 0,0-1 0 0 0,0 0 0 0 0,0 0-1 0 0,0 0 1 0 0,0 1 0 0 0,1-1 0 0 0,-1 0-1 0 0,0 1 1 0 0,1-1 0 0 0,-1 1 0 0 0,1-1-1 0 0,0 1 1 0 0,-1-1 0 0 0,1 0 0 0 0,0 1-1 0 0,0 0 1 0 0,0 1 0 0 0,0 8-321 0 0,0 0 1 0 0,4 21 0 0 0,0-5 474 0 0,-4 237 124 0 0,-1-231-339 0 0,-3 24-2680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20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87 1204 0 0,'10'-34'12640'0'0,"3"-1"-4057"0"0,-7 17-4237 0 0,-4 36-4088 0 0,-1 1-1 0 0,-1-1 1 0 0,-1 1 0 0 0,0-1-1 0 0,-2 1 1 0 0,-4 20-1 0 0,0 3-3 0 0,-21 107 977 0 0,17-97-919 0 0,-2 10 18 0 0,13-60-302 0 0,-7 37 1979 0 0,1-48-5630 0 0,-3-37-15403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23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176 203 616 0 0,'5'-5'10151'0'0,"-5"5"-10055"0"0,-2 31 520 0 0,-2-1 0 0 0,-1 0 0 0 0,-2 0 1 0 0,-13 38-1 0 0,8-26-362 0 0,-58 209 285 0 0,38-159 1336 0 0,26-94-1627 0 0,5 2-241 0 0,1 0 0 0 0,0 0 0 0 0,-1 0-1 0 0,1 0 1 0 0,-1 0 0 0 0,1 0-1 0 0,0 0 1 0 0,-1 0 0 0 0,1 0-1 0 0,0 0 1 0 0,-1 0 0 0 0,1 0-1 0 0,-1 0 1 0 0,1-1 0 0 0,0 1-1 0 0,-1 0 1 0 0,1 0 0 0 0,0 0-1 0 0,-1-1 1 0 0,1 1 0 0 0,0 0-1 0 0,-1 0 1 0 0,1-1 0 0 0,0 1-1 0 0,0 0 1 0 0,-1-1 0 0 0,1 1 0 0 0,0 0-1 0 0,0-1 1 0 0,-1 1 0 0 0,-1-8 22 0 0,-1 0 0 0 0,1 0 0 0 0,0 0 0 0 0,1-1 0 0 0,0 1 0 0 0,0 0 1 0 0,1-15-1 0 0,9-66 210 0 0,-6 65-219 0 0,5-33-35 0 0,3 2-1 0 0,2-1 1 0 0,2 2-1 0 0,3 0 1 0 0,44-92 0 0 0,-56 133 14 0 0,1 1 1 0 0,0 0 0 0 0,1 1 0 0 0,0 0 0 0 0,0 0-1 0 0,2 1 1 0 0,-1 0 0 0 0,1 0 0 0 0,21-14 0 0 0,-26 20 0 0 0,0 1 0 0 0,1 0 0 0 0,-1 0 1 0 0,1 1-1 0 0,0 0 0 0 0,0 0 0 0 0,0 0 0 0 0,0 0 0 0 0,0 1 1 0 0,0 0-1 0 0,1 1 0 0 0,-1-1 0 0 0,0 1 0 0 0,0 0 1 0 0,1 1-1 0 0,-1-1 0 0 0,0 1 0 0 0,0 0 0 0 0,0 1 1 0 0,0 0-1 0 0,0 0 0 0 0,0 0 0 0 0,9 5 0 0 0,-10-4 3 0 0,0 0 0 0 0,-1-1 0 0 0,1 1 0 0 0,-1 1 0 0 0,0-1 0 0 0,0 1 0 0 0,0-1 0 0 0,0 1 0 0 0,-1 0 0 0 0,1 1 0 0 0,-1-1-1 0 0,0 1 1 0 0,-1-1 0 0 0,1 1 0 0 0,-1 0 0 0 0,0 0 0 0 0,0 0 0 0 0,0 0 0 0 0,-1 0 0 0 0,1 0 0 0 0,-1 1 0 0 0,-1-1 0 0 0,1 0 0 0 0,-1 1 0 0 0,0-1 0 0 0,0 0-1 0 0,0 1 1 0 0,-1-1 0 0 0,0 0 0 0 0,0 1 0 0 0,0-1 0 0 0,-1 0 0 0 0,0 0 0 0 0,-3 8 0 0 0,-2 3 5 0 0,-2 0 0 0 0,1 0 0 0 0,-2-1 1 0 0,0 0-1 0 0,-1-1 0 0 0,0 0 0 0 0,-1-1 0 0 0,-1 0 0 0 0,0-1 0 0 0,0 0 0 0 0,-1-1 1 0 0,-1-1-1 0 0,0 0 0 0 0,0-1 0 0 0,-1 0 0 0 0,0-1 0 0 0,-1-1 0 0 0,-19 5 1 0 0,-38 3-5 0 0,72-15-44 0 0,-10 8-29 0 0,12-4 72 0 0,0 0 1 0 0,0-1-1 0 0,0 1 0 0 0,1 0 0 0 0,0-1 1 0 0,0 1-1 0 0,-1-1 0 0 0,2 1 1 0 0,-1-1-1 0 0,0 0 0 0 0,1 1 1 0 0,0-1-1 0 0,-1 0 0 0 0,1 0 0 0 0,1 0 1 0 0,2 4-1 0 0,9 9 143 0 0,24 23-1 0 0,-27-28-108 0 0,122 114 487 0 0,-114-109-1291 0 0,2-1-1 0 0,-1-1 1 0 0,2 0-1 0 0,0-2 1 0 0,27 12-1 0 0,-40-21-587 0 0,0 0 0 0 0,-1-1-1 0 0,1 0 1 0 0,12 1 0 0 0,-4-2-3391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23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20 151 496 0 0,'-1'-3'2390'0'0,"-1"-1"-1454"0"0,-1-3 614 0 0,0 0-1 0 0,1 0 1 0 0,-1 0-1 0 0,1-1 1 0 0,1 1-1 0 0,-1-10 1 0 0,2 14-1420 0 0,0 1 1 0 0,0-1-1 0 0,0 0 0 0 0,1 1 1 0 0,0-1-1 0 0,-1 1 1 0 0,1-1-1 0 0,0 1 1 0 0,0-1-1 0 0,0 1 0 0 0,1 0 1 0 0,-1-1-1 0 0,0 1 1 0 0,1 0-1 0 0,0 0 0 0 0,-1 0 1 0 0,1 0-1 0 0,0 0 1 0 0,0 0-1 0 0,0 1 0 0 0,0-1 1 0 0,4-2-1 0 0,2 0-70 0 0,0 0 0 0 0,-1 0-1 0 0,2 1 1 0 0,-1 0-1 0 0,0 0 1 0 0,1 1 0 0 0,-1 0-1 0 0,1 0 1 0 0,0 1-1 0 0,11 0 1 0 0,-14 1-48 0 0,0 0-1 0 0,-1 0 1 0 0,1 0 0 0 0,0 1-1 0 0,0 0 1 0 0,0 0 0 0 0,0 1-1 0 0,0-1 1 0 0,-1 1 0 0 0,1 1-1 0 0,-1-1 1 0 0,0 1 0 0 0,1 0-1 0 0,-1 0 1 0 0,0 0 0 0 0,5 5-1 0 0,-9-6 1 0 0,1 0-1 0 0,0 1 0 0 0,-1-1 0 0 0,0 0 0 0 0,1 1 0 0 0,-1-1 1 0 0,0 1-1 0 0,0 0 0 0 0,-1-1 0 0 0,1 1 0 0 0,-1-1 0 0 0,1 1 1 0 0,-1 0-1 0 0,0 0 0 0 0,0-1 0 0 0,0 1 0 0 0,0 0 0 0 0,0 0 1 0 0,-1-1-1 0 0,1 1 0 0 0,-1 0 0 0 0,1-1 0 0 0,-1 1 0 0 0,0-1 1 0 0,0 1-1 0 0,-2 2 0 0 0,-4 9 16 0 0,0-1 0 0 0,-1 0 0 0 0,-12 16 1 0 0,16-23-20 0 0,-48 57 73 0 0,50-60-74 0 0,-8 12-15 0 0,4-4-15 0 0,6-11 23 0 0,0 1 0 0 0,0-1-1 0 0,0 1 1 0 0,1-1 0 0 0,-1 0-1 0 0,0 1 1 0 0,0-1 0 0 0,0 0-1 0 0,0 0 1 0 0,1 1 0 0 0,-1-1-1 0 0,0 0 1 0 0,0 1 0 0 0,1-1-1 0 0,-1 0 1 0 0,0 0 0 0 0,0 1-1 0 0,1-1 1 0 0,-1 0 0 0 0,0 0-1 0 0,1 0 1 0 0,-1 0 0 0 0,0 1-1 0 0,1-1 1 0 0,-1 0 0 0 0,0 0-1 0 0,1 0 1 0 0,-1 0 0 0 0,0 0-1 0 0,1 0 1 0 0,0 0 0 0 0,33 10-17 0 0,1 2 1 0 0,-2 1-1 0 0,49 26 1 0 0,-65-30 26 0 0,28 19 93 0 0,-43-27-24 0 0,0 1 0 0 0,0 0 0 0 0,0 0 1 0 0,0 0-1 0 0,0 0 0 0 0,0 1 0 0 0,0-1 1 0 0,-1 0-1 0 0,1 1 0 0 0,-1 0 0 0 0,1-1 0 0 0,-1 1 1 0 0,0 0-1 0 0,1 4 0 0 0,-2-2 36 0 0,0-1-1 0 0,0 0 1 0 0,0 0-1 0 0,-1 1 1 0 0,1-1-1 0 0,-1 0 1 0 0,0 0 0 0 0,0 0-1 0 0,-1 0 1 0 0,1 0-1 0 0,-1 0 1 0 0,0 0-1 0 0,0-1 1 0 0,0 1-1 0 0,-1-1 1 0 0,1 1-1 0 0,-1-1 1 0 0,-5 6 0 0 0,-2 0 86 0 0,0 1 0 0 0,-1-1 1 0 0,1-1-1 0 0,-18 10 1 0 0,19-13-74 0 0,0-1 0 0 0,0 0 0 0 0,0-1 0 0 0,0 1 0 0 0,-1-2-1 0 0,1 0 1 0 0,-1 0 0 0 0,-10 1 0 0 0,-12-1-205 0 0,-36-3 0 0 0,25 0-1164 0 0,40 1 332 0 0,0 1-125 0 0,1 0 535 0 0,-1 0 0 0 0,1 1 0 0 0,0-1-1 0 0,0 1 1 0 0,0-1 0 0 0,0 1 0 0 0,0 0 0 0 0,0 0 0 0 0,0 0 0 0 0,0 0-1 0 0,1 0 1 0 0,-1 0 0 0 0,1 0 0 0 0,0 1 0 0 0,-1-1 0 0 0,1 0 0 0 0,-1 4 0 0 0,-5 9-3213 0 0,-5 3-2408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26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196 186 904 0 0,'3'-26'8355'0'0,"0"5"-1529"0"0,-10 40-5495 0 0,-21 116 1430 0 0,-41 175-1738 0 0,21-129 22 0 0,47-181-1025 0 0,1-1 1 0 0,0 1-1 0 0,0 0 1 0 0,0-1-1 0 0,0 1 1 0 0,0 0-1 0 0,-1 0 1 0 0,1-1-1 0 0,0 1 0 0 0,0 0 1 0 0,-1-1-1 0 0,1 1 1 0 0,0 0-1 0 0,0 0 1 0 0,-1 0-1 0 0,1-1 1 0 0,0 1-1 0 0,-1 0 1 0 0,1 0-1 0 0,0 0 1 0 0,-1 0-1 0 0,1-1 1 0 0,0 1-1 0 0,-1 0 1 0 0,1 0-1 0 0,0 0 1 0 0,-1 0-1 0 0,1 0 1 0 0,-1 0-1 0 0,1 0 1 0 0,0 0-1 0 0,-1 0 0 0 0,1 0 1 0 0,0 0-1 0 0,-1 0 1 0 0,1 0-1 0 0,0 1 1 0 0,-1-1-1 0 0,1 0 1 0 0,0 0-1 0 0,-1 0 1 0 0,1 0-1 0 0,0 1 1 0 0,-1-1-1 0 0,1 0 1 0 0,0 0-1 0 0,0 1 1 0 0,-1-1-1 0 0,1 0 1 0 0,0 0-1 0 0,0 1 1 0 0,0-1-1 0 0,-1 0 1 0 0,1 1-1 0 0,0-1 0 0 0,0 0 1 0 0,0 1-1 0 0,0-1 1 0 0,0 0-1 0 0,-1 1 1 0 0,1-1-1 0 0,0 0 1 0 0,0 1-1 0 0,0-1 1 0 0,0 0-1 0 0,0 1 1 0 0,0-1-1 0 0,0 0 1 0 0,1 2-1 0 0,-13-25 69 0 0,7 0-53 0 0,1 0 0 0 0,2 0 0 0 0,0 0 0 0 0,2-26 0 0 0,13-92-39 0 0,-5 93-40 0 0,3-1 1 0 0,25-74-1 0 0,-27 99 10 0 0,1 0 0 0 0,1 0 0 0 0,1 2 1 0 0,1-1-1 0 0,1 2 0 0 0,30-37 0 0 0,-37 51 12 0 0,0 1-1 0 0,0-1 0 0 0,1 1 1 0 0,0 1-1 0 0,0-1 1 0 0,0 1-1 0 0,1 1 1 0 0,0 0-1 0 0,0 0 0 0 0,15-5 1 0 0,-20 8 16 0 0,0 0 0 0 0,0 0 0 0 0,0 1 0 0 0,0-1 0 0 0,0 1 0 0 0,0-1 0 0 0,0 1 0 0 0,0 1 0 0 0,0-1 0 0 0,0 0 1 0 0,0 1-1 0 0,0 0 0 0 0,0 0 0 0 0,0 0 0 0 0,0 1 0 0 0,-1-1 0 0 0,1 1 0 0 0,0 0 0 0 0,-1 0 0 0 0,0 0 0 0 0,1 0 0 0 0,-1 0 0 0 0,0 1 1 0 0,0 0-1 0 0,0 0 0 0 0,0 0 0 0 0,4 6 0 0 0,-5-4 6 0 0,1-1 0 0 0,-1 1 0 0 0,-1-1 0 0 0,1 1 0 0 0,-1 0 0 0 0,0 0 0 0 0,0 0 0 0 0,0 0 0 0 0,0 0 0 0 0,-1 0 1 0 0,0 0-1 0 0,0 0 0 0 0,-1 0 0 0 0,1 0 0 0 0,-1 0 0 0 0,0 0 0 0 0,0 0 0 0 0,-1 0 0 0 0,-2 6 0 0 0,-3 6 14 0 0,-1 0 0 0 0,0-1-1 0 0,-1 0 1 0 0,-11 15-1 0 0,6-13 9 0 0,1-1 0 0 0,-2-1 0 0 0,0 0 0 0 0,-1-1-1 0 0,-1 0 1 0 0,0-1 0 0 0,-1-1 0 0 0,-1-1-1 0 0,0-1 1 0 0,0-1 0 0 0,-1 0 0 0 0,0-1-1 0 0,-36 10 1 0 0,-7 1-132 0 0,62-19 21 0 0,-4 2 8 0 0,4-4 75 0 0,1 1 0 0 0,0 0 0 0 0,0 1 0 0 0,-1-1 0 0 0,1 0 0 0 0,0 0 0 0 0,0 0 0 0 0,-1 0 0 0 0,1 0 0 0 0,0 0 0 0 0,0 0 0 0 0,-1 0 0 0 0,1 0 0 0 0,0 0 0 0 0,0 1 0 0 0,-1-1 0 0 0,1 0 0 0 0,0 0 0 0 0,0 0 0 0 0,0 0 0 0 0,0 1 0 0 0,-1-1 0 0 0,1 0 0 0 0,0 0 0 0 0,0 0 0 0 0,0 1 0 0 0,0-1 0 0 0,0 0 0 0 0,-1 0 0 0 0,1 1 0 0 0,0-1 0 0 0,0 0 0 0 0,0 0 0 0 0,0 1 0 0 0,1 2-5 0 0,0-1-1 0 0,0 1 1 0 0,0-1-1 0 0,1 1 1 0 0,-1-1-1 0 0,1 1 1 0 0,0-1-1 0 0,-1 0 1 0 0,1 0-1 0 0,0 0 1 0 0,0 0-1 0 0,0 0 1 0 0,1 0-1 0 0,-1 0 1 0 0,5 2 0 0 0,1 2-17 0 0,197 199 59 0 0,-194-192-321 0 0,8 9-1328 0 0,25 22-1 0 0,-39-39 576 0 0,1-1-1 0 0,-1 1 1 0 0,1-1-1 0 0,0 0 1 0 0,1-1-1 0 0,-1 1 0 0 0,0-1 1 0 0,1 0-1 0 0,0-1 1 0 0,8 2-1 0 0,-2-2-4571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27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2532 0 0,'7'-29'11042'0'0,"-1"8"-3992"0"0,0 34-6673 0 0,-5 45 4 0 0,2 18-207 0 0,-2-68-150 0 0,0 1-1 0 0,1-1 1 0 0,0 0 0 0 0,1 0 0 0 0,-1 0-1 0 0,8 14 1 0 0,-9-20-17 0 0,0-1-1 0 0,-1 1 1 0 0,1-1 0 0 0,0 0-1 0 0,0 1 1 0 0,0-1 0 0 0,1 0-1 0 0,-1 1 1 0 0,0-1 0 0 0,0 0-1 0 0,1 0 1 0 0,-1 0 0 0 0,1 0-1 0 0,-1 0 1 0 0,0-1 0 0 0,1 1-1 0 0,0 0 1 0 0,-1-1 0 0 0,1 1-1 0 0,-1-1 1 0 0,4 1 0 0 0,-2-1 2 0 0,0 0-1 0 0,0 0 1 0 0,-1-1 0 0 0,1 1 0 0 0,0-1 0 0 0,-1 0 0 0 0,1 0 0 0 0,0 0 0 0 0,-1 0 0 0 0,1 0 0 0 0,-1 0 0 0 0,3-3 0 0 0,5-3 9 0 0,0-1 1 0 0,0 0 0 0 0,-1-1 0 0 0,13-15 0 0 0,-4 0 87 0 0,20-34 1 0 0,3-3 1299 0 0,-40 59-1359 0 0,0 3-43 0 0,-1-1 26 0 0,1 0 0 0 0,-1 1 1 0 0,1-1-1 0 0,0 0 1 0 0,-1 1-1 0 0,1-1 1 0 0,-1 1-1 0 0,1-1 0 0 0,-1 1 1 0 0,1-1-1 0 0,-1 1 1 0 0,1-1-1 0 0,-1 1 1 0 0,0-1-1 0 0,1 1 0 0 0,-1 0 1 0 0,0-1-1 0 0,1 1 1 0 0,-1-1-1 0 0,0 1 1 0 0,0 0-1 0 0,0-1 1 0 0,1 1-1 0 0,-1 0 0 0 0,0 0 1 0 0,0-1-1 0 0,0 1 1 0 0,0 0-1 0 0,0-1 1 0 0,-1 1-1 0 0,1 0 0 0 0,0-1 1 0 0,0 2-1 0 0,-6 34 489 0 0,5-29-446 0 0,-29 139 295 0 0,-5 39-211 0 0,24-91-3273 0 0,10 0-3915 0 0,3-77 1708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28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631 87 1368 0 0,'8'-29'10742'0'0,"-8"27"-10289"0"0,0 0 0 0 0,1-1 1 0 0,-1 1-1 0 0,0-1 0 0 0,0 1 1 0 0,0 0-1 0 0,-1-1 0 0 0,1 1 0 0 0,0-1 1 0 0,-2-2-1 0 0,1 3-376 0 0,0 0 0 0 0,0 1 0 0 0,0-1 0 0 0,0 1 0 0 0,0 0 0 0 0,-1-1 0 0 0,1 1 0 0 0,0 0 0 0 0,-1 0 0 0 0,1 0 0 0 0,-1 0 0 0 0,1 0 0 0 0,-1 0 0 0 0,0 0 0 0 0,1 0 0 0 0,-1 0 0 0 0,0 1 0 0 0,-1-1 0 0 0,-7-1-43 0 0,0 0 0 0 0,0 1 1 0 0,0 0-1 0 0,0 0 0 0 0,0 2 0 0 0,1-1 0 0 0,-1 1 1 0 0,0 0-1 0 0,-18 5 0 0 0,8-1-27 0 0,1 1 1 0 0,-1 1-1 0 0,2 1 0 0 0,-21 11 1 0 0,29-13-9 0 0,0 1 1 0 0,1 0-1 0 0,0 0 1 0 0,1 1 0 0 0,0 0-1 0 0,0 1 1 0 0,1 0-1 0 0,0 0 1 0 0,0 1-1 0 0,1-1 1 0 0,0 1-1 0 0,1 1 1 0 0,0-1 0 0 0,1 1-1 0 0,0 0 1 0 0,-3 16-1 0 0,-3 18-20 0 0,2 0 1 0 0,-3 83-1 0 0,9-90 22 0 0,11 436 559 0 0,2-274 323 0 0,-33 1174 1970 0 0,-48-634-2182 0 0,-16 256-633 0 0,49-64 24 0 0,35-797 985 0 0,2-132-992 0 0,-2 19 191 0 0,2-16-243 0 0,0-4 39 0 0,1 6-58 0 0,0 1 4 0 0,-1-1-1 0 0,0 0 0 0 0,-1 1 0 0 0,-1 8 0 0 0,0 1-11 0 0,-7 107 106 0 0,1-3 92 0 0,3-41 2164 0 0,5-79-2048 0 0,3 21 796 0 0,0-20-1063 0 0,0-1-1 0 0,0 0 1 0 0,1 0 0 0 0,-1-1 0 0 0,0 1 0 0 0,1-1 0 0 0,-1 1-1 0 0,1-1 1 0 0,0 0 0 0 0,-1 0 0 0 0,1-1 0 0 0,0 1 0 0 0,0-1 0 0 0,3 0-1 0 0,62-3 61 0 0,-52 2-64 0 0,768-102-6773 0 0,-461 42-3301 0 0,-159 26-371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29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7 776 0 0,'5'-7'11456'0'0,"-3"31"-11224"0"0,-2 1 1 0 0,-1-1-1 0 0,-1 0 0 0 0,-5 26 0 0 0,0 8-87 0 0,4-26-233 0 0,-6 83-884 0 0,11-38-4319 0 0,3-42 508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0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20 2360 0 0,'-3'0'6523'0'0,"-21"2"2"0"0,21-2-6281 0 0,1 1 1 0 0,0 0-1 0 0,0 0 1 0 0,0 0-1 0 0,0 0 0 0 0,0 0 1 0 0,-3 2-1 0 0,8-1-211 0 0,-1-1 0 0 0,1 1-1 0 0,0-1 1 0 0,-1 0 0 0 0,1 0 0 0 0,0 0 0 0 0,-1 0 0 0 0,1-1 0 0 0,0 1-1 0 0,0-1 1 0 0,0 0 0 0 0,4 1 0 0 0,42-2 242 0 0,-44 1-265 0 0,136-14 280 0 0,-50 5-143 0 0,-43 3 12 0 0,-45 6-125 0 0,0 0-19 0 0,9-3 969 0 0,24-7-14366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0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51 2784 0 0,'1'-2'2442'0'0,"7"-47"11816"0"0,-9 52-14098 0 0,-9 69 169 0 0,-2 99-1 0 0,9-119-257 0 0,2-7-230 0 0,1-1 0 0 0,7 48 1 0 0,-2-60-3924 0 0,15 53 1 0 0,-15-70 185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1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2140 0 0,'-17'25'14969'0'0,"16"-25"-14896"0"0,1 1 0 0 0,0-1 0 0 0,0 1-1 0 0,-1-1 1 0 0,1 1 0 0 0,0-1 0 0 0,0 0 0 0 0,0 1 0 0 0,-1-1 0 0 0,1 1 0 0 0,0-1-1 0 0,0 1 1 0 0,0-1 0 0 0,0 1 0 0 0,0-1 0 0 0,0 1 0 0 0,0-1 0 0 0,0 1 0 0 0,0-1-1 0 0,0 1 1 0 0,0-1 0 0 0,1 1 0 0 0,-1-1 0 0 0,0 1 0 0 0,0-1 0 0 0,0 1 0 0 0,1-1 0 0 0,-1 0-1 0 0,0 1 1 0 0,0-1 0 0 0,1 1 0 0 0,-1-1 0 0 0,0 0 0 0 0,1 1 0 0 0,-1-1 0 0 0,1 0-1 0 0,0 1 1 0 0,20 1-178 0 0,-15-2 252 0 0,175-11 65 0 0,-83 3-152 0 0,-17 0 8 0 0,-39 4 525 0 0,48-1-1 0 0,-62 2-444 0 0,-12 1-4353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1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97 1336 0 0,'-19'-15'4736'0'0,"11"10"-2987"0"0,0-1 0 0 0,0 0-1 0 0,0-1 1 0 0,1 0 0 0 0,0 0 0 0 0,-6-10 0 0 0,12 17-1725 0 0,1-1 0 0 0,0 1-1 0 0,0-1 1 0 0,0 1 0 0 0,0-1-1 0 0,0 1 1 0 0,0-1 0 0 0,0 1-1 0 0,0-1 1 0 0,0 0 0 0 0,0 1-1 0 0,0-1 1 0 0,0 1 0 0 0,0-1-1 0 0,0 1 1 0 0,1-1 0 0 0,-1 1-1 0 0,0-1 1 0 0,0 1 0 0 0,1-1-1 0 0,-1 1 1 0 0,0-1 0 0 0,1 1-1 0 0,-1-1 1 0 0,0 1 0 0 0,1 0-1 0 0,-1-1 1 0 0,1 1 0 0 0,-1 0-1 0 0,0-1 1 0 0,1 1 0 0 0,-1 0-1 0 0,1-1 1 0 0,-1 1 0 0 0,1 0 0 0 0,2-2 15 0 0,-1 1 0 0 0,1 0 0 0 0,-1 0 0 0 0,1 0 0 0 0,0 0 0 0 0,-1 0 0 0 0,5 0 0 0 0,1 0-30 0 0,0 1-1 0 0,1 0 1 0 0,-1 0-1 0 0,0 1 1 0 0,0 0-1 0 0,0 1 1 0 0,0 0 0 0 0,0 0-1 0 0,-1 0 1 0 0,1 1-1 0 0,-1 0 1 0 0,1 1-1 0 0,-1 0 1 0 0,0 0-1 0 0,0 0 1 0 0,-1 1-1 0 0,11 9 1 0 0,-13-10 45 0 0,1 1 0 0 0,-1-1-1 0 0,0 1 1 0 0,0 0 0 0 0,-1 0 0 0 0,1 1 0 0 0,-1-1 0 0 0,0 1-1 0 0,-1-1 1 0 0,1 1 0 0 0,-1 0 0 0 0,0 0 0 0 0,-1 0 0 0 0,0 0-1 0 0,0 0 1 0 0,0 0 0 0 0,0 1 0 0 0,-1-1 0 0 0,0 0-1 0 0,0 0 1 0 0,-1 1 0 0 0,0-1 0 0 0,0 0 0 0 0,-3 8 0 0 0,-2 6 213 0 0,-2-2 1 0 0,-1 1 0 0 0,0-1 0 0 0,-1 0 0 0 0,-22 28 0 0 0,-72 76 857 0 0,71-86-958 0 0,29-32-157 0 0,0 0 1 0 0,1 1-1 0 0,-1-1 1 0 0,1 1-1 0 0,0 0 1 0 0,0 0-1 0 0,-3 9 1 0 0,6-14-6 0 0,0 1 0 0 0,0-1 0 0 0,0 1 0 0 0,0-1 0 0 0,0 1 0 0 0,0-1 0 0 0,0 1 0 0 0,1-1 0 0 0,-1 1 0 0 0,0-1 0 0 0,0 1 0 0 0,0-1 0 0 0,1 0 0 0 0,-1 1 0 0 0,0-1 1 0 0,0 1-1 0 0,1-1 0 0 0,-1 0 0 0 0,0 1 0 0 0,1-1 0 0 0,-1 1 0 0 0,1-1 0 0 0,-1 0 0 0 0,0 0 0 0 0,1 1 0 0 0,-1-1 0 0 0,1 0 0 0 0,-1 0 0 0 0,1 1 0 0 0,14 4 48 0 0,-14-4-53 0 0,11 1 26 0 0,1 1 1 0 0,0-1-1 0 0,-1-1 1 0 0,1-1-1 0 0,0 0 1 0 0,21-2-1 0 0,-1 0-27 0 0,75-2-12 0 0,-1-5 0 0 0,118-26 0 0 0,-176 22-1451 0 0,-6-3-5303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3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62 142 1364 0 0,'-5'-25'6341'0'0,"-16"-36"2804"0"0,20 59-8779 0 0,1 2-331 0 0,0 0 1 0 0,0-1 0 0 0,0 1 0 0 0,0 0 0 0 0,0 0-1 0 0,0-1 1 0 0,0 1 0 0 0,0 0 0 0 0,-1-1 0 0 0,1 1-1 0 0,0 0 1 0 0,0 0 0 0 0,0 0 0 0 0,0-1 0 0 0,-1 1-1 0 0,1 0 1 0 0,0 0 0 0 0,0 0 0 0 0,0-1 0 0 0,-1 1-1 0 0,1 0 1 0 0,0 0 0 0 0,0 0 0 0 0,-1 0 0 0 0,1 0 0 0 0,-1-1-1 0 0,0 3-18 0 0,-1 0-1 0 0,0 0 1 0 0,0 1-1 0 0,1-1 1 0 0,-1 0-1 0 0,1 1 1 0 0,0-1-1 0 0,0 1 1 0 0,0-1 0 0 0,0 1-1 0 0,0-1 1 0 0,0 1-1 0 0,1 0 1 0 0,-1 3-1 0 0,-6 45 71 0 0,7-47-77 0 0,-3 21 28 0 0,2 1 1 0 0,0 0-1 0 0,2-1 0 0 0,1 1 0 0 0,9 46 1 0 0,-9-64-14 0 0,1 0 0 0 0,-1-1 1 0 0,1 0-1 0 0,1 0 0 0 0,-1 0 1 0 0,1 0-1 0 0,0 0 0 0 0,1-1 1 0 0,0 1-1 0 0,6 6 1 0 0,-6-9 23 0 0,-1-1 0 0 0,1 1 0 0 0,0 0 0 0 0,1-1 0 0 0,-1 0 0 0 0,0 0 0 0 0,1-1 0 0 0,0 0 0 0 0,-1 0 0 0 0,1 0 0 0 0,0 0 0 0 0,0-1 0 0 0,0 0 0 0 0,12 0 0 0 0,-8-1 85 0 0,0 0 0 0 0,1-1 0 0 0,-1 0 0 0 0,0-1 0 0 0,1 0 0 0 0,-1-1 0 0 0,0 0 0 0 0,-1 0 1 0 0,1-1-1 0 0,-1-1 0 0 0,17-9 0 0 0,-13 5-46 0 0,-1 1 1 0 0,-1-1 0 0 0,1-1 0 0 0,-2 0-1 0 0,1-1 1 0 0,-1 0 0 0 0,-1-1 0 0 0,10-15-1 0 0,-12 17-53 0 0,-2-1-1 0 0,1 0 0 0 0,-1 0 0 0 0,-1 0 0 0 0,1 0 0 0 0,-2-1 1 0 0,0 1-1 0 0,0-1 0 0 0,-1 0 0 0 0,0-14 0 0 0,-2 17-12 0 0,0 1-1 0 0,-1-1 0 0 0,0 1 0 0 0,0 0 1 0 0,-1 0-1 0 0,0 0 0 0 0,0 0 1 0 0,-1 0-1 0 0,0 0 0 0 0,0 0 0 0 0,-1 1 1 0 0,0 0-1 0 0,0-1 0 0 0,-1 1 1 0 0,-8-9-1 0 0,8 12-22 0 0,1-1 1 0 0,-1 1-1 0 0,-1 0 0 0 0,1 0 1 0 0,0 1-1 0 0,-1 0 0 0 0,0 0 1 0 0,0 0-1 0 0,0 1 1 0 0,0-1-1 0 0,0 1 0 0 0,0 1 1 0 0,-1-1-1 0 0,1 1 0 0 0,-1 0 1 0 0,1 1-1 0 0,-1 0 1 0 0,1 0-1 0 0,-1 0 0 0 0,-11 2 1 0 0,10-1-307 0 0,1 1 1 0 0,0-1 0 0 0,0 1-1 0 0,1 1 1 0 0,-1-1 0 0 0,0 1-1 0 0,1 0 1 0 0,-1 0 0 0 0,1 1-1 0 0,0 0 1 0 0,0 0 0 0 0,1 1-1 0 0,-1-1 1 0 0,1 1 0 0 0,0 1 0 0 0,0-1-1 0 0,1 0 1 0 0,-8 13 0 0 0,11-17 18 0 0,0 1 0 0 0,0 0 1 0 0,0 0-1 0 0,1 0 0 0 0,-1-1 1 0 0,1 1-1 0 0,-1 0 1 0 0,1 0-1 0 0,0 0 0 0 0,0 0 1 0 0,0 0-1 0 0,0 3 0 0 0,7 12-5027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4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2528 0 0,'4'-8'2564'0'0,"0"0"-1"0"0,-1-1 1 0 0,0 1-1 0 0,0-1 1 0 0,-1 1-1 0 0,2-15 1 0 0,5 56-1626 0 0,-8 16-232 0 0,-9 89-1 0 0,1-44-433 0 0,5-67-370 0 0,-1 31-822 0 0,4-53 339 0 0,-1-1 1 0 0,1 0-1 0 0,0 0 0 0 0,0 0 0 0 0,0 0 1 0 0,3 6-1 0 0,3 1-1753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4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19 2728 0 0,'-14'4'8008'0'0,"10"-4"-7050"0"0,1 1 1 0 0,-1 0 0 0 0,1 1 0 0 0,-1-1-1 0 0,1 1 1 0 0,-1-1 0 0 0,1 1 0 0 0,0 0-1 0 0,-3 3 1 0 0,5-4-624 0 0,173-11 368 0 0,-56 1-629 0 0,2-1 1964 0 0,-116 10-1867 0 0,1 0-31 0 0,7 0-22 0 0,-7 0 54 0 0,-1 0-120 0 0,10-1-4 0 0,-10 0 30 0 0,9 1-21 0 0,6-2-6362 0 0,6-2-2694 0 0,-7 0 2398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5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42 2600 0 0,'3'-16'6395'0'0,"-3"15"-6152"0"0,0 0-1 0 0,0 0 1 0 0,-1-1 0 0 0,1 1 0 0 0,0 0-1 0 0,0 0 1 0 0,-1 0 0 0 0,1 0 0 0 0,-1 0 0 0 0,1 0-1 0 0,-1 0 1 0 0,1 0 0 0 0,-1 0 0 0 0,1 0-1 0 0,-1 0 1 0 0,0 0 0 0 0,0 0 0 0 0,0 0 0 0 0,1 1-1 0 0,-1-1 1 0 0,0 0 0 0 0,0 0 0 0 0,0 1-1 0 0,0-1 1 0 0,-1 0 0 0 0,0 1-151 0 0,0 0 0 0 0,0-1 1 0 0,0 1-1 0 0,1 0 0 0 0,-1 0 0 0 0,0 0 1 0 0,0 1-1 0 0,1-1 0 0 0,-1 0 0 0 0,0 1 1 0 0,0-1-1 0 0,1 1 0 0 0,-1-1 0 0 0,0 1 1 0 0,-1 1-1 0 0,-19 11 360 0 0,2 1 0 0 0,0 1-1 0 0,0 1 1 0 0,1 1 0 0 0,-26 30 0 0 0,30-31-274 0 0,-3 2-27 0 0,-85 96 464 0 0,90-98-564 0 0,0 1 0 0 0,2 0 0 0 0,0 1 0 0 0,1 0 0 0 0,-10 24 1 0 0,17-35-45 0 0,1 0 1 0 0,0-1 0 0 0,0 1-1 0 0,1 0 1 0 0,-1 1 0 0 0,1-1 0 0 0,1 0-1 0 0,0 0 1 0 0,0 0 0 0 0,0 1-1 0 0,1-1 1 0 0,0 0 0 0 0,3 10 0 0 0,-2-12-1 0 0,0 0 0 0 0,0 0 0 0 0,1 0 0 0 0,0 0 0 0 0,0-1 0 0 0,0 1 0 0 0,0-1 0 0 0,1 0 1 0 0,-1 0-1 0 0,1 0 0 0 0,1 0 0 0 0,-1 0 0 0 0,0-1 0 0 0,1 0 0 0 0,-1 0 0 0 0,1 0 0 0 0,10 3 1 0 0,-3-1 16 0 0,-1-1 1 0 0,1-1 0 0 0,0 0 0 0 0,0 0 0 0 0,0-1 0 0 0,0-1 0 0 0,1 0 0 0 0,-1-1 0 0 0,22-1 0 0 0,-27 0-8 0 0,1 0 1 0 0,-1-1 0 0 0,1 1 0 0 0,-1-1 0 0 0,0-1-1 0 0,1 1 1 0 0,-1-1 0 0 0,-1-1 0 0 0,1 1-1 0 0,0-1 1 0 0,-1 0 0 0 0,0-1 0 0 0,0 1 0 0 0,0-1-1 0 0,0-1 1 0 0,8-10 0 0 0,-12 15-18 0 0,-1-1 1 0 0,0 1-1 0 0,0 0 1 0 0,-1-1-1 0 0,1 1 1 0 0,0-1-1 0 0,0 1 1 0 0,-1-1-1 0 0,1 1 1 0 0,-1-1-1 0 0,1 0 1 0 0,-1 1-1 0 0,0-1 0 0 0,0 1 1 0 0,0-1-1 0 0,1 0 1 0 0,-2 1-1 0 0,1-1 1 0 0,0 0-1 0 0,0 1 1 0 0,0-1-1 0 0,-1 0 1 0 0,1 1-1 0 0,-2-3 1 0 0,1 1-4 0 0,-1 1 1 0 0,0 0 0 0 0,1 0 0 0 0,-1 0 0 0 0,0 0 0 0 0,0 1 0 0 0,0-1 0 0 0,0 0 0 0 0,0 1-1 0 0,-1-1 1 0 0,1 1 0 0 0,0 0 0 0 0,-1 0 0 0 0,-4-2 0 0 0,-15-2-388 0 0,1 0 0 0 0,-1 1 0 0 0,-1 1-1 0 0,1 2 1 0 0,-33 0 0 0 0,31 6-3346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7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123 146 400 0 0,'-3'-13'10314'0'0,"-6"-4"-5877"0"0,8 15-4090 0 0,0 1 0 0 0,-1 0 0 0 0,1-1 0 0 0,0 1 0 0 0,-1 0 0 0 0,1 0 0 0 0,0 0 0 0 0,-1 0 0 0 0,-2-1 0 0 0,1 3-313 0 0,0 1 0 0 0,1 0 0 0 0,-1-1 0 0 0,0 1 0 0 0,1 0 0 0 0,-1 0 0 0 0,1 1 0 0 0,0-1 0 0 0,-1 0 0 0 0,1 1 0 0 0,1 0 0 0 0,-1-1 0 0 0,0 1 0 0 0,0 0 0 0 0,0 3 0 0 0,-23 52 313 0 0,22-49-257 0 0,-4 8-33 0 0,2 0-1 0 0,0 0 1 0 0,1 0 0 0 0,1 0 0 0 0,0 1-1 0 0,1-1 1 0 0,1 1 0 0 0,2 22 0 0 0,0-33-48 0 0,-1 0 1 0 0,2 1-1 0 0,-1-1 0 0 0,1 0 1 0 0,0 0-1 0 0,1 0 1 0 0,0 0-1 0 0,0 0 1 0 0,0 0-1 0 0,1-1 1 0 0,0 0-1 0 0,0 1 0 0 0,0-1 1 0 0,1-1-1 0 0,0 1 1 0 0,0-1-1 0 0,1 0 1 0 0,-1 0-1 0 0,1 0 1 0 0,0-1-1 0 0,13 7 1 0 0,-5-5 44 0 0,1 0 0 0 0,0-1 1 0 0,0 0-1 0 0,0-1 0 0 0,0-1 1 0 0,1-1-1 0 0,-1 0 0 0 0,1-1 1 0 0,27-1-1 0 0,-19-2 224 0 0,1-1 0 0 0,-1-1 0 0 0,0 0 0 0 0,0-2 0 0 0,35-14 0 0 0,-48 15-176 0 0,-1 0 0 0 0,1-1 1 0 0,-1 0-1 0 0,0 0 0 0 0,0-1 0 0 0,-1-1 0 0 0,0 0 1 0 0,-1 0-1 0 0,1 0 0 0 0,-1-1 0 0 0,-1 0 0 0 0,0-1 0 0 0,0 0 1 0 0,-1 0-1 0 0,0 0 0 0 0,-1-1 0 0 0,0 0 0 0 0,-1 0 0 0 0,5-16 1 0 0,-7 17-65 0 0,0 0 1 0 0,0 0 0 0 0,-1 0 0 0 0,0-1 0 0 0,-1 1 0 0 0,0 0 0 0 0,-1-1-1 0 0,0 1 1 0 0,0 0 0 0 0,-1 0 0 0 0,-1 0 0 0 0,1 0 0 0 0,-2 0-1 0 0,1 0 1 0 0,-1 1 0 0 0,-1 0 0 0 0,0 0 0 0 0,0 0 0 0 0,-1 0 0 0 0,0 1-1 0 0,0 0 1 0 0,-13-12 0 0 0,6 9-26 0 0,0 0 0 0 0,0 1 0 0 0,-1 1 0 0 0,0 0 0 0 0,-1 1 0 0 0,0 0 0 0 0,0 2 0 0 0,-1-1 0 0 0,0 2 0 0 0,-22-5 0 0 0,18 6-61 0 0,0 1-1 0 0,0 0 1 0 0,0 2-1 0 0,-1 0 1 0 0,1 2 0 0 0,-1 0-1 0 0,1 1 1 0 0,-25 6-1 0 0,38-6-196 0 0,-1 0-1 0 0,1 0 1 0 0,0 1 0 0 0,0 0-1 0 0,0 1 1 0 0,1-1-1 0 0,-1 1 1 0 0,1 1 0 0 0,0-1-1 0 0,0 1 1 0 0,-9 10-1 0 0,13-13-38 0 0,0 0 0 0 0,1 1 0 0 0,-1-1 0 0 0,1 0 0 0 0,0 1-1 0 0,-1-1 1 0 0,1 0 0 0 0,0 1 0 0 0,1-1 0 0 0,-1 1 0 0 0,0 0-1 0 0,1-1 1 0 0,-1 1 0 0 0,1 0 0 0 0,0 3 0 0 0,0-4-231 0 0,1 1 0 0 0,0 0 1 0 0,0 0-1 0 0,-1 0 0 0 0,2 0 0 0 0,-1-1 1 0 0,0 1-1 0 0,0 0 0 0 0,1-1 0 0 0,0 1 1 0 0,-1-1-1 0 0,1 0 0 0 0,0 1 0 0 0,0-1 1 0 0,0 0-1 0 0,4 3 0 0 0,13 9-6015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8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149 127 1792 0 0,'2'-90'16793'0'0,"-18"103"-16692"0"0,-5 25-36 0 0,1 0 0 0 0,2 2-1 0 0,-24 75 1 0 0,32-82-58 0 0,-10 61 0 0 0,18-81-8 0 0,1-1 1 0 0,0 1-1 0 0,1 0 1 0 0,0-1-1 0 0,1 1 0 0 0,1-1 1 0 0,0 1-1 0 0,5 15 1 0 0,-6-24 8 0 0,1 0 1 0 0,-1 0 0 0 0,1 0 0 0 0,0 0-1 0 0,1 0 1 0 0,-1 0 0 0 0,1-1-1 0 0,-1 1 1 0 0,1-1 0 0 0,0 1 0 0 0,1-1-1 0 0,-1 0 1 0 0,0 0 0 0 0,1-1-1 0 0,0 1 1 0 0,4 2 0 0 0,-1-2 3 0 0,-1-1 1 0 0,1 1-1 0 0,-1-1 1 0 0,1-1 0 0 0,0 1-1 0 0,0-1 1 0 0,0 0-1 0 0,0-1 1 0 0,11 0-1 0 0,1-1 22 0 0,1-2-1 0 0,-1 0 0 0 0,0-2 0 0 0,0 0 0 0 0,0-1 0 0 0,27-12 0 0 0,-19 5 73 0 0,-1 0 0 0 0,0-3 0 0 0,-1 0 0 0 0,0-1 0 0 0,41-38 0 0 0,-55 44 32 0 0,1-1 0 0 0,-1 0-1 0 0,-1-1 1 0 0,0 0 0 0 0,-1-1 0 0 0,-1 0-1 0 0,0 0 1 0 0,0-1 0 0 0,-2 0-1 0 0,0 0 1 0 0,-1-1 0 0 0,5-21-1 0 0,-9 31-112 0 0,0 0 0 0 0,-1 0 0 0 0,1 0 0 0 0,-1 0 0 0 0,-1 1 0 0 0,1-1 0 0 0,-1 0 0 0 0,0 0 0 0 0,0 0 0 0 0,-1 1 0 0 0,0-1 0 0 0,0 0 0 0 0,0 1 0 0 0,-4-7 0 0 0,1 5-13 0 0,0-1-1 0 0,0 2 0 0 0,0-1 1 0 0,-1 1-1 0 0,0 0 0 0 0,-1 0 1 0 0,1 0-1 0 0,-15-8 1 0 0,0 3-14 0 0,1 0 0 0 0,-2 1 0 0 0,0 2 0 0 0,0 0 0 0 0,0 1 0 0 0,-31-5 0 0 0,-46-1-159 0 0,85 12-288 0 0,0 1 0 0 0,0 0 0 0 0,0 1 0 0 0,0 0 0 0 0,-15 5 0 0 0,26-6 58 0 0,1 1 0 0 0,-1 0 0 0 0,1 0 0 0 0,-1 0 0 0 0,1 0 0 0 0,0 0 0 0 0,-1 0 0 0 0,1 1 0 0 0,0-1 0 0 0,0 1 0 0 0,0 0 0 0 0,0 0 0 0 0,0 0 0 0 0,1-1 0 0 0,-4 5 0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9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54 142 1272 0 0,'-29'-44'10119'0'0,"6"-1"-5070"0"0,23 44-5008 0 0,-1-1 0 0 0,1 1 0 0 0,0 0 0 0 0,0-1 0 0 0,-1 1 0 0 0,1-1 0 0 0,0 1 0 0 0,0-1 0 0 0,0 1 0 0 0,1 0 0 0 0,-1-1 1 0 0,0 1-1 0 0,0-1 0 0 0,1 1 0 0 0,-1 0 0 0 0,1-1 0 0 0,-1 1 0 0 0,1 0 0 0 0,0-1 0 0 0,-1 1 0 0 0,1 0 0 0 0,0 0 1 0 0,0 0-1 0 0,0-1 0 0 0,0 1 0 0 0,0 0 0 0 0,0 0 0 0 0,0 1 0 0 0,0-1 0 0 0,1 0 0 0 0,-1 0 0 0 0,0 0 0 0 0,0 1 1 0 0,1-1-1 0 0,-1 1 0 0 0,0-1 0 0 0,1 1 0 0 0,1-1 0 0 0,4-1-25 0 0,-1 0-1 0 0,1 1 1 0 0,0-1 0 0 0,-1 1 0 0 0,1 1 0 0 0,11-1-1 0 0,-9 2-5 0 0,0 0 0 0 0,1 1 0 0 0,-1-1 0 0 0,0 2-1 0 0,0-1 1 0 0,-1 1 0 0 0,1 1 0 0 0,-1 0 0 0 0,10 5-1 0 0,-13-6 7 0 0,0 0-1 0 0,-1 1 0 0 0,0-1 1 0 0,0 1-1 0 0,0-1 0 0 0,0 1 0 0 0,-1 1 1 0 0,1-1-1 0 0,-1 0 0 0 0,0 1 1 0 0,0-1-1 0 0,-1 1 0 0 0,1 0 1 0 0,-1 0-1 0 0,0 0 0 0 0,0 0 0 0 0,1 11 1 0 0,-2-7 17 0 0,0 0 0 0 0,-1 0 0 0 0,0-1 0 0 0,-1 1 1 0 0,0 0-1 0 0,0 0 0 0 0,-1-1 0 0 0,0 1 0 0 0,-1-1 0 0 0,0 1 1 0 0,0-1-1 0 0,0 0 0 0 0,-1 0 0 0 0,-8 12 0 0 0,0-3 213 0 0,0-1 0 0 0,-1 0 1 0 0,-1 0-1 0 0,-31 27 0 0 0,21-19 309 0 0,27-23-552 0 0,0 1 0 0 0,-1-1 1 0 0,1-1-1 0 0,0 1 1 0 0,0 0-1 0 0,0-1 0 0 0,0 1 1 0 0,0-1-1 0 0,0 0 1 0 0,0 0-1 0 0,0 0 1 0 0,0 0-1 0 0,4-1 0 0 0,19 0 6 0 0,-2 5-13 0 0,0 0 1 0 0,-1 2-1 0 0,0 1 0 0 0,0 0 0 0 0,22 12 0 0 0,-28-11 50 0 0,0 1-1 0 0,-1 0 0 0 0,-1 1 0 0 0,0 0 0 0 0,0 2 1 0 0,-1 0-1 0 0,19 19 0 0 0,-30-27 110 0 0,1 0 1 0 0,-1 0 0 0 0,0 1-1 0 0,-1-1 1 0 0,1 1-1 0 0,-1-1 1 0 0,1 1-1 0 0,-1 0 1 0 0,-1 0-1 0 0,1 0 1 0 0,-1 0-1 0 0,0 0 1 0 0,0 0 0 0 0,0 1-1 0 0,-1-1 1 0 0,0 0-1 0 0,0 0 1 0 0,0 1-1 0 0,-1-1 1 0 0,1 0-1 0 0,-1 0 1 0 0,-3 10 0 0 0,1-8 28 0 0,0 0 0 0 0,-1-1 0 0 0,1 1 0 0 0,-1-1 0 0 0,0 0 1 0 0,-1 0-1 0 0,0-1 0 0 0,1 1 0 0 0,-2-1 0 0 0,1 0 1 0 0,-1 0-1 0 0,0-1 0 0 0,0 1 0 0 0,0-1 0 0 0,-13 6 1 0 0,3-4-124 0 0,1 0 0 0 0,-1-1 1 0 0,-1-1-1 0 0,1 0 1 0 0,-1-1-1 0 0,1-1 0 0 0,-1-1 1 0 0,0 0-1 0 0,1-1 1 0 0,-1-1-1 0 0,0 0 0 0 0,0-2 1 0 0,1 1-1 0 0,-1-2 1 0 0,1-1-1 0 0,0 0 1 0 0,0 0-1 0 0,-23-13 0 0 0,36 16-355 0 0,-1 0-1 0 0,1 0 0 0 0,-1 0 0 0 0,1-1 1 0 0,0 1-1 0 0,-1-1 0 0 0,1 1 0 0 0,1-1 0 0 0,-5-5 1 0 0,7 7 148 0 0,-1 0 1 0 0,1 0-1 0 0,0 0 0 0 0,0 0 1 0 0,0 0-1 0 0,-1 0 1 0 0,1 0-1 0 0,0 0 1 0 0,1 0-1 0 0,-1 0 1 0 0,0 0-1 0 0,0 0 0 0 0,0 0 1 0 0,1 0-1 0 0,-1 0 1 0 0,0 0-1 0 0,1 0 1 0 0,-1 0-1 0 0,1 0 0 0 0,-1 1 1 0 0,1-1-1 0 0,-1 0 1 0 0,1 0-1 0 0,0 0 1 0 0,0 0-1 0 0,19-18-2974 0 0,29-10-5271 0 0,-18 12 143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9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7 101 3164 0 0,'-3'-22'6936'0'0,"2"18"-5800"0"0,0-1 0 0 0,0 0 0 0 0,0 0 0 0 0,1 0 1 0 0,0-10-1 0 0,1 14-1068 0 0,-1 0 1 0 0,1-1 0 0 0,0 1-1 0 0,-1 0 1 0 0,1-1-1 0 0,0 1 1 0 0,0 0-1 0 0,-1 0 1 0 0,1 0 0 0 0,0-1-1 0 0,0 1 1 0 0,0 0-1 0 0,1 0 1 0 0,-1 1-1 0 0,0-1 1 0 0,0 0 0 0 0,0 0-1 0 0,1 0 1 0 0,-1 1-1 0 0,2-1 1 0 0,28-10 297 0 0,-29 11-327 0 0,14-3 6 0 0,-1 1-1 0 0,1 1 1 0 0,0 0 0 0 0,-1 1 0 0 0,1 1 0 0 0,0 1 0 0 0,-1 0-1 0 0,1 1 1 0 0,-1 0 0 0 0,0 2 0 0 0,25 9 0 0 0,-33-11-39 0 0,-1 0 1 0 0,0 0-1 0 0,0 0 0 0 0,0 0 1 0 0,-1 1-1 0 0,1 0 0 0 0,-1 1 1 0 0,0-1-1 0 0,0 1 0 0 0,6 8 1 0 0,-9-10-2 0 0,0 0 0 0 0,0 0 0 0 0,0 0 1 0 0,0 1-1 0 0,-1-1 0 0 0,0 1 0 0 0,1-1 0 0 0,-1 1 1 0 0,-1 0-1 0 0,1-1 0 0 0,-1 1 0 0 0,1 0 1 0 0,-1 0-1 0 0,0-1 0 0 0,0 1 0 0 0,0 0 0 0 0,-1 0 1 0 0,0-1-1 0 0,1 1 0 0 0,-3 5 0 0 0,-5 13 57 0 0,-1-1 1 0 0,-1 0-1 0 0,-1 0 1 0 0,-1-1-1 0 0,-22 30 0 0 0,-84 89 1175 0 0,68-83-617 0 0,43-49-526 0 0,6-7-75 0 0,1 0-1 0 0,-1 1 0 0 0,0-1 1 0 0,1 1-1 0 0,-1-1 0 0 0,0 1 1 0 0,1 0-1 0 0,-1-1 0 0 0,0 1 1 0 0,1 0-1 0 0,-1-1 0 0 0,1 1 1 0 0,0 0-1 0 0,-1 0 0 0 0,1 0 1 0 0,-1-1-1 0 0,1 1 0 0 0,0 0 1 0 0,0 0-1 0 0,0 0 0 0 0,-1 0 1 0 0,1-1-1 0 0,0 1 0 0 0,0 0 1 0 0,0 0-1 0 0,0 0 0 0 0,0 0 1 0 0,0 0-1 0 0,1 0 0 0 0,-1-1 1 0 0,0 1-1 0 0,1 1 0 0 0,0-1 13 0 0,-1 0 0 0 0,1-1 0 0 0,0 1-1 0 0,0 0 1 0 0,0-1 0 0 0,0 1 0 0 0,0-1-1 0 0,0 1 1 0 0,0-1 0 0 0,0 0 0 0 0,0 1-1 0 0,0-1 1 0 0,0 0 0 0 0,0 0 0 0 0,0 0-1 0 0,0 0 1 0 0,2 0 0 0 0,19 0 120 0 0,-20-1-144 0 0,197-15 393 0 0,-80 4-344 0 0,15 1-5 0 0,326-29 53 0 0,-277 17 222 0 0,-160 18-553 0 0,-14 3-2677 0 0,-22 6-2073 0 0,-5 1-317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40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63 740 0 0,'3'-13'3117'0'0,"3"-28"6277"0"0,-6 40-9295 0 0,0 1 0 0 0,0 0 0 0 0,0-1 0 0 0,0 1 0 0 0,0 0 0 0 0,0-1 0 0 0,0 1 0 0 0,0 0 0 0 0,0-1 0 0 0,0 1 0 0 0,0 0 0 0 0,0-1 0 0 0,0 1 0 0 0,0 0 0 0 0,0-1 0 0 0,0 1 0 0 0,-1 0 0 0 0,1-1 0 0 0,0 1 1 0 0,0 0-1 0 0,0 0 0 0 0,0-1 0 0 0,-1 1 0 0 0,1-1 0 0 0,-6 8 51 0 0,0 1 1 0 0,0-1-1 0 0,1 1 1 0 0,0 0-1 0 0,-5 13 1 0 0,-19 49 326 0 0,21-48-345 0 0,-15 35 115 0 0,-35 98 164 0 0,52-134-378 0 0,1 0-1 0 0,0 0 1 0 0,2 0 0 0 0,1 1 0 0 0,0 31 0 0 0,2-45-24 0 0,0-1 0 0 0,1 1 0 0 0,0-1 0 0 0,1 1 0 0 0,-1-1 0 0 0,1 0 0 0 0,1 0 0 0 0,-1 1-1 0 0,2-2 1 0 0,-1 1 0 0 0,0 0 0 0 0,1-1 0 0 0,1 1 0 0 0,-1-1 0 0 0,1 0 0 0 0,0 0 0 0 0,0-1 0 0 0,0 0-1 0 0,1 0 1 0 0,0 0 0 0 0,0 0 0 0 0,0-1 0 0 0,1 0 0 0 0,-1-1 0 0 0,1 1 0 0 0,0-1 0 0 0,0 0 0 0 0,0-1-1 0 0,1 0 1 0 0,-1 0 0 0 0,0 0 0 0 0,1-1 0 0 0,14 0 0 0 0,-3 0 48 0 0,0-1 0 0 0,-1 0 0 0 0,1-2 0 0 0,0 0 0 0 0,0-2 0 0 0,-1 0 1 0 0,0 0-1 0 0,0-2 0 0 0,0 0 0 0 0,-1-2 0 0 0,31-16 0 0 0,-36 17 26 0 0,-1-1-1 0 0,0 0 1 0 0,0-1-1 0 0,0 0 1 0 0,-1-1 0 0 0,-1 0-1 0 0,0 0 1 0 0,0-1 0 0 0,-1-1-1 0 0,0 1 1 0 0,-1-1-1 0 0,0 0 1 0 0,-1-1 0 0 0,-1 0-1 0 0,0 0 1 0 0,6-22 0 0 0,-8 21-4 0 0,-1 0 0 0 0,0 0 1 0 0,-1-1-1 0 0,0 1 0 0 0,-1 0 1 0 0,-1-1-1 0 0,0 1 1 0 0,-1 0-1 0 0,-1 0 0 0 0,-4-16 1 0 0,3 18-58 0 0,-1 1 1 0 0,0 0-1 0 0,0 0 1 0 0,-1 0-1 0 0,0 1 0 0 0,-1-1 1 0 0,0 2-1 0 0,-1-1 1 0 0,0 1-1 0 0,0 0 0 0 0,-1 1 1 0 0,-13-11-1 0 0,2 5 3 0 0,0 0 0 0 0,-1 1 0 0 0,0 2 0 0 0,-32-14 0 0 0,43 21-87 0 0,-1 1 0 0 0,0-1 0 0 0,0 2 0 0 0,-1-1-1 0 0,1 2 1 0 0,0-1 0 0 0,-1 2 0 0 0,1-1 0 0 0,-1 2 0 0 0,1-1 0 0 0,-17 4 0 0 0,24-3-130 0 0,0 0 1 0 0,0 1 0 0 0,0-1-1 0 0,0 1 1 0 0,0 0 0 0 0,1 0-1 0 0,-1 0 1 0 0,1 0 0 0 0,-1 1-1 0 0,1 0 1 0 0,0-1 0 0 0,0 1-1 0 0,0 0 1 0 0,0 0 0 0 0,-4 7-1 0 0,6-8-100 0 0,0 0 0 0 0,0 0-1 0 0,0 0 1 0 0,1 0 0 0 0,-1 0-1 0 0,0 0 1 0 0,1 0 0 0 0,-1 1-1 0 0,1-1 1 0 0,0 0 0 0 0,0 0-1 0 0,0 0 1 0 0,0 0 0 0 0,0 1-1 0 0,0-1 1 0 0,1 0 0 0 0,-1 0-1 0 0,1 0 1 0 0,-1 0 0 0 0,1 0-1 0 0,0 0 1 0 0,0 0-1 0 0,0 0 1 0 0,0 0 0 0 0,0 0-1 0 0,0 0 1 0 0,0 0 0 0 0,1-1-1 0 0,-1 1 1 0 0,1-1 0 0 0,-1 1-1 0 0,3 1 1 0 0,14 12-5626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41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273 134 872 0 0,'0'0'2122'0'0,"5"-30"10158"0"0,-90 323-9254 0 0,77-264-2960 0 0,1 1-1 0 0,-5 58 1 0 0,11-78-48 0 0,1 0 1 0 0,0 0 0 0 0,0 0-1 0 0,1 0 1 0 0,1-1-1 0 0,-1 1 1 0 0,2 0-1 0 0,-1-1 1 0 0,1 1 0 0 0,1-1-1 0 0,-1 0 1 0 0,2 0-1 0 0,5 9 1 0 0,-6-13 0 0 0,1 1-1 0 0,1-1 1 0 0,-1 0 0 0 0,1-1 0 0 0,-1 1-1 0 0,1-1 1 0 0,0 0 0 0 0,1-1-1 0 0,-1 1 1 0 0,1-1 0 0 0,0-1 0 0 0,-1 1-1 0 0,1-1 1 0 0,0 0 0 0 0,1-1-1 0 0,-1 1 1 0 0,0-2 0 0 0,12 1-1 0 0,-2 0 30 0 0,-1-1-1 0 0,1-1 1 0 0,-1-1-1 0 0,0 0 1 0 0,1-2-1 0 0,-1 1 0 0 0,18-8 1 0 0,-21 5 23 0 0,0 0 1 0 0,-1-1-1 0 0,1-1 1 0 0,-2 1-1 0 0,1-2 1 0 0,-1 0-1 0 0,0 0 1 0 0,-1-1-1 0 0,0-1 1 0 0,0 1 0 0 0,-2-1-1 0 0,1-1 1 0 0,-1 0-1 0 0,-1 0 1 0 0,0-1-1 0 0,-1 0 1 0 0,0 0-1 0 0,6-19 1 0 0,-6 12 3 0 0,0-1 1 0 0,-2 0-1 0 0,0 0 0 0 0,-1 0 1 0 0,-1 0-1 0 0,-1 0 1 0 0,-1-1-1 0 0,-1 1 1 0 0,-1 0-1 0 0,-1 0 1 0 0,-9-37-1 0 0,8 46-63 0 0,0 0 0 0 0,-1 1 0 0 0,0-1-1 0 0,-1 1 1 0 0,-1 0 0 0 0,1 0 0 0 0,-2 1 0 0 0,1 0 0 0 0,-2 0-1 0 0,1 1 1 0 0,-16-13 0 0 0,12 12 11 0 0,-1 1-1 0 0,0 0 1 0 0,-1 1 0 0 0,0 1-1 0 0,0 0 1 0 0,-1 1 0 0 0,1 0-1 0 0,-26-5 1 0 0,20 6-105 0 0,0 2 0 0 0,-1 1 0 0 0,1 0 1 0 0,0 1-1 0 0,0 1 0 0 0,-1 1 0 0 0,1 1 0 0 0,0 1 0 0 0,0 1 1 0 0,0 1-1 0 0,0 0 0 0 0,1 1 0 0 0,0 1 0 0 0,-35 19 1 0 0,45-20-257 0 0,0 0 1 0 0,0 0 0 0 0,0 1-1 0 0,0 1 1 0 0,1-1 0 0 0,-8 11 0 0 0,12-12-289 0 0,0-1 0 0 0,0 1 1 0 0,1 0-1 0 0,-5 11 0 0 0,6-13-201 0 0,1 0 1 0 0,-1 0-1 0 0,1 1 0 0 0,1-1 0 0 0,-1 1 0 0 0,0-1 0 0 0,1 9 0 0 0,1 4-5539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2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24 1160 0 0,'-39'5'8522'0'0,"-67"-1"0"0"0,104-4-7867 0 0,-27 0 1528 0 0,25 0-1375 0 0,21-1-789 0 0,249-22 253 0 0,-179 16-418 0 0,-85 7-182 0 0,8-1-1576 0 0,7 1-4048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2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85 3200 0 0,'37'-52'16647'0'0,"-36"51"-16139"0"0,10-13 2542 0 0,-6 12-1836 0 0,-4 9-961 0 0,-3 11 20 0 0,-2 5-103 0 0,2 0 0 0 0,0 0 0 0 0,2 1 0 0 0,3 32 0 0 0,-3-50-165 0 0,1 0 0 0 0,1 0 0 0 0,-1 0 0 0 0,1 0 0 0 0,0 0-1 0 0,0-1 1 0 0,1 1 0 0 0,0-1 0 0 0,-1 0 0 0 0,2 0 0 0 0,-1 0 0 0 0,1 0-1 0 0,0 0 1 0 0,0-1 0 0 0,0 1 0 0 0,0-1 0 0 0,1 0 0 0 0,0-1 0 0 0,0 1-1 0 0,0-1 1 0 0,0 0 0 0 0,9 4 0 0 0,-6-3-5 0 0,0-1 0 0 0,1 0 0 0 0,-1-1 0 0 0,0 0 0 0 0,1 0 0 0 0,0-1 0 0 0,-1 0 0 0 0,1-1-1 0 0,0 1 1 0 0,-1-2 0 0 0,1 1 0 0 0,0-1 0 0 0,-1-1 0 0 0,1 1 0 0 0,-1-1 0 0 0,1-1 0 0 0,-1 0 0 0 0,0 0 0 0 0,0 0 0 0 0,0-1 0 0 0,0-1 0 0 0,-1 1 0 0 0,0-1-1 0 0,0 0 1 0 0,0-1 0 0 0,0 0 0 0 0,-1 0 0 0 0,0 0 0 0 0,6-9 0 0 0,7-10 85 0 0,-2-1-1 0 0,-1 0 1 0 0,-1-1 0 0 0,20-52-1 0 0,-10 22 1423 0 0,-25 56-1425 0 0,1 3-52 0 0,0 0-1 0 0,-1 1 0 0 0,1-1 0 0 0,-1 1 1 0 0,1 0-1 0 0,-1-1 0 0 0,0 1 1 0 0,0-1-1 0 0,-1 5 0 0 0,1-7-28 0 0,-21 204 296 0 0,0-17-2583 0 0,3 44-3752 0 0,0-75-3834 0 0,8-87 1764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6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47 872 0 0,'-3'0'2173'0'0,"-5"-1"-1053"0"0,-20 1 8883 0 0,19-1-6932 0 0,-2-1-1421 0 0,261-29-1025 0 0,-135 20-523 0 0,-113 11-178 0 0,26 4-7905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36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441 153 2048 0 0,'3'-7'1842'0'0,"16"-40"6985"0"0,6 5-5038 0 0,-22 38-3666 0 0,1-1 0 0 0,0 1-1 0 0,0 0 1 0 0,0 0 0 0 0,1 0 0 0 0,-1 0-1 0 0,1 1 1 0 0,0-1 0 0 0,0 2 0 0 0,0-1-1 0 0,1 0 1 0 0,-1 1 0 0 0,1 0 0 0 0,-1 0 0 0 0,7-1-1 0 0,-1 1-76 0 0,0 1-1 0 0,0 0 0 0 0,0 1 1 0 0,0 0-1 0 0,0 1 0 0 0,0 0 1 0 0,0 1-1 0 0,-1 0 0 0 0,1 0 0 0 0,0 1 1 0 0,10 5-1 0 0,-15-5-11 0 0,1 0 1 0 0,-1 0-1 0 0,0 1 0 0 0,0 0 0 0 0,0 0 0 0 0,0 0 1 0 0,10 11-1 0 0,-13-12 13 0 0,-1 0 0 0 0,1 1 0 0 0,-1-1 0 0 0,1 1 0 0 0,-1 0 0 0 0,0 0 0 0 0,0-1 0 0 0,-1 1 0 0 0,1 1 0 0 0,-1-1 0 0 0,0 0 0 0 0,0 0 0 0 0,1 9 0 0 0,-3-7-5 0 0,1 1 0 0 0,-1-1 0 0 0,0 1 0 0 0,0-1 0 0 0,0 1 0 0 0,-1-1 0 0 0,0 0 0 0 0,-1 1 0 0 0,1-1 0 0 0,-1-1 0 0 0,0 1 0 0 0,-1 0 0 0 0,0-1 0 0 0,-4 7 0 0 0,-10 9 37 0 0,-1 0 0 0 0,-22 18 0 0 0,11-10 14 0 0,11-12-42 0 0,18-16-49 0 0,-11 13 0 0 0,12-13-1 0 0,0-1-1 0 0,0 1 1 0 0,0-1-1 0 0,0 0 1 0 0,0 1-1 0 0,0-1 1 0 0,-1 1-1 0 0,1-1 1 0 0,0 1-1 0 0,1-1 1 0 0,-1 1-1 0 0,0-1 1 0 0,0 1-1 0 0,0-1 1 0 0,0 0-1 0 0,0 1 1 0 0,0-1-1 0 0,1 1 1 0 0,-1-1-1 0 0,0 1 1 0 0,0-1-1 0 0,0 0 1 0 0,1 1-1 0 0,-1-1 1 0 0,0 0-1 0 0,1 1 0 0 0,-1-1 1 0 0,0 0-1 0 0,1 1 1 0 0,-1-1-1 0 0,0 0 1 0 0,1 0-1 0 0,-1 1 1 0 0,1-1-1 0 0,-1 0 1 0 0,1 0-1 0 0,-1 0 1 0 0,0 1-1 0 0,1-1 1 0 0,0 0-1 0 0,59 20 25 0 0,-36-13 172 0 0,0 1 1 0 0,42 22 0 0 0,-60-27-83 0 0,0 1 0 0 0,0 0 1 0 0,0 0-1 0 0,-1 0 0 0 0,0 1 1 0 0,0 0-1 0 0,0 0 0 0 0,0 0 1 0 0,-1 0-1 0 0,0 1 0 0 0,0 0 1 0 0,0 0-1 0 0,-1 0 0 0 0,0 0 1 0 0,3 8-1 0 0,-4-10-23 0 0,-1 0 1 0 0,-1 0-1 0 0,1 0 0 0 0,-1 0 1 0 0,1 0-1 0 0,-1 0 0 0 0,0 0 1 0 0,0-1-1 0 0,-1 1 0 0 0,1 0 0 0 0,-1 0 1 0 0,0 0-1 0 0,-2 7 0 0 0,0-4 4 0 0,-1 0 0 0 0,1-1 0 0 0,-1 1 0 0 0,0-1 1 0 0,0 0-1 0 0,-10 10 0 0 0,-3 0 33 0 0,1-1 1 0 0,-2-1 0 0 0,-36 22 0 0 0,21-17-424 0 0,-1-2 1 0 0,-1-2 0 0 0,-1-1-1 0 0,0-1 1 0 0,0-2-1 0 0,-1-2 1 0 0,-39 5 0 0 0,-97 4-4851 0 0,2-11-3572 0 0,99-6 1399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44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609 132 1484 0 0,'-7'-16'4494'0'0,"0"-1"0"0"0,-7-31 0 0 0,13 46-4023 0 0,-1-5 308 0 0,2 6-752 0 0,-1 1 0 0 0,1-1 0 0 0,-1 1-1 0 0,1-1 1 0 0,0 1 0 0 0,0-1 0 0 0,-1 1-1 0 0,1-1 1 0 0,0 1 0 0 0,0-1-1 0 0,-1 1 1 0 0,1-1 0 0 0,0 0 0 0 0,0 1-1 0 0,0-1 1 0 0,0 1 0 0 0,0-1 0 0 0,0 1-1 0 0,0-1 1 0 0,0 0 0 0 0,0 1 0 0 0,0-1-1 0 0,1 1 1 0 0,-1-1 0 0 0,0 1 0 0 0,0-1-1 0 0,0 0 1 0 0,1 1 0 0 0,-1-1 0 0 0,0 1-1 0 0,1-1 1 0 0,-1 1 0 0 0,0 0 0 0 0,1-1-1 0 0,-1 1 1 0 0,0-1 0 0 0,1 1 0 0 0,-1 0-1 0 0,1-1 1 0 0,-1 1 0 0 0,1 0-1 0 0,-1-1 1 0 0,2 1 0 0 0,13-5 41 0 0,0 1-1 0 0,1 0 1 0 0,-1 1 0 0 0,1 1-1 0 0,23 0 1 0 0,85 6-16 0 0,-70-1-9 0 0,-23-2-9 0 0,1 1 0 0 0,-1 1 0 0 0,54 14 0 0 0,-80-15-22 0 0,1 1-2 0 0,0 0 1 0 0,0 0 0 0 0,0 1-1 0 0,-1 0 1 0 0,0 0 0 0 0,1 0 0 0 0,-1 1-1 0 0,-1 0 1 0 0,1 0 0 0 0,-1 0-1 0 0,0 0 1 0 0,0 1 0 0 0,0 0-1 0 0,-1 0 1 0 0,0 0 0 0 0,0 0-1 0 0,3 10 1 0 0,-2-6 26 0 0,11 27 188 0 0,-2 2 0 0 0,-2-1 0 0 0,12 71 0 0 0,2 122 1045 0 0,-15 210 658 0 0,-29 3-1414 0 0,2-51-320 0 0,13 615 114 0 0,6-923-306 0 0,0 795 108 0 0,-31-350-46 0 0,6-208-32 0 0,11-148 79 0 0,-24 179 7 0 0,28-293-111 0 0,4-23-16 0 0,-2 0-1 0 0,-1-1 1 0 0,-2 0 0 0 0,-17 44-1 0 0,23-73 31 0 0,-1-1-1 0 0,0 1 1 0 0,0-1-1 0 0,0 0 1 0 0,-1 0 0 0 0,0 0-1 0 0,0-1 1 0 0,-1 0-1 0 0,0 0 1 0 0,1 0 0 0 0,-2-1-1 0 0,1 0 1 0 0,0 0-1 0 0,-1 0 1 0 0,0-1-1 0 0,-13 5 1 0 0,-8 0 45 0 0,-1 0 0 0 0,-59 7 0 0 0,59-11-31 0 0,-294 36-1439 0 0,66-9-4839 0 0,161-18 592 0 0,0-1-3012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24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8 100 1672 0 0,'0'-3'1396'0'0,"17"-83"9875"0"0,-17 85-10762 0 0,3-9 1413 0 0,0 15-1881 0 0,-1-1 1 0 0,0 1-1 0 0,0 0 1 0 0,0 0 0 0 0,0 0-1 0 0,-1 0 1 0 0,0 0 0 0 0,1 7-1 0 0,3 49 205 0 0,-3-31-172 0 0,0 30-152 0 0,-3 0 0 0 0,-2 0-1 0 0,-21 111 1 0 0,24-169-27 0 0,-12 50-3359 0 0,-2-20-3363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25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68 145 1940 0 0,'-3'1'2071'0'0,"-62"19"10267"0"0,68-20-12278 0 0,-1 0 1 0 0,1 0-1 0 0,-1 0 1 0 0,1-1-1 0 0,-1 1 1 0 0,0-1-1 0 0,1 1 1 0 0,-1-1-1 0 0,4-1 1 0 0,8-2 140 0 0,162-37 436 0 0,271-57-283 0 0,-422 93-352 0 0,-8 1-155 0 0,0 1 0 0 0,24-2 1 0 0,-41 5 77 0 0,1 0 1 0 0,0 0-1 0 0,-1 0 1 0 0,1 0-1 0 0,-1 0 1 0 0,1 0 0 0 0,0 0-1 0 0,-1 0 1 0 0,1 0-1 0 0,-1 0 1 0 0,1 0-1 0 0,0 1 1 0 0,-1-1 0 0 0,1 0-1 0 0,-1 0 1 0 0,1 1-1 0 0,-1-1 1 0 0,1 0-1 0 0,-1 1 1 0 0,1-1 0 0 0,-1 0-1 0 0,1 1 1 0 0,-1-1-1 0 0,0 1 1 0 0,1-1-1 0 0,-1 1 1 0 0,1-1 0 0 0,-1 1-1 0 0,0-1 1 0 0,0 1-1 0 0,1-1 1 0 0,-1 1-1 0 0,0-1 1 0 0,0 1 0 0 0,0 0-1 0 0,0-1 1 0 0,1 1-1 0 0,-1-1 1 0 0,0 1-1 0 0,0 0 1 0 0,0-1-1 0 0,0 1 1 0 0,0-1 0 0 0,0 1-1 0 0,-1 0 1 0 0,1-1-1 0 0,0 1 1 0 0,0-1-1 0 0,0 1 1 0 0,-1-1 0 0 0,1 1-1 0 0,0 0 1 0 0,-15 26-6076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25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0 2672 0 0,'-53'17'13219'0'0,"44"-13"-11403"0"0,6-4-1592 0 0,1 1 1 0 0,-1 0-1 0 0,0-1 0 0 0,1 1 1 0 0,-1 1-1 0 0,1-1 0 0 0,-5 3 1 0 0,-8 31 216 0 0,-3 74-300 0 0,-13 89 285 0 0,28-160-2046 0 0,3 56 0 0 0,0-91 816 0 0,2 20-568 0 0,1-12-1028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25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1368 0 0,'15'-36'6789'0'0,"15"-30"4482"0"0,-30 64-10987 0 0,6-3 1219 0 0,-5 28-902 0 0,0-1 0 0 0,-1 1 0 0 0,-2-1-1 0 0,0 0 1 0 0,-9 36 0 0 0,0 10-369 0 0,1-5 16 0 0,-1 11-1515 0 0,8-27-5260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52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53 226 1608 0 0,'0'0'8274'0'0,"-16"2"-2268"0"0,14-2-5853 0 0,1-1 0 0 0,-1 1 1 0 0,0 0-1 0 0,0-1 0 0 0,1 1 0 0 0,-1-1 0 0 0,0 0 0 0 0,1 0 0 0 0,-1 1 1 0 0,1-1-1 0 0,-1 0 0 0 0,1 0 0 0 0,-1 0 0 0 0,1-1 0 0 0,0 1 1 0 0,-1 0-1 0 0,1 0 0 0 0,0-1 0 0 0,0 1 0 0 0,0-1 0 0 0,-1-1 0 0 0,1 0-138 0 0,0 1-1 0 0,1-1 0 0 0,0 1 1 0 0,-1 0-1 0 0,1-1 0 0 0,0 1 0 0 0,0-1 1 0 0,0 1-1 0 0,0-1 0 0 0,1 1 0 0 0,-1-1 1 0 0,0 1-1 0 0,1-1 0 0 0,0 1 1 0 0,0 0-1 0 0,0-1 0 0 0,0 1 0 0 0,0 0 1 0 0,0 0-1 0 0,3-4 0 0 0,5-7-10 0 0,-1 2 0 0 0,1-1 1 0 0,1 1-1 0 0,0 1 0 0 0,1 0 0 0 0,0 0 0 0 0,0 1 0 0 0,1 1 1 0 0,25-15-1 0 0,-26 18-7 0 0,-1 0 0 0 0,1 0 0 0 0,0 1 0 0 0,0 0 0 0 0,1 1 0 0 0,-1 1 0 0 0,0-1 1 0 0,1 2-1 0 0,0 0 0 0 0,0 0 0 0 0,-1 1 0 0 0,20 2 0 0 0,-26-1 6 0 0,-1-1 0 0 0,1 1 0 0 0,-1 1 0 0 0,1-1 1 0 0,-1 1-1 0 0,1-1 0 0 0,-1 1 0 0 0,0 1 0 0 0,0-1 0 0 0,0 0 0 0 0,0 1 0 0 0,-1 0 0 0 0,1 0 0 0 0,-1 0 0 0 0,1 0 1 0 0,-1 1-1 0 0,0-1 0 0 0,0 1 0 0 0,-1 0 0 0 0,4 6 0 0 0,-3-4 6 0 0,-1 1 1 0 0,1 0-1 0 0,-2 0 1 0 0,1-1-1 0 0,-1 1 1 0 0,0 1-1 0 0,0-1 0 0 0,-1 0 1 0 0,0 0-1 0 0,0 0 1 0 0,0 0-1 0 0,-4 12 0 0 0,-2 9 4 0 0,-1 0-1 0 0,-2 0 0 0 0,-19 41 0 0 0,-47 76 6 0 0,61-119-2 0 0,-73 122-48 0 0,-25 48 630 0 0,88-155 2829 0 0,60-59-3251 0 0,-7 2-160 0 0,0 3 1 0 0,57-19 0 0 0,65-9 102 0 0,-65 19-44 0 0,-17 5-858 0 0,-67 16 204 0 0,7-1-1802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52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39 700 0 0,'-2'0'2477'0'0,"-46"-18"3662"0"0,46 18-5286 0 0,-3-2-342 0 0,1 0 1 0 0,0 0-1 0 0,-1 1 1 0 0,1-1-1 0 0,-10 0 1 0 0,8 0 402 0 0,-31-4 1678 0 0,34 6-1885 0 0,-8-1-452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7:53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59 101 1940 0 0,'-10'8'4167'0'0,"-28"23"8845"0"0,38-31-13004 0 0,-1 0-1 0 0,1 0 1 0 0,0 0-1 0 0,-1 0 1 0 0,1 0-1 0 0,-1 0 1 0 0,1 0-1 0 0,0 0 1 0 0,-1 0-1 0 0,1 0 1 0 0,-1 0-1 0 0,1 0 1 0 0,0 0-1 0 0,-1 0 1 0 0,1-1-1 0 0,0 1 1 0 0,-1 0-1 0 0,1 0 1 0 0,0-1-1 0 0,-1 1 1 0 0,1 0 0 0 0,0 0-1 0 0,-1-1 1 0 0,1 1-1 0 0,0 0 1 0 0,0-1-1 0 0,0 1 1 0 0,-1 0-1 0 0,1-1 1 0 0,0 1-1 0 0,0 0 1 0 0,0-1-1 0 0,0 1 1 0 0,-1 0-1 0 0,1-1 1 0 0,0 1-1 0 0,0-1 1 0 0,0 1-1 0 0,0 0 1 0 0,0-1-1 0 0,0 1 1 0 0,0-1-1 0 0,0 1 1 0 0,0 0-1 0 0,0-1 1 0 0,1 0-1 0 0,-1 0 11 0 0,22-40 82 0 0,-20 37-104 0 0,21-22 2 0 0,-17 20-1 0 0,1 1-1 0 0,0-1 0 0 0,0 1 1 0 0,0 1-1 0 0,0-1 0 0 0,1 1 1 0 0,0 1-1 0 0,0-1 0 0 0,0 1 0 0 0,0 1 1 0 0,0-1-1 0 0,1 1 0 0 0,-1 1 1 0 0,1 0-1 0 0,-1 0 0 0 0,1 0 1 0 0,14 2-1 0 0,-17 0 1 0 0,0 1 0 0 0,0 0 1 0 0,-1 0-1 0 0,1 0 0 0 0,0 0 0 0 0,-1 1 1 0 0,0 0-1 0 0,0 0 0 0 0,6 5 0 0 0,-6-4 10 0 0,0 1 0 0 0,0 0 0 0 0,0 1 0 0 0,-1-1 0 0 0,1 1 0 0 0,-1 0 0 0 0,-1 0 0 0 0,1 0 0 0 0,-1 1 0 0 0,0-1 0 0 0,0 1 0 0 0,-1 0-1 0 0,3 13 1 0 0,-4-8 52 0 0,0-1 0 0 0,0 1-1 0 0,-1-1 1 0 0,-1 1-1 0 0,0-1 1 0 0,-1 1-1 0 0,-6 21 1 0 0,-8 19 919 0 0,-4 0 1 0 0,-1-1-1 0 0,-3-2 1 0 0,-43 69-1 0 0,66-117-758 0 0,-7 14 509 0 0,4-7-499 0 0,19-11-173 0 0,293-112 19 0 0,-255 97-39 0 0,12-5 68 0 0,-63 22-125 0 0,2 0-275 0 0,1 1 0 0 0,0-2-1 0 0,-1 1 1 0 0,1 0-1 0 0,-1-1 1 0 0,0 0-1 0 0,7-3 1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03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45 150 952 0 0,'-24'-15'10421'0'0,"16"7"-7464"0"0,7 9-2885 0 0,1-1 0 0 0,0 0 0 0 0,-1 0 0 0 0,1 0 0 0 0,-1 0 0 0 0,1 0 1 0 0,-1 0-1 0 0,1-1 0 0 0,-1 1 0 0 0,1 0 0 0 0,0 0 0 0 0,-1 0 0 0 0,1 0 0 0 0,-1 0 0 0 0,1-1 0 0 0,0 1 0 0 0,-1 0 0 0 0,1 0 0 0 0,0-1 1 0 0,-1 1-1 0 0,1 0 0 0 0,0-1 0 0 0,-1 1 0 0 0,1 0 0 0 0,0-1 0 0 0,-1 1 0 0 0,1 0 0 0 0,0-1 0 0 0,0 1 0 0 0,0-1 0 0 0,0 1 0 0 0,-1 0 1 0 0,1-1-1 0 0,0 1 0 0 0,0-1 0 0 0,0 1 0 0 0,0-1 0 0 0,0 1 0 0 0,0 0 0 0 0,0-1 0 0 0,0 1 0 0 0,0-1 0 0 0,0 1 0 0 0,0-1 0 0 0,0 1 1 0 0,0-1-1 0 0,0 1 0 0 0,1 0 0 0 0,-1-1 0 0 0,0 1 0 0 0,0-1 0 0 0,1 1 0 0 0,0-3-54 0 0,0 1 1 0 0,0-1-1 0 0,0 1 0 0 0,1 0 0 0 0,-1 0 1 0 0,1 0-1 0 0,-1 0 0 0 0,3-2 0 0 0,11-7-8 0 0,0 0 0 0 0,0 2 0 0 0,1 0 0 0 0,0 1 0 0 0,0 0 0 0 0,1 1 0 0 0,0 1-1 0 0,1 1 1 0 0,-1 0 0 0 0,1 2 0 0 0,0 0 0 0 0,0 0 0 0 0,0 2 0 0 0,0 0 0 0 0,1 2-1 0 0,23 2 1 0 0,-36-2-7 0 0,0 0 0 0 0,0 1 0 0 0,0-1-1 0 0,0 1 1 0 0,0 0 0 0 0,0 1 0 0 0,0 0-1 0 0,-1 0 1 0 0,0 0 0 0 0,1 0 0 0 0,-1 1-1 0 0,0 0 1 0 0,0 0 0 0 0,-1 0 0 0 0,1 1-1 0 0,-1-1 1 0 0,5 9 0 0 0,-6-8 4 0 0,0 0 0 0 0,-1 0 0 0 0,0 0 1 0 0,0 1-1 0 0,0-1 0 0 0,0 0 0 0 0,-1 1 0 0 0,0 0 0 0 0,0-1 1 0 0,-1 1-1 0 0,0-1 0 0 0,0 1 0 0 0,0 0 0 0 0,0-1 0 0 0,-1 1 0 0 0,0 0 1 0 0,0-1-1 0 0,-1 1 0 0 0,-3 8 0 0 0,-3 6 71 0 0,-1-1 0 0 0,-1 0 0 0 0,-1 0 0 0 0,-1-1 0 0 0,-20 24 0 0 0,29-38 255 0 0,-10 15 378 0 0,13-18-706 0 0,0-1 1 0 0,0 1-1 0 0,0 0 0 0 0,0 0 1 0 0,0-1-1 0 0,0 1 0 0 0,0 0 0 0 0,0 0 1 0 0,1-1-1 0 0,-1 1 0 0 0,0 0 1 0 0,0 0-1 0 0,1-1 0 0 0,-1 1 0 0 0,0 0 1 0 0,1-1-1 0 0,-1 1 0 0 0,1 0 1 0 0,-1-1-1 0 0,1 1 0 0 0,-1-1 1 0 0,1 1-1 0 0,-1 0 0 0 0,1-1 0 0 0,-1 1 1 0 0,1-1-1 0 0,0 0 0 0 0,-1 1 1 0 0,1-1-1 0 0,1 1 0 0 0,19 12 3 0 0,0 1 1 0 0,-1 1-1 0 0,-1 1 0 0 0,0 0 1 0 0,-2 2-1 0 0,0 0 0 0 0,0 1 0 0 0,-2 0 1 0 0,20 34-1 0 0,-33-49 102 0 0,0 0-1 0 0,0 1 1 0 0,0-1 0 0 0,-1 1 0 0 0,0-1 0 0 0,0 1 0 0 0,0-1-1 0 0,-1 1 1 0 0,1 0 0 0 0,-1-1 0 0 0,0 1 0 0 0,-1 0-1 0 0,1-1 1 0 0,-1 1 0 0 0,0 0 0 0 0,0-1 0 0 0,0 1-1 0 0,0-1 1 0 0,-1 1 0 0 0,0-1 0 0 0,0 0 0 0 0,0 0-1 0 0,-1 0 1 0 0,1 0 0 0 0,-1 0 0 0 0,0 0 0 0 0,-4 4-1 0 0,1-2 60 0 0,1-1-1 0 0,-1 0 0 0 0,1 0 0 0 0,-2 0 0 0 0,1 0 0 0 0,0-1 1 0 0,-1 0-1 0 0,0-1 0 0 0,0 1 0 0 0,0-1 0 0 0,0-1 0 0 0,0 1 0 0 0,-1-1 1 0 0,1-1-1 0 0,-1 1 0 0 0,-14 0 0 0 0,-1-3-285 0 0,0-2-1 0 0,0-1 0 0 0,0 0 1 0 0,1-2-1 0 0,-26-9 1 0 0,47 15-12 0 0,1 0 0 0 0,-1 0 0 0 0,0 0 0 0 0,1 0 0 0 0,-1 0 0 0 0,1 0 0 0 0,-1-1 1 0 0,1 1-1 0 0,-1 0 0 0 0,1 0 0 0 0,-1 0 0 0 0,1-1 0 0 0,-1 1 0 0 0,1 0 0 0 0,-1-1 0 0 0,1 1 0 0 0,0 0 1 0 0,-1-1-1 0 0,1 1 0 0 0,-1-1 0 0 0,1 1 0 0 0,0 0 0 0 0,0-1 0 0 0,-1 1 0 0 0,1-1 0 0 0,0 1 0 0 0,-1-1 1 0 0,1 1-1 0 0,0-1 0 0 0,0 1 0 0 0,0-1 0 0 0,0 1 0 0 0,0-1 0 0 0,0 1 0 0 0,0-1 0 0 0,0 0 1 0 0,0 1-1 0 0,0-1 0 0 0,0 1 0 0 0,0-1 0 0 0,0 1 0 0 0,0-1 0 0 0,0 1 0 0 0,0-1 0 0 0,1 1 0 0 0,-1-1 1 0 0,0 1-1 0 0,0-1 0 0 0,1 1 0 0 0,-1-1 0 0 0,0 1 0 0 0,0-1 0 0 0,1 1 0 0 0,-1 0 0 0 0,1-1 0 0 0,-1 1 1 0 0,0-1-1 0 0,2 1 0 0 0,26-19-7282 0 0,-8 9-831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08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86 224 0 0,'0'-12'1340'0'0,"1"3"-328"0"0,-1 1-232 0 0,4-1 384 0 0,-2-4-400 0 0,-1-1-295 0 0,1 6-169 0 0,0-4-276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05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78 1428 0 0,'-20'5'17224'0'0,"21"-9"-17197"0"0,0 2-16 0 0,0 1 0 0 0,-1-1 0 0 0,1 0 0 0 0,0 0 0 0 0,0 0 0 0 0,0 1 0 0 0,0-1 0 0 0,1 0 0 0 0,-1 1 1 0 0,0-1-1 0 0,1 1 0 0 0,-1 0 0 0 0,1-1 0 0 0,0 1 0 0 0,-1 0 0 0 0,1 0 0 0 0,3-2 0 0 0,3-3 4 0 0,-6 3-13 0 0,1 1 1 0 0,0 0 0 0 0,0 0-1 0 0,0 0 1 0 0,0 1-1 0 0,0-1 1 0 0,0 1-1 0 0,0-1 1 0 0,4 0-1 0 0,23-12-12 0 0,-27 12 5 0 0,0 1 1 0 0,0-1-1 0 0,0 1 1 0 0,0 0-1 0 0,0 0 1 0 0,0 0-1 0 0,0 1 1 0 0,0-1-1 0 0,0 1 1 0 0,1 0-1 0 0,-1 0 1 0 0,0 0 0 0 0,5 1-1 0 0,-3-1 2 0 0,0 0-1 0 0,0 0 1 0 0,0 1-1 0 0,0 0 1 0 0,0 0-1 0 0,-1 0 1 0 0,1 1-1 0 0,0 0 1 0 0,-1 0-1 0 0,1 0 1 0 0,-1 0 0 0 0,1 1-1 0 0,-1-1 1 0 0,0 1-1 0 0,0 0 1 0 0,0 0-1 0 0,-1 1 1 0 0,1-1-1 0 0,-1 1 1 0 0,5 6-1 0 0,-4-6 6 0 0,-1 1 0 0 0,0 0-1 0 0,0-1 1 0 0,0 1-1 0 0,0 0 1 0 0,-1 0 0 0 0,0 1-1 0 0,0-1 1 0 0,0 0-1 0 0,-1 1 1 0 0,0-1 0 0 0,2 12-1 0 0,-3-8 4 0 0,0 0-1 0 0,-1 1 1 0 0,0-1-1 0 0,0 0 1 0 0,-1 0-1 0 0,0 0 1 0 0,-5 11-1 0 0,-5 9 16 0 0,-2-1 0 0 0,0 0-1 0 0,-30 40 1 0 0,39-60-16 0 0,-49 64 126 0 0,54-71-106 0 0,-23 26 394 0 0,22-25-320 0 0,-12 11 1027 0 0,-49 43-515 0 0,-3-4 2155 0 0,64-51-2702 0 0,-1 1-26 0 0,2-2-36 0 0,-1 0-1 0 0,1 0 0 0 0,0 0 1 0 0,0 0-1 0 0,0 0 1 0 0,0 0-1 0 0,-1 0 1 0 0,1 0-1 0 0,0 0 1 0 0,0 0-1 0 0,0 0 1 0 0,0 1-1 0 0,-1-1 1 0 0,1 0-1 0 0,0 0 1 0 0,0 0-1 0 0,0 0 1 0 0,0 0-1 0 0,0 1 1 0 0,0-1-1 0 0,0 0 1 0 0,-1 0-1 0 0,1 0 1 0 0,0 0-1 0 0,0 1 1 0 0,0-1-1 0 0,0 0 1 0 0,0 0-1 0 0,0 0 1 0 0,0 0-1 0 0,0 1 0 0 0,0-1 1 0 0,0 0-1 0 0,0 0 1 0 0,0 0-1 0 0,0 1 1 0 0,0-1-1 0 0,0 0 1 0 0,15 3 28 0 0,0-1 0 0 0,0-1 0 0 0,0 0 0 0 0,1-1 0 0 0,-1-1 0 0 0,23-3 0 0 0,-13 1-20 0 0,611-61 559 0 0,-604 63-885 0 0,-29 0-249 0 0,10 2-2888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08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7 568 0 0,'-19'0'772'0'0,"11"-7"-1584"0"0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08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0 640 0 0,'0'0'1416'0'0,"1"11"408"0"0,3-5-536 0 0,-3 6-1076 0 0,-2 0-944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09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34 772 0 0,'7'-7'768'0'0,"0"2"216"0"0,0-5-400 0 0,-1 3-100 0 0,3 2-244 0 0,-6 14-2492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10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0 256 0 0,'0'0'6279'0'0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13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131 338 704 0 0,'-19'-39'18004'0'0,"12"58"-18053"0"0,1 42 37 0 0,-2 34 2 0 0,-30 129 1 0 0,9-91 246 0 0,29-131-188 0 0,-4 10 220 0 0,0-9-112 0 0,0-10-119 0 0,0-9-24 0 0,1 0 0 0 0,1 0 0 0 0,0 0 0 0 0,2-17 0 0 0,4-70 12 0 0,-3 86-14 0 0,2-32-17 0 0,3 0 0 0 0,2 1 0 0 0,1 0 0 0 0,24-68 0 0 0,-25 93-2 0 0,1 1 0 0 0,1 1-1 0 0,1-1 1 0 0,1 2-1 0 0,0 0 1 0 0,2 0 0 0 0,0 1-1 0 0,1 1 1 0 0,1 0-1 0 0,1 1 1 0 0,24-19-1 0 0,-30 28-5 0 0,0 1-1 0 0,1 1 1 0 0,-1 0-1 0 0,1 0 1 0 0,0 1-1 0 0,1 1 1 0 0,-1 0-1 0 0,1 0 1 0 0,14-1-1 0 0,-21 4 10 0 0,-1 0-1 0 0,1 0 1 0 0,-1 1-1 0 0,0 0 1 0 0,1 0 0 0 0,-1 1-1 0 0,1-1 1 0 0,-1 1-1 0 0,1 0 1 0 0,-1 0-1 0 0,0 1 1 0 0,0 0-1 0 0,1 0 1 0 0,-1 0-1 0 0,-1 0 1 0 0,1 1-1 0 0,0 0 1 0 0,-1 0 0 0 0,1 0-1 0 0,-1 1 1 0 0,0-1-1 0 0,0 1 1 0 0,0 0-1 0 0,5 7 1 0 0,-7-7 3 0 0,0 1 0 0 0,0 0 0 0 0,0-1 0 0 0,-1 1 0 0 0,0 0 0 0 0,0 0 0 0 0,0 0-1 0 0,0 0 1 0 0,-1 0 0 0 0,0 0 0 0 0,0 1 0 0 0,0-1 0 0 0,0 0 0 0 0,-1 0 0 0 0,0 0 0 0 0,0 0 0 0 0,-3 7 0 0 0,-3 10-8 0 0,-2 0 1 0 0,-14 28-1 0 0,21-46 6 0 0,-13 25 5 0 0,-1-2-1 0 0,-2 0 1 0 0,0-1-1 0 0,-2 0 1 0 0,0-2 0 0 0,-2 0-1 0 0,-1-1 1 0 0,-1-2-1 0 0,0 0 1 0 0,-50 30-1 0 0,22-27 48 0 0,50-23-39 0 0,-16 5-49 0 0,18-6 37 0 0,0 0 0 0 0,-1 0 0 0 0,1 0-1 0 0,0 0 1 0 0,0 0 0 0 0,0 0-1 0 0,-1 0 1 0 0,1 1 0 0 0,0-1 0 0 0,0 0-1 0 0,0 0 1 0 0,0 0 0 0 0,0 0-1 0 0,-1 1 1 0 0,1-1 0 0 0,0 0 0 0 0,0 0-1 0 0,0 0 1 0 0,0 1 0 0 0,0-1-1 0 0,0 0 1 0 0,0 0 0 0 0,0 1-1 0 0,0-1 1 0 0,0 0 0 0 0,0 0 0 0 0,0 0-1 0 0,0 1 1 0 0,0-1 0 0 0,0 0-1 0 0,0 0 1 0 0,0 1 0 0 0,0-1 0 0 0,0 0-1 0 0,0 0 1 0 0,0 0 0 0 0,0 1-1 0 0,0-1 1 0 0,2 1-5 0 0,-1 0 0 0 0,0 1 0 0 0,0-1 0 0 0,1 0 0 0 0,-1-1 0 0 0,1 1 0 0 0,-1 0 0 0 0,1 0 0 0 0,-1 0-1 0 0,4 0 1 0 0,32 15-5 0 0,0 1-1 0 0,0 2 1 0 0,-2 1-1 0 0,-1 2 1 0 0,0 2 0 0 0,34 31-1 0 0,-52-39-152 0 0,0 0 0 0 0,-1 2 0 0 0,0 0 0 0 0,11 20 0 0 0,-25-38 152 0 0,13 21-4264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14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64 492 0 0,'4'-15'4631'0'0,"0"-15"1973"0"0,-2 22-4839 0 0,0-2-9 0 0,2 21-1375 0 0,-2 7-276 0 0,1 0 0 0 0,1 0 1 0 0,12 32-1 0 0,-13-43-85 0 0,0-1 1 0 0,1 1 0 0 0,-1-1 0 0 0,1 0-1 0 0,0 0 1 0 0,1 0 0 0 0,-1-1 0 0 0,1 1-1 0 0,0-1 1 0 0,0 0 0 0 0,1-1 0 0 0,0 1-1 0 0,9 5 1 0 0,-13-8-15 0 0,11 3 39 0 0,-10-4-38 0 0,0 0-1 0 0,-1-1 0 0 0,1 1 1 0 0,0-1-1 0 0,0 0 0 0 0,0 0 1 0 0,0 0-1 0 0,-1 0 1 0 0,1 0-1 0 0,0-1 0 0 0,0 1 1 0 0,-1-1-1 0 0,1 0 0 0 0,0 0 1 0 0,-1 0-1 0 0,1 0 0 0 0,-1 0 1 0 0,1-1-1 0 0,-1 1 0 0 0,1-1 1 0 0,2-2-1 0 0,2-1 6 0 0,0-1 2 0 0,0-1 0 0 0,0 0 0 0 0,0 0 0 0 0,0 0 0 0 0,-1-1 0 0 0,-1 0 1 0 0,1-1-1 0 0,7-15 0 0 0,7-11 283 0 0,-5-2 1658 0 0,-8 17-1193 0 0,-6 18-533 0 0,-13 152 675 0 0,2-48-480 0 0,-34 288 862 0 0,39-356-1142 0 0,2-2 186 0 0,3-30-242 0 0,5-14-4594 0 0,0 2 2077 0 0,1 1 1 0 0,0 0-1 0 0,13-16 0 0 0,-5 7-4035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14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15 138 2392 0 0,'-14'-34'15777'0'0,"14"30"-14992"0"0,2 1-722 0 0,0 1 0 0 0,1-1 0 0 0,-1 1 1 0 0,1 0-1 0 0,0-1 0 0 0,-1 1 0 0 0,1 0 1 0 0,0 0-1 0 0,0 1 0 0 0,0-1 0 0 0,0 1 1 0 0,1-1-1 0 0,3 0 0 0 0,53-14 113 0 0,-36 10-99 0 0,10-1-21 0 0,-11 2 15 0 0,30-10 0 0 0,0-1 55 0 0,-51 16-281 0 0,9-6-1481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15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131 127 1276 0 0,'6'-17'13026'0'0,"-1"38"-12243"0"0,-2-1-1 0 0,0 1 1 0 0,-1-1-1 0 0,-1 41 1 0 0,-14 87-411 0 0,7-90-119 0 0,-3 17 839 0 0,-37 138 0 0 0,46-212-1058 0 0,0 0 1 0 0,0-1 0 0 0,0 1-1 0 0,0-1 1 0 0,0 1-1 0 0,0 0 1 0 0,-1-1-1 0 0,1 1 1 0 0,0-1 0 0 0,0 1-1 0 0,-1-1 1 0 0,1 1-1 0 0,0-1 1 0 0,-1 1-1 0 0,1-1 1 0 0,-1 1-1 0 0,1-1 1 0 0,-1 1 0 0 0,1-1-1 0 0,-1 0 1 0 0,1 1-1 0 0,-1-1 1 0 0,1 0-1 0 0,-1 0 1 0 0,1 1-1 0 0,-1-1 1 0 0,1 0 0 0 0,-1 0-1 0 0,0 0 1 0 0,1 1-1 0 0,-1-1 1 0 0,1 0-1 0 0,-1 0 1 0 0,0 0 0 0 0,1 0-1 0 0,-1 0 1 0 0,1 0-1 0 0,-1 0 1 0 0,0 0-1 0 0,1-1 1 0 0,-1 1-1 0 0,1 0 1 0 0,-1 0 0 0 0,0 0-1 0 0,1-1 1 0 0,-1 1-1 0 0,1 0 1 0 0,-1-1-1 0 0,1 1 1 0 0,-1 0-1 0 0,1-1 1 0 0,-1 1 0 0 0,1-1-1 0 0,0 1 1 0 0,-1-1-1 0 0,0 0 1 0 0,-2-2 1 0 0,0 0 0 0 0,0 0 0 0 0,0-1 0 0 0,0 0 1 0 0,0 1-1 0 0,-2-6 0 0 0,0-3-3 0 0,0-1 0 0 0,1 0 0 0 0,0 0 0 0 0,1 0 0 0 0,1 0 1 0 0,0 0-1 0 0,-1-21 0 0 0,3-4-16 0 0,6-51-1 0 0,-2 62-23 0 0,1 1-1 0 0,1 1 0 0 0,1-1 0 0 0,1 1 0 0 0,1 0 0 0 0,2 1 0 0 0,0 0 0 0 0,1 1 0 0 0,19-26 0 0 0,-18 30-24 0 0,0 1 1 0 0,2 1 0 0 0,0 0 0 0 0,1 0 0 0 0,1 2-1 0 0,0 0 1 0 0,1 1 0 0 0,1 1 0 0 0,0 1-1 0 0,38-19 1 0 0,-51 29 25 0 0,0 0-1 0 0,0 0 1 0 0,0 0-1 0 0,0 1 1 0 0,0 0 0 0 0,1 0-1 0 0,-1 0 1 0 0,0 1-1 0 0,1 0 1 0 0,11 2 0 0 0,-15-2 4 0 0,-1 1 1 0 0,1-1 0 0 0,0 1 0 0 0,-1 0 0 0 0,1 0-1 0 0,-1 0 1 0 0,1 0 0 0 0,-1 1 0 0 0,1-1 0 0 0,-1 1-1 0 0,0-1 1 0 0,0 1 0 0 0,0 0 0 0 0,0 0 0 0 0,0 0-1 0 0,0 0 1 0 0,0 0 0 0 0,-1 0 0 0 0,1 1 0 0 0,-1-1-1 0 0,1 0 1 0 0,-1 1 0 0 0,0-1 0 0 0,0 1 0 0 0,0 0 0 0 0,0-1-1 0 0,0 5 1 0 0,0 4 3 0 0,0 1 0 0 0,-1 0 0 0 0,0 0 0 0 0,-1-1 0 0 0,0 1 0 0 0,-1 0 0 0 0,0-1 0 0 0,-1 1 0 0 0,0-1 0 0 0,-1 0 0 0 0,0 0 0 0 0,-1 0 0 0 0,-9 15 0 0 0,-4 5 5 0 0,-2 0 1 0 0,-2-2-1 0 0,-26 29 0 0 0,27-35 34 0 0,0 0 0 0 0,-2-2 0 0 0,0-1 0 0 0,-2-1 0 0 0,-35 22 0 0 0,21-15-139 0 0,37-25 56 0 0,2 0-7 0 0,1 1 37 0 0,-1-1 0 0 0,1 1 0 0 0,0-1 1 0 0,-1 1-1 0 0,1-1 0 0 0,0 0 0 0 0,0 1 1 0 0,0-1-1 0 0,0 0 0 0 0,0 0 0 0 0,0 1 1 0 0,0-1-1 0 0,0 0 0 0 0,0 0 0 0 0,1 0 1 0 0,1 1-1 0 0,31 18-64 0 0,-22-13 56 0 0,246 137-57 0 0,-217-113 88 0 0,-25-17-2616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16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346 157 496 0 0,'-2'-2'911'0'0,"0"-1"-1"0"0,0 0 1 0 0,1 1 0 0 0,-1-1-1 0 0,1 0 1 0 0,-1 0 0 0 0,1 0-1 0 0,0 1 1 0 0,0-1-1 0 0,0-1 1 0 0,1 1 0 0 0,-1 0-1 0 0,1 0 1 0 0,-1 0 0 0 0,1-4-1 0 0,1 3-561 0 0,-1 0-1 0 0,1 1 1 0 0,0-1-1 0 0,0 0 0 0 0,0 1 1 0 0,1-1-1 0 0,-1 1 1 0 0,1 0-1 0 0,0-1 0 0 0,0 1 1 0 0,3-4-1 0 0,0 1-308 0 0,0 0 0 0 0,0 1-1 0 0,1 0 1 0 0,0 0 0 0 0,0 0-1 0 0,0 1 1 0 0,0 0 0 0 0,1 0-1 0 0,0 1 1 0 0,0-1-1 0 0,12-3 1 0 0,-16 6-36 0 0,0 1 1 0 0,0-1-1 0 0,0 1 0 0 0,0 0 1 0 0,0-1-1 0 0,0 1 0 0 0,0 0 0 0 0,0 1 1 0 0,0-1-1 0 0,0 1 0 0 0,-1-1 1 0 0,1 1-1 0 0,0 0 0 0 0,0 0 1 0 0,0 0-1 0 0,0 0 0 0 0,-1 1 0 0 0,1-1 1 0 0,-1 1-1 0 0,1-1 0 0 0,-1 1 1 0 0,0 0-1 0 0,1 0 0 0 0,2 3 1 0 0,-3-2-1 0 0,0 0 0 0 0,1 0 1 0 0,-1 0-1 0 0,0 0 1 0 0,-1 1-1 0 0,1-1 1 0 0,0 1-1 0 0,-1-1 1 0 0,0 1-1 0 0,0-1 1 0 0,0 1-1 0 0,0 0 1 0 0,-1 0-1 0 0,1-1 1 0 0,-1 1-1 0 0,0 0 1 0 0,0 0-1 0 0,-1 5 1 0 0,-3 6 11 0 0,1-1-1 0 0,-2 0 1 0 0,0 0 0 0 0,-1 0 0 0 0,0 0 0 0 0,-13 18 0 0 0,-56 73 141 0 0,49-71-83 0 0,25-32-70 0 0,-1 7 1 0 0,12-7-2 0 0,0 0-1 0 0,0 0 1 0 0,1-1-1 0 0,18 0 1 0 0,-18-1 1 0 0,-1 0 0 0 0,1 1-1 0 0,21 5 1 0 0,-16-1-5 0 0,1 1-1 0 0,-1 0 1 0 0,0 1 0 0 0,22 14-1 0 0,-33-18 9 0 0,-1-1-1 0 0,0 1 1 0 0,1 1 0 0 0,-1-1-1 0 0,0 0 1 0 0,-1 1-1 0 0,1 0 1 0 0,-1 0-1 0 0,1 0 1 0 0,-1 0 0 0 0,-1 1-1 0 0,1-1 1 0 0,0 1-1 0 0,-1-1 1 0 0,0 1 0 0 0,0 0-1 0 0,-1 0 1 0 0,1 0-1 0 0,0 7 1 0 0,-2-5 23 0 0,0-1 0 0 0,-1 0 0 0 0,0 1 0 0 0,0-1 0 0 0,-1 1 0 0 0,0-1 0 0 0,0 0 1 0 0,0 0-1 0 0,-1 0 0 0 0,0 0 0 0 0,0-1 0 0 0,0 1 0 0 0,-1-1 0 0 0,0 1 0 0 0,0-1 0 0 0,0 0 0 0 0,-9 7 0 0 0,2-2 22 0 0,-1 0-1 0 0,0-1 1 0 0,-1 0-1 0 0,1-1 0 0 0,-2 0 1 0 0,-19 8-1 0 0,1-4-78 0 0,-1-1 0 0 0,0-2 0 0 0,0-1-1 0 0,-39 4 1 0 0,-33-2-1990 0 0,0-5-3388 0 0,58-2 1532 0 0,-6-1-3613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17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109 115 744 0 0,'1'-14'4324'0'0,"2"-14"450"0"0,-3 19-2847 0 0,-3 18-1647 0 0,1 5-195 0 0,0 0-1 0 0,0 20 0 0 0,1-5-26 0 0,-10 80 266 0 0,-35 153 0 0 0,40-231-308 0 0,5-23 58 0 0,0 1-1 0 0,-1-1 1 0 0,0 1-1 0 0,0-1 0 0 0,-5 9 1 0 0,7-16-33 0 0,-4 2 38 0 0,0 0-5 0 0,-1-10-43 0 0,2-5-40 0 0,0 0 0 0 0,1 0 1 0 0,0 0-1 0 0,0-24 0 0 0,7-55-78 0 0,-2 37 63 0 0,-2 21 20 0 0,2 1 0 0 0,1 0 1 0 0,1 0-1 0 0,2 0 1 0 0,1 1-1 0 0,2 0 0 0 0,1 0 1 0 0,1 1-1 0 0,25-43 1 0 0,-35 69-13 0 0,0 1 0 0 0,0-1 0 0 0,1 1 0 0 0,-1 0 0 0 0,1 0 0 0 0,0 0 0 0 0,0 0 0 0 0,0 0 0 0 0,0 1 0 0 0,7-4 0 0 0,-9 5 16 0 0,16 8-58 0 0,-15-4 55 0 0,0 1 1 0 0,-1-1 0 0 0,1 1-1 0 0,-1 0 1 0 0,0 0 0 0 0,0 0-1 0 0,0 0 1 0 0,0 0 0 0 0,-1 0-1 0 0,0 0 1 0 0,1 0 0 0 0,-1 0-1 0 0,-1 0 1 0 0,1 0 0 0 0,-1 0-1 0 0,1 0 1 0 0,-3 5 0 0 0,-2 12 23 0 0,-15 36 0 0 0,13-36 8 0 0,-2-2 1 0 0,0 1-1 0 0,0-1 0 0 0,-2 0 0 0 0,-17 21 1 0 0,-11 10 51 0 0,38-49-106 0 0,0 0 20 0 0,0-1 0 0 0,0 1 1 0 0,0 0-1 0 0,1-1 0 0 0,-1 1 1 0 0,0 0-1 0 0,0 0 1 0 0,1 0-1 0 0,-1-1 0 0 0,1 1 1 0 0,-1 0-1 0 0,1 0 1 0 0,-1 0-1 0 0,1 0 0 0 0,-1 0 1 0 0,1 0-1 0 0,0 0 0 0 0,0 0 1 0 0,0 0-1 0 0,-1 0 1 0 0,1 0-1 0 0,0 0 0 0 0,0 1 1 0 0,0-1-1 0 0,0 0 1 0 0,1 2-1 0 0,7 3 25 0 0,-1 1 0 0 0,2-1 1 0 0,-1-1-1 0 0,1 0 0 0 0,13 7 0 0 0,52 18-2079 0 0,-56-23 356 0 0,2-1-2505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18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10 660 0 0,'-13'-8'9289'0'0,"11"7"-8670"0"0,-4 4-712 0 0,4-2 362 0 0,-4 35 708 0 0,6-32-951 0 0,0-1 0 0 0,0 1 1 0 0,1-1-1 0 0,-1 1 0 0 0,1-1 0 0 0,0 1 0 0 0,0-1 0 0 0,0 0 0 0 0,1 1 1 0 0,-1-1-1 0 0,1 0 0 0 0,0 0 0 0 0,-1 0 0 0 0,1 0 0 0 0,1 0 0 0 0,-1 0 1 0 0,0-1-1 0 0,1 1 0 0 0,0-1 0 0 0,-1 1 0 0 0,1-1 0 0 0,6 3 0 0 0,-7-4 8 0 0,13-1 58 0 0,-11-2-106 0 0,0 0-1 0 0,0 0 0 0 0,0 0 0 0 0,-1 0 1 0 0,1 0-1 0 0,-1-1 0 0 0,0 0 0 0 0,1 1 0 0 0,-1-1 1 0 0,-1-1-1 0 0,6-5 0 0 0,25-42 399 0 0,-26 40 36 0 0,-7 9-261 0 0,3 0 34 0 0,-3 2-190 0 0,0 1 1 0 0,0-1 0 0 0,0 0-1 0 0,0 0 1 0 0,0 1 0 0 0,0-1-1 0 0,0 0 1 0 0,0 0 0 0 0,0 0-1 0 0,0 1 1 0 0,0-1 0 0 0,0 0-1 0 0,0 0 1 0 0,0 0-1 0 0,1 1 1 0 0,-1-1 0 0 0,0 0-1 0 0,0 0 1 0 0,0 0 0 0 0,0 0-1 0 0,0 1 1 0 0,0-1 0 0 0,1 0-1 0 0,-1 0 1 0 0,0 0 0 0 0,0 0-1 0 0,0 0 1 0 0,0 1-1 0 0,1-1 1 0 0,-1 0 0 0 0,0 0-1 0 0,0 0 1 0 0,0 0 0 0 0,1 0-1 0 0,-1 0 1 0 0,0 0 0 0 0,0 0-1 0 0,0 0 1 0 0,1 0 0 0 0,-1 0-1 0 0,0 0 1 0 0,0 0 0 0 0,1 0-1 0 0,-1 0 1 0 0,0 0-1 0 0,0 0 1 0 0,0 0 0 0 0,1 0-1 0 0,-1 0 1 0 0,0 0 0 0 0,0 0-1 0 0,0-1 1 0 0,1 1 0 0 0,-1 0-1 0 0,0 0 1 0 0,0 0 0 0 0,0 0-1 0 0,0 0 1 0 0,1 0-1 0 0,-1-1 1 0 0,0 1 0 0 0,0 0-1 0 0,0 0 1 0 0,0 0 0 0 0,0-1-1 0 0,0 1 1 0 0,0 0 0 0 0,0 0-1 0 0,1-1 1 0 0,1 25 143 0 0,-1 1 0 0 0,-3 34 1 0 0,0-5-165 0 0,3-38 0 0 0,0 1 1 0 0,1-1 0 0 0,1 1 0 0 0,5 18 0 0 0,14 28-4314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18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41 117 680 0 0,'-30'-28'10188'0'0,"29"27"-9907"0"0,0 0-1 0 0,0 0 1 0 0,0 0 0 0 0,0-1-1 0 0,0 1 1 0 0,0 0-1 0 0,0 0 1 0 0,1-1-1 0 0,-1 1 1 0 0,-1-3 0 0 0,2 4-274 0 0,0-1-1 0 0,0 0 1 0 0,1 1 0 0 0,-1-1 0 0 0,0 0 0 0 0,0 1 0 0 0,0-1 0 0 0,0 1 0 0 0,1-1 0 0 0,-1 1 0 0 0,0-1 0 0 0,0 1-1 0 0,1-1 1 0 0,-1 1 0 0 0,1-1 0 0 0,-1 1 0 0 0,0-1 0 0 0,1 1 0 0 0,-1-1 0 0 0,1 1 0 0 0,-1 0 0 0 0,1-1 0 0 0,-1 1-1 0 0,1 0 1 0 0,-1-1 0 0 0,1 1 0 0 0,-1 0 0 0 0,1 0 0 0 0,0-1 0 0 0,-1 1 0 0 0,1 0 0 0 0,0 0 0 0 0,28-12 141 0 0,46-13-324 0 0,-73 24 36 0 0,-1 1 109 0 0,-1-1 0 0 0,0 1 1 0 0,1 0-1 0 0,-1-1 0 0 0,0 1 1 0 0,1 0-1 0 0,-1 0 0 0 0,0 0 0 0 0,1-1 1 0 0,-1 1-1 0 0,0 0 0 0 0,1 0 1 0 0,-1 0-1 0 0,1 0 0 0 0,-1 0 1 0 0,1 0-1 0 0,-1-1 0 0 0,0 1 1 0 0,1 0-1 0 0,-1 0 0 0 0,1 1 1 0 0,3-2-1088 0 0,-9-4 632 0 0,4 4 397 0 0,-28-3-242 0 0,-16-2 257 0 0,43 6 54 0 0,7 10 57 0 0,-1-7-57 0 0,0 0 0 0 0,0 1 0 0 0,0 0 0 0 0,-1 0-1 0 0,0 0 1 0 0,1 0 0 0 0,-1 1 0 0 0,-1-1 0 0 0,1 1 0 0 0,-1 0 0 0 0,0-1 0 0 0,0 1 0 0 0,0 0 0 0 0,-1 0-1 0 0,1 0 1 0 0,-1 1 0 0 0,-1-1 0 0 0,1 0 0 0 0,-1 0 0 0 0,1 1 0 0 0,-2-1 0 0 0,1 0 0 0 0,-1 0-1 0 0,-1 10 1 0 0,-9 23-4200 0 0,3-18 88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0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81 700 0 0,'24'-11'6850'0'0,"-21"8"-5993"0"0,1 1-1 0 0,-1 0 1 0 0,0-1 0 0 0,0 0-1 0 0,0 0 1 0 0,5-6 631 0 0,-3-1 403 0 0,-4 9-1844 0 0,-1 0 1 0 0,0 0-1 0 0,0 0 0 0 0,0 0 1 0 0,0 0-1 0 0,0 1 0 0 0,0-1 1 0 0,-1 0-1 0 0,1 0 1 0 0,0 0-1 0 0,0 0 0 0 0,-1 0 1 0 0,1 0-1 0 0,0 1 1 0 0,-1-1-1 0 0,1 0 0 0 0,-1 0 1 0 0,1 0-1 0 0,-1 1 0 0 0,1-1 1 0 0,-1 0-1 0 0,0 1 1 0 0,0-2-1 0 0,-1 1-12 0 0,0 0 0 0 0,0-1 0 0 0,0 1 1 0 0,-1 0-1 0 0,1 0 0 0 0,0 0 0 0 0,0 1 0 0 0,-1-1 0 0 0,-2 0 1 0 0,-2 0-28 0 0,0 0 0 0 0,-1 0 0 0 0,1 1 1 0 0,-1 0-1 0 0,1 0 0 0 0,-9 3 1 0 0,3-1-16 0 0,1 2 0 0 0,0-1 1 0 0,0 2-1 0 0,0 0 0 0 0,1 0 1 0 0,0 1-1 0 0,0 0 1 0 0,0 1-1 0 0,1 0 0 0 0,0 1 1 0 0,0 0-1 0 0,1 0 0 0 0,0 1 1 0 0,0 1-1 0 0,1-1 0 0 0,0 1 1 0 0,1 1-1 0 0,0-1 1 0 0,1 1-1 0 0,0 1 0 0 0,-6 17 1 0 0,0 6-11 0 0,3 0 0 0 0,0 1 1 0 0,3 1-1 0 0,1-1 0 0 0,-1 55 1 0 0,19 183 40 0 0,-6-180 0 0 0,14 104-95 0 0,-3-32 28 0 0,51 859-73 0 0,-47 227-204 0 0,-27-852 303 0 0,5-396 18 0 0,-1 10 22 0 0,0 44 26 0 0,1-56-52 0 0,-1 33 18 0 0,1-28-7 0 0,-1-5 1 0 0,1-1 0 0 0,0 0 0 0 0,0 1 0 0 0,0-1 0 0 0,0 0 0 0 0,0 1 0 0 0,1-1 0 0 0,-1 1 0 0 0,0-1 1 0 0,1 0-1 0 0,-1 0 0 0 0,1 1 0 0 0,-1-1 0 0 0,1 0 0 0 0,0 0 0 0 0,-1 1 0 0 0,1-1 0 0 0,0 0 1 0 0,0 0-1 0 0,0 0 0 0 0,0 0 0 0 0,0 0 0 0 0,0 0 0 0 0,0 0 0 0 0,2 0 0 0 0,0 1 23 0 0,1-1 0 0 0,-1-1 0 0 0,1 1 0 0 0,-1 0 0 0 0,1-1 0 0 0,0 0 0 0 0,6 0 0 0 0,-7 0-41 0 0,390-23 351 0 0,-227 10-272 0 0,49-2-190 0 0,216-17-1157 0 0,-146-3-6720 0 0,-216 25 1956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1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1 186 584 0 0,'9'-21'3879'0'0,"10"-38"-1"0"0,-4 13-644 0 0,4-10 2120 0 0,-19 55-5115 0 0,2-1-164 0 0,-1 6 33 0 0,3 17 156 0 0,-1 27 77 0 0,-8 134-265 0 0,1 80 49 0 0,10-204-1127 0 0,2-30-1752 0 0,6-4-3567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1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95 1508 0 0,'0'0'3318'0'0,"-16"0"2618"0"0,3 0-2171 0 0,16-1-3493 0 0,116-26 795 0 0,-63 16-900 0 0,-10 1-75 0 0,95-23 330 0 0,-112 26-216 0 0,-8 1-4154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2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38 432 0 0,'17'-38'17524'0'0,"-8"53"-16336"0"0,6 99 372 0 0,1 227 0 0 0,-18-306-1578 0 0,1 19-1229 0 0,7-22-6177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2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0 1540 0 0,'-12'10'2484'0'0,"3"-4"1148"0"0,1 2-1 0 0,-16 16 671 0 0,22-23-4023 0 0,1 1-1 0 0,-1-1 1 0 0,1 1-1 0 0,-1-1 0 0 0,1 1 1 0 0,-1 0-1 0 0,1-1 1 0 0,-1 3-1 0 0,4-3-250 0 0,0 1-1 0 0,0-1 1 0 0,0 0-1 0 0,0-1 1 0 0,0 1 0 0 0,1 0-1 0 0,-1-1 1 0 0,0 1 0 0 0,0-1-1 0 0,1 1 1 0 0,-1-1-1 0 0,4 0 1 0 0,38-1 99 0 0,-25 1-86 0 0,194-12 303 0 0,-210 12-330 0 0,0-1-13 0 0,9 0-38 0 0,-9 1-109 0 0,13-2-2855 0 0,-13 1 2399 0 0,1 0 58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2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68 208 0 0,'-3'-12'6863'0'0,"0"-9"-297"0"0,3 20-6466 0 0,0 0 0 0 0,0 0 0 0 0,0 0 0 0 0,1 0 0 0 0,-1 0 0 0 0,0 1 0 0 0,1-1 0 0 0,-1 0 0 0 0,0 0 0 0 0,1 1 0 0 0,-1-1 0 0 0,1 0 0 0 0,-1 0 0 0 0,1 1 0 0 0,0-1 0 0 0,-1 1 0 0 0,1-1 0 0 0,0 0 0 0 0,-1 1 0 0 0,1 0 0 0 0,0-1 0 0 0,-1 1 0 0 0,1-1 0 0 0,0 1 0 0 0,1-1 0 0 0,8-2 7 0 0,0-1-1 0 0,1 1 0 0 0,-1 1 0 0 0,1 0 0 0 0,0 1 0 0 0,-1 0 0 0 0,1 0 0 0 0,0 1 1 0 0,0 1-1 0 0,-1-1 0 0 0,13 4 0 0 0,-19-3-98 0 0,0 0 1 0 0,0 0-1 0 0,0 0 1 0 0,0 0-1 0 0,0 1 0 0 0,0 0 1 0 0,0 0-1 0 0,-1 0 1 0 0,1 0-1 0 0,-1 1 0 0 0,1-1 1 0 0,-1 1-1 0 0,0 0 1 0 0,0 0-1 0 0,0 0 0 0 0,-1 0 1 0 0,1 0-1 0 0,-1 1 0 0 0,1-1 1 0 0,-1 1-1 0 0,0 0 1 0 0,-1-1-1 0 0,1 1 0 0 0,-1 0 1 0 0,1 0-1 0 0,-1 0 1 0 0,0 0-1 0 0,-1 1 0 0 0,1-1 1 0 0,-1 0-1 0 0,0 7 1 0 0,0-1 72 0 0,-2 0 1 0 0,1 0-1 0 0,-1 0 1 0 0,-1-1-1 0 0,0 1 1 0 0,0-1-1 0 0,-1 1 1 0 0,0-1 0 0 0,0 0-1 0 0,-8 10 1 0 0,-7 10 312 0 0,-34 39-1 0 0,-96 85 1096 0 0,81-87-1033 0 0,68-66-451 0 0,-1 1 0 0 0,0-1 0 0 0,1 1 1 0 0,-1-1-1 0 0,1 1 0 0 0,-1-1 0 0 0,1 1 1 0 0,-1-1-1 0 0,1 1 0 0 0,-1 0 0 0 0,1-1 1 0 0,-1 1-1 0 0,1 0 0 0 0,0-1 0 0 0,-1 1 1 0 0,1 0-1 0 0,0-1 0 0 0,0 1 0 0 0,0 0 1 0 0,-1 0-1 0 0,1-1 0 0 0,0 1 1 0 0,0 0-1 0 0,0 0 0 0 0,0-1 0 0 0,0 1 1 0 0,0 0-1 0 0,1 0 0 0 0,-1-1 0 0 0,0 2 1 0 0,1-1-1 0 0,0 0 1 0 0,0 0-1 0 0,1 0 1 0 0,-1-1 0 0 0,0 1-1 0 0,0 0 1 0 0,0-1-1 0 0,1 1 1 0 0,-1 0 0 0 0,0-1-1 0 0,1 0 1 0 0,-1 1-1 0 0,0-1 1 0 0,1 0 0 0 0,1 0-1 0 0,11 2 17 0 0,1-1 0 0 0,19-2 0 0 0,-27 0-13 0 0,262-26 125 0 0,-195 18-146 0 0,-61 7-1154 0 0,-1 0-1 0 0,23-7 0 0 0,0-5-8330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3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27 121 1500 0 0,'-9'-8'10299'0'0,"-7"1"-5671"0"0,15 7-4578 0 0,1 0 0 0 0,0 0 0 0 0,0 0 0 0 0,0 0 0 0 0,0 0 0 0 0,0 0 0 0 0,0-1 0 0 0,0 1 0 0 0,0 0 0 0 0,-1 0 0 0 0,1 0 0 0 0,0 0 0 0 0,0 0 0 0 0,0-1 0 0 0,0 1 0 0 0,0 0 0 0 0,0 0 0 0 0,0 0 0 0 0,0 0 0 0 0,0-1 0 0 0,0 1 0 0 0,0 0 0 0 0,0 0 0 0 0,0 0 0 0 0,0 0 0 0 0,0-1 0 0 0,0 1 0 0 0,0 0 0 0 0,0 0 0 0 0,0 0 0 0 0,1 0 0 0 0,-1-1 0 0 0,0 1 0 0 0,0 0 0 0 0,0 0 0 0 0,0 0 0 0 0,0 0 0 0 0,0 0 0 0 0,0 0 0 0 0,1-1 0 0 0,-1 1 0 0 0,0 0 0 0 0,0 0 0 0 0,0 0 0 0 0,0 0 0 0 0,5-2 58 0 0,-1 0 1 0 0,1 0-1 0 0,-1 0 0 0 0,1 1 0 0 0,7-2 0 0 0,107-26 235 0 0,16-3-797 0 0,-45 15-5484 0 0,-72 13 1590 0 0,0-2-2227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3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38 1984 0 0,'6'-38'21662'0'0,"-11"49"-22930"0"0,-2 11 1325 0 0,1 1 0 0 0,0-1 0 0 0,-3 37-1 0 0,8-52-51 0 0,1 1-1 0 0,-1 0 0 0 0,2 0 0 0 0,-1 0 1 0 0,1 0-1 0 0,0 0 0 0 0,1-1 1 0 0,0 1-1 0 0,0-1 0 0 0,1 1 0 0 0,0-1 1 0 0,0 0-1 0 0,0 0 0 0 0,8 11 0 0 0,-9-15 6 0 0,0-1-1 0 0,0 1 1 0 0,0-1-1 0 0,1 1 1 0 0,-1-1-1 0 0,1 0 0 0 0,-1 0 1 0 0,1 0-1 0 0,0-1 1 0 0,0 1-1 0 0,0 0 1 0 0,0-1-1 0 0,0 0 1 0 0,0 0-1 0 0,0 0 0 0 0,0 0 1 0 0,7 1-1 0 0,-5-2 0 0 0,0 0 0 0 0,0-1 1 0 0,0 1-1 0 0,1-1 0 0 0,-1 0 0 0 0,0 0 0 0 0,0-1 0 0 0,0 1 0 0 0,-1-1 0 0 0,8-4 0 0 0,4-3-3 0 0,-1-1 0 0 0,0 0 1 0 0,0-2-1 0 0,-1 1 0 0 0,19-22 0 0 0,76-93 1726 0 0,-92 107-916 0 0,-6 13-611 0 0,-11 7-201 0 0,0-1-1 0 0,1 0 0 0 0,-1 0 0 0 0,0 0 0 0 0,1 0 1 0 0,-1 1-1 0 0,0-1 0 0 0,0 0 0 0 0,1 0 1 0 0,-1 0-1 0 0,0 1 0 0 0,0-1 0 0 0,1 0 0 0 0,-1 1 1 0 0,0-1-1 0 0,0 0 0 0 0,0 0 0 0 0,1 1 0 0 0,-1-1 1 0 0,0 0-1 0 0,0 1 0 0 0,0-1 0 0 0,0 1 1 0 0,0-1-1 0 0,0 0 0 0 0,0 1 0 0 0,0-1 0 0 0,0 0 1 0 0,0 1-1 0 0,0-1 0 0 0,0 1 0 0 0,1 29 124 0 0,-6 51 0 0 0,0-18-65 0 0,7 357-2017 0 0,5-312-1229 0 0,-5-32-4639 0 0,-1-13-2959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5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91 310 1140 0 0,'0'0'14176'0'0,"-1"1"-14155"0"0,-3 4-16 0 0,0-1 0 0 0,0 1 0 0 0,1 0 0 0 0,0 1-1 0 0,0-1 1 0 0,0 0 0 0 0,0 1 0 0 0,1 0 0 0 0,-3 9 0 0 0,-1 2 1 0 0,-6 14 13 0 0,1 1 0 0 0,-9 47-1 0 0,18-72-13 0 0,0 1 0 0 0,1 0-1 0 0,0 0 1 0 0,1 1 0 0 0,0-1-1 0 0,0 0 1 0 0,1 0 0 0 0,0 0-1 0 0,0 0 1 0 0,1 0-1 0 0,0 0 1 0 0,0-1 0 0 0,1 1-1 0 0,0 0 1 0 0,0-1 0 0 0,5 8-1 0 0,-4-11 47 0 0,0 1 0 0 0,0-1-1 0 0,0-1 1 0 0,1 1 0 0 0,-1 0-1 0 0,1-1 1 0 0,0 0 0 0 0,0 0-1 0 0,1-1 1 0 0,-1 1 0 0 0,0-1-1 0 0,1 0 1 0 0,-1 0-1 0 0,1-1 1 0 0,0 0 0 0 0,0 0-1 0 0,-1 0 1 0 0,1-1 0 0 0,0 0-1 0 0,6 0 1 0 0,11-1 78 0 0,0-1 0 0 0,0-1-1 0 0,38-11 1 0 0,-30 6 11 0 0,0-1 0 0 0,-1-2 0 0 0,0-1-1 0 0,0-2 1 0 0,-1 0 0 0 0,-1-2 0 0 0,-1-1 0 0 0,0-2 0 0 0,25-21-1 0 0,-43 31-114 0 0,-1 0-1 0 0,0 0 0 0 0,0-1 1 0 0,-1 0-1 0 0,0 0 0 0 0,-1-1 1 0 0,0 0-1 0 0,0 0 0 0 0,-2-1 0 0 0,1 1 1 0 0,-1-1-1 0 0,-1 0 0 0 0,0 0 1 0 0,-1 0-1 0 0,0 0 0 0 0,-1-1 1 0 0,0 1-1 0 0,-1 0 0 0 0,0-1 0 0 0,-1 1 1 0 0,0 0-1 0 0,-5-16 0 0 0,3 14-24 0 0,-1 1 0 0 0,0-1 0 0 0,-1 1 0 0 0,-1 0 0 0 0,0 1 0 0 0,0-1 0 0 0,-1 1 0 0 0,-1 1 0 0 0,0-1 0 0 0,-1 1 0 0 0,0 0 0 0 0,-1 1 0 0 0,0 0 0 0 0,0 1 0 0 0,-1 0 0 0 0,0 1 0 0 0,-1 0 0 0 0,0 1-1 0 0,-19-10 1 0 0,12 10 0 0 0,1 0 0 0 0,-1 1 0 0 0,0 1 0 0 0,-1 0 0 0 0,1 2 0 0 0,-1 0-1 0 0,-35 1 1 0 0,43 2-26 0 0,0 1-1 0 0,-1 0 0 0 0,1 1 1 0 0,0 0-1 0 0,0 1 1 0 0,0 1-1 0 0,1 0 0 0 0,-1 0 1 0 0,1 1-1 0 0,0 0 0 0 0,0 1 1 0 0,1 1-1 0 0,-17 12 0 0 0,22-15-211 0 0,1 0 0 0 0,0 1 0 0 0,0-1 0 0 0,0 1 0 0 0,0 0 0 0 0,1 0 0 0 0,0 0 0 0 0,0 1 0 0 0,0-1 0 0 0,1 1 0 0 0,0 0 0 0 0,0-1 0 0 0,0 1 0 0 0,1 0 0 0 0,0 0 0 0 0,0 0 0 0 0,0 9-1 0 0,1-10-306 0 0,0 0 0 0 0,0 1-1 0 0,1-1 1 0 0,0 0-1 0 0,0 0 1 0 0,1 0-1 0 0,-1 0 1 0 0,1 0-1 0 0,0 0 1 0 0,0-1-1 0 0,1 1 1 0 0,-1-1-1 0 0,5 6 1 0 0,11 11-3818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5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81 1624 0 0,'-15'-61'11873'0'0,"15"59"-11121"0"0,-4-15 1867 0 0,23 301-1975 0 0,-21-220-566 0 0,1-28-17 0 0,1-1 1 0 0,6 51 0 0 0,-6-84-223 0 0,1 0-1 0 0,-1 0 1 0 0,0 0 0 0 0,1 0-1 0 0,-1 0 1 0 0,1 0 0 0 0,0 0-1 0 0,0-1 1 0 0,0 1 0 0 0,0 0-1 0 0,0 0 1 0 0,0-1 0 0 0,0 1-1 0 0,0-1 1 0 0,1 1 0 0 0,-1-1-1 0 0,1 1 1 0 0,-1-1 0 0 0,1 0-1 0 0,-1 0 1 0 0,1 0 0 0 0,0 0-1 0 0,2 1 1 0 0,-2-1-442 0 0,1 0-1 0 0,0-1 1 0 0,0 1-1 0 0,-1-1 1 0 0,1 0 0 0 0,0 0-1 0 0,0 0 1 0 0,-1 0-1 0 0,1 0 1 0 0,4-1-1 0 0,13-4-4257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6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62 1532 0 0,'-19'14'15292'0'0,"39"-15"-13993"0"0,34-7-1946 0 0,-53 8 831 0 0,312-49 183 0 0,-235 36-176 0 0,-76 12-174 0 0,24-1 4 0 0,-24 1-59 0 0,6 1-1594 0 0,-3 0-122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6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93 340 0 0,'4'-14'3509'0'0,"9"-26"5917"0"0,-10 14-6235 0 0,-3 24-2699 0 0,0 2-457 0 0,0 0 0 0 0,0-1 0 0 0,0 1 0 0 0,0 0 0 0 0,0-1 0 0 0,1 1 0 0 0,-1 0 1 0 0,0-1-1 0 0,0 1 0 0 0,-1-1 0 0 0,1 1 0 0 0,0 0 0 0 0,0-1 0 0 0,0 1 1 0 0,0 0-1 0 0,0-1 0 0 0,0 1 0 0 0,0 0 0 0 0,-1-1 0 0 0,1 1 0 0 0,0 0 0 0 0,0-1 1 0 0,0 1-1 0 0,-1 0 0 0 0,1-1 0 0 0,0 1 0 0 0,0 0 0 0 0,-1 0 0 0 0,1-1 1 0 0,0 1-1 0 0,-1 0 0 0 0,1 0 0 0 0,0 0 0 0 0,-1-1 0 0 0,1 1 0 0 0,-8 2 5 0 0,0 1 0 0 0,1-1-1 0 0,-1 2 1 0 0,1-1 0 0 0,0 1-1 0 0,0 0 1 0 0,0 0-1 0 0,1 1 1 0 0,0-1 0 0 0,-7 8-1 0 0,-60 62 56 0 0,70-71-91 0 0,-24 28 13 0 0,1 1 0 0 0,-29 48 0 0 0,44-62-19 0 0,1 1 0 0 0,1 1 0 0 0,0-1 0 0 0,1 1 0 0 0,1 1 0 0 0,-5 27 0 0 0,11-40 7 0 0,0 0 0 0 0,0 1 0 0 0,0-1 0 0 0,1 0 1 0 0,1 1-1 0 0,-1-1 0 0 0,1 0 0 0 0,1 1 0 0 0,-1-1 0 0 0,2 0 0 0 0,-1 0 0 0 0,1 0 0 0 0,0-1 0 0 0,0 1 0 0 0,10 14 0 0 0,-8-15 10 0 0,1 0 0 0 0,0 0 1 0 0,0-1-1 0 0,1 0 0 0 0,-1 0 1 0 0,2 0-1 0 0,-1-1 0 0 0,0 0 1 0 0,1 0-1 0 0,0-1 0 0 0,0 0 0 0 0,1 0 1 0 0,-1-1-1 0 0,14 4 0 0 0,-14-6 10 0 0,-1 1 0 0 0,1-1 0 0 0,0 0 0 0 0,-1 0 0 0 0,1-1-1 0 0,15-2 1 0 0,-19 2-11 0 0,1-1-1 0 0,-1 0 0 0 0,0 0 1 0 0,1-1-1 0 0,-1 1 0 0 0,0-1 1 0 0,0 0-1 0 0,0 0 0 0 0,0 0 1 0 0,0 0-1 0 0,-1-1 0 0 0,7-5 1 0 0,-8 7-10 0 0,-1-1 1 0 0,1 1 0 0 0,-1 0-1 0 0,0-1 1 0 0,0 1-1 0 0,1-1 1 0 0,-1 1 0 0 0,0-1-1 0 0,0 0 1 0 0,-1 1-1 0 0,1-1 1 0 0,0 0 0 0 0,-1 1-1 0 0,1-1 1 0 0,-1 0 0 0 0,1 0-1 0 0,-1 0 1 0 0,0 0-1 0 0,0 0 1 0 0,1 1 0 0 0,-2-4-1 0 0,1 3-3 0 0,-1 0 0 0 0,0 1-1 0 0,0-1 1 0 0,0 0 0 0 0,0 1-1 0 0,0-1 1 0 0,0 0 0 0 0,0 1 0 0 0,0-1-1 0 0,-1 1 1 0 0,1 0 0 0 0,-1-1-1 0 0,1 1 1 0 0,-1 0 0 0 0,1 0 0 0 0,-4-2-1 0 0,-3-1-3 0 0,0 1 0 0 0,0 0 0 0 0,-1 0 0 0 0,1 0-1 0 0,-1 1 1 0 0,1 0 0 0 0,-15 0 0 0 0,-53 2-1015 0 0,29 8-5543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7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89 448 0 0,'-5'-5'19398'0'0,"5"4"-19230"0"0,2-1-106 0 0,1 0 1 0 0,0 0 0 0 0,0 1-1 0 0,0-1 1 0 0,0 1-1 0 0,0-1 1 0 0,0 1-1 0 0,0 0 1 0 0,7-1-1 0 0,38-6 96 0 0,-19 4-78 0 0,50-10 30 0 0,75-16-13 0 0,-109 22-184 0 0,-43 8-126 0 0,11-3-531 0 0,-2 3-3415 0 0,-6 1 3518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7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391 150 2456 0 0,'-4'-5'2148'0'0,"0"-1"1"0"0,0 1-1 0 0,1-1 0 0 0,-4-8 0 0 0,-5-25 3867 0 0,12 37-5958 0 0,0 0 0 0 0,0 0 0 0 0,0 0 0 0 0,1 0 0 0 0,-1 0 0 0 0,1 0 0 0 0,-1 0 0 0 0,1 0 0 0 0,0 0 0 0 0,-1 0 1 0 0,1 0-1 0 0,0 0 0 0 0,0 0 0 0 0,0 0 0 0 0,1 1 0 0 0,-1-1 0 0 0,0 1 0 0 0,1-1 0 0 0,-1 1 0 0 0,1-1 0 0 0,-1 1 0 0 0,1 0 0 0 0,0-1 1 0 0,-1 1-1 0 0,1 0 0 0 0,3-1 0 0 0,3-2-29 0 0,0 0 1 0 0,-1 1 0 0 0,1 0 0 0 0,1 1-1 0 0,7-3 1 0 0,0 3-39 0 0,0 0-1 0 0,-1 0 1 0 0,1 1 0 0 0,0 1-1 0 0,0 1 1 0 0,-1 0-1 0 0,27 6 1 0 0,-36-5 3 0 0,-1-1 0 0 0,1 1 0 0 0,-1 0 0 0 0,0 1 0 0 0,1-1 0 0 0,-1 1 0 0 0,0 0 0 0 0,-1 0 0 0 0,1 1 1 0 0,7 6-1 0 0,-9-7 7 0 0,-1 0 1 0 0,0 1 0 0 0,1-1-1 0 0,-1 0 1 0 0,0 1 0 0 0,-1 0-1 0 0,1-1 1 0 0,-1 1 0 0 0,1 0-1 0 0,-1 0 1 0 0,0-1 0 0 0,-1 1-1 0 0,1 0 1 0 0,-1 0 0 0 0,1 0 0 0 0,-1 0-1 0 0,-1 5 1 0 0,0 0 7 0 0,0 0-1 0 0,-1 0 1 0 0,0 0 0 0 0,0 0 0 0 0,-1 0 0 0 0,0 0-1 0 0,-1-1 1 0 0,-7 14 0 0 0,-5 2 10 0 0,-25 32-1 0 0,20-28 7 0 0,-21 27 158 0 0,41-54-164 0 0,0 0-1 0 0,-1 5-7 0 0,2-5-10 0 0,0-1 1 0 0,1 1-1 0 0,-1-1 1 0 0,0 1-1 0 0,1-1 0 0 0,-1 1 1 0 0,1-1-1 0 0,-1 1 1 0 0,1-1-1 0 0,-1 1 1 0 0,1-1-1 0 0,-1 0 0 0 0,1 1 1 0 0,0-1-1 0 0,-1 0 1 0 0,1 1-1 0 0,-1-1 0 0 0,1 0 1 0 0,0 0-1 0 0,-1 0 1 0 0,1 1-1 0 0,0-1 1 0 0,-1 0-1 0 0,1 0 0 0 0,0 0 1 0 0,0 0-1 0 0,23 4 19 0 0,-23-4-16 0 0,26 5 146 0 0,0 2 0 0 0,-1 1 1 0 0,-1 1-1 0 0,1 1 0 0 0,-1 1 1 0 0,42 26-1 0 0,-29-12-4 0 0,-1 2 1 0 0,-2 1 0 0 0,42 42-1 0 0,-72-65-83 0 0,0 1 0 0 0,0-1 1 0 0,0 1-1 0 0,-1 0 0 0 0,0 0 0 0 0,0 0 0 0 0,-1 1 0 0 0,6 13 0 0 0,-8-18-2 0 0,0 1-1 0 0,-1 0 0 0 0,1 0 0 0 0,-1 0 1 0 0,0 0-1 0 0,0 0 0 0 0,0-1 1 0 0,0 1-1 0 0,0 0 0 0 0,-1 0 0 0 0,1 0 1 0 0,-1 0-1 0 0,1-1 0 0 0,-1 1 0 0 0,0 0 1 0 0,-1 0-1 0 0,1-1 0 0 0,0 1 0 0 0,-1-1 1 0 0,1 1-1 0 0,-1-1 0 0 0,0 0 0 0 0,0 0 1 0 0,0 0-1 0 0,-2 3 0 0 0,-5 2 29 0 0,0-1 0 0 0,0 1 0 0 0,0-2-1 0 0,0 1 1 0 0,-1-1 0 0 0,0-1 0 0 0,0 0 0 0 0,-20 5-1 0 0,-8 0 24 0 0,-41 5-1 0 0,78-14-109 0 0,-73 8 83 0 0,-90-1-1 0 0,-76-14-1973 0 0,56 1-4060 0 0,127 5-165 0 0,-3-3-3599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29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25 848 0 0,'15'-22'9898'0'0,"-27"46"-9503"0"0,2-1 0 0 0,1 1 0 0 0,-8 35 0 0 0,13-43-336 0 0,2 0 0 0 0,-1 0 0 0 0,2 0 0 0 0,0 0 0 0 0,1 0 0 0 0,4 28 0 0 0,-3-38-36 0 0,0-1 0 0 0,0 0 0 0 0,0 0 1 0 0,1 0-1 0 0,0 1 0 0 0,0-2 0 0 0,1 1 1 0 0,-1 0-1 0 0,1 0 0 0 0,0-1 0 0 0,0 1 1 0 0,1-1-1 0 0,-1 0 0 0 0,1 0 0 0 0,6 5 1 0 0,-3-4 40 0 0,0-1 0 0 0,0 0 0 0 0,0 0 0 0 0,1 0 0 0 0,0-1 0 0 0,-1 0 0 0 0,1-1 0 0 0,0 1 0 0 0,11 0 0 0 0,3 0 78 0 0,1-1-1 0 0,0-2 0 0 0,-1 0 1 0 0,1-1-1 0 0,-1-2 0 0 0,35-7 1 0 0,-42 7-46 0 0,0-1 0 0 0,-1-1 1 0 0,0-1-1 0 0,0 1 0 0 0,0-2 1 0 0,0 0-1 0 0,-1-1 0 0 0,0 0 1 0 0,18-16-1 0 0,-27 20-85 0 0,0 0 0 0 0,0 0 0 0 0,0 0 0 0 0,-1 0 0 0 0,1-1 0 0 0,-1 1 1 0 0,0-1-1 0 0,-1 0 0 0 0,1 0 0 0 0,-1 0 0 0 0,0 0 0 0 0,0 0 0 0 0,-1-1 0 0 0,1 1 0 0 0,-1 0 0 0 0,0-1 0 0 0,-1 1 0 0 0,1-1 0 0 0,-1 1 0 0 0,0-1 1 0 0,-1 1-1 0 0,1-1 0 0 0,-1 1 0 0 0,0-1 0 0 0,0 1 0 0 0,-1-1 0 0 0,1 1 0 0 0,-1 0 0 0 0,-4-8 0 0 0,0 4-8 0 0,0-1 0 0 0,0 1 0 0 0,-1 0 0 0 0,0 0 0 0 0,-1 0 0 0 0,1 1 0 0 0,-2 1-1 0 0,1-1 1 0 0,-1 1 0 0 0,0 1 0 0 0,-1 0 0 0 0,1 0 0 0 0,-1 0 0 0 0,-1 1 0 0 0,1 1 0 0 0,0 0 0 0 0,-16-4 0 0 0,11 4-16 0 0,1 1 0 0 0,-1 1 1 0 0,0 0-1 0 0,1 0 1 0 0,-1 2-1 0 0,0 0 1 0 0,0 0-1 0 0,0 2 1 0 0,0-1-1 0 0,1 2 1 0 0,-1 0-1 0 0,-24 9 0 0 0,33-9-174 0 0,1-1 0 0 0,0 1-1 0 0,0 0 1 0 0,1 0-1 0 0,-1 0 1 0 0,-6 7 0 0 0,10-9-60 0 0,-1 0 1 0 0,1 0 0 0 0,0 0-1 0 0,0 0 1 0 0,0 1-1 0 0,0-1 1 0 0,0 0 0 0 0,1 1-1 0 0,-1-1 1 0 0,0 0 0 0 0,0 1-1 0 0,1-1 1 0 0,-1 1 0 0 0,1-1-1 0 0,0 1 1 0 0,-1-1-1 0 0,1 1 1 0 0,0-1 0 0 0,0 1-1 0 0,0 0 1 0 0,0-1 0 0 0,0 1-1 0 0,0-1 1 0 0,0 1-1 0 0,1-1 1 0 0,-1 1 0 0 0,0-1-1 0 0,1 1 1 0 0,0 1 0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30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85 1160 0 0,'0'-2'1455'0'0,"-14"-51"5244"0"0,13 51-6530 0 0,1 0-1 0 0,-1 0 1 0 0,0 0 0 0 0,0 1-1 0 0,0-1 1 0 0,0 0-1 0 0,0 1 1 0 0,0-1 0 0 0,0 1-1 0 0,0-1 1 0 0,-1 1-1 0 0,1-1 1 0 0,0 1 0 0 0,-1 0-1 0 0,1 0 1 0 0,-3-2-1 0 0,2 3-109 0 0,1-1 0 0 0,0 1 1 0 0,0 0-1 0 0,-1 0 0 0 0,1-1 0 0 0,0 1 0 0 0,-1 0 0 0 0,1 0 0 0 0,0 0 0 0 0,0 1 0 0 0,-1-1 0 0 0,1 0 0 0 0,0 0 0 0 0,0 1 0 0 0,-1-1 0 0 0,1 1 0 0 0,0-1 0 0 0,-2 2 0 0 0,-3 2 32 0 0,0 0-1 0 0,1 0 1 0 0,0 1 0 0 0,0-1-1 0 0,0 2 1 0 0,-9 10 0 0 0,-5 9 279 0 0,1 2 1 0 0,-28 55 0 0 0,38-66-302 0 0,2 0 1 0 0,-1 1-1 0 0,2 0 0 0 0,0 0 0 0 0,1 0 0 0 0,-3 34 0 0 0,7-46-50 0 0,0 0 0 0 0,0 0 0 0 0,0 0 0 0 0,1 0 1 0 0,-1 0-1 0 0,1 0 0 0 0,1 0 0 0 0,-1-1 0 0 0,1 1 0 0 0,-1 0 0 0 0,1-1 0 0 0,1 1 0 0 0,-1-1 0 0 0,1 1 0 0 0,-1-1 0 0 0,7 7 0 0 0,-4-7 30 0 0,0 1 1 0 0,0-1 0 0 0,0 0 0 0 0,1-1-1 0 0,-1 1 1 0 0,1-1 0 0 0,0 0-1 0 0,0 0 1 0 0,0-1 0 0 0,1 0-1 0 0,8 2 1 0 0,-1-1 64 0 0,-1-1 0 0 0,0-1 0 0 0,1 0 0 0 0,-1-1 0 0 0,0 0-1 0 0,1-1 1 0 0,-1 0 0 0 0,0-1 0 0 0,1-1 0 0 0,-1 0 0 0 0,0-1 0 0 0,13-6 0 0 0,-17 6-46 0 0,1-1 1 0 0,-1-1-1 0 0,0 1 1 0 0,0-1-1 0 0,0-1 0 0 0,-1 0 1 0 0,0 0-1 0 0,0-1 1 0 0,11-14-1 0 0,-15 16-49 0 0,0-1-1 0 0,0 0 1 0 0,0 1-1 0 0,-1-1 1 0 0,0 0-1 0 0,-1-1 1 0 0,1 1-1 0 0,-1-1 1 0 0,-1 1-1 0 0,1-1 1 0 0,-1 1-1 0 0,-1-1 1 0 0,1 0-1 0 0,-2-11 1 0 0,0 8-7 0 0,-1 0 0 0 0,0 0 1 0 0,0 0-1 0 0,-1 0 0 0 0,-1 1 0 0 0,0-1 1 0 0,-1 1-1 0 0,1 0 0 0 0,-2 0 0 0 0,0 0 1 0 0,0 1-1 0 0,0 0 0 0 0,-14-14 1 0 0,13 16-83 0 0,0 0 1 0 0,-1 1-1 0 0,0-1 1 0 0,0 2-1 0 0,0-1 1 0 0,-1 1-1 0 0,0 0 1 0 0,0 1-1 0 0,0 0 1 0 0,0 0 0 0 0,-1 1-1 0 0,0 0 1 0 0,1 1-1 0 0,-20-2 1 0 0,27 4-121 0 0,0 0 0 0 0,0 0 0 0 0,1 0 0 0 0,-1 1 0 0 0,0-1 1 0 0,1 1-1 0 0,-1-1 0 0 0,0 1 0 0 0,1 0 0 0 0,-1-1 0 0 0,1 1 1 0 0,-1 0-1 0 0,1 0 0 0 0,-1 0 0 0 0,1 0 0 0 0,-2 3 0 0 0,0-2-172 0 0,3-2 254 0 0,0 0 0 0 0,0 1 1 0 0,-1-1-1 0 0,1 1 0 0 0,0-1 0 0 0,0 1 1 0 0,0-1-1 0 0,0 1 0 0 0,0-1 0 0 0,-1 1 1 0 0,1-1-1 0 0,0 1 0 0 0,0-1 0 0 0,0 1 0 0 0,0-1 1 0 0,0 1-1 0 0,1 0 0 0 0,-1-1 0 0 0,0 1 1 0 0,0-1-1 0 0,0 1 0 0 0,0-1 0 0 0,0 0 1 0 0,1 1-1 0 0,-1-1 0 0 0,0 1 0 0 0,1-1 0 0 0,-1 1 1 0 0,0-1-1 0 0,1 0 0 0 0,-1 1 0 0 0,0-1 1 0 0,1 1-1 0 0,12 11-4284 0 0,-2-8 416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31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126 136 1748 0 0,'-3'-5'1241'0'0,"-1"1"0"0"0,1-1 0 0 0,0 0 0 0 0,0 0 0 0 0,0 0 0 0 0,1 0 0 0 0,0 0 0 0 0,0 0 0 0 0,-2-9 0 0 0,4 12-1141 0 0,-1 0 0 0 0,1 0 0 0 0,0 0 0 0 0,0 0 0 0 0,0 0 0 0 0,0 0 0 0 0,0 0 0 0 0,1 0 0 0 0,-1 0 0 0 0,1 0 0 0 0,-1 0 0 0 0,1 0 0 0 0,0 0 1 0 0,-1 0-1 0 0,1 0 0 0 0,0 1 0 0 0,0-1 0 0 0,0 0 0 0 0,1 1 0 0 0,-1-1 0 0 0,0 0 0 0 0,1 1 0 0 0,-1 0 0 0 0,1-1 0 0 0,-1 1 0 0 0,1 0 0 0 0,0 0 0 0 0,-1 0 1 0 0,3-1-1 0 0,6-3-44 0 0,0 1 1 0 0,0 0-1 0 0,0 1 0 0 0,1 0 1 0 0,-1 1-1 0 0,1 0 1 0 0,0 0-1 0 0,0 1 1 0 0,20 1-1 0 0,-4 2-36 0 0,-1 1 0 0 0,47 11 0 0 0,-66-12-16 0 0,0 0-1 0 0,0 0 0 0 0,0 1 0 0 0,0 0 1 0 0,0 0-1 0 0,-1 1 0 0 0,1-1 1 0 0,-1 2-1 0 0,0-1 0 0 0,10 10 1 0 0,-13-12 5 0 0,-1 1 0 0 0,1 1 0 0 0,-1-1 0 0 0,1 0 0 0 0,-1 1 0 0 0,0-1 0 0 0,0 1 0 0 0,-1-1 0 0 0,1 1 0 0 0,-1 0 0 0 0,0 0 1 0 0,0 0-1 0 0,0 0 0 0 0,0 0 0 0 0,-1 0 0 0 0,1 0 0 0 0,-1 0 0 0 0,0 0 0 0 0,-1 0 0 0 0,1 0 0 0 0,-1 4 0 0 0,-2 0 9 0 0,1 1 0 0 0,-1-1 0 0 0,-1 0 0 0 0,0 0 0 0 0,0 0 0 0 0,0 0 0 0 0,-1-1 0 0 0,0 0 0 0 0,-7 8 0 0 0,-5 4 207 0 0,-36 30-1 0 0,53-48-209 0 0,-12 11 130 0 0,12-12-143 0 0,-1 1 0 0 0,1-1 0 0 0,0 0 0 0 0,0 0 0 0 0,-1 1 0 0 0,1-1 0 0 0,0 0 0 0 0,0 1 1 0 0,0-1-1 0 0,0 0 0 0 0,-1 1 0 0 0,1-1 0 0 0,0 0 0 0 0,0 1 0 0 0,0-1 0 0 0,0 0 0 0 0,0 1 0 0 0,0-1 0 0 0,0 0 0 0 0,0 1 0 0 0,0-1 0 0 0,0 0 0 0 0,0 1 0 0 0,0-1 0 0 0,0 0 0 0 0,0 1 0 0 0,0-1 0 0 0,0 0 0 0 0,1 1 0 0 0,-1-1 0 0 0,0 0 0 0 0,0 1 0 0 0,0-1 0 0 0,1 0 0 0 0,-1 1 0 0 0,0-1 0 0 0,0 0 0 0 0,0 0 0 0 0,1 1 0 0 0,-1-1 0 0 0,0 0 0 0 0,1 0 0 0 0,-1 0 0 0 0,0 1 0 0 0,0-1 0 0 0,1 0 0 0 0,0 0 0 0 0,1 1 1 0 0,11 3 11 0 0,21 2 8 0 0,-29-5-23 0 0,9 1 3 0 0,0 1 1 0 0,-1 0-1 0 0,1 1 0 0 0,-1 1 0 0 0,0 0 0 0 0,0 1 0 0 0,0 0 0 0 0,-1 1 1 0 0,22 15-1 0 0,-32-21 18 0 0,-1 0 0 0 0,1 1 0 0 0,-1-1 0 0 0,1 0 0 0 0,-1 1 1 0 0,1-1-1 0 0,-1 1 0 0 0,0-1 0 0 0,1 1 0 0 0,-1 0 0 0 0,0-1 0 0 0,0 1 1 0 0,0 0-1 0 0,-1 0 0 0 0,1 0 0 0 0,0 0 0 0 0,-1 0 0 0 0,1 0 0 0 0,0 3 0 0 0,-2-3 31 0 0,1 0-1 0 0,0 0 0 0 0,-1 0 1 0 0,1 0-1 0 0,-1 0 1 0 0,1 0-1 0 0,-1-1 0 0 0,0 1 1 0 0,0 0-1 0 0,0 0 0 0 0,0 0 1 0 0,0-1-1 0 0,0 1 0 0 0,-1-1 1 0 0,-2 4-1 0 0,-3 0 59 0 0,1 1-1 0 0,-1-1 1 0 0,-1 0 0 0 0,1-1 0 0 0,-1 0-1 0 0,0 0 1 0 0,-11 4 0 0 0,-12 2-17 0 0,0-2 0 0 0,-1-1 1 0 0,-63 5-1 0 0,-97-7 54 0 0,138-6-102 0 0,47 2-490 0 0,-1-2 0 0 0,1 1 0 0 0,0-1 0 0 0,0 0 0 0 0,-1-1 1 0 0,-12-4-1 0 0,20 6 375 0 0,-1 0 1 0 0,1 0-1 0 0,0-1 1 0 0,0 1-1 0 0,0 0 1 0 0,0 0-1 0 0,-1 0 1 0 0,1-1-1 0 0,0 1 1 0 0,0 0 0 0 0,0 0-1 0 0,0-1 1 0 0,0 1-1 0 0,0 0 1 0 0,-1 0-1 0 0,1 0 1 0 0,0-1-1 0 0,0 1 1 0 0,0 0-1 0 0,0-1 1 0 0,0 1-1 0 0,0 0 1 0 0,0 0-1 0 0,0-1 1 0 0,0 1-1 0 0,0 0 1 0 0,0 0 0 0 0,0-1-1 0 0,1 1 1 0 0,-1 0-1 0 0,0 0 1 0 0,0 0-1 0 0,0-1 1 0 0,0 1-1 0 0,0 0 1 0 0,0 0-1 0 0,0-1 1 0 0,1 1-1 0 0,-1 0 1 0 0,0 0-1 0 0,0 0 1 0 0,0 0-1 0 0,1-1 1 0 0,-1 1 0 0 0,8-8-2424 0 0,3 1-1712 0 0,5-3-2001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32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20 121 48 0 0,'-16'-39'12846'0'0,"16"36"-12462"0"0,0 0-1 0 0,-1 0 1 0 0,1 0 0 0 0,0 0 0 0 0,0 0-1 0 0,0 0 1 0 0,1 0 0 0 0,-1 0-1 0 0,1 0 1 0 0,0 0 0 0 0,1-4 0 0 0,-1 4-317 0 0,1 1 0 0 0,0-1 0 0 0,-1 1 0 0 0,1 0 0 0 0,0 0 0 0 0,0 0 0 0 0,0-1 0 0 0,0 2 0 0 0,0-1 0 0 0,1 0 0 0 0,-1 0 0 0 0,0 1 0 0 0,1-1 0 0 0,-1 1 0 0 0,1 0 0 0 0,0 0 0 0 0,-1 0 0 0 0,1 0 0 0 0,6-1 0 0 0,3 0-41 0 0,0 0 0 0 0,1 1 0 0 0,-1 1-1 0 0,0 0 1 0 0,1 0 0 0 0,-1 1 0 0 0,1 1 0 0 0,-1 0 0 0 0,0 1-1 0 0,16 5 1 0 0,-14-3-22 0 0,0 1-1 0 0,0 0 0 0 0,-1 0 1 0 0,0 1-1 0 0,-1 1 1 0 0,1 1-1 0 0,-1-1 0 0 0,14 15 1 0 0,-22-19 8 0 0,-1-1-1 0 0,0 1 1 0 0,0-1 0 0 0,0 1 0 0 0,0 0 0 0 0,-1 0 0 0 0,0 0-1 0 0,1 1 1 0 0,-1-1 0 0 0,-1 0 0 0 0,1 1 0 0 0,-1-1 0 0 0,0 1 0 0 0,0 0-1 0 0,0-1 1 0 0,-1 1 0 0 0,1 5 0 0 0,-2-3 48 0 0,0 0 0 0 0,0 0 1 0 0,0-1-1 0 0,-1 1 0 0 0,0-1 1 0 0,0 0-1 0 0,-1 1 0 0 0,0-1 1 0 0,0 0-1 0 0,-7 10 0 0 0,-3 1 171 0 0,0-1 0 0 0,-2-1 0 0 0,1 0 0 0 0,-2-1-1 0 0,0-1 1 0 0,-32 22 0 0 0,-158 87 2102 0 0,205-122-2330 0 0,1 0 0 0 0,0 0 0 0 0,0 0-1 0 0,0 0 1 0 0,-1 0 0 0 0,1 0 0 0 0,0 0 0 0 0,0 0 0 0 0,0 0 0 0 0,0 1 0 0 0,-1-1 0 0 0,1 0-1 0 0,0 0 1 0 0,0 0 0 0 0,0 0 0 0 0,0 0 0 0 0,-1 0 0 0 0,1 0 0 0 0,0 0 0 0 0,0 1 0 0 0,0-1-1 0 0,0 0 1 0 0,0 0 0 0 0,0 0 0 0 0,-1 0 0 0 0,1 0 0 0 0,0 1 0 0 0,0-1 0 0 0,0 0 0 0 0,0 0 0 0 0,0 0-1 0 0,0 1 1 0 0,0-1 0 0 0,0 0 0 0 0,0 0 0 0 0,0 0 0 0 0,0 0 0 0 0,0 1 0 0 0,0-1 0 0 0,0 0-1 0 0,0 0 1 0 0,0 0 0 0 0,0 1 0 0 0,0-1 0 0 0,0 0 0 0 0,0 0 0 0 0,0 0 0 0 0,0 0 0 0 0,0 1-1 0 0,0-1 1 0 0,0 0 0 0 0,1 0 0 0 0,-1 0 0 0 0,14 4 47 0 0,20-2 16 0 0,477-24 160 0 0,-254 7-188 0 0,-120 10-49 0 0,214-17-710 0 0,-327 24-2307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35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23 126 656 0 0,'0'0'1218'0'0,"6"-30"6380"0"0,-13 52-7450 0 0,1 0-1 0 0,1 1 1 0 0,1 0 0 0 0,1 0-1 0 0,1 0 1 0 0,1 0-1 0 0,3 34 1 0 0,-2-50-105 0 0,1 0 0 0 0,0 0 0 0 0,1 0 0 0 0,0-1-1 0 0,0 1 1 0 0,0-1 0 0 0,1 1 0 0 0,0-1 0 0 0,0 0 0 0 0,0 0 0 0 0,1 0 0 0 0,0 0 0 0 0,0-1-1 0 0,1 0 1 0 0,9 9 0 0 0,-8-9 24 0 0,1 0 0 0 0,-1-1 1 0 0,1 0-1 0 0,0 0 0 0 0,1-1 0 0 0,-1 0 0 0 0,0 0 0 0 0,1 0 0 0 0,0-1 1 0 0,0 0-1 0 0,0-1 0 0 0,-1 0 0 0 0,14 0 0 0 0,4 0 99 0 0,0-2 1 0 0,1-1-1 0 0,-2 0 1 0 0,1-2-1 0 0,28-8 0 0 0,-42 9-54 0 0,-1 0 0 0 0,0-1-1 0 0,0 0 1 0 0,-1 0 0 0 0,1-1-1 0 0,-1 0 1 0 0,0-1 0 0 0,0 0 0 0 0,-1-1-1 0 0,0 0 1 0 0,0 0 0 0 0,0 0-1 0 0,-1-1 1 0 0,12-16 0 0 0,-15 16-95 0 0,0 1 0 0 0,-1 0 0 0 0,1-1 1 0 0,-2 1-1 0 0,1-1 0 0 0,-1 0 0 0 0,0 0 1 0 0,-1 0-1 0 0,1 0 0 0 0,-2 0 0 0 0,1 0 1 0 0,-1-1-1 0 0,0 1 0 0 0,-1 0 0 0 0,0 0 1 0 0,-1 0-1 0 0,1 0 0 0 0,-1 0 0 0 0,-1 0 1 0 0,1 0-1 0 0,-8-13 0 0 0,4 10 4 0 0,0 1 0 0 0,0 1-1 0 0,-1-1 1 0 0,-1 1 0 0 0,1 0-1 0 0,-1 1 1 0 0,-1 0 0 0 0,1 0 0 0 0,-2 1-1 0 0,1 0 1 0 0,-1 0 0 0 0,0 1-1 0 0,0 0 1 0 0,-19-7 0 0 0,12 7-115 0 0,1 1 0 0 0,-1 1-1 0 0,-1 0 1 0 0,1 1 0 0 0,-28-1 0 0 0,43 4-14 0 0,1 0 0 0 0,0 0 0 0 0,-1 0 0 0 0,1 0 1 0 0,0 1-1 0 0,-1-1 0 0 0,1 0 0 0 0,-1 1 0 0 0,1-1 0 0 0,0 1 0 0 0,0-1 0 0 0,-1 1 0 0 0,1-1 1 0 0,0 1-1 0 0,0 0 0 0 0,0 0 0 0 0,0 0 0 0 0,-1-1 0 0 0,0 3 0 0 0,1-2 34 0 0,1-1 0 0 0,0 1 0 0 0,0-1 0 0 0,0 1 0 0 0,0-1 0 0 0,0 1 0 0 0,0 0 0 0 0,0-1 0 0 0,0 1 0 0 0,0-1-1 0 0,0 1 1 0 0,0-1 0 0 0,0 1 0 0 0,0-1 0 0 0,0 1 0 0 0,0-1 0 0 0,0 1 0 0 0,1-1 0 0 0,-1 1 0 0 0,0-1 0 0 0,0 1 0 0 0,1-1 0 0 0,-1 1 0 0 0,0-1 0 0 0,1 1 0 0 0,-1-1 0 0 0,0 0-1 0 0,1 1 1 0 0,-1-1 0 0 0,1 0 0 0 0,-1 1 0 0 0,1-1 0 0 0,-1 0 0 0 0,0 1 0 0 0,1-1 0 0 0,-1 0 0 0 0,1 0 0 0 0,0 0 0 0 0,-1 0 0 0 0,1 1 0 0 0,-1-1 0 0 0,1 0 0 0 0,0 0 0 0 0,29 7-4197 0 0,-6-5 1284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35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42 112 1192 0 0,'0'0'7614'0'0,"-11"10"-6374"0"0,4 22-593 0 0,-15 101 634 0 0,21-120-1208 0 0,1 1 0 0 0,0 0 0 0 0,0 0 0 0 0,2 0 0 0 0,-1 0 0 0 0,2-1 0 0 0,6 21 0 0 0,-6-26 28 0 0,1 0-1 0 0,0 0 1 0 0,0 0 0 0 0,1-1 0 0 0,0 1-1 0 0,0-1 1 0 0,0 0 0 0 0,1-1 0 0 0,1 1-1 0 0,-1-1 1 0 0,1 0 0 0 0,0-1 0 0 0,0 0-1 0 0,0 0 1 0 0,1 0 0 0 0,0-1 0 0 0,0 0-1 0 0,0-1 1 0 0,0 1 0 0 0,1-2 0 0 0,10 3-1 0 0,2 0 55 0 0,0-2 1 0 0,0 0-1 0 0,0-2 0 0 0,0 0 0 0 0,0-1 0 0 0,0-1 0 0 0,39-7 0 0 0,-49 6-92 0 0,-1-1 0 0 0,1 0 0 0 0,-1 0-1 0 0,0-1 1 0 0,0 0 0 0 0,0-1-1 0 0,0 0 1 0 0,-1-1 0 0 0,0 0-1 0 0,0 0 1 0 0,0-1 0 0 0,-1 0 0 0 0,9-9-1 0 0,-12 9-41 0 0,0 1 0 0 0,0-1 0 0 0,-1 0 0 0 0,0 0-1 0 0,0 0 1 0 0,-1 0 0 0 0,1-1 0 0 0,-2 0 0 0 0,1 1-1 0 0,-1-1 1 0 0,0 0 0 0 0,-1 0 0 0 0,0 0 0 0 0,0-1 0 0 0,0 1-1 0 0,-1 0 1 0 0,-1 0 0 0 0,-1-9 0 0 0,0 2-12 0 0,-2 0 0 0 0,0 0-1 0 0,0 1 1 0 0,-2-1 0 0 0,1 1 0 0 0,-2 0 0 0 0,0 1-1 0 0,-1 0 1 0 0,0 0 0 0 0,-1 1 0 0 0,0 0 0 0 0,-1 0-1 0 0,0 1 1 0 0,-1 0 0 0 0,-1 1 0 0 0,-12-10 0 0 0,8 9-30 0 0,1 0 0 0 0,-1 2 1 0 0,-1-1-1 0 0,0 2 0 0 0,0 1 1 0 0,-1 0-1 0 0,0 1 0 0 0,0 0 1 0 0,0 2-1 0 0,-1 0 1 0 0,0 1-1 0 0,-30 0 0 0 0,45 2-208 0 0,1 1-1 0 0,-1 0 1 0 0,1 1 0 0 0,-1-1-1 0 0,1 1 1 0 0,-1-1-1 0 0,1 1 1 0 0,0 0-1 0 0,-1 0 1 0 0,1 1-1 0 0,0-1 1 0 0,0 1 0 0 0,0-1-1 0 0,0 1 1 0 0,0 0-1 0 0,-5 5 1 0 0,8-7 147 0 0,-1 0-1 0 0,1 1 1 0 0,0-1 0 0 0,0 0-1 0 0,0 1 1 0 0,0-1-1 0 0,0 0 1 0 0,0 1 0 0 0,0-1-1 0 0,-1 0 1 0 0,1 1 0 0 0,0-1-1 0 0,0 0 1 0 0,0 1 0 0 0,0-1-1 0 0,0 0 1 0 0,1 1 0 0 0,-1-1-1 0 0,0 0 1 0 0,0 1 0 0 0,0-1-1 0 0,0 0 1 0 0,0 1 0 0 0,0-1-1 0 0,0 0 1 0 0,1 1 0 0 0,-1-1-1 0 0,0 0 1 0 0,0 1 0 0 0,1-1-1 0 0,-1 0 1 0 0,0 0 0 0 0,0 1-1 0 0,1-1 1 0 0,-1 0 0 0 0,10 8-3298 0 0,1-3-1142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36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133 179 508 0 0,'-5'-12'4826'0'0,"-10"-24"3098"0"0,12 37-7877 0 0,0 0 0 0 0,0 0 1 0 0,0 0-1 0 0,0 0 0 0 0,1 0 1 0 0,-1 0-1 0 0,0 1 0 0 0,1-1 1 0 0,-1 1-1 0 0,1 0 0 0 0,0 0 1 0 0,-1 0-1 0 0,1 0 0 0 0,0 0 0 0 0,0 0 1 0 0,-2 4-1 0 0,-4 4-4 0 0,1 0 0 0 0,-11 21 0 0 0,12-20-27 0 0,1 1 0 0 0,0 1 0 0 0,0-1 0 0 0,1 1 0 0 0,-4 20-1 0 0,8-28-6 0 0,-1-1-1 0 0,1 0 0 0 0,0 1 0 0 0,0-1 0 0 0,0 0 0 0 0,1 1 0 0 0,-1-1 0 0 0,1 0 0 0 0,0 1 0 0 0,1-1 0 0 0,-1 0 0 0 0,1 0 0 0 0,-1 0 0 0 0,1 0 0 0 0,0 0 1 0 0,1-1-1 0 0,-1 1 0 0 0,1-1 0 0 0,-1 1 0 0 0,1-1 0 0 0,4 4 0 0 0,4 1 17 0 0,1 0 0 0 0,0 0 0 0 0,0-1 0 0 0,0-1 0 0 0,1 0 0 0 0,0-1 0 0 0,0 0 0 0 0,0-1 0 0 0,1 0 0 0 0,-1-2 0 0 0,1 1 0 0 0,20 0 0 0 0,4-1 45 0 0,-1-2-1 0 0,1-1 1 0 0,54-9-1 0 0,-65 6 38 0 0,1-2 0 0 0,-1-1 0 0 0,0-1 0 0 0,0-1 0 0 0,-1-1 0 0 0,43-25 0 0 0,-58 28-57 0 0,0 0 0 0 0,0-1 0 0 0,-1 0 0 0 0,-1-1 0 0 0,0 0 0 0 0,0 0 0 0 0,10-14 0 0 0,-14 15-32 0 0,0 0 1 0 0,0 0-1 0 0,-1 0 0 0 0,0 0 0 0 0,-1-1 1 0 0,0 0-1 0 0,0 1 0 0 0,-1-1 0 0 0,0 0 0 0 0,-1 0 1 0 0,1-13-1 0 0,-2 16-14 0 0,0-1 0 0 0,0 1 0 0 0,-1 0 0 0 0,0-1-1 0 0,0 1 1 0 0,0 0 0 0 0,-1-1 0 0 0,0 1 0 0 0,0 0 0 0 0,-1 0 0 0 0,1 1 0 0 0,-1-1 0 0 0,0 0 0 0 0,-1 1 0 0 0,-4-6 0 0 0,2 4 9 0 0,-1 1 1 0 0,0-1 0 0 0,1 2-1 0 0,-2-1 1 0 0,1 1 0 0 0,-1 0-1 0 0,0 0 1 0 0,0 1 0 0 0,-16-6-1 0 0,9 5-78 0 0,0 1-1 0 0,-1 0 0 0 0,1 1 0 0 0,-1 0 0 0 0,0 2 1 0 0,0 0-1 0 0,1 0 0 0 0,-1 2 0 0 0,0 0 0 0 0,0 1 1 0 0,-30 7-1 0 0,40-7-238 0 0,0 0 1 0 0,1 0-1 0 0,-1 0 1 0 0,1 1-1 0 0,-1 0 1 0 0,1 0 0 0 0,0 1-1 0 0,-5 4 1 0 0,7-6-378 0 0,1 1 1 0 0,-1 0-1 0 0,1 0 1 0 0,0 0-1 0 0,0 0 1 0 0,0 0-1 0 0,0 0 1 0 0,0 0-1 0 0,-1 5 1 0 0,0 2-3225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37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66 1848 0 0,'14'-29'8955'0'0,"-16"12"-6695"0"0,2 15-1898 0 0,-11-3 336 0 0,1 7-565 0 0,0 1 0 0 0,0 0 1 0 0,1 0-1 0 0,0 0 0 0 0,-1 2 0 0 0,1-1 0 0 0,0 1 0 0 0,-10 7 0 0 0,-68 54 453 0 0,78-58-544 0 0,-19 15 96 0 0,2 1-1 0 0,-42 50 0 0 0,57-61-113 0 0,1 1 0 0 0,0 0 0 0 0,1 1 0 0 0,1 0 0 0 0,1 0-1 0 0,0 1 1 0 0,1 0 0 0 0,-5 18 0 0 0,9-29-12 0 0,1 0-1 0 0,1 1 1 0 0,-1-1 0 0 0,1 0-1 0 0,-1 1 1 0 0,2-1 0 0 0,-1 1-1 0 0,0-1 1 0 0,1 0 0 0 0,0 1-1 0 0,0-1 1 0 0,1 0 0 0 0,0 0-1 0 0,0 0 1 0 0,0 0 0 0 0,0 0-1 0 0,1 0 1 0 0,0 0 0 0 0,0-1-1 0 0,0 1 1 0 0,0-1 0 0 0,7 6-1 0 0,-4-4 18 0 0,1 0-1 0 0,1-1 1 0 0,-1 0 0 0 0,1-1-1 0 0,-1 0 1 0 0,1 0-1 0 0,0 0 1 0 0,1-1-1 0 0,-1 0 1 0 0,1-1 0 0 0,-1 0-1 0 0,1 0 1 0 0,10 0-1 0 0,-2-1 92 0 0,1 0-1 0 0,-1-2 0 0 0,1 0 1 0 0,-1-1-1 0 0,0 0 0 0 0,0-2 1 0 0,0 0-1 0 0,0 0 1 0 0,0-2-1 0 0,-1 0 0 0 0,0-1 1 0 0,0-1-1 0 0,28-19 0 0 0,-32 19-95 0 0,0-1-1 0 0,-1-1 0 0 0,0 0 0 0 0,0 0 1 0 0,-1-1-1 0 0,-1-1 0 0 0,0 1 0 0 0,0-2 1 0 0,-2 1-1 0 0,1-1 0 0 0,-1 0 0 0 0,-1 0 0 0 0,-1-1 1 0 0,0 0-1 0 0,0 0 0 0 0,4-27 0 0 0,-8 35-20 0 0,-1 0 0 0 0,1 0-1 0 0,-1 0 1 0 0,-1-1 0 0 0,1 1-1 0 0,-1 0 1 0 0,0 0 0 0 0,0 0-1 0 0,-1 0 1 0 0,0 0 0 0 0,0 0-1 0 0,0 1 1 0 0,-4-6 0 0 0,1 2 0 0 0,0 1 1 0 0,-1 0-1 0 0,0 0 0 0 0,-1 0 1 0 0,0 1-1 0 0,0 0 0 0 0,-11-8 1 0 0,-6-1 1 0 0,0 1 0 0 0,-1 1 1 0 0,0 1-1 0 0,-43-16 0 0 0,23 15-312 0 0,-2-2-5736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38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37 1012 0 0,'-5'-10'3290'0'0,"-3"-8"4316"0"0,8 17-7531 0 0,1 1 0 0 0,-1-1 1 0 0,0 1-1 0 0,1-1 1 0 0,-1 1-1 0 0,0-1 0 0 0,1 1 1 0 0,-1-1-1 0 0,1 1 1 0 0,-1-1-1 0 0,1 1 0 0 0,-1 0 1 0 0,1-1-1 0 0,-1 1 0 0 0,1 0 1 0 0,-1 0-1 0 0,1-1 1 0 0,-1 1-1 0 0,1 0 0 0 0,0 0 1 0 0,-1 0-1 0 0,1 0 0 0 0,-1 0 1 0 0,1-1-1 0 0,0 1 1 0 0,-1 0-1 0 0,1 0 0 0 0,-1 1 1 0 0,1-1-1 0 0,0 0 1 0 0,-1 0-1 0 0,2 0 0 0 0,274 7 1559 0 0,-269-6-1631 0 0,1 0 0 0 0,-1 1 0 0 0,0 0 0 0 0,0 0 0 0 0,0 1 0 0 0,0 0 0 0 0,0 0-1 0 0,0 1 1 0 0,-1-1 0 0 0,1 1 0 0 0,-1 1 0 0 0,0-1 0 0 0,5 7 0 0 0,5 4 5 0 0,-2 1 1 0 0,0 0-1 0 0,13 22 0 0 0,-10-13-14 0 0,-2 2-1 0 0,-2 0 0 0 0,0 0 0 0 0,-2 2 0 0 0,0-1 0 0 0,11 60 1 0 0,15 182-30 0 0,-18 141 145 0 0,-20 1-151 0 0,-55 392 853 0 0,19-393 100 0 0,-28 331-569 0 0,27-324-217 0 0,-17 52 701 0 0,31-299-374 0 0,12-44-187 0 0,12-126-254 0 0,-1 19 1019 0 0,-2-6 4873 0 0,2-13-5854 0 0,1 0-1 0 0,-1 0 1 0 0,0 0 0 0 0,0 0-1 0 0,0-1 1 0 0,0 1 0 0 0,0 0-1 0 0,0 0 1 0 0,-1-1-1 0 0,1 1 1 0 0,0-1 0 0 0,0 1-1 0 0,0-1 1 0 0,-1 0 0 0 0,1 1-1 0 0,0-1 1 0 0,0 0 0 0 0,-2 0-1 0 0,-38 7-46 0 0,19-4 71 0 0,-349 73-3795 0 0,263-54-1438 0 0,1 0-3984 0 0,80-17 1812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42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364 119 208 0 0,'-4'-27'5021'0'0,"-13"-41"0"0"0,16 66-4765 0 0,1 2-241 0 0,0 1 0 0 0,0-1 0 0 0,0 0 0 0 0,0 0 0 0 0,0 0 0 0 0,-1 0 0 0 0,1 0 0 0 0,0 0 0 0 0,0 0 0 0 0,0 0 0 0 0,0 0 0 0 0,0 1 0 0 0,-1-1 0 0 0,1 0-1 0 0,0 0 1 0 0,0 0 0 0 0,0 0 0 0 0,0 0 0 0 0,-1 0 0 0 0,1 0 0 0 0,0 0 0 0 0,0 0 0 0 0,0 0 0 0 0,-1 0 0 0 0,1 0 0 0 0,0 0 0 0 0,0-1 0 0 0,0 1 0 0 0,0 0 0 0 0,0 0 0 0 0,-1 0 0 0 0,1 0 0 0 0,0 0-1 0 0,0 0 1 0 0,0 0 0 0 0,0 0 0 0 0,0 0 0 0 0,-1-1 0 0 0,1 1 0 0 0,0 0 0 0 0,0 0 0 0 0,0 0 0 0 0,0 0 0 0 0,0 0 0 0 0,0-1 0 0 0,0 1 0 0 0,0 0 0 0 0,0 0 0 0 0,0 0 0 0 0,0 0 0 0 0,0-1 0 0 0,-1 1-1 0 0,-7 16 309 0 0,-4 54 647 0 0,3-1 0 0 0,0 90 0 0 0,5-83-637 0 0,-4 197 679 0 0,-4 46-432 0 0,-25-3 71 0 0,36-309-440 0 0,0-1 0 0 0,-1 0 0 0 0,1 0 0 0 0,-1 0 0 0 0,-1 0 0 0 0,1 0 0 0 0,-1-1 0 0 0,0 1-1 0 0,-5 8 1 0 0,7-14-193 0 0,0 1 0 0 0,1-1 0 0 0,-1 1 0 0 0,0-1 0 0 0,0 1-1 0 0,1-1 1 0 0,-1 0 0 0 0,0 0 0 0 0,0 1 0 0 0,1-1-1 0 0,-1 0 1 0 0,0 0 0 0 0,0 0 0 0 0,0 0 0 0 0,0 0 0 0 0,1 0-1 0 0,-1 0 1 0 0,0 0 0 0 0,0 0 0 0 0,0 0 0 0 0,1 0 0 0 0,-1 0-1 0 0,0-1 1 0 0,0 1 0 0 0,0 0 0 0 0,1-1 0 0 0,-2 0-1 0 0,-18-13 124 0 0,11 4-113 0 0,0-1 0 0 0,1 0 0 0 0,0 0 0 0 0,0-1 1 0 0,2 0-1 0 0,-8-16 0 0 0,-27-83 3 0 0,35 90-22 0 0,-9-24-18 0 0,3-2 0 0 0,2 1-1 0 0,2-2 1 0 0,2 1 0 0 0,2-1-1 0 0,2 0 1 0 0,2 0 0 0 0,2 1-1 0 0,16-89 1 0 0,-11 103-8 0 0,1 0 0 0 0,2 0 0 0 0,1 1 0 0 0,2 1 1 0 0,0 0-1 0 0,3 1 0 0 0,0 0 0 0 0,2 1 0 0 0,1 1 0 0 0,1 1 0 0 0,2 1 0 0 0,0 0 0 0 0,2 2 0 0 0,47-38 0 0 0,-52 48 5 0 0,2 1-1 0 0,0 1 0 0 0,0 0 0 0 0,1 2 0 0 0,0 0 0 0 0,1 2 0 0 0,0 0 0 0 0,1 2 0 0 0,-1 0 0 0 0,1 2 0 0 0,0 1 0 0 0,29-1 1 0 0,-35 4 12 0 0,0 0 0 0 0,0 1 0 0 0,0 2 0 0 0,-1-1 0 0 0,1 2 0 0 0,-1 0 1 0 0,1 2-1 0 0,-1-1 0 0 0,-1 2 0 0 0,1 0 0 0 0,-1 1 0 0 0,0 1 0 0 0,-1 1 1 0 0,0 0-1 0 0,-1 0 0 0 0,0 2 0 0 0,13 13 0 0 0,-21-20 4 0 0,-1 1-1 0 0,0 0 0 0 0,0 1 1 0 0,-1-1-1 0 0,0 1 0 0 0,0 0 1 0 0,0 0-1 0 0,-1 0 1 0 0,0 0-1 0 0,0 1 0 0 0,-1-1 1 0 0,0 1-1 0 0,0 0 0 0 0,0 9 1 0 0,-2-8 1 0 0,0 1 1 0 0,0-1-1 0 0,-1 0 1 0 0,-1 0-1 0 0,0 0 1 0 0,0 0-1 0 0,0 0 1 0 0,-1 0-1 0 0,-1 0 1 0 0,1-1-1 0 0,-9 14 1 0 0,-2 1 5 0 0,-2-1 0 0 0,0 0 0 0 0,-2-1 0 0 0,0-1 0 0 0,-1-1 0 0 0,-1 0 0 0 0,-1-2 1 0 0,0 0-1 0 0,-2-1 0 0 0,-40 21 0 0 0,39-24 2 0 0,-1-1 0 0 0,-1-2 0 0 0,0 0 0 0 0,0-2 0 0 0,0-1 0 0 0,-1-1 0 0 0,0-1 0 0 0,-1-1 0 0 0,1-2 0 0 0,-43-1 0 0 0,-4-12 11 0 0,53 7-100 0 0,1 1-1 0 0,-32-2 0 0 0,52 5 74 0 0,-1 0-1 0 0,1 0 1 0 0,-1 0 0 0 0,1 0-1 0 0,0 0 1 0 0,-1 0 0 0 0,1 0-1 0 0,-1 0 1 0 0,1 0 0 0 0,-1 0-1 0 0,1 0 1 0 0,0 0 0 0 0,-1 1-1 0 0,1-1 1 0 0,-1 0-1 0 0,1 0 1 0 0,0 0 0 0 0,-1 1-1 0 0,1-1 1 0 0,0 0 0 0 0,-1 0-1 0 0,1 1 1 0 0,0-1 0 0 0,-1 0-1 0 0,1 1 1 0 0,0-1 0 0 0,0 0-1 0 0,-1 1 1 0 0,1-1 0 0 0,0 1-1 0 0,0-1 1 0 0,0 1-1 0 0,3 14-36 0 0,17 13 12 0 0,-20-27 22 0 0,241 272 83 0 0,-143-166-30 0 0,-78-86-292 0 0,1 0 0 0 0,45 34-1 0 0,-53-45-337 0 0,1-1 0 0 0,0-1-1 0 0,1-1 1 0 0,0 0-1 0 0,0 0 1 0 0,28 7 0 0 0,-24-9-619 0 0,1-1 0 0 0,-1 0 0 0 0,1-2 0 0 0,0 0 0 0 0,0-1 0 0 0,24-2 0 0 0,2-4-2857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43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328 239 84 0 0,'6'-16'2631'0'0,"0"1"1"0"0,6-31-1 0 0,-11 39-2070 0 0,0 1 0 0 0,0-1 0 0 0,-1 0 0 0 0,0 0 0 0 0,0 0 0 0 0,0 1 0 0 0,-1-1 0 0 0,0 0 0 0 0,-3-10 0 0 0,3 17-529 0 0,1-1 1 0 0,-1 0-1 0 0,0 0 1 0 0,1 0-1 0 0,-1 0 0 0 0,0 1 1 0 0,1-1-1 0 0,-1 0 1 0 0,0 0-1 0 0,0 1 0 0 0,0-1 1 0 0,0 1-1 0 0,0-1 1 0 0,0 1-1 0 0,0-1 0 0 0,0 1 1 0 0,0 0-1 0 0,0-1 1 0 0,0 1-1 0 0,0 0 0 0 0,0 0 1 0 0,0 0-1 0 0,0 0 1 0 0,0 0-1 0 0,0 0 0 0 0,0 0 1 0 0,0 0-1 0 0,0 0 1 0 0,0 0-1 0 0,-2 1 0 0 0,-31 9 284 0 0,14 2-265 0 0,0 0 1 0 0,1 1-1 0 0,1 0 0 0 0,0 2 1 0 0,-32 33-1 0 0,30-26-1 0 0,1 1-1 0 0,1 1 1 0 0,1 1-1 0 0,-15 30 1 0 0,26-44-34 0 0,1 1-1 0 0,0-1 1 0 0,1 1 0 0 0,0 0-1 0 0,1 0 1 0 0,-3 20 0 0 0,6-28-10 0 0,0-1 0 0 0,0 0 1 0 0,0 1-1 0 0,0-1 0 0 0,1 0 0 0 0,-1 1 1 0 0,1-1-1 0 0,0 0 0 0 0,0 0 1 0 0,0 1-1 0 0,0-1 0 0 0,3 5 0 0 0,-2-6-3 0 0,-1 0 0 0 0,1 0-1 0 0,0 0 1 0 0,0-1 0 0 0,0 1-1 0 0,0 0 1 0 0,0-1-1 0 0,0 1 1 0 0,0-1 0 0 0,0 0-1 0 0,1 0 1 0 0,-1 0 0 0 0,1 0-1 0 0,-1 0 1 0 0,1 0 0 0 0,-1-1-1 0 0,1 1 1 0 0,4 0-1 0 0,0-1 14 0 0,0 0 1 0 0,0-1-1 0 0,-1 1 0 0 0,1-1 0 0 0,0-1 0 0 0,0 1 0 0 0,-1-1 0 0 0,1 0 0 0 0,-1-1 0 0 0,1 0 0 0 0,-1 0 0 0 0,0 0 0 0 0,0 0 0 0 0,0-1 0 0 0,-1 0 0 0 0,1-1 0 0 0,-1 1 0 0 0,9-10 0 0 0,-1-1 10 0 0,0 0 0 0 0,-1 0 0 0 0,-1-1 0 0 0,-1-1 0 0 0,13-24-1 0 0,1-11 430 0 0,33-103-1 0 0,-40 116-196 0 0,-16 39-254 0 0,1 0 0 0 0,-1 0 0 0 0,0 1 1 0 0,0-1-1 0 0,1 1 0 0 0,-1-1 0 0 0,0 1 1 0 0,0 0-1 0 0,0-1 0 0 0,0 1 0 0 0,0 0 1 0 0,0 0-1 0 0,0-1 0 0 0,0 1 0 0 0,0 0 1 0 0,0 0-1 0 0,0 0 0 0 0,-1 0 0 0 0,1 0 1 0 0,0 1-1 0 0,-1-1 0 0 0,1 0 0 0 0,-1 0 1 0 0,2 3-1 0 0,9 36 54 0 0,-7-26-33 0 0,59 201 81 0 0,-63-214-109 0 0,0 0 0 0 0,1 0 1 0 0,-1 0-1 0 0,1 0 0 0 0,-1 1 0 0 0,0-1 1 0 0,1 0-1 0 0,0 0 0 0 0,-1 0 0 0 0,1 0 0 0 0,0 0 1 0 0,0 0-1 0 0,-1-1 0 0 0,1 1 0 0 0,0 0 1 0 0,1 1-1 0 0,-1-2-1 0 0,-1 0 0 0 0,1 0 0 0 0,-1 0 0 0 0,1 0 0 0 0,-1 0 0 0 0,1 0 0 0 0,-1 0 0 0 0,1 0 1 0 0,-1 0-1 0 0,1-1 0 0 0,-1 1 0 0 0,0 0 0 0 0,1 0 0 0 0,-1 0 0 0 0,1-1 0 0 0,-1 1 0 0 0,0 0 0 0 0,1 0 0 0 0,-1-1 0 0 0,0 1 0 0 0,1 0 1 0 0,-1-1-1 0 0,0 1 0 0 0,1 0 0 0 0,-1-1 0 0 0,0 1 0 0 0,1-1 0 0 0,2-6-51 0 0,1 0 0 0 0,-1 0-1 0 0,4-13 1 0 0,-4 12 34 0 0,18-54-92 0 0,-11 30 47 0 0,1 1-1 0 0,1 1 0 0 0,2 0 1 0 0,26-43-1 0 0,-38 71 62 0 0,-1-1 1 0 0,1 1-1 0 0,0 0 0 0 0,0 0 1 0 0,0 0-1 0 0,0 0 0 0 0,0 0 1 0 0,0 1-1 0 0,1-1 0 0 0,-1 0 0 0 0,0 1 1 0 0,1 0-1 0 0,-1 0 0 0 0,1-1 1 0 0,0 2-1 0 0,-1-1 0 0 0,1 0 0 0 0,3 0 1 0 0,-2 1 4 0 0,0 0 1 0 0,0 0 0 0 0,0 0 0 0 0,-1 1-1 0 0,1-1 1 0 0,0 1 0 0 0,0 0 0 0 0,0 0-1 0 0,-1 0 1 0 0,1 1 0 0 0,6 3 0 0 0,-2-1 15 0 0,0 2 0 0 0,0-1-1 0 0,-1 1 1 0 0,1 0 0 0 0,-1 1 0 0 0,-1 0 0 0 0,1 0 0 0 0,-1 0 0 0 0,9 16 0 0 0,-5-7 16 0 0,-2 1 0 0 0,14 36-1 0 0,-20-45 53 0 0,0-1 0 0 0,0 1-1 0 0,-1 0 1 0 0,0 0 0 0 0,0 0-1 0 0,-1 0 1 0 0,0 0 0 0 0,0 0-1 0 0,-2 12 1 0 0,2-20-73 0 0,0 1 0 0 0,-1-1 1 0 0,1 1-1 0 0,0-1 0 0 0,0 1 0 0 0,0-1 1 0 0,-1 1-1 0 0,1-1 0 0 0,0 1 0 0 0,0-1 1 0 0,-1 1-1 0 0,1-1 0 0 0,0 1 0 0 0,-1-1 1 0 0,1 1-1 0 0,-1-1 0 0 0,1 1 0 0 0,-1-1 1 0 0,1 0-1 0 0,-1 1 0 0 0,1-1 0 0 0,-1 0 1 0 0,1 0-1 0 0,-1 1 0 0 0,1-1 0 0 0,-1 0 1 0 0,1 0-1 0 0,-1 0 0 0 0,1 0 0 0 0,-1 0 1 0 0,0 0-1 0 0,1 1 0 0 0,-1-1 0 0 0,1-1 0 0 0,-1 1 1 0 0,0 0-1 0 0,1 0 0 0 0,-1 0 0 0 0,1 0 1 0 0,-1 0-1 0 0,-18-10 178 0 0,16 6-175 0 0,0 0-1 0 0,0 0 1 0 0,1-1 0 0 0,-1 1 0 0 0,1 0-1 0 0,0-1 1 0 0,1 1 0 0 0,-1-1 0 0 0,1 0-1 0 0,0 1 1 0 0,-1-8 0 0 0,0-7 3 0 0,1-29 1 0 0,1 38-16 0 0,0 0-6 0 0,1 1 0 0 0,0-1 0 0 0,0 1 0 0 0,1-1-1 0 0,1 1 1 0 0,-1 0 0 0 0,1 0 0 0 0,1 0 0 0 0,0 1 0 0 0,0-1 0 0 0,1 1 0 0 0,0 0 0 0 0,11-14-1 0 0,-12 17-1 0 0,1 0 0 0 0,0 0 0 0 0,-1 0 0 0 0,2 1 0 0 0,-1 0 0 0 0,0 0 0 0 0,1 1 0 0 0,-1 0 0 0 0,1-1 0 0 0,0 2 0 0 0,0-1-1 0 0,1 1 1 0 0,-1 0 0 0 0,0 0 0 0 0,1 1 0 0 0,-1 0 0 0 0,1 0 0 0 0,0 0 0 0 0,-1 1 0 0 0,11 0 0 0 0,-9 1 8 0 0,0 0 0 0 0,0 1 0 0 0,0 0 1 0 0,0 0-1 0 0,0 1 0 0 0,0 0 0 0 0,0 0 1 0 0,-1 0-1 0 0,0 1 0 0 0,1 1 0 0 0,-2-1 0 0 0,1 1 1 0 0,0 0-1 0 0,-1 1 0 0 0,0-1 0 0 0,6 8 1 0 0,-4-3 25 0 0,-1 1 1 0 0,0-1 0 0 0,-1 1 0 0 0,0 1 0 0 0,-1-1 0 0 0,0 1 0 0 0,-1 0 0 0 0,0 0 0 0 0,3 24-1 0 0,3 46 136 0 0,-9-58-507 0 0,1 0-1 0 0,2 0 0 0 0,7 26 1 0 0,-1-30-1757 0 0,-9-19 1715 0 0,0 0 1 0 0,0 0-1 0 0,0 0 0 0 0,0 0 1 0 0,0 0-1 0 0,0 0 1 0 0,0-1-1 0 0,0 1 0 0 0,1 0 1 0 0,-1-1-1 0 0,0 1 1 0 0,0-1-1 0 0,1 1 0 0 0,-1-1 1 0 0,0 1-1 0 0,0-1 1 0 0,1 0-1 0 0,-1 0 1 0 0,0 0-1 0 0,2 0 0 0 0,10-2-4610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43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1 230 128 0 0,'16'-103'10251'0'0,"5"-23"-802"0"0,-21 126-9420 0 0,0 0 1 0 0,0 0 0 0 0,0 0-1 0 0,0 0 1 0 0,0 0 0 0 0,0 0-1 0 0,0 0 1 0 0,0 0-1 0 0,0 0 1 0 0,0 0 0 0 0,0 0-1 0 0,1 0 1 0 0,-1 0 0 0 0,0 1-1 0 0,0-1 1 0 0,0 0-1 0 0,0 0 1 0 0,0 0 0 0 0,0 0-1 0 0,0 0 1 0 0,0 0 0 0 0,0 0-1 0 0,1 0 1 0 0,-1 0-1 0 0,0 0 1 0 0,0 0 0 0 0,0 0-1 0 0,0 0 1 0 0,0 0-1 0 0,0 0 1 0 0,0 0 0 0 0,0 0-1 0 0,0 0 1 0 0,1 0 0 0 0,-1-1-1 0 0,0 1 1 0 0,0 0-1 0 0,0 0 1 0 0,0 0 0 0 0,0 0-1 0 0,0 0 1 0 0,0 0 0 0 0,0 0-1 0 0,0 0 1 0 0,0 0-1 0 0,0 0 1 0 0,5 20 872 0 0,1 25 50 0 0,-5 60 223 0 0,-4-1 0 0 0,-19 122-1 0 0,9-111-3059 0 0,1 163 0 0 0,12-276 1695 0 0,4 45-2598 0 0,3-25-363 0 0,6-5-3624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43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87 864 0 0,'1'-2'785'0'0,"7"-16"5153"0"0,11-36 1 0 0,-19 54-5899 0 0,0 0 0 0 0,0-1 0 0 0,0 1 0 0 0,0-1-1 0 0,0 1 1 0 0,0-1 0 0 0,0 1 0 0 0,0 0 0 0 0,0-1 0 0 0,0 1 0 0 0,0-1 0 0 0,0 1 0 0 0,0-1 0 0 0,0 1-1 0 0,0 0 1 0 0,0-1 0 0 0,-1 1 0 0 0,1-1 0 0 0,0 1 0 0 0,0 0 0 0 0,-1-1 0 0 0,1 1 0 0 0,0 0 0 0 0,0-1-1 0 0,-1 1 1 0 0,1 0 0 0 0,0-1 0 0 0,-1 1 0 0 0,1 0 0 0 0,0 0 0 0 0,-1-1 0 0 0,1 1 0 0 0,-1 0 0 0 0,1 0-1 0 0,0 0 1 0 0,-1 0 0 0 0,1-1 0 0 0,-1 1 0 0 0,1 0 0 0 0,0 0 0 0 0,-1 0 0 0 0,1 0 0 0 0,-1 0 0 0 0,1 0-1 0 0,-1 0 1 0 0,-20 3 409 0 0,-2 5-237 0 0,1 1-1 0 0,-1 1 1 0 0,-38 23 0 0 0,46-24-155 0 0,-149 91 284 0 0,51-30-186 0 0,100-59-129 0 0,13-10-27 0 0,-1 0 1 0 0,0 0 0 0 0,1-1 0 0 0,-1 1 0 0 0,1 0 0 0 0,-1 0 0 0 0,1 0 0 0 0,-1 0-1 0 0,1 0 1 0 0,0 0 0 0 0,-1 0 0 0 0,1 1 0 0 0,0-1 0 0 0,0 0 0 0 0,0 0-1 0 0,0 0 1 0 0,0 0 0 0 0,0 0 0 0 0,0 0 0 0 0,0 0 0 0 0,0 0 0 0 0,1 0-1 0 0,-1 0 1 0 0,0 0 0 0 0,1 0 0 0 0,-1 0 0 0 0,1 0 0 0 0,-1 0 0 0 0,1 0 0 0 0,-1 0-1 0 0,1 0 1 0 0,0 0 0 0 0,-1 0 0 0 0,1-1 0 0 0,0 1 0 0 0,0 0 0 0 0,0 0-1 0 0,1 0 1 0 0,0 1-4 0 0,14 16-43 0 0,2-1-1 0 0,0 0 1 0 0,24 16 0 0 0,4 5 9 0 0,-3-2 116 0 0,1-2-1 0 0,62 36 1 0 0,-76-53-686 0 0,1-1 0 0 0,0-2 0 0 0,1-1 0 0 0,64 16 0 0 0,-6-13-5306 0 0,-42-12 40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44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33 131 2620 0 0,'-18'-40'10081'0'0,"4"11"-3874"0"0,14 28-5655 0 0,-1 0-509 0 0,1 0 0 0 0,0 0 0 0 0,0 0 0 0 0,0 0 0 0 0,1 0 0 0 0,-1 0 0 0 0,0 0 0 0 0,0 0 0 0 0,0 1 0 0 0,1-1 0 0 0,-1 0 0 0 0,0 0 0 0 0,1 0 0 0 0,-1 0 0 0 0,1 0 0 0 0,-1 1 0 0 0,1-1 0 0 0,0 0 0 0 0,-1 0 0 0 0,1 1 0 0 0,0-1 0 0 0,-1 0 0 0 0,1 1 0 0 0,0-1 0 0 0,0 1 0 0 0,-1-1 0 0 0,1 1 0 0 0,0-1 0 0 0,0 1 0 0 0,0-1 0 0 0,0 1 0 0 0,0 0 0 0 0,0 0 0 0 0,0-1 0 0 0,0 1 0 0 0,0 0 0 0 0,-1 0 0 0 0,3 0 0 0 0,8-2 60 0 0,27-7 52 0 0,0 1 1 0 0,40-2-1 0 0,27 3-5484 0 0,-74 7-1720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44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44 556 0 0,'-125'51'16412'0'0,"127"-50"-16146"0"0,12 1-159 0 0,-1 0 0 0 0,1-2 1 0 0,-1 1-1 0 0,1-2 0 0 0,-1 1 0 0 0,25-6 0 0 0,-8 2-28 0 0,216-34-2504 0 0,-84 2-5134 0 0,-99 20 1884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44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621 165 2484 0 0,'-8'-13'2427'0'0,"1"2"-380"0"0,1 1 1 0 0,0-1-1 0 0,1 0 0 0 0,0 0 0 0 0,-7-22 0 0 0,12 31-1960 0 0,0 0 0 0 0,0 0 0 0 0,0 1 0 0 0,0-1 0 0 0,1 0 0 0 0,-1 0 0 0 0,0 0 0 0 0,1 1 0 0 0,-1-1 0 0 0,1 0 0 0 0,-1 1 0 0 0,1-1-1 0 0,0 0 1 0 0,0 1 0 0 0,0-1 0 0 0,0 1 0 0 0,0-1 0 0 0,0 1 0 0 0,0 0 0 0 0,1-1 0 0 0,-1 1 0 0 0,0 0 0 0 0,1 0 0 0 0,-1 0 0 0 0,2-1 0 0 0,2-1 2 0 0,0 0 0 0 0,-1 0 1 0 0,1 1-1 0 0,0 0 0 0 0,0 0 1 0 0,10-2-1 0 0,-5 2-61 0 0,0 1 1 0 0,0 0-1 0 0,0 0 1 0 0,0 1-1 0 0,0 1 1 0 0,0 0-1 0 0,0 0 1 0 0,-1 1-1 0 0,1 0 1 0 0,0 1-1 0 0,-1 0 1 0 0,1 0-1 0 0,-1 1 1 0 0,0 1-1 0 0,0-1 1 0 0,0 1-1 0 0,-1 1 1 0 0,0-1-1 0 0,12 12 1 0 0,-14-12-14 0 0,-1 1 0 0 0,0-1 0 0 0,0 1 1 0 0,0 0-1 0 0,-1 1 0 0 0,0-1 1 0 0,0 1-1 0 0,0 0 0 0 0,-1 0 1 0 0,0 0-1 0 0,0 0 0 0 0,-1 0 0 0 0,0 1 1 0 0,0-1-1 0 0,-1 1 0 0 0,0-1 1 0 0,0 1-1 0 0,-1 0 0 0 0,0-1 1 0 0,0 1-1 0 0,-1 0 0 0 0,0-1 0 0 0,0 1 1 0 0,-1-1-1 0 0,-5 15 0 0 0,0-6 21 0 0,-1 0-1 0 0,0-1 1 0 0,-1 0 0 0 0,0-1-1 0 0,-17 20 1 0 0,-62 59 230 0 0,83-87-236 0 0,-9 14 27 0 0,14-18-56 0 0,1-1-1 0 0,0 0 1 0 0,0 1 0 0 0,0-1 0 0 0,0 0-1 0 0,0 0 1 0 0,0 0 0 0 0,1 0-1 0 0,-1 0 1 0 0,0 0 0 0 0,1 0 0 0 0,-1 0-1 0 0,0-1 1 0 0,1 1 0 0 0,-1 0-1 0 0,1-1 1 0 0,-1 1 0 0 0,1-1 0 0 0,-1 1-1 0 0,4-1 1 0 0,3 2-2 0 0,14 7-18 0 0,-1 1-1 0 0,0 0 1 0 0,-1 2 0 0 0,-1 0 0 0 0,0 1-1 0 0,0 1 1 0 0,-2 1 0 0 0,29 29-1 0 0,-36-33 111 0 0,-1 0 0 0 0,0 1 0 0 0,0 0 0 0 0,-1 0 0 0 0,-1 1 0 0 0,0 0 0 0 0,-1 1-1 0 0,0-1 1 0 0,-1 1 0 0 0,0 0 0 0 0,-2 0 0 0 0,1 1 0 0 0,-2-1 0 0 0,2 27-1 0 0,-4-30 18 0 0,-2 0-1 0 0,1-1 0 0 0,-1 1 1 0 0,-1-1-1 0 0,0 1 0 0 0,0-1 1 0 0,-1 0-1 0 0,0 0 0 0 0,-1 0 1 0 0,0-1-1 0 0,-1 1 0 0 0,0-1 0 0 0,0-1 1 0 0,-1 1-1 0 0,0-1 0 0 0,0 0 1 0 0,-1-1-1 0 0,-10 8 0 0 0,-2 1-3 0 0,0-1 1 0 0,-2-1-1 0 0,0-1 0 0 0,0-1 0 0 0,-1-1 0 0 0,-39 13 1 0 0,14-10-117 0 0,-1-2 0 0 0,0-2 0 0 0,0-2 0 0 0,-70 3 0 0 0,-42-14-2118 0 0,4-18-3299 0 0,92 6-638 0 0,5-3-3429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52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66 1156 0 0,'4'-12'3518'0'0,"7"-31"2297"0"0,-11 41-5143 0 0,3-7 1568 0 0,-15 66-1290 0 0,-34 92 1 0 0,30-102-696 0 0,-75 262 1045 0 0,50-160-767 0 0,26-92-347 0 0,-29 87 712 0 0,44-142-853 0 0,-2 0 111 0 0,1 1-1 0 0,0 0 1 0 0,0 0 0 0 0,1 0 0 0 0,-1 0 0 0 0,1 0-1 0 0,-1 3 1 0 0,1-5-142 0 0,0-1 0 0 0,0 0 0 0 0,0 0 0 0 0,0 1-1 0 0,0-1 1 0 0,0 0 0 0 0,0 0 0 0 0,1 0 0 0 0,-1 1 0 0 0,0-1-1 0 0,0 0 1 0 0,0 0 0 0 0,0 0 0 0 0,0 1 0 0 0,1-1 0 0 0,-1 0-1 0 0,0 0 1 0 0,0 0 0 0 0,0 0 0 0 0,0 1 0 0 0,1-1 0 0 0,-1 0-1 0 0,0 0 1 0 0,0 0 0 0 0,0 0 0 0 0,1 0 0 0 0,-1 0-1 0 0,0 0 1 0 0,0 0 0 0 0,1 0 0 0 0,-1 0 0 0 0,0 0 0 0 0,0 0-1 0 0,1 0 1 0 0,16-6 129 0 0,208-101-78 0 0,-82 41-45 0 0,-140 65-19 0 0,23-11 0 0 0,-1-1 0 0 0,43-30 0 0 0,-61 38-2 0 0,-1 0 0 0 0,0-1 0 0 0,0 0 0 0 0,-1 0 0 0 0,1 0 0 0 0,-1 0 0 0 0,0-1 0 0 0,-1 0 0 0 0,0 0 0 0 0,0 0 0 0 0,-1-1 0 0 0,1 1 1 0 0,-1-1-1 0 0,2-12 0 0 0,-1-1-7 0 0,-1 0 1 0 0,-1 0-1 0 0,-2 0 1 0 0,0 0-1 0 0,-3-30 1 0 0,2 48-2 0 0,0 4 4 0 0,1-1 5 0 0,-1 0 0 0 0,0 1 0 0 0,0-1 0 0 0,1 0-1 0 0,-1 1 1 0 0,0-1 0 0 0,0 1 0 0 0,1-1 0 0 0,-1 1 0 0 0,0 0 0 0 0,1-1 0 0 0,-1 1 0 0 0,1-1 0 0 0,-1 1 0 0 0,1 0 0 0 0,-1 0 0 0 0,1-1 0 0 0,-1 2 0 0 0,-8 19 3 0 0,7-17 0 0 0,-41 109 295 0 0,6 2 0 0 0,4 1-1 0 0,-29 201 1 0 0,27-22 90 0 0,30-259-364 0 0,2-10-10 0 0,-1 38 1 0 0,4-62-333 0 0,9-5-3145 0 0,-7 1 2850 0 0,1 1 0 0 0,-1-1-1 0 0,1 1 1 0 0,-1-1-1 0 0,0 0 1 0 0,0 0 0 0 0,0 0-1 0 0,0 0 1 0 0,0 0-1 0 0,3-4 1 0 0,3-3-2774 0 0,6-4-2339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53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26 146 2412 0 0,'-24'-31'15531'0'0,"23"29"-15062"0"0,0 0 0 0 0,1 2-360 0 0,0-1 0 0 0,0 1 0 0 0,1-1-1 0 0,-1 1 1 0 0,0-1 0 0 0,0 1-1 0 0,0-1 1 0 0,0 1 0 0 0,0 0-1 0 0,1-1 1 0 0,-1 1 0 0 0,0-1 0 0 0,0 1-1 0 0,1 0 1 0 0,-1-1 0 0 0,0 1-1 0 0,0 0 1 0 0,1-1 0 0 0,-1 1-1 0 0,0 0 1 0 0,1-1 0 0 0,-1 1-1 0 0,1 0 1 0 0,-1 0 0 0 0,0 0 0 0 0,2-1-1 0 0,4-1-120 0 0,1 0 0 0 0,-1 0 0 0 0,1 1 0 0 0,10-1 0 0 0,2-2 875 0 0,132-38 22 0 0,-31 7-1066 0 0,-93 25-3944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53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103 100 152 0 0,'13'-70'14283'0'0,"-11"40"-8482"0"0,-1 32-5599 0 0,1 0-1 0 0,-1 1 1 0 0,0-1 0 0 0,0 0 0 0 0,0 1-1 0 0,0-1 1 0 0,0 0 0 0 0,0 1 0 0 0,-1-1-1 0 0,1 1 1 0 0,-1-1 0 0 0,0 4 0 0 0,2 51 1844 0 0,-3 0-1 0 0,-12 85 1 0 0,-34 112-697 0 0,25-144-1207 0 0,17-85-278 0 0,-37 154-1256 0 0,42-171-1231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53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94 2440 0 0,'-42'-26'10285'0'0,"2"-3"-3903"0"0,39 28-6087 0 0,-6-7 613 0 0,12 5-896 0 0,1 1 0 0 0,0-1 0 0 0,-1 1 0 0 0,1 0-1 0 0,0 1 1 0 0,0-1 0 0 0,10 0 0 0 0,51-3 100 0 0,-41 3-95 0 0,-13 1-164 0 0,114-3-6876 0 0,-114 7 2434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54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 64 0 0,'-112'63'10066'0'0,"47"-28"-5159"0"0,64-34-4829 0 0,1-1 0 0 0,-1 0-1 0 0,1 0 1 0 0,-1 1 0 0 0,0-1-1 0 0,1 0 1 0 0,-1 1 0 0 0,1-1-1 0 0,0 1 1 0 0,-1-1 0 0 0,1 0-1 0 0,-1 1 1 0 0,1-1 0 0 0,0 1-1 0 0,-1-1 1 0 0,1 1 0 0 0,0 0-1 0 0,-1-1 1 0 0,1 1 0 0 0,0-1-1 0 0,0 1 1 0 0,-1 0 0 0 0,1 0-53 0 0,1-1 0 0 0,-1 0 0 0 0,0 1 0 0 0,0-1 0 0 0,0 0 0 0 0,0 1 0 0 0,0-1 0 0 0,1 1 0 0 0,-1-1 0 0 0,0 0 0 0 0,0 1 0 0 0,1-1 0 0 0,-1 0 0 0 0,0 0 1 0 0,0 1-1 0 0,1-1 0 0 0,-1 0 0 0 0,0 0 0 0 0,1 1 0 0 0,-1-1 0 0 0,0 0 0 0 0,1 0 0 0 0,-1 0 0 0 0,1 1 0 0 0,-1-1 0 0 0,0 0 0 0 0,1 0 0 0 0,-1 0 0 0 0,1 0 0 0 0,-1 0 0 0 0,0 0 0 0 0,1 0 0 0 0,-1 0 1 0 0,1 0-1 0 0,0 0 0 0 0,40 1-30 0 0,0-2 1 0 0,1-1-1 0 0,43-9 1 0 0,124-36-9412 0 0,-157 34 3528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8:54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229 146 348 0 0,'-17'-17'6275'0'0,"1"0"-1"0"0,-23-32 1 0 0,39 49-6227 0 0,0-1-1 0 0,0 0 1 0 0,-1 1 0 0 0,1-1 0 0 0,0 1-1 0 0,0-1 1 0 0,0 0 0 0 0,0 1 0 0 0,0-1 0 0 0,0 0-1 0 0,0 1 1 0 0,0-1 0 0 0,0 0 0 0 0,0 1 0 0 0,0-1-1 0 0,0 0 1 0 0,1 1 0 0 0,-1-1 0 0 0,0 0 0 0 0,0 1-1 0 0,1-1 1 0 0,-1 1 0 0 0,0-1 0 0 0,1 0-1 0 0,0 0 1 0 0,12-12 325 0 0,-5 8-315 0 0,2 0 0 0 0,-1 1 0 0 0,0 0 0 0 0,1 1 0 0 0,0 0 0 0 0,0 1 0 0 0,0-1 0 0 0,0 2 0 0 0,0 0 0 0 0,0 0 0 0 0,0 0 0 0 0,0 1 0 0 0,1 1 0 0 0,18 3 0 0 0,-23-3-41 0 0,1 1-1 0 0,-1 0 1 0 0,-1-1-1 0 0,1 2 0 0 0,0-1 1 0 0,0 1-1 0 0,-1 0 1 0 0,1 0-1 0 0,-1 0 1 0 0,0 1-1 0 0,6 6 0 0 0,-8-7 11 0 0,0 0 0 0 0,0 0-1 0 0,-1 1 1 0 0,0-1-1 0 0,1 1 1 0 0,-1 0-1 0 0,-1 0 1 0 0,1 0 0 0 0,0 0-1 0 0,-1 0 1 0 0,0 0-1 0 0,0 0 1 0 0,0 0-1 0 0,-1 0 1 0 0,1 0 0 0 0,-1 1-1 0 0,0 8 1 0 0,-2-3 8 0 0,0 0 1 0 0,-1 0 0 0 0,1 0 0 0 0,-2 0-1 0 0,0 0 1 0 0,0-1 0 0 0,-1 1 0 0 0,-6 9-1 0 0,-12 28 36 0 0,-5 6 149 0 0,28-52-159 0 0,0-1-59 0 0,-1 0 0 0 0,1 0 0 0 0,0 1-1 0 0,0-1 1 0 0,0 0 0 0 0,0 0 0 0 0,0 0 0 0 0,-1 0-1 0 0,1 0 1 0 0,0 0 0 0 0,0 0 0 0 0,0 1 0 0 0,0-1 0 0 0,0 0-1 0 0,0 0 1 0 0,0 0 0 0 0,0 0 0 0 0,-1 0 0 0 0,1 1-1 0 0,0-1 1 0 0,0 0 0 0 0,0 0 0 0 0,0 0 0 0 0,0 0 0 0 0,0 1-1 0 0,0-1 1 0 0,0 0 0 0 0,0 0 0 0 0,0 0 0 0 0,0 0-1 0 0,0 1 1 0 0,0-1 0 0 0,0 0 0 0 0,0 0 0 0 0,0 0 0 0 0,0 0-1 0 0,1 1 1 0 0,-1-1 0 0 0,0 0 0 0 0,0 0 0 0 0,0 0-1 0 0,0 0 1 0 0,0 1 0 0 0,0-1 0 0 0,0 0 0 0 0,0 0 0 0 0,1 0-1 0 0,-1 0 1 0 0,10 9 50 0 0,2-5 73 0 0,1 0 0 0 0,-1 1 0 0 0,1 1 0 0 0,-2 0 0 0 0,1 1 0 0 0,-1 0 0 0 0,0 0 0 0 0,0 1 0 0 0,-1 1 0 0 0,11 10 0 0 0,-18-15-85 0 0,1 0 0 0 0,-1 0-1 0 0,0 0 1 0 0,0 0 0 0 0,0 0 0 0 0,0 1 0 0 0,-1 0-1 0 0,1-1 1 0 0,-1 1 0 0 0,-1 0 0 0 0,1 0-1 0 0,-1 0 1 0 0,1 0 0 0 0,-2 0 0 0 0,1 0 0 0 0,0 1-1 0 0,-1-1 1 0 0,0 0 0 0 0,0 0 0 0 0,-1 1-1 0 0,1-1 1 0 0,-1 0 0 0 0,0 0 0 0 0,-1 0 0 0 0,1 0-1 0 0,-1 0 1 0 0,0 0 0 0 0,-4 6 0 0 0,-1 1-96 0 0,-1 0-1 0 0,-1-1 1 0 0,0 0 0 0 0,-1 0 0 0 0,1-1 0 0 0,-2 0 0 0 0,0-1 0 0 0,-18 12 0 0 0,0-2-851 0 0,-1-3 0 0 0,-44 20 1 0 0,-58 15-3693 0 0,41-24-2528 0 0,30-11-1194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00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399 341 908 0 0,'11'-14'15695'0'0,"-19"41"-15164"0"0,-22 143-206 0 0,-7-1 0 0 0,-97 268 0 0 0,125-411-278 0 0,-2-1-1 0 0,0 0 1 0 0,-1 0 0 0 0,-2-1-1 0 0,-22 30 1 0 0,35-52-42 0 0,0-1-1 0 0,0 0 1 0 0,0 1 0 0 0,0-1 0 0 0,0 0-1 0 0,0 0 1 0 0,0 0 0 0 0,-1 0 0 0 0,1 0-1 0 0,0 0 1 0 0,-1 0 0 0 0,1 0 0 0 0,-1 0-1 0 0,1-1 1 0 0,-1 1 0 0 0,0 0 0 0 0,1-1-1 0 0,-1 0 1 0 0,1 1 0 0 0,-1-1 0 0 0,0 0-1 0 0,1 0 1 0 0,-1 0 0 0 0,0 0 0 0 0,1 0-1 0 0,-1 0 1 0 0,0 0 0 0 0,1-1-1 0 0,-1 1 1 0 0,0 0 0 0 0,1-1 0 0 0,-2 0-1 0 0,0-1-1 0 0,0 0 0 0 0,1 0 0 0 0,-1-1 0 0 0,1 1 0 0 0,-1 0 0 0 0,1-1-1 0 0,0 0 1 0 0,0 1 0 0 0,0-1 0 0 0,1 0 0 0 0,-1 0 0 0 0,1 0-1 0 0,-1 0 1 0 0,1 0 0 0 0,-1-5 0 0 0,-6-25 7 0 0,1-1 0 0 0,2 1 0 0 0,2-1-1 0 0,1 0 1 0 0,1-1 0 0 0,6-49 0 0 0,5 3-31 0 0,32-123 1 0 0,-29 153 4 0 0,3 2-1 0 0,1 0 1 0 0,3 1 0 0 0,2 0 0 0 0,2 2-1 0 0,44-64 1 0 0,-49 83-5 0 0,1 1 0 0 0,2 1 0 0 0,0 1 0 0 0,2 1 1 0 0,0 1-1 0 0,2 1 0 0 0,0 2 0 0 0,1 0 0 0 0,1 2 0 0 0,0 1 0 0 0,44-18 0 0 0,-52 27 5 0 0,-1 1 0 0 0,1 0 0 0 0,0 2-1 0 0,0 0 1 0 0,1 2 0 0 0,-1 0 0 0 0,34 1 0 0 0,-42 2 13 0 0,-1 0 1 0 0,0 0 0 0 0,1 1 0 0 0,-1 1-1 0 0,0 0 1 0 0,-1 0 0 0 0,1 1-1 0 0,0 1 1 0 0,-1-1 0 0 0,0 2 0 0 0,0-1-1 0 0,-1 1 1 0 0,1 1 0 0 0,-1 0 0 0 0,10 10-1 0 0,-15-13 5 0 0,-1 0 0 0 0,1 0 0 0 0,-1 1 0 0 0,0-1-1 0 0,0 1 1 0 0,-1 0 0 0 0,1 0 0 0 0,-1 0 0 0 0,0 0-1 0 0,0 0 1 0 0,-1 0 0 0 0,1 1 0 0 0,-1-1 0 0 0,0 10-1 0 0,-1-7 4 0 0,0 0 0 0 0,-1-1 0 0 0,0 1 0 0 0,0 0 0 0 0,-1 0 0 0 0,0-1 0 0 0,0 1-1 0 0,-1-1 1 0 0,-4 10 0 0 0,-3 1 8 0 0,-1-1 1 0 0,-1 0-1 0 0,0 0 0 0 0,-1-1 0 0 0,-1-1 1 0 0,-29 27-1 0 0,7-13 11 0 0,0-2-1 0 0,-2-1 1 0 0,-1-2 0 0 0,0-1 0 0 0,-2-2-1 0 0,-1-3 1 0 0,0-1 0 0 0,-1-1 0 0 0,-52 10-1 0 0,40-18 121 0 0,-1-1-1 0 0,-90-3 0 0 0,170 20-211 0 0,24 35 66 0 0,68 110-1 0 0,2 3-7 0 0,-107-158-458 0 0,1 0 0 0 0,1-1 0 0 0,0 0 0 0 0,0-1 0 0 0,1 0 1 0 0,19 11-1 0 0,-23-17-317 0 0,1 0-1 0 0,-1-1 1 0 0,1-1 0 0 0,0 1 0 0 0,0-2 0 0 0,0 0 0 0 0,0 0 0 0 0,1-1 0 0 0,-1 0 0 0 0,23 0 0 0 0,-1-3-3741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01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341 829 1056 0 0,'9'-22'2016'0'0,"2"-6"1371"0"0,11-36-1 0 0,-20 55-2770 0 0,0 0-1 0 0,-1 0 0 0 0,0 0 0 0 0,0 0 1 0 0,-1-1-1 0 0,0 1 0 0 0,0 0 0 0 0,-3-12 1 0 0,3 20-594 0 0,0 0 1 0 0,-1 1-1 0 0,1-1 1 0 0,0 0-1 0 0,0 1 0 0 0,-1-1 1 0 0,1 0-1 0 0,-1 1 1 0 0,1-1-1 0 0,0 1 1 0 0,-1-1-1 0 0,1 1 1 0 0,-1-1-1 0 0,1 1 1 0 0,-1-1-1 0 0,1 1 0 0 0,-1 0 1 0 0,0-1-1 0 0,1 1 1 0 0,-1-1-1 0 0,1 1 1 0 0,-1 0-1 0 0,0 0 1 0 0,1 0-1 0 0,-1-1 1 0 0,0 1-1 0 0,1 0 0 0 0,-1 0 1 0 0,0 0-1 0 0,0 0 1 0 0,1 0-1 0 0,-1 0 1 0 0,0 0-1 0 0,1 0 1 0 0,-1 0-1 0 0,0 0 1 0 0,1 1-1 0 0,-1-1 0 0 0,0 0 1 0 0,0 1-1 0 0,-28 12 211 0 0,11-1-170 0 0,1 1-1 0 0,0 1 0 0 0,0 1 1 0 0,-15 18-1 0 0,-54 72 9 0 0,64-75-54 0 0,-2 1 3 0 0,-30 53-1 0 0,46-70-17 0 0,1 0 0 0 0,1 0-1 0 0,0 0 1 0 0,1 1 0 0 0,0 0-1 0 0,-4 30 1 0 0,8-43 1 0 0,1 1 0 0 0,0-1 0 0 0,0 1 0 0 0,0-1 0 0 0,0 1 0 0 0,0-1 0 0 0,1 1 0 0 0,-1-1 0 0 0,1 1-1 0 0,-1-1 1 0 0,1 1 0 0 0,0-1 0 0 0,0 1 0 0 0,0-1 0 0 0,0 0 0 0 0,1 0 0 0 0,-1 0 0 0 0,0 0 0 0 0,1 0 0 0 0,0 0 0 0 0,-1 0 0 0 0,4 3 0 0 0,-2-4 0 0 0,0 1 1 0 0,-1-1-1 0 0,1 0 1 0 0,0 1-1 0 0,0-1 1 0 0,0-1-1 0 0,0 1 1 0 0,0 0-1 0 0,0-1 1 0 0,0 1-1 0 0,0-1 1 0 0,1 0-1 0 0,-1 0 1 0 0,0 0-1 0 0,0-1 0 0 0,0 1 1 0 0,0-1-1 0 0,4-1 1 0 0,8-3 1 0 0,0 0 0 0 0,0-2 1 0 0,-1 1-1 0 0,0-2 0 0 0,-1 0 1 0 0,0-1-1 0 0,0 0 0 0 0,0-1 0 0 0,-2 0 1 0 0,1-1-1 0 0,-1 0 0 0 0,11-16 1 0 0,13-19-12 0 0,55-96-1 0 0,-87 137 8 0 0,32-63-4 0 0,-21 41-29 0 0,1 0-1 0 0,18-27 0 0 0,-33 54 32 0 0,1-1-1 0 0,-1 1 1 0 0,0 0-1 0 0,0-1 1 0 0,1 1 0 0 0,-1-1-1 0 0,0 1 1 0 0,0 0 0 0 0,1-1-1 0 0,-1 1 1 0 0,1 0-1 0 0,-1-1 1 0 0,0 1 0 0 0,1 0-1 0 0,-1-1 1 0 0,1 1 0 0 0,-1 0-1 0 0,0 0 1 0 0,1 0-1 0 0,-1-1 1 0 0,1 1 0 0 0,-1 0-1 0 0,1 0 1 0 0,-1 0 0 0 0,1 0-1 0 0,-1 0 1 0 0,1 0-1 0 0,-1 0 1 0 0,1 0 0 0 0,-1 0-1 0 0,2 0 1 0 0,-2 1 3 0 0,1 0 0 0 0,0-1 0 0 0,0 1 0 0 0,-1 0 0 0 0,1 0 0 0 0,-1-1 0 0 0,1 1 0 0 0,-1 0 0 0 0,1 0 0 0 0,-1 0 0 0 0,1 0 0 0 0,-1 0 0 0 0,0 0 0 0 0,1 1 0 0 0,3 36 58 0 0,-11 120 50 0 0,2-86-182 0 0,5 80 0 0 0,0-119-201 0 0,1-31 216 0 0,0-4-72 0 0,5-7 114 0 0,-1 0-1 0 0,0-1 1 0 0,0 1-1 0 0,-1-1 1 0 0,0 0-1 0 0,3-14 1 0 0,5-14 7 0 0,4-1-4 0 0,1 0 1 0 0,23-39 0 0 0,-34 66 4 0 0,1 2-1 0 0,1-1 0 0 0,0 1 1 0 0,0 0-1 0 0,1 1 0 0 0,0 0 1 0 0,0 0-1 0 0,1 1 1 0 0,0 0-1 0 0,1 1 0 0 0,16-9 1 0 0,-23 14 12 0 0,0 0-1 0 0,-1 1 1 0 0,1 0 0 0 0,0 0 0 0 0,0 0-1 0 0,0 0 1 0 0,0 0 0 0 0,1 1 0 0 0,-1 0-1 0 0,0 0 1 0 0,0 0 0 0 0,0 0 0 0 0,0 1-1 0 0,0-1 1 0 0,0 1 0 0 0,6 2 0 0 0,-4-1 5 0 0,-1 1 1 0 0,1 0-1 0 0,-1 0 0 0 0,1 1 1 0 0,-1-1-1 0 0,0 1 1 0 0,-1 0-1 0 0,1 0 1 0 0,-1 1-1 0 0,5 5 1 0 0,-1 0 10 0 0,-1 0-1 0 0,0 1 1 0 0,-1 0 0 0 0,0 1 0 0 0,0-1 0 0 0,-1 1 0 0 0,-1 0 0 0 0,0 1-1 0 0,-1-1 1 0 0,3 14 0 0 0,-5-16-5 0 0,-1 0 0 0 0,0 0-1 0 0,0 0 1 0 0,-1 0 0 0 0,0 0 0 0 0,0 0-1 0 0,-1 0 1 0 0,-4 11 0 0 0,4-16-3 0 0,0 1 0 0 0,0-1 0 0 0,0 0 0 0 0,-1 0 0 0 0,0-1 0 0 0,0 1 0 0 0,0-1 0 0 0,0 1 0 0 0,-1-1 0 0 0,0 0 0 0 0,0 0 0 0 0,0 0 0 0 0,0-1 0 0 0,0 1 0 0 0,-10 4 0 0 0,9-5 7 0 0,5-3-17 0 0,-1 1-1 0 0,0-1 0 0 0,0 1 0 0 0,0-1 1 0 0,0 0-1 0 0,1 0 0 0 0,-1 1 1 0 0,0-1-1 0 0,0 0 0 0 0,0 0 1 0 0,0 0-1 0 0,0 0 0 0 0,0 0 1 0 0,0 0-1 0 0,1 0 0 0 0,-3 0 1 0 0,1 0-3 0 0,1 0 1 0 0,-1-1-1 0 0,1 1 1 0 0,-1 0-1 0 0,0-1 1 0 0,1 1-1 0 0,-1-1 1 0 0,1 1-1 0 0,-1-1 1 0 0,1 0 0 0 0,-1 1-1 0 0,1-1 1 0 0,0 0-1 0 0,-1 0 1 0 0,1 0-1 0 0,0 0 1 0 0,0-1-1 0 0,0 1 1 0 0,0 0-1 0 0,0 0 1 0 0,0-1-1 0 0,0 1 1 0 0,0 0 0 0 0,0-1-1 0 0,0-1 1 0 0,0-1 3 0 0,0 0 1 0 0,0 0 0 0 0,0 1-1 0 0,1-1 1 0 0,0 0-1 0 0,0 0 1 0 0,0-5 0 0 0,0 2 4 0 0,1-6-4 0 0,1 1-1 0 0,0-1 0 0 0,1 0 0 0 0,0 1 1 0 0,1-1-1 0 0,0 1 0 0 0,1 0 0 0 0,0 0 1 0 0,1 0-1 0 0,1 1 0 0 0,-1 0 1 0 0,12-13-1 0 0,3-3-19 0 0,2 1 1 0 0,1 0-1 0 0,36-29 1 0 0,-42 41 0 0 0,-1 1 1 0 0,31-17 0 0 0,-38 24 7 0 0,1 1 0 0 0,-1 0-1 0 0,1 1 1 0 0,0 0 0 0 0,0 1 0 0 0,17-3 0 0 0,-26 6 14 0 0,1-1 0 0 0,0 1 0 0 0,-1 0 0 0 0,1 0 0 0 0,0 0 0 0 0,-1 0 1 0 0,1 1-1 0 0,-1-1 0 0 0,1 1 0 0 0,-1-1 0 0 0,1 1 0 0 0,-1 0 0 0 0,1 0 0 0 0,-1 0 0 0 0,1 0 0 0 0,-1 1 0 0 0,0-1 1 0 0,4 4-1 0 0,-3-2 9 0 0,-1-1 0 0 0,0 1 0 0 0,0 0 0 0 0,0 0 0 0 0,0 0 1 0 0,0 1-1 0 0,-1-1 0 0 0,0 0 0 0 0,1 1 0 0 0,-1-1 0 0 0,0 1 0 0 0,0 3 1 0 0,1 8 26 0 0,-1-1 0 0 0,-1 1 0 0 0,0-1 0 0 0,-1 1 0 0 0,-3 20 0 0 0,-26 86 76 0 0,20-91-120 0 0,2 0 1 0 0,1 1-1 0 0,-3 42 1 0 0,9-69-86 0 0,1 0 1 0 0,0 0 0 0 0,0 0 0 0 0,1 0-1 0 0,-1 0 1 0 0,1 0 0 0 0,0 0 0 0 0,0-1-1 0 0,2 8 1 0 0,-1-9-76 0 0,-1 0 0 0 0,0 0-1 0 0,1 0 1 0 0,0 0 0 0 0,-1 0-1 0 0,1 0 1 0 0,0-1 0 0 0,0 1-1 0 0,0 0 1 0 0,0-1 0 0 0,0 0 0 0 0,0 1-1 0 0,1-1 1 0 0,3 2 0 0 0,-4-3 79 0 0,-1 0 0 0 0,0 1-1 0 0,0-1 1 0 0,1 0 0 0 0,-1 0 0 0 0,0 0 0 0 0,1 0 0 0 0,-1 0 0 0 0,0-1 0 0 0,1 1 0 0 0,-1 0 0 0 0,0 0 0 0 0,1-1 0 0 0,-1 1-1 0 0,0-1 1 0 0,2 0 0 0 0,1-1-163 0 0,3 0-126 0 0,-1-1 1 0 0,1 0 0 0 0,0-1-1 0 0,-1 0 1 0 0,1 0-1 0 0,-1 0 1 0 0,0 0 0 0 0,-1-1-1 0 0,1 0 1 0 0,-1 0-1 0 0,0-1 1 0 0,0 0-1 0 0,7-11 1 0 0,3-6-628 0 0,-2-1 1 0 0,15-35-1 0 0,11-36 1203 0 0,39-152 0 0 0,4-108 4605 0 0,-43 177-221 0 0,-17 87-1753 0 0,-21 89-2678 0 0,-1 3-139 0 0,1-1-1 0 0,-1 1 1 0 0,1-1 0 0 0,-1 1-1 0 0,0-1 1 0 0,1 1 0 0 0,-1 0-1 0 0,1-1 1 0 0,-1 1 0 0 0,0-1-1 0 0,1 1 1 0 0,-1 0 0 0 0,0-1-1 0 0,0 1 1 0 0,0 0 0 0 0,1-1-1 0 0,-1 1 1 0 0,0 0 0 0 0,0-1-1 0 0,0 1 1 0 0,0 0 0 0 0,0 1-1 0 0,0 17 206 0 0,-5 37 290 0 0,-19 93-1 0 0,-28 52 41 0 0,45-175-500 0 0,-84 278 309 0 0,72-244-331 0 0,-26 75 0 0 0,10-35-809 0 0,-20 106 0 0 0,54-205 576 0 0,1 0 0 0 0,-1 0 0 0 0,1 0 0 0 0,0 1 0 0 0,0-1 1 0 0,0 0-1 0 0,0 0 0 0 0,0 1 0 0 0,0-1 0 0 0,0 0 0 0 0,0 1 0 0 0,0-1 0 0 0,1 0 0 0 0,-1 0 0 0 0,0 0 0 0 0,1 1 0 0 0,-1-1 0 0 0,1 0 0 0 0,0 1 1 0 0,8-2-2920 0 0,5-11 885 0 0,-2-4-877 0 0,3-4-956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02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293 238 1832 0 0,'62'-81'4962'0'0,"48"-74"6086"0"0,-109 154-10804 0 0,-5 2-178 0 0,-1 0 0 0 0,1 1 0 0 0,0 0 0 0 0,-1 0-1 0 0,1 0 1 0 0,0 0 0 0 0,0 1 0 0 0,0-1 0 0 0,-5 6-1 0 0,-7 4 18 0 0,-369 231 564 0 0,372-237-579 0 0,8-4-12 0 0,6-4 105 0 0,2 0-161 0 0,1 0-1 0 0,-1 0 0 0 0,1 0 1 0 0,-1 0-1 0 0,1 0 1 0 0,0 1-1 0 0,0-1 0 0 0,0 1 1 0 0,0 0-1 0 0,0 1 0 0 0,0-1 1 0 0,0 1-1 0 0,0-1 1 0 0,0 1-1 0 0,0 0 0 0 0,0 1 1 0 0,0-1-1 0 0,5 2 1 0 0,-1-1-7 0 0,-1 1 4 0 0,1-1 0 0 0,0 1-1 0 0,-1 1 1 0 0,0 0 0 0 0,1 0 0 0 0,-1 0-1 0 0,0 1 1 0 0,-1 0 0 0 0,1 0 0 0 0,11 10-1 0 0,2 5-15 0 0,32 36 0 0 0,-32-32 15 0 0,52 68 68 0 0,-49-60-19 0 0,40 44 1 0 0,-57-66-40 0 0,-5-8-4 0 0,0 1-1 0 0,0 0 1 0 0,0 0 0 0 0,1-1-1 0 0,-1 1 1 0 0,1-1 0 0 0,-1 1-1 0 0,1-1 1 0 0,-1 0 0 0 0,1 1-1 0 0,0-1 1 0 0,0 0 0 0 0,0 0-1 0 0,0 0 1 0 0,-1 0 0 0 0,1-1-1 0 0,4 2 1 0 0,-2-1-139 0 0,-1 0 0 0 0,1-1 1 0 0,0 1-1 0 0,-1-1 0 0 0,1 0 1 0 0,0 0-1 0 0,0 0 0 0 0,0 0 1 0 0,-1-1-1 0 0,1 1 0 0 0,0-1 1 0 0,-1 0-1 0 0,1 0 0 0 0,-1-1 1 0 0,1 1-1 0 0,3-3 0 0 0,11-5-1870 0 0,29-18-1 0 0,-38 21 1332 0 0,43-31-5049 0 0,-24 15 1015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02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10 204 520 0 0,'2'-7'1686'0'0,"-1"0"-1"0"0,0 0 1 0 0,-1 0-1 0 0,0 0 1 0 0,0 0-1 0 0,0 0 1 0 0,-2-8 0 0 0,-8-25 3209 0 0,10 39-4825 0 0,-1-1 0 0 0,1 0 0 0 0,0 1-1 0 0,0-1 1 0 0,0 1 0 0 0,0-1-1 0 0,0 0 1 0 0,0 1 0 0 0,0-1 0 0 0,0 0-1 0 0,1 1 1 0 0,-1-1 0 0 0,1 1 0 0 0,-1-1-1 0 0,1 0 1 0 0,0 1 0 0 0,-1 0 0 0 0,1-1-1 0 0,0 1 1 0 0,0-1 0 0 0,0 1-1 0 0,0 0 1 0 0,0 0 0 0 0,0-1 0 0 0,1 1-1 0 0,-1 0 1 0 0,0 0 0 0 0,0 0 0 0 0,1 0-1 0 0,-1 1 1 0 0,1-1 0 0 0,2-1-1 0 0,6-3-103 0 0,0 1-1 0 0,1 0 1 0 0,18-4-1 0 0,-17 4 175 0 0,20-5-266 0 0,1 2-1 0 0,47-5 1 0 0,-21 11-4186 0 0,-54 2 3467 0 0,10 1-678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02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45 720 0 0,'-43'22'4652'0'0,"2"-1"1909"0"0,-45 31 935 0 0,122-54-6328 0 0,1-2-1 0 0,64-16 1 0 0,-34 7-857 0 0,73-11-8 0 0,132-28-1592 0 0,-228 38-1551 0 0,-18 4-3746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03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34 194 476 0 0,'-16'-3'5906'0'0,"-2"-1"448"0"0,36 2-2183 0 0,9 0-4401 0 0,311-42 1134 0 0,191-28-51 0 0,-504 68-278 0 0,-2 1 547 0 0,1-1 0 0 0,-1-1 0 0 0,44-15 0 0 0,-27-1-793 0 0,-27 12-3791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1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133 980 1124 0 0,'-132'60'10201'0'0,"136"-58"-9927"0"0,-4-2-268 0 0,0 1 0 0 0,0-1-1 0 0,0 0 1 0 0,0 1 0 0 0,1-1 0 0 0,-1 0 0 0 0,0 1 0 0 0,0-1 0 0 0,1 0 0 0 0,-1 0 0 0 0,0 1 0 0 0,1-1 0 0 0,-1 0 0 0 0,0 0 0 0 0,1 1 0 0 0,-1-1-1 0 0,0 0 1 0 0,1 0 0 0 0,-1 0 0 0 0,0 0 0 0 0,1 0 0 0 0,-1 0 0 0 0,1 1 0 0 0,-1-1 0 0 0,0 0 0 0 0,1 0 0 0 0,-1 0 0 0 0,1 0 0 0 0,-1 0-1 0 0,1-1 1 0 0,21-3 38 0 0,1-2-1 0 0,-1-1 0 0 0,0-1 0 0 0,-1 0 0 0 0,1-2 1 0 0,-2-1-1 0 0,0 0 0 0 0,0-1 0 0 0,-1-1 1 0 0,0-1-1 0 0,23-24 0 0 0,-9 6-115 0 0,-1-2 0 0 0,-2-2-1 0 0,-1 0 1 0 0,43-73 0 0 0,-41 53-15 0 0,-3-1 0 0 0,-1-1-1 0 0,19-68 1 0 0,-32 81 129 0 0,-3-1 0 0 0,-1 0 0 0 0,-3 0 0 0 0,3-92-1 0 0,-10 133-34 0 0,-1 0 0 0 0,1-1 0 0 0,-1 1 0 0 0,0 0-1 0 0,-3-8 1 0 0,3 13-13 0 0,0 0 0 0 0,0 0 0 0 0,0 0 0 0 0,0 0 0 0 0,0 0 0 0 0,0 0 0 0 0,0 1-1 0 0,1-1 1 0 0,-1 0 0 0 0,0 0 0 0 0,0 1 0 0 0,0-1 0 0 0,0 1 0 0 0,1-1 0 0 0,-1 1 0 0 0,-1 0 0 0 0,-4 5-2 0 0,1 0 2 0 0,-1 1 0 0 0,1-1-1 0 0,0 1 1 0 0,0 0 0 0 0,1 0-1 0 0,0 1 1 0 0,-4 10 0 0 0,1-3 7 0 0,-46 100 81 0 0,-53 169-1 0 0,84-213 76 0 0,-15 76 0 0 0,33-125-104 0 0,1 1 0 0 0,0-1 0 0 0,2 1-1 0 0,1 0 1 0 0,0 0 0 0 0,2-1 0 0 0,8 42 0 0 0,-9-58-37 0 0,1 0 1 0 0,0-1-1 0 0,0 1 0 0 0,0-1 0 0 0,1 0 1 0 0,-1 1-1 0 0,1-1 0 0 0,0 0 1 0 0,1-1-1 0 0,0 1 0 0 0,-1-1 0 0 0,1 1 1 0 0,8 5-1 0 0,-9-7-11 0 0,1-1 1 0 0,-1-1-1 0 0,1 1 0 0 0,-1 0 1 0 0,1-1-1 0 0,0 0 0 0 0,-1 0 1 0 0,1 0-1 0 0,0 0 1 0 0,0-1-1 0 0,0 1 0 0 0,-1-1 1 0 0,1 0-1 0 0,0 0 1 0 0,0 0-1 0 0,0-1 0 0 0,0 1 1 0 0,0-1-1 0 0,-1 0 0 0 0,1 0 1 0 0,5-3-1 0 0,5-2-67 0 0,0-1-1 0 0,0-1 1 0 0,-1 0 0 0 0,0 0-1 0 0,0-2 1 0 0,-1 1-1 0 0,-1-2 1 0 0,1 1 0 0 0,15-21-1 0 0,0-4-174 0 0,-2 0-1 0 0,24-46 0 0 0,17-43 71 0 0,-6-3 0 0 0,50-152-1 0 0,-108 272 177 0 0,1-1-1 0 0,0 1 1 0 0,0 0-1 0 0,5-7 1 0 0,-7 12-1 0 0,0 3-7 0 0,-1-1-1 0 0,0 0 1 0 0,1 0 0 0 0,-1 0 0 0 0,1 1-1 0 0,-1-1 1 0 0,0 0 0 0 0,1 0-1 0 0,-1 1 1 0 0,0-1 0 0 0,1 0 0 0 0,-1 1-1 0 0,0-1 1 0 0,0 0 0 0 0,1 1 0 0 0,-1-1-1 0 0,0 0 1 0 0,0 1 0 0 0,1-1-1 0 0,-1 1 1 0 0,0-1 0 0 0,0 0 0 0 0,0 1-1 0 0,0-1 1 0 0,0 1 0 0 0,0-1-1 0 0,0 1 1 0 0,0-1 0 0 0,0 1 0 0 0,0-1-1 0 0,0 1 1 0 0,0 17 9 0 0,0-15-7 0 0,-9 77 124 0 0,-2 0-1 0 0,-40 137 1 0 0,17-96 104 0 0,-51 121 1 0 0,63-187 2080 0 0,26-71-2051 0 0,2 4-226 0 0,0 0 0 0 0,0 1 0 0 0,1 0-1 0 0,1 1 1 0 0,0 0 0 0 0,11-12 0 0 0,-5 6-53 0 0,10-10-7 0 0,0 1 0 0 0,1 2 0 0 0,1 0 0 0 0,2 2 0 0 0,0 1 0 0 0,41-22 0 0 0,-65 39 22 0 0,1 1-1 0 0,-1 0 1 0 0,1 0-1 0 0,-1 1 1 0 0,1-1 0 0 0,0 1-1 0 0,0 0 1 0 0,0 0-1 0 0,-1 0 1 0 0,1 1 0 0 0,0 0-1 0 0,0 0 1 0 0,9 1-1 0 0,-11-1 8 0 0,0 1-1 0 0,-1 0 1 0 0,1 0-1 0 0,-1 0 1 0 0,1 1-1 0 0,-1-1 1 0 0,1 0-1 0 0,-1 1 0 0 0,1 0 1 0 0,-1-1-1 0 0,0 1 1 0 0,0 0-1 0 0,0 0 1 0 0,0 0-1 0 0,0 0 1 0 0,-1 1-1 0 0,1-1 0 0 0,-1 0 1 0 0,1 1-1 0 0,-1-1 1 0 0,0 1-1 0 0,0 0 1 0 0,0-1-1 0 0,0 1 1 0 0,0 4-1 0 0,1 5 21 0 0,0 2-1 0 0,-2-1 1 0 0,1 0 0 0 0,-2 0-1 0 0,1 0 1 0 0,-2 0-1 0 0,-3 13 1 0 0,2-9-20 0 0,1 1 0 0 0,1-1 0 0 0,0 23 0 0 0,1-38 8 0 0,1 0 0 0 0,-1-1 0 0 0,0 1 0 0 0,1 0 0 0 0,-1 0 1 0 0,1-1-1 0 0,-1 1 0 0 0,1 0 0 0 0,0-1 0 0 0,-1 1 0 0 0,1-1 1 0 0,0 1-1 0 0,0-1 0 0 0,0 1 0 0 0,0-1 0 0 0,1 0 0 0 0,-1 1 1 0 0,0-1-1 0 0,1 0 0 0 0,1 1 0 0 0,-1 0 4 0 0,1-1 0 0 0,0 0-1 0 0,-1 0 1 0 0,1 0 0 0 0,0 0 0 0 0,0-1-1 0 0,0 1 1 0 0,0-1 0 0 0,0 1 0 0 0,0-1 0 0 0,3 0-1 0 0,4-1 9 0 0,0 0 0 0 0,0-1 0 0 0,0 0 0 0 0,-1 0 0 0 0,1-1 0 0 0,11-5 0 0 0,10-7-36 0 0,-2-2 1 0 0,0 0 0 0 0,-1-3-1 0 0,0 0 1 0 0,-2-1 0 0 0,-1-2-1 0 0,0 0 1 0 0,-2-2 0 0 0,-1-1-1 0 0,-1 0 1 0 0,-1-2 0 0 0,18-32-1 0 0,-27 39 65 0 0,-1-1-1 0 0,10-30 0 0 0,-20 52-51 0 0,0-1 0 0 0,0 1 0 0 0,0-1-1 0 0,1 1 1 0 0,-1 0 0 0 0,0-1 0 0 0,0 1 0 0 0,0 0-1 0 0,0-1 1 0 0,0 1 0 0 0,0-1 0 0 0,0 1 0 0 0,0 0-1 0 0,0-1 1 0 0,0 1 0 0 0,0 0 0 0 0,0-1 0 0 0,0 1 0 0 0,0-1-1 0 0,0 1 1 0 0,-1 0 0 0 0,1-1 0 0 0,0 1 0 0 0,0 0-1 0 0,0-1 1 0 0,0 1 0 0 0,-1 0 0 0 0,1-1 0 0 0,0 1-1 0 0,0 0 1 0 0,-1-1 0 0 0,1 1 0 0 0,0 0 0 0 0,-1 0 0 0 0,1 0-1 0 0,0-1 1 0 0,-1 1 0 0 0,1 0 0 0 0,0 0 0 0 0,-1 0-1 0 0,1 0 1 0 0,0-1 0 0 0,-1 1 0 0 0,1 0 0 0 0,-1 0-1 0 0,1 0 1 0 0,0 0 0 0 0,-1 0 0 0 0,1 0 0 0 0,-1 0 0 0 0,-1 0 0 0 0,0 0 0 0 0,0 1 1 0 0,0-1-1 0 0,0 0 0 0 0,0 1 0 0 0,1-1 1 0 0,-1 1-1 0 0,0 0 0 0 0,-3 1 1 0 0,-8 8 19 0 0,0 0 0 0 0,0 1 1 0 0,1 1-1 0 0,0 0 0 0 0,1 1 1 0 0,0 0-1 0 0,1 0 0 0 0,1 1 0 0 0,0 1 1 0 0,0-1-1 0 0,2 1 0 0 0,0 1 1 0 0,1-1-1 0 0,-8 31 0 0 0,13-40 14 0 0,-1 0-1 0 0,1 0 1 0 0,1 0-1 0 0,-1 0 1 0 0,1 0-1 0 0,0 0 1 0 0,1 0-1 0 0,0 0 1 0 0,-1 0-1 0 0,2 0 1 0 0,-1-1-1 0 0,1 1 1 0 0,0 0-1 0 0,4 8 1 0 0,-4-11-11 0 0,0 1 1 0 0,1-1-1 0 0,-1 1 0 0 0,1-1 1 0 0,0 0-1 0 0,0 0 1 0 0,0 0-1 0 0,1 0 1 0 0,-1-1-1 0 0,0 1 0 0 0,1-1 1 0 0,0 0-1 0 0,0 0 1 0 0,0 0-1 0 0,0-1 1 0 0,0 1-1 0 0,0-1 1 0 0,0 0-1 0 0,0 0 0 0 0,7 0 1 0 0,7 1-4 0 0,0-2-1 0 0,1 0 1 0 0,-1-1 0 0 0,0-1-1 0 0,0-1 1 0 0,-1 0 0 0 0,25-9-1 0 0,-5 0-1069 0 0,-2-2 0 0 0,52-27 0 0 0,-74 34-433 0 0,-1-1 1 0 0,0-1 0 0 0,15-11-1 0 0,0-5-4121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1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84 1012 0 0,'-56'9'3214'0'0,"11"-2"1628"0"0,-75 4-1 0 0,125-12-4721 0 0,-1 1 0 0 0,0-1 0 0 0,1 0 0 0 0,-1 0 0 0 0,7-3 0 0 0,12-3 10 0 0,390-48-92 0 0,-153 24-7616 0 0,-199 22 2763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2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0 136 1800 0 0,'2'-8'595'0'0,"0"-1"0"0"0,1 1 0 0 0,0 0 0 0 0,0 0 0 0 0,1 0 0 0 0,0 0 0 0 0,0 1 0 0 0,1-1 0 0 0,0 1 0 0 0,0 0 0 0 0,8-7-1 0 0,-9 10-532 0 0,0 0 0 0 0,0 1-1 0 0,1 0 1 0 0,-1 0-1 0 0,1 0 1 0 0,0 1-1 0 0,0-1 1 0 0,0 1 0 0 0,0 0-1 0 0,0 0 1 0 0,0 1-1 0 0,1 0 1 0 0,-1 0-1 0 0,0 0 1 0 0,1 0 0 0 0,-1 1-1 0 0,1 0 1 0 0,-1 0-1 0 0,7 1 1 0 0,1 2-36 0 0,1-1-1 0 0,-1 1 1 0 0,0 1 0 0 0,0 1-1 0 0,-1 0 1 0 0,1 0-1 0 0,-1 1 1 0 0,0 1 0 0 0,0 0-1 0 0,-1 0 1 0 0,0 1 0 0 0,0 1-1 0 0,-1 0 1 0 0,0 0 0 0 0,-1 1-1 0 0,0 0 1 0 0,-1 1 0 0 0,10 14-1 0 0,-10-13 14 0 0,-1 1-1 0 0,-1 0 1 0 0,0 0-1 0 0,0 1 1 0 0,-1 0-1 0 0,-1 0 1 0 0,0 0-1 0 0,-1 0 1 0 0,-1 1-1 0 0,0-1 1 0 0,-1 1-1 0 0,-1-1 1 0 0,0 1-1 0 0,-1-1 1 0 0,0 1 0 0 0,-7 27-1 0 0,3-24 52 0 0,-1 0 1 0 0,-1-1-1 0 0,-1 0 1 0 0,0 0-1 0 0,-1-1 1 0 0,-1 0-1 0 0,-12 16 1 0 0,13-21 289 0 0,-1 1 0 0 0,0-2 0 0 0,0 1 0 0 0,-1-2 0 0 0,-1 1 0 0 0,1-2 0 0 0,-1 1 0 0 0,-1-2 0 0 0,-18 10 0 0 0,29-17-337 0 0,1 1 0 0 0,0-1 0 0 0,0 0-1 0 0,-1 1 1 0 0,1-1 0 0 0,0 0 0 0 0,-1 0 0 0 0,1 0 0 0 0,0 0 0 0 0,-1 0 0 0 0,1 0 0 0 0,0-1 0 0 0,-1 1-1 0 0,1 0 1 0 0,0-1 0 0 0,0 1 0 0 0,-1-1 0 0 0,1 1 0 0 0,0-1 0 0 0,0 0 0 0 0,0 1 0 0 0,0-1 0 0 0,0 0 0 0 0,-2-1-1 0 0,0-1 5 0 0,1 1-1 0 0,0-1 0 0 0,0 1 0 0 0,-1-1 0 0 0,2 0 0 0 0,-1 0 1 0 0,0 0-1 0 0,-1-3 0 0 0,1 0-23 0 0,1 0 0 0 0,0 0 1 0 0,0 0-1 0 0,0 0 0 0 0,1 0 0 0 0,0 0 0 0 0,0 0 1 0 0,0 0-1 0 0,1-1 0 0 0,0 1 0 0 0,0 0 0 0 0,1 1 1 0 0,-1-1-1 0 0,4-7 0 0 0,3-8-11 0 0,1 1 0 0 0,17-28 1 0 0,-5 14-18 0 0,2 0 1 0 0,1 2 0 0 0,1 1 0 0 0,2 1-1 0 0,31-27 1 0 0,-12 18-12 0 0,1 2 1 0 0,90-54-1 0 0,-133 88-47 0 0,1 0 0 0 0,-1 1 0 0 0,0-1 0 0 0,1 1 0 0 0,0 0 0 0 0,0 1 0 0 0,-1-1 0 0 0,1 1 0 0 0,0 0 0 0 0,0 0 0 0 0,8 0 0 0 0,-12 1-58 0 0,-1 0 0 0 0,1 1 0 0 0,0-1 0 0 0,-1 0 0 0 0,1 1 0 0 0,-1-1 0 0 0,1 1 0 0 0,0-1 0 0 0,-1 1 0 0 0,1 0 0 0 0,-1-1 0 0 0,0 1 0 0 0,1-1 0 0 0,-1 1 0 0 0,1 0 0 0 0,-1-1 0 0 0,0 1 0 0 0,1 0 0 0 0,-1 0 0 0 0,0-1 0 0 0,0 1 0 0 0,0 0 0 0 0,0 0 0 0 0,0 1 0 0 0,2 18-3124 0 0,-2-9-183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2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76 1992 0 0,'0'-2'2016'0'0,"-1"-6"-814"0"0,0 0 0 0 0,0 0 0 0 0,-1 1-1 0 0,0-1 1 0 0,-1 1 0 0 0,1-1 0 0 0,-7-10 0 0 0,8 16-934 0 0,-3 3-82 0 0,-5 2-120 0 0,-1 0-1 0 0,1 0 0 0 0,0 1 1 0 0,1 0-1 0 0,-1 1 0 0 0,1 0 1 0 0,-11 8-1 0 0,-55 50 110 0 0,53-45-130 0 0,-111 107 228 0 0,114-106-242 0 0,2 1-1 0 0,0 1 0 0 0,1 0 0 0 0,-24 46 1 0 0,37-65-25 0 0,1 1-1 0 0,0-1 1 0 0,0 1 0 0 0,0-1 0 0 0,0 1 0 0 0,1 0 0 0 0,-1-1 0 0 0,1 1 0 0 0,-1 0-1 0 0,1-1 1 0 0,0 1 0 0 0,0 0 0 0 0,0 0 0 0 0,0-1 0 0 0,1 1 0 0 0,-1 0 0 0 0,1-1-1 0 0,0 4 1 0 0,1-4 0 0 0,-1 0-1 0 0,0 0 1 0 0,1 1 0 0 0,-1-1-1 0 0,1-1 1 0 0,0 1-1 0 0,0 0 1 0 0,0 0-1 0 0,0-1 1 0 0,0 1 0 0 0,0-1-1 0 0,0 1 1 0 0,0-1-1 0 0,1 0 1 0 0,3 2-1 0 0,4-1 1 0 0,-1 1-1 0 0,0-1 1 0 0,1-1-1 0 0,-1 1 0 0 0,1-2 1 0 0,0 1-1 0 0,-1-1 1 0 0,18-3-1 0 0,-13 1-1 0 0,0-1-1 0 0,0-1 1 0 0,-1 0 0 0 0,0-1-1 0 0,0 0 1 0 0,0-1-1 0 0,0 0 1 0 0,14-11 0 0 0,-11 6-30 0 0,-1-1 0 0 0,0-1 0 0 0,0-1 1 0 0,-2 0-1 0 0,15-19 0 0 0,3-11 81 0 0,-2-1 0 0 0,-2-2 0 0 0,28-67-1 0 0,-53 110-30 0 0,0-2-45 0 0,1 0-1 0 0,-1 0 1 0 0,1 1 0 0 0,6-8 0 0 0,-9 13 18 0 0,0 0 1 0 0,0 0-1 0 0,0 0 0 0 0,1 0 1 0 0,-1 0-1 0 0,0 0 1 0 0,0 0-1 0 0,1 0 1 0 0,-1 0-1 0 0,0 0 0 0 0,0 0 1 0 0,0 0-1 0 0,1 0 1 0 0,-1 0-1 0 0,0 1 0 0 0,0-1 1 0 0,0 0-1 0 0,1 0 1 0 0,-1 0-1 0 0,0 0 1 0 0,0 0-1 0 0,0 1 0 0 0,0-1 1 0 0,0 0-1 0 0,1 0 1 0 0,-1 0-1 0 0,0 0 0 0 0,0 1 1 0 0,0-1-1 0 0,0 0 1 0 0,0 0-1 0 0,0 0 1 0 0,0 1-1 0 0,0-1 0 0 0,0 0 1 0 0,0 1-1 0 0,2 13-34 0 0,-5 11 27 0 0,-9 41-24 0 0,3-22-237 0 0,1 1 1 0 0,3-1-1 0 0,-1 71 0 0 0,7-108-235 0 0,0-1-1 0 0,0 1 0 0 0,0 0 0 0 0,4 10 0 0 0,8 9-4890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3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1 220 684 0 0,'4'-13'1119'0'0,"1"2"-1"0"0,1-1 1 0 0,0 1 0 0 0,1-1-1 0 0,0 2 1 0 0,14-17 0 0 0,-19 24-1047 0 0,1 1 0 0 0,-1-1 0 0 0,1 1 0 0 0,0-1 0 0 0,0 1 0 0 0,0 0 0 0 0,1 0-1 0 0,-1 0 1 0 0,0 1 0 0 0,1-1 0 0 0,-1 1 0 0 0,1 0 0 0 0,-1 0 0 0 0,1 0 0 0 0,0 0 0 0 0,-1 1 0 0 0,1-1 0 0 0,0 1 0 0 0,0 0 0 0 0,-1 0 0 0 0,1 0 0 0 0,0 1 0 0 0,0-1 0 0 0,-1 1 0 0 0,1 0 0 0 0,-1 0 0 0 0,6 2 0 0 0,-4-1-34 0 0,-1 0 1 0 0,1 1-1 0 0,-1-1 1 0 0,0 1-1 0 0,0 0 1 0 0,0 0-1 0 0,0 0 1 0 0,0 0-1 0 0,-1 1 1 0 0,1 0 0 0 0,-1-1-1 0 0,0 1 1 0 0,0 1-1 0 0,3 4 1 0 0,-3-2-1 0 0,0 0 1 0 0,0 0-1 0 0,-1 0 1 0 0,0 0 0 0 0,0 0-1 0 0,-1 1 1 0 0,0-1-1 0 0,0 15 1 0 0,-1-9 82 0 0,-1 0 1 0 0,0 0-1 0 0,-1 0 0 0 0,0 0 1 0 0,-1 0-1 0 0,-1 0 0 0 0,0-1 1 0 0,-1 0-1 0 0,0 1 0 0 0,-11 17 1 0 0,15-29-34 0 0,0 1-1 0 0,0 0 1 0 0,0-1 0 0 0,-1 1-1 0 0,1-1 1 0 0,0 1 0 0 0,-1-1-1 0 0,1 1 1 0 0,-1-1 0 0 0,0 0 0 0 0,1 0-1 0 0,-1 0 1 0 0,0 0 0 0 0,0 0-1 0 0,0 0 1 0 0,1-1 0 0 0,-1 1 0 0 0,-4 0-1 0 0,5-1-68 0 0,0 0-1 0 0,0 0 0 0 0,0 0 1 0 0,1-1-1 0 0,-1 1 1 0 0,0 0-1 0 0,0-1 0 0 0,0 1 1 0 0,0 0-1 0 0,0-1 0 0 0,1 1 1 0 0,-1-1-1 0 0,0 0 1 0 0,0 1-1 0 0,1-1 0 0 0,-1 1 1 0 0,0-1-1 0 0,1 0 1 0 0,-1 0-1 0 0,1 1 0 0 0,-1-1 1 0 0,1 0-1 0 0,-1 0 1 0 0,1 0-1 0 0,0 0 0 0 0,-1 0 1 0 0,1 1-1 0 0,0-1 1 0 0,0 0-1 0 0,0 0 0 0 0,-1 0 1 0 0,1 0-1 0 0,0 0 0 0 0,0 0 1 0 0,0 0-1 0 0,1 0 1 0 0,-1 0-1 0 0,0-1 0 0 0,1-13-12 0 0,1 1 1 0 0,0 0-1 0 0,1 0 0 0 0,0 0 0 0 0,1 0 0 0 0,1 0 0 0 0,0 1 0 0 0,1 0 0 0 0,0 0 0 0 0,1 0 0 0 0,1 1 0 0 0,10-14 0 0 0,-4 7 0 0 0,1 2 0 0 0,1-1 0 0 0,0 2 0 0 0,1 0 0 0 0,1 1 0 0 0,36-23-1 0 0,-38 28 36 0 0,1 1 1 0 0,1 0-1 0 0,-1 2 0 0 0,29-9 0 0 0,-41 14-44 0 0,0 1-1 0 0,0-1 1 0 0,0 1 0 0 0,1 1-1 0 0,-1-1 1 0 0,0 1 0 0 0,0 0-1 0 0,1 0 1 0 0,-1 0 0 0 0,0 1-1 0 0,0 0 1 0 0,1 0 0 0 0,-1 0 0 0 0,0 0-1 0 0,0 1 1 0 0,0 0 0 0 0,0 0-1 0 0,-1 1 1 0 0,1-1 0 0 0,0 1-1 0 0,4 4 1 0 0,-6-4 8 0 0,-1 0-1 0 0,1 0 1 0 0,-1 0-1 0 0,0 0 1 0 0,0 1-1 0 0,0-1 1 0 0,0 1 0 0 0,-1-1-1 0 0,1 1 1 0 0,-1 0-1 0 0,0 0 1 0 0,0-1-1 0 0,0 1 1 0 0,-1 0 0 0 0,0 0-1 0 0,1 0 1 0 0,-1 0-1 0 0,0 0 1 0 0,-1 0-1 0 0,1 0 1 0 0,-1 0-1 0 0,-2 7 1 0 0,-2 8 45 0 0,-1 0 1 0 0,-1-1-1 0 0,-13 24 1 0 0,9-18-10 0 0,-14 26 9 0 0,14-28-817 0 0,1 0 0 0 0,-15 46 0 0 0,23-64 79 0 0,-1 8-265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3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351 248 1912 0 0,'28'-110'7295'0'0,"8"-26"1197"0"0,-35 134-8272 0 0,-1 23 232 0 0,-16 75-33 0 0,-3-2 0 0 0,-52 150 0 0 0,-104 169 344 0 0,46-137-2638 0 0,124-268 1177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4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404 123 1912 0 0,'22'-24'5068'0'0,"-1"-1"-1"0"0,29-46 0 0 0,-49 69-4331 0 0,-4 2-548 0 0,-3-1-150 0 0,0 1 1 0 0,1 0-1 0 0,-1 0 1 0 0,1 1-1 0 0,-1 0 1 0 0,1 0-1 0 0,-1 0 1 0 0,-8 4-1 0 0,-51 21 89 0 0,31-12-70 0 0,-263 114 123 0 0,260-111-105 0 0,35-16-8 0 0,3 0-62 0 0,0 1-5 0 0,1-1 1 0 0,-1 0-1 0 0,1 1 1 0 0,0-1-1 0 0,-1 0 0 0 0,1 0 1 0 0,0 0-1 0 0,0 0 1 0 0,0 0-1 0 0,0 0 0 0 0,0 0 1 0 0,0-1-1 0 0,0 1 0 0 0,0-1 1 0 0,0 1-1 0 0,0-1 1 0 0,3 0-1 0 0,-3 1-1 0 0,10 3 6 0 0,-1 1 0 0 0,0 0 0 0 0,0 0 0 0 0,0 1 0 0 0,-1 1 0 0 0,0 0-1 0 0,0 0 1 0 0,-1 1 0 0 0,0 1 0 0 0,0-1 0 0 0,-1 1 0 0 0,13 18 0 0 0,1 7 34 0 0,-1 2 1 0 0,24 54-1 0 0,-4-8 7 0 0,-40-80-45 0 0,8 15 49 0 0,0-1 0 0 0,16 19-1 0 0,-22-31-35 0 0,-1-1 0 0 0,1 1 0 0 0,1-1 0 0 0,-1 0 0 0 0,0 0 0 0 0,1-1 0 0 0,-1 1 0 0 0,1-1 0 0 0,0 1 0 0 0,0-1 0 0 0,0 0 0 0 0,0-1 0 0 0,0 1 0 0 0,1-1 0 0 0,4 1-1 0 0,-5-1-41 0 0,0-1-1 0 0,0-1 1 0 0,0 1-1 0 0,0 0 0 0 0,0-1 1 0 0,0 0-1 0 0,0 0 1 0 0,0 0-1 0 0,0-1 0 0 0,-1 1 1 0 0,1-1-1 0 0,0 0 1 0 0,-1 0-1 0 0,1 0 0 0 0,-1 0 1 0 0,6-6-1 0 0,4-4-721 0 0,-1 0 1 0 0,17-21-1 0 0,-26 29 466 0 0,30-40-2871 0 0,-13 13-2138 0 0,-8 10-338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5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289 529 948 0 0,'-9'-33'4024'0'0,"6"19"-1861"0"0,-1 1 1 0 0,0-1-1 0 0,-12-24 1 0 0,14 36-1875 0 0,-13 6 125 0 0,7 1-358 0 0,1 1 1 0 0,0-1-1 0 0,0 1 1 0 0,0 0-1 0 0,1 0 0 0 0,0 1 1 0 0,0 0-1 0 0,-5 8 1 0 0,3-5-6 0 0,-17 21 87 0 0,-33 57 0 0 0,51-77-109 0 0,1 0 0 0 0,1 0 0 0 0,0 0 0 0 0,1 1 0 0 0,0 0 0 0 0,0 0 0 0 0,2 0 0 0 0,-1 0 0 0 0,0 20 0 0 0,3-28-12 0 0,0 0 1 0 0,0 0-1 0 0,0-1 0 0 0,1 1 0 0 0,-1 0 0 0 0,1-1 1 0 0,0 1-1 0 0,0 0 0 0 0,1-1 0 0 0,-1 1 1 0 0,1-1-1 0 0,0 0 0 0 0,0 1 0 0 0,0-1 1 0 0,0 0-1 0 0,0 0 0 0 0,1 0 0 0 0,2 3 0 0 0,0-3 3 0 0,-1 0 0 0 0,0 0-1 0 0,1-1 1 0 0,0 1 0 0 0,0-1-1 0 0,-1 0 1 0 0,1 0 0 0 0,0-1-1 0 0,0 1 1 0 0,1-1 0 0 0,8 1-1 0 0,0-1 2 0 0,-1-1 0 0 0,0 0 0 0 0,1-1 0 0 0,-1-1 0 0 0,0 0 0 0 0,1-1 0 0 0,-1 0-1 0 0,0-1 1 0 0,18-8 0 0 0,-19 6-17 0 0,0-1 0 0 0,0-1 0 0 0,-1 0 1 0 0,0-1-1 0 0,-1 0 0 0 0,0 0 0 0 0,0-1 0 0 0,-1 0 0 0 0,0-1 0 0 0,-1 0 0 0 0,0-1 0 0 0,-1 1 1 0 0,0-2-1 0 0,-1 1 0 0 0,0-1 0 0 0,5-16 0 0 0,-5 10 5 0 0,-1 0 1 0 0,0 0-1 0 0,-2 0 1 0 0,0-1-1 0 0,-1 1 0 0 0,-1-1 1 0 0,-1 1-1 0 0,0-1 1 0 0,-2 0-1 0 0,0 1 0 0 0,-5-20 1 0 0,5 34-14 0 0,1-1 0 0 0,-1 1 0 0 0,0-1 0 0 0,0 1 0 0 0,-1 0 0 0 0,0 0 0 0 0,0 0 0 0 0,0 0 0 0 0,0 0 0 0 0,-1 1 0 0 0,-5-6 0 0 0,7 8 0 0 0,0 0-1 0 0,0 1 1 0 0,-1-1 0 0 0,1 0 0 0 0,-1 1 0 0 0,0 0-1 0 0,1-1 1 0 0,-1 1 0 0 0,0 0 0 0 0,0 1-1 0 0,0-1 1 0 0,1 0 0 0 0,-1 1 0 0 0,0 0 0 0 0,0-1-1 0 0,0 1 1 0 0,0 0 0 0 0,0 1 0 0 0,0-1-1 0 0,0 0 1 0 0,0 1 0 0 0,0 0 0 0 0,-4 1-1 0 0,-4 3-12 0 0,0 0 0 0 0,1 0-1 0 0,-1 1 1 0 0,1 0-1 0 0,0 1 1 0 0,1 0 0 0 0,0 1-1 0 0,0 0 1 0 0,0 1-1 0 0,-11 15 1 0 0,8-10 3 0 0,1 2 1 0 0,1-1-1 0 0,1 2 0 0 0,0-1 1 0 0,1 1-1 0 0,-7 19 0 0 0,13-28 25 0 0,0-1 1 0 0,0 1-1 0 0,0 0 0 0 0,1 0 0 0 0,0 0 0 0 0,1 0 0 0 0,0 0 1 0 0,0 0-1 0 0,1 0 0 0 0,0 0 0 0 0,0 0 0 0 0,0 0 1 0 0,6 13-1 0 0,-5-16-2 0 0,0 0-1 0 0,1 0 1 0 0,-1 0 0 0 0,1-1-1 0 0,1 1 1 0 0,-1-1 0 0 0,0 1 0 0 0,1-1-1 0 0,0-1 1 0 0,0 1 0 0 0,0 0 0 0 0,1-1-1 0 0,-1 0 1 0 0,1 0 0 0 0,-1 0 0 0 0,1 0-1 0 0,0-1 1 0 0,0 0 0 0 0,0 0-1 0 0,10 2 1 0 0,4-1-3 0 0,0 0 0 0 0,0-1-1 0 0,1-1 1 0 0,-1-1 0 0 0,1-1 0 0 0,-1-1 0 0 0,0 0-1 0 0,1-1 1 0 0,-1-1 0 0 0,-1-1 0 0 0,1-1-1 0 0,33-15 1 0 0,-20 6-17 0 0,-1-2 0 0 0,0-1 0 0 0,-1-2 0 0 0,-1 0 0 0 0,-1-2 0 0 0,29-29-1 0 0,-29 21 39 0 0,-2 0-1 0 0,-1-2 0 0 0,-1 0 0 0 0,36-68 0 0 0,56-152-343 0 0,-113 244 303 0 0,3-6 2 0 0,4-9-112 0 0,-14 45 98 0 0,-46 172 123 0 0,-176 638 644 0 0,59-357-203 0 0,125-381-250 0 0,-3-2 0 0 0,-109 162 1 0 0,129-219 346 0 0,-45 48 0 0 0,58-71-340 0 0,0 0-1 0 0,-1-1 1 0 0,0 0-1 0 0,-1-1 1 0 0,-1-1-1 0 0,-24 13 1 0 0,35-20-210 0 0,0-1-1 0 0,0 1 1 0 0,-1-1 0 0 0,1 1 0 0 0,-1-1-1 0 0,1-1 1 0 0,0 1 0 0 0,-1 0-1 0 0,0-1 1 0 0,1 0 0 0 0,-1 0 0 0 0,1-1-1 0 0,-1 1 1 0 0,1-1 0 0 0,-1 0 0 0 0,1 0-1 0 0,-7-3 1 0 0,6 2-47 0 0,1-1 1 0 0,0 0-1 0 0,-1 1 0 0 0,1-2 0 0 0,0 1 1 0 0,0 0-1 0 0,1-1 0 0 0,-1 0 1 0 0,1 0-1 0 0,0 0 0 0 0,0 0 0 0 0,0 0 1 0 0,0-1-1 0 0,1 1 0 0 0,-2-7 0 0 0,-1 1-7 0 0,2 0-1 0 0,0-1 0 0 0,0 0 0 0 0,1 0 0 0 0,0 1 0 0 0,1-1 0 0 0,0 0 0 0 0,1-18 0 0 0,2 11 6 0 0,0 0-1 0 0,1 0 1 0 0,1 0 0 0 0,10-28-1 0 0,2 8 4 0 0,1 0 1 0 0,2 2-1 0 0,42-63 0 0 0,-27 51-6 0 0,3 2 0 0 0,1 1 0 0 0,2 2 0 0 0,1 2 0 0 0,65-49 0 0 0,-73 66-409 0 0,0 2-1 0 0,1 1 0 0 0,2 1 0 0 0,0 2 0 0 0,0 1 0 0 0,2 3 1 0 0,0 0-1 0 0,68-13 0 0 0,-22 19-5257 0 0,-35 4-2421 0 0,-31 2 3078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5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97 2596 0 0,'-11'-21'2739'0'0,"0"-1"1236"0"0,-20-27 0 0 0,31 48-3947 0 0,-1 1 0 0 0,1 0 0 0 0,-1-1 0 0 0,1 1 0 0 0,-1 0 0 0 0,1-1 0 0 0,-1 1 0 0 0,1 0 1 0 0,-1 0-1 0 0,1-1 0 0 0,-1 1 0 0 0,1 0 0 0 0,-1 0 0 0 0,1 0 0 0 0,-1 0 0 0 0,1 0 0 0 0,-1 0 1 0 0,1 0-1 0 0,-1 0 0 0 0,0 0 0 0 0,1 0 0 0 0,-1 0 0 0 0,1 0 0 0 0,-1 0 0 0 0,1 0 0 0 0,-1 1 1 0 0,1-1-1 0 0,-1 0 0 0 0,1 0 0 0 0,-1 1 0 0 0,1-1 0 0 0,-1 0 0 0 0,1 1 0 0 0,-1-1 0 0 0,1 0 0 0 0,0 1 1 0 0,-1-1-1 0 0,1 1 0 0 0,0-1 0 0 0,-1 0 0 0 0,1 1 0 0 0,0-1 0 0 0,-1 1 0 0 0,1-1 0 0 0,0 1 1 0 0,0 0-1 0 0,-2 1-7 0 0,-7 11 83 0 0,1 1 1 0 0,0 0 0 0 0,1 0 0 0 0,1 0-1 0 0,-8 27 1 0 0,5-17-27 0 0,1-2-43 0 0,-108 301 459 0 0,22 6-55 0 0,75-223-489 0 0,5-28-3372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6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135 445 924 0 0,'-12'-4'1169'0'0,"-2"-2"-68"0"0,1 1 0 0 0,-1 1 0 0 0,0 1 1 0 0,0-1-1 0 0,-22 0 0 0 0,21 7-463 0 0,13 3-27 0 0,2-5-579 0 0,1 1 1 0 0,-1-1-1 0 0,1 0 1 0 0,-1 0-1 0 0,1-1 0 0 0,0 1 1 0 0,0 0-1 0 0,-1 0 1 0 0,1 0-1 0 0,0 0 1 0 0,0-1-1 0 0,0 1 1 0 0,0 0-1 0 0,0-1 0 0 0,0 1 1 0 0,1 0-1 0 0,11 3 64 0 0,-1-1-1 0 0,0 0 0 0 0,1-1 1 0 0,-1 0-1 0 0,1-1 0 0 0,21-1 1 0 0,-13 1-32 0 0,120-2 124 0 0,-1-7 1 0 0,273-49 0 0 0,-376 50-178 0 0,0-2 1 0 0,0-2-1 0 0,-1-1 1 0 0,-1-1-1 0 0,62-34 1 0 0,-78 36 16 0 0,0-1 1 0 0,-1-1 0 0 0,-1-1 0 0 0,0 0-1 0 0,-1-2 1 0 0,-1 1 0 0 0,0-2 0 0 0,-1 0 0 0 0,-1-1-1 0 0,-1 0 1 0 0,15-28 0 0 0,-27 46-28 0 0,3-5 45 0 0,0 0 1 0 0,-1 0-1 0 0,1 0 1 0 0,-1 0-1 0 0,0-1 1 0 0,-1 1-1 0 0,1-1 1 0 0,-1 1-1 0 0,0-1 1 0 0,-1 0-1 0 0,1 1 1 0 0,-1-9-1 0 0,-1 14-43 0 0,0 0-1 0 0,0 0 1 0 0,1 0-1 0 0,-1 0 1 0 0,0 0-1 0 0,0 0 1 0 0,0 0-1 0 0,1 0 1 0 0,-1 0 0 0 0,0 0-1 0 0,0 1 1 0 0,1-1-1 0 0,-1 0 1 0 0,0 1-1 0 0,0 0 1 0 0,1-1-2 0 0,-6 4 7 0 0,1 0 1 0 0,0 0 0 0 0,0 1 0 0 0,0 0-1 0 0,1 0 1 0 0,-1 0 0 0 0,1 0 0 0 0,1 1-1 0 0,-1 0 1 0 0,-3 7 0 0 0,-1 0-3 0 0,-52 95 153 0 0,-52 130 0 0 0,82-169-65 0 0,-110 280 183 0 0,102-251-175 0 0,5-11 1859 0 0,40-102-1703 0 0,26-51-190 0 0,3 1-1 0 0,44-60 0 0 0,-49 84-113 0 0,2 1 0 0 0,42-40 0 0 0,-56 63 51 0 0,0 0 0 0 0,1 1-1 0 0,1 1 1 0 0,1 1-1 0 0,-1 1 1 0 0,33-13-1 0 0,-50 24-10 0 0,0 0-1 0 0,0 1 0 0 0,0-1 0 0 0,1 1 1 0 0,-1 0-1 0 0,1 0 0 0 0,-1 1 0 0 0,1-1 1 0 0,-1 1-1 0 0,0 0 0 0 0,1 0 0 0 0,-1 1 1 0 0,1-1-1 0 0,-1 1 0 0 0,1 0 0 0 0,-1 0 1 0 0,0 1-1 0 0,8 3 0 0 0,-8-3 9 0 0,0 1-1 0 0,-1 0 1 0 0,1 0-1 0 0,-1 0 1 0 0,1 0 0 0 0,-1 1-1 0 0,0-1 1 0 0,-1 1-1 0 0,1 0 1 0 0,-1 0 0 0 0,1 0-1 0 0,-1 0 1 0 0,0 0-1 0 0,-1 1 1 0 0,1-1 0 0 0,-1 0-1 0 0,0 1 1 0 0,1 5-1 0 0,2 19 52 0 0,-2 0-1 0 0,-1 0 0 0 0,-1 0 0 0 0,-6 42 0 0 0,2-32-10 0 0,3 65-1 0 0,0-102-28 0 0,1 0 0 0 0,1 0 0 0 0,-1 0 1 0 0,0 0-1 0 0,0 0 0 0 0,1 0 0 0 0,-1 0 0 0 0,1 0 1 0 0,0 0-1 0 0,0 0 0 0 0,0 0 0 0 0,-1 0 1 0 0,2 0-1 0 0,-1-1 0 0 0,0 1 0 0 0,0 0 0 0 0,0-1 1 0 0,1 1-1 0 0,-1-1 0 0 0,1 1 0 0 0,-1-1 0 0 0,1 0 1 0 0,2 2-1 0 0,-1-2 2 0 0,1 0 0 0 0,-1-1 0 0 0,0 1 0 0 0,0-1 0 0 0,0 0 0 0 0,0 1 0 0 0,0-1 0 0 0,0-1 0 0 0,1 1 0 0 0,-1 0 1 0 0,0-1-1 0 0,0 0 0 0 0,0 1 0 0 0,0-1 0 0 0,5-2 0 0 0,3-3-4 0 0,1 1 0 0 0,-1-1 0 0 0,0-1 1 0 0,0 0-1 0 0,-1-1 0 0 0,1 0 0 0 0,-2 0 0 0 0,16-17 0 0 0,3-8-47 0 0,28-44-1 0 0,-35 46 17 0 0,33-68 1 0 0,-46 82 86 0 0,-1 0 0 0 0,-1 0 0 0 0,0-1 0 0 0,-2 0 0 0 0,0 0 0 0 0,2-19 0 0 0,-6 36-68 0 0,0 0 0 0 0,1 0 1 0 0,-1 0-1 0 0,0 1 1 0 0,0-1-1 0 0,0 0 1 0 0,0 0-1 0 0,0 0 1 0 0,0 1-1 0 0,0-1 1 0 0,0 0-1 0 0,0 0 0 0 0,-1 0 1 0 0,1 0-1 0 0,0 1 1 0 0,0-1-1 0 0,-1 0 1 0 0,1 0-1 0 0,0 1 1 0 0,-1-1-1 0 0,1 0 1 0 0,-1 1-1 0 0,1-1 0 0 0,-1 0 1 0 0,1 1-1 0 0,-1-1 1 0 0,0 1-1 0 0,1-1 1 0 0,-1 1-1 0 0,-1-1 1 0 0,1 1-7 0 0,0 0 0 0 0,-1 0 0 0 0,1 0 0 0 0,-1 0 0 0 0,1 0 1 0 0,-1 0-1 0 0,1 1 0 0 0,-1-1 0 0 0,1 1 0 0 0,0-1 1 0 0,-1 1-1 0 0,1 0 0 0 0,0-1 0 0 0,-1 1 0 0 0,0 1 0 0 0,-9 6-31 0 0,1 0 1 0 0,-15 15-1 0 0,9-6 39 0 0,0 0 0 0 0,1 1 0 0 0,1 1 0 0 0,-12 22 0 0 0,21-33 15 0 0,0 1 0 0 0,1-1 1 0 0,0 1-1 0 0,1 0 0 0 0,0 0 0 0 0,0 0 0 0 0,1 0 0 0 0,0 0 0 0 0,1 1 1 0 0,0-1-1 0 0,0 1 0 0 0,2 17 0 0 0,0-24-1 0 0,-1 1 0 0 0,1-1 0 0 0,0 1 0 0 0,0-1 0 0 0,0 0 0 0 0,1 1 0 0 0,-1-1 0 0 0,1 0 0 0 0,0 0 0 0 0,0 0 0 0 0,0 0 0 0 0,0 0 0 0 0,1 0 0 0 0,-1-1 0 0 0,5 5 0 0 0,-2-4 0 0 0,0 1 0 0 0,0-1 0 0 0,0 0 0 0 0,1-1-1 0 0,-1 1 1 0 0,1-1 0 0 0,-1 0 0 0 0,11 1 0 0 0,6 1-5 0 0,0-2 1 0 0,0-1-1 0 0,44-3 1 0 0,-14-2-770 0 0,0-3 0 0 0,0-3 0 0 0,58-17 1 0 0,62-33-6053 0 0,-101 30 1342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7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9 344 2056 0 0,'-2'-9'408'0'0,"0"0"1"0"0,0 1-1 0 0,1-1 0 0 0,0 0 0 0 0,0 0 0 0 0,1 0 0 0 0,0 0 1 0 0,1 0-1 0 0,0 0 0 0 0,1 0 0 0 0,-1 0 0 0 0,2 0 0 0 0,5-15 1 0 0,-3 12-199 0 0,1 1 0 0 0,0-1 0 0 0,1 1 0 0 0,0 1 0 0 0,1-1 0 0 0,0 1 0 0 0,1 0 0 0 0,0 1 0 0 0,12-10 0 0 0,-9 9-164 0 0,1 1 0 0 0,-1 1 1 0 0,1 0-1 0 0,1 0 1 0 0,-1 2-1 0 0,1 0 0 0 0,26-8 1 0 0,-29 11 1 0 0,0 1 0 0 0,0 0-1 0 0,0 0 1 0 0,0 1 0 0 0,0 1 0 0 0,0 0 0 0 0,0 0 0 0 0,0 1 0 0 0,0 0 0 0 0,19 6 0 0 0,-21-4-33 0 0,1 0 1 0 0,-2 1-1 0 0,1 0 0 0 0,0 0 0 0 0,-1 1 1 0 0,0 0-1 0 0,0 1 0 0 0,0-1 0 0 0,-1 2 1 0 0,0-1-1 0 0,0 1 0 0 0,0 0 1 0 0,-1 0-1 0 0,0 1 0 0 0,5 8 0 0 0,-6-5-6 0 0,1-1 0 0 0,-2 1-1 0 0,1 0 1 0 0,-1 0-1 0 0,-1 0 1 0 0,0 1-1 0 0,-1-1 1 0 0,0 1-1 0 0,-1-1 1 0 0,0 1-1 0 0,-1 0 1 0 0,-1 11-1 0 0,0-9 58 0 0,-1 0-1 0 0,0 0 1 0 0,-1-1-1 0 0,0 1 1 0 0,-1-1-1 0 0,-1 0 1 0 0,0 0-1 0 0,-1 0 1 0 0,0-1 0 0 0,-1 0-1 0 0,-1 0 1 0 0,0-1-1 0 0,0 0 1 0 0,-11 11-1 0 0,19-21-63 0 0,0-1 0 0 0,-1 0 0 0 0,1 1 0 0 0,-1-1 0 0 0,1 1 0 0 0,-1-1 0 0 0,1 1-1 0 0,-1-1 1 0 0,1 0 0 0 0,-1 1 0 0 0,0-1 0 0 0,1 0 0 0 0,-1 0 0 0 0,1 1 0 0 0,-1-1 0 0 0,0 0 0 0 0,1 0 0 0 0,-1 0-1 0 0,1 0 1 0 0,-1 0 0 0 0,0 0 0 0 0,1 0 0 0 0,-1 0 0 0 0,0 0 0 0 0,1 0 0 0 0,-1 0 0 0 0,0 0 0 0 0,1 0 0 0 0,-1-1 0 0 0,1 1-1 0 0,-1 0 1 0 0,0 0 0 0 0,1-1 0 0 0,-1 1 0 0 0,1 0 0 0 0,-1-1 0 0 0,1 1 0 0 0,-1-1 0 0 0,0 0-8 0 0,0 0 0 0 0,0 0 0 0 0,0-1 0 0 0,0 1 0 0 0,1 0 0 0 0,-1 0 0 0 0,1 0 0 0 0,-1-1 0 0 0,1 1 0 0 0,-1 0 0 0 0,1-1 0 0 0,0 1 0 0 0,-1 0 0 0 0,1-1 0 0 0,0 1 0 0 0,0-2 0 0 0,2-11-11 0 0,0 1 0 0 0,1-1 0 0 0,0 1 0 0 0,1 0 0 0 0,1 0 0 0 0,0 0 0 0 0,1 1 0 0 0,11-19 0 0 0,-4 12 21 0 0,0 0-1 0 0,1 1 0 0 0,0 0 0 0 0,23-20 1 0 0,-24 26-2 0 0,1 0 0 0 0,0 1 0 0 0,0 1 0 0 0,1 0 1 0 0,0 1-1 0 0,1 1 0 0 0,25-10 0 0 0,-37 16 0 0 0,0 1 0 0 0,1 0 0 0 0,-1-1 1 0 0,1 2-1 0 0,-1-1 0 0 0,1 0 0 0 0,-1 1 0 0 0,1 0 1 0 0,-1 0-1 0 0,1 0 0 0 0,0 1 0 0 0,-1-1 0 0 0,1 1 0 0 0,-1 0 1 0 0,1 1-1 0 0,-1-1 0 0 0,0 1 0 0 0,0 0 0 0 0,0 0 1 0 0,0 0-1 0 0,0 0 0 0 0,0 1 0 0 0,0-1 0 0 0,0 1 0 0 0,-1 0 1 0 0,0 0-1 0 0,0 1 0 0 0,1-1 0 0 0,-2 1 0 0 0,1-1 1 0 0,0 1-1 0 0,-1 0 0 0 0,4 8 0 0 0,-1-1 15 0 0,0 1-1 0 0,-1 0 1 0 0,-1 0-1 0 0,0 0 0 0 0,-1 1 1 0 0,0-1-1 0 0,-1 1 1 0 0,0-1-1 0 0,-1 1 1 0 0,0 0-1 0 0,-1-1 1 0 0,0 1-1 0 0,-5 18 1 0 0,0-8 90 0 0,0 1 1 0 0,-2-1 0 0 0,-1-1 0 0 0,0 0-1 0 0,-2 0 1 0 0,-16 25 0 0 0,27-46-97 0 0,-22 26 678 0 0,22-26-656 0 0,-1 0 0 0 0,0 0 0 0 0,0 0-1 0 0,0-1 1 0 0,0 1 0 0 0,0 0 0 0 0,0-1 0 0 0,-1 1 0 0 0,1-1 0 0 0,0 1 0 0 0,0-1 0 0 0,0 0-1 0 0,0 1 1 0 0,-1-1 0 0 0,1 0 0 0 0,0 0 0 0 0,0 0 0 0 0,-1 0 0 0 0,1 0 0 0 0,0 0 0 0 0,0 0 0 0 0,0 0-1 0 0,-3-1 1 0 0,3 0-27 0 0,0 0-1 0 0,1 1 0 0 0,-1-1 0 0 0,0 0 1 0 0,0 0-1 0 0,0 0 0 0 0,1 0 0 0 0,-1 1 1 0 0,0-1-1 0 0,1 0 0 0 0,-1 0 1 0 0,1 0-1 0 0,-1-1 0 0 0,1 1 0 0 0,0 0 1 0 0,-1 0-1 0 0,1 0 0 0 0,0 0 0 0 0,0 0 1 0 0,0 0-1 0 0,0 0 0 0 0,0-1 1 0 0,0 1-1 0 0,0 0 0 0 0,0-2 0 0 0,5-28 4 0 0,2 4 22 0 0,2 0 0 0 0,1 0 0 0 0,1 1 0 0 0,1 1 0 0 0,1 0-1 0 0,1 1 1 0 0,2 0 0 0 0,18-22 0 0 0,-9 15-38 0 0,2 2-1 0 0,1 0 1 0 0,1 2-1 0 0,1 2 1 0 0,38-25 0 0 0,-49 37 36 0 0,1 1 0 0 0,0 1 0 0 0,1 1 1 0 0,0 1-1 0 0,31-9 0 0 0,-42 16-24 0 0,0 0-1 0 0,-1 0 1 0 0,1 1 0 0 0,0 1 0 0 0,0-1-1 0 0,15 2 1 0 0,-19 0-3 0 0,-1 0 0 0 0,1 0 1 0 0,0 1-1 0 0,-1 0 0 0 0,1 0 0 0 0,-1 0 0 0 0,0 0 0 0 0,0 1 1 0 0,0 0-1 0 0,0 0 0 0 0,0 0 0 0 0,4 5 0 0 0,-5-5 3 0 0,-1 1-1 0 0,0 0 1 0 0,0 0-1 0 0,0 0 0 0 0,0 1 1 0 0,-1-1-1 0 0,1 1 1 0 0,-1-1-1 0 0,0 1 1 0 0,-1 0-1 0 0,1 0 0 0 0,-1 0 1 0 0,0 0-1 0 0,0 0 1 0 0,0 0-1 0 0,-1 0 0 0 0,0 0 1 0 0,0 0-1 0 0,0 0 1 0 0,-1 0-1 0 0,1 0 1 0 0,-3 8-1 0 0,-2 8-24 0 0,-1 0 0 0 0,-2 0 0 0 0,-16 35 0 0 0,-71 111 190 0 0,1-4-547 0 0,93-161 275 0 0,1-1 0 0 0,-1 1-1 0 0,0 0 1 0 0,0-1 0 0 0,0 1 0 0 0,1 0-1 0 0,-1 0 1 0 0,1 0 0 0 0,0-1 0 0 0,-1 1-1 0 0,1 0 1 0 0,0 0 0 0 0,0 0 0 0 0,0 0-1 0 0,0 0 1 0 0,1 0 0 0 0,-1 0 0 0 0,0-1-1 0 0,1 1 1 0 0,0 0 0 0 0,0 2 0 0 0,1-2-105 0 0,-1-1 0 0 0,1 1 0 0 0,-1-1 0 0 0,1 0 0 0 0,0 0 0 0 0,-1 0 0 0 0,1 0 0 0 0,0 0 1 0 0,0 0-1 0 0,0 0 0 0 0,0 0 0 0 0,0-1 0 0 0,0 1 0 0 0,0-1 0 0 0,0 0 0 0 0,0 1 1 0 0,0-1-1 0 0,0 0 0 0 0,0 0 0 0 0,2-1 0 0 0,22-1-2443 0 0,5-4-642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8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433 779 300 0 0,'13'-11'1314'0'0,"11"-10"1162"0"0,22-25 1 0 0,-40 40-2036 0 0,-1 0-1 0 0,0-1 1 0 0,0 1-1 0 0,0-1 1 0 0,-1 0 0 0 0,0-1-1 0 0,-1 1 1 0 0,0-1-1 0 0,4-10 1 0 0,-7 17-396 0 0,0 0 0 0 0,1 1 0 0 0,-1-1 0 0 0,0 0 0 0 0,0 0 0 0 0,1 0 0 0 0,-1 0 0 0 0,0 0 1 0 0,0 0-1 0 0,0 0 0 0 0,0 0 0 0 0,0 1 0 0 0,0-1 0 0 0,-1 0 0 0 0,1 0 0 0 0,0 0 0 0 0,0 0 0 0 0,-1 0 0 0 0,1 0 0 0 0,0 1 0 0 0,-1-1 0 0 0,1 0 0 0 0,-1 0 0 0 0,1 0 0 0 0,-1 1 1 0 0,0-1-1 0 0,1 0 0 0 0,-1 1 0 0 0,0-1 0 0 0,1 1 0 0 0,-1-1 0 0 0,0 0 0 0 0,1 1 0 0 0,-1 0 0 0 0,-1-1 0 0 0,-1 0-9 0 0,0 0 0 0 0,1 1 0 0 0,-1 0 0 0 0,0 0 0 0 0,0 0 0 0 0,0 0 0 0 0,1 0 0 0 0,-1 0 0 0 0,-5 2 0 0 0,-8 2 22 0 0,0 1-1 0 0,0 0 1 0 0,0 1-1 0 0,-27 16 1 0 0,-54 39-52 0 0,73-45-8 0 0,-26 18 6 0 0,-57 50 0 0 0,89-68 36 0 0,1 1-1 0 0,1 1 0 0 0,0 0 0 0 0,1 1 0 0 0,1 0 1 0 0,-13 26-1 0 0,26-43-19 0 0,-1 1-1 0 0,1 0 1 0 0,0-1-1 0 0,-1 1 1 0 0,1 0 0 0 0,1 0-1 0 0,-1 0 1 0 0,0 0-1 0 0,1 0 1 0 0,-1 0 0 0 0,1 0-1 0 0,0 0 1 0 0,0 0-1 0 0,0 0 1 0 0,1 0 0 0 0,-1 0-1 0 0,1 0 1 0 0,-1 0 0 0 0,1 0-1 0 0,2 4 1 0 0,-2-5-8 0 0,1 0 0 0 0,0 1 0 0 0,0-1 0 0 0,0 0 0 0 0,0 0 0 0 0,0 0 0 0 0,0-1 0 0 0,0 1 0 0 0,1 0 0 0 0,-1-1 1 0 0,0 0-1 0 0,1 1 0 0 0,-1-1 0 0 0,1 0 0 0 0,0 0 0 0 0,-1-1 0 0 0,1 1 0 0 0,0 0 0 0 0,0-1 0 0 0,0 0 0 0 0,-1 1 0 0 0,4-1 0 0 0,6-1-14 0 0,-1 1 0 0 0,1-2 0 0 0,-1 1 0 0 0,0-2 0 0 0,1 1-1 0 0,-1-2 1 0 0,0 1 0 0 0,-1-2 0 0 0,1 1 0 0 0,-1-1 0 0 0,1-1-1 0 0,-2 0 1 0 0,1-1 0 0 0,-1 1 0 0 0,9-9 0 0 0,6-6 23 0 0,-2-1-1 0 0,-1-1 1 0 0,0-1 0 0 0,22-35 0 0 0,90-156-37 0 0,-133 213-1 0 0,1 0-1 0 0,0 1 0 0 0,0-1 0 0 0,1 0 0 0 0,-1 1 1 0 0,0-1-1 0 0,0 0 0 0 0,1 1 0 0 0,-1 0 1 0 0,4-3-1 0 0,-5 4 17 0 0,0 0 0 0 0,0 0 1 0 0,0 0-1 0 0,0 0 0 0 0,0 0 0 0 0,1 0 0 0 0,-1 0 1 0 0,0 0-1 0 0,0 0 0 0 0,0 0 0 0 0,0 0 1 0 0,0 0-1 0 0,0 0 0 0 0,1 0 0 0 0,-1 0 0 0 0,0 0 1 0 0,0 0-1 0 0,0 0 0 0 0,0 1 0 0 0,0-1 0 0 0,0 0 1 0 0,0 0-1 0 0,1 0 0 0 0,-1 0 0 0 0,0 0 1 0 0,0 0-1 0 0,0 0 0 0 0,0 0 0 0 0,0 1 0 0 0,0-1 1 0 0,0 0-1 0 0,0 0 0 0 0,0 0 0 0 0,0 0 1 0 0,0 0-1 0 0,0 0 0 0 0,0 0 0 0 0,0 1 0 0 0,0-1 1 0 0,0 0-1 0 0,0 0 0 0 0,0 0 0 0 0,0 0 0 0 0,0 0 1 0 0,0 1-1 0 0,0-1 0 0 0,-2 17 5 0 0,-15 38-103 0 0,-24 56-1 0 0,-8 21 199 0 0,43-108-68 0 0,0-1 0 0 0,1 1 0 0 0,-3 44 0 0 0,8-65-17 0 0,-1 1 1 0 0,2 0 0 0 0,-1 0 0 0 0,0 0-1 0 0,1 0 1 0 0,-1 0 0 0 0,1-1-1 0 0,0 1 1 0 0,1 0 0 0 0,-1-1 0 0 0,0 1-1 0 0,1 0 1 0 0,0-1 0 0 0,0 0 0 0 0,0 1-1 0 0,0-1 1 0 0,1 0 0 0 0,-1 0 0 0 0,1-1-1 0 0,0 1 1 0 0,0 0 0 0 0,0-1-1 0 0,0 1 1 0 0,0-1 0 0 0,0 0 0 0 0,1 0-1 0 0,-1-1 1 0 0,1 1 0 0 0,-1-1 0 0 0,1 1-1 0 0,0-1 1 0 0,6 1 0 0 0,3 0 6 0 0,-1 0 0 0 0,2 0-1 0 0,-1-2 1 0 0,0 0 0 0 0,0 0 0 0 0,0-1 0 0 0,0-1 0 0 0,21-5 0 0 0,-7 0-45 0 0,-1-2 1 0 0,0-1 0 0 0,0-1-1 0 0,-1-1 1 0 0,0-1-1 0 0,-1-1 1 0 0,31-25 0 0 0,-23 13-23 0 0,-1-2 0 0 0,-1-1 0 0 0,-2-1 0 0 0,34-47-1 0 0,-20 17-82 0 0,58-110-1 0 0,9-66-143 0 0,-80 166 300 0 0,-3-1 1 0 0,-4-1-1 0 0,20-106 1 0 0,-42 177-27 0 0,0 1 0 0 0,0 0 0 0 0,0 0 0 0 0,0-1 0 0 0,0 1 0 0 0,1 0 0 0 0,-1-1 1 0 0,0 1-1 0 0,0 0 0 0 0,0-1 0 0 0,0 1 0 0 0,0 0 0 0 0,0 0 0 0 0,0-1 0 0 0,0 1 1 0 0,0 0-1 0 0,0-1 0 0 0,0 1 0 0 0,0 0 0 0 0,0-1 0 0 0,-1 1 0 0 0,1 0 1 0 0,0 0-1 0 0,0-1 0 0 0,0 1 0 0 0,0 0 0 0 0,0-1 0 0 0,-1 1 0 0 0,1 0 0 0 0,0 0 1 0 0,0 0-1 0 0,0-1 0 0 0,-1 1 0 0 0,1 0 0 0 0,0 0 0 0 0,0 0 0 0 0,-1-1 0 0 0,1 1 1 0 0,-12 7-52 0 0,-10 17-22 0 0,-22 50 215 0 0,-64 152 0 0 0,95-195-115 0 0,-10 20 2 0 0,-102 252 8 0 0,100-234 5 0 0,4 1 0 0 0,-19 106-1 0 0,38-163-9 0 0,0 0 1 0 0,1 1-1 0 0,0-1 0 0 0,1 1 0 0 0,1-1 0 0 0,0 0 0 0 0,5 21 0 0 0,-5-29-13 0 0,1 0-1 0 0,0 0 1 0 0,0 0 0 0 0,0 0-1 0 0,1 0 1 0 0,-1 0-1 0 0,1-1 1 0 0,0 1-1 0 0,1-1 1 0 0,-1 0 0 0 0,1 0-1 0 0,0 0 1 0 0,0 0-1 0 0,0-1 1 0 0,0 0-1 0 0,1 1 1 0 0,-1-2-1 0 0,1 1 1 0 0,0 0 0 0 0,0-1-1 0 0,5 2 1 0 0,1-1-5 0 0,0 0 0 0 0,0-1 0 0 0,0-1 1 0 0,0 0-1 0 0,0 0 0 0 0,0-1 1 0 0,0 0-1 0 0,0-1 0 0 0,-1 0 0 0 0,1-1 1 0 0,0-1-1 0 0,0 1 0 0 0,-1-1 0 0 0,11-5 1 0 0,1-1 1 0 0,0-2 1 0 0,0 0 0 0 0,-2-1 0 0 0,1-1-1 0 0,24-20 1 0 0,-18 9-13 0 0,-1 0-1 0 0,-2-1 1 0 0,0-2-1 0 0,-2 0 1 0 0,36-58-1 0 0,-44 62 252 0 0,-2-1 1 0 0,0 0-1 0 0,-2-1 0 0 0,0 0 0 0 0,-2-1 1 0 0,-1 0-1 0 0,-1 0 0 0 0,4-37 1 0 0,-9 47-18 0 0,-1 0 1 0 0,-1-15 0 0 0,1 28-213 0 0,0-1 1 0 0,0 1 0 0 0,-1 0-1 0 0,0-1 1 0 0,1 1 0 0 0,-1 0-1 0 0,-1 0 1 0 0,1 0 0 0 0,0 0-1 0 0,-1 0 1 0 0,1 0-1 0 0,-1 0 1 0 0,0 0 0 0 0,0 0-1 0 0,-4-3 1 0 0,4 5-24 0 0,1-1 0 0 0,-1 2-1 0 0,0-1 1 0 0,1 0 0 0 0,-1 0 0 0 0,0 0-1 0 0,0 1 1 0 0,0-1 0 0 0,1 1 0 0 0,-1 0-1 0 0,0-1 1 0 0,0 1 0 0 0,0 0 0 0 0,0 0-1 0 0,0 0 1 0 0,0 0 0 0 0,0 1 0 0 0,0-1-1 0 0,1 0 1 0 0,-1 1 0 0 0,0 0 0 0 0,0-1-1 0 0,0 1 1 0 0,1 0 0 0 0,-1 0 0 0 0,0 0-1 0 0,1 0 1 0 0,-1 0 0 0 0,0 0 0 0 0,1 0-1 0 0,0 0 1 0 0,-1 1 0 0 0,1-1 0 0 0,-2 3-1 0 0,-1 0 8 0 0,1 0 0 0 0,-1 0 0 0 0,1 1 0 0 0,-1 0 0 0 0,1 0-1 0 0,1 0 1 0 0,-1 0 0 0 0,1 0 0 0 0,0 0 0 0 0,-2 8 0 0 0,3-8-9 0 0,0 0 0 0 0,0 0 0 0 0,1 0 0 0 0,0 0 0 0 0,0 0 0 0 0,0 0 0 0 0,1 0 0 0 0,-1 0 0 0 0,1-1 1 0 0,1 1-1 0 0,-1 0 0 0 0,0 0 0 0 0,1 0 0 0 0,0-1 0 0 0,5 9 0 0 0,-3-8-8 0 0,0 0 0 0 0,-1 0 0 0 0,2-1 0 0 0,-1 0 0 0 0,1 0 0 0 0,-1 0 0 0 0,1 0 0 0 0,0-1 0 0 0,0 0 0 0 0,1 0 0 0 0,9 4 0 0 0,-3-3 9 0 0,-1 0 1 0 0,1-1-1 0 0,0 0 1 0 0,1-1-1 0 0,-1-1 1 0 0,0 0 0 0 0,1 0-1 0 0,-1-1 1 0 0,0-1-1 0 0,1 0 1 0 0,-1 0 0 0 0,17-5-1 0 0,-13 0-12 0 0,0 0 0 0 0,0-1-1 0 0,0 0 1 0 0,-1-1 0 0 0,0-1-1 0 0,-1-1 1 0 0,0 0 0 0 0,16-15 0 0 0,-11 7 13 0 0,-1-1 1 0 0,-1 0 0 0 0,0-1-1 0 0,24-40 1 0 0,-41 59 27 0 0,-13 8-23 0 0,-11 10-12 0 0,0 2 1 0 0,1 1-1 0 0,1 1 1 0 0,2 0-1 0 0,-24 31 1 0 0,28-33-59 0 0,-33 39-12 0 0,-44 69 0 0 0,78-104 94 0 0,0 1 1 0 0,2 1 0 0 0,1 0 0 0 0,2 0-1 0 0,0 2 1 0 0,-8 36 0 0 0,16-56 2 0 0,1-1 1 0 0,0 1 0 0 0,0 0 0 0 0,1 0-1 0 0,0 0 1 0 0,0 0 0 0 0,1 0 0 0 0,1 8-1 0 0,-1-13-13 0 0,0 1-1 0 0,-1-1 0 0 0,1 0 1 0 0,0 1-1 0 0,0-1 0 0 0,1 0 1 0 0,-1 0-1 0 0,0 1 0 0 0,1-1 1 0 0,-1 0-1 0 0,1-1 0 0 0,0 1 1 0 0,-1 0-1 0 0,1 0 0 0 0,0-1 1 0 0,0 1-1 0 0,0-1 0 0 0,1 1 1 0 0,-1-1-1 0 0,0 0 0 0 0,0 0 1 0 0,1 0-1 0 0,-1 0 0 0 0,1 0 1 0 0,2 0-1 0 0,5 0-7 0 0,0 0 0 0 0,1 0-1 0 0,-1-1 1 0 0,0-1 0 0 0,0 0 0 0 0,0 0-1 0 0,0-1 1 0 0,0 0 0 0 0,0-1 0 0 0,0 0-1 0 0,17-8 1 0 0,-3-1-66 0 0,0-1 0 0 0,-1 0 0 0 0,29-24 0 0 0,-6 0 47 0 0,-1-3 1 0 0,-2-1-1 0 0,-2-2 1 0 0,-2-2-1 0 0,-2-2 0 0 0,-2-1 1 0 0,-2-1-1 0 0,31-66 1 0 0,-26 49 319 0 0,-37 64-309 0 0,-3 4 6 0 0,0-1-1 0 0,1 1 1 0 0,-1-1-1 0 0,0 1 1 0 0,1 0-1 0 0,-1 0 1 0 0,1 0-1 0 0,-1 0 1 0 0,1 0-1 0 0,0 0 1 0 0,-1 4-1 0 0,-1-1 27 0 0,-162 294-214 0 0,158-282 211 0 0,-1 0 1 0 0,-8 32-1 0 0,14-42-73 0 0,1 1 1 0 0,-1-1-1 0 0,1 1 0 0 0,0 0 0 0 0,1-1 1 0 0,0 1-1 0 0,0 0 0 0 0,1-1 1 0 0,2 14-1 0 0,-2-18-210 0 0,1 1-1 0 0,-1 0 1 0 0,1-1 0 0 0,0 1 0 0 0,0-1-1 0 0,0 0 1 0 0,0 1 0 0 0,1-1-1 0 0,-1 0 1 0 0,1 0 0 0 0,0-1-1 0 0,0 1 1 0 0,6 4 0 0 0,-6-5-534 0 0,1 0 1 0 0,-1 0-1 0 0,1 0 1 0 0,0-1-1 0 0,0 1 1 0 0,-1-1-1 0 0,1 0 1 0 0,6 1-1 0 0,10 0-4933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9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46 145 1444 0 0,'2'-27'3986'0'0,"-1"17"-2524"0"0,0 1-1 0 0,0-1 1 0 0,0 1-1 0 0,4-12 1 0 0,-4 20-1421 0 0,0 0 1 0 0,-1 0 0 0 0,1 1-1 0 0,-1-1 1 0 0,1 1-1 0 0,0-1 1 0 0,0 0 0 0 0,-1 1-1 0 0,1-1 1 0 0,0 1-1 0 0,0 0 1 0 0,0-1 0 0 0,0 1-1 0 0,0 0 1 0 0,-1-1-1 0 0,1 1 1 0 0,0 0 0 0 0,0 0-1 0 0,0 0 1 0 0,0 0-1 0 0,0 0 1 0 0,0 0 0 0 0,0 0-1 0 0,1 0 1 0 0,21 3 255 0 0,-15 0-259 0 0,0 1 0 0 0,-1-1-1 0 0,1 1 1 0 0,-1 1 0 0 0,0-1-1 0 0,0 1 1 0 0,-1 0 0 0 0,0 1-1 0 0,0 0 1 0 0,0 0 0 0 0,0 0 0 0 0,-1 1-1 0 0,0-1 1 0 0,7 14 0 0 0,-7-12-39 0 0,-1 0 0 0 0,0 1 0 0 0,-1-1 0 0 0,1 1 0 0 0,-2 0-1 0 0,1 0 1 0 0,-1 0 0 0 0,-1 0 0 0 0,1 0 0 0 0,-2 1 0 0 0,1-1 0 0 0,-2 18 0 0 0,-2-13 20 0 0,0-1-1 0 0,-1 1 0 0 0,0-1 0 0 0,-1 0 1 0 0,0-1-1 0 0,-1 1 0 0 0,-1-1 1 0 0,0 0-1 0 0,0-1 0 0 0,-15 17 0 0 0,5-8 71 0 0,-2-2 0 0 0,1 0-1 0 0,-2-1 1 0 0,-34 22-1 0 0,52-38-70 0 0,0 0 0 0 0,1 0 1 0 0,-1 0-1 0 0,1-1 0 0 0,-1 1 0 0 0,0 0 0 0 0,1-1 0 0 0,-1 0 0 0 0,0 1 0 0 0,0-1 0 0 0,1 0 0 0 0,-5 0 0 0 0,6 0-16 0 0,0 0 0 0 0,-1 0 0 0 0,1 0 0 0 0,-1 0 0 0 0,1-1 0 0 0,0 1 0 0 0,-1 0 0 0 0,1 0 0 0 0,-1 0 0 0 0,1-1 0 0 0,0 1 0 0 0,-1 0 0 0 0,1 0 0 0 0,0-1 0 0 0,-1 1 0 0 0,1 0 0 0 0,0-1 0 0 0,0 1 0 0 0,-1 0 0 0 0,1-1 0 0 0,0 1 0 0 0,0 0 0 0 0,-1-1 0 0 0,1 1 0 0 0,0-1 0 0 0,0 1 0 0 0,0 0 0 0 0,0-1 0 0 0,0 1 0 0 0,0-1 0 0 0,0 1 0 0 0,0 0 0 0 0,0-1 0 0 0,0 1 0 0 0,0-1 0 0 0,0 1 0 0 0,0-1 0 0 0,0 1 0 0 0,0 0 0 0 0,0-1 0 0 0,0 1 0 0 0,0-1 0 0 0,1 1 0 0 0,-1 0 0 0 0,0-1 0 0 0,0 1 0 0 0,0 0 0 0 0,1-1 0 0 0,-1 1 0 0 0,0 0 0 0 0,1-1 0 0 0,-1 1 0 0 0,1-1 0 0 0,11-16 14 0 0,1 1 0 0 0,1 1-1 0 0,0 0 1 0 0,1 0 0 0 0,17-12-1 0 0,-11 8-2 0 0,289-216 197 0 0,-75 64 34 0 0,-235 169-260 0 0,-5 5 17 0 0,-17 12 23 0 0,-32 23-133 0 0,15-6 17 0 0,1 3 1 0 0,-65 76-1 0 0,89-94 115 0 0,2 0-1 0 0,0 0 1 0 0,1 1-1 0 0,1 1 1 0 0,1 0-1 0 0,1 0 1 0 0,0 0-1 0 0,1 1 1 0 0,2 0 0 0 0,-5 24-1 0 0,9-41 31 0 0,1-1 1 0 0,0 1-1 0 0,-1-1 0 0 0,1 1 1 0 0,0 0-1 0 0,0-1 0 0 0,1 1 0 0 0,-1-1 1 0 0,0 1-1 0 0,1 0 0 0 0,0-1 1 0 0,-1 1-1 0 0,1-1 0 0 0,0 1 0 0 0,0-1 1 0 0,0 0-1 0 0,1 1 0 0 0,-1-1 1 0 0,4 4-1 0 0,-3-5-36 0 0,0 1-1 0 0,0-1 1 0 0,0 0 0 0 0,0 0-1 0 0,0 0 1 0 0,1 0 0 0 0,-1 0 0 0 0,0-1-1 0 0,1 1 1 0 0,-1 0 0 0 0,1-1-1 0 0,-1 0 1 0 0,0 0 0 0 0,1 0 0 0 0,-1 0-1 0 0,1 0 1 0 0,-1 0 0 0 0,1 0 0 0 0,-1-1-1 0 0,3 0 1 0 0,3-1-333 0 0,0 0 0 0 0,-1-1 0 0 0,1 0 1 0 0,-1 0-1 0 0,0 0 0 0 0,0-1 0 0 0,0 0 0 0 0,7-6 0 0 0,25-24-5941 0 0,-18 12 296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9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270 143 2856 0 0,'-47'-33'5150'0'0,"-37"-25"4940"0"0,30 18-6311 0 0,52 38-4299 0 0,1 1-1 0 0,-1 0 0 0 0,0 0 0 0 0,-1 0 1 0 0,1 0-1 0 0,0 0 0 0 0,0 0 0 0 0,0 0 0 0 0,0 1 1 0 0,-1-1-1 0 0,1 1 0 0 0,0 0 0 0 0,0 0 1 0 0,-1 0-1 0 0,1 0 0 0 0,0 0 0 0 0,-1 0 1 0 0,1 0-1 0 0,0 1 0 0 0,-3 0 0 0 0,-15 2-3177 0 0,4-2-1139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9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2 2272 0 0,'-166'13'13509'0'0,"163"-12"-12545"0"0,7-2-616 0 0,52-7-44 0 0,0 4 0 0 0,87 2-1 0 0,-80 3-239 0 0,218 1-601 0 0,-25 0-2200 0 0,0-5-4386 0 0,-152 0 1856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52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1226 79 432 0 0,'5'-3'977'0'0,"0"-1"0"0"0,0 0 1 0 0,-1 0-1 0 0,0 0 0 0 0,1 0 0 0 0,-1-1 0 0 0,6-9 0 0 0,-9 12-568 0 0,-1 1-356 0 0,0 0 0 0 0,0 0-1 0 0,0 0 1 0 0,0 0 0 0 0,0 0 0 0 0,0 0-1 0 0,0 0 1 0 0,0 0 0 0 0,0 0 0 0 0,0 1-1 0 0,-1-1 1 0 0,1 0 0 0 0,0 0 0 0 0,-1 0-1 0 0,1 0 1 0 0,0 0 0 0 0,-1 0 0 0 0,1 0 0 0 0,-1 1-1 0 0,0-1 1 0 0,1 0 0 0 0,-1 0 0 0 0,1 1-1 0 0,-1-1 1 0 0,0 0 0 0 0,0 1 0 0 0,1-1-1 0 0,-1 1 1 0 0,0-1 0 0 0,-2 0 0 0 0,-11-2-8 0 0,-1 1 0 0 0,0 0 0 0 0,0 1 1 0 0,0 1-1 0 0,0 0 0 0 0,-20 3 0 0 0,-96 20 50 0 0,103-18-8 0 0,-94 25-132 0 0,-132 51 0 0 0,244-77 47 0 0,-4 0-8 0 0,0 1 1 0 0,0 0-1 0 0,1 1 1 0 0,0 1-1 0 0,-23 16 1 0 0,33-21 20 0 0,0 1 0 0 0,1 0 1 0 0,-1 0-1 0 0,1 1 0 0 0,0-1 0 0 0,0 0 0 0 0,0 1 0 0 0,0-1 1 0 0,1 1-1 0 0,-1 0 0 0 0,1-1 0 0 0,0 1 0 0 0,0 0 1 0 0,0 6-1 0 0,-1 7 123 0 0,1-1 0 0 0,1 20 1 0 0,0-15 29 0 0,-2 256 2180 0 0,-62 447 0 0 0,-83 15-362 0 0,141-716-1938 0 0,-136 563 1454 0 0,119-493-1317 0 0,1-3 152 0 0,-19 159-1 0 0,40-245-330 0 0,0 13 38 0 0,0 0 1 0 0,0-1 0 0 0,2 1 0 0 0,3 25-1 0 0,-3-38-33 0 0,0 1-1 0 0,0-1 1 0 0,1 0-1 0 0,-1 1 0 0 0,1-1 1 0 0,0 0-1 0 0,1 0 1 0 0,-1 0-1 0 0,0 0 1 0 0,1 0-1 0 0,0-1 0 0 0,0 1 1 0 0,0-1-1 0 0,1 0 1 0 0,-1 0-1 0 0,1 0 0 0 0,-1 0 1 0 0,1-1-1 0 0,0 1 1 0 0,0-1-1 0 0,5 2 1 0 0,13 4 10 0 0,-1-1 0 0 0,1-1 1 0 0,-1 0-1 0 0,29 2 0 0 0,90 2 54 0 0,-136-10-72 0 0,788-2 5 0 0,-706-1-454 0 0,254-12-1214 0 0,-114-8-7185 0 0,-159 13 977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54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84 105 408 0 0,'14'-37'4774'0'0,"-7"19"-2144"0"0,15-30 0 0 0,-21 46-2263 0 0,-2 22-302 0 0,-1 0 0 0 0,0 0 0 0 0,-1 0 0 0 0,-7 21-1 0 0,-29 76 131 0 0,1-6-3 0 0,26-74-111 0 0,8-28-52 0 0,1 0-1 0 0,0 1 0 0 0,0-1 0 0 0,1 1 1 0 0,0 0-1 0 0,0 0 0 0 0,1 0 0 0 0,1-1 1 0 0,0 17-1 0 0,1-24-19 0 0,-1-1 0 0 0,1 1 0 0 0,0-1 0 0 0,0 1 0 0 0,0-1 1 0 0,-1 1-1 0 0,1-1 0 0 0,1 0 0 0 0,-1 1 0 0 0,0-1 0 0 0,0 0 0 0 0,0 0 1 0 0,1 0-1 0 0,-1 0 0 0 0,0 0 0 0 0,1 0 0 0 0,-1 0 0 0 0,1 0 0 0 0,-1-1 1 0 0,1 1-1 0 0,0 0 0 0 0,-1-1 0 0 0,1 1 0 0 0,0-1 0 0 0,2 0 0 0 0,4 2-9 0 0,0-2 0 0 0,0 1 0 0 0,0-1 0 0 0,8-1-1 0 0,13-2-1 0 0,-1-1-1 0 0,0-2 0 0 0,0-1 0 0 0,-1-1 0 0 0,0-1 0 0 0,0-2 1 0 0,45-24-1 0 0,-49 22 2 0 0,0-2 1 0 0,-2 0-1 0 0,0-1 1 0 0,0-1 0 0 0,-2 0-1 0 0,0-2 1 0 0,-1 0-1 0 0,25-37 1 0 0,-27 30 547 0 0,-2-1 0 0 0,13-34 1 0 0,-22 49-283 0 0,-4 10-61 0 0,-1 17-116 0 0,-7 26 7 0 0,-22 70-1 0 0,11-46-10 0 0,6-20-421 0 0,-2 8 839 0 0,-13 90 0 0 0,25-125-968 0 0,1 1-1 0 0,1 0 1 0 0,3 23-1 0 0,-1-31-433 0 0,0 0-1 0 0,0 0 1 0 0,1 0-1 0 0,1 0 1 0 0,0-1-1 0 0,7 15 1 0 0,2-3-3760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54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231 183 640 0 0,'-2'-2'444'0'0,"0"-1"1"0"0,-1 1-1 0 0,1-1 1 0 0,0 1-1 0 0,0-1 1 0 0,0 0-1 0 0,1 1 0 0 0,-1-1 1 0 0,1 0-1 0 0,-1-1 1 0 0,1 1-1 0 0,0 0 0 0 0,0 0 1 0 0,1 0-1 0 0,-1-1 1 0 0,1 1-1 0 0,-1-4 0 0 0,1 4-282 0 0,1-1 0 0 0,-1 1-1 0 0,1-1 1 0 0,0 1-1 0 0,0 0 1 0 0,1-1 0 0 0,-1 1-1 0 0,0 0 1 0 0,1 0-1 0 0,0 0 1 0 0,0 0 0 0 0,0 0-1 0 0,4-4 1 0 0,1-1-118 0 0,1 1 1 0 0,0 0-1 0 0,1 1 0 0 0,-1 0 1 0 0,1 0-1 0 0,0 1 1 0 0,0 0-1 0 0,1 1 0 0 0,14-5 1 0 0,-11 5-24 0 0,1 1 0 0 0,-1 0 0 0 0,1 1 0 0 0,-1 0 0 0 0,1 2 0 0 0,0-1 0 0 0,-1 1 0 0 0,1 1-1 0 0,0 1 1 0 0,14 3 0 0 0,-22-4 46 0 0,0 0-1 0 0,-1 1 1 0 0,1 0-1 0 0,0 0 1 0 0,-1 1-1 0 0,0-1 1 0 0,1 1-1 0 0,-1 0 0 0 0,0 1 1 0 0,-1-1-1 0 0,1 1 1 0 0,-1 0-1 0 0,1 0 1 0 0,-1 0-1 0 0,0 1 0 0 0,-1-1 1 0 0,1 1-1 0 0,-1 0 1 0 0,0 0-1 0 0,0 0 1 0 0,0 1-1 0 0,-1-1 1 0 0,0 1-1 0 0,0-1 0 0 0,2 11 1 0 0,-3-7 74 0 0,-1 0-1 0 0,1 1 1 0 0,-2-1 0 0 0,0 0 0 0 0,0 0 0 0 0,0 0 0 0 0,-1 1-1 0 0,0-2 1 0 0,-1 1 0 0 0,0 0 0 0 0,-1 0 0 0 0,0-1-1 0 0,-9 16 1 0 0,-6 5 262 0 0,0-1 1 0 0,-31 34-1 0 0,13-23 256 0 0,0-1 1 0 0,-84 64-1 0 0,-98 47 2341 0 0,155-109-1976 0 0,62-39-883 0 0,2-1-139 0 0,0 1 0 0 0,0-1 0 0 0,1 0 1 0 0,-1 1-1 0 0,0-1 0 0 0,1 0 0 0 0,-1 1 0 0 0,0-1 0 0 0,1 0 0 0 0,-1 1 0 0 0,0-1 0 0 0,1 0 1 0 0,-1 0-1 0 0,0 0 0 0 0,1 1 0 0 0,-1-1 0 0 0,1 0 0 0 0,-1 0 0 0 0,0 0 0 0 0,1 0 0 0 0,-1 0 1 0 0,1 0-1 0 0,-1 1 0 0 0,1-1 0 0 0,-1 0 0 0 0,1 0 0 0 0,-1-1 0 0 0,0 1 0 0 0,1 0 1 0 0,14-1 26 0 0,658-100 89 0 0,-495 76-110 0 0,-175 25-10 0 0,35-2-4071 0 0,-31 4 2514 0 0,0 0 1 0 0,0-1 0 0 0,0 0-1 0 0,0 0 1 0 0,9 0 0 0 0,-12-1 519 0 0,13 1-4940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57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435 16 136 0 0,'7'-15'8998'0'0,"-15"19"-8897"0"0,0 1 0 0 0,0 1 1 0 0,0-1-1 0 0,1 2 0 0 0,0-1 0 0 0,0 1 0 0 0,1 0 0 0 0,-9 11 0 0 0,-5 4-1 0 0,-143 161 650 0 0,117-126-516 0 0,-51 84-1 0 0,91-131-197 0 0,0 0 0 0 0,0 1 0 0 0,1-1 1 0 0,1 1-1 0 0,0 1 0 0 0,-4 19 0 0 0,7-28-18 0 0,1 0-1 0 0,-1 0 1 0 0,1-1 0 0 0,0 1-1 0 0,0 0 1 0 0,0 0 0 0 0,0 0 0 0 0,1 0-1 0 0,-1-1 1 0 0,1 1 0 0 0,0 0-1 0 0,0 0 1 0 0,0-1 0 0 0,0 1-1 0 0,0 0 1 0 0,0-1 0 0 0,1 1-1 0 0,-1-1 1 0 0,1 0 0 0 0,0 0-1 0 0,0 1 1 0 0,0-1 0 0 0,0 0 0 0 0,0 0-1 0 0,0-1 1 0 0,0 1 0 0 0,1 0-1 0 0,-1-1 1 0 0,1 1 0 0 0,-1-1-1 0 0,1 0 1 0 0,5 2 0 0 0,5 1 11 0 0,-1-1 0 0 0,1 0 0 0 0,0-1 0 0 0,0-1 0 0 0,1 0 1 0 0,-1 0-1 0 0,0-2 0 0 0,0 1 0 0 0,14-4 0 0 0,16-4 62 0 0,58-18-1 0 0,-85 21-59 0 0,0 0 0 0 0,-1-2 0 0 0,17-9 0 0 0,-25 13 17 0 0,-1-1 1 0 0,1 0 0 0 0,-1-1-1 0 0,0 1 1 0 0,-1-1 0 0 0,1-1-1 0 0,-1 1 1 0 0,0-1 0 0 0,6-8 0 0 0,-10 12-39 0 0,0 1 0 0 0,0-1 0 0 0,0 1 0 0 0,0-1 0 0 0,-1 1 1 0 0,1-1-1 0 0,0 0 0 0 0,-1 1 0 0 0,0-1 0 0 0,1 0 0 0 0,-1 0 1 0 0,0 1-1 0 0,0-1 0 0 0,0 0 0 0 0,0 0 0 0 0,0 1 0 0 0,0-1 1 0 0,0 0-1 0 0,-1 0 0 0 0,1 1 0 0 0,0-1 0 0 0,-1 0 0 0 0,0 1 0 0 0,1-1 1 0 0,-1 1-1 0 0,0-1 0 0 0,0 0 0 0 0,0 1 0 0 0,0 0 0 0 0,0-1 1 0 0,0 1-1 0 0,0 0 0 0 0,-1-1 0 0 0,1 1 0 0 0,0 0 0 0 0,-1 0 1 0 0,1 0-1 0 0,-1 0 0 0 0,1 0 0 0 0,-1 1 0 0 0,1-1 0 0 0,-4-1 1 0 0,-3-1 1 0 0,-1 0 0 0 0,0 0-1 0 0,0 0 1 0 0,0 1 0 0 0,0 0 0 0 0,-17 0 0 0 0,13 1 9 0 0,-1 1-1 0 0,1 1 0 0 0,0 1 1 0 0,-16 2-1 0 0,25-3-57 0 0,-1 0 1 0 0,0 1-1 0 0,1-1 0 0 0,-1 1 0 0 0,1 0 0 0 0,0 0 0 0 0,-1 0 1 0 0,1 1-1 0 0,0-1 0 0 0,0 1 0 0 0,1 0 0 0 0,-1 0 0 0 0,1 0 0 0 0,-7 8 1 0 0,10-10-44 0 0,-1 0 1 0 0,0 0-1 0 0,1 0 1 0 0,-1 0-1 0 0,1 0 1 0 0,-1 0-1 0 0,1 0 1 0 0,0 0-1 0 0,-1 1 0 0 0,1-1 1 0 0,0 0-1 0 0,0 0 1 0 0,0 0-1 0 0,0 0 1 0 0,0 1-1 0 0,0-1 1 0 0,0 0-1 0 0,0 0 1 0 0,0 0-1 0 0,0 0 1 0 0,1 1-1 0 0,-1-1 1 0 0,1 0-1 0 0,-1 0 1 0 0,1 1-1 0 0,1 0-308 0 0,-1 0 0 0 0,1 0-1 0 0,-1 0 1 0 0,1 0 0 0 0,0-1-1 0 0,0 1 1 0 0,0-1 0 0 0,0 1-1 0 0,0-1 1 0 0,0 0 0 0 0,3 2-1 0 0,14 4-3830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58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400 105 1792 0 0,'-2'0'250'0'0,"0"-1"0"0"0,0 0 0 0 0,0 0 1 0 0,0 0-1 0 0,0 0 0 0 0,0 0 0 0 0,0 0 0 0 0,0 0 0 0 0,0-1 0 0 0,1 1 0 0 0,-1 0 1 0 0,1-1-1 0 0,-1 0 0 0 0,1 1 0 0 0,0-1 0 0 0,-1 0 0 0 0,1 0 0 0 0,0 0 0 0 0,0 0 0 0 0,0 1 1 0 0,1-2-1 0 0,-1 1 0 0 0,0 0 0 0 0,1 0 0 0 0,-1 0 0 0 0,1 0 0 0 0,0 0 0 0 0,-1 0 0 0 0,1-3 1 0 0,1 4-208 0 0,-1 0 0 0 0,0-1 0 0 0,1 1 0 0 0,-1 0 1 0 0,1 0-1 0 0,-1-1 0 0 0,1 1 0 0 0,-1 0 1 0 0,1 0-1 0 0,0 0 0 0 0,0 0 0 0 0,0 0 0 0 0,0 0 1 0 0,-1 0-1 0 0,1 0 0 0 0,1 0 0 0 0,-1 0 1 0 0,0 0-1 0 0,2-1 0 0 0,26-12 325 0 0,-23 11-290 0 0,1 0-36 0 0,1 0 0 0 0,0 1 0 0 0,1 0-1 0 0,-1 0 1 0 0,0 1 0 0 0,1 0 0 0 0,-1 1 0 0 0,0-1-1 0 0,1 2 1 0 0,11 1 0 0 0,-14-2-31 0 0,0 1 0 0 0,-1 0 0 0 0,1 0 0 0 0,-1 1 0 0 0,0-1 0 0 0,1 1 0 0 0,-1 1 0 0 0,0-1 0 0 0,0 1 0 0 0,0 0 0 0 0,-1 0 0 0 0,1 0 0 0 0,-1 1 0 0 0,1-1 0 0 0,-1 1 0 0 0,5 6 0 0 0,-7-7 19 0 0,-1 0-1 0 0,1-1 1 0 0,-1 1-1 0 0,0 0 1 0 0,0 0-1 0 0,0 0 1 0 0,0 0-1 0 0,0 0 1 0 0,-1 0-1 0 0,1 0 1 0 0,-1 0-1 0 0,0 0 1 0 0,0 1-1 0 0,0-1 1 0 0,-1 0-1 0 0,1 0 1 0 0,-1 0-1 0 0,1 0 1 0 0,-1 0-1 0 0,0 0 1 0 0,0 0-1 0 0,0 0 1 0 0,-1 0-1 0 0,1-1 1 0 0,-1 1-1 0 0,-3 4 1 0 0,-4 6 140 0 0,-2 0 1 0 0,1-1 0 0 0,-24 21 0 0 0,16-16-11 0 0,14-14-123 0 0,-10 12-34 0 0,14-15-1 0 0,0 0 1 0 0,-1 1-1 0 0,1-1 0 0 0,0 0 0 0 0,0 1 0 0 0,-1-1 0 0 0,1 1 1 0 0,0-1-1 0 0,0 0 0 0 0,0 1 0 0 0,0-1 0 0 0,0 1 0 0 0,0-1 1 0 0,0 0-1 0 0,0 1 0 0 0,-1-1 0 0 0,1 1 0 0 0,1-1 0 0 0,-1 0 1 0 0,0 1-1 0 0,0-1 0 0 0,0 1 0 0 0,0-1 0 0 0,0 0 1 0 0,0 1-1 0 0,0-1 0 0 0,1 1 0 0 0,-1-1 0 0 0,0 0 0 0 0,0 1 1 0 0,0-1-1 0 0,1 0 0 0 0,-1 1 0 0 0,0-1 0 0 0,0 0 0 0 0,1 0 1 0 0,-1 1-1 0 0,0-1 0 0 0,1 0 0 0 0,-1 0 0 0 0,1 1 1 0 0,51 26 41 0 0,-31-17 3 0 0,0 1 0 0 0,-1 1 1 0 0,0 1-1 0 0,33 29 0 0 0,-52-41-9 0 0,0 0 0 0 0,0 0 0 0 0,0 0 1 0 0,0 0-1 0 0,0 0 0 0 0,-1 0 0 0 0,1 0 0 0 0,0 0 0 0 0,-1 1 0 0 0,1-1 0 0 0,-1 0 0 0 0,1 1 0 0 0,-1-1 0 0 0,0 0 0 0 0,1 1 1 0 0,-1-1-1 0 0,0 0 0 0 0,0 1 0 0 0,0-1 0 0 0,0 0 0 0 0,0 3 0 0 0,-1-2 41 0 0,0 0 0 0 0,1 0 0 0 0,-1 1 0 0 0,0-1 0 0 0,0 0 0 0 0,-1 0 0 0 0,1 0 0 0 0,0 0 0 0 0,-1 0 0 0 0,1-1-1 0 0,-4 4 1 0 0,-1 1 121 0 0,-1-1 0 0 0,-1 1-1 0 0,1-1 1 0 0,-1-1 0 0 0,-11 6-1 0 0,-14 3 10 0 0,0-1 0 0 0,0-2 0 0 0,-1-1 0 0 0,-1-2 0 0 0,-52 5 0 0 0,-177-4 48 0 0,256-8-246 0 0,-3 1-106 0 0,1-1-123 0 0,1 0 0 0 0,0 0 0 0 0,-1-1 0 0 0,1 0 0 0 0,0 0 0 0 0,0-1 0 0 0,0 0 0 0 0,-10-4 0 0 0,19 5 102 0 0,0 0-1 0 0,0 1 0 0 0,0-1 0 0 0,0 0 0 0 0,1 0 0 0 0,-1 1 0 0 0,0-1 0 0 0,0 0 0 0 0,1 0 0 0 0,-1 1 0 0 0,0-1 0 0 0,1 0 0 0 0,-1 0 0 0 0,0 1 0 0 0,1-1 1 0 0,-1 1-1 0 0,1-1 0 0 0,0 0 0 0 0,0 0 0 0 0,27-20-5757 0 0,-4 8 737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00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118 158 712 0 0,'-2'-1'1451'0'0,"-6"-1"-629"0"0,-1-1 0 0 0,1 0 0 0 0,0-1 1 0 0,1 0-1 0 0,-1 0 0 0 0,1 0 0 0 0,-1-1 0 0 0,2 0 0 0 0,-1-1 1 0 0,0 1-1 0 0,1-1 0 0 0,0 0 0 0 0,-8-11 0 0 0,14 16-556 0 0,2-17 275 0 0,2 14-515 0 0,-1-1-1 0 0,1 1 1 0 0,0 0-1 0 0,0 0 1 0 0,1 0-1 0 0,-1 1 1 0 0,1 0-1 0 0,0 0 1 0 0,0 0-1 0 0,0 0 1 0 0,0 1-1 0 0,0-1 1 0 0,0 1-1 0 0,1 1 1 0 0,10-3-1 0 0,3 0-8 0 0,0 1-1 0 0,1 0 1 0 0,28 1 0 0 0,-33 2-2 0 0,1 1 0 0 0,-1 1 0 0 0,1 0 0 0 0,25 7 0 0 0,-37-8-11 0 0,1 0-1 0 0,-1 1 1 0 0,0-1 0 0 0,0 1-1 0 0,0 0 1 0 0,0 0 0 0 0,0 0-1 0 0,-1 1 1 0 0,1-1 0 0 0,-1 1-1 0 0,1 0 1 0 0,-1 0 0 0 0,0 0-1 0 0,0 0 1 0 0,0 0 0 0 0,-1 1-1 0 0,1 0 1 0 0,-1-1 0 0 0,0 1-1 0 0,0 0 1 0 0,2 5 0 0 0,-3-4 0 0 0,-1-1 1 0 0,1 1-1 0 0,-1 0 1 0 0,0-1-1 0 0,-1 1 1 0 0,1 0-1 0 0,-1-1 1 0 0,0 1-1 0 0,0 0 1 0 0,0-1-1 0 0,-1 1 1 0 0,1-1-1 0 0,-1 0 1 0 0,0 0-1 0 0,-1 1 1 0 0,1-1-1 0 0,-1 0 1 0 0,-6 6-1 0 0,-4 6 14 0 0,0-2 1 0 0,-31 26-1 0 0,-4-2 26 0 0,-1-2 0 0 0,-1-3 0 0 0,-65 32 0 0 0,98-51 49 0 0,16-7-25 0 0,14-5-29 0 0,231-39 88 0 0,-109 13-134 0 0,-22 5 25 0 0,96-12-13 0 0,-184 31-1078 0 0,-12 3-3195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01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24 2556 0 0,'-12'-23'13922'0'0,"8"44"-12539"0"0,1-5-1529 0 0,-15 62 432 0 0,-39 104-1 0 0,16-56-182 0 0,37-114-316 0 0,1-1 0 0 0,1 1 0 0 0,-2 14 0 0 0,4-22-429 0 0,0 0 1 0 0,0 0-1 0 0,0 0 0 0 0,1 0 1 0 0,-1-1-1 0 0,1 1 0 0 0,2 7 1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55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75 122 1552 0 0,'44'-53'7705'0'0,"-18"20"-3359"0"0,-2-2-1487 0 0,-23 34-2638 0 0,0 4-135 0 0,1 3 54 0 0,-1 0 1 0 0,1 0-1 0 0,-2 0 0 0 0,1 0 0 0 0,0 1 1 0 0,-1-1-1 0 0,-1 0 0 0 0,0 7 1 0 0,-10 57 1001 0 0,5-40-674 0 0,-47 222 1248 0 0,38-199-1477 0 0,-2-1-1 0 0,-39 83 1 0 0,53-129-555 0 0,-8 18 822 0 0,8-9-4592 0 0,19-16-372 0 0,0-7-92 0 0,4-2-2216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56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427 164 1124 0 0,'-7'-4'1398'0'0,"1"0"0"0"0,-1 0-1 0 0,0-1 1 0 0,1 0 0 0 0,0 0 0 0 0,0 0 0 0 0,1 0-1 0 0,-1-1 1 0 0,-4-7 0 0 0,9 12-1335 0 0,1 0-1 0 0,0 0 1 0 0,0 0 0 0 0,0 0-1 0 0,-1-1 1 0 0,1 1 0 0 0,0 0 0 0 0,0 0-1 0 0,0 0 1 0 0,1 0 0 0 0,-1 0-1 0 0,0 0 1 0 0,0 0 0 0 0,1 0-1 0 0,-1 0 1 0 0,0 0 0 0 0,1 0-1 0 0,-1 0 1 0 0,1 0 0 0 0,-1 0 0 0 0,1 0-1 0 0,0 0 1 0 0,-1 0 0 0 0,1 1-1 0 0,0-1 1 0 0,0 0 0 0 0,1-1-1 0 0,22-17 467 0 0,-7 10-474 0 0,0 0-1 0 0,0 1 1 0 0,1 1 0 0 0,0 1-1 0 0,0 1 1 0 0,1 0-1 0 0,-1 1 1 0 0,1 1-1 0 0,0 1 1 0 0,0 1 0 0 0,0 0-1 0 0,32 4 1 0 0,-45-2-55 0 0,0 0 1 0 0,0 0 0 0 0,0 1-1 0 0,0 0 1 0 0,-1 0 0 0 0,1 0-1 0 0,0 1 1 0 0,-1 0 0 0 0,0 0-1 0 0,0 0 1 0 0,0 1 0 0 0,5 4-1 0 0,-7-5 4 0 0,-1-1-1 0 0,0 1 0 0 0,1 0 1 0 0,-1 0-1 0 0,-1 0 0 0 0,1 0 1 0 0,0 0-1 0 0,-1 0 1 0 0,1 1-1 0 0,-1-1 0 0 0,0 1 1 0 0,0-1-1 0 0,0 1 0 0 0,-1-1 1 0 0,1 1-1 0 0,-1-1 1 0 0,0 1-1 0 0,0-1 0 0 0,0 1 1 0 0,0 0-1 0 0,-2 6 0 0 0,-1 1 9 0 0,0 1 1 0 0,-1-1-1 0 0,-1 0 0 0 0,0 0 0 0 0,0 0 0 0 0,-1-1 0 0 0,-1 0 0 0 0,0 0 0 0 0,-13 15 0 0 0,-9 5 33 0 0,-44 38-1 0 0,70-66-42 0 0,-78 66 124 0 0,80-67-104 0 0,0-1-21 0 0,1 0 0 0 0,0-1-1 0 0,0 1 1 0 0,0 0 0 0 0,0 0 0 0 0,0 0-1 0 0,0 0 1 0 0,-1 0 0 0 0,1 0-1 0 0,0 0 1 0 0,0 0 0 0 0,0 0 0 0 0,0 0-1 0 0,0 0 1 0 0,-1 1 0 0 0,1-1-1 0 0,0 0 1 0 0,0 0 0 0 0,0 0 0 0 0,0 0-1 0 0,0 0 1 0 0,0 0 0 0 0,0 0-1 0 0,-1 0 1 0 0,1 0 0 0 0,0 0 0 0 0,0 0-1 0 0,0 0 1 0 0,0 1 0 0 0,0-1-1 0 0,0 0 1 0 0,0 0 0 0 0,0 0 0 0 0,0 0-1 0 0,0 0 1 0 0,0 0 0 0 0,0 0-1 0 0,0 1 1 0 0,-1-1 0 0 0,1 0 0 0 0,0 0-1 0 0,0 0 1 0 0,0 0 0 0 0,0 0-1 0 0,0 0 1 0 0,0 1 0 0 0,0-1-1 0 0,0 0 1 0 0,0 0 0 0 0,0 0 0 0 0,1 0-1 0 0,-1 0 1 0 0,0 0 0 0 0,0 1-1 0 0,0-1 1 0 0,0 0 0 0 0,0 0 0 0 0,0 0-1 0 0,0 0 1 0 0,0 0 0 0 0,0 0-1 0 0,0 1 1 0 0,6 6 25 0 0,-5-7-29 0 0,10 5 11 0 0,0-1 0 0 0,18 5 0 0 0,-18-6-2 0 0,-1 0-1 0 0,1 1 0 0 0,11 5 0 0 0,3 4 24 0 0,-2 2-1 0 0,28 21 1 0 0,-40-28-3 0 0,0 1 0 0 0,-1 1 1 0 0,0 0-1 0 0,-1 1 0 0 0,0 0 1 0 0,10 17-1 0 0,-18-26 95 0 0,1 1 1 0 0,-1-1-1 0 0,0 1 1 0 0,0-1-1 0 0,0 1 0 0 0,0 0 1 0 0,0-1-1 0 0,0 1 1 0 0,-1 0-1 0 0,0 0 1 0 0,1 0-1 0 0,-1 0 0 0 0,0-1 1 0 0,0 1-1 0 0,-1 0 1 0 0,1 0-1 0 0,0 0 0 0 0,-2 3 1 0 0,0-2 12 0 0,1 0 1 0 0,-1-1-1 0 0,0 1 1 0 0,0-1-1 0 0,-1 0 1 0 0,1 1 0 0 0,-1-1-1 0 0,0 0 1 0 0,0 0-1 0 0,0-1 1 0 0,-4 5-1 0 0,-7 1 104 0 0,1 0 1 0 0,-1 0-1 0 0,-1-1 0 0 0,1-1 0 0 0,-21 6 1 0 0,2-3-84 0 0,-1-1 1 0 0,0-2 0 0 0,0-1-1 0 0,-1-2 1 0 0,-50-1 0 0 0,8-6-1599 0 0,-103-18 1 0 0,171 20 958 0 0,-57-9-3855 0 0,24 1-1607 0 0,4-1-3202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58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73 2060 0 0,'11'-12'4254'0'0,"0"-1"0"0"0,17-27 0 0 0,-27 39-3764 0 0,-1 1-462 0 0,0-1 0 0 0,0 1 0 0 0,0 0-1 0 0,0 0 1 0 0,0-1 0 0 0,0 1 0 0 0,0 0 0 0 0,0 0-1 0 0,0-1 1 0 0,0 1 0 0 0,0 0 0 0 0,1 0 0 0 0,-1-1-1 0 0,0 1 1 0 0,0 0 0 0 0,0 0 0 0 0,0-1 0 0 0,1 1 0 0 0,-1 0-1 0 0,0 0 1 0 0,0 0 0 0 0,0 0 0 0 0,1-1 0 0 0,-1 1-1 0 0,0 0 1 0 0,0 0 0 0 0,1 0 0 0 0,-1 0 0 0 0,0 0 0 0 0,0 0-1 0 0,1 0 1 0 0,-1 0 0 0 0,0 0 0 0 0,1 0-9 0 0,-1 0-1 0 0,0 0 1 0 0,0 0 0 0 0,1 0 0 0 0,-1 0 0 0 0,0 1 0 0 0,0-1-1 0 0,1 0 1 0 0,-1 0 0 0 0,0 1 0 0 0,0-1 0 0 0,0 0 0 0 0,0 0-1 0 0,1 0 1 0 0,-1 1 0 0 0,0-1 0 0 0,0 0 0 0 0,0 1 0 0 0,0-1-1 0 0,0 0 1 0 0,0 0 0 0 0,0 1 0 0 0,0-1 0 0 0,0 0 0 0 0,0 1-1 0 0,0-1 1 0 0,0 0 0 0 0,0 0 0 0 0,0 1 0 0 0,0-1 0 0 0,0 0 0 0 0,0 1-1 0 0,0-1 1 0 0,0 0 0 0 0,0 0 0 0 0,0 1 0 0 0,-1-1 0 0 0,1 0-1 0 0,0 0 1 0 0,0 1 0 0 0,-1-1 0 0 0,-20 54 284 0 0,-10 25-65 0 0,29-72-220 0 0,0 1 1 0 0,0-1-1 0 0,1 1 0 0 0,0-1 0 0 0,0 1 1 0 0,1 0-1 0 0,0 0 0 0 0,1 9 0 0 0,0-14-6 0 0,-1 0-1 0 0,1 1 1 0 0,0-1-1 0 0,0 0 1 0 0,0 0-1 0 0,1-1 1 0 0,-1 1-1 0 0,1 0 1 0 0,0 0-1 0 0,-1-1 1 0 0,1 1-1 0 0,0-1 1 0 0,0 1-1 0 0,1-1 1 0 0,-1 0 0 0 0,5 3-1 0 0,-3-2 5 0 0,1 0 0 0 0,0 0-1 0 0,0-1 1 0 0,1 0 0 0 0,-1 0 0 0 0,0 0-1 0 0,1-1 1 0 0,10 2 0 0 0,-3-2 2 0 0,1 0 1 0 0,0-1-1 0 0,0 0 1 0 0,0-1-1 0 0,0-1 1 0 0,25-6-1 0 0,-27 4-14 0 0,0 0 0 0 0,0-1 0 0 0,-1 0 1 0 0,1-1-1 0 0,-2 0 0 0 0,1-1 0 0 0,0 0 0 0 0,-1-1 0 0 0,10-10 0 0 0,5-8 962 0 0,40-52 1 0 0,-36 40 1033 0 0,-28 37-1723 0 0,3 16-168 0 0,-12 18-70 0 0,-2-1 0 0 0,-15 38 0 0 0,-10 34-30 0 0,34-101-86 0 0,-6 24-412 0 0,-5 38-1 0 0,12-17-2714 0 0,0-43 2059 0 0,1 0 1 0 0,0 0-1 0 0,0 0 0 0 0,1 0 0 0 0,-1 0 0 0 0,5 7 1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59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88 408 1080 0 0,'-2'-18'4165'0'0,"0"-1"-1"0"0,1 1 0 0 0,2-21 1 0 0,0 4 298 0 0,-1 33-3911 0 0,-13-29 1542 0 0,4 20-1802 0 0,0 1 0 0 0,-18-16-1 0 0,16 13 22 0 0,10 11-293 0 0,0 1-1 0 0,0 0 1 0 0,0-1 0 0 0,0 1 0 0 0,0 0 0 0 0,-1-1 0 0 0,1 1 0 0 0,0 0 0 0 0,-1 0 0 0 0,-2-1 0 0 0,31-8 5 0 0,163-10-20 0 0,25-4-8 0 0,-174 18 15 0 0,-1-3 1 0 0,0-2-1 0 0,49-19 0 0 0,-80 26 0 0 0,1-1-1 0 0,15-11 0 0 0,28-14-16 0 0,-52 29 1 0 0,0 0 1 0 0,1 0-1 0 0,-1 1 0 0 0,1-1 1 0 0,-1 1-1 0 0,0-1 0 0 0,1 1 1 0 0,-1 0-1 0 0,1-1 0 0 0,-1 1 1 0 0,1 0-1 0 0,2 0 0 0 0,-3 0 4 0 0,-1 0 0 0 0,0 1 0 0 0,1-1 0 0 0,-1 0 0 0 0,0 0 0 0 0,1 0 0 0 0,-1 1-1 0 0,0-1 1 0 0,1 0 0 0 0,-1 0 0 0 0,0 1 0 0 0,0-1 0 0 0,1 0 0 0 0,-1 1-1 0 0,0-1 1 0 0,0 0 0 0 0,0 1 0 0 0,1-1 0 0 0,-1 0 0 0 0,0 1 0 0 0,0-1 0 0 0,0 0-1 0 0,0 1 1 0 0,0-1 0 0 0,0 1 0 0 0,0-1 0 0 0,0 0 0 0 0,0 1 0 0 0,0-1 0 0 0,0 1-1 0 0,-1 5 9 0 0,0-1-1 0 0,0 1 1 0 0,-1 0-1 0 0,1-1 0 0 0,-4 7 1 0 0,0-1 0 0 0,-152 456-6 0 0,95-265-4981 0 0,49-165 1207 0 0,4-13-1637 0 0,-1 3-4389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02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96 2120 0 0,'-2'-2'1610'0'0,"-42"-45"8477"0"0,28 44-9575 0 0,1 12-358 0 0,0 0 0 0 0,0 1 0 0 0,1 1 0 0 0,1 0 0 0 0,0 1 0 0 0,-15 16 0 0 0,2-2 120 0 0,-67 70 405 0 0,83-83-618 0 0,0-1 1 0 0,0 2 0 0 0,1 0 0 0 0,1 0-1 0 0,0 0 1 0 0,-6 18 0 0 0,13-29-41 0 0,0-1 1 0 0,0 1-1 0 0,1 0 0 0 0,-1 0 1 0 0,1 0-1 0 0,-1 0 1 0 0,1 0-1 0 0,0 0 1 0 0,0 0-1 0 0,0 0 1 0 0,0 0-1 0 0,1 0 1 0 0,-1-1-1 0 0,1 1 1 0 0,0 0-1 0 0,0 0 1 0 0,0 0-1 0 0,2 4 1 0 0,-1-4 5 0 0,1 0 0 0 0,-1 1 0 0 0,1-1 0 0 0,0 0 0 0 0,0 0 0 0 0,0-1 1 0 0,1 1-1 0 0,-1-1 0 0 0,1 1 0 0 0,-1-1 0 0 0,8 3 0 0 0,2 0 21 0 0,0 0-1 0 0,1-1 1 0 0,0-1 0 0 0,0 0-1 0 0,0-1 1 0 0,23 1-1 0 0,-17-3 4 0 0,-1 0 0 0 0,1-2 0 0 0,-1 0-1 0 0,1-1 1 0 0,-1-1 0 0 0,0-1 0 0 0,-1-1-1 0 0,1 0 1 0 0,-1-2 0 0 0,0 0 0 0 0,-1-1 0 0 0,20-13-1 0 0,-28 16-24 0 0,0 0-1 0 0,0-1 1 0 0,-1 0 0 0 0,0-1-1 0 0,0 0 1 0 0,-1 0-1 0 0,0-1 1 0 0,-1 0-1 0 0,0 0 1 0 0,0 0-1 0 0,-1-1 1 0 0,0 0 0 0 0,0 0-1 0 0,-1 0 1 0 0,-1 0-1 0 0,0-1 1 0 0,0 0-1 0 0,-1 1 1 0 0,0-1 0 0 0,-1 0-1 0 0,0 0 1 0 0,-1 0-1 0 0,-1-12 1 0 0,0 15-25 0 0,-1 0 0 0 0,0 0 0 0 0,0 0 0 0 0,-1 0 0 0 0,0 0 0 0 0,0 1 0 0 0,-1 0 0 0 0,0-1-1 0 0,0 1 1 0 0,-1 1 0 0 0,0-1 0 0 0,0 1 0 0 0,0-1 0 0 0,-1 2 0 0 0,0-1 0 0 0,0 1 0 0 0,-1-1 0 0 0,1 2 0 0 0,-11-7 0 0 0,7 5-24 0 0,1 1-1 0 0,-1 0 1 0 0,0 1-1 0 0,-1 0 1 0 0,1 1 0 0 0,0 0-1 0 0,-1 0 1 0 0,0 1-1 0 0,0 0 1 0 0,1 1-1 0 0,-1 1 1 0 0,0-1 0 0 0,0 2-1 0 0,-14 1 1 0 0,23-2-89 0 0,1 1 0 0 0,-1-1 1 0 0,0 1-1 0 0,0-1 1 0 0,0 1-1 0 0,0 0 0 0 0,1 0 1 0 0,-1-1-1 0 0,0 1 0 0 0,1 0 1 0 0,-1 1-1 0 0,0-1 0 0 0,1 0 1 0 0,0 0-1 0 0,-1 1 1 0 0,1-1-1 0 0,0 1 0 0 0,0-1 1 0 0,-1 1-1 0 0,1-1 0 0 0,-1 4 1 0 0,2-4-166 0 0,0 0 0 0 0,-1 0 0 0 0,1 1 0 0 0,0-1-1 0 0,0 0 1 0 0,0 1 0 0 0,0-1 0 0 0,0 0 0 0 0,0 0 0 0 0,0 1 0 0 0,1-1 0 0 0,-1 0 0 0 0,0 0 0 0 0,1 1 0 0 0,-1-1 0 0 0,1 0 0 0 0,-1 0 0 0 0,1 0 0 0 0,0 1-1 0 0,0-1 1 0 0,-1 0 0 0 0,1 0 0 0 0,0 0 0 0 0,0 0 0 0 0,0-1 0 0 0,0 1 0 0 0,0 0 0 0 0,0 0 0 0 0,0 0 0 0 0,2 0 0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02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72 1236 0 0,'16'-18'8297'0'0,"22"-29"586"0"0,-38 47-8853 0 0,0 0 1 0 0,0-1-1 0 0,0 1 1 0 0,0 0-1 0 0,0-1 1 0 0,1 1-1 0 0,-1 0 1 0 0,0-1-1 0 0,0 1 1 0 0,0 0-1 0 0,0 0 1 0 0,1-1-1 0 0,-1 1 1 0 0,0 0-1 0 0,0 0 1 0 0,1-1-1 0 0,-1 1 1 0 0,0 0-1 0 0,1 0 1 0 0,-1 0-1 0 0,0 0 1 0 0,0-1-1 0 0,1 1 1 0 0,-1 0-1 0 0,0 0 1 0 0,1 0-1 0 0,-1 0 1 0 0,0 0-1 0 0,1 0 1 0 0,-1 0-1 0 0,0 0 1 0 0,1 0-1 0 0,-1 0 1 0 0,0 0-1 0 0,1 0 1 0 0,-1 0 0 0 0,0 0-1 0 0,1 0 1 0 0,-1 0-1 0 0,0 0 1 0 0,1 1-1 0 0,-1-1 1 0 0,0 0-1 0 0,1 0 1 0 0,-1 0-1 0 0,0 0 1 0 0,0 1-1 0 0,1-1 1 0 0,-1 0-1 0 0,0 0 1 0 0,0 1-1 0 0,1-1 1 0 0,-1 0-1 0 0,0 0 1 0 0,0 1-1 0 0,0-1 1 0 0,0 0-1 0 0,1 1 1 0 0,-1-1-1 0 0,0 0 1 0 0,0 1-1 0 0,-3 57 581 0 0,-3-1 0 0 0,-14 61 0 0 0,2-9-399 0 0,7-48-61 0 0,6-39-290 0 0,1 1 1 0 0,-2 36 0 0 0,6-58 0 0 0,0 0 0 0 0,0 0 0 0 0,0 0 0 0 0,0 0 1 0 0,0 0-1 0 0,1-1 0 0 0,-1 1 0 0 0,0 0 0 0 0,1 0 0 0 0,-1 0 0 0 0,0 0 0 0 0,1 0 0 0 0,-1 0 1 0 0,1 0-1 0 0,0 1 0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03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692 0 1296 0 0,'-25'8'7354'0'0,"25"-8"-7313"0"0,0 0 0 0 0,-1 0 1 0 0,1 0-1 0 0,0 0 0 0 0,0 0 0 0 0,0 0 0 0 0,0 0 0 0 0,-1 0 1 0 0,1 0-1 0 0,0 0 0 0 0,0 0 0 0 0,0 0 0 0 0,0 0 0 0 0,-1 0 1 0 0,1 0-1 0 0,0 0 0 0 0,0 1 0 0 0,0-1 0 0 0,0 0 0 0 0,0 0 1 0 0,0 0-1 0 0,-1 0 0 0 0,1 0 0 0 0,0 0 0 0 0,0 0 0 0 0,0 0 1 0 0,0 1-1 0 0,0-1 0 0 0,0 0 0 0 0,0 0 0 0 0,0 0 0 0 0,-1 0 1 0 0,1 0-1 0 0,0 1 0 0 0,0-1 0 0 0,0 0 0 0 0,0 0 0 0 0,0 0 1 0 0,0 0-1 0 0,0 1 0 0 0,0-1 0 0 0,0 0 0 0 0,0 0 0 0 0,0 0 1 0 0,0 0-1 0 0,0 1 0 0 0,0-1 0 0 0,0 0 0 0 0,0 0 0 0 0,1 0 1 0 0,-1 0-1 0 0,0 0 0 0 0,0 1 0 0 0,0-1 0 0 0,0 0 0 0 0,0 0 1 0 0,0 0-1 0 0,0 0 0 0 0,0 0 0 0 0,0 1 0 0 0,1-1 0 0 0,-1 0 1 0 0,0 0-1 0 0,17 4 753 0 0,28-1-697 0 0,-43-3 71 0 0,235 2 569 0 0,41 2-394 0 0,-189 0 338 0 0,-86-3-673 0 0,-1 0 1 0 0,1 0-1 0 0,-1 1 0 0 0,1-1 0 0 0,-1 0 0 0 0,0 1 0 0 0,0 0 0 0 0,1-1 0 0 0,-1 1 0 0 0,-1 0 1 0 0,1 0-1 0 0,0 0 0 0 0,0 0 0 0 0,-1 0 0 0 0,1 1 0 0 0,-1-1 0 0 0,2 4 0 0 0,1 7 25 0 0,0 0 0 0 0,-1 0 0 0 0,0 1 0 0 0,-1-1 0 0 0,0 21 0 0 0,-5 72 532 0 0,2-90-371 0 0,-76 638 2277 0 0,15-190-1304 0 0,3 501 216 0 0,37-473-1127 0 0,-41 526 540 0 0,60-968-341 0 0,-6 59 6406 0 0,2-45-3911 0 0,7-63-2816 0 0,-2 2-77 0 0,2-3-58 0 0,0 0 1 0 0,0 0-1 0 0,0 1 1 0 0,0-1-1 0 0,0 0 1 0 0,0 0-1 0 0,0 0 0 0 0,0 1 1 0 0,0-1-1 0 0,0 0 1 0 0,-1 0-1 0 0,1 0 0 0 0,0 1 1 0 0,0-1-1 0 0,0 0 1 0 0,0 0-1 0 0,0 0 1 0 0,-1 0-1 0 0,1 1 0 0 0,0-1 1 0 0,0 0-1 0 0,0 0 1 0 0,-1 0-1 0 0,1 0 0 0 0,0 0 1 0 0,0 0-1 0 0,0 0 1 0 0,-1 0-1 0 0,1 0 0 0 0,0 0 1 0 0,0 1-1 0 0,0-1 1 0 0,-1 0-1 0 0,1 0 1 0 0,0 0-1 0 0,0 0 0 0 0,0 0 1 0 0,-1-1-1 0 0,1 1 1 0 0,0 0-1 0 0,0 0 0 0 0,-1 0 1 0 0,-290 13-1296 0 0,169-5-214 0 0,-256 18-5836 0 0,216-14-924 0 0,43-5-2617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34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204 402 32 0 0,'-3'2'278'0'0,"0"1"-1"0"0,-1-1 1 0 0,1 0 0 0 0,-1 0-1 0 0,0 0 1 0 0,1 0 0 0 0,-1-1 0 0 0,0 1-1 0 0,-5 0 1 0 0,6-2-214 0 0,12-127 40 0 0,-1 6 2953 0 0,-7 119-2968 0 0,-1 1-1 0 0,0-1 1 0 0,0 1 0 0 0,0-1 0 0 0,0 1-1 0 0,0-1 1 0 0,0 1 0 0 0,-1 0 0 0 0,1-1-1 0 0,0 1 1 0 0,-1-1 0 0 0,1 1 0 0 0,-1 0-1 0 0,1-1 1 0 0,-1 1 0 0 0,-1-3 0 0 0,1 4-74 0 0,0 0 0 0 0,1 0 0 0 0,-1 0 0 0 0,1 1 0 0 0,-1-1 0 0 0,0 0 0 0 0,1 0 0 0 0,-1 0 0 0 0,1 1 0 0 0,-1-1 0 0 0,1 0 0 0 0,-1 1 0 0 0,1-1 0 0 0,-1 0 0 0 0,1 1 0 0 0,-1-1 0 0 0,1 0 0 0 0,-1 1 0 0 0,1-1 0 0 0,0 1 0 0 0,-1-1 0 0 0,1 1 0 0 0,0-1 0 0 0,-1 1 0 0 0,1 0 0 0 0,0 0 0 0 0,-28 52-122 0 0,26-49 199 0 0,-26 63 36 0 0,3 1 0 0 0,3 2 0 0 0,-24 125 0 0 0,43-175-87 0 0,1 0 0 0 0,0 1 1 0 0,1-1-1 0 0,1 0 0 0 0,2 0 0 0 0,0 1 1 0 0,0-1-1 0 0,12 38 0 0 0,-11-49-25 0 0,0 0 0 0 0,0-1-1 0 0,1 0 1 0 0,1 1 0 0 0,-1-2 0 0 0,1 1-1 0 0,0 0 1 0 0,1-1 0 0 0,0 0 0 0 0,0 0-1 0 0,1-1 1 0 0,-1 0 0 0 0,2 0 0 0 0,-1 0 0 0 0,0-1-1 0 0,1 0 1 0 0,0 0 0 0 0,0-1 0 0 0,1 0-1 0 0,-1-1 1 0 0,17 5 0 0 0,-8-5 12 0 0,1 0 0 0 0,-1-1 1 0 0,1-1-1 0 0,0-1 0 0 0,0 0 1 0 0,-1-1-1 0 0,1-1 0 0 0,22-6 1 0 0,8-4-50 0 0,78-30 0 0 0,-92 28 14 0 0,0-1 1 0 0,-1-2-1 0 0,-1-1 1 0 0,-1-2-1 0 0,0-1 1 0 0,-2-1-1 0 0,-1-1 1 0 0,0-2-1 0 0,24-28 1 0 0,-33 30-3 0 0,-1 0 0 0 0,-1-1 1 0 0,0 0-1 0 0,-2-2 0 0 0,-1 0 0 0 0,-1 0 1 0 0,-2-1-1 0 0,0-1 0 0 0,-2 0 1 0 0,-1 0-1 0 0,8-51 0 0 0,-14 67 22 0 0,-1 0 0 0 0,-1 0-1 0 0,0 0 1 0 0,0-1 0 0 0,-2 1-1 0 0,1 0 1 0 0,-1 1 0 0 0,-1-1-1 0 0,0 0 1 0 0,-1 1 0 0 0,0-1-1 0 0,-1 1 1 0 0,0 0 0 0 0,0 1 0 0 0,-1-1-1 0 0,-1 1 1 0 0,0 0 0 0 0,0 0-1 0 0,-1 1 1 0 0,0 0 0 0 0,-1 1-1 0 0,0 0 1 0 0,0 0 0 0 0,-1 1-1 0 0,0 0 1 0 0,0 0 0 0 0,0 1-1 0 0,-1 1 1 0 0,-17-7 0 0 0,10 5-1 0 0,-2 1 0 0 0,1 1 0 0 0,0 1 0 0 0,-1 0 0 0 0,0 2 0 0 0,0 0 0 0 0,0 1 0 0 0,-31 3 0 0 0,26 1-6 0 0,-1 1 0 0 0,1 1-1 0 0,0 1 1 0 0,0 2-1 0 0,0 0 1 0 0,-26 14-1 0 0,20-6-6 0 0,1 0 0 0 0,1 3 0 0 0,0 0 0 0 0,2 2-1 0 0,0 1 1 0 0,1 1 0 0 0,2 1 0 0 0,0 2-1 0 0,1 0 1 0 0,-24 37 0 0 0,35-43 3 0 0,-1 1 0 0 0,-15 37 0 0 0,25-52 8 0 0,1 0-1 0 0,0 1 0 0 0,0-1 0 0 0,0 1 1 0 0,1-1-1 0 0,0 1 0 0 0,0-1 0 0 0,1 1 1 0 0,-1 0-1 0 0,2-1 0 0 0,-1 1 0 0 0,1-1 1 0 0,0 1-1 0 0,3 10 0 0 0,-3-13-3 0 0,1-1-1 0 0,0 0 1 0 0,0 0-1 0 0,0-1 1 0 0,0 1-1 0 0,1 0 1 0 0,-1-1-1 0 0,1 1 1 0 0,0-1-1 0 0,-1 0 1 0 0,1 0-1 0 0,0 0 1 0 0,0 0-1 0 0,0 0 0 0 0,1-1 1 0 0,-1 1-1 0 0,0-1 1 0 0,6 1-1 0 0,8 3 2 0 0,1-1 0 0 0,26 2 0 0 0,-12-1-9 0 0,15 4 28 0 0,0 3-1 0 0,0 1 1 0 0,-1 3-1 0 0,-1 2 1 0 0,-1 1 0 0 0,0 3-1 0 0,-2 1 1 0 0,50 37 0 0 0,-60-35 50 0 0,-2 2 0 0 0,0 1 0 0 0,-2 2 0 0 0,-1 1 0 0 0,43 64 0 0 0,-69-93-287 0 0,17 20 376 0 0,-17-21-542 0 0,0 0-1 0 0,0 0 1 0 0,0 0-1 0 0,1 0 1 0 0,-1-1-1 0 0,0 1 1 0 0,1 0-1 0 0,-1-1 1 0 0,0 1 0 0 0,1-1-1 0 0,1 1 1 0 0,14 2-3320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34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26 1148 0 0,'0'0'2056'0'0,"-13"-4"1709"0"0,-1-1-1169 0 0,26 0-3016 0 0,15-2-3361 0 0,-12 2 821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37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121 160 1036 0 0,'-4'-1'1043'0'0,"-23"-3"1252"0"0,0-1 1 0 0,-33-11-1 0 0,58 15-1969 0 0,115-22 142 0 0,121-9 0 0 0,-122 19-405 0 0,571-51-329 0 0,-660 64-2282 0 0,30 4-1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37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1 616 0 0,'-3'0'1341'0'0,"-7"1"-262"0"0,7-1-245 0 0,0 1-181 0 0,1-1-517 0 0,0 0 0 0 0,0 0 0 0 0,0 1-1 0 0,0-1 1 0 0,0 1 0 0 0,-1-1 0 0 0,1 1 0 0 0,0 0-1 0 0,1 0 1 0 0,-1 0 0 0 0,0 0 0 0 0,0 0 0 0 0,0 0-1 0 0,0 1 1 0 0,1-1 0 0 0,-1 1 0 0 0,1-1 0 0 0,-1 1-1 0 0,1-1 1 0 0,0 1 0 0 0,-1 0 0 0 0,0 3 0 0 0,-13 30 876 0 0,1 0 1 0 0,-14 61 0 0 0,3-8-625 0 0,21-74-365 0 0,-61 199 560 0 0,55-169-416 0 0,1 1-1 0 0,-6 85 0 0 0,15-117-347 0 0,0 0 0 0 0,3 23 0 0 0,-2-31-320 0 0,0 0 1 0 0,1 0-1 0 0,-1 0 1 0 0,1-1-1 0 0,0 1 1 0 0,0 0-1 0 0,0-1 1 0 0,1 1-1 0 0,-1-1 1 0 0,4 5-1 0 0,4 0-3224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38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118 116 2120 0 0,'2'-7'900'0'0,"1"1"145"0"0,-1 0 0 0 0,0 0 0 0 0,0 0 0 0 0,-1 0 0 0 0,0 0 0 0 0,1-7 0 0 0,-2 11-690 0 0,-3 3-284 0 0,1-1 1 0 0,-1 1 0 0 0,0 0 0 0 0,1 0-1 0 0,-1 0 1 0 0,1 0 0 0 0,0 0-1 0 0,-1 1 1 0 0,1-1 0 0 0,0 1 0 0 0,0 0-1 0 0,0 0 1 0 0,0-1 0 0 0,0 1-1 0 0,-2 3 1 0 0,-27 35 244 0 0,30-37-275 0 0,-9 10 67 0 0,2 1-1 0 0,-1 1 0 0 0,2 0 0 0 0,0 0 1 0 0,1 0-1 0 0,-5 22 0 0 0,10-33-71 0 0,0 1 0 0 0,0-1 0 0 0,1 1 0 0 0,-1-1 0 0 0,1 1 0 0 0,0-1 0 0 0,1 1 0 0 0,-1-1 0 0 0,1 1 0 0 0,0-1 0 0 0,0 0 0 0 0,2 6-1 0 0,-1-7-10 0 0,-1 0-1 0 0,1 0 1 0 0,0-1-1 0 0,0 1 0 0 0,0 0 1 0 0,0-1-1 0 0,1 0 1 0 0,-1 1-1 0 0,1-1 0 0 0,-1 0 1 0 0,1 0-1 0 0,0-1 1 0 0,0 1-1 0 0,0 0 0 0 0,0-1 1 0 0,0 0-1 0 0,0 0 1 0 0,6 2-1 0 0,1-1 3 0 0,1-1 0 0 0,-1 1-1 0 0,0-2 1 0 0,1 0 0 0 0,-1 0 0 0 0,0 0 0 0 0,1-2 0 0 0,-1 1 0 0 0,0-1-1 0 0,0-1 1 0 0,0 0 0 0 0,0 0 0 0 0,0-1 0 0 0,-1 0 0 0 0,1-1-1 0 0,12-8 1 0 0,-11 6-12 0 0,0 0 0 0 0,-1-1 0 0 0,0 0 0 0 0,0 0 0 0 0,-1-1 0 0 0,0-1 0 0 0,-1 1-1 0 0,0-2 1 0 0,0 1 0 0 0,-1-1 0 0 0,0 0 0 0 0,9-23 0 0 0,-14 29-9 0 0,0 0 0 0 0,0 0 0 0 0,-1 0-1 0 0,0-1 1 0 0,0 1 0 0 0,0-1 0 0 0,-1 1 0 0 0,0 0 0 0 0,0-1 0 0 0,0 1 0 0 0,-1-1-1 0 0,1 1 1 0 0,-1 0 0 0 0,-1-1 0 0 0,1 1 0 0 0,-1 0 0 0 0,0 0 0 0 0,0 0 0 0 0,0 0-1 0 0,-1 0 1 0 0,1 1 0 0 0,-1-1 0 0 0,-1 1 0 0 0,1-1 0 0 0,0 1 0 0 0,-1 0 0 0 0,0 0-1 0 0,0 1 1 0 0,0-1 0 0 0,-1 1 0 0 0,1 0 0 0 0,-1 0 0 0 0,1 0 0 0 0,-1 1-1 0 0,0 0 1 0 0,0 0 0 0 0,0 0 0 0 0,0 0 0 0 0,-1 1 0 0 0,-7-2 0 0 0,7 3-20 0 0,1-1 0 0 0,-1 1 0 0 0,1 0 1 0 0,0 0-1 0 0,-1 0 0 0 0,1 1 0 0 0,-9 1 1 0 0,12-1-112 0 0,0-1 1 0 0,0 1 0 0 0,0 0-1 0 0,0 0 1 0 0,0 0 0 0 0,0 0-1 0 0,0 0 1 0 0,0 0 0 0 0,0 0-1 0 0,0 1 1 0 0,1-1 0 0 0,-1 0-1 0 0,1 1 1 0 0,-1 0-1 0 0,1-1 1 0 0,-1 1 0 0 0,1 0-1 0 0,0 0 1 0 0,-2 3 0 0 0,3-4-99 0 0,0 0 0 0 0,0-1 1 0 0,0 1-1 0 0,0 0 0 0 0,0 0 1 0 0,0 0-1 0 0,0 0 0 0 0,0-1 1 0 0,0 1-1 0 0,1 0 0 0 0,-1 0 1 0 0,0 0-1 0 0,1-1 0 0 0,-1 1 1 0 0,0 0-1 0 0,1 0 0 0 0,-1-1 1 0 0,1 2-1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38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1261 96 612 0 0,'1'-4'565'0'0,"1"-1"-1"0"0,-1 0 1 0 0,-1 1 0 0 0,1-1 0 0 0,-1 0-1 0 0,1 0 1 0 0,-1 1 0 0 0,0-1-1 0 0,-1 0 1 0 0,-1-5 0 0 0,2 8-430 0 0,-1 0 0 0 0,0 0 1 0 0,1-1-1 0 0,-1 2 0 0 0,0-1 0 0 0,0 0 1 0 0,-1 0-1 0 0,1 0 0 0 0,0 0 1 0 0,-1 1-1 0 0,1-1 0 0 0,-1 0 1 0 0,1 1-1 0 0,-1 0 0 0 0,0-1 1 0 0,1 1-1 0 0,-1 0 0 0 0,0 0 0 0 0,0 0 1 0 0,0 0-1 0 0,0 0 0 0 0,0 0 1 0 0,-3 0-1 0 0,2 0-87 0 0,0 1 0 0 0,0 0 0 0 0,0 0 0 0 0,0 0 0 0 0,0 0 0 0 0,0 0 0 0 0,1 1 0 0 0,-1-1 0 0 0,0 1 0 0 0,0 0 0 0 0,0 0 0 0 0,0 0 0 0 0,1 0 0 0 0,-1 1 0 0 0,-3 1 0 0 0,-3 3 59 0 0,1-1 0 0 0,0 1 0 0 0,-8 8 0 0 0,-5 7 133 0 0,1 1 0 0 0,1 1 0 0 0,1 1 0 0 0,2 0 0 0 0,0 2 0 0 0,-20 44 0 0 0,-58 172 1189 0 0,93-239-1410 0 0,-144 545 2110 0 0,-10 26-941 0 0,145-545-1080 0 0,-1 0 0 0 0,-27 47 0 0 0,35-70-87 0 0,-1 1 0 0 0,0-1-1 0 0,-1 0 1 0 0,1 0 0 0 0,-1-1 0 0 0,0 1 0 0 0,0-1 0 0 0,-1 0 0 0 0,0 0-1 0 0,0-1 1 0 0,0 0 0 0 0,0 0 0 0 0,-1 0 0 0 0,1-1 0 0 0,-1 0-1 0 0,0 0 1 0 0,-10 2 0 0 0,11-4-35 0 0,0-1 0 0 0,0 0 0 0 0,0 0 0 0 0,0-1 0 0 0,0 1 0 0 0,0-1 0 0 0,0 0 0 0 0,1-1 0 0 0,-1 0 1 0 0,0 0-1 0 0,0 0 0 0 0,-5-4 0 0 0,-9-4-342 0 0,-34-25 0 0 0,27 15-41 0 0,0-1 1 0 0,2-2 0 0 0,0 0 0 0 0,-38-49 0 0 0,50 55 292 0 0,0 0 0 0 0,1-2 0 0 0,2 1 1 0 0,-1-1-1 0 0,2-1 0 0 0,1 0 0 0 0,0 0 0 0 0,-7-38 1 0 0,12 46 90 0 0,2-1 0 0 0,0 1 1 0 0,0-1-1 0 0,2 0 0 0 0,-1 1 1 0 0,1-1-1 0 0,1 1 1 0 0,1-1-1 0 0,-1 1 0 0 0,8-20 1 0 0,-3 16 12 0 0,0 1 1 0 0,1 0-1 0 0,1 0 1 0 0,0 0 0 0 0,1 1-1 0 0,1 1 1 0 0,13-15-1 0 0,1 5 2 0 0,0 1-1 0 0,1 1 0 0 0,1 1 0 0 0,1 2 0 0 0,1 0 1 0 0,1 2-1 0 0,47-19 0 0 0,8 7-133 0 0,1 3 1 0 0,138-22-1 0 0,43-10-4431 0 0,-249 52 4060 0 0,-1-1 1 0 0,1-1 0 0 0,-1 0 0 0 0,0-1 0 0 0,-1-1 0 0 0,25-17-1 0 0,-31 19 733 0 0,-1-2 0 0 0,1 1-1 0 0,-2-1 1 0 0,1-1 0 0 0,-1 1-1 0 0,-1-1 1 0 0,0-1 0 0 0,0 1-1 0 0,-1-1 1 0 0,9-20 0 0 0,21-63 5910 0 0,-35 92-5750 0 0,-2 13-264 0 0,-1 0-1 0 0,1-1 0 0 0,-2 0 1 0 0,0 1-1 0 0,-7 15 0 0 0,-2 12 120 0 0,1 4 77 0 0,-10 75 0 0 0,19-105-285 0 0,1 1 0 0 0,1 0 0 0 0,0-1 0 0 0,0 1 0 0 0,2 0-1 0 0,-1-1 1 0 0,2 1 0 0 0,0-1 0 0 0,0 0 0 0 0,8 19 0 0 0,-10-29-161 0 0,0 0 1 0 0,1 0 0 0 0,-1 0-1 0 0,0 0 1 0 0,1 0 0 0 0,0 0-1 0 0,-1 0 1 0 0,1-1 0 0 0,0 1-1 0 0,0-1 1 0 0,-1 1 0 0 0,1-1-1 0 0,0 0 1 0 0,1 0 0 0 0,-1 0-1 0 0,0 0 1 0 0,0 0 0 0 0,0 0-1 0 0,1 0 1 0 0,-1-1 0 0 0,0 1-1 0 0,1-1 1 0 0,-1 0 0 0 0,0 0-1 0 0,3 0 1 0 0,-2 0-392 0 0,0 0-1 0 0,0-1 1 0 0,0 1-1 0 0,0-1 1 0 0,0 0 0 0 0,0 0-1 0 0,0 0 1 0 0,-1 0-1 0 0,1 0 1 0 0,-1-1-1 0 0,1 1 1 0 0,3-3 0 0 0,9-9-4282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39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144 130 408 0 0,'-6'-12'1006'0'0,"0"0"0"0"0,-1 0 0 0 0,-1 0 0 0 0,0 1-1 0 0,0 1 1 0 0,-1-1 0 0 0,0 1 0 0 0,-1 1 0 0 0,-21-16 0 0 0,31 24-987 0 0,-1 1 0 0 0,0-1 0 0 0,0 1 0 0 0,1-1 0 0 0,-1 1 0 0 0,0-1 0 0 0,0 1 0 0 0,0 0 0 0 0,0-1 0 0 0,0 1 0 0 0,0 0 0 0 0,1 0 0 0 0,-1 0 0 0 0,0 0 0 0 0,0-1 0 0 0,0 1 0 0 0,0 1 0 0 0,0-1 0 0 0,0 0 0 0 0,0 0 0 0 0,0 0 0 0 0,0 0 0 0 0,0 1 0 0 0,1-1 0 0 0,-1 0 0 0 0,0 1 0 0 0,0-1 0 0 0,0 1 0 0 0,0-1 0 0 0,1 1 0 0 0,-1-1 0 0 0,0 1-1 0 0,0-1 1 0 0,1 1 0 0 0,-1 0 0 0 0,1 0 0 0 0,-1-1 0 0 0,0 1 0 0 0,1 0 0 0 0,0 0 0 0 0,-1-1 0 0 0,1 1 0 0 0,-1 0 0 0 0,1 0 0 0 0,0 0 0 0 0,0 0 0 0 0,-1 1 0 0 0,-1 3-218 0 0,1 0 0 0 0,0 0 0 0 0,0 0 0 0 0,0 0-1 0 0,1 0 1 0 0,-1 0 0 0 0,2 7 0 0 0,5 24-4037 0 0,-3-16 1091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39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0 2072 0 0,'0'0'5555'0'0,"6"20"-2492"0"0,1-1-2777 0 0,-1 1 0 0 0,0 0 0 0 0,-2 0 0 0 0,-1 1 0 0 0,0-1 0 0 0,-1 1 0 0 0,-2 0 0 0 0,0-1 0 0 0,-1 1 0 0 0,-1 0 0 0 0,0-1 0 0 0,-8 25 0 0 0,-13 27 33 0 0,20-64-260 0 0,0-1-1 0 0,-1 0 1 0 0,0 1 0 0 0,0-2 0 0 0,-1 1 0 0 0,1 0 0 0 0,-7 5 0 0 0,10-10-26 0 0,-3-5 4 0 0,4 3-37 0 0,-1 0 1 0 0,1 0-1 0 0,0 0 0 0 0,0 0 0 0 0,-1 0 0 0 0,1 0 1 0 0,0-1-1 0 0,-1 1 0 0 0,1 0 0 0 0,0 0 0 0 0,0 0 1 0 0,-1 0-1 0 0,1 0 0 0 0,0 0 0 0 0,0-1 0 0 0,0 1 0 0 0,-1 0 1 0 0,1 0-1 0 0,0 0 0 0 0,0-1 0 0 0,0 1 0 0 0,0 0 1 0 0,-1 0-1 0 0,1 0 0 0 0,0-1 0 0 0,0 1 0 0 0,0 0 1 0 0,0 0-1 0 0,0-1 0 0 0,0 1 0 0 0,0 0 0 0 0,0-1 1 0 0,-1 1-1 0 0,1 0 0 0 0,0 0 0 0 0,0-1 0 0 0,2-12-16 0 0,-1 1 0 0 0,1-1 0 0 0,1 1-1 0 0,0 0 1 0 0,1 0 0 0 0,1 0 0 0 0,-1 0 0 0 0,2 0-1 0 0,0 1 1 0 0,0 0 0 0 0,1 0 0 0 0,0 1-1 0 0,10-11 1 0 0,0 1 9 0 0,0 1-1 0 0,2 1 0 0 0,0 0 1 0 0,1 2-1 0 0,33-22 1 0 0,-43 32 16 0 0,1 0 1 0 0,-1 0-1 0 0,1 1 0 0 0,0 1 1 0 0,1 0-1 0 0,-1 1 1 0 0,1 0-1 0 0,0 0 1 0 0,16-1-1 0 0,-25 4-10 0 0,1 0 1 0 0,0 0-1 0 0,-1 0 1 0 0,1 0-1 0 0,-1 1 1 0 0,1 0-1 0 0,0-1 1 0 0,-1 1-1 0 0,1 0 0 0 0,-1 1 1 0 0,0-1-1 0 0,1 0 1 0 0,-1 1-1 0 0,0 0 1 0 0,0 0-1 0 0,0 0 1 0 0,0 0-1 0 0,0 1 0 0 0,0-1 1 0 0,-1 1-1 0 0,1-1 1 0 0,-1 1-1 0 0,0 0 1 0 0,0 0-1 0 0,0 0 0 0 0,0 0 1 0 0,0 0-1 0 0,-1 1 1 0 0,1-1-1 0 0,-1 0 1 0 0,0 1-1 0 0,0-1 1 0 0,1 8-1 0 0,-1 3 41 0 0,0 0 0 0 0,-1 0 0 0 0,0-1 0 0 0,-1 1 0 0 0,-1 0 0 0 0,0 0 1 0 0,-1-1-1 0 0,-5 17 0 0 0,4-14-325 0 0,0 0 0 0 0,1 1 0 0 0,0 0 0 0 0,1 31 1 0 0,2-46-5 0 0,0 1-1 0 0,0-1 1 0 0,0 0 0 0 0,1 1 0 0 0,-1-1 0 0 0,1 1 0 0 0,-1-1 0 0 0,1 0 0 0 0,0 0 0 0 0,0 1 0 0 0,0-1 0 0 0,0 0 0 0 0,1 0 0 0 0,-1 0 0 0 0,1 0-1 0 0,-1 0 1 0 0,1-1 0 0 0,-1 1 0 0 0,1 0 0 0 0,0-1 0 0 0,0 1 0 0 0,0-1 0 0 0,0 0 0 0 0,0 1 0 0 0,0-1 0 0 0,0 0 0 0 0,3 1 0 0 0,12 3-3228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29:40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370 654 2176 0 0,'1'-1'206'0'0,"29"-52"5111"0"0,-29 50-5051 0 0,0 0 0 0 0,1 0 0 0 0,-1-1 0 0 0,0 1 0 0 0,0 0 0 0 0,-1 0 0 0 0,1-1 0 0 0,-1 1 0 0 0,0 0 0 0 0,0-1 0 0 0,0 1 0 0 0,0-1 0 0 0,0 1 0 0 0,-1 0 0 0 0,0-5 0 0 0,0 7-210 0 0,1 0 0 0 0,-1 0 0 0 0,1 0 0 0 0,-1 0-1 0 0,0 0 1 0 0,1 0 0 0 0,-1 0 0 0 0,0 0 0 0 0,0 0 0 0 0,0 0-1 0 0,1 0 1 0 0,-1 1 0 0 0,0-1 0 0 0,0 0 0 0 0,0 1 0 0 0,0-1 0 0 0,0 0-1 0 0,-1 1 1 0 0,1-1 0 0 0,0 1 0 0 0,0 0 0 0 0,-2-1 0 0 0,0 1-10 0 0,0 0 0 0 0,0 0 1 0 0,0 0-1 0 0,0 0 0 0 0,0 0 0 0 0,0 1 1 0 0,0-1-1 0 0,1 1 0 0 0,-4 1 1 0 0,-5 2 18 0 0,0 1 0 0 0,1 0 1 0 0,-18 12-1 0 0,-4 6 33 0 0,0 2 0 0 0,2 1 0 0 0,-34 37 0 0 0,44-40-40 0 0,1 0-1 0 0,1 1 1 0 0,1 1 0 0 0,1 0-1 0 0,-13 29 1 0 0,26-48-24 0 0,1-1-1 0 0,0 1 1 0 0,0 0-1 0 0,0 0 1 0 0,1 0 0 0 0,0 0-1 0 0,0 0 1 0 0,0 0-1 0 0,1 0 1 0 0,0 10 0 0 0,0-14-20 0 0,1-1 0 0 0,-1 1 0 0 0,1 0 0 0 0,-1-1 0 0 0,1 1 0 0 0,-1-1 0 0 0,1 1 1 0 0,0-1-1 0 0,0 1 0 0 0,0-1 0 0 0,0 0 0 0 0,0 1 0 0 0,0-1 0 0 0,0 0 0 0 0,0 0 1 0 0,0 0-1 0 0,2 2 0 0 0,0-2-4 0 0,-1 0 0 0 0,1 0 0 0 0,-1 0 1 0 0,1 0-1 0 0,-1 0 0 0 0,1-1 0 0 0,0 1 0 0 0,-1-1 1 0 0,1 0-1 0 0,-1 0 0 0 0,1 0 0 0 0,0 0 0 0 0,-1 0 1 0 0,4-1-1 0 0,7-2-4 0 0,-1 0 1 0 0,1 0-1 0 0,-1-2 1 0 0,0 1-1 0 0,-1-1 0 0 0,1-1 1 0 0,-1 0-1 0 0,0-1 1 0 0,0 0-1 0 0,17-16 1 0 0,0-2-42 0 0,-2-1 0 0 0,35-44 0 0 0,-24 19-14 0 0,-2-2-1 0 0,-2-1 0 0 0,-3-1 0 0 0,-2-1 0 0 0,-3-2 0 0 0,-2-1 1 0 0,30-120-1 0 0,-46 149 101 0 0,-1 0-1 0 0,-1 1 1 0 0,-2-2 0 0 0,-1-47 0 0 0,-2 76-47 0 0,1 1 0 0 0,-1 0 0 0 0,0 0 0 0 0,-1 0 0 0 0,1 0 0 0 0,0 0 0 0 0,0-1 0 0 0,0 1 0 0 0,-1 0 0 0 0,1 0 0 0 0,-1 0 0 0 0,1 0 0 0 0,-1 0 0 0 0,1 0-1 0 0,-1 0 1 0 0,1 0 0 0 0,-1 0 0 0 0,-1-1 0 0 0,1 2-2 0 0,1 0 0 0 0,-1-1 0 0 0,0 1 0 0 0,1 0-1 0 0,-1 0 1 0 0,1 0 0 0 0,-1 0 0 0 0,0 0 0 0 0,1 0-1 0 0,-1 0 1 0 0,1 0 0 0 0,-1 0 0 0 0,0 1 0 0 0,1-1-1 0 0,-1 0 1 0 0,1 0 0 0 0,-1 0 0 0 0,1 1 0 0 0,-1-1-1 0 0,1 0 1 0 0,-1 1 0 0 0,1-1 0 0 0,-1 0 0 0 0,0 1-1 0 0,-3 3 8 0 0,-1 1 0 0 0,1-1 0 0 0,0 1 0 0 0,0 0-1 0 0,-3 6 1 0 0,-12 21 18 0 0,2 1 0 0 0,1 1 1 0 0,2 0-1 0 0,2 1 0 0 0,-11 44 0 0 0,8-8 70 0 0,-11 123 0 0 0,23-153 37 0 0,2 1 0 0 0,5 54 1 0 0,-2-78-343 0 0,1-1 0 0 0,0 1-1 0 0,1-1 1 0 0,1 0 0 0 0,1 0 0 0 0,0-1 0 0 0,1 0 0 0 0,10 17 0 0 0,-14-28-768 0 0,1 1 1 0 0,0 0 0 0 0,1-1 0 0 0,0 0 0 0 0,9 8-1 0 0,8 2-5129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19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327 426 320 0 0,'11'-20'7372'0'0,"1"-9"-5936"0"0,3-4-1603 0 0,106-232 308 0 0,-84 187-152 0 0,-36 77-9 0 0,7 20-5 0 0,-12 71 84 0 0,-18 105 0 0 0,10-109-8 0 0,-29 170 147 0 0,10-70 75 0 0,2-36 325 0 0,29-149-582 0 0,0-1 1 0 0,-1 1-1 0 0,1 0 1 0 0,-1 0-1 0 0,1 0 1 0 0,-1 0-1 0 0,1 0 1 0 0,-1-1-1 0 0,0 1 1 0 0,1 0-1 0 0,-1-1 1 0 0,0 1-1 0 0,0 0 1 0 0,1-1-1 0 0,-1 1 1 0 0,0-1-1 0 0,0 1 1 0 0,0-1 0 0 0,0 1-1 0 0,0-1 1 0 0,0 0-1 0 0,-1 1 1 0 0,-18 5-6 0 0,20-6-10 0 0,-60 9 71 0 0,13 0-129 0 0,1 1 1 0 0,-1 3 0 0 0,2 2 0 0 0,-55 25-1 0 0,90-31 56 0 0,10-8 2 0 0,0-1-1 0 0,0 0 0 0 0,0 0 1 0 0,0 0-1 0 0,0 1 0 0 0,0-1 1 0 0,0 0-1 0 0,0 0 0 0 0,0 0 0 0 0,0 1 1 0 0,0-1-1 0 0,0 0 0 0 0,0 0 1 0 0,0 0-1 0 0,0 1 0 0 0,0-1 1 0 0,0 0-1 0 0,0 0 0 0 0,0 0 1 0 0,0 1-1 0 0,1-1 0 0 0,-1 0 1 0 0,0 0-1 0 0,0 0 0 0 0,0 0 0 0 0,0 1 1 0 0,0-1-1 0 0,0 0 0 0 0,1 0 1 0 0,-1 0-1 0 0,0 0 0 0 0,0 0 1 0 0,0 0-1 0 0,0 0 0 0 0,1 1 1 0 0,-1-1-1 0 0,0 0 0 0 0,0 0 0 0 0,0 0 1 0 0,1 0-1 0 0,-1 0 0 0 0,0 0 1 0 0,0 0-1 0 0,0 0 0 0 0,1 0 1 0 0,-1 0-1 0 0,0 0 0 0 0,0 0 1 0 0,0 0-1 0 0,1 0 0 0 0,-1 0 1 0 0,0 0-1 0 0,0 0 0 0 0,0-1 0 0 0,1 1 1 0 0,-1 0-1 0 0,0 0 0 0 0,0 0 1 0 0,0 0-1 0 0,0 0 0 0 0,1 0 1 0 0,-1-1-1 0 0,55-10 159 0 0,58-21 0 0 0,-42 11-133 0 0,617-178 10 0 0,-505 146 1121 0 0,-169 48-892 0 0,-1 0 0 0 0,0 0 0 0 0,13-8 0 0 0,-24 12-220 0 0,-2 1-18 0 0,0 0-24 0 0,1-1-1 0 0,-1 1 0 0 0,0 0 1 0 0,1 0-1 0 0,-1-1 0 0 0,0 1 0 0 0,0 0 1 0 0,0-1-1 0 0,1 1 0 0 0,-1 0 0 0 0,0-1 1 0 0,0 1-1 0 0,0 0 0 0 0,0-1 1 0 0,1 1-1 0 0,-1 0 0 0 0,0-1 0 0 0,0 1 1 0 0,0 0-1 0 0,0-1 0 0 0,0 1 0 0 0,0-1 1 0 0,0 1-1 0 0,0 0 0 0 0,0-1 1 0 0,0 1-1 0 0,0 0 0 0 0,0-1 0 0 0,0 1 1 0 0,-1 0-1 0 0,1-1 0 0 0,0 1 0 0 0,0-1 1 0 0,0 1-1 0 0,0 0 0 0 0,-1 0 1 0 0,1-1-1 0 0,0 1 0 0 0,0 0 0 0 0,-1-1 1 0 0,1 1-1 0 0,-1-1-67 0 0,0 1-91 0 0,0 0 0 0 0,-1 0 0 0 0,1 0 0 0 0,0 1 0 0 0,0-1-1 0 0,0 0 1 0 0,0 1 0 0 0,0-1 0 0 0,0 1 0 0 0,0-1 0 0 0,0 1 0 0 0,0-1-1 0 0,0 1 1 0 0,0 0 0 0 0,0 0 0 0 0,0-1 0 0 0,1 1 0 0 0,-2 1 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20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72 1012 0 0,'0'0'4342'0'0,"-11"-4"-3073"0"0,-29 19-431 0 0,38-14-802 0 0,-14 5 632 0 0,20-6-608 0 0,0-1-1 0 0,0 0 1 0 0,0-1-1 0 0,0 1 0 0 0,0-1 1 0 0,0 0-1 0 0,0 0 1 0 0,0 0-1 0 0,-1 0 1 0 0,1-1-1 0 0,-1 1 0 0 0,0-1 1 0 0,1 0-1 0 0,-1 0 1 0 0,0 0-1 0 0,-1-1 0 0 0,5-5 1 0 0,-7 8-55 0 0,1 0 1 0 0,-1 0-1 0 0,0 0 1 0 0,0 0-1 0 0,0 0 1 0 0,1 0-1 0 0,-1 0 1 0 0,0 0-1 0 0,-1 0 1 0 0,1 0-1 0 0,0 0 1 0 0,0 0-1 0 0,0 0 1 0 0,0 0-1 0 0,-1 0 1 0 0,1 0-1 0 0,-1 0 0 0 0,1 0 1 0 0,0 0-1 0 0,-1 0 1 0 0,0 0-1 0 0,0 0 1 0 0,0-1-3 0 0,1 1 1 0 0,-1 0-1 0 0,0 0 1 0 0,0 0-1 0 0,0 0 0 0 0,0 0 1 0 0,0 0-1 0 0,0 0 1 0 0,0 1-1 0 0,-1-1 1 0 0,1 0-1 0 0,0 1 1 0 0,0-1-1 0 0,-1 0 0 0 0,1 1 1 0 0,0-1-1 0 0,-1 1 1 0 0,1 0-1 0 0,0 0 1 0 0,-3-1-1 0 0,2 1 0 0 0,-1 0 2 0 0,-14 0 6 0 0,14 0-11 0 0,-1 1-1 0 0,0-1 1 0 0,1 1-1 0 0,-1 0 1 0 0,1 0-1 0 0,-1 0 0 0 0,1 0 1 0 0,-1 0-1 0 0,1 1 1 0 0,0 0-1 0 0,-1 0 1 0 0,1 0-1 0 0,-4 3 1 0 0,5-3 0 0 0,0-1 1 0 0,0 1 0 0 0,0 0 0 0 0,1 0 0 0 0,-1 0-1 0 0,0 0 1 0 0,1 0 0 0 0,0 0 0 0 0,-1 0 0 0 0,1 1-1 0 0,0-1 1 0 0,0 0 0 0 0,0 1 0 0 0,0-1-1 0 0,1 1 1 0 0,-1-1 0 0 0,0 5 0 0 0,1-7 0 0 0,1 1 0 0 0,-1 0 0 0 0,0-1 1 0 0,1 1-1 0 0,-1 0 0 0 0,0-1 0 0 0,1 1 0 0 0,-1-1 0 0 0,1 1 1 0 0,-1 0-1 0 0,1-1 0 0 0,-1 1 0 0 0,1-1 0 0 0,0 0 0 0 0,-1 1 1 0 0,1-1-1 0 0,-1 1 0 0 0,1-1 0 0 0,0 0 0 0 0,-1 0 0 0 0,1 1 1 0 0,0-1-1 0 0,0 0 0 0 0,-1 0 0 0 0,1 0 0 0 0,1 0 0 0 0,22 2 7 0 0,-19-3 2 0 0,1 0-1 0 0,-1 0 0 0 0,0-1 1 0 0,0 0-1 0 0,0 0 1 0 0,0 0-1 0 0,0 0 1 0 0,-1-1-1 0 0,1 0 0 0 0,-1 0 1 0 0,1 0-1 0 0,-1 0 1 0 0,5-6-1 0 0,-9 9-7 0 0,1-1 0 0 0,-1 1 0 0 0,1-1 1 0 0,-1 1-1 0 0,1-1 0 0 0,-1 1 0 0 0,0-1 0 0 0,1 1 0 0 0,-1-1 0 0 0,0 0 0 0 0,0 1 0 0 0,1-1 0 0 0,-1 0 0 0 0,0 1 1 0 0,0-1-1 0 0,0 0 0 0 0,0 1 0 0 0,0-1 0 0 0,0 0 0 0 0,0-1 0 0 0,0 0 10 0 0,0 1-11 0 0,0-1 1 0 0,-1 1 0 0 0,1 0 0 0 0,0-1 0 0 0,-1 1 0 0 0,1 0-1 0 0,-1-1 1 0 0,1 1 0 0 0,-1 0 0 0 0,0 0 0 0 0,0 0-1 0 0,1 0 1 0 0,-1-1 0 0 0,0 1 0 0 0,0 0 0 0 0,0 0 0 0 0,0 1-1 0 0,0-1 1 0 0,0 0 0 0 0,-1 0 0 0 0,1 0 0 0 0,0 1 0 0 0,0-1-1 0 0,0 1 1 0 0,-1-1 0 0 0,1 1 0 0 0,0-1 0 0 0,-1 1-1 0 0,1 0 1 0 0,0-1 0 0 0,-1 1 0 0 0,1 0 0 0 0,-1 0 0 0 0,1 0-1 0 0,0 0 1 0 0,-1 0 0 0 0,1 1 0 0 0,-2-1 0 0 0,0 0-5 0 0,-4 0 36 0 0,0 1 0 0 0,0 0 0 0 0,1 0 0 0 0,-1 0 0 0 0,0 1 0 0 0,1-1 0 0 0,0 2 0 0 0,-1-1 1 0 0,1 1-1 0 0,0 0 0 0 0,0 0 0 0 0,-10 8 0 0 0,12-9-106 0 0,1 1 0 0 0,0 0 0 0 0,-1 0 1 0 0,1 1-1 0 0,0-1 0 0 0,1 1 0 0 0,-1-1 0 0 0,-4 9 0 0 0,6-10-181 0 0,0 1-1 0 0,0-1 1 0 0,0 1 0 0 0,0 0-1 0 0,1 0 1 0 0,-1-1-1 0 0,1 1 1 0 0,0 0 0 0 0,0 0-1 0 0,0 0 1 0 0,0-1-1 0 0,0 1 1 0 0,0 0 0 0 0,1 0-1 0 0,0 2 1 0 0,3 7-2800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31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631 242 1884 0 0,'5'-3'3859'0'0,"-5"2"-3604"0"0,1 1 0 0 0,-1 0 1 0 0,1 0-1 0 0,0 0 0 0 0,-1 0 1 0 0,1 0-1 0 0,0 0 0 0 0,0 0 1 0 0,1 2-71 0 0,-1 0 1 0 0,0 0 0 0 0,0 0 0 0 0,0 0 0 0 0,0 1-1 0 0,-1-1 1 0 0,1 0 0 0 0,0 0 0 0 0,-1 1-1 0 0,0-1 1 0 0,1 0 0 0 0,-1 1 0 0 0,0-1-1 0 0,0 0 1 0 0,-1 1 0 0 0,0 3 0 0 0,-9 46 1027 0 0,8-43-960 0 0,-51 213 1546 0 0,-150 537-474 0 0,184-704-1239 0 0,-2 0 0 0 0,-45 83 0 0 0,63-131 8 0 0,-1 1-1 0 0,-1-2 1 0 0,1 1 0 0 0,-1 0 0 0 0,0-1 0 0 0,-1 0 0 0 0,1 0 0 0 0,-1 0-1 0 0,0-1 1 0 0,-1 0 0 0 0,-11 7 0 0 0,16-11-76 0 0,0-1 0 0 0,0 1 0 0 0,-1-1 0 0 0,1 0 0 0 0,0 0 0 0 0,0 0 0 0 0,0 0 0 0 0,-1 0 0 0 0,1 0 0 0 0,0-1 0 0 0,0 1 0 0 0,0-1 0 0 0,-1 0 0 0 0,1 1 0 0 0,0-1 0 0 0,0 0 0 0 0,0 0 0 0 0,0 0 0 0 0,0-1 0 0 0,1 1 0 0 0,-4-3 0 0 0,-1-1 6 0 0,0 0-1 0 0,0-1 1 0 0,0 1-1 0 0,-6-11 1 0 0,0-1-20 0 0,2-1 0 0 0,0-1 0 0 0,0 0 0 0 0,2 0 0 0 0,1 0 1 0 0,-7-27-1 0 0,2-6-21 0 0,-8-68 1 0 0,13 54 12 0 0,2-1 1 0 0,3 0-1 0 0,3 0 1 0 0,13-87-1 0 0,-7 112-7 0 0,1 1-1 0 0,3 0 1 0 0,1 1-1 0 0,2 0 1 0 0,1 1 0 0 0,3 0-1 0 0,1 2 1 0 0,24-37-1 0 0,-15 36 5 0 0,0 2-1 0 0,3 0 0 0 0,1 3 1 0 0,1 0-1 0 0,2 2 0 0 0,1 2 1 0 0,1 1-1 0 0,1 2 0 0 0,2 2 1 0 0,1 1-1 0 0,0 2 0 0 0,1 2 1 0 0,54-16-1 0 0,-55 23 10 0 0,1 1 1 0 0,0 3-1 0 0,1 1 0 0 0,0 2 0 0 0,0 2 0 0 0,50 2 1 0 0,-57 3 3 0 0,-1 2 0 0 0,1 2 1 0 0,-1 1-1 0 0,-1 1 1 0 0,0 2-1 0 0,0 2 1 0 0,60 29-1 0 0,-80-34 2 0 0,0 1-1 0 0,0 0 1 0 0,-1 1-1 0 0,-1 1 1 0 0,1 0-1 0 0,-2 1 1 0 0,13 13-1 0 0,-20-19 1 0 0,0 1-1 0 0,0-1 1 0 0,0 1-1 0 0,-1-1 1 0 0,0 1 0 0 0,0 0-1 0 0,0 1 1 0 0,-1-1-1 0 0,0 0 1 0 0,0 1-1 0 0,-1-1 1 0 0,1 1-1 0 0,-1 0 1 0 0,-1-1-1 0 0,0 1 1 0 0,1 0-1 0 0,-2 0 1 0 0,1-1-1 0 0,-3 11 1 0 0,-3 4 2 0 0,-1-1 0 0 0,0 0-1 0 0,-2 0 1 0 0,0-1 0 0 0,-2 0 0 0 0,0 0-1 0 0,-1-1 1 0 0,0-1 0 0 0,-2 0 0 0 0,-16 16-1 0 0,-8 5-15 0 0,-2-2 0 0 0,-84 59 0 0 0,49-46 8 0 0,-2-4 0 0 0,-2-3 0 0 0,-1-3 0 0 0,-3-4 0 0 0,-167 46 0 0 0,217-72 6 0 0,-65 7 0 0 0,88-15-1 0 0,0 0 0 0 0,0-1 0 0 0,0-1 0 0 0,0 1 0 0 0,0-2 0 0 0,0 1 0 0 0,0-1-1 0 0,1-1 1 0 0,-1 0 0 0 0,-18-8 0 0 0,26 10-6 0 0,0 0-1 0 0,0 0 1 0 0,0 0-1 0 0,0 0 1 0 0,1-1-1 0 0,-1 1 1 0 0,0-1-1 0 0,1 1 0 0 0,-1-1 1 0 0,1 0-1 0 0,-1 1 1 0 0,1-1-1 0 0,0 0 1 0 0,0 0-1 0 0,0 0 1 0 0,0 0-1 0 0,0 0 1 0 0,0 0-1 0 0,1 0 1 0 0,-1 0-1 0 0,0-1 1 0 0,1 1-1 0 0,0 0 0 0 0,0 0 1 0 0,-1 0-1 0 0,1-1 1 0 0,1 1-1 0 0,-1 0 1 0 0,0 0-1 0 0,0-1 1 0 0,2-2-1 0 0,-1 3 1 0 0,0-1 1 0 0,0 1-1 0 0,1 0 0 0 0,-1-1 1 0 0,1 1-1 0 0,-1 0 0 0 0,1 0 0 0 0,0 0 1 0 0,0 0-1 0 0,0 1 0 0 0,0-1 1 0 0,0 0-1 0 0,0 1 0 0 0,0-1 0 0 0,1 1 1 0 0,-1 0-1 0 0,0 0 0 0 0,1 0 1 0 0,-1 0-1 0 0,1 0 0 0 0,-1 1 0 0 0,1-1 1 0 0,0 1-1 0 0,-1-1 0 0 0,1 1 0 0 0,-1 0 1 0 0,1 0-1 0 0,4 1 0 0 0,5-1 2 0 0,0 2-1 0 0,-1 0 0 0 0,1 0 0 0 0,0 1 1 0 0,-1 0-1 0 0,0 1 0 0 0,0 1 1 0 0,0 0-1 0 0,0 0 0 0 0,11 8 0 0 0,-8-3 15 0 0,0 1-1 0 0,0 0 0 0 0,-2 1 0 0 0,1 0 0 0 0,-1 1 1 0 0,12 18-1 0 0,2 10 48 0 0,-1 1 0 0 0,-2 2 1 0 0,-2 0-1 0 0,16 50 0 0 0,-16-35 81 0 0,-8-20-448 0 0,2-1 0 0 0,28 52 0 0 0,-38-81-128 0 0,0 0 0 0 0,1 0-1 0 0,0-1 1 0 0,0 0 0 0 0,1 0 0 0 0,0 0-1 0 0,1-1 1 0 0,0 0 0 0 0,0 0 0 0 0,0-1 0 0 0,1 0-1 0 0,0-1 1 0 0,0 0 0 0 0,15 6 0 0 0,-17-9-353 0 0,0 0 1 0 0,-1 0 0 0 0,1-1 0 0 0,0 0-1 0 0,7 0 1 0 0,12-1-3319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32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289 233 2108 0 0,'11'-19'2399'0'0,"-2"0"0"0"0,13-38 1 0 0,-20 50-1957 0 0,-1 1 1 0 0,1-1-1 0 0,-1 1 1 0 0,0-1 0 0 0,0 0-1 0 0,-1 0 1 0 0,0 1-1 0 0,0-1 1 0 0,-1 0 0 0 0,0 0-1 0 0,0 1 1 0 0,0-1-1 0 0,-3-6 1 0 0,3 12-410 0 0,1 0-1 0 0,-1 0 1 0 0,1 1-1 0 0,-1-1 1 0 0,0 0 0 0 0,1 0-1 0 0,-1 1 1 0 0,0-1-1 0 0,0 0 1 0 0,0 1-1 0 0,1-1 1 0 0,-1 1 0 0 0,0-1-1 0 0,0 1 1 0 0,0 0-1 0 0,0-1 1 0 0,0 1-1 0 0,0 0 1 0 0,0 0 0 0 0,0-1-1 0 0,0 1 1 0 0,0 0-1 0 0,0 0 1 0 0,0 0-1 0 0,0 0 1 0 0,0 0 0 0 0,0 0-1 0 0,0 1 1 0 0,1-1-1 0 0,-1 0 1 0 0,-2 1 0 0 0,-1 0 20 0 0,0 0 0 0 0,0 0 0 0 0,0 1 0 0 0,0 0 0 0 0,-7 4 1 0 0,-10 8 32 0 0,1 2 0 0 0,1 0 0 0 0,0 2 0 0 0,2 0 0 0 0,-20 24 1 0 0,9-4 17 0 0,-45 77 1 0 0,66-101-82 0 0,0 0 0 0 0,-8 23 1 0 0,13-32-22 0 0,1-1 0 0 0,-1 1 1 0 0,1-1-1 0 0,1 1 0 0 0,-1 0 0 0 0,1-1 1 0 0,-1 1-1 0 0,2 0 0 0 0,-1-1 0 0 0,0 1 1 0 0,1 0-1 0 0,0-1 0 0 0,1 6 0 0 0,-1-9-1 0 0,0 1 0 0 0,0 0 0 0 0,0 0 0 0 0,0 0-1 0 0,0-1 1 0 0,0 1 0 0 0,1-1 0 0 0,-1 1 0 0 0,1-1 0 0 0,-1 0-1 0 0,1 1 1 0 0,0-1 0 0 0,-1 0 0 0 0,1 0 0 0 0,0 0-1 0 0,0 0 1 0 0,0 0 0 0 0,0-1 0 0 0,-1 1 0 0 0,1 0 0 0 0,0-1-1 0 0,0 1 1 0 0,0-1 0 0 0,1 0 0 0 0,-1 0 0 0 0,0 0 0 0 0,0 0-1 0 0,0 0 1 0 0,0 0 0 0 0,0-1 0 0 0,0 1 0 0 0,0-1-1 0 0,3-1 1 0 0,4 0-4 0 0,0-1-1 0 0,-1 0 0 0 0,0-1 1 0 0,0 0-1 0 0,0 0 0 0 0,12-9 1 0 0,-6 1-4 0 0,0 0 1 0 0,-1-1-1 0 0,0 0 1 0 0,-1-1 0 0 0,0 0-1 0 0,-1-1 1 0 0,16-31-1 0 0,0-9-22 0 0,21-60 0 0 0,-21 49 20 0 0,-27 65 10 0 0,0 0-1 0 0,0 0 1 0 0,1 0-1 0 0,-1 0 1 0 0,1 0-1 0 0,-1 0 1 0 0,1 0-1 0 0,-1 1 1 0 0,1-1-1 0 0,-1 0 1 0 0,1 0-1 0 0,0 0 0 0 0,0 1 1 0 0,-1-1-1 0 0,1 0 1 0 0,0 1-1 0 0,0-1 1 0 0,0 0-1 0 0,0 1 1 0 0,0 0-1 0 0,1-1 1 0 0,-1 1 1 0 0,-1 0 0 0 0,1 0 1 0 0,0 0-1 0 0,0 0 0 0 0,-1 0 1 0 0,1 1-1 0 0,0-1 0 0 0,-1 0 1 0 0,1 1-1 0 0,0-1 0 0 0,-1 1 1 0 0,1-1-1 0 0,0 0 0 0 0,-1 1 1 0 0,1 0-1 0 0,-1-1 0 0 0,1 1 1 0 0,-1-1-1 0 0,1 1 0 0 0,-1-1 1 0 0,1 2-1 0 0,2 4 18 0 0,0-1-1 0 0,0 1 1 0 0,0-1-1 0 0,-1 1 1 0 0,2 10 0 0 0,4 27 48 0 0,-2 0 0 0 0,-2 0 0 0 0,-3 70 0 0 0,-1-95-66 0 0,0-16-32 0 0,1-4-4 0 0,36-81-47 0 0,8-18-50 0 0,-37 87 111 0 0,0 0 0 0 0,1 0-1 0 0,1 1 1 0 0,20-21 0 0 0,-23 27 17 0 0,0 0 1 0 0,0 1-1 0 0,1-1 0 0 0,0 2 0 0 0,1 0 1 0 0,-1 0-1 0 0,1 0 0 0 0,0 1 1 0 0,0 0-1 0 0,15-4 0 0 0,-19 7 12 0 0,1 0 1 0 0,-1 0-1 0 0,0 1 0 0 0,0-1 0 0 0,1 1 0 0 0,-1 1 1 0 0,0-1-1 0 0,0 1 0 0 0,1 0 0 0 0,-1 0 0 0 0,0 0 0 0 0,0 1 1 0 0,0 0-1 0 0,0 0 0 0 0,0 0 0 0 0,-1 0 0 0 0,1 1 1 0 0,-1 0-1 0 0,1 0 0 0 0,-1 0 0 0 0,6 6 0 0 0,-5-4 11 0 0,0 1-1 0 0,0 0 0 0 0,0 1 0 0 0,0-1 0 0 0,-1 1 1 0 0,0 0-1 0 0,-1 0 0 0 0,0 0 0 0 0,0 0 1 0 0,0 1-1 0 0,-1-1 0 0 0,0 1 0 0 0,0 0 1 0 0,-1-1-1 0 0,0 1 0 0 0,0 0 0 0 0,-1 0 0 0 0,0 0 1 0 0,-1 0-1 0 0,1 0 0 0 0,-4 11 0 0 0,1-6 4 0 0,0 0 0 0 0,-1 0 0 0 0,-1-1 0 0 0,0 1 0 0 0,0-1-1 0 0,-1-1 1 0 0,-1 1 0 0 0,0-1 0 0 0,-1 0 0 0 0,0-1-1 0 0,0 0 1 0 0,-13 12 0 0 0,-5-3 16 0 0,25-18-42 0 0,0 0 0 0 0,-1-1 1 0 0,1 1-1 0 0,0-1 0 0 0,-1 1 0 0 0,1-1 0 0 0,0 1 0 0 0,-1-1 0 0 0,1 0 0 0 0,-1 0 1 0 0,1 0-1 0 0,-1 1 0 0 0,1-2 0 0 0,0 1 0 0 0,-1 0 0 0 0,1 0 0 0 0,-1 0 1 0 0,-1-1-1 0 0,3 0 0 0 0,-1 1 1 0 0,0-1-1 0 0,1 1 1 0 0,-1-1-1 0 0,1 0 1 0 0,-1 1-1 0 0,1-1 1 0 0,-1 0-1 0 0,1 1 0 0 0,-1-1 1 0 0,1 0-1 0 0,0 0 1 0 0,-1 0-1 0 0,1 1 1 0 0,0-1-1 0 0,0 0 1 0 0,0 0-1 0 0,0 0 1 0 0,0 0-1 0 0,0 0 1 0 0,0 1-1 0 0,0-1 1 0 0,0 0-1 0 0,0-1 1 0 0,4-24-28 0 0,-3 21 25 0 0,5-19-15 0 0,1 1-1 0 0,1-1 1 0 0,1 1 0 0 0,1 1 0 0 0,1 0-1 0 0,0 0 1 0 0,2 1 0 0 0,1 1-1 0 0,0 0 1 0 0,2 0 0 0 0,0 2 0 0 0,1 0-1 0 0,1 1 1 0 0,0 1 0 0 0,30-20-1 0 0,-44 33 42 0 0,0 1-1 0 0,0 0 1 0 0,0-1-1 0 0,1 2 1 0 0,-1-1-1 0 0,1 0 1 0 0,-1 1-1 0 0,1 0 1 0 0,-1 0 0 0 0,1 1-1 0 0,0-1 1 0 0,0 1-1 0 0,-1 0 1 0 0,8 1-1 0 0,-9-1 4 0 0,-1 0-1 0 0,0 1 0 0 0,0 0 1 0 0,1 0-1 0 0,-1 0 1 0 0,0 0-1 0 0,0 0 1 0 0,0 0-1 0 0,0 0 0 0 0,0 1 1 0 0,0-1-1 0 0,0 1 1 0 0,-1-1-1 0 0,1 1 1 0 0,0 0-1 0 0,-1 0 0 0 0,1-1 1 0 0,-1 1-1 0 0,0 0 1 0 0,0 1-1 0 0,0-1 1 0 0,0 0-1 0 0,0 0 0 0 0,0 0 1 0 0,0 0-1 0 0,-1 1 1 0 0,1-1-1 0 0,-1 0 1 0 0,0 1-1 0 0,1 2 0 0 0,-1 17 57 0 0,-1-1 0 0 0,0 1 0 0 0,-2-1-1 0 0,0 0 1 0 0,-8 26 0 0 0,-2 14 43 0 0,9-43-86 0 0,3-13-50 0 0,-1 0 1 0 0,1 0-1 0 0,0 0 1 0 0,1 0-1 0 0,-1 0 1 0 0,1 0-1 0 0,0 0 0 0 0,0 0 1 0 0,0 0-1 0 0,1 0 1 0 0,0 0-1 0 0,0 0 1 0 0,0 0-1 0 0,3 6 1 0 0,-3-10-50 0 0,0 0 1 0 0,0-1 0 0 0,0 1-1 0 0,0 0 1 0 0,0-1 0 0 0,1 1-1 0 0,-1-1 1 0 0,0 1 0 0 0,1-1-1 0 0,-1 0 1 0 0,0 1 0 0 0,1-1-1 0 0,-1 0 1 0 0,0 0-1 0 0,1 0 1 0 0,-1 0 0 0 0,1 0-1 0 0,-1 0 1 0 0,0 0 0 0 0,1-1-1 0 0,-1 1 1 0 0,2-1 0 0 0,31-9-1306 0 0,-17 3 613 0 0,-1 0 0 0 0,0-2 0 0 0,-1 0 0 0 0,0-1 0 0 0,0 0 0 0 0,24-24-1 0 0,-13 8-1289 0 0,-1-1 0 0 0,30-42 0 0 0,-23 21-1382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33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206 299 1500 0 0,'91'-296'15441'0'0,"-91"294"-14705"0"0,3 14 55 0 0,-3-2-481 0 0,-1 0-1 0 0,0 1 0 0 0,-1-1 1 0 0,0 0-1 0 0,-5 16 0 0 0,2-6 18 0 0,-178 649 1612 0 0,118-442-1917 0 0,56-196-940 0 0,-6 26-1967 0 0,5-18-7537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33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95 2024 0 0,'34'-43'6375'0'0,"8"-9"1800"0"0,-62 69-7058 0 0,-207 151 68 0 0,160-123-1078 0 0,-66 43 32 0 0,132-88-137 0 0,0 1 0 0 0,1-1 0 0 0,-1 0 0 0 0,1 0 0 0 0,-1 1 0 0 0,0-1-1 0 0,1 0 1 0 0,-1 1 0 0 0,1-1 0 0 0,-1 0 0 0 0,1 1 0 0 0,-1-1 0 0 0,1 1-1 0 0,-1-1 1 0 0,1 1 0 0 0,0-1 0 0 0,-1 1 0 0 0,1-1 0 0 0,0 1 0 0 0,-1-1-1 0 0,1 1 1 0 0,0 0 0 0 0,0-1 0 0 0,0 1 0 0 0,-1 0 0 0 0,2 0-3 0 0,0 0 1 0 0,0 0 0 0 0,1 0 0 0 0,-1 0-1 0 0,0 0 1 0 0,0 0 0 0 0,1 0 0 0 0,-1-1-1 0 0,0 1 1 0 0,1-1 0 0 0,2 2 0 0 0,13 5 27 0 0,-1 1 0 0 0,0 1 0 0 0,0 1 0 0 0,-1 0 1 0 0,-1 1-1 0 0,1 0 0 0 0,23 27 0 0 0,1 6 105 0 0,37 57-1 0 0,-44-57-87 0 0,-24-34-247 0 0,0 0 0 0 0,1-1-1 0 0,0 0 1 0 0,0-1 0 0 0,1 0 0 0 0,0 0 0 0 0,1-1 0 0 0,0 0 0 0 0,0-1 0 0 0,21 9 0 0 0,-19-10-1293 0 0,0-1 0 0 0,1 0 0 0 0,-1-1 1 0 0,1-1-1 0 0,25 2 0 0 0,-12-4-4583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33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29 159 2576 0 0,'-14'-41'9547'0'0,"12"35"-8184"0"0,-1 0 0 0 0,1-1-1 0 0,0 0 1 0 0,0 1 0 0 0,-2-14-1 0 0,5 19-1313 0 0,-1-1 0 0 0,1 1 0 0 0,0 0 0 0 0,-1-1 0 0 0,1 1 0 0 0,0 0 0 0 0,0-1 0 0 0,0 1 0 0 0,0 0 0 0 0,0 0 0 0 0,0 0 0 0 0,0 0 0 0 0,0 0-1 0 0,0 0 1 0 0,0 0 0 0 0,1 0 0 0 0,-1 0 0 0 0,0 1 0 0 0,1-1 0 0 0,-1 0 0 0 0,1 1 0 0 0,-1 0 0 0 0,0-1 0 0 0,4 0 0 0 0,44-10 130 0 0,-41 10-86 0 0,37-8-318 0 0,44-7-24 0 0,-30 12-8808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33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41 2192 0 0,'-26'19'3681'0'0,"19"-15"-2710"0"0,1-1 1 0 0,0 2-1 0 0,1-1 1 0 0,-1 1-1 0 0,1-1 1 0 0,-1 2-1 0 0,1-1 1 0 0,-8 12 866 0 0,16-15-848 0 0,-3-2-972 0 0,0 1 1 0 0,0-1-1 0 0,1 0 0 0 0,-1 0 0 0 0,0 1 1 0 0,0-1-1 0 0,0 0 0 0 0,0 0 0 0 0,0 0 1 0 0,1 1-1 0 0,-1-1 0 0 0,0 0 0 0 0,0 0 1 0 0,0 0-1 0 0,0 1 0 0 0,1-1 0 0 0,-1 0 1 0 0,0 0-1 0 0,0 0 0 0 0,1 0 0 0 0,-1 0 1 0 0,0 1-1 0 0,0-1 0 0 0,1 0 0 0 0,-1 0 1 0 0,0 0-1 0 0,0 0 0 0 0,1 0 0 0 0,-1 0 1 0 0,0 0-1 0 0,0 0 0 0 0,1 0 0 0 0,-1 0 0 0 0,0 0 1 0 0,0 0-1 0 0,1 0 0 0 0,-1 0 0 0 0,0 0 1 0 0,1-1-1 0 0,37-1 358 0 0,-1-3 0 0 0,49-10-1 0 0,-29 3-607 0 0,210-43-6095 0 0,-226 46 3887 0 0,47-11-4487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34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226 103 748 0 0,'-13'-4'1938'0'0,"6"3"-787"0"0,1-1 0 0 0,0 0 1 0 0,0 0-1 0 0,0 0 0 0 0,0-1 1 0 0,1 0-1 0 0,-1 0 1 0 0,0 0-1 0 0,-5-6 0 0 0,10 8-1039 0 0,0 0 1 0 0,0 1-1 0 0,1-1 0 0 0,-1 0 0 0 0,1 0 0 0 0,-1 0 0 0 0,1 0 1 0 0,-1 0-1 0 0,1 0 0 0 0,0 0 0 0 0,-1 1 0 0 0,1-1 0 0 0,0 0 1 0 0,0-1-1 0 0,0 1 0 0 0,-1 0 0 0 0,1 0 0 0 0,0 0 0 0 0,0 0 0 0 0,1 0 1 0 0,-1 0-1 0 0,0 0 0 0 0,0 0 0 0 0,0 0 0 0 0,1 0 0 0 0,-1 0 1 0 0,0 0-1 0 0,1 1 0 0 0,-1-1 0 0 0,1 0 0 0 0,-1 0 0 0 0,1 0 1 0 0,0 0-1 0 0,-1 0 0 0 0,1 1 0 0 0,1-2 0 0 0,1-1 31 0 0,-1 1 0 0 0,1 0-1 0 0,-1-1 1 0 0,1 1-1 0 0,0 0 1 0 0,0 1 0 0 0,0-1-1 0 0,6-2 1 0 0,5 0-13 0 0,-1 1-1 0 0,1 1 1 0 0,0 0-1 0 0,-1 1 1 0 0,1 1-1 0 0,0 0 1 0 0,0 1-1 0 0,0 0 1 0 0,-1 1 0 0 0,1 0-1 0 0,0 2 1 0 0,-1-1-1 0 0,0 2 1 0 0,0-1-1 0 0,0 2 1 0 0,-1 0-1 0 0,17 10 1 0 0,-20-11-121 0 0,0 1 0 0 0,-1 1 0 0 0,1-1 0 0 0,-1 1 0 0 0,-1 1 0 0 0,1-1 0 0 0,-1 1 0 0 0,0 1 0 0 0,-1-1 1 0 0,0 1-1 0 0,0 0 0 0 0,-1 1 0 0 0,0-1 0 0 0,-1 1 0 0 0,0 0 0 0 0,-1 0 0 0 0,0 1 0 0 0,0-1 0 0 0,-1 1 0 0 0,0-1 0 0 0,-1 1 0 0 0,0 20 0 0 0,-3-13 59 0 0,-1 0 0 0 0,-1 0-1 0 0,0 0 1 0 0,-2 0 0 0 0,0-1-1 0 0,0 0 1 0 0,-2 0 0 0 0,0 0-1 0 0,-1-1 1 0 0,-1 0 0 0 0,-17 21-1 0 0,4-9 441 0 0,-1-1-1 0 0,-1-1 1 0 0,-1-1-1 0 0,-57 41 1 0 0,-87 34 2424 0 0,120-73-2096 0 0,29-16-534 0 0,15-8-198 0 0,-1 0 1 0 0,1 0-1 0 0,0 1 0 0 0,0 0 0 0 0,-8 7 1 0 0,43-7 3 0 0,33-7-37 0 0,83-15-1 0 0,-62 7-66 0 0,638-77 13 0 0,-587 71 39 0 0,-131 17-222 0 0,4-3-591 0 0,2 1-2265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34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3644 0 0,'12'-2'3803'0'0,"1"-1"1"0"0,-1 0-1 0 0,20-9 0 0 0,10-14 1761 0 0,-38 23-5223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38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325 405 408 0 0,'-27'-58'7661'0'0,"23"48"-6940"0"0,0 0-1 0 0,0 1 1 0 0,0 0-1 0 0,-1-1 0 0 0,-1 1 1 0 0,0 1-1 0 0,0-1 1 0 0,0 1-1 0 0,-12-11 0 0 0,17 18-678 0 0,-1 1-1 0 0,1-1 1 0 0,0 0 0 0 0,0 1-1 0 0,0-1 1 0 0,-1 0-1 0 0,1 1 1 0 0,0 0-1 0 0,0-1 1 0 0,-1 1-1 0 0,1 0 1 0 0,0-1-1 0 0,-1 1 1 0 0,1 0 0 0 0,0 0-1 0 0,-1 0 1 0 0,1 0-1 0 0,-1 0 1 0 0,1 1-1 0 0,0-1 1 0 0,-1 0-1 0 0,-1 1 1 0 0,0 1-9 0 0,0-1 1 0 0,0 1 0 0 0,0 0-1 0 0,1 0 1 0 0,-1 0 0 0 0,1 0-1 0 0,-1 0 1 0 0,1 1 0 0 0,-3 2-1 0 0,-3 6 1 0 0,-1 1 0 0 0,2 1-1 0 0,-9 15 1 0 0,15-27-16 0 0,-23 50 40 0 0,1 1-1 0 0,3 1 1 0 0,-14 57 0 0 0,24-69-36 0 0,2 0 0 0 0,2 0 0 0 0,1 0 0 0 0,2 77 0 0 0,4-104-12 0 0,0 0 0 0 0,1 0 1 0 0,1 0-1 0 0,0-1 0 0 0,1 1 0 0 0,0-1 0 0 0,1 0 1 0 0,12 22-1 0 0,-14-29-1 0 0,1-1 1 0 0,-1 1-1 0 0,1-1 1 0 0,0 0-1 0 0,0 0 1 0 0,1-1-1 0 0,0 1 1 0 0,0-1-1 0 0,0 0 1 0 0,0 0 0 0 0,0-1-1 0 0,1 0 1 0 0,-1 1-1 0 0,1-2 1 0 0,0 1-1 0 0,0-1 1 0 0,0 0-1 0 0,0 0 1 0 0,1-1-1 0 0,-1 1 1 0 0,7-1-1 0 0,2-1 15 0 0,-1 0 1 0 0,0-1-1 0 0,1-1 0 0 0,-1 0 0 0 0,0-1 1 0 0,0-1-1 0 0,0 0 0 0 0,-1 0 0 0 0,0-2 1 0 0,1 0-1 0 0,-2 0 0 0 0,22-15 0 0 0,-17 10-2 0 0,-1-1 0 0 0,-1-1 0 0 0,0 0-1 0 0,0-1 1 0 0,-2-1 0 0 0,0 0-1 0 0,0-1 1 0 0,15-27 0 0 0,-16 20-8 0 0,-2 0 0 0 0,0-1 0 0 0,-2 0 1 0 0,0 0-1 0 0,-2-1 0 0 0,-1 0 0 0 0,-1 0 0 0 0,-1 0 0 0 0,-1 0 0 0 0,-2-48 0 0 0,-4 29-7 0 0,-1 0-1 0 0,-2 1 1 0 0,-2 0-1 0 0,-2 0 1 0 0,-24-59-1 0 0,21 66-28 0 0,-34-60 0 0 0,41 84 9 0 0,0 1 0 0 0,0 1 0 0 0,-1-1 0 0 0,-1 1 0 0 0,0 0 0 0 0,0 1 0 0 0,-1 0 0 0 0,-21-14 0 0 0,28 21 9 0 0,-1 0 0 0 0,0 0 0 0 0,0 0 0 0 0,0 1 0 0 0,0-1 0 0 0,0 1 0 0 0,0 0 0 0 0,0 0 0 0 0,0 0 0 0 0,0 1 0 0 0,0 0 1 0 0,-1 0-1 0 0,1 0 0 0 0,-8 1 0 0 0,6 0 6 0 0,0 1 0 0 0,0 0 0 0 0,1 0 0 0 0,-1 0 0 0 0,0 1 0 0 0,1 0 0 0 0,-1 0 0 0 0,1 0 0 0 0,-6 5 0 0 0,-2 4 10 0 0,-1 1-1 0 0,1 0 1 0 0,1 1-1 0 0,1 0 1 0 0,-18 28-1 0 0,12-12-14 0 0,1 0 1 0 0,1 0-1 0 0,2 2 0 0 0,1 0 0 0 0,1 0 0 0 0,-6 35 0 0 0,12-39 9 0 0,0 0 0 0 0,2 0 0 0 0,1 0 0 0 0,2 0 0 0 0,0 0 0 0 0,2 0 0 0 0,9 47 0 0 0,-10-67-3 0 0,2 0 0 0 0,-1 0 0 0 0,1-1 0 0 0,0 1 0 0 0,0-1 0 0 0,1 0-1 0 0,0 0 1 0 0,0 0 0 0 0,1 0 0 0 0,-1-1 0 0 0,2 0 0 0 0,-1 0 0 0 0,11 9-1 0 0,-7-8 2 0 0,0-1 0 0 0,0-1-1 0 0,1 1 1 0 0,0-2-1 0 0,0 1 1 0 0,0-2-1 0 0,0 1 1 0 0,1-1-1 0 0,16 2 1 0 0,-20-3-4 0 0,130 26 9 0 0,-110-20-6 0 0,-1 0-1 0 0,0 2 1 0 0,27 14 0 0 0,4 7 25 0 0,-2 2 0 0 0,-1 3 0 0 0,78 69 0 0 0,-122-97-92 0 0,0 0 0 0 0,0 0 0 0 0,0-1-1 0 0,1-1 1 0 0,1 0 0 0 0,18 8-1 0 0,-23-12-392 0 0,0 0 1 0 0,1 0-1 0 0,-1 0 0 0 0,1-1 0 0 0,7 0 0 0 0,-9-1-415 0 0,0 0 0 0 0,0 0 0 0 0,0-1 0 0 0,0 0 0 0 0,-1 0 0 0 0,1-1 0 0 0,6-1 0 0 0,7-7-4727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38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19 143 2200 0 0,'-18'-73'11163'0'0,"18"71"-11041"0"0,-1 0 1 0 0,1-1-1 0 0,0 1 1 0 0,1 0-1 0 0,-1 0 1 0 0,0 0-1 0 0,0 0 1 0 0,1 0-1 0 0,0 0 1 0 0,-1 0-1 0 0,1 0 1 0 0,0 0-1 0 0,0 0 1 0 0,0 1-1 0 0,0-1 1 0 0,0 0-1 0 0,0 0 1 0 0,0 1-1 0 0,1-1 1 0 0,-1 1-1 0 0,1-1 1 0 0,-1 1-1 0 0,1-1 1 0 0,0 1-1 0 0,-1 0 1 0 0,1 0-1 0 0,3-1 1 0 0,1-1 17 0 0,0 0 1 0 0,0 0 0 0 0,0 1-1 0 0,1 0 1 0 0,-1 0-1 0 0,13-1 1 0 0,-12 2-89 0 0,-1 1 0 0 0,0 0 0 0 0,1 0 0 0 0,-1 0 0 0 0,1 1 0 0 0,-1 0 0 0 0,0 0 0 0 0,0 1 0 0 0,1 0 0 0 0,-1 0 0 0 0,0 0 0 0 0,-1 1 0 0 0,1 0 0 0 0,0 0 0 0 0,-1 0 0 0 0,1 1 0 0 0,-1-1 0 0 0,0 1 0 0 0,7 8 0 0 0,-7-6-2 0 0,0 0-1 0 0,0 1 1 0 0,-1-1 0 0 0,1 1 0 0 0,-2 0 0 0 0,1 0 0 0 0,-1 1 0 0 0,0-1 0 0 0,0 1 0 0 0,-1-1 0 0 0,0 1 0 0 0,-1 0 0 0 0,1 0 0 0 0,-1 0 0 0 0,-1 10 0 0 0,-1 8 143 0 0,-1-1-1 0 0,-2 0 1 0 0,-1 0 0 0 0,0 0 0 0 0,-2-1-1 0 0,-16 39 1 0 0,-73 133 1282 0 0,85-176-1346 0 0,3-6-61 0 0,0 1-1 0 0,0 1 1 0 0,1-1 0 0 0,1 1 0 0 0,-4 17-1 0 0,10-33-63 0 0,0 1 0 0 0,0 0 0 0 0,0-1 0 0 0,0 1 0 0 0,0 0 0 0 0,0 0 0 0 0,0-1 0 0 0,0 1 0 0 0,0 0 0 0 0,0-1 0 0 0,0 1 0 0 0,0 0 0 0 0,1-1-1 0 0,-1 1 1 0 0,0 0 0 0 0,0-1 0 0 0,1 1 0 0 0,-1-1 0 0 0,0 1 0 0 0,1 0 0 0 0,-1-1 0 0 0,1 1 0 0 0,-1-1 0 0 0,0 1 0 0 0,1-1 0 0 0,-1 1 0 0 0,1-1-1 0 0,1 1 1 0 0,0 0 1 0 0,0 0 0 0 0,0 0 0 0 0,0-1-1 0 0,0 1 1 0 0,1-1 0 0 0,-1 1 0 0 0,0-1 0 0 0,0 0-1 0 0,4 0 1 0 0,6 0 9 0 0,0-1 0 0 0,19-4-1 0 0,-27 4-2 0 0,63-13-1370 0 0,95-35 0 0 0,-13-7-8968 0 0,-100 35 2587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38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6 126 3640 0 0,'1'-3'1300'0'0,"0"-1"0"0"0,-1 0 1 0 0,0 0-1 0 0,0 0 0 0 0,0 0 0 0 0,0 0 0 0 0,0 0 0 0 0,-1 0 0 0 0,0 0 0 0 0,-2-6 0 0 0,3 9-1155 0 0,-1 0 0 0 0,1-1 0 0 0,0 1 0 0 0,-1-1 1 0 0,1 1-1 0 0,0 0 0 0 0,0-1 0 0 0,0 1 0 0 0,0-1 0 0 0,0 1 0 0 0,0-1 0 0 0,0 1 1 0 0,1 0-1 0 0,-1-1 0 0 0,0 1 0 0 0,1 0 0 0 0,-1-1 0 0 0,1 1 0 0 0,0 0 0 0 0,-1-1 1 0 0,1 1-1 0 0,0 0 0 0 0,0 0 0 0 0,-1 0 0 0 0,1 0 0 0 0,0 0 0 0 0,0 0 0 0 0,0 0 1 0 0,1 0-1 0 0,-1 0 0 0 0,2-1 0 0 0,3-2-1255 0 0,1 1 1 0 0,0 0 0 0 0,1 0-1 0 0,13-3 1 0 0,4-2-5277 0 0,-6 0-1862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41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89 1060 0 0,'-8'-19'9123'0'0,"8"17"-8842"0"0,1 0 1 0 0,0-1 0 0 0,0 1-1 0 0,-1 0 1 0 0,2-1-1 0 0,-1 1 1 0 0,0 0-1 0 0,0 0 1 0 0,1 0-1 0 0,-1 0 1 0 0,1 0-1 0 0,-1 0 1 0 0,1 0-1 0 0,0 1 1 0 0,4-4-1 0 0,-1 2-40 0 0,0 0 0 0 0,0 0-1 0 0,1 0 1 0 0,0 0 0 0 0,-1 1-1 0 0,9-2 1 0 0,2 0-13 0 0,1 1 0 0 0,0 1 0 0 0,32-1 0 0 0,-37 3-135 0 0,0 1 1 0 0,0 0 0 0 0,0 1-1 0 0,-1 0 1 0 0,1 1 0 0 0,0 0-1 0 0,-1 1 1 0 0,20 9 0 0 0,-27-11-40 0 0,-1 0 0 0 0,1 0-1 0 0,-1 0 1 0 0,1 0 0 0 0,-1 1 0 0 0,0-1 0 0 0,0 1 0 0 0,0 0 0 0 0,0 0 0 0 0,-1 0 0 0 0,1 0 0 0 0,-1 0 0 0 0,0 1 0 0 0,0-1 0 0 0,0 1 0 0 0,0-1 0 0 0,0 1 0 0 0,-1 0 0 0 0,0 0 0 0 0,0 0 0 0 0,0 0 0 0 0,0-1-1 0 0,-1 2 1 0 0,1-1 0 0 0,-1 0 0 0 0,0 0 0 0 0,0 0 0 0 0,0 0 0 0 0,-2 4 0 0 0,-1 7 106 0 0,-2-1 0 0 0,0 1-1 0 0,0-1 1 0 0,-1-1 0 0 0,-1 1-1 0 0,0-1 1 0 0,-1 0 0 0 0,-10 12-1 0 0,-83 92 966 0 0,79-94-915 0 0,8-9-108 0 0,6-6-38 0 0,0 1 0 0 0,-12 17 0 0 0,19-26-59 0 0,1 1 0 0 0,0-1-1 0 0,-1 1 1 0 0,1-1 0 0 0,0 1-1 0 0,-1-1 1 0 0,1 1 0 0 0,0-1-1 0 0,0 1 1 0 0,0 0 0 0 0,0-1-1 0 0,-1 1 1 0 0,1-1 0 0 0,0 1-1 0 0,0 0 1 0 0,0-1-1 0 0,0 1 1 0 0,0-1 0 0 0,1 1-1 0 0,-1-1 1 0 0,0 1 0 0 0,0 0-1 0 0,0-1 1 0 0,0 1 0 0 0,1-1-1 0 0,-1 1 1 0 0,0-1 0 0 0,0 1-1 0 0,1-1 1 0 0,-1 1 0 0 0,1 0-1 0 0,0 0 2 0 0,1 0 0 0 0,-1 0-1 0 0,1 0 1 0 0,-1 0 0 0 0,1 0 0 0 0,0-1-1 0 0,-1 1 1 0 0,1 0 0 0 0,0-1-1 0 0,3 1 1 0 0,41 2 68 0 0,252-39-30 0 0,-200 21-12 0 0,224-42-106 0 0,-288 48-3207 0 0,-13 1-6133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43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1 159 2760 0 0,'2'-4'1709'0'0,"9"-25"5769"0"0,4 1-3993 0 0,-13 24-3286 0 0,1 0 0 0 0,0 0 0 0 0,0 0 0 0 0,0 0 0 0 0,0 1 0 0 0,0-1 0 0 0,1 1 0 0 0,0 0 0 0 0,-1 0 1 0 0,9-4-1 0 0,9-3-10 0 0,-1 1 0 0 0,1 1 1 0 0,0 1-1 0 0,1 1 1 0 0,30-5-1 0 0,-41 9-152 0 0,0 1-1 0 0,0 1 1 0 0,0-1 0 0 0,0 2 0 0 0,0-1-1 0 0,0 2 1 0 0,0-1 0 0 0,0 2 0 0 0,0-1-1 0 0,-1 1 1 0 0,1 1 0 0 0,-1 0 0 0 0,10 5-1 0 0,-18-7-12 0 0,0-1-1 0 0,1 0 0 0 0,-1 1 0 0 0,0-1 0 0 0,0 1 1 0 0,-1 0-1 0 0,1-1 0 0 0,0 1 0 0 0,-1 0 0 0 0,1 0 1 0 0,-1 0-1 0 0,1 0 0 0 0,-1 1 0 0 0,0-1 0 0 0,0 0 1 0 0,0 0-1 0 0,0 1 0 0 0,0-1 0 0 0,0 4 1 0 0,-1-1-4 0 0,1-1 1 0 0,-1 0 0 0 0,-1 0 0 0 0,1 1 0 0 0,-1-1-1 0 0,1 0 1 0 0,-1 0 0 0 0,0 0 0 0 0,-1 0 0 0 0,-2 7-1 0 0,-3 2 8 0 0,0 0 0 0 0,-1 0 0 0 0,-1 0 0 0 0,0-1 0 0 0,-15 16 0 0 0,-88 75 86 0 0,111-102-100 0 0,2 1 18 0 0,-1-2-30 0 0,0 1-1 0 0,0-1 0 0 0,0 0 1 0 0,1 0-1 0 0,-1 1 0 0 0,0-1 1 0 0,0 0-1 0 0,0 0 0 0 0,0 1 1 0 0,1-1-1 0 0,-1 0 0 0 0,0 0 1 0 0,0 0-1 0 0,0 1 0 0 0,1-1 1 0 0,-1 0-1 0 0,0 0 0 0 0,0 0 1 0 0,1 0-1 0 0,-1 1 0 0 0,0-1 1 0 0,0 0-1 0 0,1 0 0 0 0,-1 0 1 0 0,0 0-1 0 0,0 0 0 0 0,1 0 1 0 0,-1 0-1 0 0,1 0 0 0 0,13 0 231 0 0,164 6 1626 0 0,-156-3-1711 0 0,0 0 1 0 0,0 1-1 0 0,-1 1 1 0 0,0 1-1 0 0,0 1 0 0 0,23 11 1 0 0,-40-16 9 0 0,1 0-1 0 0,-1 1 1 0 0,1 0 0 0 0,-1 0 0 0 0,0 0 0 0 0,0 0-1 0 0,0 1 1 0 0,0 0 0 0 0,-1-1 0 0 0,1 1 0 0 0,-1 1-1 0 0,0-1 1 0 0,2 5 0 0 0,-3-6-76 0 0,-1 0 1 0 0,-1 0-1 0 0,1-1 1 0 0,0 1-1 0 0,-1 0 1 0 0,1 0-1 0 0,-1 0 1 0 0,0 0-1 0 0,0 0 1 0 0,0 0-1 0 0,0 0 1 0 0,-1-1-1 0 0,1 1 1 0 0,-1 0-1 0 0,0 0 1 0 0,1 0-1 0 0,-1 0 1 0 0,-1-1-1 0 0,1 1 1 0 0,0-1-1 0 0,-1 1 1 0 0,1-1-1 0 0,-1 1 1 0 0,-3 3-1 0 0,-6 7 19 0 0,-1-1 0 0 0,0-1 0 0 0,0 0 0 0 0,-1 0 0 0 0,-1-1 0 0 0,0-1 0 0 0,-21 11 0 0 0,8-7-49 0 0,0-2 0 0 0,-1 0 0 0 0,-39 9 0 0 0,-16-5-28 0 0,31-13-2814 0 0,51-2 2515 0 0,0 0-1 0 0,0 0 1 0 0,0 0-1 0 0,0 0 1 0 0,0 0-1 0 0,0 0 1 0 0,0-1-1 0 0,0 1 1 0 0,0 0-1 0 0,0-1 1 0 0,0 1-1 0 0,0-1 1 0 0,0 1-1 0 0,1-1 1 0 0,-1 1-1 0 0,0-1 0 0 0,0 0 1 0 0,0 0-1 0 0,1 1 1 0 0,-1-1-1 0 0,0 0 1 0 0,1 0-1 0 0,-1 0 1 0 0,0-1-1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45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2172 0 0,'13'-24'7347'0'0,"11"-17"574"0"0,-9 63-6694 0 0,-13-13-1078 0 0,0 1 1 0 0,-1 0-1 0 0,0 0 0 0 0,-1 0 0 0 0,0 0 1 0 0,-1 0-1 0 0,0 0 0 0 0,-4 19 1 0 0,-2 31 86 0 0,7-49-205 0 0,0-1 0 0 0,0 1-1 0 0,1-1 1 0 0,1 1 0 0 0,3 12-1 0 0,-4-20-23 0 0,0 0 0 0 0,1 1 0 0 0,-1-1-1 0 0,1 0 1 0 0,0 0 0 0 0,0-1 0 0 0,0 1-1 0 0,0 0 1 0 0,0 0 0 0 0,0-1 0 0 0,1 0-1 0 0,-1 1 1 0 0,1-1 0 0 0,0 0 0 0 0,0 0-1 0 0,0 0 1 0 0,0-1 0 0 0,0 1 0 0 0,0-1-1 0 0,4 2 1 0 0,2 0 11 0 0,0-1 0 0 0,0 0-1 0 0,1 0 1 0 0,-1 0-1 0 0,1-2 1 0 0,-1 1 0 0 0,1-1-1 0 0,-1 0 1 0 0,1-1 0 0 0,11-2-1 0 0,-7-1-46 0 0,0 1-1 0 0,0-2 1 0 0,-1 0-1 0 0,0-1 0 0 0,0 0 1 0 0,14-9-1 0 0,4-7 489 0 0,-1 0 0 0 0,-1-3-1 0 0,-1 0 1 0 0,32-37-1 0 0,-19 22 931 0 0,-40 39-1318 0 0,1 2-57 0 0,-1-1 0 0 0,0 0 0 0 0,0 1 0 0 0,0-1 0 0 0,0 1 0 0 0,0 0 0 0 0,1-1 0 0 0,-1 1 0 0 0,0 0 0 0 0,0 0 0 0 0,0-1 0 0 0,-1 1 0 0 0,1 0 0 0 0,0 0 0 0 0,0 0 0 0 0,0 0 0 0 0,-1 0 0 0 0,1 0 0 0 0,0 0 0 0 0,-1 1 0 0 0,1-1 0 0 0,-1 0 0 0 0,0 0 0 0 0,1 0 1 0 0,-1 1-1 0 0,0 1 0 0 0,7 38 205 0 0,-7-35-177 0 0,5 165 809 0 0,-2-30-3823 0 0,8-48-9227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48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46 146 244 0 0,'-3'-13'5159'0'0,"2"10"-4718"0"0,1-1-1 0 0,-1 0 1 0 0,1 1 0 0 0,1-1-1 0 0,-1 0 1 0 0,0 0 0 0 0,1 1-1 0 0,0-1 1 0 0,0 1 0 0 0,0-1-1 0 0,0 0 1 0 0,0 1-1 0 0,1 0 1 0 0,-1-1 0 0 0,1 1-1 0 0,0 0 1 0 0,0 0 0 0 0,4-5-1 0 0,0 3-234 0 0,0 0 0 0 0,0-1 0 0 0,0 2 0 0 0,0-1 0 0 0,1 1 0 0 0,0 0 0 0 0,-1 0 0 0 0,11-3 0 0 0,-7 3-99 0 0,1 1 0 0 0,0 0-1 0 0,1 1 1 0 0,-1 0-1 0 0,0 0 1 0 0,1 1-1 0 0,-1 1 1 0 0,1 0-1 0 0,-1 0 1 0 0,17 3-1 0 0,-21-2-63 0 0,-1 0-1 0 0,0 1 0 0 0,0-1 0 0 0,0 1 1 0 0,0 0-1 0 0,0 1 0 0 0,-1-1 0 0 0,1 1 1 0 0,-1 0-1 0 0,1 0 0 0 0,-1 1 0 0 0,0 0 0 0 0,0 0 1 0 0,-1 0-1 0 0,1 0 0 0 0,-1 1 0 0 0,0 0 1 0 0,0 0-1 0 0,0 0 0 0 0,4 9 0 0 0,-6-8-12 0 0,0 1-1 0 0,0-1 1 0 0,-1 1-1 0 0,0 0 1 0 0,0-1-1 0 0,0 1 1 0 0,-1 0-1 0 0,0-1 1 0 0,0 1-1 0 0,-1 0 1 0 0,0-1-1 0 0,0 1 1 0 0,-1-1-1 0 0,0 1 1 0 0,0-1-1 0 0,-3 8 1 0 0,-7 11 24 0 0,0 0 0 0 0,-25 36 0 0 0,25-42-22 0 0,-9 10 18 0 0,14-20 55 0 0,1 0 0 0 0,0 0 0 0 0,-5 10 0 0 0,11-17 44 0 0,26-2-70 0 0,-16-1-80 0 0,0 1-1 0 0,1 0 0 0 0,-1 0 0 0 0,0 1 1 0 0,0 0-1 0 0,0 1 0 0 0,-1 0 0 0 0,1 1 0 0 0,0 0 1 0 0,-1 0-1 0 0,15 8 0 0 0,-16-6 25 0 0,0-1 0 0 0,-1 1 0 0 0,0 0 0 0 0,0 0 1 0 0,0 1-1 0 0,-1-1 0 0 0,0 2 0 0 0,0-1 0 0 0,0 1 0 0 0,-1 0 0 0 0,0 0 0 0 0,0 0 0 0 0,5 12 0 0 0,-8-14 73 0 0,0 0-1 0 0,0-1 1 0 0,-1 1-1 0 0,1 0 1 0 0,-1 0-1 0 0,-1 1 1 0 0,1-1-1 0 0,-1 0 0 0 0,1 0 1 0 0,-1 0-1 0 0,-1 0 1 0 0,1 0-1 0 0,-1 1 1 0 0,0-1-1 0 0,-2 6 0 0 0,0-4 14 0 0,1-1-1 0 0,-2 1 0 0 0,1-1 0 0 0,-1 0 0 0 0,0 0 0 0 0,0-1 0 0 0,0 1 0 0 0,-1-1 0 0 0,0 0 0 0 0,-6 5 0 0 0,-4 2 38 0 0,0-1 0 0 0,-1-1 0 0 0,0-1 0 0 0,-1 0 0 0 0,0-1 0 0 0,-1 0 0 0 0,-25 6-1 0 0,14-6-115 0 0,-1-2 0 0 0,0-1-1 0 0,0-1 1 0 0,0-1-1 0 0,0-2 1 0 0,-61-6-1 0 0,89 5-208 0 0,0 0 1 0 0,0 0-1 0 0,0 0 0 0 0,0-1 0 0 0,0 1 0 0 0,0-1 1 0 0,1 1-1 0 0,-1-1 0 0 0,0 0 0 0 0,0 0 1 0 0,1 1-1 0 0,-1-1 0 0 0,0-1 0 0 0,1 1 0 0 0,-1 0 1 0 0,1 0-1 0 0,-1 0 0 0 0,-1-2 0 0 0,3 1-29 0 0,0 1-1 0 0,-1 0 1 0 0,1 0-1 0 0,0-1 1 0 0,0 1-1 0 0,-1 0 0 0 0,1-1 1 0 0,0 1-1 0 0,0 0 1 0 0,1 0-1 0 0,-1-1 1 0 0,0 1-1 0 0,0 0 1 0 0,1-1-1 0 0,-1 1 1 0 0,0 0-1 0 0,1 0 0 0 0,-1 0 1 0 0,1 0-1 0 0,0-1 1 0 0,-1 1-1 0 0,1 0 1 0 0,0 0-1 0 0,0 0 1 0 0,0 0-1 0 0,1-1 1 0 0,12-14-4559 0 0,6-2-2509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49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68 120 0 0,'-12'-13'11165'0'0,"4"2"-8374"0"0,10 10-2672 0 0,-1-1 1 0 0,0 1-1 0 0,1-1 0 0 0,-1 1 1 0 0,1-1-1 0 0,-1 1 0 0 0,1 0 1 0 0,0 0-1 0 0,-1 0 0 0 0,1 0 0 0 0,0 0 1 0 0,0 0-1 0 0,0 0 0 0 0,0 0 1 0 0,0 1-1 0 0,0-1 0 0 0,0 1 1 0 0,3-1-1 0 0,51-6 396 0 0,-42 5-309 0 0,417-13 1444 0 0,-375 15-672 0 0,-47 0-643 0 0,0 0-1 0 0,0 1 1 0 0,1 0 0 0 0,14 3 0 0 0,-23-3-300 0 0,0 0 0 0 0,-1-1 1 0 0,1 1-1 0 0,0 0 0 0 0,-1-1 0 0 0,1 1 1 0 0,-1 0-1 0 0,1 0 0 0 0,-1 0 0 0 0,0-1 0 0 0,1 1 1 0 0,-1 0-1 0 0,0 0 0 0 0,1 0 0 0 0,-1 0 1 0 0,0 0-1 0 0,0 0 0 0 0,0 0 0 0 0,0 0 1 0 0,0 0-1 0 0,0-1 0 0 0,0 1 0 0 0,0 1 0 0 0,-3 25 398 0 0,3-25-395 0 0,-7 33 356 0 0,-3-1-1 0 0,0 0 1 0 0,-19 41-1 0 0,11-30-226 0 0,-35 89 181 0 0,-77 229-673 0 0,127-352-408 0 0,0 1 0 0 0,1-1 1 0 0,-2 22-1 0 0,4-29 160 0 0,0 0-1 0 0,1 0 1 0 0,-1 0 0 0 0,1 0 0 0 0,0 0-1 0 0,2 6 1 0 0,-3-8-5 0 0,1 0 0 0 0,0 0 0 0 0,0 0 1 0 0,0-1-1 0 0,1 1 0 0 0,-1 0 0 0 0,0-1 0 0 0,0 1 0 0 0,1-1 0 0 0,-1 1 0 0 0,1-1 0 0 0,0 1 0 0 0,2 1 1 0 0,12 4-6431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40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25 596 0 0,'9'-25'15975'0'0,"-2"71"-14383"0"0,-1 1 1 0 0,-3-1 0 0 0,-4 70-1 0 0,-25 142 139 0 0,10-153-2127 0 0,12-78-2756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42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63 744 0 0,'0'-3'2176'0'0,"4"-55"10841"0"0,-4 56-12631 0 0,-4 33 801 0 0,-26 104-291 0 0,17-86-758 0 0,2 1 0 0 0,-7 88 0 0 0,17-129-387 0 0,1 0 0 0 0,1 1-1 0 0,0-1 1 0 0,0 0-1 0 0,4 14 1 0 0,-4-20-254 0 0,0 0-1 0 0,0 1 1 0 0,1-1 0 0 0,-1 0-1 0 0,1 0 1 0 0,0 0 0 0 0,0 0-1 0 0,0 0 1 0 0,0 0-1 0 0,0 0 1 0 0,0-1 0 0 0,1 1-1 0 0,0-1 1 0 0,-1 1 0 0 0,1-1-1 0 0,6 3 1 0 0,8 3-5860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45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65 956 0 0,'-13'-18'13611'0'0,"13"17"-13562"0"0,0 1 1 0 0,0-1-1 0 0,0 1 0 0 0,0-1 1 0 0,0 1-1 0 0,0-1 1 0 0,0 1-1 0 0,0-1 0 0 0,0 1 1 0 0,0-1-1 0 0,1 1 0 0 0,-1-1 1 0 0,0 1-1 0 0,0-1 0 0 0,0 1 1 0 0,1-1-1 0 0,-1 1 1 0 0,0 0-1 0 0,0-1 0 0 0,1 1 1 0 0,-1-1-1 0 0,0 1 0 0 0,1 0 1 0 0,-1-1-1 0 0,0 1 1 0 0,1 0-1 0 0,-1-1 0 0 0,1 1 1 0 0,-1 0-1 0 0,0 0 0 0 0,1-1 1 0 0,-1 1-1 0 0,1 0 0 0 0,8-5 87 0 0,0 0-1 0 0,1 1 1 0 0,-1 0-1 0 0,1 1 1 0 0,0 0-1 0 0,0 0 1 0 0,0 1-1 0 0,0 1 1 0 0,0-1-1 0 0,0 2 1 0 0,11-1-1 0 0,-15 1-113 0 0,-1 1-1 0 0,1-1 0 0 0,-1 1 0 0 0,1 0 0 0 0,0 0 0 0 0,-1 0 0 0 0,0 1 0 0 0,1 0 1 0 0,-1 0-1 0 0,0 1 0 0 0,0-1 0 0 0,0 1 0 0 0,0 0 0 0 0,-1 0 0 0 0,1 1 1 0 0,-1-1-1 0 0,0 1 0 0 0,0 0 0 0 0,0 0 0 0 0,0 1 0 0 0,5 8 0 0 0,-7-9-4 0 0,0 0-1 0 0,-1 1 0 0 0,1-1 0 0 0,-1 0 0 0 0,0 1 1 0 0,-1-1-1 0 0,1 0 0 0 0,-1 1 0 0 0,0-1 0 0 0,0 1 0 0 0,0-1 1 0 0,-1 1-1 0 0,1-1 0 0 0,-1 1 0 0 0,0-1 0 0 0,0 0 1 0 0,-1 0-1 0 0,1 1 0 0 0,-5 6 0 0 0,-3 7 44 0 0,-1-1-1 0 0,-25 33 1 0 0,32-46-50 0 0,-25 28 215 0 0,-2 0 0 0 0,-1-2-1 0 0,-1-1 1 0 0,-49 32 0 0 0,29-20 264 0 0,43-36-428 0 0,7-4-44 0 0,0 0 1 0 0,0 0-1 0 0,0 0 1 0 0,0 1-1 0 0,1-1 1 0 0,-1 0-1 0 0,0 1 0 0 0,0 0 1 0 0,-1 1-1 0 0,4-1 23 0 0,6 5-12 0 0,2-7-21 0 0,-1 1 1 0 0,0-2-1 0 0,0 1 0 0 0,1-1 0 0 0,-1 0 0 0 0,0 0 0 0 0,10-4 0 0 0,9 0-10 0 0,44-7-25 0 0,230-36-904 0 0,-100 12-3914 0 0,-102 16-1734 0 0,-53 12 551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1:00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3 36 0 0,'19'-3'20279'0'0,"-28"3"-21248"0"0,6 0 975 0 0,0 1 1 0 0,0 0-1 0 0,0-1 1 0 0,-1 1-1 0 0,1 1 1 0 0,0-1-1 0 0,0 0 1 0 0,0 1-1 0 0,1-1 1 0 0,-1 1-1 0 0,0 0 1 0 0,-4 4-1 0 0,-29 29-10 0 0,31-29 4 0 0,-15 17-5 0 0,1 1-1 0 0,1 1 0 0 0,2 1 0 0 0,0 0 0 0 0,2 1 0 0 0,1 1 0 0 0,-12 37 1 0 0,4 0 14 0 0,3 1 0 0 0,-11 80 0 0 0,17-55-14 0 0,0 103 0 0 0,13 93-4 0 0,2-97 25 0 0,-3-86 13 0 0,-4 387-12 0 0,-21 91-40 0 0,1-40 27 0 0,28 0 44 0 0,28-20 200 0 0,24-3 20 0 0,69 540 296 0 0,-117-389 620 0 0,-10-573-954 0 0,2-90-224 0 0,-1 147 123 0 0,3-122-85 0 0,0 1-1 0 0,13 53 1 0 0,-13-80-39 0 0,0 0 0 0 0,0-1 0 0 0,0 1 0 0 0,0-1 0 0 0,1 1 0 0 0,0-1 0 0 0,0 0-1 0 0,1 0 1 0 0,0 0 0 0 0,-1 0 0 0 0,2-1 0 0 0,-1 1 0 0 0,7 4 0 0 0,-4-3 10 0 0,1-1 0 0 0,0 0 0 0 0,1-1 0 0 0,-1 0 0 0 0,1 0 0 0 0,0 0 0 0 0,16 3 0 0 0,8-1-320 0 0,0-2 0 0 0,0-1 0 0 0,61-3 0 0 0,-81 0 51 0 0,176-15-4422 0 0,-64-10-2234 0 0,-46 6-54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41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38 2120 0 0,'6'-12'8190'0'0,"8"-13"1785"0"0,-2 51-8049 0 0,-9-2-1511 0 0,0 0 1 0 0,-2 0-1 0 0,-1 0 1 0 0,0 0-1 0 0,-2 0 1 0 0,-5 30-1 0 0,-42 138-283 0 0,37-154-281 0 0,9-26-882 0 0,0 0 1 0 0,-3 21 0 0 0,9-4-3254 0 0,-3-28 3713 0 0,1 1 1 0 0,-1-1-1 0 0,1 1 1 0 0,-1-1-1 0 0,1 0 1 0 0,0 1-1 0 0,9 9-3993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42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0 145 3176 0 0,'5'-7'1365'0'0,"6"-11"3901"0"0,23-29 1 0 0,-29 42-4844 0 0,0 0 1 0 0,0 0-1 0 0,0 1 1 0 0,0-1-1 0 0,1 1 1 0 0,-1 0 0 0 0,1 1-1 0 0,0 0 1 0 0,10-5-1 0 0,4 2-86 0 0,0 0-1 0 0,0 2 1 0 0,1 0-1 0 0,-1 1 1 0 0,1 1-1 0 0,0 1 0 0 0,-1 1 1 0 0,35 3-1 0 0,-40-1-248 0 0,1 1 0 0 0,-1 0 0 0 0,0 1 0 0 0,0 0 0 0 0,-1 1 0 0 0,1 1 0 0 0,-1 0 0 0 0,0 1 0 0 0,-1 1 0 0 0,0 0 0 0 0,0 1 0 0 0,16 13 0 0 0,-24-17-41 0 0,-1 0 1 0 0,1 0-1 0 0,0 0 0 0 0,-1 0 1 0 0,0 1-1 0 0,-1 0 1 0 0,1-1-1 0 0,-1 2 1 0 0,0-1-1 0 0,0 0 0 0 0,-1 0 1 0 0,2 8-1 0 0,-3-9-11 0 0,-1 1 0 0 0,1 0 0 0 0,-1-1 0 0 0,0 1 0 0 0,0 0 0 0 0,-1-1 0 0 0,0 1 0 0 0,0-1 0 0 0,0 1 0 0 0,0-1 0 0 0,-1 1 0 0 0,0-1 1 0 0,0 0-1 0 0,-6 10 0 0 0,0-1 56 0 0,-1-1 1 0 0,-1 0-1 0 0,0 0 1 0 0,-1-1-1 0 0,-21 19 1 0 0,-68 45 455 0 0,27-23-266 0 0,73-52-279 0 0,-1-1-1 0 0,1 0 1 0 0,0 0 0 0 0,-1 0-1 0 0,1 1 1 0 0,0-1 0 0 0,-1 0-1 0 0,1 0 1 0 0,0 1-1 0 0,-1-1 1 0 0,1 0 0 0 0,0 0-1 0 0,-1 1 1 0 0,1-1 0 0 0,0 0-1 0 0,0 1 1 0 0,0-1 0 0 0,-1 1-1 0 0,1-1 1 0 0,0 0-1 0 0,0 1 1 0 0,0-1 0 0 0,0 1-1 0 0,0-1 1 0 0,0 0 0 0 0,0 1-1 0 0,0-1 1 0 0,0 1 0 0 0,0-1-1 0 0,0 0 1 0 0,0 1-1 0 0,0-1 1 0 0,0 1 0 0 0,0-1-1 0 0,0 0 1 0 0,0 1 0 0 0,0-1-1 0 0,0 1 1 0 0,1-1 0 0 0,0 1-1 0 0,0 0 0 0 0,1 0 0 0 0,-1 0 1 0 0,1 0-1 0 0,-1-1 0 0 0,0 1 0 0 0,1 0 0 0 0,-1-1 1 0 0,1 0-1 0 0,2 1 0 0 0,45 4 18 0 0,-48-5-16 0 0,909-19-1611 0 0,-771 3-1212 0 0,-110 12-1852 0 0,0 1-3904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43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71 1044 0 0,'5'-13'7308'0'0,"-3"10"-6777"0"0,1-1 1 0 0,-1 0-1 0 0,1 1 0 0 0,0 0 1 0 0,0 0-1 0 0,1-1 0 0 0,-1 2 0 0 0,0-1 1 0 0,1 0-1 0 0,0 1 0 0 0,0 0 0 0 0,4-3 1 0 0,0 2-196 0 0,-1 0-1 0 0,1 1 1 0 0,0 0 0 0 0,0 0 0 0 0,0 0 0 0 0,11 0-1 0 0,-5 2-197 0 0,1 0-1 0 0,-1 1 0 0 0,1 0 1 0 0,-1 1-1 0 0,1 1 0 0 0,-1 0 0 0 0,17 6 1 0 0,-27-7-71 0 0,0-1 1 0 0,0 1-1 0 0,0 0 1 0 0,0 0 0 0 0,0 1-1 0 0,0-1 1 0 0,-1 1-1 0 0,1 0 1 0 0,-1 0-1 0 0,0 0 1 0 0,1 0 0 0 0,-2 1-1 0 0,1-1 1 0 0,4 7-1 0 0,-6-7-19 0 0,0 0 0 0 0,0 0-1 0 0,0-1 1 0 0,0 1-1 0 0,0 0 1 0 0,-1 0 0 0 0,1 0-1 0 0,-1 0 1 0 0,0 0 0 0 0,0 0-1 0 0,0 0 1 0 0,0 0-1 0 0,0 0 1 0 0,-1 0 0 0 0,1 0-1 0 0,-1 0 1 0 0,0 0-1 0 0,0 0 1 0 0,0 0 0 0 0,0 0-1 0 0,0-1 1 0 0,-3 5 0 0 0,-8 10 160 0 0,0-1 1 0 0,0 0 0 0 0,-2-1 0 0 0,0 0 0 0 0,0-1 0 0 0,-26 18 0 0 0,-107 65 1352 0 0,109-74-1074 0 0,13-7-217 0 0,4-4-33 0 0,-28 22 0 0 0,47-33-174 0 0,3 0-53 0 0,0 0 1 0 0,0 0-1 0 0,0-1 1 0 0,0 1-1 0 0,1 0 1 0 0,-1-1 0 0 0,0 1-1 0 0,0-1 1 0 0,1 0-1 0 0,-1 1 1 0 0,0-1-1 0 0,2 0 1 0 0,47 0 34 0 0,0-3 1 0 0,1-2 0 0 0,52-13-1 0 0,-45 8-48 0 0,243-53-3783 0 0,-102 11-7973 0 0,-138 35 4258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44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80 1796 0 0,'-20'-13'9155'0'0,"-4"-8"-1551"0"0,24 20-7545 0 0,-1 1 0 0 0,1 0 1 0 0,0-1-1 0 0,0 1 0 0 0,0-1 0 0 0,0 1 0 0 0,0 0 1 0 0,0-1-1 0 0,0 1 0 0 0,0-1 0 0 0,0 1 0 0 0,0-1 1 0 0,0 1-1 0 0,0 0 0 0 0,0-1 0 0 0,0 1 0 0 0,0-1 1 0 0,0 1-1 0 0,0 0 0 0 0,1-1 0 0 0,-1 1 0 0 0,0-1 1 0 0,0 1-1 0 0,0 0 0 0 0,1-1 0 0 0,-1 1 0 0 0,0 0 1 0 0,1-1-1 0 0,-1 1 0 0 0,0 0 0 0 0,1 0 0 0 0,-1-1 1 0 0,0 1-1 0 0,1 0 0 0 0,-1 0 0 0 0,1-1 0 0 0,14-8 607 0 0,-3 4-462 0 0,0 1 0 0 0,1 0-1 0 0,-1 1 1 0 0,1 1 0 0 0,0 0-1 0 0,-1 1 1 0 0,16 0 0 0 0,4 1 241 0 0,55 8 1 0 0,-70-6-346 0 0,-1 2 0 0 0,0-1 0 0 0,0 2 0 0 0,28 12 0 0 0,-39-15-69 0 0,-1 0 0 0 0,0 1 0 0 0,0-1 0 0 0,0 1 0 0 0,0 0 0 0 0,0 0 0 0 0,-1 1 0 0 0,1-1 0 0 0,3 6 0 0 0,-6-7-10 0 0,1 1 0 0 0,-1-1 0 0 0,0 1 0 0 0,0-1 0 0 0,0 1 0 0 0,0 0 0 0 0,0-1 0 0 0,0 1 0 0 0,-1 0-1 0 0,1-1 1 0 0,-1 1 0 0 0,0 0 0 0 0,0 0 0 0 0,0 0 0 0 0,0-1 0 0 0,-1 1 0 0 0,0 4 0 0 0,-1 0 11 0 0,0-1 1 0 0,-1 0-1 0 0,0 0 1 0 0,0 0-1 0 0,-1 0 0 0 0,1 0 1 0 0,-1-1-1 0 0,0 1 1 0 0,-1-1-1 0 0,-8 8 0 0 0,-7 5 139 0 0,-27 20-1 0 0,44-36-138 0 0,-167 104 2435 0 0,60-42-949 0 0,109-63-1508 0 0,1-1 1 0 0,-1 1-1 0 0,0-1 0 0 0,0 1 0 0 0,1-1 0 0 0,-1 1 0 0 0,0-1 0 0 0,1 1 0 0 0,-1 0 0 0 0,0-1 0 0 0,1 1 0 0 0,-1 0 0 0 0,1-1 0 0 0,-1 1 0 0 0,1 0 1 0 0,-1 0-1 0 0,1 0 0 0 0,0-1 0 0 0,-1 3 0 0 0,1-3-5 0 0,0 1 1 0 0,0-1-1 0 0,1 1 1 0 0,-1-1-1 0 0,0 1 1 0 0,0-1-1 0 0,1 1 1 0 0,-1-1-1 0 0,0 1 1 0 0,1-1-1 0 0,-1 1 1 0 0,0-1-1 0 0,1 1 1 0 0,-1-1-1 0 0,0 1 1 0 0,1-1-1 0 0,-1 0 1 0 0,1 1-1 0 0,-1-1 1 0 0,1 0-1 0 0,-1 0 1 0 0,2 1-1 0 0,4 2 21 0 0,1-1 1 0 0,-1 0-1 0 0,15 3 0 0 0,-15-3-18 0 0,43 6 29 0 0,0-2-1 0 0,53 0 0 0 0,-42-4-27 0 0,361 13-1126 0 0,-295-17-3665 0 0,168-24 0 0 0,-244 16 1319 0 0,-17 1-2891 0 0,-16 2-1136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47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71 1220 0 0,'-34'-19'11963'0'0,"33"19"-11881"0"0,0-1 1 0 0,1 1 0 0 0,-1 0-1 0 0,0 0 1 0 0,1-1 0 0 0,-1 1-1 0 0,1-1 1 0 0,-1 1 0 0 0,0 0-1 0 0,1-1 1 0 0,-1 1 0 0 0,1-1-1 0 0,-1 1 1 0 0,1-1 0 0 0,-1 1-1 0 0,1-1 1 0 0,-1 0 0 0 0,1 1-1 0 0,0-1 1 0 0,-1 1-1 0 0,1-1 1 0 0,0 0 0 0 0,0 0-1 0 0,-1 1 1 0 0,1-1 0 0 0,0 0-1 0 0,0 1 1 0 0,0-1 0 0 0,0 0-1 0 0,0 1 1 0 0,0-1 0 0 0,0 0-1 0 0,0 0 1 0 0,0 1 0 0 0,0-1-1 0 0,0 0 1 0 0,1 1 0 0 0,-1-1-1 0 0,0 0 1 0 0,0 1 0 0 0,1-1-1 0 0,-1 0 1 0 0,1 1 0 0 0,-1-1-1 0 0,0 0 1 0 0,1 1 0 0 0,-1-1-1 0 0,1 1 1 0 0,-1-1 0 0 0,1 1-1 0 0,-1-1 1 0 0,1 1 0 0 0,0 0-1 0 0,-1-1 1 0 0,1 1 0 0 0,0-1-1 0 0,4-2-43 0 0,-1 1 0 0 0,0 0 0 0 0,1 0 0 0 0,0 0 0 0 0,-1 0-1 0 0,8-1 1 0 0,-1 1-3 0 0,-1 1-1 0 0,1 1 0 0 0,0 0 0 0 0,-1 0 0 0 0,1 1 1 0 0,-1 1-1 0 0,1 0 0 0 0,-1 0 0 0 0,0 1 1 0 0,1 0-1 0 0,-1 1 0 0 0,-1 0 0 0 0,12 6 1 0 0,-15-7-15 0 0,-1 1 1 0 0,0-1-1 0 0,0 1 1 0 0,0 0-1 0 0,0 0 1 0 0,-1 1-1 0 0,0-1 1 0 0,1 1-1 0 0,-2 0 1 0 0,5 7-1 0 0,-5-8 1 0 0,-1 1-1 0 0,-1-1 0 0 0,1 0 1 0 0,-1 1-1 0 0,1-1 0 0 0,-1 1 1 0 0,-1-1-1 0 0,1 1 0 0 0,-1-1 1 0 0,1 1-1 0 0,-1 0 0 0 0,0-1 1 0 0,-1 1-1 0 0,1-1 0 0 0,-2 7 1 0 0,-2 0 4 0 0,1-1 0 0 0,-1 1 0 0 0,-1 0 0 0 0,0-1 1 0 0,0 0-1 0 0,-1 0 0 0 0,0-1 0 0 0,-1 0 0 0 0,-12 14 0 0 0,-9 6 102 0 0,-44 35-1 0 0,44-41-28 0 0,27-22-93 0 0,-1 0 0 0 0,1 0 1 0 0,-1 0-1 0 0,1 0 0 0 0,0 1 0 0 0,0-1 0 0 0,0 0 0 0 0,0 1 0 0 0,0-1 1 0 0,0 0-1 0 0,0 1 0 0 0,-1 2 0 0 0,2-3-5 0 0,1-1 0 0 0,-1 0 0 0 0,0 1 0 0 0,0-1 0 0 0,1 0 0 0 0,-1 1 0 0 0,1-1 0 0 0,-1 0 0 0 0,0 1 0 0 0,1-1 0 0 0,-1 0 1 0 0,1 0-1 0 0,-1 1 0 0 0,1-1 0 0 0,-1 0 0 0 0,0 0 0 0 0,1 0 0 0 0,-1 0 0 0 0,1 0 0 0 0,-1 1 0 0 0,1-1 0 0 0,-1 0 0 0 0,1 0 0 0 0,-1 0 0 0 0,1 0 0 0 0,0-1 0 0 0,35 6 1 0 0,0 0 0 0 0,0 3 0 0 0,-1 1 1 0 0,-1 1-1 0 0,51 23 0 0 0,-82-32 48 0 0,1 1 1 0 0,-1 0-1 0 0,1 0 1 0 0,-1 0-1 0 0,0 0 1 0 0,0 1 0 0 0,0-1-1 0 0,0 1 1 0 0,0 0-1 0 0,-1 0 1 0 0,1 0-1 0 0,-1 0 1 0 0,0 0-1 0 0,3 5 1 0 0,-5-6-2 0 0,1 0 1 0 0,0 1 0 0 0,-1-1-1 0 0,0 0 1 0 0,1 0-1 0 0,-1 0 1 0 0,0 0 0 0 0,0 1-1 0 0,0-1 1 0 0,0 0-1 0 0,0 0 1 0 0,-1 0 0 0 0,1 0-1 0 0,-1 0 1 0 0,0 1-1 0 0,1-1 1 0 0,-1 0 0 0 0,0 0-1 0 0,0-1 1 0 0,0 1-1 0 0,0 0 1 0 0,0 0 0 0 0,-1 0-1 0 0,1-1 1 0 0,-1 1-1 0 0,1 0 1 0 0,-3 1 0 0 0,-6 5 21 0 0,0 0 0 0 0,-1 0 0 0 0,0-1 0 0 0,0 0 0 0 0,-1-1 1 0 0,1 0-1 0 0,-2-1 0 0 0,1-1 0 0 0,0 1 0 0 0,-1-2 0 0 0,-22 4 1 0 0,2-2-38 0 0,0-2 0 0 0,-1-1 1 0 0,-47-4-1 0 0,47-1 20 0 0,-42-8 0 0 0,62 8-190 0 0,1 0 0 0 0,0-1 0 0 0,0 0 0 0 0,0-1 0 0 0,0-1-1 0 0,-11-7 1 0 0,23 12-17 0 0,0 1 0 0 0,-1-1 0 0 0,1 1 0 0 0,0-1 0 0 0,1 0 0 0 0,-1 0 0 0 0,0 1 0 0 0,0-1 0 0 0,0 0 0 0 0,0 0 0 0 0,1 0 0 0 0,-1 0 0 0 0,0 0 0 0 0,1 0 0 0 0,-1 0 0 0 0,1 0 0 0 0,-1 0-1 0 0,1 0 1 0 0,-1 0 0 0 0,1 0 0 0 0,0-1 0 0 0,0 1 0 0 0,-1 0 0 0 0,1 0 0 0 0,0 0 0 0 0,0-1 0 0 0,0 1 0 0 0,0 0 0 0 0,0 0 0 0 0,1-2 0 0 0,0 0-872 0 0,1-1 1 0 0,0 1 0 0 0,0 0-1 0 0,0 0 1 0 0,0 0 0 0 0,0 0-1 0 0,0 0 1 0 0,6-5-1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47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1908 0 0,'6'-8'2118'0'0,"26"-35"10519"0"0,-19 28-9133 0 0,-13 15-3464 0 0,0 1 1 0 0,0-1 0 0 0,0 0 0 0 0,0 1 0 0 0,0-1 0 0 0,0 0 0 0 0,0 1 0 0 0,0-1 0 0 0,0 0 0 0 0,0 1 0 0 0,0-1 0 0 0,0 0 0 0 0,0 1 0 0 0,0-1 0 0 0,1 0 0 0 0,-1 1 0 0 0,0-1 0 0 0,0 0 0 0 0,0 0 0 0 0,1 1 0 0 0,-1-1 0 0 0,0 0 0 0 0,0 1 0 0 0,0-1 0 0 0,1 0 0 0 0,-1 0 0 0 0,0 0 0 0 0,1 1 0 0 0,-1-1 0 0 0,0 0 0 0 0,0 0 0 0 0,1 0 0 0 0,-1 0 0 0 0,0 0 0 0 0,1 1 0 0 0,-1-1 0 0 0,0 0 0 0 0,1 0-1 0 0,-1 0 1 0 0,1 0 0 0 0,-1 0 0 0 0,0 0 0 0 0,1 0 0 0 0,-1 0 0 0 0,0 0 0 0 0,1 0 0 0 0,-1-1 0 0 0,0 1 0 0 0,1 0 0 0 0,-1 0 0 0 0,0 0 0 0 0,1 0 0 0 0,-1 0 0 0 0,0-1 0 0 0,0 1 0 0 0,1 0 0 0 0,-1 0 0 0 0,0 0 0 0 0,0-1 0 0 0,1 1 0 0 0,-1 0 0 0 0,0 0 0 0 0,0-1 0 0 0,1 1 0 0 0,-1 0 0 0 0,0-1 0 0 0,0 0 0 0 0,0 39 371 0 0,-2-13-270 0 0,2-1 0 0 0,1 0 0 0 0,1 0 0 0 0,1 0 0 0 0,6 25 0 0 0,-7-43-129 0 0,0 0 1 0 0,0-1-1 0 0,0 1 1 0 0,1-1-1 0 0,0 1 1 0 0,0-1 0 0 0,0 0-1 0 0,1 0 1 0 0,-1 0-1 0 0,1 0 1 0 0,0-1 0 0 0,1 0-1 0 0,-1 0 1 0 0,1 0-1 0 0,0 0 1 0 0,0-1-1 0 0,0 1 1 0 0,0-1 0 0 0,0-1-1 0 0,1 1 1 0 0,0-1-1 0 0,-1 0 1 0 0,1 0-1 0 0,0 0 1 0 0,11 1 0 0 0,-7-2-14 0 0,1-1 0 0 0,0 1 0 0 0,0-2 0 0 0,-1 1 0 0 0,1-1 0 0 0,0-1 0 0 0,-1 0 0 0 0,0-1 0 0 0,1 0 0 0 0,-1 0 0 0 0,0-1 0 0 0,0 0 0 0 0,-1-1 0 0 0,1 0 0 0 0,-1-1 0 0 0,13-10 0 0 0,9-9 536 0 0,-2-2 1 0 0,0 0-1 0 0,27-36 0 0 0,-31 34 1037 0 0,6-4 127 0 0,-30 32-1415 0 0,-1 1-241 0 0,1 1 0 0 0,-1-1 1 0 0,1 0-1 0 0,-1 1 0 0 0,0-1 1 0 0,1 1-1 0 0,-1-1 0 0 0,1 0 1 0 0,-1 1-1 0 0,0-1 0 0 0,0 1 0 0 0,1-1 1 0 0,-1 1-1 0 0,0-1 0 0 0,0 1 1 0 0,1-1-1 0 0,-1 1 0 0 0,0-1 1 0 0,0 2-1 0 0,-45 241-20 0 0,-22-2-7963 0 0,29-108-2965 0 0,24-78 968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50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84 1184 0 0,'0'-20'5069'0'0,"-2"1"1"0"0,-4-25 699 0 0,6 52-5351 0 0,0 0 0 0 0,-1 0 0 0 0,1-1 0 0 0,-2 1 0 0 0,-1 8 0 0 0,-3 22 255 0 0,5-21-480 0 0,-1 4-1 0 0,1 1-1 0 0,1 0 1 0 0,5 34-1 0 0,-4-51-174 0 0,0 1-1 0 0,0-1 0 0 0,1 0 1 0 0,-1 1-1 0 0,1-1 1 0 0,1 0-1 0 0,-1 0 1 0 0,1 0-1 0 0,-1-1 1 0 0,1 1-1 0 0,1-1 1 0 0,-1 1-1 0 0,1-1 1 0 0,-1 0-1 0 0,1 0 0 0 0,1-1 1 0 0,-1 1-1 0 0,0-1 1 0 0,8 4-1 0 0,-5-3-10 0 0,1-1 0 0 0,0 0 0 0 0,0 0 0 0 0,0-1 0 0 0,0 0 0 0 0,0-1 0 0 0,0 1 0 0 0,0-2 0 0 0,1 1 0 0 0,-1-1 0 0 0,0 0 0 0 0,1-1 0 0 0,-1 0 0 0 0,0 0 0 0 0,0-1 0 0 0,0 0 0 0 0,0-1 0 0 0,0 1 0 0 0,0-1 0 0 0,12-8 0 0 0,-3 2 187 0 0,-1-1 1 0 0,-1-1-1 0 0,0 0 1 0 0,0-1 0 0 0,-1-1-1 0 0,-1 0 1 0 0,0-1-1 0 0,12-17 1 0 0,-24 30-158 0 0,-1-1 0 0 0,1 1 0 0 0,0 0 0 0 0,0 0 0 0 0,-1 0 0 0 0,1 0 0 0 0,0 0 1 0 0,0 1-1 0 0,0-1 0 0 0,0 0 0 0 0,0 0 0 0 0,0 0 0 0 0,0 1 0 0 0,0-1 0 0 0,1 1 0 0 0,-1-1 0 0 0,0 1 0 0 0,2-1 0 0 0,-2 1 3 0 0,-1 0-1 0 0,1 1 1 0 0,-1-1-1 0 0,1 0 1 0 0,0 1-1 0 0,-1-1 1 0 0,0 0-1 0 0,1 1 1 0 0,-1-1-1 0 0,1 1 1 0 0,-1-1-1 0 0,1 1 1 0 0,-1-1-1 0 0,0 1 1 0 0,1-1-1 0 0,-1 1 1 0 0,0-1-1 0 0,0 1 1 0 0,1-1-1 0 0,-1 1 0 0 0,0 0 1 0 0,0-1-1 0 0,0 1 1 0 0,0-1-1 0 0,0 2 1 0 0,1 6 217 0 0,0 0 1 0 0,-1 1 0 0 0,0-1-1 0 0,-2 11 1 0 0,-52 242 1495 0 0,32-175-3088 0 0,-13 111 1 0 0,34-184-82 0 0,0 1 1 0 0,2 17-1 0 0,-1-25-568 0 0,1 0 0 0 0,0-1 0 0 0,1 1 0 0 0,2 8 0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0:50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760 122 2296 0 0,'26'-50'7259'0'0,"5"-13"818"0"0,-28 54-5809 0 0,-10 19-1921 0 0,-93 105 1404 0 0,40-45-1168 0 0,13-14-110 0 0,-45 69 1 0 0,74-97-355 0 0,2 0 0 0 0,0 1 0 0 0,2 0 0 0 0,-19 62 1 0 0,30-81-105 0 0,1 0 0 0 0,0-1 0 0 0,0 1 0 0 0,1 0 0 0 0,1 0 0 0 0,0 0 0 0 0,0 0 0 0 0,1-1 0 0 0,0 1 0 0 0,1 0 0 0 0,4 16 0 0 0,-4-20 0 0 0,1 0 0 0 0,0 0 0 0 0,0 0 0 0 0,0-1 0 0 0,0 1 0 0 0,1-1 0 0 0,0 0 0 0 0,0 0 0 0 0,0 0 0 0 0,1-1 0 0 0,-1 0 0 0 0,1 1 0 0 0,0-2 0 0 0,1 1 0 0 0,-1 0 0 0 0,1-1 0 0 0,-1 0 0 0 0,1-1 0 0 0,7 3 0 0 0,-4-2 50 0 0,1-1 1 0 0,-1 0-1 0 0,1 0 1 0 0,0-1 0 0 0,0-1-1 0 0,0 1 1 0 0,0-2-1 0 0,0 1 1 0 0,0-1 0 0 0,-1-1-1 0 0,1 0 1 0 0,0 0-1 0 0,-1-1 1 0 0,1 0-1 0 0,8-5 1 0 0,-11 5-26 0 0,-1 0 1 0 0,0 0-1 0 0,0 0 0 0 0,0-1 1 0 0,0 0-1 0 0,0 0 1 0 0,-1-1-1 0 0,0 0 0 0 0,0 0 1 0 0,0 0-1 0 0,-1 0 0 0 0,1-1 1 0 0,-1 0-1 0 0,-1 0 0 0 0,1 0 1 0 0,-1 0-1 0 0,0 0 0 0 0,0-1 1 0 0,-1 1-1 0 0,0-1 0 0 0,0 0 1 0 0,1-8-1 0 0,-3 12-33 0 0,0 0 0 0 0,0 0 0 0 0,0 0 0 0 0,0 1 0 0 0,0-1 0 0 0,-1 0 0 0 0,1 0 0 0 0,-1 0 0 0 0,0 0 0 0 0,0 0 0 0 0,0 1 0 0 0,0-1 0 0 0,0 0 0 0 0,-1 1 0 0 0,1-1 0 0 0,-3-2-1 0 0,1 1 2 0 0,-1 0-1 0 0,0 1 0 0 0,0-1 0 0 0,0 1 0 0 0,0 0 0 0 0,0 0 0 0 0,0 1 0 0 0,-9-5 1 0 0,-5 0-22 0 0,0 1 0 0 0,-1 1 0 0 0,-35-6 0 0 0,51 10 7 0 0,-50-6-1034 0 0,-1 2 0 0 0,-102 3-1 0 0,23 11-3140 0 0,2 4-3488 0 0,115-11 6438 0 0,-45 5-6857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1:02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400 110 572 0 0,'-1'-16'17095'0'0,"1"15"-16624"0"0,35-10-235 0 0,0 2 1 0 0,57-7 0 0 0,-36 7-157 0 0,222-23 69 0 0,-133 18-44 0 0,-128 13-72 0 0,0 1 0 0 0,27 2 1 0 0,-41-1-28 0 0,-1-1 1 0 0,0 1-1 0 0,0 0 1 0 0,0 0-1 0 0,0 0 0 0 0,0 0 1 0 0,0 0-1 0 0,0 0 1 0 0,0 1-1 0 0,0-1 1 0 0,-1 1-1 0 0,1-1 1 0 0,-1 1-1 0 0,1 0 0 0 0,-1-1 1 0 0,2 4-1 0 0,1 0 13 0 0,-1 0 0 0 0,1 1 0 0 0,-1 0-1 0 0,2 7 1 0 0,13 42 62 0 0,-2 0-1 0 0,12 84 1 0 0,2 117 32 0 0,-27-226-95 0 0,10 519 546 0 0,-12-181 11 0 0,78 1044-233 0 0,8 270-562 0 0,-80-1351 198 0 0,4 359-34 0 0,-18-411 960 0 0,7-275-909 0 0,-1 28 1335 0 0,-1 0-1 0 0,-12 54 1 0 0,11-76-986 0 0,0 1 0 0 0,0-1 0 0 0,-1 0 0 0 0,-1 0 0 0 0,0-1 0 0 0,0 1 0 0 0,-1-1 0 0 0,0 0 0 0 0,-1 0 0 0 0,0-1 0 0 0,0 0 0 0 0,-9 7 0 0 0,-6 4-83 0 0,-1-2 0 0 0,-2-1-1 0 0,1 0 1 0 0,-51 21 0 0 0,-114 36 205 0 0,179-70-466 0 0,-366 117-1541 0 0,20-8-6028 0 0,225-67-270 0 0,0-2-4979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1:09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384 494 1740 0 0,'18'-86'9750'0'0,"-18"84"-9246"0"0,1-7-116 0 0,-4 8-152 0 0,-1 10-10 0 0,-81 241 824 0 0,25-86-819 0 0,38-113 2371 0 0,18-54-2059 0 0,3 2-527 0 0,0 1 0 0 0,1 0 0 0 0,-1-1 0 0 0,0 1 0 0 0,0 0 0 0 0,1-1 0 0 0,-1 1 0 0 0,1-1 0 0 0,-1 1 1 0 0,0-1-1 0 0,1 1 0 0 0,-1-1 0 0 0,1 0 0 0 0,-1 1 0 0 0,1-1 0 0 0,-1 0 0 0 0,-2-11 84 0 0,1 1 0 0 0,0-1 0 0 0,0 1 0 0 0,1-1 0 0 0,1-19 0 0 0,9-60 10 0 0,-2 52-97 0 0,2 0 0 0 0,1 0 0 0 0,2 1 0 0 0,2 0 0 0 0,1 1 1 0 0,2 1-1 0 0,1 0 0 0 0,3 2 0 0 0,25-36 0 0 0,-28 46-13 0 0,2 0 0 0 0,0 1 0 0 0,1 1 0 0 0,2 2 0 0 0,0 0 0 0 0,1 1 0 0 0,1 1 1 0 0,0 1-1 0 0,2 1 0 0 0,0 2 0 0 0,0 1 0 0 0,43-15 0 0 0,-57 24-4 0 0,0 1 0 0 0,0 1 0 0 0,0 0 0 0 0,0 0-1 0 0,0 1 1 0 0,14 1 0 0 0,-22 0 2 0 0,-1 0-1 0 0,1 1 1 0 0,-1-1-1 0 0,1 1 1 0 0,-1 0-1 0 0,0 0 1 0 0,1 1-1 0 0,-1-1 1 0 0,0 1-1 0 0,0 0 1 0 0,0 0-1 0 0,0 0 1 0 0,0 1-1 0 0,0-1 1 0 0,-1 1-1 0 0,1 0 1 0 0,-1 0-1 0 0,0 0 1 0 0,0 0-1 0 0,0 1 1 0 0,3 3-1 0 0,-5-3 3 0 0,0-1 0 0 0,0 1 0 0 0,0-1-1 0 0,0 1 1 0 0,0 0 0 0 0,-1-1 0 0 0,1 1 0 0 0,-1 0 0 0 0,0 0 0 0 0,0-1-1 0 0,-1 1 1 0 0,1 0 0 0 0,-1-1 0 0 0,0 1 0 0 0,0 0 0 0 0,0-1 0 0 0,0 1-1 0 0,-1-1 1 0 0,-2 5 0 0 0,-2 5-1 0 0,-1-1 0 0 0,-1 0 0 0 0,-13 18 0 0 0,-5 0-4 0 0,-1-2 0 0 0,-1-1-1 0 0,-2-1 1 0 0,0-1-1 0 0,-57 35 1 0 0,13-18 3 0 0,-120 52 0 0 0,152-76 13 0 0,-69 19 1 0 0,97-33-11 0 0,1-1 0 0 0,-1-1 0 0 0,0 0 1 0 0,0 0-1 0 0,0-2 0 0 0,0 1 1 0 0,0-2-1 0 0,0 0 0 0 0,-21-4 1 0 0,30 3-4 0 0,0 0 1 0 0,1 0 0 0 0,-1 0-1 0 0,0 0 1 0 0,1-1-1 0 0,-1 0 1 0 0,1 0 0 0 0,0 0-1 0 0,0 0 1 0 0,0-1 0 0 0,0 1-1 0 0,1-1 1 0 0,-1 0-1 0 0,-3-6 1 0 0,7 10-1 0 0,0-1 1 0 0,-1 1-1 0 0,1 0 0 0 0,0-1 1 0 0,0 1-1 0 0,-1 0 0 0 0,1-1 1 0 0,0 1-1 0 0,0-1 0 0 0,0 1 1 0 0,0 0-1 0 0,0-1 0 0 0,0 1 1 0 0,0-1-1 0 0,0 1 0 0 0,0 0 1 0 0,0-1-1 0 0,0 1 0 0 0,0-1 0 0 0,0 1 1 0 0,0-1-1 0 0,0 1 0 0 0,0 0 1 0 0,0-1-1 0 0,0 1 0 0 0,0-1 1 0 0,1 1-1 0 0,-1 0 0 0 0,0-1 1 0 0,0 1-1 0 0,1 0 0 0 0,-1-1 1 0 0,0 1-1 0 0,0 0 0 0 0,1-1 1 0 0,-1 1-1 0 0,0 0 0 0 0,1 0 1 0 0,-1-1-1 0 0,0 1 0 0 0,1 0 1 0 0,-1 0-1 0 0,0 0 0 0 0,1-1 1 0 0,1 1 0 0 0,-1-1 1 0 0,1 1 0 0 0,0 0-1 0 0,-1 0 1 0 0,1 0-1 0 0,-1-1 1 0 0,1 1 0 0 0,0 1-1 0 0,-1-1 1 0 0,1 0-1 0 0,-1 0 1 0 0,1 1 0 0 0,1 0-1 0 0,6 3 1 0 0,1 0 0 0 0,-1 1 0 0 0,-1 0 0 0 0,1 0 0 0 0,-1 1 0 0 0,0 1 0 0 0,14 13 0 0 0,50 61 23 0 0,-56-62-40 0 0,31 38-22 0 0,-7-8 49 0 0,3-1 1 0 0,57 51-1 0 0,-84-86-243 0 0,0 0 1 0 0,1-1-1 0 0,0-1 0 0 0,1-1 0 0 0,0 0 0 0 0,1-1 1 0 0,0-1-1 0 0,0-1 0 0 0,1-1 0 0 0,0-1 1 0 0,21 4-1 0 0,-21-7-40 0 0,1 0-1 0 0,-1-1 1 0 0,1-1 0 0 0,-1-1 0 0 0,1-1 0 0 0,-1 0 0 0 0,0-2 0 0 0,0 0 0 0 0,0-2-1 0 0,0 0 1 0 0,-1-1 0 0 0,0-1 0 0 0,0-1 0 0 0,-1 0 0 0 0,0-1 0 0 0,-1-1-1 0 0,0-1 1 0 0,-1-1 0 0 0,0 0 0 0 0,19-21 0 0 0,-15 9 423 0 0,-1-1 0 0 0,-1 0-1 0 0,-1-2 1 0 0,-1 0 0 0 0,-2 0 0 0 0,-1-2 0 0 0,-1 1-1 0 0,-1-2 1 0 0,10-52 0 0 0,-19 74 83 0 0,-1 0-1 0 0,0-1 1 0 0,-1-16 0 0 0,-1 9 43 0 0,-1 17-210 0 0,-1 1-60 0 0,0 0 0 0 0,0 0 0 0 0,0 0 0 0 0,0 0 0 0 0,0 0 0 0 0,0 0-1 0 0,0 1 1 0 0,0 0 0 0 0,1-1 0 0 0,-1 1 0 0 0,1 0 0 0 0,-1 0-1 0 0,1 1 1 0 0,0-1 0 0 0,0 0 0 0 0,-3 5 0 0 0,-35 50 23 0 0,34-47-29 0 0,-11 17 0 0 0,1 0 0 0 0,1 2 0 0 0,2-1 0 0 0,1 2 0 0 0,1-1 1 0 0,1 2-1 0 0,2-1 0 0 0,1 1 0 0 0,-4 51 0 0 0,10-77 10 0 0,1 0 1 0 0,0-1-1 0 0,1 1 0 0 0,-1 0 1 0 0,1 0-1 0 0,0 0 1 0 0,0-1-1 0 0,0 1 0 0 0,1 0 1 0 0,0-1-1 0 0,0 1 1 0 0,0-1-1 0 0,0 0 0 0 0,4 6 1 0 0,-4-9-6 0 0,0 0-1 0 0,-1 0 1 0 0,1-1 0 0 0,0 1 0 0 0,-1 0 0 0 0,1-1-1 0 0,0 1 1 0 0,0-1 0 0 0,0 0 0 0 0,0 1 0 0 0,0-1-1 0 0,-1 0 1 0 0,1 0 0 0 0,0 0 0 0 0,0 0-1 0 0,0-1 1 0 0,0 1 0 0 0,0 0 0 0 0,-1-1 0 0 0,1 0-1 0 0,0 1 1 0 0,0-1 0 0 0,-1 0 0 0 0,1 0 0 0 0,0 0-1 0 0,2-2 1 0 0,9-5 49 0 0,0-2 0 0 0,-1 1 0 0 0,0-2 0 0 0,-1 1 0 0 0,14-18 0 0 0,47-67-8 0 0,-22 26-7 0 0,-37 52-27 0 0,0 1 15 0 0,-1 0 0 0 0,23-20 0 0 0,-33 35-28 0 0,0 1 1 0 0,-1-1 0 0 0,1 1 0 0 0,0-1 0 0 0,0 1 0 0 0,0-1 0 0 0,0 1 0 0 0,0 0 0 0 0,0 0-1 0 0,0 0 1 0 0,0 0 0 0 0,0 1 0 0 0,0-1 0 0 0,0 0 0 0 0,0 1 0 0 0,0 0 0 0 0,0-1-1 0 0,0 1 1 0 0,0 0 0 0 0,0 0 0 0 0,0 0 0 0 0,1 1 0 0 0,1 3 21 0 0,1 0 0 0 0,-1-1 0 0 0,-1 2 1 0 0,1-1-1 0 0,-1 0 0 0 0,0 1 0 0 0,0-1 0 0 0,0 1 0 0 0,-1 0 1 0 0,0 0-1 0 0,2 8 0 0 0,7 18-2 0 0,-8-21 5 0 0,-3-10-23 0 0,0-1 1 0 0,0 1 0 0 0,0 0-1 0 0,0 0 1 0 0,0 0 0 0 0,0-1 0 0 0,0 1-1 0 0,1 0 1 0 0,-1 0 0 0 0,0-1-1 0 0,1 1 1 0 0,-1 0 0 0 0,0-1-1 0 0,1 1 1 0 0,-1 0 0 0 0,1-1 0 0 0,0 2-1 0 0,0-2-1 0 0,0 1 1 0 0,0-1-1 0 0,0 0 0 0 0,0 1 0 0 0,0-1 0 0 0,0 0 0 0 0,0 0 0 0 0,0 0 1 0 0,0 0-1 0 0,0 0 0 0 0,0 0 0 0 0,0 0 0 0 0,0 0 0 0 0,0 0 0 0 0,0-1 1 0 0,0 1-1 0 0,0 0 0 0 0,0-1 0 0 0,-1 1 0 0 0,1 0 0 0 0,0-1 0 0 0,0 1 1 0 0,1-2-1 0 0,16-15-65 0 0,-14 12 57 0 0,13-12-48 0 0,21-28 0 0 0,-22 25 28 0 0,20-19 1 0 0,-14 17-12 0 0,35-24-1 0 0,-47 39 33 0 0,0 1 0 0 0,1 0 0 0 0,-1 0 0 0 0,1 1 0 0 0,0 0 0 0 0,17-4 0 0 0,-25 8 5 0 0,0 1 1 0 0,-1-1 0 0 0,1 1-1 0 0,0 0 1 0 0,-1 0 0 0 0,1 0-1 0 0,0 0 1 0 0,-1 0 0 0 0,1 1-1 0 0,0-1 1 0 0,-1 1 0 0 0,1 0-1 0 0,0 0 1 0 0,-1 0 0 0 0,1 0-1 0 0,-1 0 1 0 0,0 0 0 0 0,1 1-1 0 0,-1-1 1 0 0,0 1 0 0 0,0-1-1 0 0,0 1 1 0 0,0 0 0 0 0,0 0-1 0 0,0 0 1 0 0,2 3 0 0 0,-1 0 8 0 0,0-1 1 0 0,-1 1-1 0 0,1-1 1 0 0,-1 1 0 0 0,0 0-1 0 0,0 0 1 0 0,-1 0-1 0 0,0 0 1 0 0,1 0-1 0 0,-2 0 1 0 0,1 0 0 0 0,0 6-1 0 0,-2 4 10 0 0,-1 0 0 0 0,-1 0-1 0 0,0 0 1 0 0,-1-1-1 0 0,0 0 1 0 0,-1 0 0 0 0,-1 0-1 0 0,-10 17 1 0 0,-6 19 81 0 0,18-39 91 0 0,7-17-135 0 0,15-32-75 0 0,6-2 5 0 0,69-104 474 0 0,-74 118-184 0 0,1 1 1 0 0,1 1-1 0 0,30-28 1 0 0,-43 45-206 0 0,0 1 1 0 0,1 0 0 0 0,-1 0 0 0 0,1 0-1 0 0,12-5 1 0 0,-19 10-57 0 0,0 0 0 0 0,1 0 0 0 0,-1 0 0 0 0,0 1 0 0 0,0-1 0 0 0,1 1 0 0 0,-1-1-1 0 0,0 1 1 0 0,1 0 0 0 0,-1 0 0 0 0,1 0 0 0 0,-1 0 0 0 0,0 0 0 0 0,1 0 0 0 0,-1 1 0 0 0,0-1-1 0 0,1 1 1 0 0,-1 0 0 0 0,0-1 0 0 0,0 1 0 0 0,0 0 0 0 0,0 0 0 0 0,0 1 0 0 0,0-1 0 0 0,0 0 0 0 0,0 1-1 0 0,0-1 1 0 0,0 1 0 0 0,2 3 0 0 0,1 1 16 0 0,-1 0 0 0 0,0 1 1 0 0,-1 0-1 0 0,0-1 0 0 0,0 1 0 0 0,0 1 0 0 0,-1-1 0 0 0,0 0 0 0 0,0 0 1 0 0,-1 1-1 0 0,1 14 0 0 0,-1 8-68 0 0,-5 51-1 0 0,1-54-251 0 0,0 10-978 0 0,-1 11-5241 0 0,3-33 527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1:09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201 106 432 0 0,'31'-106'13774'0'0,"-28"108"-13062"0"0,-3-2-686 0 0,1 0 0 0 0,-1 0 0 0 0,0 0 0 0 0,1 0 0 0 0,-1 0 0 0 0,1 0 1 0 0,-1 1-1 0 0,0-1 0 0 0,1 0 0 0 0,-1 0 0 0 0,0 0 0 0 0,1 0 0 0 0,-1 0 0 0 0,1 1 0 0 0,-1-1 0 0 0,0 0 0 0 0,0 0 0 0 0,1 1 0 0 0,-1-1 0 0 0,0 0 0 0 0,0 1 1 0 0,1-1-1 0 0,-1 0 0 0 0,0 1 0 0 0,0-1 0 0 0,1 0 0 0 0,-1 1 0 0 0,0-1 0 0 0,0 0 0 0 0,0 1 0 0 0,3 25 708 0 0,-2 0 0 0 0,-1 0 0 0 0,-1-1 0 0 0,-1 1 0 0 0,-9 47 0 0 0,-44 127 355 0 0,-31 30-335 0 0,-4 14-2941 0 0,90-243 2036 0 0,0 0-1 0 0,-1 1 1 0 0,1-1-1 0 0,0 0 1 0 0,-1 0-1 0 0,1 0 1 0 0,0 0-1 0 0,0 1 1 0 0,0-1-1 0 0,0 0 1 0 0,0 0-1 0 0,0 1 1 0 0,0-1-1 0 0,1 1 1 0 0,6 1-2919 0 0,-7-3 2947 0 0,1 0 1 0 0,-1 0-1 0 0,0 0 0 0 0,0 0 0 0 0,1 0 1 0 0,-1-1-1 0 0,1 1 0 0 0,2-2-716 0 0,1 1 0 0 0,-1-1 0 0 0,0-1-1 0 0,0 1 1 0 0,0 0 0 0 0,0-1 0 0 0,3-3 0 0 0,8-9-3506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1:09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94 1676 0 0,'55'-80'9156'0'0,"-54"79"-9127"0"0,-1 1 0 0 0,0 0 0 0 0,0 0 0 0 0,0-1 0 0 0,1 1 0 0 0,-1 0-1 0 0,0 0 1 0 0,0-1 0 0 0,0 1 0 0 0,0 0 0 0 0,0-1 0 0 0,1 1 0 0 0,-1 0 0 0 0,0-1-1 0 0,0 1 1 0 0,0 0 0 0 0,0-1 0 0 0,0 1 0 0 0,0 0 0 0 0,0-1 0 0 0,0 1 0 0 0,0 0-1 0 0,-1 0 1 0 0,1-1 0 0 0,0 1 0 0 0,0 0 0 0 0,0-1 0 0 0,0 1 0 0 0,0 0 0 0 0,0-1-1 0 0,-1 1 1 0 0,1 0 0 0 0,0 0 0 0 0,0-1 0 0 0,0 1 0 0 0,-1 0 0 0 0,1 0 0 0 0,0 0-1 0 0,0-1 1 0 0,-1 1 0 0 0,1 0 0 0 0,0 0 0 0 0,0 0 0 0 0,-1 0 0 0 0,1-1 0 0 0,0 1-1 0 0,-1 0 1 0 0,1 0 0 0 0,0 0 0 0 0,-1 0 0 0 0,1 0 0 0 0,0 0 0 0 0,-1 0 0 0 0,1 0-1 0 0,0 0 1 0 0,-1 0 0 0 0,1 0 0 0 0,0 0 0 0 0,-1 0 0 0 0,-20 3 411 0 0,-36 22 38 0 0,0 2 0 0 0,-99 65 1 0 0,105-60-400 0 0,41-26-67 0 0,3-2 20 0 0,0 0-1 0 0,0 0 1 0 0,1 1 0 0 0,0 0-1 0 0,-8 8 1 0 0,14-11 20 0 0,-1 0 0 0 0,1-1 0 0 0,0 1 0 0 0,0 0 0 0 0,0 0 0 0 0,0 0 0 0 0,0-1 0 0 0,0 1 0 0 0,1 0 0 0 0,-1 0 0 0 0,1-1 1 0 0,-1 1-1 0 0,1 0 0 0 0,-1 0 0 0 0,1-1 0 0 0,0 1 0 0 0,0-1 0 0 0,0 1 0 0 0,1 1 0 0 0,17 20 396 0 0,0 0 0 0 0,2-1 1 0 0,0-1-1 0 0,2-1 0 0 0,27 19 0 0 0,-20-15-283 0 0,1-1-253 0 0,0-2 0 0 0,2 0-1 0 0,1-3 1 0 0,0-1 0 0 0,70 25-1 0 0,-6-14-3082 0 0,-1-12-3571 0 0,-53-12 973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1:09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34 154 1532 0 0,'-14'-16'7986'0'0,"12"15"-7394"0"0,1 0-1 0 0,-1 0 1 0 0,1-1 0 0 0,-1 1-1 0 0,1-1 1 0 0,0 1 0 0 0,0-1-1 0 0,0 0 1 0 0,0 1-1 0 0,-1-3 1 0 0,1 2 245 0 0,-3-15 3021 0 0,5 16-3824 0 0,0 0-1 0 0,0 0 1 0 0,-1 0-1 0 0,1 0 1 0 0,0 0 0 0 0,0 0-1 0 0,0 1 1 0 0,0-1-1 0 0,0 0 1 0 0,0 1 0 0 0,0-1-1 0 0,0 1 1 0 0,2-2-1 0 0,31-13 343 0 0,1 1-1 0 0,0 1 1 0 0,51-11 0 0 0,44 1-7048 0 0,-116 24 1213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1:10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 3152 0 0,'-74'59'19625'0'0,"75"-56"-18989"0"0,-1-3-623 0 0,0 0-1 0 0,0 1 1 0 0,0-1 0 0 0,0 0-1 0 0,0 0 1 0 0,0 0 0 0 0,0 1-1 0 0,0-1 1 0 0,0 0-1 0 0,0 0 1 0 0,0 0 0 0 0,0 1-1 0 0,0-1 1 0 0,0 0 0 0 0,0 0-1 0 0,0 0 1 0 0,1 0 0 0 0,-1 1-1 0 0,0-1 1 0 0,0 0 0 0 0,0 0-1 0 0,0 0 1 0 0,0 0 0 0 0,0 1-1 0 0,1-1 1 0 0,-1 0-1 0 0,0 0 1 0 0,0 0 0 0 0,0 0-1 0 0,0 0 1 0 0,1 0 0 0 0,-1 0-1 0 0,0 0 1 0 0,0 0 0 0 0,0 0-1 0 0,1 1 1 0 0,-1-1 0 0 0,0 0-1 0 0,0 0 1 0 0,1 0 0 0 0,66-6 807 0 0,4-8-3476 0 0,21-12-9928 0 0,-67 17 5476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1:31:10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957 199 424 0 0,'-23'-34'11429'0'0,"22"30"-10549"0"0,-1 1 0 0 0,1-1 0 0 0,0 1 0 0 0,0-1 0 0 0,0 1 0 0 0,0-1 0 0 0,0-5 0 0 0,2 5-670 0 0,-1 1-1 0 0,0 0 1 0 0,1-1 0 0 0,-1 1-1 0 0,1 0 1 0 0,0 0-1 0 0,0-1 1 0 0,1 1 0 0 0,-1 0-1 0 0,1 0 1 0 0,-1 0 0 0 0,1 0-1 0 0,0 1 1 0 0,0-1 0 0 0,0 0-1 0 0,0 1 1 0 0,1 0 0 0 0,-1-1-1 0 0,1 1 1 0 0,4-3-1 0 0,3-3-25 0 0,1 0 0 0 0,0 1-1 0 0,1 1 1 0 0,-1 0-1 0 0,1 0 1 0 0,1 1-1 0 0,-1 0 1 0 0,1 1-1 0 0,0 1 1 0 0,-1 0 0 0 0,2 1-1 0 0,12-1 1 0 0,-22 3-167 0 0,-1 0 0 0 0,1 0 0 0 0,0 0 0 0 0,0 1 0 0 0,-1 0 1 0 0,1-1-1 0 0,0 1 0 0 0,-1 1 0 0 0,1-1 0 0 0,-1 0 0 0 0,1 1 0 0 0,-1 0 0 0 0,6 3 1 0 0,-7-3-3 0 0,0 0 1 0 0,0 1 0 0 0,0-1 0 0 0,0 0-1 0 0,0 1 1 0 0,-1-1 0 0 0,1 1 0 0 0,-1-1-1 0 0,1 1 1 0 0,-1 0 0 0 0,0 0 0 0 0,0-1-1 0 0,0 1 1 0 0,0 3 0 0 0,0 3 10 0 0,0-1 0 0 0,-1 0 0 0 0,0 1 0 0 0,-1-1 0 0 0,0 1 0 0 0,0-1 0 0 0,-1 0 0 0 0,0 0 0 0 0,0 0 0 0 0,-7 15 0 0 0,-10 18 13 0 0,-3-1 1 0 0,-26 38 0 0 0,41-66-25 0 0,-19 32 62 0 0,25-43-77 0 0,1 0 0 0 0,-1 0 1 0 0,1-1-1 0 0,0 1 0 0 0,-1 0 0 0 0,1 0 0 0 0,0 0 0 0 0,0 0 0 0 0,-1 0 1 0 0,1 0-1 0 0,0 0 0 0 0,0 0 0 0 0,0 0 0 0 0,0 0 0 0 0,0 0 0 0 0,0 0 0 0 0,1 0 1 0 0,-1 0-1 0 0,0 0 0 0 0,0 0 0 0 0,1 0 0 0 0,-1 0 0 0 0,0-1 0 0 0,1 1 1 0 0,-1 0-1 0 0,1 0 0 0 0,-1 0 0 0 0,2 1 0 0 0,21 18-32 0 0,-17-15 16 0 0,38 27 5 0 0,-25-20-27 0 0,-1 1-1 0 0,-1 1 0 0 0,18 19 1 0 0,-31-28 47 0 0,0-1 0 0 0,0 1 1 0 0,-1 0-1 0 0,1 0 0 0 0,-1 0 1 0 0,0 0-1 0 0,-1 1 0 0 0,1-1 1 0 0,-1 1-1 0 0,0-1 0 0 0,-1 1 1 0 0,1 0-1 0 0,-1 0 0 0 0,0 0 1 0 0,-1 0-1 0 0,1 9 0 0 0,-3-5 61 0 0,1-1 0 0 0,-2 1 0 0 0,1-1 0 0 0,-1 1 0 0 0,0-1-1 0 0,-1 0 1 0 0,0 0 0 0 0,-1-1 0 0 0,0 1 0 0 0,0-1-1 0 0,-1 0 1 0 0,0 0 0 0 0,0-1 0 0 0,-14 14 0 0 0,-4 0 78 0 0,0-1 0 0 0,0-2 0 0 0,-38 23 0 0 0,13-14-5 0 0,-1-2 0 0 0,-1-1 1 0 0,-2-3-1 0 0,0-3 0 0 0,0-2 1 0 0,-80 14-1 0 0,71-20-473 0 0,-113 2 1 0 0,114-13-1760 0 0,-112-16 0 0 0,108 3-2097 0 0,24 2-2053 0 0,-6-5-5342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B184-2E2C-F2D5-B596-4B90F823D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286DE8-65C9-F5AF-DF94-350735181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F2C2B-9D69-E101-CA9D-A74E5592E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FE2B-988E-4EFE-8174-12C9D5A5D84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F6E07-385A-446C-9446-7F6A86EE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A632F-F1B3-7A30-D4CF-71429BA2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18DB-9AC9-421F-802A-3BED57450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019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4168B-392C-8520-26E2-A7CD34593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A0C1E-34E8-58D8-23D7-4437C3468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FCEE5-70C5-1B8E-508D-D0E28A9A5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FE2B-988E-4EFE-8174-12C9D5A5D84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96F29-77AE-50C1-8FF4-958A0F86F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3252A-EA43-2A70-4CCC-B2B2BA19E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18DB-9AC9-421F-802A-3BED57450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112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CC70E-ABB9-8A22-80E2-6C4D8FB15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62B8D-0C43-258B-575F-A6A10F527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1544D-9E70-6E45-993F-0874B60A0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FE2B-988E-4EFE-8174-12C9D5A5D84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61B4D-9E98-E661-E459-E1A62988C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B0AD3-C955-C38D-5778-381F4CBC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18DB-9AC9-421F-802A-3BED57450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374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F40EC-3246-4D36-7092-B067ACCF1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A8502-A5EC-61B5-902E-E85BA248C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F1B46-3859-4FAD-0FBE-D9325A749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6B10E-4B0D-72A6-7827-9A90E32D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FE2B-988E-4EFE-8174-12C9D5A5D84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E6B19-A1F3-35D5-5915-E8AD11EA0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4F8A8-3C01-BDB4-A7FA-B4E0BC19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18DB-9AC9-421F-802A-3BED57450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03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25D6B-7C5F-0191-0640-934413505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59915-E048-DF2B-8689-E09475ABA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60DB4-0B3F-9FA4-1EFE-3F27F985D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80937-2762-3202-3797-AF0949BD6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2C7420-3901-619B-A32F-8DFD775D24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2BBFC1-9938-3065-8169-2CEF20D3A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FE2B-988E-4EFE-8174-12C9D5A5D84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CA5188-FA6D-B655-B2C2-50E00D739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D403B-BB2B-EF19-5B5E-10900BAB9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18DB-9AC9-421F-802A-3BED57450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45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0A3B-6E23-6235-BABB-ED8A0EFD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0D8ED-C524-93A4-EC89-54957552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FE2B-988E-4EFE-8174-12C9D5A5D84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2DDBD-8DEE-72A0-053F-B8C78EE07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E024D2-55F3-4883-5CCF-FF4E696E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18DB-9AC9-421F-802A-3BED57450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428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4D12BF-EEB5-D835-E8D9-69AF86D70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FE2B-988E-4EFE-8174-12C9D5A5D84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DFA5D-32F5-315D-6B01-128BC9E4C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6CC42-2BDB-7FC1-9D46-E3CC25E34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18DB-9AC9-421F-802A-3BED57450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935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EEDE-5BD2-99B5-3D53-43790D5AA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47600-2422-1CFA-B855-28A448BE4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77111-61E8-CB2F-29BC-38EDFF33C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49FC4-9CB8-040C-759A-7207BBC9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FE2B-988E-4EFE-8174-12C9D5A5D84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84A9E-B242-2A11-CA66-73AAE54A5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F2041-D82C-CBC6-E4BC-161A691A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18DB-9AC9-421F-802A-3BED57450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461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E8BB7-1577-D2B1-D62E-C641BD9A5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426377-B2EA-B925-F9F4-4B900EA422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4DA0A-DC50-5334-47F3-FE291E09A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6039D-B2DD-43F5-97AC-4EBB43A2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FE2B-988E-4EFE-8174-12C9D5A5D84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DE8F0-D0A1-99FE-CF8C-A37CE86DC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33DB3-79A3-9915-ABB9-D3949B31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18DB-9AC9-421F-802A-3BED57450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9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EFBB8-27C3-8AF7-B06F-86B9321BD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65C50-30F9-DAA1-46C9-0E82BEDFA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E15C2-DAD0-C8B9-627C-509FD7196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FE2B-988E-4EFE-8174-12C9D5A5D84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8E4DC-58A8-54AB-8151-887E98EF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3DB47-646A-F21B-7A23-0DAF4F725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18DB-9AC9-421F-802A-3BED57450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73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53C0B3-91B9-613F-6042-F45D7D134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53C07-F643-E73B-0091-0BAD8D88F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A5AFF-2DF3-5FCB-398E-7C4CC515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FE2B-988E-4EFE-8174-12C9D5A5D84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C8523-5201-58C2-1715-F9936BCC5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132C6-9750-DDF9-6C97-C6FC586D9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118DB-9AC9-421F-802A-3BED57450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868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F909E8-1BE2-9E40-2DBD-7DB452719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901EB-57EB-5F57-E729-2C0522852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C70C2-1C60-3F78-0469-29DE8982E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7FE2B-988E-4EFE-8174-12C9D5A5D843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ED892-ADFB-7F9E-DB2F-8F4F45B733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FD564-619B-01CC-A073-4668B2754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118DB-9AC9-421F-802A-3BED57450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635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image" Target="../media/image107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5.png"/><Relationship Id="rId21" Type="http://schemas.openxmlformats.org/officeDocument/2006/relationships/image" Target="../media/image117.png"/><Relationship Id="rId42" Type="http://schemas.openxmlformats.org/officeDocument/2006/relationships/customXml" Target="../ink/ink128.xml"/><Relationship Id="rId63" Type="http://schemas.openxmlformats.org/officeDocument/2006/relationships/image" Target="../media/image138.png"/><Relationship Id="rId84" Type="http://schemas.openxmlformats.org/officeDocument/2006/relationships/customXml" Target="../ink/ink149.xml"/><Relationship Id="rId138" Type="http://schemas.openxmlformats.org/officeDocument/2006/relationships/customXml" Target="../ink/ink176.xml"/><Relationship Id="rId159" Type="http://schemas.openxmlformats.org/officeDocument/2006/relationships/image" Target="../media/image186.png"/><Relationship Id="rId170" Type="http://schemas.openxmlformats.org/officeDocument/2006/relationships/customXml" Target="../ink/ink192.xml"/><Relationship Id="rId191" Type="http://schemas.openxmlformats.org/officeDocument/2006/relationships/image" Target="../media/image202.png"/><Relationship Id="rId205" Type="http://schemas.openxmlformats.org/officeDocument/2006/relationships/image" Target="../media/image209.png"/><Relationship Id="rId107" Type="http://schemas.openxmlformats.org/officeDocument/2006/relationships/image" Target="../media/image160.png"/><Relationship Id="rId11" Type="http://schemas.openxmlformats.org/officeDocument/2006/relationships/image" Target="../media/image112.png"/><Relationship Id="rId32" Type="http://schemas.openxmlformats.org/officeDocument/2006/relationships/customXml" Target="../ink/ink123.xml"/><Relationship Id="rId53" Type="http://schemas.openxmlformats.org/officeDocument/2006/relationships/image" Target="../media/image133.png"/><Relationship Id="rId74" Type="http://schemas.openxmlformats.org/officeDocument/2006/relationships/customXml" Target="../ink/ink144.xml"/><Relationship Id="rId128" Type="http://schemas.openxmlformats.org/officeDocument/2006/relationships/customXml" Target="../ink/ink171.xml"/><Relationship Id="rId149" Type="http://schemas.openxmlformats.org/officeDocument/2006/relationships/image" Target="../media/image181.png"/><Relationship Id="rId5" Type="http://schemas.openxmlformats.org/officeDocument/2006/relationships/image" Target="../media/image109.png"/><Relationship Id="rId95" Type="http://schemas.openxmlformats.org/officeDocument/2006/relationships/image" Target="../media/image154.png"/><Relationship Id="rId160" Type="http://schemas.openxmlformats.org/officeDocument/2006/relationships/customXml" Target="../ink/ink187.xml"/><Relationship Id="rId181" Type="http://schemas.openxmlformats.org/officeDocument/2006/relationships/image" Target="../media/image197.png"/><Relationship Id="rId216" Type="http://schemas.openxmlformats.org/officeDocument/2006/relationships/customXml" Target="../ink/ink215.xml"/><Relationship Id="rId22" Type="http://schemas.openxmlformats.org/officeDocument/2006/relationships/customXml" Target="../ink/ink118.xml"/><Relationship Id="rId43" Type="http://schemas.openxmlformats.org/officeDocument/2006/relationships/image" Target="../media/image128.png"/><Relationship Id="rId64" Type="http://schemas.openxmlformats.org/officeDocument/2006/relationships/customXml" Target="../ink/ink139.xml"/><Relationship Id="rId118" Type="http://schemas.openxmlformats.org/officeDocument/2006/relationships/customXml" Target="../ink/ink166.xml"/><Relationship Id="rId139" Type="http://schemas.openxmlformats.org/officeDocument/2006/relationships/image" Target="../media/image176.png"/><Relationship Id="rId85" Type="http://schemas.openxmlformats.org/officeDocument/2006/relationships/image" Target="../media/image149.png"/><Relationship Id="rId150" Type="http://schemas.openxmlformats.org/officeDocument/2006/relationships/customXml" Target="../ink/ink182.xml"/><Relationship Id="rId171" Type="http://schemas.openxmlformats.org/officeDocument/2006/relationships/image" Target="../media/image192.png"/><Relationship Id="rId192" Type="http://schemas.openxmlformats.org/officeDocument/2006/relationships/customXml" Target="../ink/ink203.xml"/><Relationship Id="rId206" Type="http://schemas.openxmlformats.org/officeDocument/2006/relationships/customXml" Target="../ink/ink210.xml"/><Relationship Id="rId12" Type="http://schemas.openxmlformats.org/officeDocument/2006/relationships/customXml" Target="../ink/ink113.xml"/><Relationship Id="rId33" Type="http://schemas.openxmlformats.org/officeDocument/2006/relationships/image" Target="../media/image123.png"/><Relationship Id="rId108" Type="http://schemas.openxmlformats.org/officeDocument/2006/relationships/customXml" Target="../ink/ink161.xml"/><Relationship Id="rId129" Type="http://schemas.openxmlformats.org/officeDocument/2006/relationships/image" Target="../media/image171.png"/><Relationship Id="rId54" Type="http://schemas.openxmlformats.org/officeDocument/2006/relationships/customXml" Target="../ink/ink134.xml"/><Relationship Id="rId75" Type="http://schemas.openxmlformats.org/officeDocument/2006/relationships/image" Target="../media/image144.png"/><Relationship Id="rId96" Type="http://schemas.openxmlformats.org/officeDocument/2006/relationships/customXml" Target="../ink/ink155.xml"/><Relationship Id="rId140" Type="http://schemas.openxmlformats.org/officeDocument/2006/relationships/customXml" Target="../ink/ink177.xml"/><Relationship Id="rId161" Type="http://schemas.openxmlformats.org/officeDocument/2006/relationships/image" Target="../media/image187.png"/><Relationship Id="rId182" Type="http://schemas.openxmlformats.org/officeDocument/2006/relationships/customXml" Target="../ink/ink198.xml"/><Relationship Id="rId217" Type="http://schemas.openxmlformats.org/officeDocument/2006/relationships/image" Target="../media/image215.png"/><Relationship Id="rId6" Type="http://schemas.openxmlformats.org/officeDocument/2006/relationships/customXml" Target="../ink/ink110.xml"/><Relationship Id="rId23" Type="http://schemas.openxmlformats.org/officeDocument/2006/relationships/image" Target="../media/image118.png"/><Relationship Id="rId119" Type="http://schemas.openxmlformats.org/officeDocument/2006/relationships/image" Target="../media/image166.png"/><Relationship Id="rId44" Type="http://schemas.openxmlformats.org/officeDocument/2006/relationships/customXml" Target="../ink/ink129.xml"/><Relationship Id="rId65" Type="http://schemas.openxmlformats.org/officeDocument/2006/relationships/image" Target="../media/image139.png"/><Relationship Id="rId86" Type="http://schemas.openxmlformats.org/officeDocument/2006/relationships/customXml" Target="../ink/ink150.xml"/><Relationship Id="rId130" Type="http://schemas.openxmlformats.org/officeDocument/2006/relationships/customXml" Target="../ink/ink172.xml"/><Relationship Id="rId151" Type="http://schemas.openxmlformats.org/officeDocument/2006/relationships/image" Target="../media/image182.png"/><Relationship Id="rId172" Type="http://schemas.openxmlformats.org/officeDocument/2006/relationships/customXml" Target="../ink/ink193.xml"/><Relationship Id="rId193" Type="http://schemas.openxmlformats.org/officeDocument/2006/relationships/image" Target="../media/image203.png"/><Relationship Id="rId207" Type="http://schemas.openxmlformats.org/officeDocument/2006/relationships/image" Target="../media/image210.png"/><Relationship Id="rId13" Type="http://schemas.openxmlformats.org/officeDocument/2006/relationships/image" Target="../media/image113.png"/><Relationship Id="rId109" Type="http://schemas.openxmlformats.org/officeDocument/2006/relationships/image" Target="../media/image161.png"/><Relationship Id="rId34" Type="http://schemas.openxmlformats.org/officeDocument/2006/relationships/customXml" Target="../ink/ink124.xml"/><Relationship Id="rId55" Type="http://schemas.openxmlformats.org/officeDocument/2006/relationships/image" Target="../media/image134.png"/><Relationship Id="rId76" Type="http://schemas.openxmlformats.org/officeDocument/2006/relationships/customXml" Target="../ink/ink145.xml"/><Relationship Id="rId97" Type="http://schemas.openxmlformats.org/officeDocument/2006/relationships/image" Target="../media/image155.png"/><Relationship Id="rId120" Type="http://schemas.openxmlformats.org/officeDocument/2006/relationships/customXml" Target="../ink/ink167.xml"/><Relationship Id="rId141" Type="http://schemas.openxmlformats.org/officeDocument/2006/relationships/image" Target="../media/image177.png"/><Relationship Id="rId7" Type="http://schemas.openxmlformats.org/officeDocument/2006/relationships/image" Target="../media/image110.png"/><Relationship Id="rId162" Type="http://schemas.openxmlformats.org/officeDocument/2006/relationships/customXml" Target="../ink/ink188.xml"/><Relationship Id="rId183" Type="http://schemas.openxmlformats.org/officeDocument/2006/relationships/image" Target="../media/image198.png"/><Relationship Id="rId218" Type="http://schemas.openxmlformats.org/officeDocument/2006/relationships/customXml" Target="../ink/ink216.xml"/><Relationship Id="rId24" Type="http://schemas.openxmlformats.org/officeDocument/2006/relationships/customXml" Target="../ink/ink119.xml"/><Relationship Id="rId45" Type="http://schemas.openxmlformats.org/officeDocument/2006/relationships/image" Target="../media/image129.png"/><Relationship Id="rId66" Type="http://schemas.openxmlformats.org/officeDocument/2006/relationships/customXml" Target="../ink/ink140.xml"/><Relationship Id="rId87" Type="http://schemas.openxmlformats.org/officeDocument/2006/relationships/image" Target="../media/image150.png"/><Relationship Id="rId110" Type="http://schemas.openxmlformats.org/officeDocument/2006/relationships/customXml" Target="../ink/ink162.xml"/><Relationship Id="rId131" Type="http://schemas.openxmlformats.org/officeDocument/2006/relationships/image" Target="../media/image172.png"/><Relationship Id="rId152" Type="http://schemas.openxmlformats.org/officeDocument/2006/relationships/customXml" Target="../ink/ink183.xml"/><Relationship Id="rId173" Type="http://schemas.openxmlformats.org/officeDocument/2006/relationships/image" Target="../media/image193.png"/><Relationship Id="rId194" Type="http://schemas.openxmlformats.org/officeDocument/2006/relationships/customXml" Target="../ink/ink204.xml"/><Relationship Id="rId208" Type="http://schemas.openxmlformats.org/officeDocument/2006/relationships/customXml" Target="../ink/ink211.xml"/><Relationship Id="rId14" Type="http://schemas.openxmlformats.org/officeDocument/2006/relationships/customXml" Target="../ink/ink114.xml"/><Relationship Id="rId35" Type="http://schemas.openxmlformats.org/officeDocument/2006/relationships/image" Target="../media/image124.png"/><Relationship Id="rId56" Type="http://schemas.openxmlformats.org/officeDocument/2006/relationships/customXml" Target="../ink/ink135.xml"/><Relationship Id="rId77" Type="http://schemas.openxmlformats.org/officeDocument/2006/relationships/image" Target="../media/image145.png"/><Relationship Id="rId100" Type="http://schemas.openxmlformats.org/officeDocument/2006/relationships/customXml" Target="../ink/ink157.xml"/><Relationship Id="rId8" Type="http://schemas.openxmlformats.org/officeDocument/2006/relationships/customXml" Target="../ink/ink111.xml"/><Relationship Id="rId51" Type="http://schemas.openxmlformats.org/officeDocument/2006/relationships/image" Target="../media/image132.png"/><Relationship Id="rId72" Type="http://schemas.openxmlformats.org/officeDocument/2006/relationships/customXml" Target="../ink/ink143.xml"/><Relationship Id="rId93" Type="http://schemas.openxmlformats.org/officeDocument/2006/relationships/image" Target="../media/image153.png"/><Relationship Id="rId98" Type="http://schemas.openxmlformats.org/officeDocument/2006/relationships/customXml" Target="../ink/ink156.xml"/><Relationship Id="rId121" Type="http://schemas.openxmlformats.org/officeDocument/2006/relationships/image" Target="../media/image167.png"/><Relationship Id="rId142" Type="http://schemas.openxmlformats.org/officeDocument/2006/relationships/customXml" Target="../ink/ink178.xml"/><Relationship Id="rId163" Type="http://schemas.openxmlformats.org/officeDocument/2006/relationships/image" Target="../media/image188.png"/><Relationship Id="rId184" Type="http://schemas.openxmlformats.org/officeDocument/2006/relationships/customXml" Target="../ink/ink199.xml"/><Relationship Id="rId189" Type="http://schemas.openxmlformats.org/officeDocument/2006/relationships/image" Target="../media/image201.png"/><Relationship Id="rId219" Type="http://schemas.openxmlformats.org/officeDocument/2006/relationships/image" Target="../media/image216.png"/><Relationship Id="rId3" Type="http://schemas.openxmlformats.org/officeDocument/2006/relationships/image" Target="../media/image108.png"/><Relationship Id="rId214" Type="http://schemas.openxmlformats.org/officeDocument/2006/relationships/customXml" Target="../ink/ink214.xml"/><Relationship Id="rId25" Type="http://schemas.openxmlformats.org/officeDocument/2006/relationships/image" Target="../media/image119.png"/><Relationship Id="rId46" Type="http://schemas.openxmlformats.org/officeDocument/2006/relationships/customXml" Target="../ink/ink130.xml"/><Relationship Id="rId67" Type="http://schemas.openxmlformats.org/officeDocument/2006/relationships/image" Target="../media/image140.png"/><Relationship Id="rId116" Type="http://schemas.openxmlformats.org/officeDocument/2006/relationships/customXml" Target="../ink/ink165.xml"/><Relationship Id="rId137" Type="http://schemas.openxmlformats.org/officeDocument/2006/relationships/image" Target="../media/image175.png"/><Relationship Id="rId158" Type="http://schemas.openxmlformats.org/officeDocument/2006/relationships/customXml" Target="../ink/ink186.xml"/><Relationship Id="rId20" Type="http://schemas.openxmlformats.org/officeDocument/2006/relationships/customXml" Target="../ink/ink117.xml"/><Relationship Id="rId41" Type="http://schemas.openxmlformats.org/officeDocument/2006/relationships/image" Target="../media/image127.png"/><Relationship Id="rId62" Type="http://schemas.openxmlformats.org/officeDocument/2006/relationships/customXml" Target="../ink/ink138.xml"/><Relationship Id="rId83" Type="http://schemas.openxmlformats.org/officeDocument/2006/relationships/image" Target="../media/image148.png"/><Relationship Id="rId88" Type="http://schemas.openxmlformats.org/officeDocument/2006/relationships/customXml" Target="../ink/ink151.xml"/><Relationship Id="rId111" Type="http://schemas.openxmlformats.org/officeDocument/2006/relationships/image" Target="../media/image162.png"/><Relationship Id="rId132" Type="http://schemas.openxmlformats.org/officeDocument/2006/relationships/customXml" Target="../ink/ink173.xml"/><Relationship Id="rId153" Type="http://schemas.openxmlformats.org/officeDocument/2006/relationships/image" Target="../media/image183.png"/><Relationship Id="rId174" Type="http://schemas.openxmlformats.org/officeDocument/2006/relationships/customXml" Target="../ink/ink194.xml"/><Relationship Id="rId179" Type="http://schemas.openxmlformats.org/officeDocument/2006/relationships/image" Target="../media/image196.png"/><Relationship Id="rId195" Type="http://schemas.openxmlformats.org/officeDocument/2006/relationships/image" Target="../media/image204.png"/><Relationship Id="rId209" Type="http://schemas.openxmlformats.org/officeDocument/2006/relationships/image" Target="../media/image211.png"/><Relationship Id="rId190" Type="http://schemas.openxmlformats.org/officeDocument/2006/relationships/customXml" Target="../ink/ink202.xml"/><Relationship Id="rId204" Type="http://schemas.openxmlformats.org/officeDocument/2006/relationships/customXml" Target="../ink/ink209.xml"/><Relationship Id="rId220" Type="http://schemas.openxmlformats.org/officeDocument/2006/relationships/customXml" Target="../ink/ink217.xml"/><Relationship Id="rId15" Type="http://schemas.openxmlformats.org/officeDocument/2006/relationships/image" Target="../media/image114.png"/><Relationship Id="rId36" Type="http://schemas.openxmlformats.org/officeDocument/2006/relationships/customXml" Target="../ink/ink125.xml"/><Relationship Id="rId57" Type="http://schemas.openxmlformats.org/officeDocument/2006/relationships/image" Target="../media/image135.png"/><Relationship Id="rId106" Type="http://schemas.openxmlformats.org/officeDocument/2006/relationships/customXml" Target="../ink/ink160.xml"/><Relationship Id="rId127" Type="http://schemas.openxmlformats.org/officeDocument/2006/relationships/image" Target="../media/image170.png"/><Relationship Id="rId10" Type="http://schemas.openxmlformats.org/officeDocument/2006/relationships/customXml" Target="../ink/ink112.xml"/><Relationship Id="rId31" Type="http://schemas.openxmlformats.org/officeDocument/2006/relationships/image" Target="../media/image122.png"/><Relationship Id="rId52" Type="http://schemas.openxmlformats.org/officeDocument/2006/relationships/customXml" Target="../ink/ink133.xml"/><Relationship Id="rId73" Type="http://schemas.openxmlformats.org/officeDocument/2006/relationships/image" Target="../media/image143.png"/><Relationship Id="rId78" Type="http://schemas.openxmlformats.org/officeDocument/2006/relationships/customXml" Target="../ink/ink146.xml"/><Relationship Id="rId94" Type="http://schemas.openxmlformats.org/officeDocument/2006/relationships/customXml" Target="../ink/ink154.xml"/><Relationship Id="rId99" Type="http://schemas.openxmlformats.org/officeDocument/2006/relationships/image" Target="../media/image156.png"/><Relationship Id="rId101" Type="http://schemas.openxmlformats.org/officeDocument/2006/relationships/image" Target="../media/image157.png"/><Relationship Id="rId122" Type="http://schemas.openxmlformats.org/officeDocument/2006/relationships/customXml" Target="../ink/ink168.xml"/><Relationship Id="rId143" Type="http://schemas.openxmlformats.org/officeDocument/2006/relationships/image" Target="../media/image178.png"/><Relationship Id="rId148" Type="http://schemas.openxmlformats.org/officeDocument/2006/relationships/customXml" Target="../ink/ink181.xml"/><Relationship Id="rId164" Type="http://schemas.openxmlformats.org/officeDocument/2006/relationships/customXml" Target="../ink/ink189.xml"/><Relationship Id="rId169" Type="http://schemas.openxmlformats.org/officeDocument/2006/relationships/image" Target="../media/image191.png"/><Relationship Id="rId185" Type="http://schemas.openxmlformats.org/officeDocument/2006/relationships/image" Target="../media/image199.png"/><Relationship Id="rId4" Type="http://schemas.openxmlformats.org/officeDocument/2006/relationships/customXml" Target="../ink/ink109.xml"/><Relationship Id="rId9" Type="http://schemas.openxmlformats.org/officeDocument/2006/relationships/image" Target="../media/image111.png"/><Relationship Id="rId180" Type="http://schemas.openxmlformats.org/officeDocument/2006/relationships/customXml" Target="../ink/ink197.xml"/><Relationship Id="rId210" Type="http://schemas.openxmlformats.org/officeDocument/2006/relationships/customXml" Target="../ink/ink212.xml"/><Relationship Id="rId215" Type="http://schemas.openxmlformats.org/officeDocument/2006/relationships/image" Target="../media/image214.png"/><Relationship Id="rId26" Type="http://schemas.openxmlformats.org/officeDocument/2006/relationships/customXml" Target="../ink/ink120.xml"/><Relationship Id="rId47" Type="http://schemas.openxmlformats.org/officeDocument/2006/relationships/image" Target="../media/image130.png"/><Relationship Id="rId68" Type="http://schemas.openxmlformats.org/officeDocument/2006/relationships/customXml" Target="../ink/ink141.xml"/><Relationship Id="rId89" Type="http://schemas.openxmlformats.org/officeDocument/2006/relationships/image" Target="../media/image151.png"/><Relationship Id="rId112" Type="http://schemas.openxmlformats.org/officeDocument/2006/relationships/customXml" Target="../ink/ink163.xml"/><Relationship Id="rId133" Type="http://schemas.openxmlformats.org/officeDocument/2006/relationships/image" Target="../media/image173.png"/><Relationship Id="rId154" Type="http://schemas.openxmlformats.org/officeDocument/2006/relationships/customXml" Target="../ink/ink184.xml"/><Relationship Id="rId175" Type="http://schemas.openxmlformats.org/officeDocument/2006/relationships/image" Target="../media/image194.png"/><Relationship Id="rId196" Type="http://schemas.openxmlformats.org/officeDocument/2006/relationships/customXml" Target="../ink/ink205.xml"/><Relationship Id="rId200" Type="http://schemas.openxmlformats.org/officeDocument/2006/relationships/customXml" Target="../ink/ink207.xml"/><Relationship Id="rId16" Type="http://schemas.openxmlformats.org/officeDocument/2006/relationships/customXml" Target="../ink/ink115.xml"/><Relationship Id="rId221" Type="http://schemas.openxmlformats.org/officeDocument/2006/relationships/image" Target="../media/image217.png"/><Relationship Id="rId37" Type="http://schemas.openxmlformats.org/officeDocument/2006/relationships/image" Target="../media/image125.png"/><Relationship Id="rId58" Type="http://schemas.openxmlformats.org/officeDocument/2006/relationships/customXml" Target="../ink/ink136.xml"/><Relationship Id="rId79" Type="http://schemas.openxmlformats.org/officeDocument/2006/relationships/image" Target="../media/image146.png"/><Relationship Id="rId102" Type="http://schemas.openxmlformats.org/officeDocument/2006/relationships/customXml" Target="../ink/ink158.xml"/><Relationship Id="rId123" Type="http://schemas.openxmlformats.org/officeDocument/2006/relationships/image" Target="../media/image168.png"/><Relationship Id="rId144" Type="http://schemas.openxmlformats.org/officeDocument/2006/relationships/customXml" Target="../ink/ink179.xml"/><Relationship Id="rId90" Type="http://schemas.openxmlformats.org/officeDocument/2006/relationships/customXml" Target="../ink/ink152.xml"/><Relationship Id="rId165" Type="http://schemas.openxmlformats.org/officeDocument/2006/relationships/image" Target="../media/image189.png"/><Relationship Id="rId186" Type="http://schemas.openxmlformats.org/officeDocument/2006/relationships/customXml" Target="../ink/ink200.xml"/><Relationship Id="rId211" Type="http://schemas.openxmlformats.org/officeDocument/2006/relationships/image" Target="../media/image212.png"/><Relationship Id="rId27" Type="http://schemas.openxmlformats.org/officeDocument/2006/relationships/image" Target="../media/image120.png"/><Relationship Id="rId48" Type="http://schemas.openxmlformats.org/officeDocument/2006/relationships/customXml" Target="../ink/ink131.xml"/><Relationship Id="rId69" Type="http://schemas.openxmlformats.org/officeDocument/2006/relationships/image" Target="../media/image141.png"/><Relationship Id="rId113" Type="http://schemas.openxmlformats.org/officeDocument/2006/relationships/image" Target="../media/image163.png"/><Relationship Id="rId134" Type="http://schemas.openxmlformats.org/officeDocument/2006/relationships/customXml" Target="../ink/ink174.xml"/><Relationship Id="rId80" Type="http://schemas.openxmlformats.org/officeDocument/2006/relationships/customXml" Target="../ink/ink147.xml"/><Relationship Id="rId155" Type="http://schemas.openxmlformats.org/officeDocument/2006/relationships/image" Target="../media/image184.png"/><Relationship Id="rId176" Type="http://schemas.openxmlformats.org/officeDocument/2006/relationships/customXml" Target="../ink/ink195.xml"/><Relationship Id="rId197" Type="http://schemas.openxmlformats.org/officeDocument/2006/relationships/image" Target="../media/image205.png"/><Relationship Id="rId201" Type="http://schemas.openxmlformats.org/officeDocument/2006/relationships/image" Target="../media/image207.png"/><Relationship Id="rId222" Type="http://schemas.openxmlformats.org/officeDocument/2006/relationships/customXml" Target="../ink/ink218.xml"/><Relationship Id="rId17" Type="http://schemas.openxmlformats.org/officeDocument/2006/relationships/image" Target="../media/image115.png"/><Relationship Id="rId38" Type="http://schemas.openxmlformats.org/officeDocument/2006/relationships/customXml" Target="../ink/ink126.xml"/><Relationship Id="rId59" Type="http://schemas.openxmlformats.org/officeDocument/2006/relationships/image" Target="../media/image136.png"/><Relationship Id="rId103" Type="http://schemas.openxmlformats.org/officeDocument/2006/relationships/image" Target="../media/image158.png"/><Relationship Id="rId124" Type="http://schemas.openxmlformats.org/officeDocument/2006/relationships/customXml" Target="../ink/ink169.xml"/><Relationship Id="rId70" Type="http://schemas.openxmlformats.org/officeDocument/2006/relationships/customXml" Target="../ink/ink142.xml"/><Relationship Id="rId91" Type="http://schemas.openxmlformats.org/officeDocument/2006/relationships/image" Target="../media/image152.png"/><Relationship Id="rId145" Type="http://schemas.openxmlformats.org/officeDocument/2006/relationships/image" Target="../media/image179.png"/><Relationship Id="rId166" Type="http://schemas.openxmlformats.org/officeDocument/2006/relationships/customXml" Target="../ink/ink190.xml"/><Relationship Id="rId187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13.xml"/><Relationship Id="rId28" Type="http://schemas.openxmlformats.org/officeDocument/2006/relationships/customXml" Target="../ink/ink121.xml"/><Relationship Id="rId49" Type="http://schemas.openxmlformats.org/officeDocument/2006/relationships/image" Target="../media/image131.png"/><Relationship Id="rId114" Type="http://schemas.openxmlformats.org/officeDocument/2006/relationships/customXml" Target="../ink/ink164.xml"/><Relationship Id="rId60" Type="http://schemas.openxmlformats.org/officeDocument/2006/relationships/customXml" Target="../ink/ink137.xml"/><Relationship Id="rId81" Type="http://schemas.openxmlformats.org/officeDocument/2006/relationships/image" Target="../media/image147.png"/><Relationship Id="rId135" Type="http://schemas.openxmlformats.org/officeDocument/2006/relationships/image" Target="../media/image174.png"/><Relationship Id="rId156" Type="http://schemas.openxmlformats.org/officeDocument/2006/relationships/customXml" Target="../ink/ink185.xml"/><Relationship Id="rId177" Type="http://schemas.openxmlformats.org/officeDocument/2006/relationships/image" Target="../media/image195.png"/><Relationship Id="rId198" Type="http://schemas.openxmlformats.org/officeDocument/2006/relationships/customXml" Target="../ink/ink206.xml"/><Relationship Id="rId202" Type="http://schemas.openxmlformats.org/officeDocument/2006/relationships/customXml" Target="../ink/ink208.xml"/><Relationship Id="rId223" Type="http://schemas.openxmlformats.org/officeDocument/2006/relationships/image" Target="../media/image218.png"/><Relationship Id="rId18" Type="http://schemas.openxmlformats.org/officeDocument/2006/relationships/customXml" Target="../ink/ink116.xml"/><Relationship Id="rId39" Type="http://schemas.openxmlformats.org/officeDocument/2006/relationships/image" Target="../media/image126.png"/><Relationship Id="rId50" Type="http://schemas.openxmlformats.org/officeDocument/2006/relationships/customXml" Target="../ink/ink132.xml"/><Relationship Id="rId104" Type="http://schemas.openxmlformats.org/officeDocument/2006/relationships/customXml" Target="../ink/ink159.xml"/><Relationship Id="rId125" Type="http://schemas.openxmlformats.org/officeDocument/2006/relationships/image" Target="../media/image169.png"/><Relationship Id="rId146" Type="http://schemas.openxmlformats.org/officeDocument/2006/relationships/customXml" Target="../ink/ink180.xml"/><Relationship Id="rId167" Type="http://schemas.openxmlformats.org/officeDocument/2006/relationships/image" Target="../media/image190.png"/><Relationship Id="rId188" Type="http://schemas.openxmlformats.org/officeDocument/2006/relationships/customXml" Target="../ink/ink201.xml"/><Relationship Id="rId71" Type="http://schemas.openxmlformats.org/officeDocument/2006/relationships/image" Target="../media/image142.png"/><Relationship Id="rId92" Type="http://schemas.openxmlformats.org/officeDocument/2006/relationships/customXml" Target="../ink/ink153.xml"/><Relationship Id="rId213" Type="http://schemas.openxmlformats.org/officeDocument/2006/relationships/image" Target="../media/image213.png"/><Relationship Id="rId2" Type="http://schemas.openxmlformats.org/officeDocument/2006/relationships/customXml" Target="../ink/ink108.xml"/><Relationship Id="rId29" Type="http://schemas.openxmlformats.org/officeDocument/2006/relationships/image" Target="../media/image121.png"/><Relationship Id="rId40" Type="http://schemas.openxmlformats.org/officeDocument/2006/relationships/customXml" Target="../ink/ink127.xml"/><Relationship Id="rId115" Type="http://schemas.openxmlformats.org/officeDocument/2006/relationships/image" Target="../media/image164.png"/><Relationship Id="rId136" Type="http://schemas.openxmlformats.org/officeDocument/2006/relationships/customXml" Target="../ink/ink175.xml"/><Relationship Id="rId157" Type="http://schemas.openxmlformats.org/officeDocument/2006/relationships/image" Target="../media/image185.png"/><Relationship Id="rId178" Type="http://schemas.openxmlformats.org/officeDocument/2006/relationships/customXml" Target="../ink/ink196.xml"/><Relationship Id="rId61" Type="http://schemas.openxmlformats.org/officeDocument/2006/relationships/image" Target="../media/image137.png"/><Relationship Id="rId82" Type="http://schemas.openxmlformats.org/officeDocument/2006/relationships/customXml" Target="../ink/ink148.xml"/><Relationship Id="rId199" Type="http://schemas.openxmlformats.org/officeDocument/2006/relationships/image" Target="../media/image206.png"/><Relationship Id="rId203" Type="http://schemas.openxmlformats.org/officeDocument/2006/relationships/image" Target="../media/image208.png"/><Relationship Id="rId19" Type="http://schemas.openxmlformats.org/officeDocument/2006/relationships/image" Target="../media/image116.png"/><Relationship Id="rId30" Type="http://schemas.openxmlformats.org/officeDocument/2006/relationships/customXml" Target="../ink/ink122.xml"/><Relationship Id="rId105" Type="http://schemas.openxmlformats.org/officeDocument/2006/relationships/image" Target="../media/image159.png"/><Relationship Id="rId126" Type="http://schemas.openxmlformats.org/officeDocument/2006/relationships/customXml" Target="../ink/ink170.xml"/><Relationship Id="rId147" Type="http://schemas.openxmlformats.org/officeDocument/2006/relationships/image" Target="../media/image180.png"/><Relationship Id="rId168" Type="http://schemas.openxmlformats.org/officeDocument/2006/relationships/customXml" Target="../ink/ink191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5.png"/><Relationship Id="rId21" Type="http://schemas.openxmlformats.org/officeDocument/2006/relationships/image" Target="../media/image228.png"/><Relationship Id="rId63" Type="http://schemas.openxmlformats.org/officeDocument/2006/relationships/image" Target="../media/image249.png"/><Relationship Id="rId159" Type="http://schemas.openxmlformats.org/officeDocument/2006/relationships/image" Target="../media/image295.png"/><Relationship Id="rId170" Type="http://schemas.openxmlformats.org/officeDocument/2006/relationships/customXml" Target="../ink/ink305.xml"/><Relationship Id="rId226" Type="http://schemas.openxmlformats.org/officeDocument/2006/relationships/customXml" Target="../ink/ink333.xml"/><Relationship Id="rId268" Type="http://schemas.openxmlformats.org/officeDocument/2006/relationships/customXml" Target="../ink/ink354.xml"/><Relationship Id="rId32" Type="http://schemas.openxmlformats.org/officeDocument/2006/relationships/customXml" Target="../ink/ink234.xml"/><Relationship Id="rId74" Type="http://schemas.openxmlformats.org/officeDocument/2006/relationships/customXml" Target="../ink/ink255.xml"/><Relationship Id="rId128" Type="http://schemas.openxmlformats.org/officeDocument/2006/relationships/customXml" Target="../ink/ink282.xml"/><Relationship Id="rId5" Type="http://schemas.openxmlformats.org/officeDocument/2006/relationships/image" Target="../media/image220.png"/><Relationship Id="rId181" Type="http://schemas.openxmlformats.org/officeDocument/2006/relationships/image" Target="../media/image304.png"/><Relationship Id="rId237" Type="http://schemas.openxmlformats.org/officeDocument/2006/relationships/image" Target="../media/image332.png"/><Relationship Id="rId279" Type="http://schemas.openxmlformats.org/officeDocument/2006/relationships/image" Target="../media/image353.png"/><Relationship Id="rId22" Type="http://schemas.openxmlformats.org/officeDocument/2006/relationships/customXml" Target="../ink/ink229.xml"/><Relationship Id="rId43" Type="http://schemas.openxmlformats.org/officeDocument/2006/relationships/image" Target="../media/image239.png"/><Relationship Id="rId64" Type="http://schemas.openxmlformats.org/officeDocument/2006/relationships/customXml" Target="../ink/ink250.xml"/><Relationship Id="rId118" Type="http://schemas.openxmlformats.org/officeDocument/2006/relationships/customXml" Target="../ink/ink277.xml"/><Relationship Id="rId139" Type="http://schemas.openxmlformats.org/officeDocument/2006/relationships/image" Target="../media/image286.png"/><Relationship Id="rId85" Type="http://schemas.openxmlformats.org/officeDocument/2006/relationships/image" Target="../media/image259.png"/><Relationship Id="rId150" Type="http://schemas.openxmlformats.org/officeDocument/2006/relationships/customXml" Target="../ink/ink293.xml"/><Relationship Id="rId171" Type="http://schemas.openxmlformats.org/officeDocument/2006/relationships/image" Target="../media/image299.png"/><Relationship Id="rId192" Type="http://schemas.openxmlformats.org/officeDocument/2006/relationships/customXml" Target="../ink/ink316.xml"/><Relationship Id="rId206" Type="http://schemas.openxmlformats.org/officeDocument/2006/relationships/customXml" Target="../ink/ink323.xml"/><Relationship Id="rId227" Type="http://schemas.openxmlformats.org/officeDocument/2006/relationships/image" Target="../media/image327.png"/><Relationship Id="rId248" Type="http://schemas.openxmlformats.org/officeDocument/2006/relationships/customXml" Target="../ink/ink344.xml"/><Relationship Id="rId269" Type="http://schemas.openxmlformats.org/officeDocument/2006/relationships/image" Target="../media/image348.png"/><Relationship Id="rId12" Type="http://schemas.openxmlformats.org/officeDocument/2006/relationships/customXml" Target="../ink/ink224.xml"/><Relationship Id="rId33" Type="http://schemas.openxmlformats.org/officeDocument/2006/relationships/image" Target="../media/image234.png"/><Relationship Id="rId108" Type="http://schemas.openxmlformats.org/officeDocument/2006/relationships/customXml" Target="../ink/ink272.xml"/><Relationship Id="rId129" Type="http://schemas.openxmlformats.org/officeDocument/2006/relationships/image" Target="../media/image281.png"/><Relationship Id="rId280" Type="http://schemas.openxmlformats.org/officeDocument/2006/relationships/customXml" Target="../ink/ink360.xml"/><Relationship Id="rId54" Type="http://schemas.openxmlformats.org/officeDocument/2006/relationships/customXml" Target="../ink/ink245.xml"/><Relationship Id="rId75" Type="http://schemas.openxmlformats.org/officeDocument/2006/relationships/image" Target="../media/image254.png"/><Relationship Id="rId96" Type="http://schemas.openxmlformats.org/officeDocument/2006/relationships/customXml" Target="../ink/ink266.xml"/><Relationship Id="rId140" Type="http://schemas.openxmlformats.org/officeDocument/2006/relationships/customXml" Target="../ink/ink288.xml"/><Relationship Id="rId161" Type="http://schemas.openxmlformats.org/officeDocument/2006/relationships/image" Target="../media/image296.png"/><Relationship Id="rId182" Type="http://schemas.openxmlformats.org/officeDocument/2006/relationships/customXml" Target="../ink/ink311.xml"/><Relationship Id="rId217" Type="http://schemas.openxmlformats.org/officeDocument/2006/relationships/image" Target="../media/image322.png"/><Relationship Id="rId6" Type="http://schemas.openxmlformats.org/officeDocument/2006/relationships/customXml" Target="../ink/ink221.xml"/><Relationship Id="rId238" Type="http://schemas.openxmlformats.org/officeDocument/2006/relationships/customXml" Target="../ink/ink339.xml"/><Relationship Id="rId259" Type="http://schemas.openxmlformats.org/officeDocument/2006/relationships/image" Target="../media/image343.png"/><Relationship Id="rId23" Type="http://schemas.openxmlformats.org/officeDocument/2006/relationships/image" Target="../media/image229.png"/><Relationship Id="rId119" Type="http://schemas.openxmlformats.org/officeDocument/2006/relationships/image" Target="../media/image276.png"/><Relationship Id="rId270" Type="http://schemas.openxmlformats.org/officeDocument/2006/relationships/customXml" Target="../ink/ink355.xml"/><Relationship Id="rId44" Type="http://schemas.openxmlformats.org/officeDocument/2006/relationships/customXml" Target="../ink/ink240.xml"/><Relationship Id="rId65" Type="http://schemas.openxmlformats.org/officeDocument/2006/relationships/image" Target="../media/image250.png"/><Relationship Id="rId86" Type="http://schemas.openxmlformats.org/officeDocument/2006/relationships/customXml" Target="../ink/ink261.xml"/><Relationship Id="rId130" Type="http://schemas.openxmlformats.org/officeDocument/2006/relationships/customXml" Target="../ink/ink283.xml"/><Relationship Id="rId151" Type="http://schemas.openxmlformats.org/officeDocument/2006/relationships/image" Target="../media/image292.png"/><Relationship Id="rId172" Type="http://schemas.openxmlformats.org/officeDocument/2006/relationships/customXml" Target="../ink/ink306.xml"/><Relationship Id="rId193" Type="http://schemas.openxmlformats.org/officeDocument/2006/relationships/image" Target="../media/image310.png"/><Relationship Id="rId207" Type="http://schemas.openxmlformats.org/officeDocument/2006/relationships/image" Target="../media/image317.png"/><Relationship Id="rId228" Type="http://schemas.openxmlformats.org/officeDocument/2006/relationships/customXml" Target="../ink/ink334.xml"/><Relationship Id="rId249" Type="http://schemas.openxmlformats.org/officeDocument/2006/relationships/image" Target="../media/image338.png"/><Relationship Id="rId13" Type="http://schemas.openxmlformats.org/officeDocument/2006/relationships/image" Target="../media/image224.png"/><Relationship Id="rId109" Type="http://schemas.openxmlformats.org/officeDocument/2006/relationships/image" Target="../media/image271.png"/><Relationship Id="rId260" Type="http://schemas.openxmlformats.org/officeDocument/2006/relationships/customXml" Target="../ink/ink350.xml"/><Relationship Id="rId281" Type="http://schemas.openxmlformats.org/officeDocument/2006/relationships/image" Target="../media/image354.png"/><Relationship Id="rId34" Type="http://schemas.openxmlformats.org/officeDocument/2006/relationships/customXml" Target="../ink/ink235.xml"/><Relationship Id="rId55" Type="http://schemas.openxmlformats.org/officeDocument/2006/relationships/image" Target="../media/image245.png"/><Relationship Id="rId76" Type="http://schemas.openxmlformats.org/officeDocument/2006/relationships/customXml" Target="../ink/ink256.xml"/><Relationship Id="rId97" Type="http://schemas.openxmlformats.org/officeDocument/2006/relationships/image" Target="../media/image265.png"/><Relationship Id="rId120" Type="http://schemas.openxmlformats.org/officeDocument/2006/relationships/customXml" Target="../ink/ink278.xml"/><Relationship Id="rId141" Type="http://schemas.openxmlformats.org/officeDocument/2006/relationships/image" Target="../media/image287.png"/><Relationship Id="rId7" Type="http://schemas.openxmlformats.org/officeDocument/2006/relationships/image" Target="../media/image221.png"/><Relationship Id="rId162" Type="http://schemas.openxmlformats.org/officeDocument/2006/relationships/customXml" Target="../ink/ink300.xml"/><Relationship Id="rId183" Type="http://schemas.openxmlformats.org/officeDocument/2006/relationships/image" Target="../media/image305.png"/><Relationship Id="rId218" Type="http://schemas.openxmlformats.org/officeDocument/2006/relationships/customXml" Target="../ink/ink329.xml"/><Relationship Id="rId239" Type="http://schemas.openxmlformats.org/officeDocument/2006/relationships/image" Target="../media/image333.png"/><Relationship Id="rId250" Type="http://schemas.openxmlformats.org/officeDocument/2006/relationships/customXml" Target="../ink/ink345.xml"/><Relationship Id="rId271" Type="http://schemas.openxmlformats.org/officeDocument/2006/relationships/image" Target="../media/image349.png"/><Relationship Id="rId24" Type="http://schemas.openxmlformats.org/officeDocument/2006/relationships/customXml" Target="../ink/ink230.xml"/><Relationship Id="rId45" Type="http://schemas.openxmlformats.org/officeDocument/2006/relationships/image" Target="../media/image240.png"/><Relationship Id="rId66" Type="http://schemas.openxmlformats.org/officeDocument/2006/relationships/customXml" Target="../ink/ink251.xml"/><Relationship Id="rId87" Type="http://schemas.openxmlformats.org/officeDocument/2006/relationships/image" Target="../media/image260.png"/><Relationship Id="rId110" Type="http://schemas.openxmlformats.org/officeDocument/2006/relationships/customXml" Target="../ink/ink273.xml"/><Relationship Id="rId131" Type="http://schemas.openxmlformats.org/officeDocument/2006/relationships/image" Target="../media/image282.png"/><Relationship Id="rId152" Type="http://schemas.openxmlformats.org/officeDocument/2006/relationships/customXml" Target="../ink/ink294.xml"/><Relationship Id="rId173" Type="http://schemas.openxmlformats.org/officeDocument/2006/relationships/image" Target="../media/image300.png"/><Relationship Id="rId194" Type="http://schemas.openxmlformats.org/officeDocument/2006/relationships/customXml" Target="../ink/ink317.xml"/><Relationship Id="rId208" Type="http://schemas.openxmlformats.org/officeDocument/2006/relationships/customXml" Target="../ink/ink324.xml"/><Relationship Id="rId229" Type="http://schemas.openxmlformats.org/officeDocument/2006/relationships/image" Target="../media/image328.png"/><Relationship Id="rId240" Type="http://schemas.openxmlformats.org/officeDocument/2006/relationships/customXml" Target="../ink/ink340.xml"/><Relationship Id="rId261" Type="http://schemas.openxmlformats.org/officeDocument/2006/relationships/image" Target="../media/image344.png"/><Relationship Id="rId14" Type="http://schemas.openxmlformats.org/officeDocument/2006/relationships/customXml" Target="../ink/ink225.xml"/><Relationship Id="rId35" Type="http://schemas.openxmlformats.org/officeDocument/2006/relationships/image" Target="../media/image235.png"/><Relationship Id="rId56" Type="http://schemas.openxmlformats.org/officeDocument/2006/relationships/customXml" Target="../ink/ink246.xml"/><Relationship Id="rId77" Type="http://schemas.openxmlformats.org/officeDocument/2006/relationships/image" Target="../media/image255.png"/><Relationship Id="rId100" Type="http://schemas.openxmlformats.org/officeDocument/2006/relationships/customXml" Target="../ink/ink268.xml"/><Relationship Id="rId8" Type="http://schemas.openxmlformats.org/officeDocument/2006/relationships/customXml" Target="../ink/ink222.xml"/><Relationship Id="rId98" Type="http://schemas.openxmlformats.org/officeDocument/2006/relationships/customXml" Target="../ink/ink267.xml"/><Relationship Id="rId121" Type="http://schemas.openxmlformats.org/officeDocument/2006/relationships/image" Target="../media/image277.png"/><Relationship Id="rId142" Type="http://schemas.openxmlformats.org/officeDocument/2006/relationships/customXml" Target="../ink/ink289.xml"/><Relationship Id="rId163" Type="http://schemas.openxmlformats.org/officeDocument/2006/relationships/image" Target="../media/image211.png"/><Relationship Id="rId184" Type="http://schemas.openxmlformats.org/officeDocument/2006/relationships/customXml" Target="../ink/ink312.xml"/><Relationship Id="rId219" Type="http://schemas.openxmlformats.org/officeDocument/2006/relationships/image" Target="../media/image323.png"/><Relationship Id="rId230" Type="http://schemas.openxmlformats.org/officeDocument/2006/relationships/customXml" Target="../ink/ink335.xml"/><Relationship Id="rId251" Type="http://schemas.openxmlformats.org/officeDocument/2006/relationships/image" Target="../media/image339.png"/><Relationship Id="rId25" Type="http://schemas.openxmlformats.org/officeDocument/2006/relationships/image" Target="../media/image230.png"/><Relationship Id="rId46" Type="http://schemas.openxmlformats.org/officeDocument/2006/relationships/customXml" Target="../ink/ink241.xml"/><Relationship Id="rId67" Type="http://schemas.openxmlformats.org/officeDocument/2006/relationships/image" Target="../media/image251.png"/><Relationship Id="rId272" Type="http://schemas.openxmlformats.org/officeDocument/2006/relationships/customXml" Target="../ink/ink356.xml"/><Relationship Id="rId88" Type="http://schemas.openxmlformats.org/officeDocument/2006/relationships/customXml" Target="../ink/ink262.xml"/><Relationship Id="rId111" Type="http://schemas.openxmlformats.org/officeDocument/2006/relationships/image" Target="../media/image272.png"/><Relationship Id="rId132" Type="http://schemas.openxmlformats.org/officeDocument/2006/relationships/customXml" Target="../ink/ink284.xml"/><Relationship Id="rId153" Type="http://schemas.openxmlformats.org/officeDocument/2006/relationships/image" Target="../media/image293.png"/><Relationship Id="rId174" Type="http://schemas.openxmlformats.org/officeDocument/2006/relationships/customXml" Target="../ink/ink307.xml"/><Relationship Id="rId195" Type="http://schemas.openxmlformats.org/officeDocument/2006/relationships/image" Target="../media/image311.png"/><Relationship Id="rId209" Type="http://schemas.openxmlformats.org/officeDocument/2006/relationships/image" Target="../media/image318.png"/><Relationship Id="rId220" Type="http://schemas.openxmlformats.org/officeDocument/2006/relationships/customXml" Target="../ink/ink330.xml"/><Relationship Id="rId241" Type="http://schemas.openxmlformats.org/officeDocument/2006/relationships/image" Target="../media/image334.png"/><Relationship Id="rId15" Type="http://schemas.openxmlformats.org/officeDocument/2006/relationships/image" Target="../media/image225.png"/><Relationship Id="rId36" Type="http://schemas.openxmlformats.org/officeDocument/2006/relationships/customXml" Target="../ink/ink236.xml"/><Relationship Id="rId57" Type="http://schemas.openxmlformats.org/officeDocument/2006/relationships/image" Target="../media/image246.png"/><Relationship Id="rId262" Type="http://schemas.openxmlformats.org/officeDocument/2006/relationships/customXml" Target="../ink/ink351.xml"/><Relationship Id="rId78" Type="http://schemas.openxmlformats.org/officeDocument/2006/relationships/customXml" Target="../ink/ink257.xml"/><Relationship Id="rId99" Type="http://schemas.openxmlformats.org/officeDocument/2006/relationships/image" Target="../media/image266.png"/><Relationship Id="rId101" Type="http://schemas.openxmlformats.org/officeDocument/2006/relationships/image" Target="../media/image267.png"/><Relationship Id="rId122" Type="http://schemas.openxmlformats.org/officeDocument/2006/relationships/customXml" Target="../ink/ink279.xml"/><Relationship Id="rId143" Type="http://schemas.openxmlformats.org/officeDocument/2006/relationships/image" Target="../media/image288.png"/><Relationship Id="rId164" Type="http://schemas.openxmlformats.org/officeDocument/2006/relationships/customXml" Target="../ink/ink301.xml"/><Relationship Id="rId185" Type="http://schemas.openxmlformats.org/officeDocument/2006/relationships/image" Target="../media/image306.png"/><Relationship Id="rId9" Type="http://schemas.openxmlformats.org/officeDocument/2006/relationships/image" Target="../media/image222.png"/><Relationship Id="rId210" Type="http://schemas.openxmlformats.org/officeDocument/2006/relationships/customXml" Target="../ink/ink325.xml"/><Relationship Id="rId26" Type="http://schemas.openxmlformats.org/officeDocument/2006/relationships/customXml" Target="../ink/ink231.xml"/><Relationship Id="rId231" Type="http://schemas.openxmlformats.org/officeDocument/2006/relationships/image" Target="../media/image329.png"/><Relationship Id="rId252" Type="http://schemas.openxmlformats.org/officeDocument/2006/relationships/customXml" Target="../ink/ink346.xml"/><Relationship Id="rId273" Type="http://schemas.openxmlformats.org/officeDocument/2006/relationships/image" Target="../media/image350.png"/><Relationship Id="rId47" Type="http://schemas.openxmlformats.org/officeDocument/2006/relationships/image" Target="../media/image241.png"/><Relationship Id="rId68" Type="http://schemas.openxmlformats.org/officeDocument/2006/relationships/customXml" Target="../ink/ink252.xml"/><Relationship Id="rId89" Type="http://schemas.openxmlformats.org/officeDocument/2006/relationships/image" Target="../media/image261.png"/><Relationship Id="rId112" Type="http://schemas.openxmlformats.org/officeDocument/2006/relationships/customXml" Target="../ink/ink274.xml"/><Relationship Id="rId133" Type="http://schemas.openxmlformats.org/officeDocument/2006/relationships/image" Target="../media/image283.png"/><Relationship Id="rId154" Type="http://schemas.openxmlformats.org/officeDocument/2006/relationships/customXml" Target="../ink/ink295.xml"/><Relationship Id="rId175" Type="http://schemas.openxmlformats.org/officeDocument/2006/relationships/image" Target="../media/image301.png"/><Relationship Id="rId196" Type="http://schemas.openxmlformats.org/officeDocument/2006/relationships/customXml" Target="../ink/ink318.xml"/><Relationship Id="rId200" Type="http://schemas.openxmlformats.org/officeDocument/2006/relationships/customXml" Target="../ink/ink320.xml"/><Relationship Id="rId16" Type="http://schemas.openxmlformats.org/officeDocument/2006/relationships/customXml" Target="../ink/ink226.xml"/><Relationship Id="rId221" Type="http://schemas.openxmlformats.org/officeDocument/2006/relationships/image" Target="../media/image324.png"/><Relationship Id="rId242" Type="http://schemas.openxmlformats.org/officeDocument/2006/relationships/customXml" Target="../ink/ink341.xml"/><Relationship Id="rId263" Type="http://schemas.openxmlformats.org/officeDocument/2006/relationships/image" Target="../media/image345.png"/><Relationship Id="rId37" Type="http://schemas.openxmlformats.org/officeDocument/2006/relationships/image" Target="../media/image236.png"/><Relationship Id="rId58" Type="http://schemas.openxmlformats.org/officeDocument/2006/relationships/customXml" Target="../ink/ink247.xml"/><Relationship Id="rId79" Type="http://schemas.openxmlformats.org/officeDocument/2006/relationships/image" Target="../media/image256.png"/><Relationship Id="rId102" Type="http://schemas.openxmlformats.org/officeDocument/2006/relationships/customXml" Target="../ink/ink269.xml"/><Relationship Id="rId123" Type="http://schemas.openxmlformats.org/officeDocument/2006/relationships/image" Target="../media/image278.png"/><Relationship Id="rId144" Type="http://schemas.openxmlformats.org/officeDocument/2006/relationships/customXml" Target="../ink/ink290.xml"/><Relationship Id="rId90" Type="http://schemas.openxmlformats.org/officeDocument/2006/relationships/customXml" Target="../ink/ink263.xml"/><Relationship Id="rId165" Type="http://schemas.openxmlformats.org/officeDocument/2006/relationships/image" Target="../media/image297.png"/><Relationship Id="rId186" Type="http://schemas.openxmlformats.org/officeDocument/2006/relationships/customXml" Target="../ink/ink313.xml"/><Relationship Id="rId211" Type="http://schemas.openxmlformats.org/officeDocument/2006/relationships/image" Target="../media/image319.png"/><Relationship Id="rId232" Type="http://schemas.openxmlformats.org/officeDocument/2006/relationships/customXml" Target="../ink/ink336.xml"/><Relationship Id="rId253" Type="http://schemas.openxmlformats.org/officeDocument/2006/relationships/image" Target="../media/image340.png"/><Relationship Id="rId274" Type="http://schemas.openxmlformats.org/officeDocument/2006/relationships/customXml" Target="../ink/ink357.xml"/><Relationship Id="rId27" Type="http://schemas.openxmlformats.org/officeDocument/2006/relationships/image" Target="../media/image231.png"/><Relationship Id="rId48" Type="http://schemas.openxmlformats.org/officeDocument/2006/relationships/customXml" Target="../ink/ink242.xml"/><Relationship Id="rId69" Type="http://schemas.openxmlformats.org/officeDocument/2006/relationships/image" Target="../media/image252.png"/><Relationship Id="rId113" Type="http://schemas.openxmlformats.org/officeDocument/2006/relationships/image" Target="../media/image273.png"/><Relationship Id="rId134" Type="http://schemas.openxmlformats.org/officeDocument/2006/relationships/customXml" Target="../ink/ink285.xml"/><Relationship Id="rId80" Type="http://schemas.openxmlformats.org/officeDocument/2006/relationships/customXml" Target="../ink/ink258.xml"/><Relationship Id="rId155" Type="http://schemas.openxmlformats.org/officeDocument/2006/relationships/image" Target="../media/image294.png"/><Relationship Id="rId176" Type="http://schemas.openxmlformats.org/officeDocument/2006/relationships/customXml" Target="../ink/ink308.xml"/><Relationship Id="rId197" Type="http://schemas.openxmlformats.org/officeDocument/2006/relationships/image" Target="../media/image312.png"/><Relationship Id="rId201" Type="http://schemas.openxmlformats.org/officeDocument/2006/relationships/image" Target="../media/image314.png"/><Relationship Id="rId222" Type="http://schemas.openxmlformats.org/officeDocument/2006/relationships/customXml" Target="../ink/ink331.xml"/><Relationship Id="rId243" Type="http://schemas.openxmlformats.org/officeDocument/2006/relationships/image" Target="../media/image335.png"/><Relationship Id="rId264" Type="http://schemas.openxmlformats.org/officeDocument/2006/relationships/customXml" Target="../ink/ink352.xml"/><Relationship Id="rId17" Type="http://schemas.openxmlformats.org/officeDocument/2006/relationships/image" Target="../media/image226.png"/><Relationship Id="rId38" Type="http://schemas.openxmlformats.org/officeDocument/2006/relationships/customXml" Target="../ink/ink237.xml"/><Relationship Id="rId59" Type="http://schemas.openxmlformats.org/officeDocument/2006/relationships/image" Target="../media/image247.png"/><Relationship Id="rId103" Type="http://schemas.openxmlformats.org/officeDocument/2006/relationships/image" Target="../media/image268.png"/><Relationship Id="rId124" Type="http://schemas.openxmlformats.org/officeDocument/2006/relationships/customXml" Target="../ink/ink280.xml"/><Relationship Id="rId70" Type="http://schemas.openxmlformats.org/officeDocument/2006/relationships/customXml" Target="../ink/ink253.xml"/><Relationship Id="rId91" Type="http://schemas.openxmlformats.org/officeDocument/2006/relationships/image" Target="../media/image262.png"/><Relationship Id="rId145" Type="http://schemas.openxmlformats.org/officeDocument/2006/relationships/image" Target="../media/image289.png"/><Relationship Id="rId166" Type="http://schemas.openxmlformats.org/officeDocument/2006/relationships/customXml" Target="../ink/ink302.xml"/><Relationship Id="rId187" Type="http://schemas.openxmlformats.org/officeDocument/2006/relationships/image" Target="../media/image30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26.xml"/><Relationship Id="rId233" Type="http://schemas.openxmlformats.org/officeDocument/2006/relationships/image" Target="../media/image330.png"/><Relationship Id="rId254" Type="http://schemas.openxmlformats.org/officeDocument/2006/relationships/customXml" Target="../ink/ink347.xml"/><Relationship Id="rId28" Type="http://schemas.openxmlformats.org/officeDocument/2006/relationships/customXml" Target="../ink/ink232.xml"/><Relationship Id="rId49" Type="http://schemas.openxmlformats.org/officeDocument/2006/relationships/image" Target="../media/image242.png"/><Relationship Id="rId114" Type="http://schemas.openxmlformats.org/officeDocument/2006/relationships/customXml" Target="../ink/ink275.xml"/><Relationship Id="rId275" Type="http://schemas.openxmlformats.org/officeDocument/2006/relationships/image" Target="../media/image351.png"/><Relationship Id="rId60" Type="http://schemas.openxmlformats.org/officeDocument/2006/relationships/customXml" Target="../ink/ink248.xml"/><Relationship Id="rId81" Type="http://schemas.openxmlformats.org/officeDocument/2006/relationships/image" Target="../media/image257.png"/><Relationship Id="rId135" Type="http://schemas.openxmlformats.org/officeDocument/2006/relationships/image" Target="../media/image284.png"/><Relationship Id="rId156" Type="http://schemas.openxmlformats.org/officeDocument/2006/relationships/customXml" Target="../ink/ink296.xml"/><Relationship Id="rId177" Type="http://schemas.openxmlformats.org/officeDocument/2006/relationships/image" Target="../media/image302.png"/><Relationship Id="rId198" Type="http://schemas.openxmlformats.org/officeDocument/2006/relationships/customXml" Target="../ink/ink319.xml"/><Relationship Id="rId202" Type="http://schemas.openxmlformats.org/officeDocument/2006/relationships/customXml" Target="../ink/ink321.xml"/><Relationship Id="rId223" Type="http://schemas.openxmlformats.org/officeDocument/2006/relationships/image" Target="../media/image325.png"/><Relationship Id="rId244" Type="http://schemas.openxmlformats.org/officeDocument/2006/relationships/customXml" Target="../ink/ink342.xml"/><Relationship Id="rId18" Type="http://schemas.openxmlformats.org/officeDocument/2006/relationships/customXml" Target="../ink/ink227.xml"/><Relationship Id="rId39" Type="http://schemas.openxmlformats.org/officeDocument/2006/relationships/image" Target="../media/image237.png"/><Relationship Id="rId265" Type="http://schemas.openxmlformats.org/officeDocument/2006/relationships/image" Target="../media/image346.png"/><Relationship Id="rId50" Type="http://schemas.openxmlformats.org/officeDocument/2006/relationships/customXml" Target="../ink/ink243.xml"/><Relationship Id="rId104" Type="http://schemas.openxmlformats.org/officeDocument/2006/relationships/customXml" Target="../ink/ink270.xml"/><Relationship Id="rId125" Type="http://schemas.openxmlformats.org/officeDocument/2006/relationships/image" Target="../media/image279.png"/><Relationship Id="rId146" Type="http://schemas.openxmlformats.org/officeDocument/2006/relationships/customXml" Target="../ink/ink291.xml"/><Relationship Id="rId167" Type="http://schemas.openxmlformats.org/officeDocument/2006/relationships/image" Target="../media/image298.png"/><Relationship Id="rId188" Type="http://schemas.openxmlformats.org/officeDocument/2006/relationships/customXml" Target="../ink/ink314.xml"/><Relationship Id="rId71" Type="http://schemas.openxmlformats.org/officeDocument/2006/relationships/image" Target="../media/image212.png"/><Relationship Id="rId92" Type="http://schemas.openxmlformats.org/officeDocument/2006/relationships/customXml" Target="../ink/ink264.xml"/><Relationship Id="rId213" Type="http://schemas.openxmlformats.org/officeDocument/2006/relationships/image" Target="../media/image320.png"/><Relationship Id="rId234" Type="http://schemas.openxmlformats.org/officeDocument/2006/relationships/customXml" Target="../ink/ink337.xml"/><Relationship Id="rId2" Type="http://schemas.openxmlformats.org/officeDocument/2006/relationships/customXml" Target="../ink/ink219.xml"/><Relationship Id="rId29" Type="http://schemas.openxmlformats.org/officeDocument/2006/relationships/image" Target="../media/image232.png"/><Relationship Id="rId255" Type="http://schemas.openxmlformats.org/officeDocument/2006/relationships/image" Target="../media/image341.png"/><Relationship Id="rId276" Type="http://schemas.openxmlformats.org/officeDocument/2006/relationships/customXml" Target="../ink/ink358.xml"/><Relationship Id="rId40" Type="http://schemas.openxmlformats.org/officeDocument/2006/relationships/customXml" Target="../ink/ink238.xml"/><Relationship Id="rId115" Type="http://schemas.openxmlformats.org/officeDocument/2006/relationships/image" Target="../media/image274.png"/><Relationship Id="rId136" Type="http://schemas.openxmlformats.org/officeDocument/2006/relationships/customXml" Target="../ink/ink286.xml"/><Relationship Id="rId157" Type="http://schemas.openxmlformats.org/officeDocument/2006/relationships/customXml" Target="../ink/ink297.xml"/><Relationship Id="rId178" Type="http://schemas.openxmlformats.org/officeDocument/2006/relationships/customXml" Target="../ink/ink309.xml"/><Relationship Id="rId61" Type="http://schemas.openxmlformats.org/officeDocument/2006/relationships/image" Target="../media/image248.png"/><Relationship Id="rId82" Type="http://schemas.openxmlformats.org/officeDocument/2006/relationships/customXml" Target="../ink/ink259.xml"/><Relationship Id="rId199" Type="http://schemas.openxmlformats.org/officeDocument/2006/relationships/image" Target="../media/image313.png"/><Relationship Id="rId203" Type="http://schemas.openxmlformats.org/officeDocument/2006/relationships/image" Target="../media/image315.png"/><Relationship Id="rId19" Type="http://schemas.openxmlformats.org/officeDocument/2006/relationships/image" Target="../media/image227.png"/><Relationship Id="rId224" Type="http://schemas.openxmlformats.org/officeDocument/2006/relationships/customXml" Target="../ink/ink332.xml"/><Relationship Id="rId245" Type="http://schemas.openxmlformats.org/officeDocument/2006/relationships/image" Target="../media/image336.png"/><Relationship Id="rId266" Type="http://schemas.openxmlformats.org/officeDocument/2006/relationships/customXml" Target="../ink/ink353.xml"/><Relationship Id="rId30" Type="http://schemas.openxmlformats.org/officeDocument/2006/relationships/customXml" Target="../ink/ink233.xml"/><Relationship Id="rId105" Type="http://schemas.openxmlformats.org/officeDocument/2006/relationships/image" Target="../media/image269.png"/><Relationship Id="rId126" Type="http://schemas.openxmlformats.org/officeDocument/2006/relationships/customXml" Target="../ink/ink281.xml"/><Relationship Id="rId147" Type="http://schemas.openxmlformats.org/officeDocument/2006/relationships/image" Target="../media/image290.png"/><Relationship Id="rId168" Type="http://schemas.openxmlformats.org/officeDocument/2006/relationships/customXml" Target="../ink/ink303.xml"/><Relationship Id="rId51" Type="http://schemas.openxmlformats.org/officeDocument/2006/relationships/image" Target="../media/image243.png"/><Relationship Id="rId72" Type="http://schemas.openxmlformats.org/officeDocument/2006/relationships/customXml" Target="../ink/ink254.xml"/><Relationship Id="rId93" Type="http://schemas.openxmlformats.org/officeDocument/2006/relationships/image" Target="../media/image263.png"/><Relationship Id="rId189" Type="http://schemas.openxmlformats.org/officeDocument/2006/relationships/image" Target="../media/image308.png"/><Relationship Id="rId3" Type="http://schemas.openxmlformats.org/officeDocument/2006/relationships/image" Target="../media/image219.png"/><Relationship Id="rId214" Type="http://schemas.openxmlformats.org/officeDocument/2006/relationships/customXml" Target="../ink/ink327.xml"/><Relationship Id="rId235" Type="http://schemas.openxmlformats.org/officeDocument/2006/relationships/image" Target="../media/image331.png"/><Relationship Id="rId256" Type="http://schemas.openxmlformats.org/officeDocument/2006/relationships/customXml" Target="../ink/ink348.xml"/><Relationship Id="rId277" Type="http://schemas.openxmlformats.org/officeDocument/2006/relationships/image" Target="../media/image352.png"/><Relationship Id="rId116" Type="http://schemas.openxmlformats.org/officeDocument/2006/relationships/customXml" Target="../ink/ink276.xml"/><Relationship Id="rId137" Type="http://schemas.openxmlformats.org/officeDocument/2006/relationships/image" Target="../media/image285.png"/><Relationship Id="rId158" Type="http://schemas.openxmlformats.org/officeDocument/2006/relationships/customXml" Target="../ink/ink298.xml"/><Relationship Id="rId20" Type="http://schemas.openxmlformats.org/officeDocument/2006/relationships/customXml" Target="../ink/ink228.xml"/><Relationship Id="rId41" Type="http://schemas.openxmlformats.org/officeDocument/2006/relationships/image" Target="../media/image238.png"/><Relationship Id="rId62" Type="http://schemas.openxmlformats.org/officeDocument/2006/relationships/customXml" Target="../ink/ink249.xml"/><Relationship Id="rId83" Type="http://schemas.openxmlformats.org/officeDocument/2006/relationships/image" Target="../media/image258.png"/><Relationship Id="rId179" Type="http://schemas.openxmlformats.org/officeDocument/2006/relationships/image" Target="../media/image303.png"/><Relationship Id="rId190" Type="http://schemas.openxmlformats.org/officeDocument/2006/relationships/customXml" Target="../ink/ink315.xml"/><Relationship Id="rId204" Type="http://schemas.openxmlformats.org/officeDocument/2006/relationships/customXml" Target="../ink/ink322.xml"/><Relationship Id="rId225" Type="http://schemas.openxmlformats.org/officeDocument/2006/relationships/image" Target="../media/image326.png"/><Relationship Id="rId246" Type="http://schemas.openxmlformats.org/officeDocument/2006/relationships/customXml" Target="../ink/ink343.xml"/><Relationship Id="rId267" Type="http://schemas.openxmlformats.org/officeDocument/2006/relationships/image" Target="../media/image347.png"/><Relationship Id="rId106" Type="http://schemas.openxmlformats.org/officeDocument/2006/relationships/customXml" Target="../ink/ink271.xml"/><Relationship Id="rId127" Type="http://schemas.openxmlformats.org/officeDocument/2006/relationships/image" Target="../media/image280.png"/><Relationship Id="rId10" Type="http://schemas.openxmlformats.org/officeDocument/2006/relationships/customXml" Target="../ink/ink223.xml"/><Relationship Id="rId31" Type="http://schemas.openxmlformats.org/officeDocument/2006/relationships/image" Target="../media/image233.png"/><Relationship Id="rId52" Type="http://schemas.openxmlformats.org/officeDocument/2006/relationships/customXml" Target="../ink/ink244.xml"/><Relationship Id="rId73" Type="http://schemas.openxmlformats.org/officeDocument/2006/relationships/image" Target="../media/image253.png"/><Relationship Id="rId94" Type="http://schemas.openxmlformats.org/officeDocument/2006/relationships/customXml" Target="../ink/ink265.xml"/><Relationship Id="rId148" Type="http://schemas.openxmlformats.org/officeDocument/2006/relationships/customXml" Target="../ink/ink292.xml"/><Relationship Id="rId169" Type="http://schemas.openxmlformats.org/officeDocument/2006/relationships/customXml" Target="../ink/ink304.xml"/><Relationship Id="rId4" Type="http://schemas.openxmlformats.org/officeDocument/2006/relationships/customXml" Target="../ink/ink220.xml"/><Relationship Id="rId180" Type="http://schemas.openxmlformats.org/officeDocument/2006/relationships/customXml" Target="../ink/ink310.xml"/><Relationship Id="rId215" Type="http://schemas.openxmlformats.org/officeDocument/2006/relationships/image" Target="../media/image321.png"/><Relationship Id="rId236" Type="http://schemas.openxmlformats.org/officeDocument/2006/relationships/customXml" Target="../ink/ink338.xml"/><Relationship Id="rId257" Type="http://schemas.openxmlformats.org/officeDocument/2006/relationships/image" Target="../media/image342.png"/><Relationship Id="rId278" Type="http://schemas.openxmlformats.org/officeDocument/2006/relationships/customXml" Target="../ink/ink359.xml"/><Relationship Id="rId42" Type="http://schemas.openxmlformats.org/officeDocument/2006/relationships/customXml" Target="../ink/ink239.xml"/><Relationship Id="rId84" Type="http://schemas.openxmlformats.org/officeDocument/2006/relationships/customXml" Target="../ink/ink260.xml"/><Relationship Id="rId138" Type="http://schemas.openxmlformats.org/officeDocument/2006/relationships/customXml" Target="../ink/ink287.xml"/><Relationship Id="rId191" Type="http://schemas.openxmlformats.org/officeDocument/2006/relationships/image" Target="../media/image309.png"/><Relationship Id="rId205" Type="http://schemas.openxmlformats.org/officeDocument/2006/relationships/image" Target="../media/image316.png"/><Relationship Id="rId247" Type="http://schemas.openxmlformats.org/officeDocument/2006/relationships/image" Target="../media/image337.png"/><Relationship Id="rId107" Type="http://schemas.openxmlformats.org/officeDocument/2006/relationships/image" Target="../media/image270.png"/><Relationship Id="rId11" Type="http://schemas.openxmlformats.org/officeDocument/2006/relationships/image" Target="../media/image223.png"/><Relationship Id="rId53" Type="http://schemas.openxmlformats.org/officeDocument/2006/relationships/image" Target="../media/image244.png"/><Relationship Id="rId149" Type="http://schemas.openxmlformats.org/officeDocument/2006/relationships/image" Target="../media/image291.png"/><Relationship Id="rId95" Type="http://schemas.openxmlformats.org/officeDocument/2006/relationships/image" Target="../media/image264.png"/><Relationship Id="rId160" Type="http://schemas.openxmlformats.org/officeDocument/2006/relationships/customXml" Target="../ink/ink299.xml"/><Relationship Id="rId216" Type="http://schemas.openxmlformats.org/officeDocument/2006/relationships/customXml" Target="../ink/ink328.xml"/><Relationship Id="rId258" Type="http://schemas.openxmlformats.org/officeDocument/2006/relationships/customXml" Target="../ink/ink349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12.png"/><Relationship Id="rId299" Type="http://schemas.openxmlformats.org/officeDocument/2006/relationships/image" Target="../media/image502.png"/><Relationship Id="rId21" Type="http://schemas.openxmlformats.org/officeDocument/2006/relationships/image" Target="../media/image364.png"/><Relationship Id="rId63" Type="http://schemas.openxmlformats.org/officeDocument/2006/relationships/image" Target="../media/image385.png"/><Relationship Id="rId159" Type="http://schemas.openxmlformats.org/officeDocument/2006/relationships/image" Target="../media/image433.png"/><Relationship Id="rId324" Type="http://schemas.openxmlformats.org/officeDocument/2006/relationships/customXml" Target="../ink/ink522.xml"/><Relationship Id="rId366" Type="http://schemas.openxmlformats.org/officeDocument/2006/relationships/customXml" Target="../ink/ink543.xml"/><Relationship Id="rId170" Type="http://schemas.openxmlformats.org/officeDocument/2006/relationships/customXml" Target="../ink/ink445.xml"/><Relationship Id="rId226" Type="http://schemas.openxmlformats.org/officeDocument/2006/relationships/customXml" Target="../ink/ink473.xml"/><Relationship Id="rId433" Type="http://schemas.openxmlformats.org/officeDocument/2006/relationships/image" Target="../media/image569.png"/><Relationship Id="rId268" Type="http://schemas.openxmlformats.org/officeDocument/2006/relationships/customXml" Target="../ink/ink494.xml"/><Relationship Id="rId32" Type="http://schemas.openxmlformats.org/officeDocument/2006/relationships/customXml" Target="../ink/ink376.xml"/><Relationship Id="rId74" Type="http://schemas.openxmlformats.org/officeDocument/2006/relationships/customXml" Target="../ink/ink397.xml"/><Relationship Id="rId128" Type="http://schemas.openxmlformats.org/officeDocument/2006/relationships/customXml" Target="../ink/ink424.xml"/><Relationship Id="rId335" Type="http://schemas.openxmlformats.org/officeDocument/2006/relationships/image" Target="../media/image520.png"/><Relationship Id="rId377" Type="http://schemas.openxmlformats.org/officeDocument/2006/relationships/image" Target="../media/image541.png"/><Relationship Id="rId5" Type="http://schemas.openxmlformats.org/officeDocument/2006/relationships/image" Target="../media/image356.png"/><Relationship Id="rId181" Type="http://schemas.openxmlformats.org/officeDocument/2006/relationships/image" Target="../media/image443.png"/><Relationship Id="rId237" Type="http://schemas.openxmlformats.org/officeDocument/2006/relationships/image" Target="../media/image471.png"/><Relationship Id="rId402" Type="http://schemas.openxmlformats.org/officeDocument/2006/relationships/customXml" Target="../ink/ink561.xml"/><Relationship Id="rId279" Type="http://schemas.openxmlformats.org/officeDocument/2006/relationships/image" Target="../media/image492.png"/><Relationship Id="rId444" Type="http://schemas.openxmlformats.org/officeDocument/2006/relationships/customXml" Target="../ink/ink582.xml"/><Relationship Id="rId43" Type="http://schemas.openxmlformats.org/officeDocument/2006/relationships/image" Target="../media/image375.png"/><Relationship Id="rId139" Type="http://schemas.openxmlformats.org/officeDocument/2006/relationships/image" Target="../media/image423.png"/><Relationship Id="rId290" Type="http://schemas.openxmlformats.org/officeDocument/2006/relationships/customXml" Target="../ink/ink505.xml"/><Relationship Id="rId304" Type="http://schemas.openxmlformats.org/officeDocument/2006/relationships/customXml" Target="../ink/ink512.xml"/><Relationship Id="rId346" Type="http://schemas.openxmlformats.org/officeDocument/2006/relationships/customXml" Target="../ink/ink533.xml"/><Relationship Id="rId388" Type="http://schemas.openxmlformats.org/officeDocument/2006/relationships/customXml" Target="../ink/ink554.xml"/><Relationship Id="rId85" Type="http://schemas.openxmlformats.org/officeDocument/2006/relationships/image" Target="../media/image396.png"/><Relationship Id="rId150" Type="http://schemas.openxmlformats.org/officeDocument/2006/relationships/customXml" Target="../ink/ink435.xml"/><Relationship Id="rId192" Type="http://schemas.openxmlformats.org/officeDocument/2006/relationships/customXml" Target="../ink/ink456.xml"/><Relationship Id="rId206" Type="http://schemas.openxmlformats.org/officeDocument/2006/relationships/customXml" Target="../ink/ink463.xml"/><Relationship Id="rId413" Type="http://schemas.openxmlformats.org/officeDocument/2006/relationships/image" Target="../media/image559.png"/><Relationship Id="rId248" Type="http://schemas.openxmlformats.org/officeDocument/2006/relationships/customXml" Target="../ink/ink484.xml"/><Relationship Id="rId455" Type="http://schemas.openxmlformats.org/officeDocument/2006/relationships/image" Target="../media/image580.png"/><Relationship Id="rId12" Type="http://schemas.openxmlformats.org/officeDocument/2006/relationships/customXml" Target="../ink/ink366.xml"/><Relationship Id="rId108" Type="http://schemas.openxmlformats.org/officeDocument/2006/relationships/customXml" Target="../ink/ink414.xml"/><Relationship Id="rId315" Type="http://schemas.openxmlformats.org/officeDocument/2006/relationships/image" Target="../media/image510.png"/><Relationship Id="rId357" Type="http://schemas.openxmlformats.org/officeDocument/2006/relationships/image" Target="../media/image531.png"/><Relationship Id="rId54" Type="http://schemas.openxmlformats.org/officeDocument/2006/relationships/customXml" Target="../ink/ink387.xml"/><Relationship Id="rId96" Type="http://schemas.openxmlformats.org/officeDocument/2006/relationships/customXml" Target="../ink/ink408.xml"/><Relationship Id="rId161" Type="http://schemas.openxmlformats.org/officeDocument/2006/relationships/image" Target="../media/image434.png"/><Relationship Id="rId217" Type="http://schemas.openxmlformats.org/officeDocument/2006/relationships/image" Target="../media/image461.png"/><Relationship Id="rId399" Type="http://schemas.openxmlformats.org/officeDocument/2006/relationships/image" Target="../media/image552.png"/><Relationship Id="rId259" Type="http://schemas.openxmlformats.org/officeDocument/2006/relationships/image" Target="../media/image482.png"/><Relationship Id="rId424" Type="http://schemas.openxmlformats.org/officeDocument/2006/relationships/customXml" Target="../ink/ink572.xml"/><Relationship Id="rId466" Type="http://schemas.openxmlformats.org/officeDocument/2006/relationships/customXml" Target="../ink/ink593.xml"/><Relationship Id="rId23" Type="http://schemas.openxmlformats.org/officeDocument/2006/relationships/image" Target="../media/image365.png"/><Relationship Id="rId119" Type="http://schemas.openxmlformats.org/officeDocument/2006/relationships/image" Target="../media/image413.png"/><Relationship Id="rId270" Type="http://schemas.openxmlformats.org/officeDocument/2006/relationships/customXml" Target="../ink/ink495.xml"/><Relationship Id="rId326" Type="http://schemas.openxmlformats.org/officeDocument/2006/relationships/customXml" Target="../ink/ink523.xml"/><Relationship Id="rId65" Type="http://schemas.openxmlformats.org/officeDocument/2006/relationships/image" Target="../media/image386.png"/><Relationship Id="rId130" Type="http://schemas.openxmlformats.org/officeDocument/2006/relationships/customXml" Target="../ink/ink425.xml"/><Relationship Id="rId368" Type="http://schemas.openxmlformats.org/officeDocument/2006/relationships/customXml" Target="../ink/ink544.xml"/><Relationship Id="rId172" Type="http://schemas.openxmlformats.org/officeDocument/2006/relationships/customXml" Target="../ink/ink446.xml"/><Relationship Id="rId228" Type="http://schemas.openxmlformats.org/officeDocument/2006/relationships/customXml" Target="../ink/ink474.xml"/><Relationship Id="rId435" Type="http://schemas.openxmlformats.org/officeDocument/2006/relationships/image" Target="../media/image570.png"/><Relationship Id="rId281" Type="http://schemas.openxmlformats.org/officeDocument/2006/relationships/image" Target="../media/image493.png"/><Relationship Id="rId337" Type="http://schemas.openxmlformats.org/officeDocument/2006/relationships/image" Target="../media/image521.png"/><Relationship Id="rId34" Type="http://schemas.openxmlformats.org/officeDocument/2006/relationships/customXml" Target="../ink/ink377.xml"/><Relationship Id="rId76" Type="http://schemas.openxmlformats.org/officeDocument/2006/relationships/customXml" Target="../ink/ink398.xml"/><Relationship Id="rId141" Type="http://schemas.openxmlformats.org/officeDocument/2006/relationships/image" Target="../media/image424.png"/><Relationship Id="rId379" Type="http://schemas.openxmlformats.org/officeDocument/2006/relationships/image" Target="../media/image542.png"/><Relationship Id="rId7" Type="http://schemas.openxmlformats.org/officeDocument/2006/relationships/image" Target="../media/image357.png"/><Relationship Id="rId183" Type="http://schemas.openxmlformats.org/officeDocument/2006/relationships/image" Target="../media/image444.png"/><Relationship Id="rId239" Type="http://schemas.openxmlformats.org/officeDocument/2006/relationships/image" Target="../media/image472.png"/><Relationship Id="rId390" Type="http://schemas.openxmlformats.org/officeDocument/2006/relationships/customXml" Target="../ink/ink555.xml"/><Relationship Id="rId404" Type="http://schemas.openxmlformats.org/officeDocument/2006/relationships/customXml" Target="../ink/ink562.xml"/><Relationship Id="rId446" Type="http://schemas.openxmlformats.org/officeDocument/2006/relationships/customXml" Target="../ink/ink583.xml"/><Relationship Id="rId250" Type="http://schemas.openxmlformats.org/officeDocument/2006/relationships/customXml" Target="../ink/ink485.xml"/><Relationship Id="rId292" Type="http://schemas.openxmlformats.org/officeDocument/2006/relationships/customXml" Target="../ink/ink506.xml"/><Relationship Id="rId306" Type="http://schemas.openxmlformats.org/officeDocument/2006/relationships/customXml" Target="../ink/ink513.xml"/><Relationship Id="rId45" Type="http://schemas.openxmlformats.org/officeDocument/2006/relationships/image" Target="../media/image376.png"/><Relationship Id="rId87" Type="http://schemas.openxmlformats.org/officeDocument/2006/relationships/image" Target="../media/image397.png"/><Relationship Id="rId110" Type="http://schemas.openxmlformats.org/officeDocument/2006/relationships/customXml" Target="../ink/ink415.xml"/><Relationship Id="rId348" Type="http://schemas.openxmlformats.org/officeDocument/2006/relationships/customXml" Target="../ink/ink534.xml"/><Relationship Id="rId152" Type="http://schemas.openxmlformats.org/officeDocument/2006/relationships/customXml" Target="../ink/ink436.xml"/><Relationship Id="rId194" Type="http://schemas.openxmlformats.org/officeDocument/2006/relationships/customXml" Target="../ink/ink457.xml"/><Relationship Id="rId208" Type="http://schemas.openxmlformats.org/officeDocument/2006/relationships/customXml" Target="../ink/ink464.xml"/><Relationship Id="rId415" Type="http://schemas.openxmlformats.org/officeDocument/2006/relationships/image" Target="../media/image560.png"/><Relationship Id="rId457" Type="http://schemas.openxmlformats.org/officeDocument/2006/relationships/image" Target="../media/image581.png"/><Relationship Id="rId261" Type="http://schemas.openxmlformats.org/officeDocument/2006/relationships/image" Target="../media/image483.png"/><Relationship Id="rId14" Type="http://schemas.openxmlformats.org/officeDocument/2006/relationships/customXml" Target="../ink/ink367.xml"/><Relationship Id="rId56" Type="http://schemas.openxmlformats.org/officeDocument/2006/relationships/customXml" Target="../ink/ink388.xml"/><Relationship Id="rId317" Type="http://schemas.openxmlformats.org/officeDocument/2006/relationships/image" Target="../media/image511.png"/><Relationship Id="rId359" Type="http://schemas.openxmlformats.org/officeDocument/2006/relationships/image" Target="../media/image532.png"/><Relationship Id="rId98" Type="http://schemas.openxmlformats.org/officeDocument/2006/relationships/customXml" Target="../ink/ink409.xml"/><Relationship Id="rId121" Type="http://schemas.openxmlformats.org/officeDocument/2006/relationships/image" Target="../media/image414.png"/><Relationship Id="rId163" Type="http://schemas.openxmlformats.org/officeDocument/2006/relationships/image" Target="../media/image435.png"/><Relationship Id="rId219" Type="http://schemas.openxmlformats.org/officeDocument/2006/relationships/image" Target="../media/image462.png"/><Relationship Id="rId370" Type="http://schemas.openxmlformats.org/officeDocument/2006/relationships/customXml" Target="../ink/ink545.xml"/><Relationship Id="rId426" Type="http://schemas.openxmlformats.org/officeDocument/2006/relationships/customXml" Target="../ink/ink573.xml"/><Relationship Id="rId230" Type="http://schemas.openxmlformats.org/officeDocument/2006/relationships/customXml" Target="../ink/ink475.xml"/><Relationship Id="rId468" Type="http://schemas.openxmlformats.org/officeDocument/2006/relationships/customXml" Target="../ink/ink594.xml"/><Relationship Id="rId25" Type="http://schemas.openxmlformats.org/officeDocument/2006/relationships/image" Target="../media/image366.png"/><Relationship Id="rId67" Type="http://schemas.openxmlformats.org/officeDocument/2006/relationships/image" Target="../media/image387.png"/><Relationship Id="rId272" Type="http://schemas.openxmlformats.org/officeDocument/2006/relationships/customXml" Target="../ink/ink496.xml"/><Relationship Id="rId328" Type="http://schemas.openxmlformats.org/officeDocument/2006/relationships/customXml" Target="../ink/ink524.xml"/><Relationship Id="rId132" Type="http://schemas.openxmlformats.org/officeDocument/2006/relationships/customXml" Target="../ink/ink426.xml"/><Relationship Id="rId174" Type="http://schemas.openxmlformats.org/officeDocument/2006/relationships/customXml" Target="../ink/ink447.xml"/><Relationship Id="rId381" Type="http://schemas.openxmlformats.org/officeDocument/2006/relationships/image" Target="../media/image543.png"/><Relationship Id="rId241" Type="http://schemas.openxmlformats.org/officeDocument/2006/relationships/image" Target="../media/image473.png"/><Relationship Id="rId437" Type="http://schemas.openxmlformats.org/officeDocument/2006/relationships/image" Target="../media/image571.png"/><Relationship Id="rId36" Type="http://schemas.openxmlformats.org/officeDocument/2006/relationships/customXml" Target="../ink/ink378.xml"/><Relationship Id="rId283" Type="http://schemas.openxmlformats.org/officeDocument/2006/relationships/image" Target="../media/image494.png"/><Relationship Id="rId339" Type="http://schemas.openxmlformats.org/officeDocument/2006/relationships/image" Target="../media/image522.png"/><Relationship Id="rId78" Type="http://schemas.openxmlformats.org/officeDocument/2006/relationships/customXml" Target="../ink/ink399.xml"/><Relationship Id="rId101" Type="http://schemas.openxmlformats.org/officeDocument/2006/relationships/image" Target="../media/image404.png"/><Relationship Id="rId143" Type="http://schemas.openxmlformats.org/officeDocument/2006/relationships/image" Target="../media/image425.png"/><Relationship Id="rId185" Type="http://schemas.openxmlformats.org/officeDocument/2006/relationships/image" Target="../media/image445.png"/><Relationship Id="rId350" Type="http://schemas.openxmlformats.org/officeDocument/2006/relationships/customXml" Target="../ink/ink535.xml"/><Relationship Id="rId406" Type="http://schemas.openxmlformats.org/officeDocument/2006/relationships/customXml" Target="../ink/ink563.xml"/><Relationship Id="rId9" Type="http://schemas.openxmlformats.org/officeDocument/2006/relationships/image" Target="../media/image358.png"/><Relationship Id="rId210" Type="http://schemas.openxmlformats.org/officeDocument/2006/relationships/customXml" Target="../ink/ink465.xml"/><Relationship Id="rId392" Type="http://schemas.openxmlformats.org/officeDocument/2006/relationships/customXml" Target="../ink/ink556.xml"/><Relationship Id="rId448" Type="http://schemas.openxmlformats.org/officeDocument/2006/relationships/customXml" Target="../ink/ink584.xml"/><Relationship Id="rId252" Type="http://schemas.openxmlformats.org/officeDocument/2006/relationships/customXml" Target="../ink/ink486.xml"/><Relationship Id="rId294" Type="http://schemas.openxmlformats.org/officeDocument/2006/relationships/customXml" Target="../ink/ink507.xml"/><Relationship Id="rId308" Type="http://schemas.openxmlformats.org/officeDocument/2006/relationships/customXml" Target="../ink/ink514.xml"/><Relationship Id="rId47" Type="http://schemas.openxmlformats.org/officeDocument/2006/relationships/image" Target="../media/image377.png"/><Relationship Id="rId89" Type="http://schemas.openxmlformats.org/officeDocument/2006/relationships/image" Target="../media/image398.png"/><Relationship Id="rId112" Type="http://schemas.openxmlformats.org/officeDocument/2006/relationships/customXml" Target="../ink/ink416.xml"/><Relationship Id="rId154" Type="http://schemas.openxmlformats.org/officeDocument/2006/relationships/customXml" Target="../ink/ink437.xml"/><Relationship Id="rId361" Type="http://schemas.openxmlformats.org/officeDocument/2006/relationships/image" Target="../media/image533.png"/><Relationship Id="rId196" Type="http://schemas.openxmlformats.org/officeDocument/2006/relationships/customXml" Target="../ink/ink458.xml"/><Relationship Id="rId417" Type="http://schemas.openxmlformats.org/officeDocument/2006/relationships/image" Target="../media/image561.png"/><Relationship Id="rId459" Type="http://schemas.openxmlformats.org/officeDocument/2006/relationships/image" Target="../media/image582.png"/><Relationship Id="rId16" Type="http://schemas.openxmlformats.org/officeDocument/2006/relationships/customXml" Target="../ink/ink368.xml"/><Relationship Id="rId221" Type="http://schemas.openxmlformats.org/officeDocument/2006/relationships/image" Target="../media/image463.png"/><Relationship Id="rId263" Type="http://schemas.openxmlformats.org/officeDocument/2006/relationships/image" Target="../media/image484.png"/><Relationship Id="rId319" Type="http://schemas.openxmlformats.org/officeDocument/2006/relationships/image" Target="../media/image512.png"/><Relationship Id="rId470" Type="http://schemas.openxmlformats.org/officeDocument/2006/relationships/customXml" Target="../ink/ink595.xml"/><Relationship Id="rId58" Type="http://schemas.openxmlformats.org/officeDocument/2006/relationships/customXml" Target="../ink/ink389.xml"/><Relationship Id="rId123" Type="http://schemas.openxmlformats.org/officeDocument/2006/relationships/image" Target="../media/image415.png"/><Relationship Id="rId330" Type="http://schemas.openxmlformats.org/officeDocument/2006/relationships/customXml" Target="../ink/ink525.xml"/><Relationship Id="rId165" Type="http://schemas.openxmlformats.org/officeDocument/2006/relationships/image" Target="../media/image436.png"/><Relationship Id="rId372" Type="http://schemas.openxmlformats.org/officeDocument/2006/relationships/customXml" Target="../ink/ink546.xml"/><Relationship Id="rId428" Type="http://schemas.openxmlformats.org/officeDocument/2006/relationships/customXml" Target="../ink/ink574.xml"/><Relationship Id="rId232" Type="http://schemas.openxmlformats.org/officeDocument/2006/relationships/customXml" Target="../ink/ink476.xml"/><Relationship Id="rId274" Type="http://schemas.openxmlformats.org/officeDocument/2006/relationships/customXml" Target="../ink/ink497.xml"/><Relationship Id="rId27" Type="http://schemas.openxmlformats.org/officeDocument/2006/relationships/image" Target="../media/image367.png"/><Relationship Id="rId69" Type="http://schemas.openxmlformats.org/officeDocument/2006/relationships/image" Target="../media/image388.png"/><Relationship Id="rId134" Type="http://schemas.openxmlformats.org/officeDocument/2006/relationships/customXml" Target="../ink/ink427.xml"/><Relationship Id="rId80" Type="http://schemas.openxmlformats.org/officeDocument/2006/relationships/customXml" Target="../ink/ink400.xml"/><Relationship Id="rId176" Type="http://schemas.openxmlformats.org/officeDocument/2006/relationships/customXml" Target="../ink/ink448.xml"/><Relationship Id="rId341" Type="http://schemas.openxmlformats.org/officeDocument/2006/relationships/image" Target="../media/image523.png"/><Relationship Id="rId383" Type="http://schemas.openxmlformats.org/officeDocument/2006/relationships/image" Target="../media/image544.png"/><Relationship Id="rId439" Type="http://schemas.openxmlformats.org/officeDocument/2006/relationships/image" Target="../media/image572.png"/><Relationship Id="rId201" Type="http://schemas.openxmlformats.org/officeDocument/2006/relationships/image" Target="../media/image453.png"/><Relationship Id="rId243" Type="http://schemas.openxmlformats.org/officeDocument/2006/relationships/image" Target="../media/image474.png"/><Relationship Id="rId285" Type="http://schemas.openxmlformats.org/officeDocument/2006/relationships/image" Target="../media/image495.png"/><Relationship Id="rId450" Type="http://schemas.openxmlformats.org/officeDocument/2006/relationships/customXml" Target="../ink/ink585.xml"/><Relationship Id="rId38" Type="http://schemas.openxmlformats.org/officeDocument/2006/relationships/customXml" Target="../ink/ink379.xml"/><Relationship Id="rId103" Type="http://schemas.openxmlformats.org/officeDocument/2006/relationships/image" Target="../media/image405.png"/><Relationship Id="rId310" Type="http://schemas.openxmlformats.org/officeDocument/2006/relationships/customXml" Target="../ink/ink515.xml"/><Relationship Id="rId91" Type="http://schemas.openxmlformats.org/officeDocument/2006/relationships/image" Target="../media/image399.png"/><Relationship Id="rId145" Type="http://schemas.openxmlformats.org/officeDocument/2006/relationships/image" Target="../media/image426.png"/><Relationship Id="rId187" Type="http://schemas.openxmlformats.org/officeDocument/2006/relationships/image" Target="../media/image446.png"/><Relationship Id="rId352" Type="http://schemas.openxmlformats.org/officeDocument/2006/relationships/customXml" Target="../ink/ink536.xml"/><Relationship Id="rId394" Type="http://schemas.openxmlformats.org/officeDocument/2006/relationships/customXml" Target="../ink/ink557.xml"/><Relationship Id="rId408" Type="http://schemas.openxmlformats.org/officeDocument/2006/relationships/customXml" Target="../ink/ink564.xml"/><Relationship Id="rId212" Type="http://schemas.openxmlformats.org/officeDocument/2006/relationships/customXml" Target="../ink/ink466.xml"/><Relationship Id="rId254" Type="http://schemas.openxmlformats.org/officeDocument/2006/relationships/customXml" Target="../ink/ink487.xml"/><Relationship Id="rId49" Type="http://schemas.openxmlformats.org/officeDocument/2006/relationships/image" Target="../media/image378.png"/><Relationship Id="rId114" Type="http://schemas.openxmlformats.org/officeDocument/2006/relationships/customXml" Target="../ink/ink417.xml"/><Relationship Id="rId296" Type="http://schemas.openxmlformats.org/officeDocument/2006/relationships/customXml" Target="../ink/ink508.xml"/><Relationship Id="rId461" Type="http://schemas.openxmlformats.org/officeDocument/2006/relationships/image" Target="../media/image583.png"/><Relationship Id="rId60" Type="http://schemas.openxmlformats.org/officeDocument/2006/relationships/customXml" Target="../ink/ink390.xml"/><Relationship Id="rId156" Type="http://schemas.openxmlformats.org/officeDocument/2006/relationships/customXml" Target="../ink/ink438.xml"/><Relationship Id="rId198" Type="http://schemas.openxmlformats.org/officeDocument/2006/relationships/customXml" Target="../ink/ink459.xml"/><Relationship Id="rId321" Type="http://schemas.openxmlformats.org/officeDocument/2006/relationships/image" Target="../media/image513.png"/><Relationship Id="rId363" Type="http://schemas.openxmlformats.org/officeDocument/2006/relationships/image" Target="../media/image534.png"/><Relationship Id="rId419" Type="http://schemas.openxmlformats.org/officeDocument/2006/relationships/image" Target="../media/image562.png"/><Relationship Id="rId223" Type="http://schemas.openxmlformats.org/officeDocument/2006/relationships/image" Target="../media/image464.png"/><Relationship Id="rId430" Type="http://schemas.openxmlformats.org/officeDocument/2006/relationships/customXml" Target="../ink/ink575.xml"/><Relationship Id="rId18" Type="http://schemas.openxmlformats.org/officeDocument/2006/relationships/customXml" Target="../ink/ink369.xml"/><Relationship Id="rId265" Type="http://schemas.openxmlformats.org/officeDocument/2006/relationships/image" Target="../media/image485.png"/><Relationship Id="rId125" Type="http://schemas.openxmlformats.org/officeDocument/2006/relationships/image" Target="../media/image416.png"/><Relationship Id="rId167" Type="http://schemas.openxmlformats.org/officeDocument/2006/relationships/image" Target="../media/image437.png"/><Relationship Id="rId332" Type="http://schemas.openxmlformats.org/officeDocument/2006/relationships/customXml" Target="../ink/ink526.xml"/><Relationship Id="rId374" Type="http://schemas.openxmlformats.org/officeDocument/2006/relationships/customXml" Target="../ink/ink547.xml"/><Relationship Id="rId71" Type="http://schemas.openxmlformats.org/officeDocument/2006/relationships/image" Target="../media/image389.png"/><Relationship Id="rId234" Type="http://schemas.openxmlformats.org/officeDocument/2006/relationships/customXml" Target="../ink/ink477.xml"/><Relationship Id="rId2" Type="http://schemas.openxmlformats.org/officeDocument/2006/relationships/customXml" Target="../ink/ink361.xml"/><Relationship Id="rId29" Type="http://schemas.openxmlformats.org/officeDocument/2006/relationships/image" Target="../media/image368.png"/><Relationship Id="rId276" Type="http://schemas.openxmlformats.org/officeDocument/2006/relationships/customXml" Target="../ink/ink498.xml"/><Relationship Id="rId441" Type="http://schemas.openxmlformats.org/officeDocument/2006/relationships/image" Target="../media/image573.png"/><Relationship Id="rId40" Type="http://schemas.openxmlformats.org/officeDocument/2006/relationships/customXml" Target="../ink/ink380.xml"/><Relationship Id="rId136" Type="http://schemas.openxmlformats.org/officeDocument/2006/relationships/customXml" Target="../ink/ink428.xml"/><Relationship Id="rId178" Type="http://schemas.openxmlformats.org/officeDocument/2006/relationships/customXml" Target="../ink/ink449.xml"/><Relationship Id="rId301" Type="http://schemas.openxmlformats.org/officeDocument/2006/relationships/image" Target="../media/image503.png"/><Relationship Id="rId343" Type="http://schemas.openxmlformats.org/officeDocument/2006/relationships/image" Target="../media/image524.png"/><Relationship Id="rId82" Type="http://schemas.openxmlformats.org/officeDocument/2006/relationships/customXml" Target="../ink/ink401.xml"/><Relationship Id="rId203" Type="http://schemas.openxmlformats.org/officeDocument/2006/relationships/image" Target="../media/image454.png"/><Relationship Id="rId385" Type="http://schemas.openxmlformats.org/officeDocument/2006/relationships/image" Target="../media/image545.png"/><Relationship Id="rId19" Type="http://schemas.openxmlformats.org/officeDocument/2006/relationships/image" Target="../media/image363.png"/><Relationship Id="rId224" Type="http://schemas.openxmlformats.org/officeDocument/2006/relationships/customXml" Target="../ink/ink472.xml"/><Relationship Id="rId245" Type="http://schemas.openxmlformats.org/officeDocument/2006/relationships/image" Target="../media/image475.png"/><Relationship Id="rId266" Type="http://schemas.openxmlformats.org/officeDocument/2006/relationships/customXml" Target="../ink/ink493.xml"/><Relationship Id="rId287" Type="http://schemas.openxmlformats.org/officeDocument/2006/relationships/image" Target="../media/image496.png"/><Relationship Id="rId410" Type="http://schemas.openxmlformats.org/officeDocument/2006/relationships/customXml" Target="../ink/ink565.xml"/><Relationship Id="rId431" Type="http://schemas.openxmlformats.org/officeDocument/2006/relationships/image" Target="../media/image568.png"/><Relationship Id="rId452" Type="http://schemas.openxmlformats.org/officeDocument/2006/relationships/customXml" Target="../ink/ink586.xml"/><Relationship Id="rId30" Type="http://schemas.openxmlformats.org/officeDocument/2006/relationships/customXml" Target="../ink/ink375.xml"/><Relationship Id="rId105" Type="http://schemas.openxmlformats.org/officeDocument/2006/relationships/image" Target="../media/image406.png"/><Relationship Id="rId126" Type="http://schemas.openxmlformats.org/officeDocument/2006/relationships/customXml" Target="../ink/ink423.xml"/><Relationship Id="rId147" Type="http://schemas.openxmlformats.org/officeDocument/2006/relationships/image" Target="../media/image427.png"/><Relationship Id="rId168" Type="http://schemas.openxmlformats.org/officeDocument/2006/relationships/customXml" Target="../ink/ink444.xml"/><Relationship Id="rId312" Type="http://schemas.openxmlformats.org/officeDocument/2006/relationships/customXml" Target="../ink/ink516.xml"/><Relationship Id="rId333" Type="http://schemas.openxmlformats.org/officeDocument/2006/relationships/image" Target="../media/image519.png"/><Relationship Id="rId354" Type="http://schemas.openxmlformats.org/officeDocument/2006/relationships/customXml" Target="../ink/ink537.xml"/><Relationship Id="rId51" Type="http://schemas.openxmlformats.org/officeDocument/2006/relationships/image" Target="../media/image379.png"/><Relationship Id="rId72" Type="http://schemas.openxmlformats.org/officeDocument/2006/relationships/customXml" Target="../ink/ink396.xml"/><Relationship Id="rId93" Type="http://schemas.openxmlformats.org/officeDocument/2006/relationships/image" Target="../media/image400.png"/><Relationship Id="rId189" Type="http://schemas.openxmlformats.org/officeDocument/2006/relationships/image" Target="../media/image447.png"/><Relationship Id="rId375" Type="http://schemas.openxmlformats.org/officeDocument/2006/relationships/image" Target="../media/image540.png"/><Relationship Id="rId396" Type="http://schemas.openxmlformats.org/officeDocument/2006/relationships/customXml" Target="../ink/ink558.xml"/><Relationship Id="rId3" Type="http://schemas.openxmlformats.org/officeDocument/2006/relationships/image" Target="../media/image355.png"/><Relationship Id="rId214" Type="http://schemas.openxmlformats.org/officeDocument/2006/relationships/customXml" Target="../ink/ink467.xml"/><Relationship Id="rId235" Type="http://schemas.openxmlformats.org/officeDocument/2006/relationships/image" Target="../media/image470.png"/><Relationship Id="rId256" Type="http://schemas.openxmlformats.org/officeDocument/2006/relationships/customXml" Target="../ink/ink488.xml"/><Relationship Id="rId277" Type="http://schemas.openxmlformats.org/officeDocument/2006/relationships/image" Target="../media/image491.png"/><Relationship Id="rId298" Type="http://schemas.openxmlformats.org/officeDocument/2006/relationships/customXml" Target="../ink/ink509.xml"/><Relationship Id="rId400" Type="http://schemas.openxmlformats.org/officeDocument/2006/relationships/customXml" Target="../ink/ink560.xml"/><Relationship Id="rId421" Type="http://schemas.openxmlformats.org/officeDocument/2006/relationships/image" Target="../media/image563.png"/><Relationship Id="rId442" Type="http://schemas.openxmlformats.org/officeDocument/2006/relationships/customXml" Target="../ink/ink581.xml"/><Relationship Id="rId463" Type="http://schemas.openxmlformats.org/officeDocument/2006/relationships/image" Target="../media/image584.png"/><Relationship Id="rId116" Type="http://schemas.openxmlformats.org/officeDocument/2006/relationships/customXml" Target="../ink/ink418.xml"/><Relationship Id="rId137" Type="http://schemas.openxmlformats.org/officeDocument/2006/relationships/image" Target="../media/image422.png"/><Relationship Id="rId158" Type="http://schemas.openxmlformats.org/officeDocument/2006/relationships/customXml" Target="../ink/ink439.xml"/><Relationship Id="rId302" Type="http://schemas.openxmlformats.org/officeDocument/2006/relationships/customXml" Target="../ink/ink511.xml"/><Relationship Id="rId323" Type="http://schemas.openxmlformats.org/officeDocument/2006/relationships/image" Target="../media/image514.png"/><Relationship Id="rId344" Type="http://schemas.openxmlformats.org/officeDocument/2006/relationships/customXml" Target="../ink/ink532.xml"/><Relationship Id="rId20" Type="http://schemas.openxmlformats.org/officeDocument/2006/relationships/customXml" Target="../ink/ink370.xml"/><Relationship Id="rId41" Type="http://schemas.openxmlformats.org/officeDocument/2006/relationships/image" Target="../media/image374.png"/><Relationship Id="rId62" Type="http://schemas.openxmlformats.org/officeDocument/2006/relationships/customXml" Target="../ink/ink391.xml"/><Relationship Id="rId83" Type="http://schemas.openxmlformats.org/officeDocument/2006/relationships/image" Target="../media/image395.png"/><Relationship Id="rId179" Type="http://schemas.openxmlformats.org/officeDocument/2006/relationships/image" Target="../media/image212.png"/><Relationship Id="rId365" Type="http://schemas.openxmlformats.org/officeDocument/2006/relationships/image" Target="../media/image535.png"/><Relationship Id="rId386" Type="http://schemas.openxmlformats.org/officeDocument/2006/relationships/customXml" Target="../ink/ink553.xml"/><Relationship Id="rId190" Type="http://schemas.openxmlformats.org/officeDocument/2006/relationships/customXml" Target="../ink/ink455.xml"/><Relationship Id="rId204" Type="http://schemas.openxmlformats.org/officeDocument/2006/relationships/customXml" Target="../ink/ink462.xml"/><Relationship Id="rId225" Type="http://schemas.openxmlformats.org/officeDocument/2006/relationships/image" Target="../media/image465.png"/><Relationship Id="rId246" Type="http://schemas.openxmlformats.org/officeDocument/2006/relationships/customXml" Target="../ink/ink483.xml"/><Relationship Id="rId267" Type="http://schemas.openxmlformats.org/officeDocument/2006/relationships/image" Target="../media/image486.png"/><Relationship Id="rId288" Type="http://schemas.openxmlformats.org/officeDocument/2006/relationships/customXml" Target="../ink/ink504.xml"/><Relationship Id="rId411" Type="http://schemas.openxmlformats.org/officeDocument/2006/relationships/image" Target="../media/image558.png"/><Relationship Id="rId432" Type="http://schemas.openxmlformats.org/officeDocument/2006/relationships/customXml" Target="../ink/ink576.xml"/><Relationship Id="rId453" Type="http://schemas.openxmlformats.org/officeDocument/2006/relationships/image" Target="../media/image579.png"/><Relationship Id="rId106" Type="http://schemas.openxmlformats.org/officeDocument/2006/relationships/customXml" Target="../ink/ink413.xml"/><Relationship Id="rId127" Type="http://schemas.openxmlformats.org/officeDocument/2006/relationships/image" Target="../media/image417.png"/><Relationship Id="rId313" Type="http://schemas.openxmlformats.org/officeDocument/2006/relationships/image" Target="../media/image509.png"/><Relationship Id="rId10" Type="http://schemas.openxmlformats.org/officeDocument/2006/relationships/customXml" Target="../ink/ink365.xml"/><Relationship Id="rId31" Type="http://schemas.openxmlformats.org/officeDocument/2006/relationships/image" Target="../media/image369.png"/><Relationship Id="rId52" Type="http://schemas.openxmlformats.org/officeDocument/2006/relationships/customXml" Target="../ink/ink386.xml"/><Relationship Id="rId73" Type="http://schemas.openxmlformats.org/officeDocument/2006/relationships/image" Target="../media/image390.png"/><Relationship Id="rId94" Type="http://schemas.openxmlformats.org/officeDocument/2006/relationships/customXml" Target="../ink/ink407.xml"/><Relationship Id="rId148" Type="http://schemas.openxmlformats.org/officeDocument/2006/relationships/customXml" Target="../ink/ink434.xml"/><Relationship Id="rId169" Type="http://schemas.openxmlformats.org/officeDocument/2006/relationships/image" Target="../media/image438.png"/><Relationship Id="rId334" Type="http://schemas.openxmlformats.org/officeDocument/2006/relationships/customXml" Target="../ink/ink527.xml"/><Relationship Id="rId355" Type="http://schemas.openxmlformats.org/officeDocument/2006/relationships/image" Target="../media/image530.png"/><Relationship Id="rId376" Type="http://schemas.openxmlformats.org/officeDocument/2006/relationships/customXml" Target="../ink/ink548.xml"/><Relationship Id="rId397" Type="http://schemas.openxmlformats.org/officeDocument/2006/relationships/image" Target="../media/image551.png"/><Relationship Id="rId4" Type="http://schemas.openxmlformats.org/officeDocument/2006/relationships/customXml" Target="../ink/ink362.xml"/><Relationship Id="rId180" Type="http://schemas.openxmlformats.org/officeDocument/2006/relationships/customXml" Target="../ink/ink450.xml"/><Relationship Id="rId215" Type="http://schemas.openxmlformats.org/officeDocument/2006/relationships/image" Target="../media/image460.png"/><Relationship Id="rId236" Type="http://schemas.openxmlformats.org/officeDocument/2006/relationships/customXml" Target="../ink/ink478.xml"/><Relationship Id="rId257" Type="http://schemas.openxmlformats.org/officeDocument/2006/relationships/image" Target="../media/image481.png"/><Relationship Id="rId278" Type="http://schemas.openxmlformats.org/officeDocument/2006/relationships/customXml" Target="../ink/ink499.xml"/><Relationship Id="rId401" Type="http://schemas.openxmlformats.org/officeDocument/2006/relationships/image" Target="../media/image553.png"/><Relationship Id="rId422" Type="http://schemas.openxmlformats.org/officeDocument/2006/relationships/customXml" Target="../ink/ink571.xml"/><Relationship Id="rId443" Type="http://schemas.openxmlformats.org/officeDocument/2006/relationships/image" Target="../media/image574.png"/><Relationship Id="rId464" Type="http://schemas.openxmlformats.org/officeDocument/2006/relationships/customXml" Target="../ink/ink592.xml"/><Relationship Id="rId303" Type="http://schemas.openxmlformats.org/officeDocument/2006/relationships/image" Target="../media/image504.png"/><Relationship Id="rId42" Type="http://schemas.openxmlformats.org/officeDocument/2006/relationships/customXml" Target="../ink/ink381.xml"/><Relationship Id="rId84" Type="http://schemas.openxmlformats.org/officeDocument/2006/relationships/customXml" Target="../ink/ink402.xml"/><Relationship Id="rId138" Type="http://schemas.openxmlformats.org/officeDocument/2006/relationships/customXml" Target="../ink/ink429.xml"/><Relationship Id="rId345" Type="http://schemas.openxmlformats.org/officeDocument/2006/relationships/image" Target="../media/image525.png"/><Relationship Id="rId387" Type="http://schemas.openxmlformats.org/officeDocument/2006/relationships/image" Target="../media/image546.png"/><Relationship Id="rId191" Type="http://schemas.openxmlformats.org/officeDocument/2006/relationships/image" Target="../media/image448.png"/><Relationship Id="rId205" Type="http://schemas.openxmlformats.org/officeDocument/2006/relationships/image" Target="../media/image455.png"/><Relationship Id="rId247" Type="http://schemas.openxmlformats.org/officeDocument/2006/relationships/image" Target="../media/image476.png"/><Relationship Id="rId412" Type="http://schemas.openxmlformats.org/officeDocument/2006/relationships/customXml" Target="../ink/ink566.xml"/><Relationship Id="rId107" Type="http://schemas.openxmlformats.org/officeDocument/2006/relationships/image" Target="../media/image407.png"/><Relationship Id="rId289" Type="http://schemas.openxmlformats.org/officeDocument/2006/relationships/image" Target="../media/image497.png"/><Relationship Id="rId454" Type="http://schemas.openxmlformats.org/officeDocument/2006/relationships/customXml" Target="../ink/ink587.xml"/><Relationship Id="rId11" Type="http://schemas.openxmlformats.org/officeDocument/2006/relationships/image" Target="../media/image359.png"/><Relationship Id="rId53" Type="http://schemas.openxmlformats.org/officeDocument/2006/relationships/image" Target="../media/image380.png"/><Relationship Id="rId149" Type="http://schemas.openxmlformats.org/officeDocument/2006/relationships/image" Target="../media/image428.png"/><Relationship Id="rId314" Type="http://schemas.openxmlformats.org/officeDocument/2006/relationships/customXml" Target="../ink/ink517.xml"/><Relationship Id="rId356" Type="http://schemas.openxmlformats.org/officeDocument/2006/relationships/customXml" Target="../ink/ink538.xml"/><Relationship Id="rId398" Type="http://schemas.openxmlformats.org/officeDocument/2006/relationships/customXml" Target="../ink/ink559.xml"/><Relationship Id="rId95" Type="http://schemas.openxmlformats.org/officeDocument/2006/relationships/image" Target="../media/image401.png"/><Relationship Id="rId160" Type="http://schemas.openxmlformats.org/officeDocument/2006/relationships/customXml" Target="../ink/ink440.xml"/><Relationship Id="rId216" Type="http://schemas.openxmlformats.org/officeDocument/2006/relationships/customXml" Target="../ink/ink468.xml"/><Relationship Id="rId423" Type="http://schemas.openxmlformats.org/officeDocument/2006/relationships/image" Target="../media/image564.png"/><Relationship Id="rId258" Type="http://schemas.openxmlformats.org/officeDocument/2006/relationships/customXml" Target="../ink/ink489.xml"/><Relationship Id="rId465" Type="http://schemas.openxmlformats.org/officeDocument/2006/relationships/image" Target="../media/image585.png"/><Relationship Id="rId22" Type="http://schemas.openxmlformats.org/officeDocument/2006/relationships/customXml" Target="../ink/ink371.xml"/><Relationship Id="rId64" Type="http://schemas.openxmlformats.org/officeDocument/2006/relationships/customXml" Target="../ink/ink392.xml"/><Relationship Id="rId118" Type="http://schemas.openxmlformats.org/officeDocument/2006/relationships/customXml" Target="../ink/ink419.xml"/><Relationship Id="rId325" Type="http://schemas.openxmlformats.org/officeDocument/2006/relationships/image" Target="../media/image515.png"/><Relationship Id="rId367" Type="http://schemas.openxmlformats.org/officeDocument/2006/relationships/image" Target="../media/image536.png"/><Relationship Id="rId171" Type="http://schemas.openxmlformats.org/officeDocument/2006/relationships/image" Target="../media/image439.png"/><Relationship Id="rId227" Type="http://schemas.openxmlformats.org/officeDocument/2006/relationships/image" Target="../media/image466.png"/><Relationship Id="rId269" Type="http://schemas.openxmlformats.org/officeDocument/2006/relationships/image" Target="../media/image487.png"/><Relationship Id="rId434" Type="http://schemas.openxmlformats.org/officeDocument/2006/relationships/customXml" Target="../ink/ink577.xml"/><Relationship Id="rId33" Type="http://schemas.openxmlformats.org/officeDocument/2006/relationships/image" Target="../media/image370.png"/><Relationship Id="rId129" Type="http://schemas.openxmlformats.org/officeDocument/2006/relationships/image" Target="../media/image418.png"/><Relationship Id="rId280" Type="http://schemas.openxmlformats.org/officeDocument/2006/relationships/customXml" Target="../ink/ink500.xml"/><Relationship Id="rId336" Type="http://schemas.openxmlformats.org/officeDocument/2006/relationships/customXml" Target="../ink/ink528.xml"/><Relationship Id="rId75" Type="http://schemas.openxmlformats.org/officeDocument/2006/relationships/image" Target="../media/image391.png"/><Relationship Id="rId140" Type="http://schemas.openxmlformats.org/officeDocument/2006/relationships/customXml" Target="../ink/ink430.xml"/><Relationship Id="rId182" Type="http://schemas.openxmlformats.org/officeDocument/2006/relationships/customXml" Target="../ink/ink451.xml"/><Relationship Id="rId378" Type="http://schemas.openxmlformats.org/officeDocument/2006/relationships/customXml" Target="../ink/ink549.xml"/><Relationship Id="rId403" Type="http://schemas.openxmlformats.org/officeDocument/2006/relationships/image" Target="../media/image554.png"/><Relationship Id="rId6" Type="http://schemas.openxmlformats.org/officeDocument/2006/relationships/customXml" Target="../ink/ink363.xml"/><Relationship Id="rId238" Type="http://schemas.openxmlformats.org/officeDocument/2006/relationships/customXml" Target="../ink/ink479.xml"/><Relationship Id="rId445" Type="http://schemas.openxmlformats.org/officeDocument/2006/relationships/image" Target="../media/image575.png"/><Relationship Id="rId291" Type="http://schemas.openxmlformats.org/officeDocument/2006/relationships/image" Target="../media/image498.png"/><Relationship Id="rId305" Type="http://schemas.openxmlformats.org/officeDocument/2006/relationships/image" Target="../media/image505.png"/><Relationship Id="rId347" Type="http://schemas.openxmlformats.org/officeDocument/2006/relationships/image" Target="../media/image526.png"/><Relationship Id="rId44" Type="http://schemas.openxmlformats.org/officeDocument/2006/relationships/customXml" Target="../ink/ink382.xml"/><Relationship Id="rId86" Type="http://schemas.openxmlformats.org/officeDocument/2006/relationships/customXml" Target="../ink/ink403.xml"/><Relationship Id="rId151" Type="http://schemas.openxmlformats.org/officeDocument/2006/relationships/image" Target="../media/image429.png"/><Relationship Id="rId389" Type="http://schemas.openxmlformats.org/officeDocument/2006/relationships/image" Target="../media/image547.png"/><Relationship Id="rId193" Type="http://schemas.openxmlformats.org/officeDocument/2006/relationships/image" Target="../media/image449.png"/><Relationship Id="rId207" Type="http://schemas.openxmlformats.org/officeDocument/2006/relationships/image" Target="../media/image456.png"/><Relationship Id="rId249" Type="http://schemas.openxmlformats.org/officeDocument/2006/relationships/image" Target="../media/image477.png"/><Relationship Id="rId414" Type="http://schemas.openxmlformats.org/officeDocument/2006/relationships/customXml" Target="../ink/ink567.xml"/><Relationship Id="rId456" Type="http://schemas.openxmlformats.org/officeDocument/2006/relationships/customXml" Target="../ink/ink588.xml"/><Relationship Id="rId13" Type="http://schemas.openxmlformats.org/officeDocument/2006/relationships/image" Target="../media/image360.png"/><Relationship Id="rId109" Type="http://schemas.openxmlformats.org/officeDocument/2006/relationships/image" Target="../media/image408.png"/><Relationship Id="rId260" Type="http://schemas.openxmlformats.org/officeDocument/2006/relationships/customXml" Target="../ink/ink490.xml"/><Relationship Id="rId316" Type="http://schemas.openxmlformats.org/officeDocument/2006/relationships/customXml" Target="../ink/ink518.xml"/><Relationship Id="rId55" Type="http://schemas.openxmlformats.org/officeDocument/2006/relationships/image" Target="../media/image381.png"/><Relationship Id="rId97" Type="http://schemas.openxmlformats.org/officeDocument/2006/relationships/image" Target="../media/image402.png"/><Relationship Id="rId120" Type="http://schemas.openxmlformats.org/officeDocument/2006/relationships/customXml" Target="../ink/ink420.xml"/><Relationship Id="rId358" Type="http://schemas.openxmlformats.org/officeDocument/2006/relationships/customXml" Target="../ink/ink539.xml"/><Relationship Id="rId162" Type="http://schemas.openxmlformats.org/officeDocument/2006/relationships/customXml" Target="../ink/ink441.xml"/><Relationship Id="rId218" Type="http://schemas.openxmlformats.org/officeDocument/2006/relationships/customXml" Target="../ink/ink469.xml"/><Relationship Id="rId425" Type="http://schemas.openxmlformats.org/officeDocument/2006/relationships/image" Target="../media/image565.png"/><Relationship Id="rId467" Type="http://schemas.openxmlformats.org/officeDocument/2006/relationships/image" Target="../media/image586.png"/><Relationship Id="rId271" Type="http://schemas.openxmlformats.org/officeDocument/2006/relationships/image" Target="../media/image488.png"/><Relationship Id="rId24" Type="http://schemas.openxmlformats.org/officeDocument/2006/relationships/customXml" Target="../ink/ink372.xml"/><Relationship Id="rId66" Type="http://schemas.openxmlformats.org/officeDocument/2006/relationships/customXml" Target="../ink/ink393.xml"/><Relationship Id="rId131" Type="http://schemas.openxmlformats.org/officeDocument/2006/relationships/image" Target="../media/image419.png"/><Relationship Id="rId327" Type="http://schemas.openxmlformats.org/officeDocument/2006/relationships/image" Target="../media/image516.png"/><Relationship Id="rId369" Type="http://schemas.openxmlformats.org/officeDocument/2006/relationships/image" Target="../media/image537.png"/><Relationship Id="rId173" Type="http://schemas.openxmlformats.org/officeDocument/2006/relationships/image" Target="../media/image440.png"/><Relationship Id="rId229" Type="http://schemas.openxmlformats.org/officeDocument/2006/relationships/image" Target="../media/image467.png"/><Relationship Id="rId380" Type="http://schemas.openxmlformats.org/officeDocument/2006/relationships/customXml" Target="../ink/ink550.xml"/><Relationship Id="rId436" Type="http://schemas.openxmlformats.org/officeDocument/2006/relationships/customXml" Target="../ink/ink578.xml"/><Relationship Id="rId240" Type="http://schemas.openxmlformats.org/officeDocument/2006/relationships/customXml" Target="../ink/ink480.xml"/><Relationship Id="rId35" Type="http://schemas.openxmlformats.org/officeDocument/2006/relationships/image" Target="../media/image371.png"/><Relationship Id="rId77" Type="http://schemas.openxmlformats.org/officeDocument/2006/relationships/image" Target="../media/image392.png"/><Relationship Id="rId100" Type="http://schemas.openxmlformats.org/officeDocument/2006/relationships/customXml" Target="../ink/ink410.xml"/><Relationship Id="rId282" Type="http://schemas.openxmlformats.org/officeDocument/2006/relationships/customXml" Target="../ink/ink501.xml"/><Relationship Id="rId338" Type="http://schemas.openxmlformats.org/officeDocument/2006/relationships/customXml" Target="../ink/ink529.xml"/><Relationship Id="rId8" Type="http://schemas.openxmlformats.org/officeDocument/2006/relationships/customXml" Target="../ink/ink364.xml"/><Relationship Id="rId142" Type="http://schemas.openxmlformats.org/officeDocument/2006/relationships/customXml" Target="../ink/ink431.xml"/><Relationship Id="rId184" Type="http://schemas.openxmlformats.org/officeDocument/2006/relationships/customXml" Target="../ink/ink452.xml"/><Relationship Id="rId391" Type="http://schemas.openxmlformats.org/officeDocument/2006/relationships/image" Target="../media/image548.png"/><Relationship Id="rId405" Type="http://schemas.openxmlformats.org/officeDocument/2006/relationships/image" Target="../media/image555.png"/><Relationship Id="rId447" Type="http://schemas.openxmlformats.org/officeDocument/2006/relationships/image" Target="../media/image576.png"/><Relationship Id="rId251" Type="http://schemas.openxmlformats.org/officeDocument/2006/relationships/image" Target="../media/image478.png"/><Relationship Id="rId46" Type="http://schemas.openxmlformats.org/officeDocument/2006/relationships/customXml" Target="../ink/ink383.xml"/><Relationship Id="rId293" Type="http://schemas.openxmlformats.org/officeDocument/2006/relationships/image" Target="../media/image499.png"/><Relationship Id="rId307" Type="http://schemas.openxmlformats.org/officeDocument/2006/relationships/image" Target="../media/image506.png"/><Relationship Id="rId349" Type="http://schemas.openxmlformats.org/officeDocument/2006/relationships/image" Target="../media/image527.png"/><Relationship Id="rId88" Type="http://schemas.openxmlformats.org/officeDocument/2006/relationships/customXml" Target="../ink/ink404.xml"/><Relationship Id="rId111" Type="http://schemas.openxmlformats.org/officeDocument/2006/relationships/image" Target="../media/image409.png"/><Relationship Id="rId153" Type="http://schemas.openxmlformats.org/officeDocument/2006/relationships/image" Target="../media/image430.png"/><Relationship Id="rId195" Type="http://schemas.openxmlformats.org/officeDocument/2006/relationships/image" Target="../media/image450.png"/><Relationship Id="rId209" Type="http://schemas.openxmlformats.org/officeDocument/2006/relationships/image" Target="../media/image457.png"/><Relationship Id="rId360" Type="http://schemas.openxmlformats.org/officeDocument/2006/relationships/customXml" Target="../ink/ink540.xml"/><Relationship Id="rId416" Type="http://schemas.openxmlformats.org/officeDocument/2006/relationships/customXml" Target="../ink/ink568.xml"/><Relationship Id="rId220" Type="http://schemas.openxmlformats.org/officeDocument/2006/relationships/customXml" Target="../ink/ink470.xml"/><Relationship Id="rId458" Type="http://schemas.openxmlformats.org/officeDocument/2006/relationships/customXml" Target="../ink/ink589.xml"/><Relationship Id="rId15" Type="http://schemas.openxmlformats.org/officeDocument/2006/relationships/image" Target="../media/image361.png"/><Relationship Id="rId57" Type="http://schemas.openxmlformats.org/officeDocument/2006/relationships/image" Target="../media/image382.png"/><Relationship Id="rId262" Type="http://schemas.openxmlformats.org/officeDocument/2006/relationships/customXml" Target="../ink/ink491.xml"/><Relationship Id="rId318" Type="http://schemas.openxmlformats.org/officeDocument/2006/relationships/customXml" Target="../ink/ink519.xml"/><Relationship Id="rId99" Type="http://schemas.openxmlformats.org/officeDocument/2006/relationships/image" Target="../media/image403.png"/><Relationship Id="rId122" Type="http://schemas.openxmlformats.org/officeDocument/2006/relationships/customXml" Target="../ink/ink421.xml"/><Relationship Id="rId164" Type="http://schemas.openxmlformats.org/officeDocument/2006/relationships/customXml" Target="../ink/ink442.xml"/><Relationship Id="rId371" Type="http://schemas.openxmlformats.org/officeDocument/2006/relationships/image" Target="../media/image538.png"/><Relationship Id="rId427" Type="http://schemas.openxmlformats.org/officeDocument/2006/relationships/image" Target="../media/image566.png"/><Relationship Id="rId469" Type="http://schemas.openxmlformats.org/officeDocument/2006/relationships/image" Target="../media/image587.png"/><Relationship Id="rId26" Type="http://schemas.openxmlformats.org/officeDocument/2006/relationships/customXml" Target="../ink/ink373.xml"/><Relationship Id="rId231" Type="http://schemas.openxmlformats.org/officeDocument/2006/relationships/image" Target="../media/image468.png"/><Relationship Id="rId273" Type="http://schemas.openxmlformats.org/officeDocument/2006/relationships/image" Target="../media/image489.png"/><Relationship Id="rId329" Type="http://schemas.openxmlformats.org/officeDocument/2006/relationships/image" Target="../media/image517.png"/><Relationship Id="rId68" Type="http://schemas.openxmlformats.org/officeDocument/2006/relationships/customXml" Target="../ink/ink394.xml"/><Relationship Id="rId133" Type="http://schemas.openxmlformats.org/officeDocument/2006/relationships/image" Target="../media/image420.png"/><Relationship Id="rId175" Type="http://schemas.openxmlformats.org/officeDocument/2006/relationships/image" Target="../media/image441.png"/><Relationship Id="rId340" Type="http://schemas.openxmlformats.org/officeDocument/2006/relationships/customXml" Target="../ink/ink530.xml"/><Relationship Id="rId200" Type="http://schemas.openxmlformats.org/officeDocument/2006/relationships/customXml" Target="../ink/ink460.xml"/><Relationship Id="rId382" Type="http://schemas.openxmlformats.org/officeDocument/2006/relationships/customXml" Target="../ink/ink551.xml"/><Relationship Id="rId438" Type="http://schemas.openxmlformats.org/officeDocument/2006/relationships/customXml" Target="../ink/ink579.xml"/><Relationship Id="rId242" Type="http://schemas.openxmlformats.org/officeDocument/2006/relationships/customXml" Target="../ink/ink481.xml"/><Relationship Id="rId284" Type="http://schemas.openxmlformats.org/officeDocument/2006/relationships/customXml" Target="../ink/ink502.xml"/><Relationship Id="rId37" Type="http://schemas.openxmlformats.org/officeDocument/2006/relationships/image" Target="../media/image372.png"/><Relationship Id="rId79" Type="http://schemas.openxmlformats.org/officeDocument/2006/relationships/image" Target="../media/image393.png"/><Relationship Id="rId102" Type="http://schemas.openxmlformats.org/officeDocument/2006/relationships/customXml" Target="../ink/ink411.xml"/><Relationship Id="rId144" Type="http://schemas.openxmlformats.org/officeDocument/2006/relationships/customXml" Target="../ink/ink432.xml"/><Relationship Id="rId90" Type="http://schemas.openxmlformats.org/officeDocument/2006/relationships/customXml" Target="../ink/ink405.xml"/><Relationship Id="rId186" Type="http://schemas.openxmlformats.org/officeDocument/2006/relationships/customXml" Target="../ink/ink453.xml"/><Relationship Id="rId351" Type="http://schemas.openxmlformats.org/officeDocument/2006/relationships/image" Target="../media/image528.png"/><Relationship Id="rId393" Type="http://schemas.openxmlformats.org/officeDocument/2006/relationships/image" Target="../media/image549.png"/><Relationship Id="rId407" Type="http://schemas.openxmlformats.org/officeDocument/2006/relationships/image" Target="../media/image556.png"/><Relationship Id="rId449" Type="http://schemas.openxmlformats.org/officeDocument/2006/relationships/image" Target="../media/image577.png"/><Relationship Id="rId211" Type="http://schemas.openxmlformats.org/officeDocument/2006/relationships/image" Target="../media/image458.png"/><Relationship Id="rId253" Type="http://schemas.openxmlformats.org/officeDocument/2006/relationships/image" Target="../media/image479.png"/><Relationship Id="rId295" Type="http://schemas.openxmlformats.org/officeDocument/2006/relationships/image" Target="../media/image500.png"/><Relationship Id="rId309" Type="http://schemas.openxmlformats.org/officeDocument/2006/relationships/image" Target="../media/image507.png"/><Relationship Id="rId460" Type="http://schemas.openxmlformats.org/officeDocument/2006/relationships/customXml" Target="../ink/ink590.xml"/><Relationship Id="rId48" Type="http://schemas.openxmlformats.org/officeDocument/2006/relationships/customXml" Target="../ink/ink384.xml"/><Relationship Id="rId113" Type="http://schemas.openxmlformats.org/officeDocument/2006/relationships/image" Target="../media/image410.png"/><Relationship Id="rId320" Type="http://schemas.openxmlformats.org/officeDocument/2006/relationships/customXml" Target="../ink/ink520.xml"/><Relationship Id="rId155" Type="http://schemas.openxmlformats.org/officeDocument/2006/relationships/image" Target="../media/image431.png"/><Relationship Id="rId197" Type="http://schemas.openxmlformats.org/officeDocument/2006/relationships/image" Target="../media/image451.png"/><Relationship Id="rId362" Type="http://schemas.openxmlformats.org/officeDocument/2006/relationships/customXml" Target="../ink/ink541.xml"/><Relationship Id="rId418" Type="http://schemas.openxmlformats.org/officeDocument/2006/relationships/customXml" Target="../ink/ink569.xml"/><Relationship Id="rId222" Type="http://schemas.openxmlformats.org/officeDocument/2006/relationships/customXml" Target="../ink/ink471.xml"/><Relationship Id="rId264" Type="http://schemas.openxmlformats.org/officeDocument/2006/relationships/customXml" Target="../ink/ink492.xml"/><Relationship Id="rId471" Type="http://schemas.openxmlformats.org/officeDocument/2006/relationships/image" Target="../media/image588.png"/><Relationship Id="rId17" Type="http://schemas.openxmlformats.org/officeDocument/2006/relationships/image" Target="../media/image362.png"/><Relationship Id="rId59" Type="http://schemas.openxmlformats.org/officeDocument/2006/relationships/image" Target="../media/image383.png"/><Relationship Id="rId124" Type="http://schemas.openxmlformats.org/officeDocument/2006/relationships/customXml" Target="../ink/ink422.xml"/><Relationship Id="rId70" Type="http://schemas.openxmlformats.org/officeDocument/2006/relationships/customXml" Target="../ink/ink395.xml"/><Relationship Id="rId166" Type="http://schemas.openxmlformats.org/officeDocument/2006/relationships/customXml" Target="../ink/ink443.xml"/><Relationship Id="rId331" Type="http://schemas.openxmlformats.org/officeDocument/2006/relationships/image" Target="../media/image518.png"/><Relationship Id="rId373" Type="http://schemas.openxmlformats.org/officeDocument/2006/relationships/image" Target="../media/image539.png"/><Relationship Id="rId429" Type="http://schemas.openxmlformats.org/officeDocument/2006/relationships/image" Target="../media/image567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469.png"/><Relationship Id="rId440" Type="http://schemas.openxmlformats.org/officeDocument/2006/relationships/customXml" Target="../ink/ink580.xml"/><Relationship Id="rId28" Type="http://schemas.openxmlformats.org/officeDocument/2006/relationships/customXml" Target="../ink/ink374.xml"/><Relationship Id="rId275" Type="http://schemas.openxmlformats.org/officeDocument/2006/relationships/image" Target="../media/image490.png"/><Relationship Id="rId300" Type="http://schemas.openxmlformats.org/officeDocument/2006/relationships/customXml" Target="../ink/ink510.xml"/><Relationship Id="rId81" Type="http://schemas.openxmlformats.org/officeDocument/2006/relationships/image" Target="../media/image394.png"/><Relationship Id="rId135" Type="http://schemas.openxmlformats.org/officeDocument/2006/relationships/image" Target="../media/image421.png"/><Relationship Id="rId177" Type="http://schemas.openxmlformats.org/officeDocument/2006/relationships/image" Target="../media/image442.png"/><Relationship Id="rId342" Type="http://schemas.openxmlformats.org/officeDocument/2006/relationships/customXml" Target="../ink/ink531.xml"/><Relationship Id="rId384" Type="http://schemas.openxmlformats.org/officeDocument/2006/relationships/customXml" Target="../ink/ink552.xml"/><Relationship Id="rId202" Type="http://schemas.openxmlformats.org/officeDocument/2006/relationships/customXml" Target="../ink/ink461.xml"/><Relationship Id="rId244" Type="http://schemas.openxmlformats.org/officeDocument/2006/relationships/customXml" Target="../ink/ink482.xml"/><Relationship Id="rId39" Type="http://schemas.openxmlformats.org/officeDocument/2006/relationships/image" Target="../media/image373.png"/><Relationship Id="rId286" Type="http://schemas.openxmlformats.org/officeDocument/2006/relationships/customXml" Target="../ink/ink503.xml"/><Relationship Id="rId451" Type="http://schemas.openxmlformats.org/officeDocument/2006/relationships/image" Target="../media/image578.png"/><Relationship Id="rId50" Type="http://schemas.openxmlformats.org/officeDocument/2006/relationships/customXml" Target="../ink/ink385.xml"/><Relationship Id="rId104" Type="http://schemas.openxmlformats.org/officeDocument/2006/relationships/customXml" Target="../ink/ink412.xml"/><Relationship Id="rId146" Type="http://schemas.openxmlformats.org/officeDocument/2006/relationships/customXml" Target="../ink/ink433.xml"/><Relationship Id="rId188" Type="http://schemas.openxmlformats.org/officeDocument/2006/relationships/customXml" Target="../ink/ink454.xml"/><Relationship Id="rId311" Type="http://schemas.openxmlformats.org/officeDocument/2006/relationships/image" Target="../media/image508.png"/><Relationship Id="rId353" Type="http://schemas.openxmlformats.org/officeDocument/2006/relationships/image" Target="../media/image529.png"/><Relationship Id="rId395" Type="http://schemas.openxmlformats.org/officeDocument/2006/relationships/image" Target="../media/image550.png"/><Relationship Id="rId409" Type="http://schemas.openxmlformats.org/officeDocument/2006/relationships/image" Target="../media/image557.png"/><Relationship Id="rId92" Type="http://schemas.openxmlformats.org/officeDocument/2006/relationships/customXml" Target="../ink/ink406.xml"/><Relationship Id="rId213" Type="http://schemas.openxmlformats.org/officeDocument/2006/relationships/image" Target="../media/image459.png"/><Relationship Id="rId420" Type="http://schemas.openxmlformats.org/officeDocument/2006/relationships/customXml" Target="../ink/ink570.xml"/><Relationship Id="rId255" Type="http://schemas.openxmlformats.org/officeDocument/2006/relationships/image" Target="../media/image480.png"/><Relationship Id="rId297" Type="http://schemas.openxmlformats.org/officeDocument/2006/relationships/image" Target="../media/image501.png"/><Relationship Id="rId462" Type="http://schemas.openxmlformats.org/officeDocument/2006/relationships/customXml" Target="../ink/ink591.xml"/><Relationship Id="rId115" Type="http://schemas.openxmlformats.org/officeDocument/2006/relationships/image" Target="../media/image411.png"/><Relationship Id="rId157" Type="http://schemas.openxmlformats.org/officeDocument/2006/relationships/image" Target="../media/image432.png"/><Relationship Id="rId322" Type="http://schemas.openxmlformats.org/officeDocument/2006/relationships/customXml" Target="../ink/ink521.xml"/><Relationship Id="rId364" Type="http://schemas.openxmlformats.org/officeDocument/2006/relationships/customXml" Target="../ink/ink542.xml"/><Relationship Id="rId61" Type="http://schemas.openxmlformats.org/officeDocument/2006/relationships/image" Target="../media/image384.png"/><Relationship Id="rId199" Type="http://schemas.openxmlformats.org/officeDocument/2006/relationships/image" Target="../media/image452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6.png"/><Relationship Id="rId21" Type="http://schemas.openxmlformats.org/officeDocument/2006/relationships/image" Target="../media/image598.png"/><Relationship Id="rId42" Type="http://schemas.openxmlformats.org/officeDocument/2006/relationships/customXml" Target="../ink/ink616.xml"/><Relationship Id="rId63" Type="http://schemas.openxmlformats.org/officeDocument/2006/relationships/image" Target="../media/image619.png"/><Relationship Id="rId84" Type="http://schemas.openxmlformats.org/officeDocument/2006/relationships/customXml" Target="../ink/ink637.xml"/><Relationship Id="rId138" Type="http://schemas.openxmlformats.org/officeDocument/2006/relationships/customXml" Target="../ink/ink664.xml"/><Relationship Id="rId159" Type="http://schemas.openxmlformats.org/officeDocument/2006/relationships/image" Target="../media/image667.png"/><Relationship Id="rId170" Type="http://schemas.openxmlformats.org/officeDocument/2006/relationships/customXml" Target="../ink/ink680.xml"/><Relationship Id="rId191" Type="http://schemas.openxmlformats.org/officeDocument/2006/relationships/image" Target="../media/image682.png"/><Relationship Id="rId107" Type="http://schemas.openxmlformats.org/officeDocument/2006/relationships/image" Target="../media/image641.png"/><Relationship Id="rId11" Type="http://schemas.openxmlformats.org/officeDocument/2006/relationships/image" Target="../media/image593.png"/><Relationship Id="rId32" Type="http://schemas.openxmlformats.org/officeDocument/2006/relationships/customXml" Target="../ink/ink611.xml"/><Relationship Id="rId53" Type="http://schemas.openxmlformats.org/officeDocument/2006/relationships/image" Target="../media/image614.png"/><Relationship Id="rId74" Type="http://schemas.openxmlformats.org/officeDocument/2006/relationships/customXml" Target="../ink/ink632.xml"/><Relationship Id="rId128" Type="http://schemas.openxmlformats.org/officeDocument/2006/relationships/customXml" Target="../ink/ink659.xml"/><Relationship Id="rId149" Type="http://schemas.openxmlformats.org/officeDocument/2006/relationships/image" Target="../media/image662.png"/><Relationship Id="rId5" Type="http://schemas.openxmlformats.org/officeDocument/2006/relationships/image" Target="../media/image590.png"/><Relationship Id="rId95" Type="http://schemas.openxmlformats.org/officeDocument/2006/relationships/image" Target="../media/image635.png"/><Relationship Id="rId160" Type="http://schemas.openxmlformats.org/officeDocument/2006/relationships/customXml" Target="../ink/ink675.xml"/><Relationship Id="rId181" Type="http://schemas.openxmlformats.org/officeDocument/2006/relationships/image" Target="../media/image677.png"/><Relationship Id="rId22" Type="http://schemas.openxmlformats.org/officeDocument/2006/relationships/customXml" Target="../ink/ink606.xml"/><Relationship Id="rId43" Type="http://schemas.openxmlformats.org/officeDocument/2006/relationships/image" Target="../media/image609.png"/><Relationship Id="rId64" Type="http://schemas.openxmlformats.org/officeDocument/2006/relationships/customXml" Target="../ink/ink627.xml"/><Relationship Id="rId118" Type="http://schemas.openxmlformats.org/officeDocument/2006/relationships/customXml" Target="../ink/ink654.xml"/><Relationship Id="rId139" Type="http://schemas.openxmlformats.org/officeDocument/2006/relationships/image" Target="../media/image657.png"/><Relationship Id="rId85" Type="http://schemas.openxmlformats.org/officeDocument/2006/relationships/image" Target="../media/image630.png"/><Relationship Id="rId150" Type="http://schemas.openxmlformats.org/officeDocument/2006/relationships/customXml" Target="../ink/ink670.xml"/><Relationship Id="rId171" Type="http://schemas.openxmlformats.org/officeDocument/2006/relationships/image" Target="../media/image672.png"/><Relationship Id="rId192" Type="http://schemas.openxmlformats.org/officeDocument/2006/relationships/customXml" Target="../ink/ink691.xml"/><Relationship Id="rId12" Type="http://schemas.openxmlformats.org/officeDocument/2006/relationships/customXml" Target="../ink/ink601.xml"/><Relationship Id="rId33" Type="http://schemas.openxmlformats.org/officeDocument/2006/relationships/image" Target="../media/image604.png"/><Relationship Id="rId108" Type="http://schemas.openxmlformats.org/officeDocument/2006/relationships/customXml" Target="../ink/ink649.xml"/><Relationship Id="rId129" Type="http://schemas.openxmlformats.org/officeDocument/2006/relationships/image" Target="../media/image652.png"/><Relationship Id="rId54" Type="http://schemas.openxmlformats.org/officeDocument/2006/relationships/customXml" Target="../ink/ink622.xml"/><Relationship Id="rId75" Type="http://schemas.openxmlformats.org/officeDocument/2006/relationships/image" Target="../media/image625.png"/><Relationship Id="rId96" Type="http://schemas.openxmlformats.org/officeDocument/2006/relationships/customXml" Target="../ink/ink643.xml"/><Relationship Id="rId140" Type="http://schemas.openxmlformats.org/officeDocument/2006/relationships/customXml" Target="../ink/ink665.xml"/><Relationship Id="rId161" Type="http://schemas.openxmlformats.org/officeDocument/2006/relationships/image" Target="../media/image668.png"/><Relationship Id="rId182" Type="http://schemas.openxmlformats.org/officeDocument/2006/relationships/customXml" Target="../ink/ink686.xml"/><Relationship Id="rId6" Type="http://schemas.openxmlformats.org/officeDocument/2006/relationships/customXml" Target="../ink/ink598.xml"/><Relationship Id="rId23" Type="http://schemas.openxmlformats.org/officeDocument/2006/relationships/image" Target="../media/image599.png"/><Relationship Id="rId119" Type="http://schemas.openxmlformats.org/officeDocument/2006/relationships/image" Target="../media/image647.png"/><Relationship Id="rId44" Type="http://schemas.openxmlformats.org/officeDocument/2006/relationships/customXml" Target="../ink/ink617.xml"/><Relationship Id="rId65" Type="http://schemas.openxmlformats.org/officeDocument/2006/relationships/image" Target="../media/image620.png"/><Relationship Id="rId86" Type="http://schemas.openxmlformats.org/officeDocument/2006/relationships/customXml" Target="../ink/ink638.xml"/><Relationship Id="rId130" Type="http://schemas.openxmlformats.org/officeDocument/2006/relationships/customXml" Target="../ink/ink660.xml"/><Relationship Id="rId151" Type="http://schemas.openxmlformats.org/officeDocument/2006/relationships/image" Target="../media/image663.png"/><Relationship Id="rId172" Type="http://schemas.openxmlformats.org/officeDocument/2006/relationships/customXml" Target="../ink/ink681.xml"/><Relationship Id="rId193" Type="http://schemas.openxmlformats.org/officeDocument/2006/relationships/image" Target="../media/image683.png"/><Relationship Id="rId13" Type="http://schemas.openxmlformats.org/officeDocument/2006/relationships/image" Target="../media/image594.png"/><Relationship Id="rId109" Type="http://schemas.openxmlformats.org/officeDocument/2006/relationships/image" Target="../media/image642.png"/><Relationship Id="rId34" Type="http://schemas.openxmlformats.org/officeDocument/2006/relationships/customXml" Target="../ink/ink612.xml"/><Relationship Id="rId50" Type="http://schemas.openxmlformats.org/officeDocument/2006/relationships/customXml" Target="../ink/ink620.xml"/><Relationship Id="rId55" Type="http://schemas.openxmlformats.org/officeDocument/2006/relationships/image" Target="../media/image615.png"/><Relationship Id="rId76" Type="http://schemas.openxmlformats.org/officeDocument/2006/relationships/customXml" Target="../ink/ink633.xml"/><Relationship Id="rId97" Type="http://schemas.openxmlformats.org/officeDocument/2006/relationships/image" Target="../media/image636.png"/><Relationship Id="rId104" Type="http://schemas.openxmlformats.org/officeDocument/2006/relationships/customXml" Target="../ink/ink647.xml"/><Relationship Id="rId120" Type="http://schemas.openxmlformats.org/officeDocument/2006/relationships/customXml" Target="../ink/ink655.xml"/><Relationship Id="rId125" Type="http://schemas.openxmlformats.org/officeDocument/2006/relationships/image" Target="../media/image650.png"/><Relationship Id="rId141" Type="http://schemas.openxmlformats.org/officeDocument/2006/relationships/image" Target="../media/image658.png"/><Relationship Id="rId146" Type="http://schemas.openxmlformats.org/officeDocument/2006/relationships/customXml" Target="../ink/ink668.xml"/><Relationship Id="rId167" Type="http://schemas.openxmlformats.org/officeDocument/2006/relationships/image" Target="../media/image212.png"/><Relationship Id="rId188" Type="http://schemas.openxmlformats.org/officeDocument/2006/relationships/customXml" Target="../ink/ink689.xml"/><Relationship Id="rId7" Type="http://schemas.openxmlformats.org/officeDocument/2006/relationships/image" Target="../media/image591.png"/><Relationship Id="rId71" Type="http://schemas.openxmlformats.org/officeDocument/2006/relationships/image" Target="../media/image623.png"/><Relationship Id="rId92" Type="http://schemas.openxmlformats.org/officeDocument/2006/relationships/customXml" Target="../ink/ink641.xml"/><Relationship Id="rId162" Type="http://schemas.openxmlformats.org/officeDocument/2006/relationships/customXml" Target="../ink/ink676.xml"/><Relationship Id="rId183" Type="http://schemas.openxmlformats.org/officeDocument/2006/relationships/image" Target="../media/image678.png"/><Relationship Id="rId2" Type="http://schemas.openxmlformats.org/officeDocument/2006/relationships/customXml" Target="../ink/ink596.xml"/><Relationship Id="rId29" Type="http://schemas.openxmlformats.org/officeDocument/2006/relationships/image" Target="../media/image602.png"/><Relationship Id="rId24" Type="http://schemas.openxmlformats.org/officeDocument/2006/relationships/customXml" Target="../ink/ink607.xml"/><Relationship Id="rId40" Type="http://schemas.openxmlformats.org/officeDocument/2006/relationships/customXml" Target="../ink/ink615.xml"/><Relationship Id="rId45" Type="http://schemas.openxmlformats.org/officeDocument/2006/relationships/image" Target="../media/image610.png"/><Relationship Id="rId66" Type="http://schemas.openxmlformats.org/officeDocument/2006/relationships/customXml" Target="../ink/ink628.xml"/><Relationship Id="rId87" Type="http://schemas.openxmlformats.org/officeDocument/2006/relationships/image" Target="../media/image631.png"/><Relationship Id="rId110" Type="http://schemas.openxmlformats.org/officeDocument/2006/relationships/customXml" Target="../ink/ink650.xml"/><Relationship Id="rId115" Type="http://schemas.openxmlformats.org/officeDocument/2006/relationships/image" Target="../media/image645.png"/><Relationship Id="rId131" Type="http://schemas.openxmlformats.org/officeDocument/2006/relationships/image" Target="../media/image653.png"/><Relationship Id="rId136" Type="http://schemas.openxmlformats.org/officeDocument/2006/relationships/customXml" Target="../ink/ink663.xml"/><Relationship Id="rId157" Type="http://schemas.openxmlformats.org/officeDocument/2006/relationships/image" Target="../media/image666.png"/><Relationship Id="rId178" Type="http://schemas.openxmlformats.org/officeDocument/2006/relationships/customXml" Target="../ink/ink684.xml"/><Relationship Id="rId61" Type="http://schemas.openxmlformats.org/officeDocument/2006/relationships/image" Target="../media/image618.png"/><Relationship Id="rId82" Type="http://schemas.openxmlformats.org/officeDocument/2006/relationships/customXml" Target="../ink/ink636.xml"/><Relationship Id="rId152" Type="http://schemas.openxmlformats.org/officeDocument/2006/relationships/customXml" Target="../ink/ink671.xml"/><Relationship Id="rId173" Type="http://schemas.openxmlformats.org/officeDocument/2006/relationships/image" Target="../media/image673.png"/><Relationship Id="rId19" Type="http://schemas.openxmlformats.org/officeDocument/2006/relationships/image" Target="../media/image597.png"/><Relationship Id="rId14" Type="http://schemas.openxmlformats.org/officeDocument/2006/relationships/customXml" Target="../ink/ink602.xml"/><Relationship Id="rId30" Type="http://schemas.openxmlformats.org/officeDocument/2006/relationships/customXml" Target="../ink/ink610.xml"/><Relationship Id="rId35" Type="http://schemas.openxmlformats.org/officeDocument/2006/relationships/image" Target="../media/image605.png"/><Relationship Id="rId56" Type="http://schemas.openxmlformats.org/officeDocument/2006/relationships/customXml" Target="../ink/ink623.xml"/><Relationship Id="rId77" Type="http://schemas.openxmlformats.org/officeDocument/2006/relationships/image" Target="../media/image626.png"/><Relationship Id="rId100" Type="http://schemas.openxmlformats.org/officeDocument/2006/relationships/customXml" Target="../ink/ink645.xml"/><Relationship Id="rId105" Type="http://schemas.openxmlformats.org/officeDocument/2006/relationships/image" Target="../media/image640.png"/><Relationship Id="rId126" Type="http://schemas.openxmlformats.org/officeDocument/2006/relationships/customXml" Target="../ink/ink658.xml"/><Relationship Id="rId147" Type="http://schemas.openxmlformats.org/officeDocument/2006/relationships/image" Target="../media/image661.png"/><Relationship Id="rId168" Type="http://schemas.openxmlformats.org/officeDocument/2006/relationships/customXml" Target="../ink/ink679.xml"/><Relationship Id="rId8" Type="http://schemas.openxmlformats.org/officeDocument/2006/relationships/customXml" Target="../ink/ink599.xml"/><Relationship Id="rId51" Type="http://schemas.openxmlformats.org/officeDocument/2006/relationships/image" Target="../media/image613.png"/><Relationship Id="rId72" Type="http://schemas.openxmlformats.org/officeDocument/2006/relationships/customXml" Target="../ink/ink631.xml"/><Relationship Id="rId93" Type="http://schemas.openxmlformats.org/officeDocument/2006/relationships/image" Target="../media/image634.png"/><Relationship Id="rId98" Type="http://schemas.openxmlformats.org/officeDocument/2006/relationships/customXml" Target="../ink/ink644.xml"/><Relationship Id="rId121" Type="http://schemas.openxmlformats.org/officeDocument/2006/relationships/image" Target="../media/image648.png"/><Relationship Id="rId142" Type="http://schemas.openxmlformats.org/officeDocument/2006/relationships/customXml" Target="../ink/ink666.xml"/><Relationship Id="rId163" Type="http://schemas.openxmlformats.org/officeDocument/2006/relationships/image" Target="../media/image669.png"/><Relationship Id="rId184" Type="http://schemas.openxmlformats.org/officeDocument/2006/relationships/customXml" Target="../ink/ink687.xml"/><Relationship Id="rId189" Type="http://schemas.openxmlformats.org/officeDocument/2006/relationships/image" Target="../media/image681.png"/><Relationship Id="rId3" Type="http://schemas.openxmlformats.org/officeDocument/2006/relationships/image" Target="../media/image589.png"/><Relationship Id="rId25" Type="http://schemas.openxmlformats.org/officeDocument/2006/relationships/image" Target="../media/image600.png"/><Relationship Id="rId46" Type="http://schemas.openxmlformats.org/officeDocument/2006/relationships/customXml" Target="../ink/ink618.xml"/><Relationship Id="rId67" Type="http://schemas.openxmlformats.org/officeDocument/2006/relationships/image" Target="../media/image621.png"/><Relationship Id="rId116" Type="http://schemas.openxmlformats.org/officeDocument/2006/relationships/customXml" Target="../ink/ink653.xml"/><Relationship Id="rId137" Type="http://schemas.openxmlformats.org/officeDocument/2006/relationships/image" Target="../media/image656.png"/><Relationship Id="rId158" Type="http://schemas.openxmlformats.org/officeDocument/2006/relationships/customXml" Target="../ink/ink674.xml"/><Relationship Id="rId20" Type="http://schemas.openxmlformats.org/officeDocument/2006/relationships/customXml" Target="../ink/ink605.xml"/><Relationship Id="rId41" Type="http://schemas.openxmlformats.org/officeDocument/2006/relationships/image" Target="../media/image608.png"/><Relationship Id="rId62" Type="http://schemas.openxmlformats.org/officeDocument/2006/relationships/customXml" Target="../ink/ink626.xml"/><Relationship Id="rId83" Type="http://schemas.openxmlformats.org/officeDocument/2006/relationships/image" Target="../media/image629.png"/><Relationship Id="rId88" Type="http://schemas.openxmlformats.org/officeDocument/2006/relationships/customXml" Target="../ink/ink639.xml"/><Relationship Id="rId111" Type="http://schemas.openxmlformats.org/officeDocument/2006/relationships/image" Target="../media/image643.png"/><Relationship Id="rId132" Type="http://schemas.openxmlformats.org/officeDocument/2006/relationships/customXml" Target="../ink/ink661.xml"/><Relationship Id="rId153" Type="http://schemas.openxmlformats.org/officeDocument/2006/relationships/image" Target="../media/image664.png"/><Relationship Id="rId174" Type="http://schemas.openxmlformats.org/officeDocument/2006/relationships/customXml" Target="../ink/ink682.xml"/><Relationship Id="rId179" Type="http://schemas.openxmlformats.org/officeDocument/2006/relationships/image" Target="../media/image676.png"/><Relationship Id="rId190" Type="http://schemas.openxmlformats.org/officeDocument/2006/relationships/customXml" Target="../ink/ink690.xml"/><Relationship Id="rId15" Type="http://schemas.openxmlformats.org/officeDocument/2006/relationships/image" Target="../media/image595.png"/><Relationship Id="rId36" Type="http://schemas.openxmlformats.org/officeDocument/2006/relationships/customXml" Target="../ink/ink613.xml"/><Relationship Id="rId57" Type="http://schemas.openxmlformats.org/officeDocument/2006/relationships/image" Target="../media/image616.png"/><Relationship Id="rId106" Type="http://schemas.openxmlformats.org/officeDocument/2006/relationships/customXml" Target="../ink/ink648.xml"/><Relationship Id="rId127" Type="http://schemas.openxmlformats.org/officeDocument/2006/relationships/image" Target="../media/image651.png"/><Relationship Id="rId10" Type="http://schemas.openxmlformats.org/officeDocument/2006/relationships/customXml" Target="../ink/ink600.xml"/><Relationship Id="rId31" Type="http://schemas.openxmlformats.org/officeDocument/2006/relationships/image" Target="../media/image603.png"/><Relationship Id="rId52" Type="http://schemas.openxmlformats.org/officeDocument/2006/relationships/customXml" Target="../ink/ink621.xml"/><Relationship Id="rId73" Type="http://schemas.openxmlformats.org/officeDocument/2006/relationships/image" Target="../media/image624.png"/><Relationship Id="rId78" Type="http://schemas.openxmlformats.org/officeDocument/2006/relationships/customXml" Target="../ink/ink634.xml"/><Relationship Id="rId94" Type="http://schemas.openxmlformats.org/officeDocument/2006/relationships/customXml" Target="../ink/ink642.xml"/><Relationship Id="rId99" Type="http://schemas.openxmlformats.org/officeDocument/2006/relationships/image" Target="../media/image637.png"/><Relationship Id="rId101" Type="http://schemas.openxmlformats.org/officeDocument/2006/relationships/image" Target="../media/image638.png"/><Relationship Id="rId122" Type="http://schemas.openxmlformats.org/officeDocument/2006/relationships/customXml" Target="../ink/ink656.xml"/><Relationship Id="rId143" Type="http://schemas.openxmlformats.org/officeDocument/2006/relationships/image" Target="../media/image659.png"/><Relationship Id="rId148" Type="http://schemas.openxmlformats.org/officeDocument/2006/relationships/customXml" Target="../ink/ink669.xml"/><Relationship Id="rId164" Type="http://schemas.openxmlformats.org/officeDocument/2006/relationships/customXml" Target="../ink/ink677.xml"/><Relationship Id="rId169" Type="http://schemas.openxmlformats.org/officeDocument/2006/relationships/image" Target="../media/image671.png"/><Relationship Id="rId185" Type="http://schemas.openxmlformats.org/officeDocument/2006/relationships/image" Target="../media/image679.png"/><Relationship Id="rId4" Type="http://schemas.openxmlformats.org/officeDocument/2006/relationships/customXml" Target="../ink/ink597.xml"/><Relationship Id="rId9" Type="http://schemas.openxmlformats.org/officeDocument/2006/relationships/image" Target="../media/image592.png"/><Relationship Id="rId180" Type="http://schemas.openxmlformats.org/officeDocument/2006/relationships/customXml" Target="../ink/ink685.xml"/><Relationship Id="rId26" Type="http://schemas.openxmlformats.org/officeDocument/2006/relationships/customXml" Target="../ink/ink608.xml"/><Relationship Id="rId47" Type="http://schemas.openxmlformats.org/officeDocument/2006/relationships/image" Target="../media/image611.png"/><Relationship Id="rId68" Type="http://schemas.openxmlformats.org/officeDocument/2006/relationships/customXml" Target="../ink/ink629.xml"/><Relationship Id="rId89" Type="http://schemas.openxmlformats.org/officeDocument/2006/relationships/image" Target="../media/image632.png"/><Relationship Id="rId112" Type="http://schemas.openxmlformats.org/officeDocument/2006/relationships/customXml" Target="../ink/ink651.xml"/><Relationship Id="rId133" Type="http://schemas.openxmlformats.org/officeDocument/2006/relationships/image" Target="../media/image654.png"/><Relationship Id="rId154" Type="http://schemas.openxmlformats.org/officeDocument/2006/relationships/customXml" Target="../ink/ink672.xml"/><Relationship Id="rId175" Type="http://schemas.openxmlformats.org/officeDocument/2006/relationships/image" Target="../media/image674.png"/><Relationship Id="rId16" Type="http://schemas.openxmlformats.org/officeDocument/2006/relationships/customXml" Target="../ink/ink603.xml"/><Relationship Id="rId37" Type="http://schemas.openxmlformats.org/officeDocument/2006/relationships/image" Target="../media/image606.png"/><Relationship Id="rId58" Type="http://schemas.openxmlformats.org/officeDocument/2006/relationships/customXml" Target="../ink/ink624.xml"/><Relationship Id="rId79" Type="http://schemas.openxmlformats.org/officeDocument/2006/relationships/image" Target="../media/image627.png"/><Relationship Id="rId102" Type="http://schemas.openxmlformats.org/officeDocument/2006/relationships/customXml" Target="../ink/ink646.xml"/><Relationship Id="rId123" Type="http://schemas.openxmlformats.org/officeDocument/2006/relationships/image" Target="../media/image649.png"/><Relationship Id="rId144" Type="http://schemas.openxmlformats.org/officeDocument/2006/relationships/customXml" Target="../ink/ink667.xml"/><Relationship Id="rId90" Type="http://schemas.openxmlformats.org/officeDocument/2006/relationships/customXml" Target="../ink/ink640.xml"/><Relationship Id="rId165" Type="http://schemas.openxmlformats.org/officeDocument/2006/relationships/image" Target="../media/image670.png"/><Relationship Id="rId186" Type="http://schemas.openxmlformats.org/officeDocument/2006/relationships/customXml" Target="../ink/ink688.xml"/><Relationship Id="rId27" Type="http://schemas.openxmlformats.org/officeDocument/2006/relationships/image" Target="../media/image601.png"/><Relationship Id="rId48" Type="http://schemas.openxmlformats.org/officeDocument/2006/relationships/customXml" Target="../ink/ink619.xml"/><Relationship Id="rId69" Type="http://schemas.openxmlformats.org/officeDocument/2006/relationships/image" Target="../media/image622.png"/><Relationship Id="rId113" Type="http://schemas.openxmlformats.org/officeDocument/2006/relationships/image" Target="../media/image644.png"/><Relationship Id="rId134" Type="http://schemas.openxmlformats.org/officeDocument/2006/relationships/customXml" Target="../ink/ink662.xml"/><Relationship Id="rId80" Type="http://schemas.openxmlformats.org/officeDocument/2006/relationships/customXml" Target="../ink/ink635.xml"/><Relationship Id="rId155" Type="http://schemas.openxmlformats.org/officeDocument/2006/relationships/image" Target="../media/image665.png"/><Relationship Id="rId176" Type="http://schemas.openxmlformats.org/officeDocument/2006/relationships/customXml" Target="../ink/ink683.xml"/><Relationship Id="rId17" Type="http://schemas.openxmlformats.org/officeDocument/2006/relationships/image" Target="../media/image596.png"/><Relationship Id="rId38" Type="http://schemas.openxmlformats.org/officeDocument/2006/relationships/customXml" Target="../ink/ink614.xml"/><Relationship Id="rId59" Type="http://schemas.openxmlformats.org/officeDocument/2006/relationships/image" Target="../media/image617.png"/><Relationship Id="rId103" Type="http://schemas.openxmlformats.org/officeDocument/2006/relationships/image" Target="../media/image639.png"/><Relationship Id="rId124" Type="http://schemas.openxmlformats.org/officeDocument/2006/relationships/customXml" Target="../ink/ink657.xml"/><Relationship Id="rId70" Type="http://schemas.openxmlformats.org/officeDocument/2006/relationships/customXml" Target="../ink/ink630.xml"/><Relationship Id="rId91" Type="http://schemas.openxmlformats.org/officeDocument/2006/relationships/image" Target="../media/image633.png"/><Relationship Id="rId145" Type="http://schemas.openxmlformats.org/officeDocument/2006/relationships/image" Target="../media/image660.png"/><Relationship Id="rId166" Type="http://schemas.openxmlformats.org/officeDocument/2006/relationships/customXml" Target="../ink/ink678.xml"/><Relationship Id="rId187" Type="http://schemas.openxmlformats.org/officeDocument/2006/relationships/image" Target="../media/image680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609.xml"/><Relationship Id="rId49" Type="http://schemas.openxmlformats.org/officeDocument/2006/relationships/image" Target="../media/image612.png"/><Relationship Id="rId114" Type="http://schemas.openxmlformats.org/officeDocument/2006/relationships/customXml" Target="../ink/ink652.xml"/><Relationship Id="rId60" Type="http://schemas.openxmlformats.org/officeDocument/2006/relationships/customXml" Target="../ink/ink625.xml"/><Relationship Id="rId81" Type="http://schemas.openxmlformats.org/officeDocument/2006/relationships/image" Target="../media/image628.png"/><Relationship Id="rId135" Type="http://schemas.openxmlformats.org/officeDocument/2006/relationships/image" Target="../media/image655.png"/><Relationship Id="rId156" Type="http://schemas.openxmlformats.org/officeDocument/2006/relationships/customXml" Target="../ink/ink673.xml"/><Relationship Id="rId177" Type="http://schemas.openxmlformats.org/officeDocument/2006/relationships/image" Target="../media/image675.png"/><Relationship Id="rId18" Type="http://schemas.openxmlformats.org/officeDocument/2006/relationships/customXml" Target="../ink/ink604.xml"/><Relationship Id="rId39" Type="http://schemas.openxmlformats.org/officeDocument/2006/relationships/image" Target="../media/image607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41.png"/><Relationship Id="rId299" Type="http://schemas.openxmlformats.org/officeDocument/2006/relationships/image" Target="../media/image832.png"/><Relationship Id="rId21" Type="http://schemas.openxmlformats.org/officeDocument/2006/relationships/image" Target="../media/image693.png"/><Relationship Id="rId63" Type="http://schemas.openxmlformats.org/officeDocument/2006/relationships/image" Target="../media/image714.png"/><Relationship Id="rId159" Type="http://schemas.openxmlformats.org/officeDocument/2006/relationships/image" Target="../media/image762.png"/><Relationship Id="rId324" Type="http://schemas.openxmlformats.org/officeDocument/2006/relationships/customXml" Target="../ink/ink853.xml"/><Relationship Id="rId366" Type="http://schemas.openxmlformats.org/officeDocument/2006/relationships/customXml" Target="../ink/ink874.xml"/><Relationship Id="rId170" Type="http://schemas.openxmlformats.org/officeDocument/2006/relationships/customXml" Target="../ink/ink776.xml"/><Relationship Id="rId226" Type="http://schemas.openxmlformats.org/officeDocument/2006/relationships/customXml" Target="../ink/ink804.xml"/><Relationship Id="rId268" Type="http://schemas.openxmlformats.org/officeDocument/2006/relationships/customXml" Target="../ink/ink825.xml"/><Relationship Id="rId32" Type="http://schemas.openxmlformats.org/officeDocument/2006/relationships/customXml" Target="../ink/ink707.xml"/><Relationship Id="rId74" Type="http://schemas.openxmlformats.org/officeDocument/2006/relationships/customXml" Target="../ink/ink728.xml"/><Relationship Id="rId128" Type="http://schemas.openxmlformats.org/officeDocument/2006/relationships/customXml" Target="../ink/ink755.xml"/><Relationship Id="rId335" Type="http://schemas.openxmlformats.org/officeDocument/2006/relationships/image" Target="../media/image850.png"/><Relationship Id="rId377" Type="http://schemas.openxmlformats.org/officeDocument/2006/relationships/image" Target="../media/image871.png"/><Relationship Id="rId5" Type="http://schemas.openxmlformats.org/officeDocument/2006/relationships/image" Target="../media/image685.png"/><Relationship Id="rId181" Type="http://schemas.openxmlformats.org/officeDocument/2006/relationships/image" Target="../media/image773.png"/><Relationship Id="rId237" Type="http://schemas.openxmlformats.org/officeDocument/2006/relationships/image" Target="../media/image801.png"/><Relationship Id="rId279" Type="http://schemas.openxmlformats.org/officeDocument/2006/relationships/image" Target="../media/image822.png"/><Relationship Id="rId43" Type="http://schemas.openxmlformats.org/officeDocument/2006/relationships/image" Target="../media/image704.png"/><Relationship Id="rId139" Type="http://schemas.openxmlformats.org/officeDocument/2006/relationships/image" Target="../media/image752.png"/><Relationship Id="rId290" Type="http://schemas.openxmlformats.org/officeDocument/2006/relationships/customXml" Target="../ink/ink836.xml"/><Relationship Id="rId304" Type="http://schemas.openxmlformats.org/officeDocument/2006/relationships/customXml" Target="../ink/ink843.xml"/><Relationship Id="rId346" Type="http://schemas.openxmlformats.org/officeDocument/2006/relationships/customXml" Target="../ink/ink864.xml"/><Relationship Id="rId388" Type="http://schemas.openxmlformats.org/officeDocument/2006/relationships/customXml" Target="../ink/ink885.xml"/><Relationship Id="rId85" Type="http://schemas.openxmlformats.org/officeDocument/2006/relationships/image" Target="../media/image725.png"/><Relationship Id="rId150" Type="http://schemas.openxmlformats.org/officeDocument/2006/relationships/customXml" Target="../ink/ink766.xml"/><Relationship Id="rId192" Type="http://schemas.openxmlformats.org/officeDocument/2006/relationships/customXml" Target="../ink/ink787.xml"/><Relationship Id="rId206" Type="http://schemas.openxmlformats.org/officeDocument/2006/relationships/customXml" Target="../ink/ink794.xml"/><Relationship Id="rId248" Type="http://schemas.openxmlformats.org/officeDocument/2006/relationships/customXml" Target="../ink/ink815.xml"/><Relationship Id="rId12" Type="http://schemas.openxmlformats.org/officeDocument/2006/relationships/customXml" Target="../ink/ink697.xml"/><Relationship Id="rId108" Type="http://schemas.openxmlformats.org/officeDocument/2006/relationships/customXml" Target="../ink/ink745.xml"/><Relationship Id="rId315" Type="http://schemas.openxmlformats.org/officeDocument/2006/relationships/image" Target="../media/image840.png"/><Relationship Id="rId357" Type="http://schemas.openxmlformats.org/officeDocument/2006/relationships/image" Target="../media/image861.png"/><Relationship Id="rId54" Type="http://schemas.openxmlformats.org/officeDocument/2006/relationships/customXml" Target="../ink/ink718.xml"/><Relationship Id="rId96" Type="http://schemas.openxmlformats.org/officeDocument/2006/relationships/customXml" Target="../ink/ink739.xml"/><Relationship Id="rId161" Type="http://schemas.openxmlformats.org/officeDocument/2006/relationships/image" Target="../media/image763.png"/><Relationship Id="rId217" Type="http://schemas.openxmlformats.org/officeDocument/2006/relationships/image" Target="../media/image791.png"/><Relationship Id="rId399" Type="http://schemas.openxmlformats.org/officeDocument/2006/relationships/image" Target="../media/image882.png"/><Relationship Id="rId259" Type="http://schemas.openxmlformats.org/officeDocument/2006/relationships/image" Target="../media/image812.png"/><Relationship Id="rId23" Type="http://schemas.openxmlformats.org/officeDocument/2006/relationships/image" Target="../media/image694.png"/><Relationship Id="rId119" Type="http://schemas.openxmlformats.org/officeDocument/2006/relationships/image" Target="../media/image742.png"/><Relationship Id="rId270" Type="http://schemas.openxmlformats.org/officeDocument/2006/relationships/customXml" Target="../ink/ink826.xml"/><Relationship Id="rId326" Type="http://schemas.openxmlformats.org/officeDocument/2006/relationships/customXml" Target="../ink/ink854.xml"/><Relationship Id="rId65" Type="http://schemas.openxmlformats.org/officeDocument/2006/relationships/image" Target="../media/image715.png"/><Relationship Id="rId130" Type="http://schemas.openxmlformats.org/officeDocument/2006/relationships/customXml" Target="../ink/ink756.xml"/><Relationship Id="rId368" Type="http://schemas.openxmlformats.org/officeDocument/2006/relationships/customXml" Target="../ink/ink875.xml"/><Relationship Id="rId172" Type="http://schemas.openxmlformats.org/officeDocument/2006/relationships/customXml" Target="../ink/ink777.xml"/><Relationship Id="rId228" Type="http://schemas.openxmlformats.org/officeDocument/2006/relationships/customXml" Target="../ink/ink805.xml"/><Relationship Id="rId281" Type="http://schemas.openxmlformats.org/officeDocument/2006/relationships/image" Target="../media/image823.png"/><Relationship Id="rId337" Type="http://schemas.openxmlformats.org/officeDocument/2006/relationships/image" Target="../media/image851.png"/><Relationship Id="rId34" Type="http://schemas.openxmlformats.org/officeDocument/2006/relationships/customXml" Target="../ink/ink708.xml"/><Relationship Id="rId76" Type="http://schemas.openxmlformats.org/officeDocument/2006/relationships/customXml" Target="../ink/ink729.xml"/><Relationship Id="rId141" Type="http://schemas.openxmlformats.org/officeDocument/2006/relationships/image" Target="../media/image753.png"/><Relationship Id="rId379" Type="http://schemas.openxmlformats.org/officeDocument/2006/relationships/image" Target="../media/image872.png"/><Relationship Id="rId7" Type="http://schemas.openxmlformats.org/officeDocument/2006/relationships/image" Target="../media/image686.png"/><Relationship Id="rId183" Type="http://schemas.openxmlformats.org/officeDocument/2006/relationships/image" Target="../media/image774.png"/><Relationship Id="rId239" Type="http://schemas.openxmlformats.org/officeDocument/2006/relationships/image" Target="../media/image802.png"/><Relationship Id="rId390" Type="http://schemas.openxmlformats.org/officeDocument/2006/relationships/customXml" Target="../ink/ink886.xml"/><Relationship Id="rId250" Type="http://schemas.openxmlformats.org/officeDocument/2006/relationships/customXml" Target="../ink/ink816.xml"/><Relationship Id="rId292" Type="http://schemas.openxmlformats.org/officeDocument/2006/relationships/customXml" Target="../ink/ink837.xml"/><Relationship Id="rId306" Type="http://schemas.openxmlformats.org/officeDocument/2006/relationships/customXml" Target="../ink/ink844.xml"/><Relationship Id="rId45" Type="http://schemas.openxmlformats.org/officeDocument/2006/relationships/image" Target="../media/image705.png"/><Relationship Id="rId87" Type="http://schemas.openxmlformats.org/officeDocument/2006/relationships/image" Target="../media/image726.png"/><Relationship Id="rId110" Type="http://schemas.openxmlformats.org/officeDocument/2006/relationships/customXml" Target="../ink/ink746.xml"/><Relationship Id="rId348" Type="http://schemas.openxmlformats.org/officeDocument/2006/relationships/customXml" Target="../ink/ink865.xml"/><Relationship Id="rId152" Type="http://schemas.openxmlformats.org/officeDocument/2006/relationships/customXml" Target="../ink/ink767.xml"/><Relationship Id="rId194" Type="http://schemas.openxmlformats.org/officeDocument/2006/relationships/customXml" Target="../ink/ink788.xml"/><Relationship Id="rId208" Type="http://schemas.openxmlformats.org/officeDocument/2006/relationships/customXml" Target="../ink/ink795.xml"/><Relationship Id="rId261" Type="http://schemas.openxmlformats.org/officeDocument/2006/relationships/image" Target="../media/image813.png"/><Relationship Id="rId14" Type="http://schemas.openxmlformats.org/officeDocument/2006/relationships/customXml" Target="../ink/ink698.xml"/><Relationship Id="rId56" Type="http://schemas.openxmlformats.org/officeDocument/2006/relationships/customXml" Target="../ink/ink719.xml"/><Relationship Id="rId317" Type="http://schemas.openxmlformats.org/officeDocument/2006/relationships/image" Target="../media/image841.png"/><Relationship Id="rId359" Type="http://schemas.openxmlformats.org/officeDocument/2006/relationships/image" Target="../media/image862.png"/><Relationship Id="rId98" Type="http://schemas.openxmlformats.org/officeDocument/2006/relationships/customXml" Target="../ink/ink740.xml"/><Relationship Id="rId121" Type="http://schemas.openxmlformats.org/officeDocument/2006/relationships/image" Target="../media/image743.png"/><Relationship Id="rId163" Type="http://schemas.openxmlformats.org/officeDocument/2006/relationships/image" Target="../media/image764.png"/><Relationship Id="rId219" Type="http://schemas.openxmlformats.org/officeDocument/2006/relationships/image" Target="../media/image792.png"/><Relationship Id="rId370" Type="http://schemas.openxmlformats.org/officeDocument/2006/relationships/customXml" Target="../ink/ink876.xml"/><Relationship Id="rId230" Type="http://schemas.openxmlformats.org/officeDocument/2006/relationships/customXml" Target="../ink/ink806.xml"/><Relationship Id="rId25" Type="http://schemas.openxmlformats.org/officeDocument/2006/relationships/image" Target="../media/image695.png"/><Relationship Id="rId67" Type="http://schemas.openxmlformats.org/officeDocument/2006/relationships/image" Target="../media/image716.png"/><Relationship Id="rId272" Type="http://schemas.openxmlformats.org/officeDocument/2006/relationships/customXml" Target="../ink/ink827.xml"/><Relationship Id="rId328" Type="http://schemas.openxmlformats.org/officeDocument/2006/relationships/customXml" Target="../ink/ink855.xml"/><Relationship Id="rId132" Type="http://schemas.openxmlformats.org/officeDocument/2006/relationships/customXml" Target="../ink/ink757.xml"/><Relationship Id="rId174" Type="http://schemas.openxmlformats.org/officeDocument/2006/relationships/customXml" Target="../ink/ink778.xml"/><Relationship Id="rId381" Type="http://schemas.openxmlformats.org/officeDocument/2006/relationships/image" Target="../media/image873.png"/><Relationship Id="rId241" Type="http://schemas.openxmlformats.org/officeDocument/2006/relationships/image" Target="../media/image803.png"/><Relationship Id="rId36" Type="http://schemas.openxmlformats.org/officeDocument/2006/relationships/customXml" Target="../ink/ink709.xml"/><Relationship Id="rId283" Type="http://schemas.openxmlformats.org/officeDocument/2006/relationships/image" Target="../media/image824.png"/><Relationship Id="rId339" Type="http://schemas.openxmlformats.org/officeDocument/2006/relationships/image" Target="../media/image852.png"/><Relationship Id="rId78" Type="http://schemas.openxmlformats.org/officeDocument/2006/relationships/customXml" Target="../ink/ink730.xml"/><Relationship Id="rId101" Type="http://schemas.openxmlformats.org/officeDocument/2006/relationships/image" Target="../media/image733.png"/><Relationship Id="rId143" Type="http://schemas.openxmlformats.org/officeDocument/2006/relationships/image" Target="../media/image754.png"/><Relationship Id="rId185" Type="http://schemas.openxmlformats.org/officeDocument/2006/relationships/image" Target="../media/image775.png"/><Relationship Id="rId350" Type="http://schemas.openxmlformats.org/officeDocument/2006/relationships/customXml" Target="../ink/ink866.xml"/><Relationship Id="rId9" Type="http://schemas.openxmlformats.org/officeDocument/2006/relationships/image" Target="../media/image687.png"/><Relationship Id="rId210" Type="http://schemas.openxmlformats.org/officeDocument/2006/relationships/customXml" Target="../ink/ink796.xml"/><Relationship Id="rId392" Type="http://schemas.openxmlformats.org/officeDocument/2006/relationships/customXml" Target="../ink/ink887.xml"/><Relationship Id="rId252" Type="http://schemas.openxmlformats.org/officeDocument/2006/relationships/customXml" Target="../ink/ink817.xml"/><Relationship Id="rId294" Type="http://schemas.openxmlformats.org/officeDocument/2006/relationships/customXml" Target="../ink/ink838.xml"/><Relationship Id="rId308" Type="http://schemas.openxmlformats.org/officeDocument/2006/relationships/customXml" Target="../ink/ink845.xml"/><Relationship Id="rId47" Type="http://schemas.openxmlformats.org/officeDocument/2006/relationships/image" Target="../media/image706.png"/><Relationship Id="rId89" Type="http://schemas.openxmlformats.org/officeDocument/2006/relationships/image" Target="../media/image727.png"/><Relationship Id="rId112" Type="http://schemas.openxmlformats.org/officeDocument/2006/relationships/customXml" Target="../ink/ink747.xml"/><Relationship Id="rId154" Type="http://schemas.openxmlformats.org/officeDocument/2006/relationships/customXml" Target="../ink/ink768.xml"/><Relationship Id="rId361" Type="http://schemas.openxmlformats.org/officeDocument/2006/relationships/image" Target="../media/image863.png"/><Relationship Id="rId196" Type="http://schemas.openxmlformats.org/officeDocument/2006/relationships/customXml" Target="../ink/ink789.xml"/><Relationship Id="rId16" Type="http://schemas.openxmlformats.org/officeDocument/2006/relationships/customXml" Target="../ink/ink699.xml"/><Relationship Id="rId221" Type="http://schemas.openxmlformats.org/officeDocument/2006/relationships/image" Target="../media/image793.png"/><Relationship Id="rId263" Type="http://schemas.openxmlformats.org/officeDocument/2006/relationships/image" Target="../media/image814.png"/><Relationship Id="rId319" Type="http://schemas.openxmlformats.org/officeDocument/2006/relationships/image" Target="../media/image842.png"/><Relationship Id="rId37" Type="http://schemas.openxmlformats.org/officeDocument/2006/relationships/image" Target="../media/image701.png"/><Relationship Id="rId58" Type="http://schemas.openxmlformats.org/officeDocument/2006/relationships/customXml" Target="../ink/ink720.xml"/><Relationship Id="rId79" Type="http://schemas.openxmlformats.org/officeDocument/2006/relationships/image" Target="../media/image722.png"/><Relationship Id="rId102" Type="http://schemas.openxmlformats.org/officeDocument/2006/relationships/customXml" Target="../ink/ink742.xml"/><Relationship Id="rId123" Type="http://schemas.openxmlformats.org/officeDocument/2006/relationships/image" Target="../media/image744.png"/><Relationship Id="rId144" Type="http://schemas.openxmlformats.org/officeDocument/2006/relationships/customXml" Target="../ink/ink763.xml"/><Relationship Id="rId330" Type="http://schemas.openxmlformats.org/officeDocument/2006/relationships/customXml" Target="../ink/ink856.xml"/><Relationship Id="rId90" Type="http://schemas.openxmlformats.org/officeDocument/2006/relationships/customXml" Target="../ink/ink736.xml"/><Relationship Id="rId165" Type="http://schemas.openxmlformats.org/officeDocument/2006/relationships/image" Target="../media/image765.png"/><Relationship Id="rId186" Type="http://schemas.openxmlformats.org/officeDocument/2006/relationships/customXml" Target="../ink/ink784.xml"/><Relationship Id="rId351" Type="http://schemas.openxmlformats.org/officeDocument/2006/relationships/image" Target="../media/image858.png"/><Relationship Id="rId372" Type="http://schemas.openxmlformats.org/officeDocument/2006/relationships/customXml" Target="../ink/ink877.xml"/><Relationship Id="rId393" Type="http://schemas.openxmlformats.org/officeDocument/2006/relationships/image" Target="../media/image879.png"/><Relationship Id="rId211" Type="http://schemas.openxmlformats.org/officeDocument/2006/relationships/image" Target="../media/image788.png"/><Relationship Id="rId232" Type="http://schemas.openxmlformats.org/officeDocument/2006/relationships/customXml" Target="../ink/ink807.xml"/><Relationship Id="rId253" Type="http://schemas.openxmlformats.org/officeDocument/2006/relationships/image" Target="../media/image809.png"/><Relationship Id="rId274" Type="http://schemas.openxmlformats.org/officeDocument/2006/relationships/customXml" Target="../ink/ink828.xml"/><Relationship Id="rId295" Type="http://schemas.openxmlformats.org/officeDocument/2006/relationships/image" Target="../media/image830.png"/><Relationship Id="rId309" Type="http://schemas.openxmlformats.org/officeDocument/2006/relationships/image" Target="../media/image837.png"/><Relationship Id="rId27" Type="http://schemas.openxmlformats.org/officeDocument/2006/relationships/image" Target="../media/image696.png"/><Relationship Id="rId48" Type="http://schemas.openxmlformats.org/officeDocument/2006/relationships/customXml" Target="../ink/ink715.xml"/><Relationship Id="rId69" Type="http://schemas.openxmlformats.org/officeDocument/2006/relationships/image" Target="../media/image717.png"/><Relationship Id="rId113" Type="http://schemas.openxmlformats.org/officeDocument/2006/relationships/image" Target="../media/image739.png"/><Relationship Id="rId134" Type="http://schemas.openxmlformats.org/officeDocument/2006/relationships/customXml" Target="../ink/ink758.xml"/><Relationship Id="rId320" Type="http://schemas.openxmlformats.org/officeDocument/2006/relationships/customXml" Target="../ink/ink851.xml"/><Relationship Id="rId80" Type="http://schemas.openxmlformats.org/officeDocument/2006/relationships/customXml" Target="../ink/ink731.xml"/><Relationship Id="rId155" Type="http://schemas.openxmlformats.org/officeDocument/2006/relationships/image" Target="../media/image760.png"/><Relationship Id="rId176" Type="http://schemas.openxmlformats.org/officeDocument/2006/relationships/customXml" Target="../ink/ink779.xml"/><Relationship Id="rId197" Type="http://schemas.openxmlformats.org/officeDocument/2006/relationships/image" Target="../media/image781.png"/><Relationship Id="rId341" Type="http://schemas.openxmlformats.org/officeDocument/2006/relationships/image" Target="../media/image853.png"/><Relationship Id="rId362" Type="http://schemas.openxmlformats.org/officeDocument/2006/relationships/customXml" Target="../ink/ink872.xml"/><Relationship Id="rId383" Type="http://schemas.openxmlformats.org/officeDocument/2006/relationships/image" Target="../media/image874.png"/><Relationship Id="rId201" Type="http://schemas.openxmlformats.org/officeDocument/2006/relationships/image" Target="../media/image783.png"/><Relationship Id="rId222" Type="http://schemas.openxmlformats.org/officeDocument/2006/relationships/customXml" Target="../ink/ink802.xml"/><Relationship Id="rId243" Type="http://schemas.openxmlformats.org/officeDocument/2006/relationships/image" Target="../media/image804.png"/><Relationship Id="rId264" Type="http://schemas.openxmlformats.org/officeDocument/2006/relationships/customXml" Target="../ink/ink823.xml"/><Relationship Id="rId285" Type="http://schemas.openxmlformats.org/officeDocument/2006/relationships/image" Target="../media/image825.png"/><Relationship Id="rId17" Type="http://schemas.openxmlformats.org/officeDocument/2006/relationships/image" Target="../media/image691.png"/><Relationship Id="rId38" Type="http://schemas.openxmlformats.org/officeDocument/2006/relationships/customXml" Target="../ink/ink710.xml"/><Relationship Id="rId59" Type="http://schemas.openxmlformats.org/officeDocument/2006/relationships/image" Target="../media/image712.png"/><Relationship Id="rId103" Type="http://schemas.openxmlformats.org/officeDocument/2006/relationships/image" Target="../media/image734.png"/><Relationship Id="rId124" Type="http://schemas.openxmlformats.org/officeDocument/2006/relationships/customXml" Target="../ink/ink753.xml"/><Relationship Id="rId310" Type="http://schemas.openxmlformats.org/officeDocument/2006/relationships/customXml" Target="../ink/ink846.xml"/><Relationship Id="rId70" Type="http://schemas.openxmlformats.org/officeDocument/2006/relationships/customXml" Target="../ink/ink726.xml"/><Relationship Id="rId91" Type="http://schemas.openxmlformats.org/officeDocument/2006/relationships/image" Target="../media/image728.png"/><Relationship Id="rId145" Type="http://schemas.openxmlformats.org/officeDocument/2006/relationships/image" Target="../media/image755.png"/><Relationship Id="rId166" Type="http://schemas.openxmlformats.org/officeDocument/2006/relationships/customXml" Target="../ink/ink774.xml"/><Relationship Id="rId187" Type="http://schemas.openxmlformats.org/officeDocument/2006/relationships/image" Target="../media/image776.png"/><Relationship Id="rId331" Type="http://schemas.openxmlformats.org/officeDocument/2006/relationships/image" Target="../media/image848.png"/><Relationship Id="rId352" Type="http://schemas.openxmlformats.org/officeDocument/2006/relationships/customXml" Target="../ink/ink867.xml"/><Relationship Id="rId373" Type="http://schemas.openxmlformats.org/officeDocument/2006/relationships/image" Target="../media/image869.png"/><Relationship Id="rId394" Type="http://schemas.openxmlformats.org/officeDocument/2006/relationships/customXml" Target="../ink/ink888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97.xml"/><Relationship Id="rId233" Type="http://schemas.openxmlformats.org/officeDocument/2006/relationships/image" Target="../media/image799.png"/><Relationship Id="rId254" Type="http://schemas.openxmlformats.org/officeDocument/2006/relationships/customXml" Target="../ink/ink818.xml"/><Relationship Id="rId28" Type="http://schemas.openxmlformats.org/officeDocument/2006/relationships/customXml" Target="../ink/ink705.xml"/><Relationship Id="rId49" Type="http://schemas.openxmlformats.org/officeDocument/2006/relationships/image" Target="../media/image707.png"/><Relationship Id="rId114" Type="http://schemas.openxmlformats.org/officeDocument/2006/relationships/customXml" Target="../ink/ink748.xml"/><Relationship Id="rId275" Type="http://schemas.openxmlformats.org/officeDocument/2006/relationships/image" Target="../media/image820.png"/><Relationship Id="rId296" Type="http://schemas.openxmlformats.org/officeDocument/2006/relationships/customXml" Target="../ink/ink839.xml"/><Relationship Id="rId300" Type="http://schemas.openxmlformats.org/officeDocument/2006/relationships/customXml" Target="../ink/ink841.xml"/><Relationship Id="rId60" Type="http://schemas.openxmlformats.org/officeDocument/2006/relationships/customXml" Target="../ink/ink721.xml"/><Relationship Id="rId81" Type="http://schemas.openxmlformats.org/officeDocument/2006/relationships/image" Target="../media/image723.png"/><Relationship Id="rId135" Type="http://schemas.openxmlformats.org/officeDocument/2006/relationships/image" Target="../media/image750.png"/><Relationship Id="rId156" Type="http://schemas.openxmlformats.org/officeDocument/2006/relationships/customXml" Target="../ink/ink769.xml"/><Relationship Id="rId177" Type="http://schemas.openxmlformats.org/officeDocument/2006/relationships/image" Target="../media/image771.png"/><Relationship Id="rId198" Type="http://schemas.openxmlformats.org/officeDocument/2006/relationships/customXml" Target="../ink/ink790.xml"/><Relationship Id="rId321" Type="http://schemas.openxmlformats.org/officeDocument/2006/relationships/image" Target="../media/image843.png"/><Relationship Id="rId342" Type="http://schemas.openxmlformats.org/officeDocument/2006/relationships/customXml" Target="../ink/ink862.xml"/><Relationship Id="rId363" Type="http://schemas.openxmlformats.org/officeDocument/2006/relationships/image" Target="../media/image864.png"/><Relationship Id="rId384" Type="http://schemas.openxmlformats.org/officeDocument/2006/relationships/customXml" Target="../ink/ink883.xml"/><Relationship Id="rId202" Type="http://schemas.openxmlformats.org/officeDocument/2006/relationships/customXml" Target="../ink/ink792.xml"/><Relationship Id="rId223" Type="http://schemas.openxmlformats.org/officeDocument/2006/relationships/image" Target="../media/image794.png"/><Relationship Id="rId244" Type="http://schemas.openxmlformats.org/officeDocument/2006/relationships/customXml" Target="../ink/ink813.xml"/><Relationship Id="rId18" Type="http://schemas.openxmlformats.org/officeDocument/2006/relationships/customXml" Target="../ink/ink700.xml"/><Relationship Id="rId39" Type="http://schemas.openxmlformats.org/officeDocument/2006/relationships/image" Target="../media/image702.png"/><Relationship Id="rId265" Type="http://schemas.openxmlformats.org/officeDocument/2006/relationships/image" Target="../media/image815.png"/><Relationship Id="rId286" Type="http://schemas.openxmlformats.org/officeDocument/2006/relationships/customXml" Target="../ink/ink834.xml"/><Relationship Id="rId50" Type="http://schemas.openxmlformats.org/officeDocument/2006/relationships/customXml" Target="../ink/ink716.xml"/><Relationship Id="rId104" Type="http://schemas.openxmlformats.org/officeDocument/2006/relationships/customXml" Target="../ink/ink743.xml"/><Relationship Id="rId125" Type="http://schemas.openxmlformats.org/officeDocument/2006/relationships/image" Target="../media/image745.png"/><Relationship Id="rId146" Type="http://schemas.openxmlformats.org/officeDocument/2006/relationships/customXml" Target="../ink/ink764.xml"/><Relationship Id="rId167" Type="http://schemas.openxmlformats.org/officeDocument/2006/relationships/image" Target="../media/image766.png"/><Relationship Id="rId188" Type="http://schemas.openxmlformats.org/officeDocument/2006/relationships/customXml" Target="../ink/ink785.xml"/><Relationship Id="rId311" Type="http://schemas.openxmlformats.org/officeDocument/2006/relationships/image" Target="../media/image838.png"/><Relationship Id="rId332" Type="http://schemas.openxmlformats.org/officeDocument/2006/relationships/customXml" Target="../ink/ink857.xml"/><Relationship Id="rId353" Type="http://schemas.openxmlformats.org/officeDocument/2006/relationships/image" Target="../media/image859.png"/><Relationship Id="rId374" Type="http://schemas.openxmlformats.org/officeDocument/2006/relationships/customXml" Target="../ink/ink878.xml"/><Relationship Id="rId395" Type="http://schemas.openxmlformats.org/officeDocument/2006/relationships/image" Target="../media/image880.png"/><Relationship Id="rId71" Type="http://schemas.openxmlformats.org/officeDocument/2006/relationships/image" Target="../media/image718.png"/><Relationship Id="rId92" Type="http://schemas.openxmlformats.org/officeDocument/2006/relationships/customXml" Target="../ink/ink737.xml"/><Relationship Id="rId213" Type="http://schemas.openxmlformats.org/officeDocument/2006/relationships/image" Target="../media/image789.png"/><Relationship Id="rId234" Type="http://schemas.openxmlformats.org/officeDocument/2006/relationships/customXml" Target="../ink/ink808.xml"/><Relationship Id="rId2" Type="http://schemas.openxmlformats.org/officeDocument/2006/relationships/customXml" Target="../ink/ink692.xml"/><Relationship Id="rId29" Type="http://schemas.openxmlformats.org/officeDocument/2006/relationships/image" Target="../media/image697.png"/><Relationship Id="rId255" Type="http://schemas.openxmlformats.org/officeDocument/2006/relationships/image" Target="../media/image810.png"/><Relationship Id="rId276" Type="http://schemas.openxmlformats.org/officeDocument/2006/relationships/customXml" Target="../ink/ink829.xml"/><Relationship Id="rId297" Type="http://schemas.openxmlformats.org/officeDocument/2006/relationships/image" Target="../media/image831.png"/><Relationship Id="rId40" Type="http://schemas.openxmlformats.org/officeDocument/2006/relationships/customXml" Target="../ink/ink711.xml"/><Relationship Id="rId115" Type="http://schemas.openxmlformats.org/officeDocument/2006/relationships/image" Target="../media/image740.png"/><Relationship Id="rId136" Type="http://schemas.openxmlformats.org/officeDocument/2006/relationships/customXml" Target="../ink/ink759.xml"/><Relationship Id="rId157" Type="http://schemas.openxmlformats.org/officeDocument/2006/relationships/image" Target="../media/image761.png"/><Relationship Id="rId178" Type="http://schemas.openxmlformats.org/officeDocument/2006/relationships/customXml" Target="../ink/ink780.xml"/><Relationship Id="rId301" Type="http://schemas.openxmlformats.org/officeDocument/2006/relationships/image" Target="../media/image833.png"/><Relationship Id="rId322" Type="http://schemas.openxmlformats.org/officeDocument/2006/relationships/customXml" Target="../ink/ink852.xml"/><Relationship Id="rId343" Type="http://schemas.openxmlformats.org/officeDocument/2006/relationships/image" Target="../media/image854.png"/><Relationship Id="rId364" Type="http://schemas.openxmlformats.org/officeDocument/2006/relationships/customXml" Target="../ink/ink873.xml"/><Relationship Id="rId61" Type="http://schemas.openxmlformats.org/officeDocument/2006/relationships/image" Target="../media/image713.png"/><Relationship Id="rId82" Type="http://schemas.openxmlformats.org/officeDocument/2006/relationships/customXml" Target="../ink/ink732.xml"/><Relationship Id="rId199" Type="http://schemas.openxmlformats.org/officeDocument/2006/relationships/image" Target="../media/image782.png"/><Relationship Id="rId203" Type="http://schemas.openxmlformats.org/officeDocument/2006/relationships/image" Target="../media/image784.png"/><Relationship Id="rId385" Type="http://schemas.openxmlformats.org/officeDocument/2006/relationships/image" Target="../media/image875.png"/><Relationship Id="rId19" Type="http://schemas.openxmlformats.org/officeDocument/2006/relationships/image" Target="../media/image692.png"/><Relationship Id="rId224" Type="http://schemas.openxmlformats.org/officeDocument/2006/relationships/customXml" Target="../ink/ink803.xml"/><Relationship Id="rId245" Type="http://schemas.openxmlformats.org/officeDocument/2006/relationships/image" Target="../media/image805.png"/><Relationship Id="rId266" Type="http://schemas.openxmlformats.org/officeDocument/2006/relationships/customXml" Target="../ink/ink824.xml"/><Relationship Id="rId287" Type="http://schemas.openxmlformats.org/officeDocument/2006/relationships/image" Target="../media/image826.png"/><Relationship Id="rId30" Type="http://schemas.openxmlformats.org/officeDocument/2006/relationships/customXml" Target="../ink/ink706.xml"/><Relationship Id="rId105" Type="http://schemas.openxmlformats.org/officeDocument/2006/relationships/image" Target="../media/image735.png"/><Relationship Id="rId126" Type="http://schemas.openxmlformats.org/officeDocument/2006/relationships/customXml" Target="../ink/ink754.xml"/><Relationship Id="rId147" Type="http://schemas.openxmlformats.org/officeDocument/2006/relationships/image" Target="../media/image756.png"/><Relationship Id="rId168" Type="http://schemas.openxmlformats.org/officeDocument/2006/relationships/customXml" Target="../ink/ink775.xml"/><Relationship Id="rId312" Type="http://schemas.openxmlformats.org/officeDocument/2006/relationships/customXml" Target="../ink/ink847.xml"/><Relationship Id="rId333" Type="http://schemas.openxmlformats.org/officeDocument/2006/relationships/image" Target="../media/image849.png"/><Relationship Id="rId354" Type="http://schemas.openxmlformats.org/officeDocument/2006/relationships/customXml" Target="../ink/ink868.xml"/><Relationship Id="rId51" Type="http://schemas.openxmlformats.org/officeDocument/2006/relationships/image" Target="../media/image708.png"/><Relationship Id="rId72" Type="http://schemas.openxmlformats.org/officeDocument/2006/relationships/customXml" Target="../ink/ink727.xml"/><Relationship Id="rId93" Type="http://schemas.openxmlformats.org/officeDocument/2006/relationships/image" Target="../media/image729.png"/><Relationship Id="rId189" Type="http://schemas.openxmlformats.org/officeDocument/2006/relationships/image" Target="../media/image777.png"/><Relationship Id="rId375" Type="http://schemas.openxmlformats.org/officeDocument/2006/relationships/image" Target="../media/image870.png"/><Relationship Id="rId396" Type="http://schemas.openxmlformats.org/officeDocument/2006/relationships/customXml" Target="../ink/ink889.xml"/><Relationship Id="rId3" Type="http://schemas.openxmlformats.org/officeDocument/2006/relationships/image" Target="../media/image684.png"/><Relationship Id="rId214" Type="http://schemas.openxmlformats.org/officeDocument/2006/relationships/customXml" Target="../ink/ink798.xml"/><Relationship Id="rId235" Type="http://schemas.openxmlformats.org/officeDocument/2006/relationships/image" Target="../media/image800.png"/><Relationship Id="rId256" Type="http://schemas.openxmlformats.org/officeDocument/2006/relationships/customXml" Target="../ink/ink819.xml"/><Relationship Id="rId277" Type="http://schemas.openxmlformats.org/officeDocument/2006/relationships/image" Target="../media/image821.png"/><Relationship Id="rId298" Type="http://schemas.openxmlformats.org/officeDocument/2006/relationships/customXml" Target="../ink/ink840.xml"/><Relationship Id="rId116" Type="http://schemas.openxmlformats.org/officeDocument/2006/relationships/customXml" Target="../ink/ink749.xml"/><Relationship Id="rId137" Type="http://schemas.openxmlformats.org/officeDocument/2006/relationships/image" Target="../media/image751.png"/><Relationship Id="rId158" Type="http://schemas.openxmlformats.org/officeDocument/2006/relationships/customXml" Target="../ink/ink770.xml"/><Relationship Id="rId302" Type="http://schemas.openxmlformats.org/officeDocument/2006/relationships/customXml" Target="../ink/ink842.xml"/><Relationship Id="rId323" Type="http://schemas.openxmlformats.org/officeDocument/2006/relationships/image" Target="../media/image844.png"/><Relationship Id="rId344" Type="http://schemas.openxmlformats.org/officeDocument/2006/relationships/customXml" Target="../ink/ink863.xml"/><Relationship Id="rId20" Type="http://schemas.openxmlformats.org/officeDocument/2006/relationships/customXml" Target="../ink/ink701.xml"/><Relationship Id="rId41" Type="http://schemas.openxmlformats.org/officeDocument/2006/relationships/image" Target="../media/image703.png"/><Relationship Id="rId62" Type="http://schemas.openxmlformats.org/officeDocument/2006/relationships/customXml" Target="../ink/ink722.xml"/><Relationship Id="rId83" Type="http://schemas.openxmlformats.org/officeDocument/2006/relationships/image" Target="../media/image724.png"/><Relationship Id="rId179" Type="http://schemas.openxmlformats.org/officeDocument/2006/relationships/image" Target="../media/image772.png"/><Relationship Id="rId365" Type="http://schemas.openxmlformats.org/officeDocument/2006/relationships/image" Target="../media/image865.png"/><Relationship Id="rId386" Type="http://schemas.openxmlformats.org/officeDocument/2006/relationships/customXml" Target="../ink/ink884.xml"/><Relationship Id="rId190" Type="http://schemas.openxmlformats.org/officeDocument/2006/relationships/customXml" Target="../ink/ink786.xml"/><Relationship Id="rId204" Type="http://schemas.openxmlformats.org/officeDocument/2006/relationships/customXml" Target="../ink/ink793.xml"/><Relationship Id="rId225" Type="http://schemas.openxmlformats.org/officeDocument/2006/relationships/image" Target="../media/image795.png"/><Relationship Id="rId246" Type="http://schemas.openxmlformats.org/officeDocument/2006/relationships/customXml" Target="../ink/ink814.xml"/><Relationship Id="rId267" Type="http://schemas.openxmlformats.org/officeDocument/2006/relationships/image" Target="../media/image816.png"/><Relationship Id="rId288" Type="http://schemas.openxmlformats.org/officeDocument/2006/relationships/customXml" Target="../ink/ink835.xml"/><Relationship Id="rId106" Type="http://schemas.openxmlformats.org/officeDocument/2006/relationships/customXml" Target="../ink/ink744.xml"/><Relationship Id="rId127" Type="http://schemas.openxmlformats.org/officeDocument/2006/relationships/image" Target="../media/image746.png"/><Relationship Id="rId313" Type="http://schemas.openxmlformats.org/officeDocument/2006/relationships/image" Target="../media/image839.png"/><Relationship Id="rId10" Type="http://schemas.openxmlformats.org/officeDocument/2006/relationships/customXml" Target="../ink/ink696.xml"/><Relationship Id="rId31" Type="http://schemas.openxmlformats.org/officeDocument/2006/relationships/image" Target="../media/image698.png"/><Relationship Id="rId52" Type="http://schemas.openxmlformats.org/officeDocument/2006/relationships/customXml" Target="../ink/ink717.xml"/><Relationship Id="rId73" Type="http://schemas.openxmlformats.org/officeDocument/2006/relationships/image" Target="../media/image719.png"/><Relationship Id="rId94" Type="http://schemas.openxmlformats.org/officeDocument/2006/relationships/customXml" Target="../ink/ink738.xml"/><Relationship Id="rId148" Type="http://schemas.openxmlformats.org/officeDocument/2006/relationships/customXml" Target="../ink/ink765.xml"/><Relationship Id="rId169" Type="http://schemas.openxmlformats.org/officeDocument/2006/relationships/image" Target="../media/image767.png"/><Relationship Id="rId334" Type="http://schemas.openxmlformats.org/officeDocument/2006/relationships/customXml" Target="../ink/ink858.xml"/><Relationship Id="rId355" Type="http://schemas.openxmlformats.org/officeDocument/2006/relationships/image" Target="../media/image860.png"/><Relationship Id="rId376" Type="http://schemas.openxmlformats.org/officeDocument/2006/relationships/customXml" Target="../ink/ink879.xml"/><Relationship Id="rId397" Type="http://schemas.openxmlformats.org/officeDocument/2006/relationships/image" Target="../media/image881.png"/><Relationship Id="rId4" Type="http://schemas.openxmlformats.org/officeDocument/2006/relationships/customXml" Target="../ink/ink693.xml"/><Relationship Id="rId180" Type="http://schemas.openxmlformats.org/officeDocument/2006/relationships/customXml" Target="../ink/ink781.xml"/><Relationship Id="rId215" Type="http://schemas.openxmlformats.org/officeDocument/2006/relationships/image" Target="../media/image790.png"/><Relationship Id="rId236" Type="http://schemas.openxmlformats.org/officeDocument/2006/relationships/customXml" Target="../ink/ink809.xml"/><Relationship Id="rId257" Type="http://schemas.openxmlformats.org/officeDocument/2006/relationships/image" Target="../media/image811.png"/><Relationship Id="rId278" Type="http://schemas.openxmlformats.org/officeDocument/2006/relationships/customXml" Target="../ink/ink830.xml"/><Relationship Id="rId303" Type="http://schemas.openxmlformats.org/officeDocument/2006/relationships/image" Target="../media/image834.png"/><Relationship Id="rId42" Type="http://schemas.openxmlformats.org/officeDocument/2006/relationships/customXml" Target="../ink/ink712.xml"/><Relationship Id="rId84" Type="http://schemas.openxmlformats.org/officeDocument/2006/relationships/customXml" Target="../ink/ink733.xml"/><Relationship Id="rId138" Type="http://schemas.openxmlformats.org/officeDocument/2006/relationships/customXml" Target="../ink/ink760.xml"/><Relationship Id="rId345" Type="http://schemas.openxmlformats.org/officeDocument/2006/relationships/image" Target="../media/image855.png"/><Relationship Id="rId387" Type="http://schemas.openxmlformats.org/officeDocument/2006/relationships/image" Target="../media/image876.png"/><Relationship Id="rId191" Type="http://schemas.openxmlformats.org/officeDocument/2006/relationships/image" Target="../media/image778.png"/><Relationship Id="rId205" Type="http://schemas.openxmlformats.org/officeDocument/2006/relationships/image" Target="../media/image785.png"/><Relationship Id="rId247" Type="http://schemas.openxmlformats.org/officeDocument/2006/relationships/image" Target="../media/image806.png"/><Relationship Id="rId107" Type="http://schemas.openxmlformats.org/officeDocument/2006/relationships/image" Target="../media/image736.png"/><Relationship Id="rId289" Type="http://schemas.openxmlformats.org/officeDocument/2006/relationships/image" Target="../media/image827.png"/><Relationship Id="rId11" Type="http://schemas.openxmlformats.org/officeDocument/2006/relationships/image" Target="../media/image688.png"/><Relationship Id="rId53" Type="http://schemas.openxmlformats.org/officeDocument/2006/relationships/image" Target="../media/image709.png"/><Relationship Id="rId149" Type="http://schemas.openxmlformats.org/officeDocument/2006/relationships/image" Target="../media/image757.png"/><Relationship Id="rId314" Type="http://schemas.openxmlformats.org/officeDocument/2006/relationships/customXml" Target="../ink/ink848.xml"/><Relationship Id="rId356" Type="http://schemas.openxmlformats.org/officeDocument/2006/relationships/customXml" Target="../ink/ink869.xml"/><Relationship Id="rId398" Type="http://schemas.openxmlformats.org/officeDocument/2006/relationships/customXml" Target="../ink/ink890.xml"/><Relationship Id="rId95" Type="http://schemas.openxmlformats.org/officeDocument/2006/relationships/image" Target="../media/image730.png"/><Relationship Id="rId160" Type="http://schemas.openxmlformats.org/officeDocument/2006/relationships/customXml" Target="../ink/ink771.xml"/><Relationship Id="rId216" Type="http://schemas.openxmlformats.org/officeDocument/2006/relationships/customXml" Target="../ink/ink799.xml"/><Relationship Id="rId258" Type="http://schemas.openxmlformats.org/officeDocument/2006/relationships/customXml" Target="../ink/ink820.xml"/><Relationship Id="rId22" Type="http://schemas.openxmlformats.org/officeDocument/2006/relationships/customXml" Target="../ink/ink702.xml"/><Relationship Id="rId64" Type="http://schemas.openxmlformats.org/officeDocument/2006/relationships/customXml" Target="../ink/ink723.xml"/><Relationship Id="rId118" Type="http://schemas.openxmlformats.org/officeDocument/2006/relationships/customXml" Target="../ink/ink750.xml"/><Relationship Id="rId325" Type="http://schemas.openxmlformats.org/officeDocument/2006/relationships/image" Target="../media/image845.png"/><Relationship Id="rId367" Type="http://schemas.openxmlformats.org/officeDocument/2006/relationships/image" Target="../media/image866.png"/><Relationship Id="rId171" Type="http://schemas.openxmlformats.org/officeDocument/2006/relationships/image" Target="../media/image768.png"/><Relationship Id="rId227" Type="http://schemas.openxmlformats.org/officeDocument/2006/relationships/image" Target="../media/image796.png"/><Relationship Id="rId269" Type="http://schemas.openxmlformats.org/officeDocument/2006/relationships/image" Target="../media/image817.png"/><Relationship Id="rId33" Type="http://schemas.openxmlformats.org/officeDocument/2006/relationships/image" Target="../media/image699.png"/><Relationship Id="rId129" Type="http://schemas.openxmlformats.org/officeDocument/2006/relationships/image" Target="../media/image747.png"/><Relationship Id="rId280" Type="http://schemas.openxmlformats.org/officeDocument/2006/relationships/customXml" Target="../ink/ink831.xml"/><Relationship Id="rId336" Type="http://schemas.openxmlformats.org/officeDocument/2006/relationships/customXml" Target="../ink/ink859.xml"/><Relationship Id="rId75" Type="http://schemas.openxmlformats.org/officeDocument/2006/relationships/image" Target="../media/image720.png"/><Relationship Id="rId140" Type="http://schemas.openxmlformats.org/officeDocument/2006/relationships/customXml" Target="../ink/ink761.xml"/><Relationship Id="rId182" Type="http://schemas.openxmlformats.org/officeDocument/2006/relationships/customXml" Target="../ink/ink782.xml"/><Relationship Id="rId378" Type="http://schemas.openxmlformats.org/officeDocument/2006/relationships/customXml" Target="../ink/ink880.xml"/><Relationship Id="rId6" Type="http://schemas.openxmlformats.org/officeDocument/2006/relationships/customXml" Target="../ink/ink694.xml"/><Relationship Id="rId238" Type="http://schemas.openxmlformats.org/officeDocument/2006/relationships/customXml" Target="../ink/ink810.xml"/><Relationship Id="rId291" Type="http://schemas.openxmlformats.org/officeDocument/2006/relationships/image" Target="../media/image828.png"/><Relationship Id="rId305" Type="http://schemas.openxmlformats.org/officeDocument/2006/relationships/image" Target="../media/image835.png"/><Relationship Id="rId347" Type="http://schemas.openxmlformats.org/officeDocument/2006/relationships/image" Target="../media/image856.png"/><Relationship Id="rId44" Type="http://schemas.openxmlformats.org/officeDocument/2006/relationships/customXml" Target="../ink/ink713.xml"/><Relationship Id="rId86" Type="http://schemas.openxmlformats.org/officeDocument/2006/relationships/customXml" Target="../ink/ink734.xml"/><Relationship Id="rId151" Type="http://schemas.openxmlformats.org/officeDocument/2006/relationships/image" Target="../media/image758.png"/><Relationship Id="rId389" Type="http://schemas.openxmlformats.org/officeDocument/2006/relationships/image" Target="../media/image877.png"/><Relationship Id="rId193" Type="http://schemas.openxmlformats.org/officeDocument/2006/relationships/image" Target="../media/image779.png"/><Relationship Id="rId207" Type="http://schemas.openxmlformats.org/officeDocument/2006/relationships/image" Target="../media/image786.png"/><Relationship Id="rId249" Type="http://schemas.openxmlformats.org/officeDocument/2006/relationships/image" Target="../media/image807.png"/><Relationship Id="rId13" Type="http://schemas.openxmlformats.org/officeDocument/2006/relationships/image" Target="../media/image689.png"/><Relationship Id="rId109" Type="http://schemas.openxmlformats.org/officeDocument/2006/relationships/image" Target="../media/image737.png"/><Relationship Id="rId260" Type="http://schemas.openxmlformats.org/officeDocument/2006/relationships/customXml" Target="../ink/ink821.xml"/><Relationship Id="rId316" Type="http://schemas.openxmlformats.org/officeDocument/2006/relationships/customXml" Target="../ink/ink849.xml"/><Relationship Id="rId55" Type="http://schemas.openxmlformats.org/officeDocument/2006/relationships/image" Target="../media/image710.png"/><Relationship Id="rId97" Type="http://schemas.openxmlformats.org/officeDocument/2006/relationships/image" Target="../media/image731.png"/><Relationship Id="rId120" Type="http://schemas.openxmlformats.org/officeDocument/2006/relationships/customXml" Target="../ink/ink751.xml"/><Relationship Id="rId358" Type="http://schemas.openxmlformats.org/officeDocument/2006/relationships/customXml" Target="../ink/ink870.xml"/><Relationship Id="rId162" Type="http://schemas.openxmlformats.org/officeDocument/2006/relationships/customXml" Target="../ink/ink772.xml"/><Relationship Id="rId218" Type="http://schemas.openxmlformats.org/officeDocument/2006/relationships/customXml" Target="../ink/ink800.xml"/><Relationship Id="rId271" Type="http://schemas.openxmlformats.org/officeDocument/2006/relationships/image" Target="../media/image818.png"/><Relationship Id="rId24" Type="http://schemas.openxmlformats.org/officeDocument/2006/relationships/customXml" Target="../ink/ink703.xml"/><Relationship Id="rId66" Type="http://schemas.openxmlformats.org/officeDocument/2006/relationships/customXml" Target="../ink/ink724.xml"/><Relationship Id="rId131" Type="http://schemas.openxmlformats.org/officeDocument/2006/relationships/image" Target="../media/image748.png"/><Relationship Id="rId327" Type="http://schemas.openxmlformats.org/officeDocument/2006/relationships/image" Target="../media/image846.png"/><Relationship Id="rId369" Type="http://schemas.openxmlformats.org/officeDocument/2006/relationships/image" Target="../media/image867.png"/><Relationship Id="rId173" Type="http://schemas.openxmlformats.org/officeDocument/2006/relationships/image" Target="../media/image769.png"/><Relationship Id="rId229" Type="http://schemas.openxmlformats.org/officeDocument/2006/relationships/image" Target="../media/image797.png"/><Relationship Id="rId380" Type="http://schemas.openxmlformats.org/officeDocument/2006/relationships/customXml" Target="../ink/ink881.xml"/><Relationship Id="rId240" Type="http://schemas.openxmlformats.org/officeDocument/2006/relationships/customXml" Target="../ink/ink811.xml"/><Relationship Id="rId35" Type="http://schemas.openxmlformats.org/officeDocument/2006/relationships/image" Target="../media/image700.png"/><Relationship Id="rId77" Type="http://schemas.openxmlformats.org/officeDocument/2006/relationships/image" Target="../media/image721.png"/><Relationship Id="rId100" Type="http://schemas.openxmlformats.org/officeDocument/2006/relationships/customXml" Target="../ink/ink741.xml"/><Relationship Id="rId282" Type="http://schemas.openxmlformats.org/officeDocument/2006/relationships/customXml" Target="../ink/ink832.xml"/><Relationship Id="rId338" Type="http://schemas.openxmlformats.org/officeDocument/2006/relationships/customXml" Target="../ink/ink860.xml"/><Relationship Id="rId8" Type="http://schemas.openxmlformats.org/officeDocument/2006/relationships/customXml" Target="../ink/ink695.xml"/><Relationship Id="rId142" Type="http://schemas.openxmlformats.org/officeDocument/2006/relationships/customXml" Target="../ink/ink762.xml"/><Relationship Id="rId184" Type="http://schemas.openxmlformats.org/officeDocument/2006/relationships/customXml" Target="../ink/ink783.xml"/><Relationship Id="rId391" Type="http://schemas.openxmlformats.org/officeDocument/2006/relationships/image" Target="../media/image878.png"/><Relationship Id="rId251" Type="http://schemas.openxmlformats.org/officeDocument/2006/relationships/image" Target="../media/image808.png"/><Relationship Id="rId46" Type="http://schemas.openxmlformats.org/officeDocument/2006/relationships/customXml" Target="../ink/ink714.xml"/><Relationship Id="rId293" Type="http://schemas.openxmlformats.org/officeDocument/2006/relationships/image" Target="../media/image829.png"/><Relationship Id="rId307" Type="http://schemas.openxmlformats.org/officeDocument/2006/relationships/image" Target="../media/image836.png"/><Relationship Id="rId349" Type="http://schemas.openxmlformats.org/officeDocument/2006/relationships/image" Target="../media/image857.png"/><Relationship Id="rId88" Type="http://schemas.openxmlformats.org/officeDocument/2006/relationships/customXml" Target="../ink/ink735.xml"/><Relationship Id="rId111" Type="http://schemas.openxmlformats.org/officeDocument/2006/relationships/image" Target="../media/image738.png"/><Relationship Id="rId153" Type="http://schemas.openxmlformats.org/officeDocument/2006/relationships/image" Target="../media/image759.png"/><Relationship Id="rId195" Type="http://schemas.openxmlformats.org/officeDocument/2006/relationships/image" Target="../media/image780.png"/><Relationship Id="rId209" Type="http://schemas.openxmlformats.org/officeDocument/2006/relationships/image" Target="../media/image787.png"/><Relationship Id="rId360" Type="http://schemas.openxmlformats.org/officeDocument/2006/relationships/customXml" Target="../ink/ink871.xml"/><Relationship Id="rId220" Type="http://schemas.openxmlformats.org/officeDocument/2006/relationships/customXml" Target="../ink/ink801.xml"/><Relationship Id="rId15" Type="http://schemas.openxmlformats.org/officeDocument/2006/relationships/image" Target="../media/image690.png"/><Relationship Id="rId57" Type="http://schemas.openxmlformats.org/officeDocument/2006/relationships/image" Target="../media/image711.png"/><Relationship Id="rId262" Type="http://schemas.openxmlformats.org/officeDocument/2006/relationships/customXml" Target="../ink/ink822.xml"/><Relationship Id="rId318" Type="http://schemas.openxmlformats.org/officeDocument/2006/relationships/customXml" Target="../ink/ink850.xml"/><Relationship Id="rId99" Type="http://schemas.openxmlformats.org/officeDocument/2006/relationships/image" Target="../media/image732.png"/><Relationship Id="rId122" Type="http://schemas.openxmlformats.org/officeDocument/2006/relationships/customXml" Target="../ink/ink752.xml"/><Relationship Id="rId164" Type="http://schemas.openxmlformats.org/officeDocument/2006/relationships/customXml" Target="../ink/ink773.xml"/><Relationship Id="rId371" Type="http://schemas.openxmlformats.org/officeDocument/2006/relationships/image" Target="../media/image868.png"/><Relationship Id="rId26" Type="http://schemas.openxmlformats.org/officeDocument/2006/relationships/customXml" Target="../ink/ink704.xml"/><Relationship Id="rId231" Type="http://schemas.openxmlformats.org/officeDocument/2006/relationships/image" Target="../media/image798.png"/><Relationship Id="rId273" Type="http://schemas.openxmlformats.org/officeDocument/2006/relationships/image" Target="../media/image819.png"/><Relationship Id="rId329" Type="http://schemas.openxmlformats.org/officeDocument/2006/relationships/image" Target="../media/image847.png"/><Relationship Id="rId68" Type="http://schemas.openxmlformats.org/officeDocument/2006/relationships/customXml" Target="../ink/ink725.xml"/><Relationship Id="rId133" Type="http://schemas.openxmlformats.org/officeDocument/2006/relationships/image" Target="../media/image749.png"/><Relationship Id="rId175" Type="http://schemas.openxmlformats.org/officeDocument/2006/relationships/image" Target="../media/image770.png"/><Relationship Id="rId340" Type="http://schemas.openxmlformats.org/officeDocument/2006/relationships/customXml" Target="../ink/ink861.xml"/><Relationship Id="rId200" Type="http://schemas.openxmlformats.org/officeDocument/2006/relationships/customXml" Target="../ink/ink791.xml"/><Relationship Id="rId382" Type="http://schemas.openxmlformats.org/officeDocument/2006/relationships/customXml" Target="../ink/ink882.xml"/><Relationship Id="rId242" Type="http://schemas.openxmlformats.org/officeDocument/2006/relationships/customXml" Target="../ink/ink812.xml"/><Relationship Id="rId284" Type="http://schemas.openxmlformats.org/officeDocument/2006/relationships/customXml" Target="../ink/ink833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40.png"/><Relationship Id="rId299" Type="http://schemas.openxmlformats.org/officeDocument/2006/relationships/image" Target="../media/image1031.png"/><Relationship Id="rId21" Type="http://schemas.openxmlformats.org/officeDocument/2006/relationships/image" Target="../media/image892.png"/><Relationship Id="rId63" Type="http://schemas.openxmlformats.org/officeDocument/2006/relationships/image" Target="../media/image913.png"/><Relationship Id="rId159" Type="http://schemas.openxmlformats.org/officeDocument/2006/relationships/image" Target="../media/image961.png"/><Relationship Id="rId324" Type="http://schemas.openxmlformats.org/officeDocument/2006/relationships/customXml" Target="../ink/ink1052.xml"/><Relationship Id="rId366" Type="http://schemas.openxmlformats.org/officeDocument/2006/relationships/customXml" Target="../ink/ink1073.xml"/><Relationship Id="rId170" Type="http://schemas.openxmlformats.org/officeDocument/2006/relationships/customXml" Target="../ink/ink975.xml"/><Relationship Id="rId226" Type="http://schemas.openxmlformats.org/officeDocument/2006/relationships/customXml" Target="../ink/ink1003.xml"/><Relationship Id="rId433" Type="http://schemas.openxmlformats.org/officeDocument/2006/relationships/image" Target="../media/image1098.png"/><Relationship Id="rId268" Type="http://schemas.openxmlformats.org/officeDocument/2006/relationships/customXml" Target="../ink/ink1024.xml"/><Relationship Id="rId475" Type="http://schemas.openxmlformats.org/officeDocument/2006/relationships/image" Target="../media/image1119.png"/><Relationship Id="rId32" Type="http://schemas.openxmlformats.org/officeDocument/2006/relationships/customXml" Target="../ink/ink906.xml"/><Relationship Id="rId74" Type="http://schemas.openxmlformats.org/officeDocument/2006/relationships/customXml" Target="../ink/ink927.xml"/><Relationship Id="rId128" Type="http://schemas.openxmlformats.org/officeDocument/2006/relationships/customXml" Target="../ink/ink954.xml"/><Relationship Id="rId335" Type="http://schemas.openxmlformats.org/officeDocument/2006/relationships/image" Target="../media/image1049.png"/><Relationship Id="rId377" Type="http://schemas.openxmlformats.org/officeDocument/2006/relationships/image" Target="../media/image1070.png"/><Relationship Id="rId5" Type="http://schemas.openxmlformats.org/officeDocument/2006/relationships/image" Target="../media/image884.png"/><Relationship Id="rId181" Type="http://schemas.openxmlformats.org/officeDocument/2006/relationships/image" Target="../media/image972.png"/><Relationship Id="rId237" Type="http://schemas.openxmlformats.org/officeDocument/2006/relationships/image" Target="../media/image1000.png"/><Relationship Id="rId402" Type="http://schemas.openxmlformats.org/officeDocument/2006/relationships/customXml" Target="../ink/ink1091.xml"/><Relationship Id="rId279" Type="http://schemas.openxmlformats.org/officeDocument/2006/relationships/image" Target="../media/image1021.png"/><Relationship Id="rId444" Type="http://schemas.openxmlformats.org/officeDocument/2006/relationships/customXml" Target="../ink/ink1112.xml"/><Relationship Id="rId43" Type="http://schemas.openxmlformats.org/officeDocument/2006/relationships/image" Target="../media/image903.png"/><Relationship Id="rId139" Type="http://schemas.openxmlformats.org/officeDocument/2006/relationships/image" Target="../media/image951.png"/><Relationship Id="rId290" Type="http://schemas.openxmlformats.org/officeDocument/2006/relationships/customXml" Target="../ink/ink1035.xml"/><Relationship Id="rId304" Type="http://schemas.openxmlformats.org/officeDocument/2006/relationships/customXml" Target="../ink/ink1042.xml"/><Relationship Id="rId346" Type="http://schemas.openxmlformats.org/officeDocument/2006/relationships/customXml" Target="../ink/ink1063.xml"/><Relationship Id="rId388" Type="http://schemas.openxmlformats.org/officeDocument/2006/relationships/customXml" Target="../ink/ink1084.xml"/><Relationship Id="rId85" Type="http://schemas.openxmlformats.org/officeDocument/2006/relationships/image" Target="../media/image924.png"/><Relationship Id="rId150" Type="http://schemas.openxmlformats.org/officeDocument/2006/relationships/customXml" Target="../ink/ink965.xml"/><Relationship Id="rId192" Type="http://schemas.openxmlformats.org/officeDocument/2006/relationships/customXml" Target="../ink/ink986.xml"/><Relationship Id="rId206" Type="http://schemas.openxmlformats.org/officeDocument/2006/relationships/customXml" Target="../ink/ink993.xml"/><Relationship Id="rId413" Type="http://schemas.openxmlformats.org/officeDocument/2006/relationships/image" Target="../media/image1088.png"/><Relationship Id="rId248" Type="http://schemas.openxmlformats.org/officeDocument/2006/relationships/customXml" Target="../ink/ink1014.xml"/><Relationship Id="rId455" Type="http://schemas.openxmlformats.org/officeDocument/2006/relationships/image" Target="../media/image1109.png"/><Relationship Id="rId12" Type="http://schemas.openxmlformats.org/officeDocument/2006/relationships/customXml" Target="../ink/ink896.xml"/><Relationship Id="rId108" Type="http://schemas.openxmlformats.org/officeDocument/2006/relationships/customXml" Target="../ink/ink944.xml"/><Relationship Id="rId315" Type="http://schemas.openxmlformats.org/officeDocument/2006/relationships/image" Target="../media/image1039.png"/><Relationship Id="rId357" Type="http://schemas.openxmlformats.org/officeDocument/2006/relationships/image" Target="../media/image1060.png"/><Relationship Id="rId54" Type="http://schemas.openxmlformats.org/officeDocument/2006/relationships/customXml" Target="../ink/ink917.xml"/><Relationship Id="rId96" Type="http://schemas.openxmlformats.org/officeDocument/2006/relationships/customXml" Target="../ink/ink938.xml"/><Relationship Id="rId161" Type="http://schemas.openxmlformats.org/officeDocument/2006/relationships/image" Target="../media/image962.png"/><Relationship Id="rId217" Type="http://schemas.openxmlformats.org/officeDocument/2006/relationships/image" Target="../media/image990.png"/><Relationship Id="rId399" Type="http://schemas.openxmlformats.org/officeDocument/2006/relationships/image" Target="../media/image1081.png"/><Relationship Id="rId259" Type="http://schemas.openxmlformats.org/officeDocument/2006/relationships/image" Target="../media/image1011.png"/><Relationship Id="rId424" Type="http://schemas.openxmlformats.org/officeDocument/2006/relationships/customXml" Target="../ink/ink1102.xml"/><Relationship Id="rId466" Type="http://schemas.openxmlformats.org/officeDocument/2006/relationships/customXml" Target="../ink/ink1123.xml"/><Relationship Id="rId23" Type="http://schemas.openxmlformats.org/officeDocument/2006/relationships/image" Target="../media/image893.png"/><Relationship Id="rId119" Type="http://schemas.openxmlformats.org/officeDocument/2006/relationships/image" Target="../media/image941.png"/><Relationship Id="rId270" Type="http://schemas.openxmlformats.org/officeDocument/2006/relationships/customXml" Target="../ink/ink1025.xml"/><Relationship Id="rId326" Type="http://schemas.openxmlformats.org/officeDocument/2006/relationships/customXml" Target="../ink/ink1053.xml"/><Relationship Id="rId65" Type="http://schemas.openxmlformats.org/officeDocument/2006/relationships/image" Target="../media/image914.png"/><Relationship Id="rId130" Type="http://schemas.openxmlformats.org/officeDocument/2006/relationships/customXml" Target="../ink/ink955.xml"/><Relationship Id="rId368" Type="http://schemas.openxmlformats.org/officeDocument/2006/relationships/customXml" Target="../ink/ink1074.xml"/><Relationship Id="rId172" Type="http://schemas.openxmlformats.org/officeDocument/2006/relationships/customXml" Target="../ink/ink976.xml"/><Relationship Id="rId228" Type="http://schemas.openxmlformats.org/officeDocument/2006/relationships/customXml" Target="../ink/ink1004.xml"/><Relationship Id="rId435" Type="http://schemas.openxmlformats.org/officeDocument/2006/relationships/image" Target="../media/image1099.png"/><Relationship Id="rId477" Type="http://schemas.openxmlformats.org/officeDocument/2006/relationships/image" Target="../media/image1120.png"/><Relationship Id="rId281" Type="http://schemas.openxmlformats.org/officeDocument/2006/relationships/image" Target="../media/image1022.png"/><Relationship Id="rId337" Type="http://schemas.openxmlformats.org/officeDocument/2006/relationships/image" Target="../media/image1050.png"/><Relationship Id="rId34" Type="http://schemas.openxmlformats.org/officeDocument/2006/relationships/customXml" Target="../ink/ink907.xml"/><Relationship Id="rId76" Type="http://schemas.openxmlformats.org/officeDocument/2006/relationships/customXml" Target="../ink/ink928.xml"/><Relationship Id="rId141" Type="http://schemas.openxmlformats.org/officeDocument/2006/relationships/image" Target="../media/image952.png"/><Relationship Id="rId379" Type="http://schemas.openxmlformats.org/officeDocument/2006/relationships/image" Target="../media/image1071.png"/><Relationship Id="rId7" Type="http://schemas.openxmlformats.org/officeDocument/2006/relationships/image" Target="../media/image885.png"/><Relationship Id="rId183" Type="http://schemas.openxmlformats.org/officeDocument/2006/relationships/image" Target="../media/image973.png"/><Relationship Id="rId239" Type="http://schemas.openxmlformats.org/officeDocument/2006/relationships/image" Target="../media/image1001.png"/><Relationship Id="rId390" Type="http://schemas.openxmlformats.org/officeDocument/2006/relationships/customXml" Target="../ink/ink1085.xml"/><Relationship Id="rId404" Type="http://schemas.openxmlformats.org/officeDocument/2006/relationships/customXml" Target="../ink/ink1092.xml"/><Relationship Id="rId446" Type="http://schemas.openxmlformats.org/officeDocument/2006/relationships/customXml" Target="../ink/ink1113.xml"/><Relationship Id="rId250" Type="http://schemas.openxmlformats.org/officeDocument/2006/relationships/customXml" Target="../ink/ink1015.xml"/><Relationship Id="rId292" Type="http://schemas.openxmlformats.org/officeDocument/2006/relationships/customXml" Target="../ink/ink1036.xml"/><Relationship Id="rId306" Type="http://schemas.openxmlformats.org/officeDocument/2006/relationships/customXml" Target="../ink/ink1043.xml"/><Relationship Id="rId45" Type="http://schemas.openxmlformats.org/officeDocument/2006/relationships/image" Target="../media/image904.png"/><Relationship Id="rId87" Type="http://schemas.openxmlformats.org/officeDocument/2006/relationships/image" Target="../media/image925.png"/><Relationship Id="rId110" Type="http://schemas.openxmlformats.org/officeDocument/2006/relationships/customXml" Target="../ink/ink945.xml"/><Relationship Id="rId348" Type="http://schemas.openxmlformats.org/officeDocument/2006/relationships/customXml" Target="../ink/ink1064.xml"/><Relationship Id="rId152" Type="http://schemas.openxmlformats.org/officeDocument/2006/relationships/customXml" Target="../ink/ink966.xml"/><Relationship Id="rId194" Type="http://schemas.openxmlformats.org/officeDocument/2006/relationships/customXml" Target="../ink/ink987.xml"/><Relationship Id="rId208" Type="http://schemas.openxmlformats.org/officeDocument/2006/relationships/customXml" Target="../ink/ink994.xml"/><Relationship Id="rId415" Type="http://schemas.openxmlformats.org/officeDocument/2006/relationships/image" Target="../media/image1089.png"/><Relationship Id="rId457" Type="http://schemas.openxmlformats.org/officeDocument/2006/relationships/image" Target="../media/image1110.png"/><Relationship Id="rId261" Type="http://schemas.openxmlformats.org/officeDocument/2006/relationships/image" Target="../media/image1012.png"/><Relationship Id="rId14" Type="http://schemas.openxmlformats.org/officeDocument/2006/relationships/customXml" Target="../ink/ink897.xml"/><Relationship Id="rId56" Type="http://schemas.openxmlformats.org/officeDocument/2006/relationships/customXml" Target="../ink/ink918.xml"/><Relationship Id="rId317" Type="http://schemas.openxmlformats.org/officeDocument/2006/relationships/image" Target="../media/image1040.png"/><Relationship Id="rId359" Type="http://schemas.openxmlformats.org/officeDocument/2006/relationships/image" Target="../media/image1061.png"/><Relationship Id="rId98" Type="http://schemas.openxmlformats.org/officeDocument/2006/relationships/customXml" Target="../ink/ink939.xml"/><Relationship Id="rId121" Type="http://schemas.openxmlformats.org/officeDocument/2006/relationships/image" Target="../media/image942.png"/><Relationship Id="rId163" Type="http://schemas.openxmlformats.org/officeDocument/2006/relationships/image" Target="../media/image963.png"/><Relationship Id="rId219" Type="http://schemas.openxmlformats.org/officeDocument/2006/relationships/image" Target="../media/image991.png"/><Relationship Id="rId370" Type="http://schemas.openxmlformats.org/officeDocument/2006/relationships/customXml" Target="../ink/ink1075.xml"/><Relationship Id="rId426" Type="http://schemas.openxmlformats.org/officeDocument/2006/relationships/customXml" Target="../ink/ink1103.xml"/><Relationship Id="rId230" Type="http://schemas.openxmlformats.org/officeDocument/2006/relationships/customXml" Target="../ink/ink1005.xml"/><Relationship Id="rId468" Type="http://schemas.openxmlformats.org/officeDocument/2006/relationships/customXml" Target="../ink/ink1124.xml"/><Relationship Id="rId25" Type="http://schemas.openxmlformats.org/officeDocument/2006/relationships/image" Target="../media/image894.png"/><Relationship Id="rId67" Type="http://schemas.openxmlformats.org/officeDocument/2006/relationships/image" Target="../media/image915.png"/><Relationship Id="rId272" Type="http://schemas.openxmlformats.org/officeDocument/2006/relationships/customXml" Target="../ink/ink1026.xml"/><Relationship Id="rId328" Type="http://schemas.openxmlformats.org/officeDocument/2006/relationships/customXml" Target="../ink/ink1054.xml"/><Relationship Id="rId132" Type="http://schemas.openxmlformats.org/officeDocument/2006/relationships/customXml" Target="../ink/ink956.xml"/><Relationship Id="rId174" Type="http://schemas.openxmlformats.org/officeDocument/2006/relationships/customXml" Target="../ink/ink977.xml"/><Relationship Id="rId381" Type="http://schemas.openxmlformats.org/officeDocument/2006/relationships/image" Target="../media/image1072.png"/><Relationship Id="rId241" Type="http://schemas.openxmlformats.org/officeDocument/2006/relationships/image" Target="../media/image1002.png"/><Relationship Id="rId437" Type="http://schemas.openxmlformats.org/officeDocument/2006/relationships/image" Target="../media/image1100.png"/><Relationship Id="rId479" Type="http://schemas.openxmlformats.org/officeDocument/2006/relationships/image" Target="../media/image1121.png"/><Relationship Id="rId36" Type="http://schemas.openxmlformats.org/officeDocument/2006/relationships/customXml" Target="../ink/ink908.xml"/><Relationship Id="rId283" Type="http://schemas.openxmlformats.org/officeDocument/2006/relationships/image" Target="../media/image1023.png"/><Relationship Id="rId339" Type="http://schemas.openxmlformats.org/officeDocument/2006/relationships/image" Target="../media/image1051.png"/><Relationship Id="rId78" Type="http://schemas.openxmlformats.org/officeDocument/2006/relationships/customXml" Target="../ink/ink929.xml"/><Relationship Id="rId101" Type="http://schemas.openxmlformats.org/officeDocument/2006/relationships/image" Target="../media/image932.png"/><Relationship Id="rId143" Type="http://schemas.openxmlformats.org/officeDocument/2006/relationships/image" Target="../media/image953.png"/><Relationship Id="rId185" Type="http://schemas.openxmlformats.org/officeDocument/2006/relationships/image" Target="../media/image974.png"/><Relationship Id="rId350" Type="http://schemas.openxmlformats.org/officeDocument/2006/relationships/customXml" Target="../ink/ink1065.xml"/><Relationship Id="rId406" Type="http://schemas.openxmlformats.org/officeDocument/2006/relationships/customXml" Target="../ink/ink1093.xml"/><Relationship Id="rId9" Type="http://schemas.openxmlformats.org/officeDocument/2006/relationships/image" Target="../media/image886.png"/><Relationship Id="rId210" Type="http://schemas.openxmlformats.org/officeDocument/2006/relationships/customXml" Target="../ink/ink995.xml"/><Relationship Id="rId392" Type="http://schemas.openxmlformats.org/officeDocument/2006/relationships/customXml" Target="../ink/ink1086.xml"/><Relationship Id="rId448" Type="http://schemas.openxmlformats.org/officeDocument/2006/relationships/customXml" Target="../ink/ink1114.xml"/><Relationship Id="rId252" Type="http://schemas.openxmlformats.org/officeDocument/2006/relationships/customXml" Target="../ink/ink1016.xml"/><Relationship Id="rId294" Type="http://schemas.openxmlformats.org/officeDocument/2006/relationships/customXml" Target="../ink/ink1037.xml"/><Relationship Id="rId308" Type="http://schemas.openxmlformats.org/officeDocument/2006/relationships/customXml" Target="../ink/ink1044.xml"/><Relationship Id="rId47" Type="http://schemas.openxmlformats.org/officeDocument/2006/relationships/image" Target="../media/image905.png"/><Relationship Id="rId89" Type="http://schemas.openxmlformats.org/officeDocument/2006/relationships/image" Target="../media/image926.png"/><Relationship Id="rId112" Type="http://schemas.openxmlformats.org/officeDocument/2006/relationships/customXml" Target="../ink/ink946.xml"/><Relationship Id="rId154" Type="http://schemas.openxmlformats.org/officeDocument/2006/relationships/customXml" Target="../ink/ink967.xml"/><Relationship Id="rId361" Type="http://schemas.openxmlformats.org/officeDocument/2006/relationships/image" Target="../media/image1062.png"/><Relationship Id="rId196" Type="http://schemas.openxmlformats.org/officeDocument/2006/relationships/customXml" Target="../ink/ink988.xml"/><Relationship Id="rId417" Type="http://schemas.openxmlformats.org/officeDocument/2006/relationships/image" Target="../media/image1090.png"/><Relationship Id="rId459" Type="http://schemas.openxmlformats.org/officeDocument/2006/relationships/image" Target="../media/image1111.png"/><Relationship Id="rId16" Type="http://schemas.openxmlformats.org/officeDocument/2006/relationships/customXml" Target="../ink/ink898.xml"/><Relationship Id="rId221" Type="http://schemas.openxmlformats.org/officeDocument/2006/relationships/image" Target="../media/image992.png"/><Relationship Id="rId263" Type="http://schemas.openxmlformats.org/officeDocument/2006/relationships/image" Target="../media/image1013.png"/><Relationship Id="rId319" Type="http://schemas.openxmlformats.org/officeDocument/2006/relationships/image" Target="../media/image1041.png"/><Relationship Id="rId470" Type="http://schemas.openxmlformats.org/officeDocument/2006/relationships/customXml" Target="../ink/ink1125.xml"/><Relationship Id="rId58" Type="http://schemas.openxmlformats.org/officeDocument/2006/relationships/customXml" Target="../ink/ink919.xml"/><Relationship Id="rId123" Type="http://schemas.openxmlformats.org/officeDocument/2006/relationships/image" Target="../media/image943.png"/><Relationship Id="rId330" Type="http://schemas.openxmlformats.org/officeDocument/2006/relationships/customXml" Target="../ink/ink1055.xml"/><Relationship Id="rId165" Type="http://schemas.openxmlformats.org/officeDocument/2006/relationships/image" Target="../media/image964.png"/><Relationship Id="rId372" Type="http://schemas.openxmlformats.org/officeDocument/2006/relationships/customXml" Target="../ink/ink1076.xml"/><Relationship Id="rId428" Type="http://schemas.openxmlformats.org/officeDocument/2006/relationships/customXml" Target="../ink/ink1104.xml"/><Relationship Id="rId232" Type="http://schemas.openxmlformats.org/officeDocument/2006/relationships/customXml" Target="../ink/ink1006.xml"/><Relationship Id="rId274" Type="http://schemas.openxmlformats.org/officeDocument/2006/relationships/customXml" Target="../ink/ink1027.xml"/><Relationship Id="rId481" Type="http://schemas.openxmlformats.org/officeDocument/2006/relationships/image" Target="../media/image1122.png"/><Relationship Id="rId27" Type="http://schemas.openxmlformats.org/officeDocument/2006/relationships/image" Target="../media/image895.png"/><Relationship Id="rId69" Type="http://schemas.openxmlformats.org/officeDocument/2006/relationships/image" Target="../media/image916.png"/><Relationship Id="rId134" Type="http://schemas.openxmlformats.org/officeDocument/2006/relationships/customXml" Target="../ink/ink957.xml"/><Relationship Id="rId80" Type="http://schemas.openxmlformats.org/officeDocument/2006/relationships/customXml" Target="../ink/ink930.xml"/><Relationship Id="rId176" Type="http://schemas.openxmlformats.org/officeDocument/2006/relationships/customXml" Target="../ink/ink978.xml"/><Relationship Id="rId341" Type="http://schemas.openxmlformats.org/officeDocument/2006/relationships/image" Target="../media/image1052.png"/><Relationship Id="rId383" Type="http://schemas.openxmlformats.org/officeDocument/2006/relationships/image" Target="../media/image1073.png"/><Relationship Id="rId439" Type="http://schemas.openxmlformats.org/officeDocument/2006/relationships/image" Target="../media/image1101.png"/><Relationship Id="rId201" Type="http://schemas.openxmlformats.org/officeDocument/2006/relationships/image" Target="../media/image982.png"/><Relationship Id="rId243" Type="http://schemas.openxmlformats.org/officeDocument/2006/relationships/image" Target="../media/image1003.png"/><Relationship Id="rId285" Type="http://schemas.openxmlformats.org/officeDocument/2006/relationships/image" Target="../media/image1024.png"/><Relationship Id="rId450" Type="http://schemas.openxmlformats.org/officeDocument/2006/relationships/customXml" Target="../ink/ink1115.xml"/><Relationship Id="rId38" Type="http://schemas.openxmlformats.org/officeDocument/2006/relationships/customXml" Target="../ink/ink909.xml"/><Relationship Id="rId103" Type="http://schemas.openxmlformats.org/officeDocument/2006/relationships/image" Target="../media/image933.png"/><Relationship Id="rId310" Type="http://schemas.openxmlformats.org/officeDocument/2006/relationships/customXml" Target="../ink/ink1045.xml"/><Relationship Id="rId91" Type="http://schemas.openxmlformats.org/officeDocument/2006/relationships/image" Target="../media/image927.png"/><Relationship Id="rId145" Type="http://schemas.openxmlformats.org/officeDocument/2006/relationships/image" Target="../media/image954.png"/><Relationship Id="rId187" Type="http://schemas.openxmlformats.org/officeDocument/2006/relationships/image" Target="../media/image975.png"/><Relationship Id="rId352" Type="http://schemas.openxmlformats.org/officeDocument/2006/relationships/customXml" Target="../ink/ink1066.xml"/><Relationship Id="rId394" Type="http://schemas.openxmlformats.org/officeDocument/2006/relationships/customXml" Target="../ink/ink1087.xml"/><Relationship Id="rId408" Type="http://schemas.openxmlformats.org/officeDocument/2006/relationships/customXml" Target="../ink/ink1094.xml"/><Relationship Id="rId212" Type="http://schemas.openxmlformats.org/officeDocument/2006/relationships/customXml" Target="../ink/ink996.xml"/><Relationship Id="rId254" Type="http://schemas.openxmlformats.org/officeDocument/2006/relationships/customXml" Target="../ink/ink1017.xml"/><Relationship Id="rId49" Type="http://schemas.openxmlformats.org/officeDocument/2006/relationships/image" Target="../media/image906.png"/><Relationship Id="rId114" Type="http://schemas.openxmlformats.org/officeDocument/2006/relationships/customXml" Target="../ink/ink947.xml"/><Relationship Id="rId296" Type="http://schemas.openxmlformats.org/officeDocument/2006/relationships/customXml" Target="../ink/ink1038.xml"/><Relationship Id="rId461" Type="http://schemas.openxmlformats.org/officeDocument/2006/relationships/image" Target="../media/image1112.png"/><Relationship Id="rId60" Type="http://schemas.openxmlformats.org/officeDocument/2006/relationships/customXml" Target="../ink/ink920.xml"/><Relationship Id="rId156" Type="http://schemas.openxmlformats.org/officeDocument/2006/relationships/customXml" Target="../ink/ink968.xml"/><Relationship Id="rId198" Type="http://schemas.openxmlformats.org/officeDocument/2006/relationships/customXml" Target="../ink/ink989.xml"/><Relationship Id="rId321" Type="http://schemas.openxmlformats.org/officeDocument/2006/relationships/image" Target="../media/image1042.png"/><Relationship Id="rId363" Type="http://schemas.openxmlformats.org/officeDocument/2006/relationships/image" Target="../media/image1063.png"/><Relationship Id="rId419" Type="http://schemas.openxmlformats.org/officeDocument/2006/relationships/image" Target="../media/image1091.png"/><Relationship Id="rId223" Type="http://schemas.openxmlformats.org/officeDocument/2006/relationships/image" Target="../media/image993.png"/><Relationship Id="rId430" Type="http://schemas.openxmlformats.org/officeDocument/2006/relationships/customXml" Target="../ink/ink1105.xml"/><Relationship Id="rId18" Type="http://schemas.openxmlformats.org/officeDocument/2006/relationships/customXml" Target="../ink/ink899.xml"/><Relationship Id="rId265" Type="http://schemas.openxmlformats.org/officeDocument/2006/relationships/image" Target="../media/image1014.png"/><Relationship Id="rId472" Type="http://schemas.openxmlformats.org/officeDocument/2006/relationships/customXml" Target="../ink/ink1126.xml"/><Relationship Id="rId125" Type="http://schemas.openxmlformats.org/officeDocument/2006/relationships/image" Target="../media/image944.png"/><Relationship Id="rId167" Type="http://schemas.openxmlformats.org/officeDocument/2006/relationships/image" Target="../media/image965.png"/><Relationship Id="rId332" Type="http://schemas.openxmlformats.org/officeDocument/2006/relationships/customXml" Target="../ink/ink1056.xml"/><Relationship Id="rId374" Type="http://schemas.openxmlformats.org/officeDocument/2006/relationships/customXml" Target="../ink/ink1077.xml"/><Relationship Id="rId71" Type="http://schemas.openxmlformats.org/officeDocument/2006/relationships/image" Target="../media/image917.png"/><Relationship Id="rId234" Type="http://schemas.openxmlformats.org/officeDocument/2006/relationships/customXml" Target="../ink/ink1007.xml"/><Relationship Id="rId2" Type="http://schemas.openxmlformats.org/officeDocument/2006/relationships/customXml" Target="../ink/ink891.xml"/><Relationship Id="rId29" Type="http://schemas.openxmlformats.org/officeDocument/2006/relationships/image" Target="../media/image896.png"/><Relationship Id="rId276" Type="http://schemas.openxmlformats.org/officeDocument/2006/relationships/customXml" Target="../ink/ink1028.xml"/><Relationship Id="rId441" Type="http://schemas.openxmlformats.org/officeDocument/2006/relationships/image" Target="../media/image1102.png"/><Relationship Id="rId40" Type="http://schemas.openxmlformats.org/officeDocument/2006/relationships/customXml" Target="../ink/ink910.xml"/><Relationship Id="rId136" Type="http://schemas.openxmlformats.org/officeDocument/2006/relationships/customXml" Target="../ink/ink958.xml"/><Relationship Id="rId178" Type="http://schemas.openxmlformats.org/officeDocument/2006/relationships/customXml" Target="../ink/ink979.xml"/><Relationship Id="rId301" Type="http://schemas.openxmlformats.org/officeDocument/2006/relationships/image" Target="../media/image1032.png"/><Relationship Id="rId343" Type="http://schemas.openxmlformats.org/officeDocument/2006/relationships/image" Target="../media/image1053.png"/><Relationship Id="rId82" Type="http://schemas.openxmlformats.org/officeDocument/2006/relationships/customXml" Target="../ink/ink931.xml"/><Relationship Id="rId203" Type="http://schemas.openxmlformats.org/officeDocument/2006/relationships/image" Target="../media/image983.png"/><Relationship Id="rId385" Type="http://schemas.openxmlformats.org/officeDocument/2006/relationships/image" Target="../media/image1074.png"/><Relationship Id="rId245" Type="http://schemas.openxmlformats.org/officeDocument/2006/relationships/image" Target="../media/image1004.png"/><Relationship Id="rId287" Type="http://schemas.openxmlformats.org/officeDocument/2006/relationships/image" Target="../media/image1025.png"/><Relationship Id="rId410" Type="http://schemas.openxmlformats.org/officeDocument/2006/relationships/customXml" Target="../ink/ink1095.xml"/><Relationship Id="rId452" Type="http://schemas.openxmlformats.org/officeDocument/2006/relationships/customXml" Target="../ink/ink1116.xml"/><Relationship Id="rId105" Type="http://schemas.openxmlformats.org/officeDocument/2006/relationships/image" Target="../media/image934.png"/><Relationship Id="rId147" Type="http://schemas.openxmlformats.org/officeDocument/2006/relationships/image" Target="../media/image955.png"/><Relationship Id="rId312" Type="http://schemas.openxmlformats.org/officeDocument/2006/relationships/customXml" Target="../ink/ink1046.xml"/><Relationship Id="rId354" Type="http://schemas.openxmlformats.org/officeDocument/2006/relationships/customXml" Target="../ink/ink1067.xml"/><Relationship Id="rId51" Type="http://schemas.openxmlformats.org/officeDocument/2006/relationships/image" Target="../media/image907.png"/><Relationship Id="rId93" Type="http://schemas.openxmlformats.org/officeDocument/2006/relationships/image" Target="../media/image928.png"/><Relationship Id="rId189" Type="http://schemas.openxmlformats.org/officeDocument/2006/relationships/image" Target="../media/image976.png"/><Relationship Id="rId396" Type="http://schemas.openxmlformats.org/officeDocument/2006/relationships/customXml" Target="../ink/ink1088.xml"/><Relationship Id="rId3" Type="http://schemas.openxmlformats.org/officeDocument/2006/relationships/image" Target="../media/image883.png"/><Relationship Id="rId214" Type="http://schemas.openxmlformats.org/officeDocument/2006/relationships/customXml" Target="../ink/ink997.xml"/><Relationship Id="rId235" Type="http://schemas.openxmlformats.org/officeDocument/2006/relationships/image" Target="../media/image999.png"/><Relationship Id="rId256" Type="http://schemas.openxmlformats.org/officeDocument/2006/relationships/customXml" Target="../ink/ink1018.xml"/><Relationship Id="rId277" Type="http://schemas.openxmlformats.org/officeDocument/2006/relationships/image" Target="../media/image1020.png"/><Relationship Id="rId298" Type="http://schemas.openxmlformats.org/officeDocument/2006/relationships/customXml" Target="../ink/ink1039.xml"/><Relationship Id="rId400" Type="http://schemas.openxmlformats.org/officeDocument/2006/relationships/customXml" Target="../ink/ink1090.xml"/><Relationship Id="rId421" Type="http://schemas.openxmlformats.org/officeDocument/2006/relationships/image" Target="../media/image1092.png"/><Relationship Id="rId442" Type="http://schemas.openxmlformats.org/officeDocument/2006/relationships/customXml" Target="../ink/ink1111.xml"/><Relationship Id="rId463" Type="http://schemas.openxmlformats.org/officeDocument/2006/relationships/image" Target="../media/image1113.png"/><Relationship Id="rId116" Type="http://schemas.openxmlformats.org/officeDocument/2006/relationships/customXml" Target="../ink/ink948.xml"/><Relationship Id="rId137" Type="http://schemas.openxmlformats.org/officeDocument/2006/relationships/image" Target="../media/image950.png"/><Relationship Id="rId158" Type="http://schemas.openxmlformats.org/officeDocument/2006/relationships/customXml" Target="../ink/ink969.xml"/><Relationship Id="rId302" Type="http://schemas.openxmlformats.org/officeDocument/2006/relationships/customXml" Target="../ink/ink1041.xml"/><Relationship Id="rId323" Type="http://schemas.openxmlformats.org/officeDocument/2006/relationships/image" Target="../media/image1043.png"/><Relationship Id="rId344" Type="http://schemas.openxmlformats.org/officeDocument/2006/relationships/customXml" Target="../ink/ink1062.xml"/><Relationship Id="rId20" Type="http://schemas.openxmlformats.org/officeDocument/2006/relationships/customXml" Target="../ink/ink900.xml"/><Relationship Id="rId41" Type="http://schemas.openxmlformats.org/officeDocument/2006/relationships/image" Target="../media/image902.png"/><Relationship Id="rId62" Type="http://schemas.openxmlformats.org/officeDocument/2006/relationships/customXml" Target="../ink/ink921.xml"/><Relationship Id="rId83" Type="http://schemas.openxmlformats.org/officeDocument/2006/relationships/image" Target="../media/image923.png"/><Relationship Id="rId179" Type="http://schemas.openxmlformats.org/officeDocument/2006/relationships/image" Target="../media/image971.png"/><Relationship Id="rId365" Type="http://schemas.openxmlformats.org/officeDocument/2006/relationships/image" Target="../media/image1064.png"/><Relationship Id="rId386" Type="http://schemas.openxmlformats.org/officeDocument/2006/relationships/customXml" Target="../ink/ink1083.xml"/><Relationship Id="rId190" Type="http://schemas.openxmlformats.org/officeDocument/2006/relationships/customXml" Target="../ink/ink985.xml"/><Relationship Id="rId204" Type="http://schemas.openxmlformats.org/officeDocument/2006/relationships/customXml" Target="../ink/ink992.xml"/><Relationship Id="rId225" Type="http://schemas.openxmlformats.org/officeDocument/2006/relationships/image" Target="../media/image994.png"/><Relationship Id="rId246" Type="http://schemas.openxmlformats.org/officeDocument/2006/relationships/customXml" Target="../ink/ink1013.xml"/><Relationship Id="rId267" Type="http://schemas.openxmlformats.org/officeDocument/2006/relationships/image" Target="../media/image1015.png"/><Relationship Id="rId288" Type="http://schemas.openxmlformats.org/officeDocument/2006/relationships/customXml" Target="../ink/ink1034.xml"/><Relationship Id="rId411" Type="http://schemas.openxmlformats.org/officeDocument/2006/relationships/image" Target="../media/image1087.png"/><Relationship Id="rId432" Type="http://schemas.openxmlformats.org/officeDocument/2006/relationships/customXml" Target="../ink/ink1106.xml"/><Relationship Id="rId453" Type="http://schemas.openxmlformats.org/officeDocument/2006/relationships/image" Target="../media/image1108.png"/><Relationship Id="rId474" Type="http://schemas.openxmlformats.org/officeDocument/2006/relationships/customXml" Target="../ink/ink1127.xml"/><Relationship Id="rId106" Type="http://schemas.openxmlformats.org/officeDocument/2006/relationships/customXml" Target="../ink/ink943.xml"/><Relationship Id="rId127" Type="http://schemas.openxmlformats.org/officeDocument/2006/relationships/image" Target="../media/image945.png"/><Relationship Id="rId313" Type="http://schemas.openxmlformats.org/officeDocument/2006/relationships/image" Target="../media/image1038.png"/><Relationship Id="rId10" Type="http://schemas.openxmlformats.org/officeDocument/2006/relationships/customXml" Target="../ink/ink895.xml"/><Relationship Id="rId31" Type="http://schemas.openxmlformats.org/officeDocument/2006/relationships/image" Target="../media/image897.png"/><Relationship Id="rId52" Type="http://schemas.openxmlformats.org/officeDocument/2006/relationships/customXml" Target="../ink/ink916.xml"/><Relationship Id="rId73" Type="http://schemas.openxmlformats.org/officeDocument/2006/relationships/image" Target="../media/image918.png"/><Relationship Id="rId94" Type="http://schemas.openxmlformats.org/officeDocument/2006/relationships/customXml" Target="../ink/ink937.xml"/><Relationship Id="rId148" Type="http://schemas.openxmlformats.org/officeDocument/2006/relationships/customXml" Target="../ink/ink964.xml"/><Relationship Id="rId169" Type="http://schemas.openxmlformats.org/officeDocument/2006/relationships/image" Target="../media/image966.png"/><Relationship Id="rId334" Type="http://schemas.openxmlformats.org/officeDocument/2006/relationships/customXml" Target="../ink/ink1057.xml"/><Relationship Id="rId355" Type="http://schemas.openxmlformats.org/officeDocument/2006/relationships/image" Target="../media/image1059.png"/><Relationship Id="rId376" Type="http://schemas.openxmlformats.org/officeDocument/2006/relationships/customXml" Target="../ink/ink1078.xml"/><Relationship Id="rId397" Type="http://schemas.openxmlformats.org/officeDocument/2006/relationships/image" Target="../media/image1080.png"/><Relationship Id="rId4" Type="http://schemas.openxmlformats.org/officeDocument/2006/relationships/customXml" Target="../ink/ink892.xml"/><Relationship Id="rId180" Type="http://schemas.openxmlformats.org/officeDocument/2006/relationships/customXml" Target="../ink/ink980.xml"/><Relationship Id="rId215" Type="http://schemas.openxmlformats.org/officeDocument/2006/relationships/image" Target="../media/image989.png"/><Relationship Id="rId236" Type="http://schemas.openxmlformats.org/officeDocument/2006/relationships/customXml" Target="../ink/ink1008.xml"/><Relationship Id="rId257" Type="http://schemas.openxmlformats.org/officeDocument/2006/relationships/image" Target="../media/image1010.png"/><Relationship Id="rId278" Type="http://schemas.openxmlformats.org/officeDocument/2006/relationships/customXml" Target="../ink/ink1029.xml"/><Relationship Id="rId401" Type="http://schemas.openxmlformats.org/officeDocument/2006/relationships/image" Target="../media/image1082.png"/><Relationship Id="rId422" Type="http://schemas.openxmlformats.org/officeDocument/2006/relationships/customXml" Target="../ink/ink1101.xml"/><Relationship Id="rId443" Type="http://schemas.openxmlformats.org/officeDocument/2006/relationships/image" Target="../media/image1103.png"/><Relationship Id="rId464" Type="http://schemas.openxmlformats.org/officeDocument/2006/relationships/customXml" Target="../ink/ink1122.xml"/><Relationship Id="rId303" Type="http://schemas.openxmlformats.org/officeDocument/2006/relationships/image" Target="../media/image1033.png"/><Relationship Id="rId42" Type="http://schemas.openxmlformats.org/officeDocument/2006/relationships/customXml" Target="../ink/ink911.xml"/><Relationship Id="rId84" Type="http://schemas.openxmlformats.org/officeDocument/2006/relationships/customXml" Target="../ink/ink932.xml"/><Relationship Id="rId138" Type="http://schemas.openxmlformats.org/officeDocument/2006/relationships/customXml" Target="../ink/ink959.xml"/><Relationship Id="rId345" Type="http://schemas.openxmlformats.org/officeDocument/2006/relationships/image" Target="../media/image1054.png"/><Relationship Id="rId387" Type="http://schemas.openxmlformats.org/officeDocument/2006/relationships/image" Target="../media/image1075.png"/><Relationship Id="rId191" Type="http://schemas.openxmlformats.org/officeDocument/2006/relationships/image" Target="../media/image977.png"/><Relationship Id="rId205" Type="http://schemas.openxmlformats.org/officeDocument/2006/relationships/image" Target="../media/image984.png"/><Relationship Id="rId247" Type="http://schemas.openxmlformats.org/officeDocument/2006/relationships/image" Target="../media/image1005.png"/><Relationship Id="rId412" Type="http://schemas.openxmlformats.org/officeDocument/2006/relationships/customXml" Target="../ink/ink1096.xml"/><Relationship Id="rId107" Type="http://schemas.openxmlformats.org/officeDocument/2006/relationships/image" Target="../media/image935.png"/><Relationship Id="rId289" Type="http://schemas.openxmlformats.org/officeDocument/2006/relationships/image" Target="../media/image1026.png"/><Relationship Id="rId454" Type="http://schemas.openxmlformats.org/officeDocument/2006/relationships/customXml" Target="../ink/ink1117.xml"/><Relationship Id="rId11" Type="http://schemas.openxmlformats.org/officeDocument/2006/relationships/image" Target="../media/image887.png"/><Relationship Id="rId53" Type="http://schemas.openxmlformats.org/officeDocument/2006/relationships/image" Target="../media/image908.png"/><Relationship Id="rId149" Type="http://schemas.openxmlformats.org/officeDocument/2006/relationships/image" Target="../media/image956.png"/><Relationship Id="rId314" Type="http://schemas.openxmlformats.org/officeDocument/2006/relationships/customXml" Target="../ink/ink1047.xml"/><Relationship Id="rId356" Type="http://schemas.openxmlformats.org/officeDocument/2006/relationships/customXml" Target="../ink/ink1068.xml"/><Relationship Id="rId398" Type="http://schemas.openxmlformats.org/officeDocument/2006/relationships/customXml" Target="../ink/ink1089.xml"/><Relationship Id="rId95" Type="http://schemas.openxmlformats.org/officeDocument/2006/relationships/image" Target="../media/image929.png"/><Relationship Id="rId160" Type="http://schemas.openxmlformats.org/officeDocument/2006/relationships/customXml" Target="../ink/ink970.xml"/><Relationship Id="rId216" Type="http://schemas.openxmlformats.org/officeDocument/2006/relationships/customXml" Target="../ink/ink998.xml"/><Relationship Id="rId423" Type="http://schemas.openxmlformats.org/officeDocument/2006/relationships/image" Target="../media/image1093.png"/><Relationship Id="rId258" Type="http://schemas.openxmlformats.org/officeDocument/2006/relationships/customXml" Target="../ink/ink1019.xml"/><Relationship Id="rId465" Type="http://schemas.openxmlformats.org/officeDocument/2006/relationships/image" Target="../media/image1114.png"/><Relationship Id="rId22" Type="http://schemas.openxmlformats.org/officeDocument/2006/relationships/customXml" Target="../ink/ink901.xml"/><Relationship Id="rId64" Type="http://schemas.openxmlformats.org/officeDocument/2006/relationships/customXml" Target="../ink/ink922.xml"/><Relationship Id="rId118" Type="http://schemas.openxmlformats.org/officeDocument/2006/relationships/customXml" Target="../ink/ink949.xml"/><Relationship Id="rId325" Type="http://schemas.openxmlformats.org/officeDocument/2006/relationships/image" Target="../media/image1044.png"/><Relationship Id="rId367" Type="http://schemas.openxmlformats.org/officeDocument/2006/relationships/image" Target="../media/image1065.png"/><Relationship Id="rId171" Type="http://schemas.openxmlformats.org/officeDocument/2006/relationships/image" Target="../media/image967.png"/><Relationship Id="rId227" Type="http://schemas.openxmlformats.org/officeDocument/2006/relationships/image" Target="../media/image995.png"/><Relationship Id="rId269" Type="http://schemas.openxmlformats.org/officeDocument/2006/relationships/image" Target="../media/image1016.png"/><Relationship Id="rId434" Type="http://schemas.openxmlformats.org/officeDocument/2006/relationships/customXml" Target="../ink/ink1107.xml"/><Relationship Id="rId476" Type="http://schemas.openxmlformats.org/officeDocument/2006/relationships/customXml" Target="../ink/ink1128.xml"/><Relationship Id="rId33" Type="http://schemas.openxmlformats.org/officeDocument/2006/relationships/image" Target="../media/image898.png"/><Relationship Id="rId129" Type="http://schemas.openxmlformats.org/officeDocument/2006/relationships/image" Target="../media/image946.png"/><Relationship Id="rId280" Type="http://schemas.openxmlformats.org/officeDocument/2006/relationships/customXml" Target="../ink/ink1030.xml"/><Relationship Id="rId336" Type="http://schemas.openxmlformats.org/officeDocument/2006/relationships/customXml" Target="../ink/ink1058.xml"/><Relationship Id="rId75" Type="http://schemas.openxmlformats.org/officeDocument/2006/relationships/image" Target="../media/image919.png"/><Relationship Id="rId140" Type="http://schemas.openxmlformats.org/officeDocument/2006/relationships/customXml" Target="../ink/ink960.xml"/><Relationship Id="rId182" Type="http://schemas.openxmlformats.org/officeDocument/2006/relationships/customXml" Target="../ink/ink981.xml"/><Relationship Id="rId378" Type="http://schemas.openxmlformats.org/officeDocument/2006/relationships/customXml" Target="../ink/ink1079.xml"/><Relationship Id="rId403" Type="http://schemas.openxmlformats.org/officeDocument/2006/relationships/image" Target="../media/image1083.png"/><Relationship Id="rId6" Type="http://schemas.openxmlformats.org/officeDocument/2006/relationships/customXml" Target="../ink/ink893.xml"/><Relationship Id="rId238" Type="http://schemas.openxmlformats.org/officeDocument/2006/relationships/customXml" Target="../ink/ink1009.xml"/><Relationship Id="rId445" Type="http://schemas.openxmlformats.org/officeDocument/2006/relationships/image" Target="../media/image1104.png"/><Relationship Id="rId291" Type="http://schemas.openxmlformats.org/officeDocument/2006/relationships/image" Target="../media/image1027.png"/><Relationship Id="rId305" Type="http://schemas.openxmlformats.org/officeDocument/2006/relationships/image" Target="../media/image1034.png"/><Relationship Id="rId347" Type="http://schemas.openxmlformats.org/officeDocument/2006/relationships/image" Target="../media/image1055.png"/><Relationship Id="rId44" Type="http://schemas.openxmlformats.org/officeDocument/2006/relationships/customXml" Target="../ink/ink912.xml"/><Relationship Id="rId86" Type="http://schemas.openxmlformats.org/officeDocument/2006/relationships/customXml" Target="../ink/ink933.xml"/><Relationship Id="rId151" Type="http://schemas.openxmlformats.org/officeDocument/2006/relationships/image" Target="../media/image957.png"/><Relationship Id="rId389" Type="http://schemas.openxmlformats.org/officeDocument/2006/relationships/image" Target="../media/image1076.png"/><Relationship Id="rId193" Type="http://schemas.openxmlformats.org/officeDocument/2006/relationships/image" Target="../media/image978.png"/><Relationship Id="rId207" Type="http://schemas.openxmlformats.org/officeDocument/2006/relationships/image" Target="../media/image985.png"/><Relationship Id="rId249" Type="http://schemas.openxmlformats.org/officeDocument/2006/relationships/image" Target="../media/image1006.png"/><Relationship Id="rId414" Type="http://schemas.openxmlformats.org/officeDocument/2006/relationships/customXml" Target="../ink/ink1097.xml"/><Relationship Id="rId456" Type="http://schemas.openxmlformats.org/officeDocument/2006/relationships/customXml" Target="../ink/ink1118.xml"/><Relationship Id="rId13" Type="http://schemas.openxmlformats.org/officeDocument/2006/relationships/image" Target="../media/image888.png"/><Relationship Id="rId109" Type="http://schemas.openxmlformats.org/officeDocument/2006/relationships/image" Target="../media/image936.png"/><Relationship Id="rId260" Type="http://schemas.openxmlformats.org/officeDocument/2006/relationships/customXml" Target="../ink/ink1020.xml"/><Relationship Id="rId316" Type="http://schemas.openxmlformats.org/officeDocument/2006/relationships/customXml" Target="../ink/ink1048.xml"/><Relationship Id="rId55" Type="http://schemas.openxmlformats.org/officeDocument/2006/relationships/image" Target="../media/image909.png"/><Relationship Id="rId97" Type="http://schemas.openxmlformats.org/officeDocument/2006/relationships/image" Target="../media/image930.png"/><Relationship Id="rId120" Type="http://schemas.openxmlformats.org/officeDocument/2006/relationships/customXml" Target="../ink/ink950.xml"/><Relationship Id="rId358" Type="http://schemas.openxmlformats.org/officeDocument/2006/relationships/customXml" Target="../ink/ink1069.xml"/><Relationship Id="rId162" Type="http://schemas.openxmlformats.org/officeDocument/2006/relationships/customXml" Target="../ink/ink971.xml"/><Relationship Id="rId218" Type="http://schemas.openxmlformats.org/officeDocument/2006/relationships/customXml" Target="../ink/ink999.xml"/><Relationship Id="rId425" Type="http://schemas.openxmlformats.org/officeDocument/2006/relationships/image" Target="../media/image1094.png"/><Relationship Id="rId467" Type="http://schemas.openxmlformats.org/officeDocument/2006/relationships/image" Target="../media/image1115.png"/><Relationship Id="rId271" Type="http://schemas.openxmlformats.org/officeDocument/2006/relationships/image" Target="../media/image1017.png"/><Relationship Id="rId24" Type="http://schemas.openxmlformats.org/officeDocument/2006/relationships/customXml" Target="../ink/ink902.xml"/><Relationship Id="rId66" Type="http://schemas.openxmlformats.org/officeDocument/2006/relationships/customXml" Target="../ink/ink923.xml"/><Relationship Id="rId131" Type="http://schemas.openxmlformats.org/officeDocument/2006/relationships/image" Target="../media/image947.png"/><Relationship Id="rId327" Type="http://schemas.openxmlformats.org/officeDocument/2006/relationships/image" Target="../media/image1045.png"/><Relationship Id="rId369" Type="http://schemas.openxmlformats.org/officeDocument/2006/relationships/image" Target="../media/image1066.png"/><Relationship Id="rId173" Type="http://schemas.openxmlformats.org/officeDocument/2006/relationships/image" Target="../media/image968.png"/><Relationship Id="rId229" Type="http://schemas.openxmlformats.org/officeDocument/2006/relationships/image" Target="../media/image996.png"/><Relationship Id="rId380" Type="http://schemas.openxmlformats.org/officeDocument/2006/relationships/customXml" Target="../ink/ink1080.xml"/><Relationship Id="rId436" Type="http://schemas.openxmlformats.org/officeDocument/2006/relationships/customXml" Target="../ink/ink1108.xml"/><Relationship Id="rId240" Type="http://schemas.openxmlformats.org/officeDocument/2006/relationships/customXml" Target="../ink/ink1010.xml"/><Relationship Id="rId478" Type="http://schemas.openxmlformats.org/officeDocument/2006/relationships/customXml" Target="../ink/ink1129.xml"/><Relationship Id="rId35" Type="http://schemas.openxmlformats.org/officeDocument/2006/relationships/image" Target="../media/image899.png"/><Relationship Id="rId77" Type="http://schemas.openxmlformats.org/officeDocument/2006/relationships/image" Target="../media/image920.png"/><Relationship Id="rId100" Type="http://schemas.openxmlformats.org/officeDocument/2006/relationships/customXml" Target="../ink/ink940.xml"/><Relationship Id="rId282" Type="http://schemas.openxmlformats.org/officeDocument/2006/relationships/customXml" Target="../ink/ink1031.xml"/><Relationship Id="rId338" Type="http://schemas.openxmlformats.org/officeDocument/2006/relationships/customXml" Target="../ink/ink1059.xml"/><Relationship Id="rId8" Type="http://schemas.openxmlformats.org/officeDocument/2006/relationships/customXml" Target="../ink/ink894.xml"/><Relationship Id="rId142" Type="http://schemas.openxmlformats.org/officeDocument/2006/relationships/customXml" Target="../ink/ink961.xml"/><Relationship Id="rId184" Type="http://schemas.openxmlformats.org/officeDocument/2006/relationships/customXml" Target="../ink/ink982.xml"/><Relationship Id="rId391" Type="http://schemas.openxmlformats.org/officeDocument/2006/relationships/image" Target="../media/image1077.png"/><Relationship Id="rId405" Type="http://schemas.openxmlformats.org/officeDocument/2006/relationships/image" Target="../media/image1084.png"/><Relationship Id="rId447" Type="http://schemas.openxmlformats.org/officeDocument/2006/relationships/image" Target="../media/image1105.png"/><Relationship Id="rId251" Type="http://schemas.openxmlformats.org/officeDocument/2006/relationships/image" Target="../media/image1007.png"/><Relationship Id="rId46" Type="http://schemas.openxmlformats.org/officeDocument/2006/relationships/customXml" Target="../ink/ink913.xml"/><Relationship Id="rId293" Type="http://schemas.openxmlformats.org/officeDocument/2006/relationships/image" Target="../media/image1028.png"/><Relationship Id="rId307" Type="http://schemas.openxmlformats.org/officeDocument/2006/relationships/image" Target="../media/image1035.png"/><Relationship Id="rId349" Type="http://schemas.openxmlformats.org/officeDocument/2006/relationships/image" Target="../media/image1056.png"/><Relationship Id="rId88" Type="http://schemas.openxmlformats.org/officeDocument/2006/relationships/customXml" Target="../ink/ink934.xml"/><Relationship Id="rId111" Type="http://schemas.openxmlformats.org/officeDocument/2006/relationships/image" Target="../media/image937.png"/><Relationship Id="rId153" Type="http://schemas.openxmlformats.org/officeDocument/2006/relationships/image" Target="../media/image958.png"/><Relationship Id="rId195" Type="http://schemas.openxmlformats.org/officeDocument/2006/relationships/image" Target="../media/image979.png"/><Relationship Id="rId209" Type="http://schemas.openxmlformats.org/officeDocument/2006/relationships/image" Target="../media/image986.png"/><Relationship Id="rId360" Type="http://schemas.openxmlformats.org/officeDocument/2006/relationships/customXml" Target="../ink/ink1070.xml"/><Relationship Id="rId416" Type="http://schemas.openxmlformats.org/officeDocument/2006/relationships/customXml" Target="../ink/ink1098.xml"/><Relationship Id="rId220" Type="http://schemas.openxmlformats.org/officeDocument/2006/relationships/customXml" Target="../ink/ink1000.xml"/><Relationship Id="rId458" Type="http://schemas.openxmlformats.org/officeDocument/2006/relationships/customXml" Target="../ink/ink1119.xml"/><Relationship Id="rId15" Type="http://schemas.openxmlformats.org/officeDocument/2006/relationships/image" Target="../media/image889.png"/><Relationship Id="rId57" Type="http://schemas.openxmlformats.org/officeDocument/2006/relationships/image" Target="../media/image910.png"/><Relationship Id="rId262" Type="http://schemas.openxmlformats.org/officeDocument/2006/relationships/customXml" Target="../ink/ink1021.xml"/><Relationship Id="rId318" Type="http://schemas.openxmlformats.org/officeDocument/2006/relationships/customXml" Target="../ink/ink1049.xml"/><Relationship Id="rId99" Type="http://schemas.openxmlformats.org/officeDocument/2006/relationships/image" Target="../media/image931.png"/><Relationship Id="rId122" Type="http://schemas.openxmlformats.org/officeDocument/2006/relationships/customXml" Target="../ink/ink951.xml"/><Relationship Id="rId164" Type="http://schemas.openxmlformats.org/officeDocument/2006/relationships/customXml" Target="../ink/ink972.xml"/><Relationship Id="rId371" Type="http://schemas.openxmlformats.org/officeDocument/2006/relationships/image" Target="../media/image1067.png"/><Relationship Id="rId427" Type="http://schemas.openxmlformats.org/officeDocument/2006/relationships/image" Target="../media/image1095.png"/><Relationship Id="rId469" Type="http://schemas.openxmlformats.org/officeDocument/2006/relationships/image" Target="../media/image1116.png"/><Relationship Id="rId26" Type="http://schemas.openxmlformats.org/officeDocument/2006/relationships/customXml" Target="../ink/ink903.xml"/><Relationship Id="rId231" Type="http://schemas.openxmlformats.org/officeDocument/2006/relationships/image" Target="../media/image997.png"/><Relationship Id="rId273" Type="http://schemas.openxmlformats.org/officeDocument/2006/relationships/image" Target="../media/image1018.png"/><Relationship Id="rId329" Type="http://schemas.openxmlformats.org/officeDocument/2006/relationships/image" Target="../media/image1046.png"/><Relationship Id="rId480" Type="http://schemas.openxmlformats.org/officeDocument/2006/relationships/customXml" Target="../ink/ink1130.xml"/><Relationship Id="rId68" Type="http://schemas.openxmlformats.org/officeDocument/2006/relationships/customXml" Target="../ink/ink924.xml"/><Relationship Id="rId133" Type="http://schemas.openxmlformats.org/officeDocument/2006/relationships/image" Target="../media/image948.png"/><Relationship Id="rId175" Type="http://schemas.openxmlformats.org/officeDocument/2006/relationships/image" Target="../media/image969.png"/><Relationship Id="rId340" Type="http://schemas.openxmlformats.org/officeDocument/2006/relationships/customXml" Target="../ink/ink1060.xml"/><Relationship Id="rId200" Type="http://schemas.openxmlformats.org/officeDocument/2006/relationships/customXml" Target="../ink/ink990.xml"/><Relationship Id="rId382" Type="http://schemas.openxmlformats.org/officeDocument/2006/relationships/customXml" Target="../ink/ink1081.xml"/><Relationship Id="rId438" Type="http://schemas.openxmlformats.org/officeDocument/2006/relationships/customXml" Target="../ink/ink1109.xml"/><Relationship Id="rId242" Type="http://schemas.openxmlformats.org/officeDocument/2006/relationships/customXml" Target="../ink/ink1011.xml"/><Relationship Id="rId284" Type="http://schemas.openxmlformats.org/officeDocument/2006/relationships/customXml" Target="../ink/ink1032.xml"/><Relationship Id="rId37" Type="http://schemas.openxmlformats.org/officeDocument/2006/relationships/image" Target="../media/image900.png"/><Relationship Id="rId79" Type="http://schemas.openxmlformats.org/officeDocument/2006/relationships/image" Target="../media/image921.png"/><Relationship Id="rId102" Type="http://schemas.openxmlformats.org/officeDocument/2006/relationships/customXml" Target="../ink/ink941.xml"/><Relationship Id="rId144" Type="http://schemas.openxmlformats.org/officeDocument/2006/relationships/customXml" Target="../ink/ink962.xml"/><Relationship Id="rId90" Type="http://schemas.openxmlformats.org/officeDocument/2006/relationships/customXml" Target="../ink/ink935.xml"/><Relationship Id="rId186" Type="http://schemas.openxmlformats.org/officeDocument/2006/relationships/customXml" Target="../ink/ink983.xml"/><Relationship Id="rId351" Type="http://schemas.openxmlformats.org/officeDocument/2006/relationships/image" Target="../media/image1057.png"/><Relationship Id="rId393" Type="http://schemas.openxmlformats.org/officeDocument/2006/relationships/image" Target="../media/image1078.png"/><Relationship Id="rId407" Type="http://schemas.openxmlformats.org/officeDocument/2006/relationships/image" Target="../media/image1085.png"/><Relationship Id="rId449" Type="http://schemas.openxmlformats.org/officeDocument/2006/relationships/image" Target="../media/image1106.png"/><Relationship Id="rId211" Type="http://schemas.openxmlformats.org/officeDocument/2006/relationships/image" Target="../media/image987.png"/><Relationship Id="rId253" Type="http://schemas.openxmlformats.org/officeDocument/2006/relationships/image" Target="../media/image1008.png"/><Relationship Id="rId295" Type="http://schemas.openxmlformats.org/officeDocument/2006/relationships/image" Target="../media/image1029.png"/><Relationship Id="rId309" Type="http://schemas.openxmlformats.org/officeDocument/2006/relationships/image" Target="../media/image1036.png"/><Relationship Id="rId460" Type="http://schemas.openxmlformats.org/officeDocument/2006/relationships/customXml" Target="../ink/ink1120.xml"/><Relationship Id="rId48" Type="http://schemas.openxmlformats.org/officeDocument/2006/relationships/customXml" Target="../ink/ink914.xml"/><Relationship Id="rId113" Type="http://schemas.openxmlformats.org/officeDocument/2006/relationships/image" Target="../media/image938.png"/><Relationship Id="rId320" Type="http://schemas.openxmlformats.org/officeDocument/2006/relationships/customXml" Target="../ink/ink1050.xml"/><Relationship Id="rId155" Type="http://schemas.openxmlformats.org/officeDocument/2006/relationships/image" Target="../media/image959.png"/><Relationship Id="rId197" Type="http://schemas.openxmlformats.org/officeDocument/2006/relationships/image" Target="../media/image980.png"/><Relationship Id="rId362" Type="http://schemas.openxmlformats.org/officeDocument/2006/relationships/customXml" Target="../ink/ink1071.xml"/><Relationship Id="rId418" Type="http://schemas.openxmlformats.org/officeDocument/2006/relationships/customXml" Target="../ink/ink1099.xml"/><Relationship Id="rId222" Type="http://schemas.openxmlformats.org/officeDocument/2006/relationships/customXml" Target="../ink/ink1001.xml"/><Relationship Id="rId264" Type="http://schemas.openxmlformats.org/officeDocument/2006/relationships/customXml" Target="../ink/ink1022.xml"/><Relationship Id="rId471" Type="http://schemas.openxmlformats.org/officeDocument/2006/relationships/image" Target="../media/image1117.png"/><Relationship Id="rId17" Type="http://schemas.openxmlformats.org/officeDocument/2006/relationships/image" Target="../media/image890.png"/><Relationship Id="rId59" Type="http://schemas.openxmlformats.org/officeDocument/2006/relationships/image" Target="../media/image911.png"/><Relationship Id="rId124" Type="http://schemas.openxmlformats.org/officeDocument/2006/relationships/customXml" Target="../ink/ink952.xml"/><Relationship Id="rId70" Type="http://schemas.openxmlformats.org/officeDocument/2006/relationships/customXml" Target="../ink/ink925.xml"/><Relationship Id="rId166" Type="http://schemas.openxmlformats.org/officeDocument/2006/relationships/customXml" Target="../ink/ink973.xml"/><Relationship Id="rId331" Type="http://schemas.openxmlformats.org/officeDocument/2006/relationships/image" Target="../media/image1047.png"/><Relationship Id="rId373" Type="http://schemas.openxmlformats.org/officeDocument/2006/relationships/image" Target="../media/image1068.png"/><Relationship Id="rId429" Type="http://schemas.openxmlformats.org/officeDocument/2006/relationships/image" Target="../media/image1096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998.png"/><Relationship Id="rId440" Type="http://schemas.openxmlformats.org/officeDocument/2006/relationships/customXml" Target="../ink/ink1110.xml"/><Relationship Id="rId28" Type="http://schemas.openxmlformats.org/officeDocument/2006/relationships/customXml" Target="../ink/ink904.xml"/><Relationship Id="rId275" Type="http://schemas.openxmlformats.org/officeDocument/2006/relationships/image" Target="../media/image1019.png"/><Relationship Id="rId300" Type="http://schemas.openxmlformats.org/officeDocument/2006/relationships/customXml" Target="../ink/ink1040.xml"/><Relationship Id="rId81" Type="http://schemas.openxmlformats.org/officeDocument/2006/relationships/image" Target="../media/image922.png"/><Relationship Id="rId135" Type="http://schemas.openxmlformats.org/officeDocument/2006/relationships/image" Target="../media/image949.png"/><Relationship Id="rId177" Type="http://schemas.openxmlformats.org/officeDocument/2006/relationships/image" Target="../media/image970.png"/><Relationship Id="rId342" Type="http://schemas.openxmlformats.org/officeDocument/2006/relationships/customXml" Target="../ink/ink1061.xml"/><Relationship Id="rId384" Type="http://schemas.openxmlformats.org/officeDocument/2006/relationships/customXml" Target="../ink/ink1082.xml"/><Relationship Id="rId202" Type="http://schemas.openxmlformats.org/officeDocument/2006/relationships/customXml" Target="../ink/ink991.xml"/><Relationship Id="rId244" Type="http://schemas.openxmlformats.org/officeDocument/2006/relationships/customXml" Target="../ink/ink1012.xml"/><Relationship Id="rId39" Type="http://schemas.openxmlformats.org/officeDocument/2006/relationships/image" Target="../media/image901.png"/><Relationship Id="rId286" Type="http://schemas.openxmlformats.org/officeDocument/2006/relationships/customXml" Target="../ink/ink1033.xml"/><Relationship Id="rId451" Type="http://schemas.openxmlformats.org/officeDocument/2006/relationships/image" Target="../media/image1107.png"/><Relationship Id="rId50" Type="http://schemas.openxmlformats.org/officeDocument/2006/relationships/customXml" Target="../ink/ink915.xml"/><Relationship Id="rId104" Type="http://schemas.openxmlformats.org/officeDocument/2006/relationships/customXml" Target="../ink/ink942.xml"/><Relationship Id="rId146" Type="http://schemas.openxmlformats.org/officeDocument/2006/relationships/customXml" Target="../ink/ink963.xml"/><Relationship Id="rId188" Type="http://schemas.openxmlformats.org/officeDocument/2006/relationships/customXml" Target="../ink/ink984.xml"/><Relationship Id="rId311" Type="http://schemas.openxmlformats.org/officeDocument/2006/relationships/image" Target="../media/image1037.png"/><Relationship Id="rId353" Type="http://schemas.openxmlformats.org/officeDocument/2006/relationships/image" Target="../media/image1058.png"/><Relationship Id="rId395" Type="http://schemas.openxmlformats.org/officeDocument/2006/relationships/image" Target="../media/image1079.png"/><Relationship Id="rId409" Type="http://schemas.openxmlformats.org/officeDocument/2006/relationships/image" Target="../media/image1086.png"/><Relationship Id="rId92" Type="http://schemas.openxmlformats.org/officeDocument/2006/relationships/customXml" Target="../ink/ink936.xml"/><Relationship Id="rId213" Type="http://schemas.openxmlformats.org/officeDocument/2006/relationships/image" Target="../media/image988.png"/><Relationship Id="rId420" Type="http://schemas.openxmlformats.org/officeDocument/2006/relationships/customXml" Target="../ink/ink1100.xml"/><Relationship Id="rId255" Type="http://schemas.openxmlformats.org/officeDocument/2006/relationships/image" Target="../media/image1009.png"/><Relationship Id="rId297" Type="http://schemas.openxmlformats.org/officeDocument/2006/relationships/image" Target="../media/image1030.png"/><Relationship Id="rId462" Type="http://schemas.openxmlformats.org/officeDocument/2006/relationships/customXml" Target="../ink/ink1121.xml"/><Relationship Id="rId115" Type="http://schemas.openxmlformats.org/officeDocument/2006/relationships/image" Target="../media/image939.png"/><Relationship Id="rId157" Type="http://schemas.openxmlformats.org/officeDocument/2006/relationships/image" Target="../media/image960.png"/><Relationship Id="rId322" Type="http://schemas.openxmlformats.org/officeDocument/2006/relationships/customXml" Target="../ink/ink1051.xml"/><Relationship Id="rId364" Type="http://schemas.openxmlformats.org/officeDocument/2006/relationships/customXml" Target="../ink/ink1072.xml"/><Relationship Id="rId61" Type="http://schemas.openxmlformats.org/officeDocument/2006/relationships/image" Target="../media/image912.png"/><Relationship Id="rId199" Type="http://schemas.openxmlformats.org/officeDocument/2006/relationships/image" Target="../media/image981.png"/><Relationship Id="rId19" Type="http://schemas.openxmlformats.org/officeDocument/2006/relationships/image" Target="../media/image891.png"/><Relationship Id="rId224" Type="http://schemas.openxmlformats.org/officeDocument/2006/relationships/customXml" Target="../ink/ink1002.xml"/><Relationship Id="rId266" Type="http://schemas.openxmlformats.org/officeDocument/2006/relationships/customXml" Target="../ink/ink1023.xml"/><Relationship Id="rId431" Type="http://schemas.openxmlformats.org/officeDocument/2006/relationships/image" Target="../media/image1097.png"/><Relationship Id="rId473" Type="http://schemas.openxmlformats.org/officeDocument/2006/relationships/image" Target="../media/image1118.png"/><Relationship Id="rId30" Type="http://schemas.openxmlformats.org/officeDocument/2006/relationships/customXml" Target="../ink/ink905.xml"/><Relationship Id="rId126" Type="http://schemas.openxmlformats.org/officeDocument/2006/relationships/customXml" Target="../ink/ink953.xml"/><Relationship Id="rId168" Type="http://schemas.openxmlformats.org/officeDocument/2006/relationships/customXml" Target="../ink/ink974.xml"/><Relationship Id="rId333" Type="http://schemas.openxmlformats.org/officeDocument/2006/relationships/image" Target="../media/image1048.png"/><Relationship Id="rId72" Type="http://schemas.openxmlformats.org/officeDocument/2006/relationships/customXml" Target="../ink/ink926.xml"/><Relationship Id="rId375" Type="http://schemas.openxmlformats.org/officeDocument/2006/relationships/image" Target="../media/image1069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90.xml"/><Relationship Id="rId299" Type="http://schemas.openxmlformats.org/officeDocument/2006/relationships/customXml" Target="../ink/ink1283.xml"/><Relationship Id="rId21" Type="http://schemas.openxmlformats.org/officeDocument/2006/relationships/image" Target="../media/image1132.png"/><Relationship Id="rId63" Type="http://schemas.openxmlformats.org/officeDocument/2006/relationships/customXml" Target="../ink/ink1162.xml"/><Relationship Id="rId159" Type="http://schemas.openxmlformats.org/officeDocument/2006/relationships/customXml" Target="../ink/ink1212.xml"/><Relationship Id="rId324" Type="http://schemas.openxmlformats.org/officeDocument/2006/relationships/customXml" Target="../ink/ink1296.xml"/><Relationship Id="rId170" Type="http://schemas.openxmlformats.org/officeDocument/2006/relationships/image" Target="../media/image1200.png"/><Relationship Id="rId226" Type="http://schemas.openxmlformats.org/officeDocument/2006/relationships/image" Target="../media/image1227.png"/><Relationship Id="rId268" Type="http://schemas.openxmlformats.org/officeDocument/2006/relationships/image" Target="../media/image1248.png"/><Relationship Id="rId32" Type="http://schemas.openxmlformats.org/officeDocument/2006/relationships/customXml" Target="../ink/ink1146.xml"/><Relationship Id="rId74" Type="http://schemas.openxmlformats.org/officeDocument/2006/relationships/image" Target="../media/image1156.png"/><Relationship Id="rId128" Type="http://schemas.openxmlformats.org/officeDocument/2006/relationships/image" Target="../media/image1181.png"/><Relationship Id="rId5" Type="http://schemas.openxmlformats.org/officeDocument/2006/relationships/image" Target="../media/image1124.png"/><Relationship Id="rId181" Type="http://schemas.openxmlformats.org/officeDocument/2006/relationships/image" Target="../media/image1205.png"/><Relationship Id="rId237" Type="http://schemas.openxmlformats.org/officeDocument/2006/relationships/customXml" Target="../ink/ink1252.xml"/><Relationship Id="rId279" Type="http://schemas.openxmlformats.org/officeDocument/2006/relationships/customXml" Target="../ink/ink1273.xml"/><Relationship Id="rId43" Type="http://schemas.openxmlformats.org/officeDocument/2006/relationships/customXml" Target="../ink/ink1152.xml"/><Relationship Id="rId139" Type="http://schemas.openxmlformats.org/officeDocument/2006/relationships/customXml" Target="../ink/ink1201.xml"/><Relationship Id="rId290" Type="http://schemas.openxmlformats.org/officeDocument/2006/relationships/image" Target="../media/image1259.png"/><Relationship Id="rId304" Type="http://schemas.openxmlformats.org/officeDocument/2006/relationships/image" Target="../media/image1266.png"/><Relationship Id="rId85" Type="http://schemas.openxmlformats.org/officeDocument/2006/relationships/customXml" Target="../ink/ink1173.xml"/><Relationship Id="rId150" Type="http://schemas.openxmlformats.org/officeDocument/2006/relationships/customXml" Target="../ink/ink1207.xml"/><Relationship Id="rId192" Type="http://schemas.openxmlformats.org/officeDocument/2006/relationships/customXml" Target="../ink/ink1229.xml"/><Relationship Id="rId206" Type="http://schemas.openxmlformats.org/officeDocument/2006/relationships/image" Target="../media/image1217.png"/><Relationship Id="rId248" Type="http://schemas.openxmlformats.org/officeDocument/2006/relationships/image" Target="../media/image1238.png"/><Relationship Id="rId12" Type="http://schemas.openxmlformats.org/officeDocument/2006/relationships/customXml" Target="../ink/ink1136.xml"/><Relationship Id="rId108" Type="http://schemas.openxmlformats.org/officeDocument/2006/relationships/image" Target="../media/image1171.png"/><Relationship Id="rId315" Type="http://schemas.openxmlformats.org/officeDocument/2006/relationships/customXml" Target="../ink/ink1291.xml"/><Relationship Id="rId54" Type="http://schemas.openxmlformats.org/officeDocument/2006/relationships/image" Target="../media/image1146.png"/><Relationship Id="rId96" Type="http://schemas.openxmlformats.org/officeDocument/2006/relationships/customXml" Target="../ink/ink1179.xml"/><Relationship Id="rId161" Type="http://schemas.openxmlformats.org/officeDocument/2006/relationships/customXml" Target="../ink/ink1213.xml"/><Relationship Id="rId217" Type="http://schemas.openxmlformats.org/officeDocument/2006/relationships/customXml" Target="../ink/ink1242.xml"/><Relationship Id="rId259" Type="http://schemas.openxmlformats.org/officeDocument/2006/relationships/customXml" Target="../ink/ink1263.xml"/><Relationship Id="rId23" Type="http://schemas.openxmlformats.org/officeDocument/2006/relationships/image" Target="../media/image1133.png"/><Relationship Id="rId119" Type="http://schemas.openxmlformats.org/officeDocument/2006/relationships/customXml" Target="../ink/ink1191.xml"/><Relationship Id="rId270" Type="http://schemas.openxmlformats.org/officeDocument/2006/relationships/image" Target="../media/image1249.png"/><Relationship Id="rId326" Type="http://schemas.openxmlformats.org/officeDocument/2006/relationships/customXml" Target="../ink/ink1297.xml"/><Relationship Id="rId65" Type="http://schemas.openxmlformats.org/officeDocument/2006/relationships/customXml" Target="../ink/ink1163.xml"/><Relationship Id="rId130" Type="http://schemas.openxmlformats.org/officeDocument/2006/relationships/image" Target="../media/image1182.png"/><Relationship Id="rId172" Type="http://schemas.openxmlformats.org/officeDocument/2006/relationships/image" Target="../media/image1201.png"/><Relationship Id="rId228" Type="http://schemas.openxmlformats.org/officeDocument/2006/relationships/image" Target="../media/image1228.png"/><Relationship Id="rId281" Type="http://schemas.openxmlformats.org/officeDocument/2006/relationships/customXml" Target="../ink/ink1274.xml"/><Relationship Id="rId34" Type="http://schemas.openxmlformats.org/officeDocument/2006/relationships/customXml" Target="../ink/ink1147.xml"/><Relationship Id="rId76" Type="http://schemas.openxmlformats.org/officeDocument/2006/relationships/image" Target="../media/image1157.png"/><Relationship Id="rId141" Type="http://schemas.openxmlformats.org/officeDocument/2006/relationships/customXml" Target="../ink/ink1202.xml"/><Relationship Id="rId7" Type="http://schemas.openxmlformats.org/officeDocument/2006/relationships/image" Target="../media/image1125.png"/><Relationship Id="rId162" Type="http://schemas.openxmlformats.org/officeDocument/2006/relationships/image" Target="../media/image1196.png"/><Relationship Id="rId183" Type="http://schemas.openxmlformats.org/officeDocument/2006/relationships/image" Target="../media/image1206.png"/><Relationship Id="rId218" Type="http://schemas.openxmlformats.org/officeDocument/2006/relationships/image" Target="../media/image1223.png"/><Relationship Id="rId239" Type="http://schemas.openxmlformats.org/officeDocument/2006/relationships/customXml" Target="../ink/ink1253.xml"/><Relationship Id="rId250" Type="http://schemas.openxmlformats.org/officeDocument/2006/relationships/image" Target="../media/image1239.png"/><Relationship Id="rId271" Type="http://schemas.openxmlformats.org/officeDocument/2006/relationships/customXml" Target="../ink/ink1269.xml"/><Relationship Id="rId292" Type="http://schemas.openxmlformats.org/officeDocument/2006/relationships/image" Target="../media/image1260.png"/><Relationship Id="rId306" Type="http://schemas.openxmlformats.org/officeDocument/2006/relationships/image" Target="../media/image1267.png"/><Relationship Id="rId24" Type="http://schemas.openxmlformats.org/officeDocument/2006/relationships/customXml" Target="../ink/ink1142.xml"/><Relationship Id="rId45" Type="http://schemas.openxmlformats.org/officeDocument/2006/relationships/customXml" Target="../ink/ink1153.xml"/><Relationship Id="rId66" Type="http://schemas.openxmlformats.org/officeDocument/2006/relationships/image" Target="../media/image1152.png"/><Relationship Id="rId87" Type="http://schemas.openxmlformats.org/officeDocument/2006/relationships/customXml" Target="../ink/ink1174.xml"/><Relationship Id="rId110" Type="http://schemas.openxmlformats.org/officeDocument/2006/relationships/image" Target="../media/image1172.png"/><Relationship Id="rId131" Type="http://schemas.openxmlformats.org/officeDocument/2006/relationships/customXml" Target="../ink/ink1197.xml"/><Relationship Id="rId327" Type="http://schemas.openxmlformats.org/officeDocument/2006/relationships/image" Target="../media/image1277.png"/><Relationship Id="rId152" Type="http://schemas.openxmlformats.org/officeDocument/2006/relationships/image" Target="../media/image1191.png"/><Relationship Id="rId173" Type="http://schemas.openxmlformats.org/officeDocument/2006/relationships/customXml" Target="../ink/ink1219.xml"/><Relationship Id="rId194" Type="http://schemas.openxmlformats.org/officeDocument/2006/relationships/image" Target="../media/image1211.png"/><Relationship Id="rId208" Type="http://schemas.openxmlformats.org/officeDocument/2006/relationships/image" Target="../media/image1218.png"/><Relationship Id="rId229" Type="http://schemas.openxmlformats.org/officeDocument/2006/relationships/customXml" Target="../ink/ink1248.xml"/><Relationship Id="rId240" Type="http://schemas.openxmlformats.org/officeDocument/2006/relationships/image" Target="../media/image1234.png"/><Relationship Id="rId261" Type="http://schemas.openxmlformats.org/officeDocument/2006/relationships/customXml" Target="../ink/ink1264.xml"/><Relationship Id="rId14" Type="http://schemas.openxmlformats.org/officeDocument/2006/relationships/customXml" Target="../ink/ink1137.xml"/><Relationship Id="rId35" Type="http://schemas.openxmlformats.org/officeDocument/2006/relationships/image" Target="../media/image1137.png"/><Relationship Id="rId56" Type="http://schemas.openxmlformats.org/officeDocument/2006/relationships/image" Target="../media/image1147.png"/><Relationship Id="rId77" Type="http://schemas.openxmlformats.org/officeDocument/2006/relationships/customXml" Target="../ink/ink1169.xml"/><Relationship Id="rId100" Type="http://schemas.openxmlformats.org/officeDocument/2006/relationships/image" Target="../media/image211.png"/><Relationship Id="rId282" Type="http://schemas.openxmlformats.org/officeDocument/2006/relationships/image" Target="../media/image1255.png"/><Relationship Id="rId317" Type="http://schemas.openxmlformats.org/officeDocument/2006/relationships/customXml" Target="../ink/ink1292.xml"/><Relationship Id="rId8" Type="http://schemas.openxmlformats.org/officeDocument/2006/relationships/customXml" Target="../ink/ink1134.xml"/><Relationship Id="rId98" Type="http://schemas.openxmlformats.org/officeDocument/2006/relationships/image" Target="../media/image1167.png"/><Relationship Id="rId121" Type="http://schemas.openxmlformats.org/officeDocument/2006/relationships/customXml" Target="../ink/ink1192.xml"/><Relationship Id="rId142" Type="http://schemas.openxmlformats.org/officeDocument/2006/relationships/image" Target="../media/image1188.png"/><Relationship Id="rId163" Type="http://schemas.openxmlformats.org/officeDocument/2006/relationships/customXml" Target="../ink/ink1214.xml"/><Relationship Id="rId184" Type="http://schemas.openxmlformats.org/officeDocument/2006/relationships/customXml" Target="../ink/ink1225.xml"/><Relationship Id="rId219" Type="http://schemas.openxmlformats.org/officeDocument/2006/relationships/customXml" Target="../ink/ink1243.xml"/><Relationship Id="rId230" Type="http://schemas.openxmlformats.org/officeDocument/2006/relationships/image" Target="../media/image1229.png"/><Relationship Id="rId251" Type="http://schemas.openxmlformats.org/officeDocument/2006/relationships/customXml" Target="../ink/ink1259.xml"/><Relationship Id="rId25" Type="http://schemas.openxmlformats.org/officeDocument/2006/relationships/image" Target="../media/image1134.png"/><Relationship Id="rId46" Type="http://schemas.openxmlformats.org/officeDocument/2006/relationships/image" Target="../media/image1142.png"/><Relationship Id="rId67" Type="http://schemas.openxmlformats.org/officeDocument/2006/relationships/customXml" Target="../ink/ink1164.xml"/><Relationship Id="rId272" Type="http://schemas.openxmlformats.org/officeDocument/2006/relationships/image" Target="../media/image1250.png"/><Relationship Id="rId293" Type="http://schemas.openxmlformats.org/officeDocument/2006/relationships/customXml" Target="../ink/ink1280.xml"/><Relationship Id="rId307" Type="http://schemas.openxmlformats.org/officeDocument/2006/relationships/customXml" Target="../ink/ink1287.xml"/><Relationship Id="rId88" Type="http://schemas.openxmlformats.org/officeDocument/2006/relationships/image" Target="../media/image1163.png"/><Relationship Id="rId111" Type="http://schemas.openxmlformats.org/officeDocument/2006/relationships/customXml" Target="../ink/ink1187.xml"/><Relationship Id="rId132" Type="http://schemas.openxmlformats.org/officeDocument/2006/relationships/image" Target="../media/image1183.png"/><Relationship Id="rId153" Type="http://schemas.openxmlformats.org/officeDocument/2006/relationships/customXml" Target="../ink/ink1209.xml"/><Relationship Id="rId174" Type="http://schemas.openxmlformats.org/officeDocument/2006/relationships/image" Target="../media/image1202.png"/><Relationship Id="rId195" Type="http://schemas.openxmlformats.org/officeDocument/2006/relationships/customXml" Target="../ink/ink1231.xml"/><Relationship Id="rId209" Type="http://schemas.openxmlformats.org/officeDocument/2006/relationships/customXml" Target="../ink/ink1238.xml"/><Relationship Id="rId220" Type="http://schemas.openxmlformats.org/officeDocument/2006/relationships/image" Target="../media/image1224.png"/><Relationship Id="rId241" Type="http://schemas.openxmlformats.org/officeDocument/2006/relationships/customXml" Target="../ink/ink1254.xml"/><Relationship Id="rId15" Type="http://schemas.openxmlformats.org/officeDocument/2006/relationships/image" Target="../media/image1129.png"/><Relationship Id="rId36" Type="http://schemas.openxmlformats.org/officeDocument/2006/relationships/customXml" Target="../ink/ink1148.xml"/><Relationship Id="rId57" Type="http://schemas.openxmlformats.org/officeDocument/2006/relationships/customXml" Target="../ink/ink1159.xml"/><Relationship Id="rId262" Type="http://schemas.openxmlformats.org/officeDocument/2006/relationships/image" Target="../media/image1245.png"/><Relationship Id="rId283" Type="http://schemas.openxmlformats.org/officeDocument/2006/relationships/customXml" Target="../ink/ink1275.xml"/><Relationship Id="rId318" Type="http://schemas.openxmlformats.org/officeDocument/2006/relationships/image" Target="../media/image1273.png"/><Relationship Id="rId78" Type="http://schemas.openxmlformats.org/officeDocument/2006/relationships/image" Target="../media/image1158.png"/><Relationship Id="rId99" Type="http://schemas.openxmlformats.org/officeDocument/2006/relationships/customXml" Target="../ink/ink1181.xml"/><Relationship Id="rId101" Type="http://schemas.openxmlformats.org/officeDocument/2006/relationships/customXml" Target="../ink/ink1182.xml"/><Relationship Id="rId122" Type="http://schemas.openxmlformats.org/officeDocument/2006/relationships/image" Target="../media/image1178.png"/><Relationship Id="rId143" Type="http://schemas.openxmlformats.org/officeDocument/2006/relationships/customXml" Target="../ink/ink1203.xml"/><Relationship Id="rId164" Type="http://schemas.openxmlformats.org/officeDocument/2006/relationships/image" Target="../media/image1197.png"/><Relationship Id="rId185" Type="http://schemas.openxmlformats.org/officeDocument/2006/relationships/image" Target="../media/image1207.png"/><Relationship Id="rId9" Type="http://schemas.openxmlformats.org/officeDocument/2006/relationships/image" Target="../media/image1126.png"/><Relationship Id="rId210" Type="http://schemas.openxmlformats.org/officeDocument/2006/relationships/image" Target="../media/image1219.png"/><Relationship Id="rId26" Type="http://schemas.openxmlformats.org/officeDocument/2006/relationships/customXml" Target="../ink/ink1143.xml"/><Relationship Id="rId231" Type="http://schemas.openxmlformats.org/officeDocument/2006/relationships/customXml" Target="../ink/ink1249.xml"/><Relationship Id="rId252" Type="http://schemas.openxmlformats.org/officeDocument/2006/relationships/image" Target="../media/image1240.png"/><Relationship Id="rId273" Type="http://schemas.openxmlformats.org/officeDocument/2006/relationships/customXml" Target="../ink/ink1270.xml"/><Relationship Id="rId294" Type="http://schemas.openxmlformats.org/officeDocument/2006/relationships/image" Target="../media/image1261.png"/><Relationship Id="rId308" Type="http://schemas.openxmlformats.org/officeDocument/2006/relationships/image" Target="../media/image1268.png"/><Relationship Id="rId47" Type="http://schemas.openxmlformats.org/officeDocument/2006/relationships/customXml" Target="../ink/ink1154.xml"/><Relationship Id="rId68" Type="http://schemas.openxmlformats.org/officeDocument/2006/relationships/image" Target="../media/image1153.png"/><Relationship Id="rId89" Type="http://schemas.openxmlformats.org/officeDocument/2006/relationships/customXml" Target="../ink/ink1175.xml"/><Relationship Id="rId112" Type="http://schemas.openxmlformats.org/officeDocument/2006/relationships/image" Target="../media/image1173.png"/><Relationship Id="rId133" Type="http://schemas.openxmlformats.org/officeDocument/2006/relationships/customXml" Target="../ink/ink1198.xml"/><Relationship Id="rId154" Type="http://schemas.openxmlformats.org/officeDocument/2006/relationships/image" Target="../media/image1192.png"/><Relationship Id="rId175" Type="http://schemas.openxmlformats.org/officeDocument/2006/relationships/customXml" Target="../ink/ink1220.xml"/><Relationship Id="rId196" Type="http://schemas.openxmlformats.org/officeDocument/2006/relationships/image" Target="../media/image1212.png"/><Relationship Id="rId200" Type="http://schemas.openxmlformats.org/officeDocument/2006/relationships/image" Target="../media/image1214.png"/><Relationship Id="rId16" Type="http://schemas.openxmlformats.org/officeDocument/2006/relationships/customXml" Target="../ink/ink1138.xml"/><Relationship Id="rId221" Type="http://schemas.openxmlformats.org/officeDocument/2006/relationships/customXml" Target="../ink/ink1244.xml"/><Relationship Id="rId242" Type="http://schemas.openxmlformats.org/officeDocument/2006/relationships/image" Target="../media/image1235.png"/><Relationship Id="rId263" Type="http://schemas.openxmlformats.org/officeDocument/2006/relationships/customXml" Target="../ink/ink1265.xml"/><Relationship Id="rId284" Type="http://schemas.openxmlformats.org/officeDocument/2006/relationships/image" Target="../media/image1256.png"/><Relationship Id="rId319" Type="http://schemas.openxmlformats.org/officeDocument/2006/relationships/customXml" Target="../ink/ink1293.xml"/><Relationship Id="rId37" Type="http://schemas.openxmlformats.org/officeDocument/2006/relationships/customXml" Target="../ink/ink1149.xml"/><Relationship Id="rId58" Type="http://schemas.openxmlformats.org/officeDocument/2006/relationships/image" Target="../media/image1148.png"/><Relationship Id="rId79" Type="http://schemas.openxmlformats.org/officeDocument/2006/relationships/customXml" Target="../ink/ink1170.xml"/><Relationship Id="rId102" Type="http://schemas.openxmlformats.org/officeDocument/2006/relationships/image" Target="../media/image1168.png"/><Relationship Id="rId123" Type="http://schemas.openxmlformats.org/officeDocument/2006/relationships/customXml" Target="../ink/ink1193.xml"/><Relationship Id="rId144" Type="http://schemas.openxmlformats.org/officeDocument/2006/relationships/image" Target="../media/image1189.png"/><Relationship Id="rId90" Type="http://schemas.openxmlformats.org/officeDocument/2006/relationships/image" Target="../media/image1164.png"/><Relationship Id="rId165" Type="http://schemas.openxmlformats.org/officeDocument/2006/relationships/customXml" Target="../ink/ink1215.xml"/><Relationship Id="rId186" Type="http://schemas.openxmlformats.org/officeDocument/2006/relationships/customXml" Target="../ink/ink1226.xml"/><Relationship Id="rId211" Type="http://schemas.openxmlformats.org/officeDocument/2006/relationships/customXml" Target="../ink/ink1239.xml"/><Relationship Id="rId232" Type="http://schemas.openxmlformats.org/officeDocument/2006/relationships/image" Target="../media/image1230.png"/><Relationship Id="rId253" Type="http://schemas.openxmlformats.org/officeDocument/2006/relationships/customXml" Target="../ink/ink1260.xml"/><Relationship Id="rId274" Type="http://schemas.openxmlformats.org/officeDocument/2006/relationships/image" Target="../media/image1251.png"/><Relationship Id="rId295" Type="http://schemas.openxmlformats.org/officeDocument/2006/relationships/customXml" Target="../ink/ink1281.xml"/><Relationship Id="rId309" Type="http://schemas.openxmlformats.org/officeDocument/2006/relationships/customXml" Target="../ink/ink1288.xml"/><Relationship Id="rId27" Type="http://schemas.openxmlformats.org/officeDocument/2006/relationships/image" Target="../media/image1135.png"/><Relationship Id="rId48" Type="http://schemas.openxmlformats.org/officeDocument/2006/relationships/image" Target="../media/image1143.png"/><Relationship Id="rId69" Type="http://schemas.openxmlformats.org/officeDocument/2006/relationships/customXml" Target="../ink/ink1165.xml"/><Relationship Id="rId113" Type="http://schemas.openxmlformats.org/officeDocument/2006/relationships/customXml" Target="../ink/ink1188.xml"/><Relationship Id="rId134" Type="http://schemas.openxmlformats.org/officeDocument/2006/relationships/image" Target="../media/image1184.png"/><Relationship Id="rId320" Type="http://schemas.openxmlformats.org/officeDocument/2006/relationships/image" Target="../media/image1274.png"/><Relationship Id="rId80" Type="http://schemas.openxmlformats.org/officeDocument/2006/relationships/image" Target="../media/image1159.png"/><Relationship Id="rId155" Type="http://schemas.openxmlformats.org/officeDocument/2006/relationships/customXml" Target="../ink/ink1210.xml"/><Relationship Id="rId176" Type="http://schemas.openxmlformats.org/officeDocument/2006/relationships/image" Target="../media/image1203.png"/><Relationship Id="rId197" Type="http://schemas.openxmlformats.org/officeDocument/2006/relationships/customXml" Target="../ink/ink1232.xml"/><Relationship Id="rId201" Type="http://schemas.openxmlformats.org/officeDocument/2006/relationships/customXml" Target="../ink/ink1234.xml"/><Relationship Id="rId222" Type="http://schemas.openxmlformats.org/officeDocument/2006/relationships/image" Target="../media/image1225.png"/><Relationship Id="rId243" Type="http://schemas.openxmlformats.org/officeDocument/2006/relationships/customXml" Target="../ink/ink1255.xml"/><Relationship Id="rId264" Type="http://schemas.openxmlformats.org/officeDocument/2006/relationships/image" Target="../media/image1246.png"/><Relationship Id="rId285" Type="http://schemas.openxmlformats.org/officeDocument/2006/relationships/customXml" Target="../ink/ink1276.xml"/><Relationship Id="rId17" Type="http://schemas.openxmlformats.org/officeDocument/2006/relationships/image" Target="../media/image1130.png"/><Relationship Id="rId38" Type="http://schemas.openxmlformats.org/officeDocument/2006/relationships/image" Target="../media/image1138.png"/><Relationship Id="rId59" Type="http://schemas.openxmlformats.org/officeDocument/2006/relationships/customXml" Target="../ink/ink1160.xml"/><Relationship Id="rId103" Type="http://schemas.openxmlformats.org/officeDocument/2006/relationships/customXml" Target="../ink/ink1183.xml"/><Relationship Id="rId124" Type="http://schemas.openxmlformats.org/officeDocument/2006/relationships/image" Target="../media/image1179.png"/><Relationship Id="rId310" Type="http://schemas.openxmlformats.org/officeDocument/2006/relationships/image" Target="../media/image1269.png"/><Relationship Id="rId70" Type="http://schemas.openxmlformats.org/officeDocument/2006/relationships/image" Target="../media/image1154.png"/><Relationship Id="rId91" Type="http://schemas.openxmlformats.org/officeDocument/2006/relationships/customXml" Target="../ink/ink1176.xml"/><Relationship Id="rId145" Type="http://schemas.openxmlformats.org/officeDocument/2006/relationships/customXml" Target="../ink/ink1204.xml"/><Relationship Id="rId166" Type="http://schemas.openxmlformats.org/officeDocument/2006/relationships/image" Target="../media/image1198.png"/><Relationship Id="rId187" Type="http://schemas.openxmlformats.org/officeDocument/2006/relationships/image" Target="../media/image1208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220.png"/><Relationship Id="rId233" Type="http://schemas.openxmlformats.org/officeDocument/2006/relationships/customXml" Target="../ink/ink1250.xml"/><Relationship Id="rId254" Type="http://schemas.openxmlformats.org/officeDocument/2006/relationships/image" Target="../media/image1241.png"/><Relationship Id="rId28" Type="http://schemas.openxmlformats.org/officeDocument/2006/relationships/customXml" Target="../ink/ink1144.xml"/><Relationship Id="rId49" Type="http://schemas.openxmlformats.org/officeDocument/2006/relationships/customXml" Target="../ink/ink1155.xml"/><Relationship Id="rId114" Type="http://schemas.openxmlformats.org/officeDocument/2006/relationships/image" Target="../media/image1174.png"/><Relationship Id="rId275" Type="http://schemas.openxmlformats.org/officeDocument/2006/relationships/customXml" Target="../ink/ink1271.xml"/><Relationship Id="rId296" Type="http://schemas.openxmlformats.org/officeDocument/2006/relationships/image" Target="../media/image1262.png"/><Relationship Id="rId300" Type="http://schemas.openxmlformats.org/officeDocument/2006/relationships/image" Target="../media/image1264.png"/><Relationship Id="rId60" Type="http://schemas.openxmlformats.org/officeDocument/2006/relationships/image" Target="../media/image1149.png"/><Relationship Id="rId81" Type="http://schemas.openxmlformats.org/officeDocument/2006/relationships/customXml" Target="../ink/ink1171.xml"/><Relationship Id="rId135" Type="http://schemas.openxmlformats.org/officeDocument/2006/relationships/customXml" Target="../ink/ink1199.xml"/><Relationship Id="rId156" Type="http://schemas.openxmlformats.org/officeDocument/2006/relationships/image" Target="../media/image1193.png"/><Relationship Id="rId177" Type="http://schemas.openxmlformats.org/officeDocument/2006/relationships/customXml" Target="../ink/ink1221.xml"/><Relationship Id="rId198" Type="http://schemas.openxmlformats.org/officeDocument/2006/relationships/image" Target="../media/image1213.png"/><Relationship Id="rId321" Type="http://schemas.openxmlformats.org/officeDocument/2006/relationships/customXml" Target="../ink/ink1294.xml"/><Relationship Id="rId202" Type="http://schemas.openxmlformats.org/officeDocument/2006/relationships/image" Target="../media/image1215.png"/><Relationship Id="rId223" Type="http://schemas.openxmlformats.org/officeDocument/2006/relationships/customXml" Target="../ink/ink1245.xml"/><Relationship Id="rId244" Type="http://schemas.openxmlformats.org/officeDocument/2006/relationships/image" Target="../media/image1236.png"/><Relationship Id="rId18" Type="http://schemas.openxmlformats.org/officeDocument/2006/relationships/customXml" Target="../ink/ink1139.xml"/><Relationship Id="rId39" Type="http://schemas.openxmlformats.org/officeDocument/2006/relationships/customXml" Target="../ink/ink1150.xml"/><Relationship Id="rId265" Type="http://schemas.openxmlformats.org/officeDocument/2006/relationships/customXml" Target="../ink/ink1266.xml"/><Relationship Id="rId286" Type="http://schemas.openxmlformats.org/officeDocument/2006/relationships/image" Target="../media/image1257.png"/><Relationship Id="rId50" Type="http://schemas.openxmlformats.org/officeDocument/2006/relationships/image" Target="../media/image1144.png"/><Relationship Id="rId104" Type="http://schemas.openxmlformats.org/officeDocument/2006/relationships/image" Target="../media/image1169.png"/><Relationship Id="rId125" Type="http://schemas.openxmlformats.org/officeDocument/2006/relationships/customXml" Target="../ink/ink1194.xml"/><Relationship Id="rId146" Type="http://schemas.openxmlformats.org/officeDocument/2006/relationships/image" Target="../media/image1190.png"/><Relationship Id="rId167" Type="http://schemas.openxmlformats.org/officeDocument/2006/relationships/customXml" Target="../ink/ink1216.xml"/><Relationship Id="rId188" Type="http://schemas.openxmlformats.org/officeDocument/2006/relationships/customXml" Target="../ink/ink1227.xml"/><Relationship Id="rId311" Type="http://schemas.openxmlformats.org/officeDocument/2006/relationships/customXml" Target="../ink/ink1289.xml"/><Relationship Id="rId71" Type="http://schemas.openxmlformats.org/officeDocument/2006/relationships/customXml" Target="../ink/ink1166.xml"/><Relationship Id="rId92" Type="http://schemas.openxmlformats.org/officeDocument/2006/relationships/image" Target="../media/image1165.png"/><Relationship Id="rId213" Type="http://schemas.openxmlformats.org/officeDocument/2006/relationships/customXml" Target="../ink/ink1240.xml"/><Relationship Id="rId234" Type="http://schemas.openxmlformats.org/officeDocument/2006/relationships/image" Target="../media/image1231.png"/><Relationship Id="rId2" Type="http://schemas.openxmlformats.org/officeDocument/2006/relationships/customXml" Target="../ink/ink1131.xml"/><Relationship Id="rId29" Type="http://schemas.openxmlformats.org/officeDocument/2006/relationships/image" Target="../media/image251.png"/><Relationship Id="rId255" Type="http://schemas.openxmlformats.org/officeDocument/2006/relationships/customXml" Target="../ink/ink1261.xml"/><Relationship Id="rId276" Type="http://schemas.openxmlformats.org/officeDocument/2006/relationships/image" Target="../media/image1252.png"/><Relationship Id="rId297" Type="http://schemas.openxmlformats.org/officeDocument/2006/relationships/customXml" Target="../ink/ink1282.xml"/><Relationship Id="rId40" Type="http://schemas.openxmlformats.org/officeDocument/2006/relationships/image" Target="../media/image1139.png"/><Relationship Id="rId115" Type="http://schemas.openxmlformats.org/officeDocument/2006/relationships/customXml" Target="../ink/ink1189.xml"/><Relationship Id="rId136" Type="http://schemas.openxmlformats.org/officeDocument/2006/relationships/image" Target="../media/image1185.png"/><Relationship Id="rId157" Type="http://schemas.openxmlformats.org/officeDocument/2006/relationships/customXml" Target="../ink/ink1211.xml"/><Relationship Id="rId178" Type="http://schemas.openxmlformats.org/officeDocument/2006/relationships/customXml" Target="../ink/ink1222.xml"/><Relationship Id="rId301" Type="http://schemas.openxmlformats.org/officeDocument/2006/relationships/customXml" Target="../ink/ink1284.xml"/><Relationship Id="rId322" Type="http://schemas.openxmlformats.org/officeDocument/2006/relationships/customXml" Target="../ink/ink1295.xml"/><Relationship Id="rId61" Type="http://schemas.openxmlformats.org/officeDocument/2006/relationships/customXml" Target="../ink/ink1161.xml"/><Relationship Id="rId82" Type="http://schemas.openxmlformats.org/officeDocument/2006/relationships/image" Target="../media/image1160.png"/><Relationship Id="rId199" Type="http://schemas.openxmlformats.org/officeDocument/2006/relationships/customXml" Target="../ink/ink1233.xml"/><Relationship Id="rId203" Type="http://schemas.openxmlformats.org/officeDocument/2006/relationships/customXml" Target="../ink/ink1235.xml"/><Relationship Id="rId19" Type="http://schemas.openxmlformats.org/officeDocument/2006/relationships/image" Target="../media/image1131.png"/><Relationship Id="rId224" Type="http://schemas.openxmlformats.org/officeDocument/2006/relationships/image" Target="../media/image1226.png"/><Relationship Id="rId245" Type="http://schemas.openxmlformats.org/officeDocument/2006/relationships/customXml" Target="../ink/ink1256.xml"/><Relationship Id="rId266" Type="http://schemas.openxmlformats.org/officeDocument/2006/relationships/image" Target="../media/image1247.png"/><Relationship Id="rId287" Type="http://schemas.openxmlformats.org/officeDocument/2006/relationships/customXml" Target="../ink/ink1277.xml"/><Relationship Id="rId30" Type="http://schemas.openxmlformats.org/officeDocument/2006/relationships/customXml" Target="../ink/ink1145.xml"/><Relationship Id="rId105" Type="http://schemas.openxmlformats.org/officeDocument/2006/relationships/customXml" Target="../ink/ink1184.xml"/><Relationship Id="rId126" Type="http://schemas.openxmlformats.org/officeDocument/2006/relationships/image" Target="../media/image1180.png"/><Relationship Id="rId147" Type="http://schemas.openxmlformats.org/officeDocument/2006/relationships/customXml" Target="../ink/ink1205.xml"/><Relationship Id="rId168" Type="http://schemas.openxmlformats.org/officeDocument/2006/relationships/image" Target="../media/image1199.png"/><Relationship Id="rId312" Type="http://schemas.openxmlformats.org/officeDocument/2006/relationships/image" Target="../media/image1270.png"/><Relationship Id="rId51" Type="http://schemas.openxmlformats.org/officeDocument/2006/relationships/customXml" Target="../ink/ink1156.xml"/><Relationship Id="rId72" Type="http://schemas.openxmlformats.org/officeDocument/2006/relationships/image" Target="../media/image1155.png"/><Relationship Id="rId93" Type="http://schemas.openxmlformats.org/officeDocument/2006/relationships/customXml" Target="../ink/ink1177.xml"/><Relationship Id="rId189" Type="http://schemas.openxmlformats.org/officeDocument/2006/relationships/image" Target="../media/image1209.png"/><Relationship Id="rId3" Type="http://schemas.openxmlformats.org/officeDocument/2006/relationships/image" Target="../media/image1123.png"/><Relationship Id="rId214" Type="http://schemas.openxmlformats.org/officeDocument/2006/relationships/image" Target="../media/image1221.png"/><Relationship Id="rId235" Type="http://schemas.openxmlformats.org/officeDocument/2006/relationships/customXml" Target="../ink/ink1251.xml"/><Relationship Id="rId256" Type="http://schemas.openxmlformats.org/officeDocument/2006/relationships/image" Target="../media/image1242.png"/><Relationship Id="rId277" Type="http://schemas.openxmlformats.org/officeDocument/2006/relationships/customXml" Target="../ink/ink1272.xml"/><Relationship Id="rId298" Type="http://schemas.openxmlformats.org/officeDocument/2006/relationships/image" Target="../media/image1263.png"/><Relationship Id="rId116" Type="http://schemas.openxmlformats.org/officeDocument/2006/relationships/image" Target="../media/image1175.png"/><Relationship Id="rId137" Type="http://schemas.openxmlformats.org/officeDocument/2006/relationships/customXml" Target="../ink/ink1200.xml"/><Relationship Id="rId158" Type="http://schemas.openxmlformats.org/officeDocument/2006/relationships/image" Target="../media/image1194.png"/><Relationship Id="rId302" Type="http://schemas.openxmlformats.org/officeDocument/2006/relationships/image" Target="../media/image1265.png"/><Relationship Id="rId323" Type="http://schemas.openxmlformats.org/officeDocument/2006/relationships/image" Target="../media/image1275.png"/><Relationship Id="rId20" Type="http://schemas.openxmlformats.org/officeDocument/2006/relationships/customXml" Target="../ink/ink1140.xml"/><Relationship Id="rId41" Type="http://schemas.openxmlformats.org/officeDocument/2006/relationships/customXml" Target="../ink/ink1151.xml"/><Relationship Id="rId62" Type="http://schemas.openxmlformats.org/officeDocument/2006/relationships/image" Target="../media/image1150.png"/><Relationship Id="rId83" Type="http://schemas.openxmlformats.org/officeDocument/2006/relationships/customXml" Target="../ink/ink1172.xml"/><Relationship Id="rId179" Type="http://schemas.openxmlformats.org/officeDocument/2006/relationships/image" Target="../media/image1204.png"/><Relationship Id="rId190" Type="http://schemas.openxmlformats.org/officeDocument/2006/relationships/customXml" Target="../ink/ink1228.xml"/><Relationship Id="rId204" Type="http://schemas.openxmlformats.org/officeDocument/2006/relationships/image" Target="../media/image1216.png"/><Relationship Id="rId225" Type="http://schemas.openxmlformats.org/officeDocument/2006/relationships/customXml" Target="../ink/ink1246.xml"/><Relationship Id="rId246" Type="http://schemas.openxmlformats.org/officeDocument/2006/relationships/image" Target="../media/image1237.png"/><Relationship Id="rId267" Type="http://schemas.openxmlformats.org/officeDocument/2006/relationships/customXml" Target="../ink/ink1267.xml"/><Relationship Id="rId288" Type="http://schemas.openxmlformats.org/officeDocument/2006/relationships/image" Target="../media/image1258.png"/><Relationship Id="rId106" Type="http://schemas.openxmlformats.org/officeDocument/2006/relationships/image" Target="../media/image1170.png"/><Relationship Id="rId127" Type="http://schemas.openxmlformats.org/officeDocument/2006/relationships/customXml" Target="../ink/ink1195.xml"/><Relationship Id="rId313" Type="http://schemas.openxmlformats.org/officeDocument/2006/relationships/customXml" Target="../ink/ink1290.xml"/><Relationship Id="rId10" Type="http://schemas.openxmlformats.org/officeDocument/2006/relationships/customXml" Target="../ink/ink1135.xml"/><Relationship Id="rId31" Type="http://schemas.openxmlformats.org/officeDocument/2006/relationships/image" Target="../media/image212.png"/><Relationship Id="rId52" Type="http://schemas.openxmlformats.org/officeDocument/2006/relationships/image" Target="../media/image1145.png"/><Relationship Id="rId73" Type="http://schemas.openxmlformats.org/officeDocument/2006/relationships/customXml" Target="../ink/ink1167.xml"/><Relationship Id="rId94" Type="http://schemas.openxmlformats.org/officeDocument/2006/relationships/image" Target="../media/image1166.png"/><Relationship Id="rId148" Type="http://schemas.openxmlformats.org/officeDocument/2006/relationships/image" Target="../media/image252.png"/><Relationship Id="rId169" Type="http://schemas.openxmlformats.org/officeDocument/2006/relationships/customXml" Target="../ink/ink1217.xml"/><Relationship Id="rId4" Type="http://schemas.openxmlformats.org/officeDocument/2006/relationships/customXml" Target="../ink/ink1132.xml"/><Relationship Id="rId180" Type="http://schemas.openxmlformats.org/officeDocument/2006/relationships/customXml" Target="../ink/ink1223.xml"/><Relationship Id="rId215" Type="http://schemas.openxmlformats.org/officeDocument/2006/relationships/customXml" Target="../ink/ink1241.xml"/><Relationship Id="rId236" Type="http://schemas.openxmlformats.org/officeDocument/2006/relationships/image" Target="../media/image1232.png"/><Relationship Id="rId257" Type="http://schemas.openxmlformats.org/officeDocument/2006/relationships/customXml" Target="../ink/ink1262.xml"/><Relationship Id="rId278" Type="http://schemas.openxmlformats.org/officeDocument/2006/relationships/image" Target="../media/image1253.png"/><Relationship Id="rId303" Type="http://schemas.openxmlformats.org/officeDocument/2006/relationships/customXml" Target="../ink/ink1285.xml"/><Relationship Id="rId42" Type="http://schemas.openxmlformats.org/officeDocument/2006/relationships/image" Target="../media/image1140.png"/><Relationship Id="rId84" Type="http://schemas.openxmlformats.org/officeDocument/2006/relationships/image" Target="../media/image1161.png"/><Relationship Id="rId138" Type="http://schemas.openxmlformats.org/officeDocument/2006/relationships/image" Target="../media/image1186.png"/><Relationship Id="rId191" Type="http://schemas.openxmlformats.org/officeDocument/2006/relationships/image" Target="../media/image1210.png"/><Relationship Id="rId205" Type="http://schemas.openxmlformats.org/officeDocument/2006/relationships/customXml" Target="../ink/ink1236.xml"/><Relationship Id="rId247" Type="http://schemas.openxmlformats.org/officeDocument/2006/relationships/customXml" Target="../ink/ink1257.xml"/><Relationship Id="rId107" Type="http://schemas.openxmlformats.org/officeDocument/2006/relationships/customXml" Target="../ink/ink1185.xml"/><Relationship Id="rId289" Type="http://schemas.openxmlformats.org/officeDocument/2006/relationships/customXml" Target="../ink/ink1278.xml"/><Relationship Id="rId11" Type="http://schemas.openxmlformats.org/officeDocument/2006/relationships/image" Target="../media/image1127.png"/><Relationship Id="rId53" Type="http://schemas.openxmlformats.org/officeDocument/2006/relationships/customXml" Target="../ink/ink1157.xml"/><Relationship Id="rId149" Type="http://schemas.openxmlformats.org/officeDocument/2006/relationships/customXml" Target="../ink/ink1206.xml"/><Relationship Id="rId314" Type="http://schemas.openxmlformats.org/officeDocument/2006/relationships/image" Target="../media/image1271.png"/><Relationship Id="rId95" Type="http://schemas.openxmlformats.org/officeDocument/2006/relationships/customXml" Target="../ink/ink1178.xml"/><Relationship Id="rId160" Type="http://schemas.openxmlformats.org/officeDocument/2006/relationships/image" Target="../media/image1195.png"/><Relationship Id="rId216" Type="http://schemas.openxmlformats.org/officeDocument/2006/relationships/image" Target="../media/image1222.png"/><Relationship Id="rId258" Type="http://schemas.openxmlformats.org/officeDocument/2006/relationships/image" Target="../media/image1243.png"/><Relationship Id="rId22" Type="http://schemas.openxmlformats.org/officeDocument/2006/relationships/customXml" Target="../ink/ink1141.xml"/><Relationship Id="rId64" Type="http://schemas.openxmlformats.org/officeDocument/2006/relationships/image" Target="../media/image1151.png"/><Relationship Id="rId118" Type="http://schemas.openxmlformats.org/officeDocument/2006/relationships/image" Target="../media/image1176.png"/><Relationship Id="rId325" Type="http://schemas.openxmlformats.org/officeDocument/2006/relationships/image" Target="../media/image1276.png"/><Relationship Id="rId171" Type="http://schemas.openxmlformats.org/officeDocument/2006/relationships/customXml" Target="../ink/ink1218.xml"/><Relationship Id="rId227" Type="http://schemas.openxmlformats.org/officeDocument/2006/relationships/customXml" Target="../ink/ink1247.xml"/><Relationship Id="rId269" Type="http://schemas.openxmlformats.org/officeDocument/2006/relationships/customXml" Target="../ink/ink1268.xml"/><Relationship Id="rId33" Type="http://schemas.openxmlformats.org/officeDocument/2006/relationships/image" Target="../media/image1136.png"/><Relationship Id="rId129" Type="http://schemas.openxmlformats.org/officeDocument/2006/relationships/customXml" Target="../ink/ink1196.xml"/><Relationship Id="rId280" Type="http://schemas.openxmlformats.org/officeDocument/2006/relationships/image" Target="../media/image1254.png"/><Relationship Id="rId75" Type="http://schemas.openxmlformats.org/officeDocument/2006/relationships/customXml" Target="../ink/ink1168.xml"/><Relationship Id="rId140" Type="http://schemas.openxmlformats.org/officeDocument/2006/relationships/image" Target="../media/image1187.png"/><Relationship Id="rId182" Type="http://schemas.openxmlformats.org/officeDocument/2006/relationships/customXml" Target="../ink/ink1224.xml"/><Relationship Id="rId6" Type="http://schemas.openxmlformats.org/officeDocument/2006/relationships/customXml" Target="../ink/ink1133.xml"/><Relationship Id="rId238" Type="http://schemas.openxmlformats.org/officeDocument/2006/relationships/image" Target="../media/image1233.png"/><Relationship Id="rId291" Type="http://schemas.openxmlformats.org/officeDocument/2006/relationships/customXml" Target="../ink/ink1279.xml"/><Relationship Id="rId305" Type="http://schemas.openxmlformats.org/officeDocument/2006/relationships/customXml" Target="../ink/ink1286.xml"/><Relationship Id="rId44" Type="http://schemas.openxmlformats.org/officeDocument/2006/relationships/image" Target="../media/image1141.png"/><Relationship Id="rId86" Type="http://schemas.openxmlformats.org/officeDocument/2006/relationships/image" Target="../media/image1162.png"/><Relationship Id="rId151" Type="http://schemas.openxmlformats.org/officeDocument/2006/relationships/customXml" Target="../ink/ink1208.xml"/><Relationship Id="rId193" Type="http://schemas.openxmlformats.org/officeDocument/2006/relationships/customXml" Target="../ink/ink1230.xml"/><Relationship Id="rId207" Type="http://schemas.openxmlformats.org/officeDocument/2006/relationships/customXml" Target="../ink/ink1237.xml"/><Relationship Id="rId249" Type="http://schemas.openxmlformats.org/officeDocument/2006/relationships/customXml" Target="../ink/ink1258.xml"/><Relationship Id="rId13" Type="http://schemas.openxmlformats.org/officeDocument/2006/relationships/image" Target="../media/image1128.png"/><Relationship Id="rId109" Type="http://schemas.openxmlformats.org/officeDocument/2006/relationships/customXml" Target="../ink/ink1186.xml"/><Relationship Id="rId260" Type="http://schemas.openxmlformats.org/officeDocument/2006/relationships/image" Target="../media/image1244.png"/><Relationship Id="rId316" Type="http://schemas.openxmlformats.org/officeDocument/2006/relationships/image" Target="../media/image1272.png"/><Relationship Id="rId55" Type="http://schemas.openxmlformats.org/officeDocument/2006/relationships/customXml" Target="../ink/ink1158.xml"/><Relationship Id="rId97" Type="http://schemas.openxmlformats.org/officeDocument/2006/relationships/customXml" Target="../ink/ink1180.xml"/><Relationship Id="rId120" Type="http://schemas.openxmlformats.org/officeDocument/2006/relationships/image" Target="../media/image1177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56.xml"/><Relationship Id="rId299" Type="http://schemas.openxmlformats.org/officeDocument/2006/relationships/image" Target="../media/image1422.png"/><Relationship Id="rId21" Type="http://schemas.openxmlformats.org/officeDocument/2006/relationships/image" Target="../media/image1287.png"/><Relationship Id="rId63" Type="http://schemas.openxmlformats.org/officeDocument/2006/relationships/image" Target="../media/image1308.png"/><Relationship Id="rId159" Type="http://schemas.openxmlformats.org/officeDocument/2006/relationships/image" Target="../media/image1352.png"/><Relationship Id="rId170" Type="http://schemas.openxmlformats.org/officeDocument/2006/relationships/customXml" Target="../ink/ink1383.xml"/><Relationship Id="rId226" Type="http://schemas.openxmlformats.org/officeDocument/2006/relationships/customXml" Target="../ink/ink1411.xml"/><Relationship Id="rId268" Type="http://schemas.openxmlformats.org/officeDocument/2006/relationships/customXml" Target="../ink/ink1432.xml"/><Relationship Id="rId32" Type="http://schemas.openxmlformats.org/officeDocument/2006/relationships/customXml" Target="../ink/ink1313.xml"/><Relationship Id="rId74" Type="http://schemas.openxmlformats.org/officeDocument/2006/relationships/customXml" Target="../ink/ink1334.xml"/><Relationship Id="rId128" Type="http://schemas.openxmlformats.org/officeDocument/2006/relationships/image" Target="../media/image1337.png"/><Relationship Id="rId5" Type="http://schemas.openxmlformats.org/officeDocument/2006/relationships/image" Target="../media/image1279.png"/><Relationship Id="rId181" Type="http://schemas.openxmlformats.org/officeDocument/2006/relationships/image" Target="../media/image1363.png"/><Relationship Id="rId237" Type="http://schemas.openxmlformats.org/officeDocument/2006/relationships/image" Target="../media/image1391.png"/><Relationship Id="rId279" Type="http://schemas.openxmlformats.org/officeDocument/2006/relationships/image" Target="../media/image1412.png"/><Relationship Id="rId43" Type="http://schemas.openxmlformats.org/officeDocument/2006/relationships/image" Target="../media/image1298.png"/><Relationship Id="rId139" Type="http://schemas.openxmlformats.org/officeDocument/2006/relationships/customXml" Target="../ink/ink1367.xml"/><Relationship Id="rId290" Type="http://schemas.openxmlformats.org/officeDocument/2006/relationships/customXml" Target="../ink/ink1443.xml"/><Relationship Id="rId304" Type="http://schemas.openxmlformats.org/officeDocument/2006/relationships/customXml" Target="../ink/ink1450.xml"/><Relationship Id="rId85" Type="http://schemas.openxmlformats.org/officeDocument/2006/relationships/image" Target="../media/image1319.png"/><Relationship Id="rId150" Type="http://schemas.openxmlformats.org/officeDocument/2006/relationships/customXml" Target="../ink/ink1373.xml"/><Relationship Id="rId192" Type="http://schemas.openxmlformats.org/officeDocument/2006/relationships/customXml" Target="../ink/ink1394.xml"/><Relationship Id="rId206" Type="http://schemas.openxmlformats.org/officeDocument/2006/relationships/customXml" Target="../ink/ink1401.xml"/><Relationship Id="rId248" Type="http://schemas.openxmlformats.org/officeDocument/2006/relationships/customXml" Target="../ink/ink1422.xml"/><Relationship Id="rId12" Type="http://schemas.openxmlformats.org/officeDocument/2006/relationships/customXml" Target="../ink/ink1303.xml"/><Relationship Id="rId108" Type="http://schemas.openxmlformats.org/officeDocument/2006/relationships/image" Target="../media/image1327.png"/><Relationship Id="rId54" Type="http://schemas.openxmlformats.org/officeDocument/2006/relationships/customXml" Target="../ink/ink1324.xml"/><Relationship Id="rId96" Type="http://schemas.openxmlformats.org/officeDocument/2006/relationships/image" Target="../media/image252.png"/><Relationship Id="rId161" Type="http://schemas.openxmlformats.org/officeDocument/2006/relationships/image" Target="../media/image1353.png"/><Relationship Id="rId217" Type="http://schemas.openxmlformats.org/officeDocument/2006/relationships/image" Target="../media/image1381.png"/><Relationship Id="rId259" Type="http://schemas.openxmlformats.org/officeDocument/2006/relationships/image" Target="../media/image1402.png"/><Relationship Id="rId23" Type="http://schemas.openxmlformats.org/officeDocument/2006/relationships/image" Target="../media/image1288.png"/><Relationship Id="rId119" Type="http://schemas.openxmlformats.org/officeDocument/2006/relationships/customXml" Target="../ink/ink1357.xml"/><Relationship Id="rId270" Type="http://schemas.openxmlformats.org/officeDocument/2006/relationships/customXml" Target="../ink/ink1433.xml"/><Relationship Id="rId291" Type="http://schemas.openxmlformats.org/officeDocument/2006/relationships/image" Target="../media/image1418.png"/><Relationship Id="rId305" Type="http://schemas.openxmlformats.org/officeDocument/2006/relationships/image" Target="../media/image1425.png"/><Relationship Id="rId44" Type="http://schemas.openxmlformats.org/officeDocument/2006/relationships/customXml" Target="../ink/ink1319.xml"/><Relationship Id="rId65" Type="http://schemas.openxmlformats.org/officeDocument/2006/relationships/image" Target="../media/image1309.png"/><Relationship Id="rId86" Type="http://schemas.openxmlformats.org/officeDocument/2006/relationships/customXml" Target="../ink/ink1340.xml"/><Relationship Id="rId130" Type="http://schemas.openxmlformats.org/officeDocument/2006/relationships/image" Target="../media/image1338.png"/><Relationship Id="rId151" Type="http://schemas.openxmlformats.org/officeDocument/2006/relationships/image" Target="../media/image1348.png"/><Relationship Id="rId172" Type="http://schemas.openxmlformats.org/officeDocument/2006/relationships/customXml" Target="../ink/ink1384.xml"/><Relationship Id="rId193" Type="http://schemas.openxmlformats.org/officeDocument/2006/relationships/image" Target="../media/image1369.png"/><Relationship Id="rId207" Type="http://schemas.openxmlformats.org/officeDocument/2006/relationships/image" Target="../media/image1376.png"/><Relationship Id="rId228" Type="http://schemas.openxmlformats.org/officeDocument/2006/relationships/customXml" Target="../ink/ink1412.xml"/><Relationship Id="rId249" Type="http://schemas.openxmlformats.org/officeDocument/2006/relationships/image" Target="../media/image1397.png"/><Relationship Id="rId13" Type="http://schemas.openxmlformats.org/officeDocument/2006/relationships/image" Target="../media/image1283.png"/><Relationship Id="rId109" Type="http://schemas.openxmlformats.org/officeDocument/2006/relationships/customXml" Target="../ink/ink1352.xml"/><Relationship Id="rId260" Type="http://schemas.openxmlformats.org/officeDocument/2006/relationships/customXml" Target="../ink/ink1428.xml"/><Relationship Id="rId281" Type="http://schemas.openxmlformats.org/officeDocument/2006/relationships/image" Target="../media/image1413.png"/><Relationship Id="rId34" Type="http://schemas.openxmlformats.org/officeDocument/2006/relationships/customXml" Target="../ink/ink1314.xml"/><Relationship Id="rId55" Type="http://schemas.openxmlformats.org/officeDocument/2006/relationships/image" Target="../media/image1304.png"/><Relationship Id="rId76" Type="http://schemas.openxmlformats.org/officeDocument/2006/relationships/customXml" Target="../ink/ink1335.xml"/><Relationship Id="rId97" Type="http://schemas.openxmlformats.org/officeDocument/2006/relationships/customXml" Target="../ink/ink1346.xml"/><Relationship Id="rId120" Type="http://schemas.openxmlformats.org/officeDocument/2006/relationships/image" Target="../media/image1333.png"/><Relationship Id="rId141" Type="http://schemas.openxmlformats.org/officeDocument/2006/relationships/customXml" Target="../ink/ink1368.xml"/><Relationship Id="rId7" Type="http://schemas.openxmlformats.org/officeDocument/2006/relationships/image" Target="../media/image1280.png"/><Relationship Id="rId162" Type="http://schemas.openxmlformats.org/officeDocument/2006/relationships/customXml" Target="../ink/ink1379.xml"/><Relationship Id="rId183" Type="http://schemas.openxmlformats.org/officeDocument/2006/relationships/image" Target="../media/image1364.png"/><Relationship Id="rId218" Type="http://schemas.openxmlformats.org/officeDocument/2006/relationships/customXml" Target="../ink/ink1407.xml"/><Relationship Id="rId239" Type="http://schemas.openxmlformats.org/officeDocument/2006/relationships/image" Target="../media/image1392.png"/><Relationship Id="rId250" Type="http://schemas.openxmlformats.org/officeDocument/2006/relationships/customXml" Target="../ink/ink1423.xml"/><Relationship Id="rId271" Type="http://schemas.openxmlformats.org/officeDocument/2006/relationships/image" Target="../media/image1408.png"/><Relationship Id="rId292" Type="http://schemas.openxmlformats.org/officeDocument/2006/relationships/customXml" Target="../ink/ink1444.xml"/><Relationship Id="rId306" Type="http://schemas.openxmlformats.org/officeDocument/2006/relationships/customXml" Target="../ink/ink1451.xml"/><Relationship Id="rId24" Type="http://schemas.openxmlformats.org/officeDocument/2006/relationships/customXml" Target="../ink/ink1309.xml"/><Relationship Id="rId45" Type="http://schemas.openxmlformats.org/officeDocument/2006/relationships/image" Target="../media/image1299.png"/><Relationship Id="rId66" Type="http://schemas.openxmlformats.org/officeDocument/2006/relationships/customXml" Target="../ink/ink1330.xml"/><Relationship Id="rId87" Type="http://schemas.openxmlformats.org/officeDocument/2006/relationships/image" Target="../media/image1320.png"/><Relationship Id="rId110" Type="http://schemas.openxmlformats.org/officeDocument/2006/relationships/image" Target="../media/image1328.png"/><Relationship Id="rId131" Type="http://schemas.openxmlformats.org/officeDocument/2006/relationships/customXml" Target="../ink/ink1363.xml"/><Relationship Id="rId152" Type="http://schemas.openxmlformats.org/officeDocument/2006/relationships/customXml" Target="../ink/ink1374.xml"/><Relationship Id="rId173" Type="http://schemas.openxmlformats.org/officeDocument/2006/relationships/image" Target="../media/image1359.png"/><Relationship Id="rId194" Type="http://schemas.openxmlformats.org/officeDocument/2006/relationships/customXml" Target="../ink/ink1395.xml"/><Relationship Id="rId208" Type="http://schemas.openxmlformats.org/officeDocument/2006/relationships/customXml" Target="../ink/ink1402.xml"/><Relationship Id="rId229" Type="http://schemas.openxmlformats.org/officeDocument/2006/relationships/image" Target="../media/image1387.png"/><Relationship Id="rId240" Type="http://schemas.openxmlformats.org/officeDocument/2006/relationships/customXml" Target="../ink/ink1418.xml"/><Relationship Id="rId261" Type="http://schemas.openxmlformats.org/officeDocument/2006/relationships/image" Target="../media/image1403.png"/><Relationship Id="rId14" Type="http://schemas.openxmlformats.org/officeDocument/2006/relationships/customXml" Target="../ink/ink1304.xml"/><Relationship Id="rId35" Type="http://schemas.openxmlformats.org/officeDocument/2006/relationships/image" Target="../media/image1294.png"/><Relationship Id="rId56" Type="http://schemas.openxmlformats.org/officeDocument/2006/relationships/customXml" Target="../ink/ink1325.xml"/><Relationship Id="rId77" Type="http://schemas.openxmlformats.org/officeDocument/2006/relationships/image" Target="../media/image1315.png"/><Relationship Id="rId100" Type="http://schemas.openxmlformats.org/officeDocument/2006/relationships/image" Target="../media/image212.png"/><Relationship Id="rId282" Type="http://schemas.openxmlformats.org/officeDocument/2006/relationships/customXml" Target="../ink/ink1439.xml"/><Relationship Id="rId8" Type="http://schemas.openxmlformats.org/officeDocument/2006/relationships/customXml" Target="../ink/ink1301.xml"/><Relationship Id="rId98" Type="http://schemas.openxmlformats.org/officeDocument/2006/relationships/image" Target="../media/image1323.png"/><Relationship Id="rId121" Type="http://schemas.openxmlformats.org/officeDocument/2006/relationships/customXml" Target="../ink/ink1358.xml"/><Relationship Id="rId142" Type="http://schemas.openxmlformats.org/officeDocument/2006/relationships/image" Target="../media/image1344.png"/><Relationship Id="rId163" Type="http://schemas.openxmlformats.org/officeDocument/2006/relationships/image" Target="../media/image1354.png"/><Relationship Id="rId184" Type="http://schemas.openxmlformats.org/officeDocument/2006/relationships/customXml" Target="../ink/ink1390.xml"/><Relationship Id="rId219" Type="http://schemas.openxmlformats.org/officeDocument/2006/relationships/image" Target="../media/image1382.png"/><Relationship Id="rId230" Type="http://schemas.openxmlformats.org/officeDocument/2006/relationships/customXml" Target="../ink/ink1413.xml"/><Relationship Id="rId251" Type="http://schemas.openxmlformats.org/officeDocument/2006/relationships/image" Target="../media/image1398.png"/><Relationship Id="rId25" Type="http://schemas.openxmlformats.org/officeDocument/2006/relationships/image" Target="../media/image1289.png"/><Relationship Id="rId46" Type="http://schemas.openxmlformats.org/officeDocument/2006/relationships/customXml" Target="../ink/ink1320.xml"/><Relationship Id="rId67" Type="http://schemas.openxmlformats.org/officeDocument/2006/relationships/image" Target="../media/image1310.png"/><Relationship Id="rId272" Type="http://schemas.openxmlformats.org/officeDocument/2006/relationships/customXml" Target="../ink/ink1434.xml"/><Relationship Id="rId293" Type="http://schemas.openxmlformats.org/officeDocument/2006/relationships/image" Target="../media/image1419.png"/><Relationship Id="rId307" Type="http://schemas.openxmlformats.org/officeDocument/2006/relationships/image" Target="../media/image1426.png"/><Relationship Id="rId88" Type="http://schemas.openxmlformats.org/officeDocument/2006/relationships/customXml" Target="../ink/ink1341.xml"/><Relationship Id="rId111" Type="http://schemas.openxmlformats.org/officeDocument/2006/relationships/customXml" Target="../ink/ink1353.xml"/><Relationship Id="rId132" Type="http://schemas.openxmlformats.org/officeDocument/2006/relationships/image" Target="../media/image1339.png"/><Relationship Id="rId153" Type="http://schemas.openxmlformats.org/officeDocument/2006/relationships/image" Target="../media/image1349.png"/><Relationship Id="rId174" Type="http://schemas.openxmlformats.org/officeDocument/2006/relationships/customXml" Target="../ink/ink1385.xml"/><Relationship Id="rId195" Type="http://schemas.openxmlformats.org/officeDocument/2006/relationships/image" Target="../media/image1370.png"/><Relationship Id="rId209" Type="http://schemas.openxmlformats.org/officeDocument/2006/relationships/image" Target="../media/image1377.png"/><Relationship Id="rId220" Type="http://schemas.openxmlformats.org/officeDocument/2006/relationships/customXml" Target="../ink/ink1408.xml"/><Relationship Id="rId241" Type="http://schemas.openxmlformats.org/officeDocument/2006/relationships/image" Target="../media/image1393.png"/><Relationship Id="rId15" Type="http://schemas.openxmlformats.org/officeDocument/2006/relationships/image" Target="../media/image1284.png"/><Relationship Id="rId36" Type="http://schemas.openxmlformats.org/officeDocument/2006/relationships/customXml" Target="../ink/ink1315.xml"/><Relationship Id="rId57" Type="http://schemas.openxmlformats.org/officeDocument/2006/relationships/image" Target="../media/image1305.png"/><Relationship Id="rId262" Type="http://schemas.openxmlformats.org/officeDocument/2006/relationships/customXml" Target="../ink/ink1429.xml"/><Relationship Id="rId283" Type="http://schemas.openxmlformats.org/officeDocument/2006/relationships/image" Target="../media/image1414.png"/><Relationship Id="rId78" Type="http://schemas.openxmlformats.org/officeDocument/2006/relationships/customXml" Target="../ink/ink1336.xml"/><Relationship Id="rId99" Type="http://schemas.openxmlformats.org/officeDocument/2006/relationships/customXml" Target="../ink/ink1347.xml"/><Relationship Id="rId101" Type="http://schemas.openxmlformats.org/officeDocument/2006/relationships/customXml" Target="../ink/ink1348.xml"/><Relationship Id="rId122" Type="http://schemas.openxmlformats.org/officeDocument/2006/relationships/image" Target="../media/image1334.png"/><Relationship Id="rId143" Type="http://schemas.openxmlformats.org/officeDocument/2006/relationships/customXml" Target="../ink/ink1369.xml"/><Relationship Id="rId164" Type="http://schemas.openxmlformats.org/officeDocument/2006/relationships/customXml" Target="../ink/ink1380.xml"/><Relationship Id="rId185" Type="http://schemas.openxmlformats.org/officeDocument/2006/relationships/image" Target="../media/image1365.png"/><Relationship Id="rId9" Type="http://schemas.openxmlformats.org/officeDocument/2006/relationships/image" Target="../media/image1281.png"/><Relationship Id="rId210" Type="http://schemas.openxmlformats.org/officeDocument/2006/relationships/customXml" Target="../ink/ink1403.xml"/><Relationship Id="rId26" Type="http://schemas.openxmlformats.org/officeDocument/2006/relationships/customXml" Target="../ink/ink1310.xml"/><Relationship Id="rId231" Type="http://schemas.openxmlformats.org/officeDocument/2006/relationships/image" Target="../media/image1388.png"/><Relationship Id="rId252" Type="http://schemas.openxmlformats.org/officeDocument/2006/relationships/customXml" Target="../ink/ink1424.xml"/><Relationship Id="rId273" Type="http://schemas.openxmlformats.org/officeDocument/2006/relationships/image" Target="../media/image1409.png"/><Relationship Id="rId294" Type="http://schemas.openxmlformats.org/officeDocument/2006/relationships/customXml" Target="../ink/ink1445.xml"/><Relationship Id="rId47" Type="http://schemas.openxmlformats.org/officeDocument/2006/relationships/image" Target="../media/image1300.png"/><Relationship Id="rId68" Type="http://schemas.openxmlformats.org/officeDocument/2006/relationships/customXml" Target="../ink/ink1331.xml"/><Relationship Id="rId89" Type="http://schemas.openxmlformats.org/officeDocument/2006/relationships/image" Target="../media/image1321.png"/><Relationship Id="rId112" Type="http://schemas.openxmlformats.org/officeDocument/2006/relationships/image" Target="../media/image1329.png"/><Relationship Id="rId133" Type="http://schemas.openxmlformats.org/officeDocument/2006/relationships/customXml" Target="../ink/ink1364.xml"/><Relationship Id="rId154" Type="http://schemas.openxmlformats.org/officeDocument/2006/relationships/customXml" Target="../ink/ink1375.xml"/><Relationship Id="rId175" Type="http://schemas.openxmlformats.org/officeDocument/2006/relationships/image" Target="../media/image1360.png"/><Relationship Id="rId196" Type="http://schemas.openxmlformats.org/officeDocument/2006/relationships/customXml" Target="../ink/ink1396.xml"/><Relationship Id="rId200" Type="http://schemas.openxmlformats.org/officeDocument/2006/relationships/customXml" Target="../ink/ink1398.xml"/><Relationship Id="rId16" Type="http://schemas.openxmlformats.org/officeDocument/2006/relationships/customXml" Target="../ink/ink1305.xml"/><Relationship Id="rId221" Type="http://schemas.openxmlformats.org/officeDocument/2006/relationships/image" Target="../media/image1383.png"/><Relationship Id="rId242" Type="http://schemas.openxmlformats.org/officeDocument/2006/relationships/customXml" Target="../ink/ink1419.xml"/><Relationship Id="rId263" Type="http://schemas.openxmlformats.org/officeDocument/2006/relationships/image" Target="../media/image1404.png"/><Relationship Id="rId284" Type="http://schemas.openxmlformats.org/officeDocument/2006/relationships/customXml" Target="../ink/ink1440.xml"/><Relationship Id="rId37" Type="http://schemas.openxmlformats.org/officeDocument/2006/relationships/image" Target="../media/image1295.png"/><Relationship Id="rId58" Type="http://schemas.openxmlformats.org/officeDocument/2006/relationships/customXml" Target="../ink/ink1326.xml"/><Relationship Id="rId79" Type="http://schemas.openxmlformats.org/officeDocument/2006/relationships/image" Target="../media/image1316.png"/><Relationship Id="rId102" Type="http://schemas.openxmlformats.org/officeDocument/2006/relationships/image" Target="../media/image1324.png"/><Relationship Id="rId123" Type="http://schemas.openxmlformats.org/officeDocument/2006/relationships/customXml" Target="../ink/ink1359.xml"/><Relationship Id="rId144" Type="http://schemas.openxmlformats.org/officeDocument/2006/relationships/image" Target="../media/image1345.png"/><Relationship Id="rId90" Type="http://schemas.openxmlformats.org/officeDocument/2006/relationships/customXml" Target="../ink/ink1342.xml"/><Relationship Id="rId165" Type="http://schemas.openxmlformats.org/officeDocument/2006/relationships/image" Target="../media/image1355.png"/><Relationship Id="rId186" Type="http://schemas.openxmlformats.org/officeDocument/2006/relationships/customXml" Target="../ink/ink1391.xml"/><Relationship Id="rId211" Type="http://schemas.openxmlformats.org/officeDocument/2006/relationships/image" Target="../media/image1378.png"/><Relationship Id="rId232" Type="http://schemas.openxmlformats.org/officeDocument/2006/relationships/customXml" Target="../ink/ink1414.xml"/><Relationship Id="rId253" Type="http://schemas.openxmlformats.org/officeDocument/2006/relationships/image" Target="../media/image1399.png"/><Relationship Id="rId274" Type="http://schemas.openxmlformats.org/officeDocument/2006/relationships/customXml" Target="../ink/ink1435.xml"/><Relationship Id="rId295" Type="http://schemas.openxmlformats.org/officeDocument/2006/relationships/image" Target="../media/image1420.png"/><Relationship Id="rId27" Type="http://schemas.openxmlformats.org/officeDocument/2006/relationships/image" Target="../media/image1290.png"/><Relationship Id="rId48" Type="http://schemas.openxmlformats.org/officeDocument/2006/relationships/customXml" Target="../ink/ink1321.xml"/><Relationship Id="rId69" Type="http://schemas.openxmlformats.org/officeDocument/2006/relationships/image" Target="../media/image1311.png"/><Relationship Id="rId113" Type="http://schemas.openxmlformats.org/officeDocument/2006/relationships/customXml" Target="../ink/ink1354.xml"/><Relationship Id="rId134" Type="http://schemas.openxmlformats.org/officeDocument/2006/relationships/image" Target="../media/image1340.png"/><Relationship Id="rId80" Type="http://schemas.openxmlformats.org/officeDocument/2006/relationships/customXml" Target="../ink/ink1337.xml"/><Relationship Id="rId155" Type="http://schemas.openxmlformats.org/officeDocument/2006/relationships/image" Target="../media/image1350.png"/><Relationship Id="rId176" Type="http://schemas.openxmlformats.org/officeDocument/2006/relationships/customXml" Target="../ink/ink1386.xml"/><Relationship Id="rId197" Type="http://schemas.openxmlformats.org/officeDocument/2006/relationships/image" Target="../media/image1371.png"/><Relationship Id="rId201" Type="http://schemas.openxmlformats.org/officeDocument/2006/relationships/image" Target="../media/image1373.png"/><Relationship Id="rId222" Type="http://schemas.openxmlformats.org/officeDocument/2006/relationships/customXml" Target="../ink/ink1409.xml"/><Relationship Id="rId243" Type="http://schemas.openxmlformats.org/officeDocument/2006/relationships/image" Target="../media/image1394.png"/><Relationship Id="rId264" Type="http://schemas.openxmlformats.org/officeDocument/2006/relationships/customXml" Target="../ink/ink1430.xml"/><Relationship Id="rId285" Type="http://schemas.openxmlformats.org/officeDocument/2006/relationships/image" Target="../media/image1415.png"/><Relationship Id="rId17" Type="http://schemas.openxmlformats.org/officeDocument/2006/relationships/image" Target="../media/image1285.png"/><Relationship Id="rId38" Type="http://schemas.openxmlformats.org/officeDocument/2006/relationships/customXml" Target="../ink/ink1316.xml"/><Relationship Id="rId59" Type="http://schemas.openxmlformats.org/officeDocument/2006/relationships/image" Target="../media/image1306.png"/><Relationship Id="rId103" Type="http://schemas.openxmlformats.org/officeDocument/2006/relationships/customXml" Target="../ink/ink1349.xml"/><Relationship Id="rId124" Type="http://schemas.openxmlformats.org/officeDocument/2006/relationships/image" Target="../media/image1335.png"/><Relationship Id="rId70" Type="http://schemas.openxmlformats.org/officeDocument/2006/relationships/customXml" Target="../ink/ink1332.xml"/><Relationship Id="rId91" Type="http://schemas.openxmlformats.org/officeDocument/2006/relationships/image" Target="../media/image1322.png"/><Relationship Id="rId145" Type="http://schemas.openxmlformats.org/officeDocument/2006/relationships/customXml" Target="../ink/ink1370.xml"/><Relationship Id="rId166" Type="http://schemas.openxmlformats.org/officeDocument/2006/relationships/customXml" Target="../ink/ink1381.xml"/><Relationship Id="rId187" Type="http://schemas.openxmlformats.org/officeDocument/2006/relationships/image" Target="../media/image136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404.xml"/><Relationship Id="rId233" Type="http://schemas.openxmlformats.org/officeDocument/2006/relationships/image" Target="../media/image1389.png"/><Relationship Id="rId254" Type="http://schemas.openxmlformats.org/officeDocument/2006/relationships/customXml" Target="../ink/ink1425.xml"/><Relationship Id="rId28" Type="http://schemas.openxmlformats.org/officeDocument/2006/relationships/customXml" Target="../ink/ink1311.xml"/><Relationship Id="rId49" Type="http://schemas.openxmlformats.org/officeDocument/2006/relationships/image" Target="../media/image1301.png"/><Relationship Id="rId114" Type="http://schemas.openxmlformats.org/officeDocument/2006/relationships/image" Target="../media/image1330.png"/><Relationship Id="rId275" Type="http://schemas.openxmlformats.org/officeDocument/2006/relationships/image" Target="../media/image1410.png"/><Relationship Id="rId296" Type="http://schemas.openxmlformats.org/officeDocument/2006/relationships/customXml" Target="../ink/ink1446.xml"/><Relationship Id="rId300" Type="http://schemas.openxmlformats.org/officeDocument/2006/relationships/customXml" Target="../ink/ink1448.xml"/><Relationship Id="rId60" Type="http://schemas.openxmlformats.org/officeDocument/2006/relationships/customXml" Target="../ink/ink1327.xml"/><Relationship Id="rId81" Type="http://schemas.openxmlformats.org/officeDocument/2006/relationships/image" Target="../media/image1317.png"/><Relationship Id="rId135" Type="http://schemas.openxmlformats.org/officeDocument/2006/relationships/customXml" Target="../ink/ink1365.xml"/><Relationship Id="rId156" Type="http://schemas.openxmlformats.org/officeDocument/2006/relationships/customXml" Target="../ink/ink1376.xml"/><Relationship Id="rId177" Type="http://schemas.openxmlformats.org/officeDocument/2006/relationships/image" Target="../media/image1361.png"/><Relationship Id="rId198" Type="http://schemas.openxmlformats.org/officeDocument/2006/relationships/customXml" Target="../ink/ink1397.xml"/><Relationship Id="rId202" Type="http://schemas.openxmlformats.org/officeDocument/2006/relationships/customXml" Target="../ink/ink1399.xml"/><Relationship Id="rId223" Type="http://schemas.openxmlformats.org/officeDocument/2006/relationships/image" Target="../media/image1384.png"/><Relationship Id="rId244" Type="http://schemas.openxmlformats.org/officeDocument/2006/relationships/customXml" Target="../ink/ink1420.xml"/><Relationship Id="rId18" Type="http://schemas.openxmlformats.org/officeDocument/2006/relationships/customXml" Target="../ink/ink1306.xml"/><Relationship Id="rId39" Type="http://schemas.openxmlformats.org/officeDocument/2006/relationships/image" Target="../media/image1296.png"/><Relationship Id="rId265" Type="http://schemas.openxmlformats.org/officeDocument/2006/relationships/image" Target="../media/image1405.png"/><Relationship Id="rId286" Type="http://schemas.openxmlformats.org/officeDocument/2006/relationships/customXml" Target="../ink/ink1441.xml"/><Relationship Id="rId50" Type="http://schemas.openxmlformats.org/officeDocument/2006/relationships/customXml" Target="../ink/ink1322.xml"/><Relationship Id="rId104" Type="http://schemas.openxmlformats.org/officeDocument/2006/relationships/image" Target="../media/image1325.png"/><Relationship Id="rId125" Type="http://schemas.openxmlformats.org/officeDocument/2006/relationships/customXml" Target="../ink/ink1360.xml"/><Relationship Id="rId146" Type="http://schemas.openxmlformats.org/officeDocument/2006/relationships/image" Target="../media/image1346.png"/><Relationship Id="rId167" Type="http://schemas.openxmlformats.org/officeDocument/2006/relationships/image" Target="../media/image1356.png"/><Relationship Id="rId188" Type="http://schemas.openxmlformats.org/officeDocument/2006/relationships/customXml" Target="../ink/ink1392.xml"/><Relationship Id="rId71" Type="http://schemas.openxmlformats.org/officeDocument/2006/relationships/image" Target="../media/image1312.png"/><Relationship Id="rId92" Type="http://schemas.openxmlformats.org/officeDocument/2006/relationships/customXml" Target="../ink/ink1343.xml"/><Relationship Id="rId213" Type="http://schemas.openxmlformats.org/officeDocument/2006/relationships/image" Target="../media/image1379.png"/><Relationship Id="rId234" Type="http://schemas.openxmlformats.org/officeDocument/2006/relationships/customXml" Target="../ink/ink1415.xml"/><Relationship Id="rId2" Type="http://schemas.openxmlformats.org/officeDocument/2006/relationships/customXml" Target="../ink/ink1298.xml"/><Relationship Id="rId29" Type="http://schemas.openxmlformats.org/officeDocument/2006/relationships/image" Target="../media/image1291.png"/><Relationship Id="rId255" Type="http://schemas.openxmlformats.org/officeDocument/2006/relationships/image" Target="../media/image1400.png"/><Relationship Id="rId276" Type="http://schemas.openxmlformats.org/officeDocument/2006/relationships/customXml" Target="../ink/ink1436.xml"/><Relationship Id="rId297" Type="http://schemas.openxmlformats.org/officeDocument/2006/relationships/image" Target="../media/image1421.png"/><Relationship Id="rId40" Type="http://schemas.openxmlformats.org/officeDocument/2006/relationships/customXml" Target="../ink/ink1317.xml"/><Relationship Id="rId115" Type="http://schemas.openxmlformats.org/officeDocument/2006/relationships/customXml" Target="../ink/ink1355.xml"/><Relationship Id="rId136" Type="http://schemas.openxmlformats.org/officeDocument/2006/relationships/image" Target="../media/image1341.png"/><Relationship Id="rId157" Type="http://schemas.openxmlformats.org/officeDocument/2006/relationships/image" Target="../media/image1351.png"/><Relationship Id="rId178" Type="http://schemas.openxmlformats.org/officeDocument/2006/relationships/customXml" Target="../ink/ink1387.xml"/><Relationship Id="rId301" Type="http://schemas.openxmlformats.org/officeDocument/2006/relationships/image" Target="../media/image1423.png"/><Relationship Id="rId61" Type="http://schemas.openxmlformats.org/officeDocument/2006/relationships/image" Target="../media/image1307.png"/><Relationship Id="rId82" Type="http://schemas.openxmlformats.org/officeDocument/2006/relationships/customXml" Target="../ink/ink1338.xml"/><Relationship Id="rId199" Type="http://schemas.openxmlformats.org/officeDocument/2006/relationships/image" Target="../media/image1372.png"/><Relationship Id="rId203" Type="http://schemas.openxmlformats.org/officeDocument/2006/relationships/image" Target="../media/image1374.png"/><Relationship Id="rId19" Type="http://schemas.openxmlformats.org/officeDocument/2006/relationships/image" Target="../media/image1286.png"/><Relationship Id="rId224" Type="http://schemas.openxmlformats.org/officeDocument/2006/relationships/customXml" Target="../ink/ink1410.xml"/><Relationship Id="rId245" Type="http://schemas.openxmlformats.org/officeDocument/2006/relationships/image" Target="../media/image1395.png"/><Relationship Id="rId266" Type="http://schemas.openxmlformats.org/officeDocument/2006/relationships/customXml" Target="../ink/ink1431.xml"/><Relationship Id="rId287" Type="http://schemas.openxmlformats.org/officeDocument/2006/relationships/image" Target="../media/image1416.png"/><Relationship Id="rId30" Type="http://schemas.openxmlformats.org/officeDocument/2006/relationships/customXml" Target="../ink/ink1312.xml"/><Relationship Id="rId105" Type="http://schemas.openxmlformats.org/officeDocument/2006/relationships/customXml" Target="../ink/ink1350.xml"/><Relationship Id="rId126" Type="http://schemas.openxmlformats.org/officeDocument/2006/relationships/image" Target="../media/image1336.png"/><Relationship Id="rId147" Type="http://schemas.openxmlformats.org/officeDocument/2006/relationships/customXml" Target="../ink/ink1371.xml"/><Relationship Id="rId168" Type="http://schemas.openxmlformats.org/officeDocument/2006/relationships/customXml" Target="../ink/ink1382.xml"/><Relationship Id="rId51" Type="http://schemas.openxmlformats.org/officeDocument/2006/relationships/image" Target="../media/image1302.png"/><Relationship Id="rId72" Type="http://schemas.openxmlformats.org/officeDocument/2006/relationships/customXml" Target="../ink/ink1333.xml"/><Relationship Id="rId93" Type="http://schemas.openxmlformats.org/officeDocument/2006/relationships/image" Target="../media/image1168.png"/><Relationship Id="rId189" Type="http://schemas.openxmlformats.org/officeDocument/2006/relationships/image" Target="../media/image1367.png"/><Relationship Id="rId3" Type="http://schemas.openxmlformats.org/officeDocument/2006/relationships/image" Target="../media/image1278.png"/><Relationship Id="rId214" Type="http://schemas.openxmlformats.org/officeDocument/2006/relationships/customXml" Target="../ink/ink1405.xml"/><Relationship Id="rId235" Type="http://schemas.openxmlformats.org/officeDocument/2006/relationships/image" Target="../media/image1390.png"/><Relationship Id="rId256" Type="http://schemas.openxmlformats.org/officeDocument/2006/relationships/customXml" Target="../ink/ink1426.xml"/><Relationship Id="rId277" Type="http://schemas.openxmlformats.org/officeDocument/2006/relationships/image" Target="../media/image1411.png"/><Relationship Id="rId298" Type="http://schemas.openxmlformats.org/officeDocument/2006/relationships/customXml" Target="../ink/ink1447.xml"/><Relationship Id="rId116" Type="http://schemas.openxmlformats.org/officeDocument/2006/relationships/image" Target="../media/image1331.png"/><Relationship Id="rId137" Type="http://schemas.openxmlformats.org/officeDocument/2006/relationships/customXml" Target="../ink/ink1366.xml"/><Relationship Id="rId158" Type="http://schemas.openxmlformats.org/officeDocument/2006/relationships/customXml" Target="../ink/ink1377.xml"/><Relationship Id="rId302" Type="http://schemas.openxmlformats.org/officeDocument/2006/relationships/customXml" Target="../ink/ink1449.xml"/><Relationship Id="rId20" Type="http://schemas.openxmlformats.org/officeDocument/2006/relationships/customXml" Target="../ink/ink1307.xml"/><Relationship Id="rId41" Type="http://schemas.openxmlformats.org/officeDocument/2006/relationships/image" Target="../media/image1297.png"/><Relationship Id="rId62" Type="http://schemas.openxmlformats.org/officeDocument/2006/relationships/customXml" Target="../ink/ink1328.xml"/><Relationship Id="rId83" Type="http://schemas.openxmlformats.org/officeDocument/2006/relationships/image" Target="../media/image1318.png"/><Relationship Id="rId179" Type="http://schemas.openxmlformats.org/officeDocument/2006/relationships/image" Target="../media/image1362.png"/><Relationship Id="rId190" Type="http://schemas.openxmlformats.org/officeDocument/2006/relationships/customXml" Target="../ink/ink1393.xml"/><Relationship Id="rId204" Type="http://schemas.openxmlformats.org/officeDocument/2006/relationships/customXml" Target="../ink/ink1400.xml"/><Relationship Id="rId225" Type="http://schemas.openxmlformats.org/officeDocument/2006/relationships/image" Target="../media/image1385.png"/><Relationship Id="rId246" Type="http://schemas.openxmlformats.org/officeDocument/2006/relationships/customXml" Target="../ink/ink1421.xml"/><Relationship Id="rId267" Type="http://schemas.openxmlformats.org/officeDocument/2006/relationships/image" Target="../media/image1406.png"/><Relationship Id="rId288" Type="http://schemas.openxmlformats.org/officeDocument/2006/relationships/customXml" Target="../ink/ink1442.xml"/><Relationship Id="rId106" Type="http://schemas.openxmlformats.org/officeDocument/2006/relationships/image" Target="../media/image1326.png"/><Relationship Id="rId127" Type="http://schemas.openxmlformats.org/officeDocument/2006/relationships/customXml" Target="../ink/ink1361.xml"/><Relationship Id="rId10" Type="http://schemas.openxmlformats.org/officeDocument/2006/relationships/customXml" Target="../ink/ink1302.xml"/><Relationship Id="rId31" Type="http://schemas.openxmlformats.org/officeDocument/2006/relationships/image" Target="../media/image1292.png"/><Relationship Id="rId52" Type="http://schemas.openxmlformats.org/officeDocument/2006/relationships/customXml" Target="../ink/ink1323.xml"/><Relationship Id="rId73" Type="http://schemas.openxmlformats.org/officeDocument/2006/relationships/image" Target="../media/image1313.png"/><Relationship Id="rId94" Type="http://schemas.openxmlformats.org/officeDocument/2006/relationships/customXml" Target="../ink/ink1344.xml"/><Relationship Id="rId148" Type="http://schemas.openxmlformats.org/officeDocument/2006/relationships/image" Target="../media/image1347.png"/><Relationship Id="rId169" Type="http://schemas.openxmlformats.org/officeDocument/2006/relationships/image" Target="../media/image1357.png"/><Relationship Id="rId4" Type="http://schemas.openxmlformats.org/officeDocument/2006/relationships/customXml" Target="../ink/ink1299.xml"/><Relationship Id="rId180" Type="http://schemas.openxmlformats.org/officeDocument/2006/relationships/customXml" Target="../ink/ink1388.xml"/><Relationship Id="rId215" Type="http://schemas.openxmlformats.org/officeDocument/2006/relationships/image" Target="../media/image1380.png"/><Relationship Id="rId236" Type="http://schemas.openxmlformats.org/officeDocument/2006/relationships/customXml" Target="../ink/ink1416.xml"/><Relationship Id="rId257" Type="http://schemas.openxmlformats.org/officeDocument/2006/relationships/image" Target="../media/image1401.png"/><Relationship Id="rId278" Type="http://schemas.openxmlformats.org/officeDocument/2006/relationships/customXml" Target="../ink/ink1437.xml"/><Relationship Id="rId303" Type="http://schemas.openxmlformats.org/officeDocument/2006/relationships/image" Target="../media/image1424.png"/><Relationship Id="rId42" Type="http://schemas.openxmlformats.org/officeDocument/2006/relationships/customXml" Target="../ink/ink1318.xml"/><Relationship Id="rId84" Type="http://schemas.openxmlformats.org/officeDocument/2006/relationships/customXml" Target="../ink/ink1339.xml"/><Relationship Id="rId138" Type="http://schemas.openxmlformats.org/officeDocument/2006/relationships/image" Target="../media/image1342.png"/><Relationship Id="rId191" Type="http://schemas.openxmlformats.org/officeDocument/2006/relationships/image" Target="../media/image1368.png"/><Relationship Id="rId205" Type="http://schemas.openxmlformats.org/officeDocument/2006/relationships/image" Target="../media/image1375.png"/><Relationship Id="rId247" Type="http://schemas.openxmlformats.org/officeDocument/2006/relationships/image" Target="../media/image1396.png"/><Relationship Id="rId107" Type="http://schemas.openxmlformats.org/officeDocument/2006/relationships/customXml" Target="../ink/ink1351.xml"/><Relationship Id="rId289" Type="http://schemas.openxmlformats.org/officeDocument/2006/relationships/image" Target="../media/image1417.png"/><Relationship Id="rId11" Type="http://schemas.openxmlformats.org/officeDocument/2006/relationships/image" Target="../media/image1282.png"/><Relationship Id="rId53" Type="http://schemas.openxmlformats.org/officeDocument/2006/relationships/image" Target="../media/image1303.png"/><Relationship Id="rId149" Type="http://schemas.openxmlformats.org/officeDocument/2006/relationships/customXml" Target="../ink/ink1372.xml"/><Relationship Id="rId95" Type="http://schemas.openxmlformats.org/officeDocument/2006/relationships/customXml" Target="../ink/ink1345.xml"/><Relationship Id="rId160" Type="http://schemas.openxmlformats.org/officeDocument/2006/relationships/customXml" Target="../ink/ink1378.xml"/><Relationship Id="rId216" Type="http://schemas.openxmlformats.org/officeDocument/2006/relationships/customXml" Target="../ink/ink1406.xml"/><Relationship Id="rId258" Type="http://schemas.openxmlformats.org/officeDocument/2006/relationships/customXml" Target="../ink/ink1427.xml"/><Relationship Id="rId22" Type="http://schemas.openxmlformats.org/officeDocument/2006/relationships/customXml" Target="../ink/ink1308.xml"/><Relationship Id="rId64" Type="http://schemas.openxmlformats.org/officeDocument/2006/relationships/customXml" Target="../ink/ink1329.xml"/><Relationship Id="rId118" Type="http://schemas.openxmlformats.org/officeDocument/2006/relationships/image" Target="../media/image1332.png"/><Relationship Id="rId171" Type="http://schemas.openxmlformats.org/officeDocument/2006/relationships/image" Target="../media/image1358.png"/><Relationship Id="rId227" Type="http://schemas.openxmlformats.org/officeDocument/2006/relationships/image" Target="../media/image1386.png"/><Relationship Id="rId269" Type="http://schemas.openxmlformats.org/officeDocument/2006/relationships/image" Target="../media/image1407.png"/><Relationship Id="rId33" Type="http://schemas.openxmlformats.org/officeDocument/2006/relationships/image" Target="../media/image1293.png"/><Relationship Id="rId129" Type="http://schemas.openxmlformats.org/officeDocument/2006/relationships/customXml" Target="../ink/ink1362.xml"/><Relationship Id="rId280" Type="http://schemas.openxmlformats.org/officeDocument/2006/relationships/customXml" Target="../ink/ink1438.xml"/><Relationship Id="rId75" Type="http://schemas.openxmlformats.org/officeDocument/2006/relationships/image" Target="../media/image1314.png"/><Relationship Id="rId140" Type="http://schemas.openxmlformats.org/officeDocument/2006/relationships/image" Target="../media/image1343.png"/><Relationship Id="rId182" Type="http://schemas.openxmlformats.org/officeDocument/2006/relationships/customXml" Target="../ink/ink1389.xml"/><Relationship Id="rId6" Type="http://schemas.openxmlformats.org/officeDocument/2006/relationships/customXml" Target="../ink/ink1300.xml"/><Relationship Id="rId238" Type="http://schemas.openxmlformats.org/officeDocument/2006/relationships/customXml" Target="../ink/ink1417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84.png"/><Relationship Id="rId21" Type="http://schemas.openxmlformats.org/officeDocument/2006/relationships/image" Target="../media/image1436.png"/><Relationship Id="rId63" Type="http://schemas.openxmlformats.org/officeDocument/2006/relationships/image" Target="../media/image1457.png"/><Relationship Id="rId159" Type="http://schemas.openxmlformats.org/officeDocument/2006/relationships/image" Target="../media/image1505.png"/><Relationship Id="rId170" Type="http://schemas.openxmlformats.org/officeDocument/2006/relationships/customXml" Target="../ink/ink1536.xml"/><Relationship Id="rId226" Type="http://schemas.openxmlformats.org/officeDocument/2006/relationships/customXml" Target="../ink/ink1564.xml"/><Relationship Id="rId268" Type="http://schemas.openxmlformats.org/officeDocument/2006/relationships/customXml" Target="../ink/ink1585.xml"/><Relationship Id="rId32" Type="http://schemas.openxmlformats.org/officeDocument/2006/relationships/customXml" Target="../ink/ink1467.xml"/><Relationship Id="rId74" Type="http://schemas.openxmlformats.org/officeDocument/2006/relationships/customXml" Target="../ink/ink1488.xml"/><Relationship Id="rId128" Type="http://schemas.openxmlformats.org/officeDocument/2006/relationships/customXml" Target="../ink/ink1515.xml"/><Relationship Id="rId5" Type="http://schemas.openxmlformats.org/officeDocument/2006/relationships/image" Target="../media/image1428.png"/><Relationship Id="rId181" Type="http://schemas.openxmlformats.org/officeDocument/2006/relationships/image" Target="../media/image1516.png"/><Relationship Id="rId237" Type="http://schemas.openxmlformats.org/officeDocument/2006/relationships/image" Target="../media/image1544.png"/><Relationship Id="rId279" Type="http://schemas.openxmlformats.org/officeDocument/2006/relationships/image" Target="../media/image1565.png"/><Relationship Id="rId43" Type="http://schemas.openxmlformats.org/officeDocument/2006/relationships/image" Target="../media/image1447.png"/><Relationship Id="rId139" Type="http://schemas.openxmlformats.org/officeDocument/2006/relationships/image" Target="../media/image1495.png"/><Relationship Id="rId290" Type="http://schemas.openxmlformats.org/officeDocument/2006/relationships/customXml" Target="../ink/ink1596.xml"/><Relationship Id="rId85" Type="http://schemas.openxmlformats.org/officeDocument/2006/relationships/image" Target="../media/image1468.png"/><Relationship Id="rId150" Type="http://schemas.openxmlformats.org/officeDocument/2006/relationships/customXml" Target="../ink/ink1526.xml"/><Relationship Id="rId192" Type="http://schemas.openxmlformats.org/officeDocument/2006/relationships/customXml" Target="../ink/ink1547.xml"/><Relationship Id="rId206" Type="http://schemas.openxmlformats.org/officeDocument/2006/relationships/customXml" Target="../ink/ink1554.xml"/><Relationship Id="rId248" Type="http://schemas.openxmlformats.org/officeDocument/2006/relationships/customXml" Target="../ink/ink1575.xml"/><Relationship Id="rId12" Type="http://schemas.openxmlformats.org/officeDocument/2006/relationships/customXml" Target="../ink/ink1457.xml"/><Relationship Id="rId33" Type="http://schemas.openxmlformats.org/officeDocument/2006/relationships/image" Target="../media/image1442.png"/><Relationship Id="rId108" Type="http://schemas.openxmlformats.org/officeDocument/2006/relationships/customXml" Target="../ink/ink1505.xml"/><Relationship Id="rId129" Type="http://schemas.openxmlformats.org/officeDocument/2006/relationships/image" Target="../media/image1490.png"/><Relationship Id="rId280" Type="http://schemas.openxmlformats.org/officeDocument/2006/relationships/customXml" Target="../ink/ink1591.xml"/><Relationship Id="rId54" Type="http://schemas.openxmlformats.org/officeDocument/2006/relationships/customXml" Target="../ink/ink1478.xml"/><Relationship Id="rId75" Type="http://schemas.openxmlformats.org/officeDocument/2006/relationships/image" Target="../media/image1463.png"/><Relationship Id="rId96" Type="http://schemas.openxmlformats.org/officeDocument/2006/relationships/customXml" Target="../ink/ink1499.xml"/><Relationship Id="rId140" Type="http://schemas.openxmlformats.org/officeDocument/2006/relationships/customXml" Target="../ink/ink1521.xml"/><Relationship Id="rId161" Type="http://schemas.openxmlformats.org/officeDocument/2006/relationships/image" Target="../media/image1506.png"/><Relationship Id="rId182" Type="http://schemas.openxmlformats.org/officeDocument/2006/relationships/customXml" Target="../ink/ink1542.xml"/><Relationship Id="rId217" Type="http://schemas.openxmlformats.org/officeDocument/2006/relationships/image" Target="../media/image1534.png"/><Relationship Id="rId6" Type="http://schemas.openxmlformats.org/officeDocument/2006/relationships/customXml" Target="../ink/ink1454.xml"/><Relationship Id="rId238" Type="http://schemas.openxmlformats.org/officeDocument/2006/relationships/customXml" Target="../ink/ink1570.xml"/><Relationship Id="rId259" Type="http://schemas.openxmlformats.org/officeDocument/2006/relationships/image" Target="../media/image1555.png"/><Relationship Id="rId23" Type="http://schemas.openxmlformats.org/officeDocument/2006/relationships/image" Target="../media/image1437.png"/><Relationship Id="rId119" Type="http://schemas.openxmlformats.org/officeDocument/2006/relationships/image" Target="../media/image1485.png"/><Relationship Id="rId270" Type="http://schemas.openxmlformats.org/officeDocument/2006/relationships/customXml" Target="../ink/ink1586.xml"/><Relationship Id="rId291" Type="http://schemas.openxmlformats.org/officeDocument/2006/relationships/image" Target="../media/image1571.png"/><Relationship Id="rId44" Type="http://schemas.openxmlformats.org/officeDocument/2006/relationships/customXml" Target="../ink/ink1473.xml"/><Relationship Id="rId65" Type="http://schemas.openxmlformats.org/officeDocument/2006/relationships/image" Target="../media/image1458.png"/><Relationship Id="rId86" Type="http://schemas.openxmlformats.org/officeDocument/2006/relationships/customXml" Target="../ink/ink1494.xml"/><Relationship Id="rId130" Type="http://schemas.openxmlformats.org/officeDocument/2006/relationships/customXml" Target="../ink/ink1516.xml"/><Relationship Id="rId151" Type="http://schemas.openxmlformats.org/officeDocument/2006/relationships/image" Target="../media/image1501.png"/><Relationship Id="rId172" Type="http://schemas.openxmlformats.org/officeDocument/2006/relationships/customXml" Target="../ink/ink1537.xml"/><Relationship Id="rId193" Type="http://schemas.openxmlformats.org/officeDocument/2006/relationships/image" Target="../media/image1522.png"/><Relationship Id="rId207" Type="http://schemas.openxmlformats.org/officeDocument/2006/relationships/image" Target="../media/image1529.png"/><Relationship Id="rId228" Type="http://schemas.openxmlformats.org/officeDocument/2006/relationships/customXml" Target="../ink/ink1565.xml"/><Relationship Id="rId249" Type="http://schemas.openxmlformats.org/officeDocument/2006/relationships/image" Target="../media/image1550.png"/><Relationship Id="rId13" Type="http://schemas.openxmlformats.org/officeDocument/2006/relationships/image" Target="../media/image1432.png"/><Relationship Id="rId109" Type="http://schemas.openxmlformats.org/officeDocument/2006/relationships/image" Target="../media/image1480.png"/><Relationship Id="rId260" Type="http://schemas.openxmlformats.org/officeDocument/2006/relationships/customXml" Target="../ink/ink1581.xml"/><Relationship Id="rId281" Type="http://schemas.openxmlformats.org/officeDocument/2006/relationships/image" Target="../media/image1566.png"/><Relationship Id="rId34" Type="http://schemas.openxmlformats.org/officeDocument/2006/relationships/customXml" Target="../ink/ink1468.xml"/><Relationship Id="rId55" Type="http://schemas.openxmlformats.org/officeDocument/2006/relationships/image" Target="../media/image1453.png"/><Relationship Id="rId76" Type="http://schemas.openxmlformats.org/officeDocument/2006/relationships/customXml" Target="../ink/ink1489.xml"/><Relationship Id="rId97" Type="http://schemas.openxmlformats.org/officeDocument/2006/relationships/image" Target="../media/image1474.png"/><Relationship Id="rId120" Type="http://schemas.openxmlformats.org/officeDocument/2006/relationships/customXml" Target="../ink/ink1511.xml"/><Relationship Id="rId141" Type="http://schemas.openxmlformats.org/officeDocument/2006/relationships/image" Target="../media/image1496.png"/><Relationship Id="rId7" Type="http://schemas.openxmlformats.org/officeDocument/2006/relationships/image" Target="../media/image1429.png"/><Relationship Id="rId162" Type="http://schemas.openxmlformats.org/officeDocument/2006/relationships/customXml" Target="../ink/ink1532.xml"/><Relationship Id="rId183" Type="http://schemas.openxmlformats.org/officeDocument/2006/relationships/image" Target="../media/image1517.png"/><Relationship Id="rId218" Type="http://schemas.openxmlformats.org/officeDocument/2006/relationships/customXml" Target="../ink/ink1560.xml"/><Relationship Id="rId239" Type="http://schemas.openxmlformats.org/officeDocument/2006/relationships/image" Target="../media/image1545.png"/><Relationship Id="rId250" Type="http://schemas.openxmlformats.org/officeDocument/2006/relationships/customXml" Target="../ink/ink1576.xml"/><Relationship Id="rId271" Type="http://schemas.openxmlformats.org/officeDocument/2006/relationships/image" Target="../media/image1561.png"/><Relationship Id="rId292" Type="http://schemas.openxmlformats.org/officeDocument/2006/relationships/customXml" Target="../ink/ink1597.xml"/><Relationship Id="rId24" Type="http://schemas.openxmlformats.org/officeDocument/2006/relationships/customXml" Target="../ink/ink1463.xml"/><Relationship Id="rId45" Type="http://schemas.openxmlformats.org/officeDocument/2006/relationships/image" Target="../media/image1448.png"/><Relationship Id="rId66" Type="http://schemas.openxmlformats.org/officeDocument/2006/relationships/customXml" Target="../ink/ink1484.xml"/><Relationship Id="rId87" Type="http://schemas.openxmlformats.org/officeDocument/2006/relationships/image" Target="../media/image1469.png"/><Relationship Id="rId110" Type="http://schemas.openxmlformats.org/officeDocument/2006/relationships/customXml" Target="../ink/ink1506.xml"/><Relationship Id="rId131" Type="http://schemas.openxmlformats.org/officeDocument/2006/relationships/image" Target="../media/image1491.png"/><Relationship Id="rId152" Type="http://schemas.openxmlformats.org/officeDocument/2006/relationships/customXml" Target="../ink/ink1527.xml"/><Relationship Id="rId173" Type="http://schemas.openxmlformats.org/officeDocument/2006/relationships/image" Target="../media/image1512.png"/><Relationship Id="rId194" Type="http://schemas.openxmlformats.org/officeDocument/2006/relationships/customXml" Target="../ink/ink1548.xml"/><Relationship Id="rId208" Type="http://schemas.openxmlformats.org/officeDocument/2006/relationships/customXml" Target="../ink/ink1555.xml"/><Relationship Id="rId229" Type="http://schemas.openxmlformats.org/officeDocument/2006/relationships/image" Target="../media/image1540.png"/><Relationship Id="rId240" Type="http://schemas.openxmlformats.org/officeDocument/2006/relationships/customXml" Target="../ink/ink1571.xml"/><Relationship Id="rId261" Type="http://schemas.openxmlformats.org/officeDocument/2006/relationships/image" Target="../media/image1556.png"/><Relationship Id="rId14" Type="http://schemas.openxmlformats.org/officeDocument/2006/relationships/customXml" Target="../ink/ink1458.xml"/><Relationship Id="rId35" Type="http://schemas.openxmlformats.org/officeDocument/2006/relationships/image" Target="../media/image1443.png"/><Relationship Id="rId56" Type="http://schemas.openxmlformats.org/officeDocument/2006/relationships/customXml" Target="../ink/ink1479.xml"/><Relationship Id="rId77" Type="http://schemas.openxmlformats.org/officeDocument/2006/relationships/image" Target="../media/image1464.png"/><Relationship Id="rId100" Type="http://schemas.openxmlformats.org/officeDocument/2006/relationships/customXml" Target="../ink/ink1501.xml"/><Relationship Id="rId282" Type="http://schemas.openxmlformats.org/officeDocument/2006/relationships/customXml" Target="../ink/ink1592.xml"/><Relationship Id="rId8" Type="http://schemas.openxmlformats.org/officeDocument/2006/relationships/customXml" Target="../ink/ink1455.xml"/><Relationship Id="rId98" Type="http://schemas.openxmlformats.org/officeDocument/2006/relationships/customXml" Target="../ink/ink1500.xml"/><Relationship Id="rId121" Type="http://schemas.openxmlformats.org/officeDocument/2006/relationships/image" Target="../media/image1486.png"/><Relationship Id="rId142" Type="http://schemas.openxmlformats.org/officeDocument/2006/relationships/customXml" Target="../ink/ink1522.xml"/><Relationship Id="rId163" Type="http://schemas.openxmlformats.org/officeDocument/2006/relationships/image" Target="../media/image1507.png"/><Relationship Id="rId184" Type="http://schemas.openxmlformats.org/officeDocument/2006/relationships/customXml" Target="../ink/ink1543.xml"/><Relationship Id="rId219" Type="http://schemas.openxmlformats.org/officeDocument/2006/relationships/image" Target="../media/image1535.png"/><Relationship Id="rId230" Type="http://schemas.openxmlformats.org/officeDocument/2006/relationships/customXml" Target="../ink/ink1566.xml"/><Relationship Id="rId251" Type="http://schemas.openxmlformats.org/officeDocument/2006/relationships/image" Target="../media/image1551.png"/><Relationship Id="rId25" Type="http://schemas.openxmlformats.org/officeDocument/2006/relationships/image" Target="../media/image1438.png"/><Relationship Id="rId46" Type="http://schemas.openxmlformats.org/officeDocument/2006/relationships/customXml" Target="../ink/ink1474.xml"/><Relationship Id="rId67" Type="http://schemas.openxmlformats.org/officeDocument/2006/relationships/image" Target="../media/image1459.png"/><Relationship Id="rId272" Type="http://schemas.openxmlformats.org/officeDocument/2006/relationships/customXml" Target="../ink/ink1587.xml"/><Relationship Id="rId293" Type="http://schemas.openxmlformats.org/officeDocument/2006/relationships/image" Target="../media/image1572.png"/><Relationship Id="rId88" Type="http://schemas.openxmlformats.org/officeDocument/2006/relationships/customXml" Target="../ink/ink1495.xml"/><Relationship Id="rId111" Type="http://schemas.openxmlformats.org/officeDocument/2006/relationships/image" Target="../media/image1481.png"/><Relationship Id="rId132" Type="http://schemas.openxmlformats.org/officeDocument/2006/relationships/customXml" Target="../ink/ink1517.xml"/><Relationship Id="rId153" Type="http://schemas.openxmlformats.org/officeDocument/2006/relationships/image" Target="../media/image1502.png"/><Relationship Id="rId174" Type="http://schemas.openxmlformats.org/officeDocument/2006/relationships/customXml" Target="../ink/ink1538.xml"/><Relationship Id="rId195" Type="http://schemas.openxmlformats.org/officeDocument/2006/relationships/image" Target="../media/image1523.png"/><Relationship Id="rId209" Type="http://schemas.openxmlformats.org/officeDocument/2006/relationships/image" Target="../media/image1530.png"/><Relationship Id="rId220" Type="http://schemas.openxmlformats.org/officeDocument/2006/relationships/customXml" Target="../ink/ink1561.xml"/><Relationship Id="rId241" Type="http://schemas.openxmlformats.org/officeDocument/2006/relationships/image" Target="../media/image1546.png"/><Relationship Id="rId15" Type="http://schemas.openxmlformats.org/officeDocument/2006/relationships/image" Target="../media/image1433.png"/><Relationship Id="rId36" Type="http://schemas.openxmlformats.org/officeDocument/2006/relationships/customXml" Target="../ink/ink1469.xml"/><Relationship Id="rId57" Type="http://schemas.openxmlformats.org/officeDocument/2006/relationships/image" Target="../media/image1454.png"/><Relationship Id="rId262" Type="http://schemas.openxmlformats.org/officeDocument/2006/relationships/customXml" Target="../ink/ink1582.xml"/><Relationship Id="rId283" Type="http://schemas.openxmlformats.org/officeDocument/2006/relationships/image" Target="../media/image1567.png"/><Relationship Id="rId78" Type="http://schemas.openxmlformats.org/officeDocument/2006/relationships/customXml" Target="../ink/ink1490.xml"/><Relationship Id="rId99" Type="http://schemas.openxmlformats.org/officeDocument/2006/relationships/image" Target="../media/image1475.png"/><Relationship Id="rId101" Type="http://schemas.openxmlformats.org/officeDocument/2006/relationships/image" Target="../media/image1476.png"/><Relationship Id="rId122" Type="http://schemas.openxmlformats.org/officeDocument/2006/relationships/customXml" Target="../ink/ink1512.xml"/><Relationship Id="rId143" Type="http://schemas.openxmlformats.org/officeDocument/2006/relationships/image" Target="../media/image1497.png"/><Relationship Id="rId164" Type="http://schemas.openxmlformats.org/officeDocument/2006/relationships/customXml" Target="../ink/ink1533.xml"/><Relationship Id="rId185" Type="http://schemas.openxmlformats.org/officeDocument/2006/relationships/image" Target="../media/image1518.png"/><Relationship Id="rId9" Type="http://schemas.openxmlformats.org/officeDocument/2006/relationships/image" Target="../media/image1430.png"/><Relationship Id="rId210" Type="http://schemas.openxmlformats.org/officeDocument/2006/relationships/customXml" Target="../ink/ink1556.xml"/><Relationship Id="rId26" Type="http://schemas.openxmlformats.org/officeDocument/2006/relationships/customXml" Target="../ink/ink1464.xml"/><Relationship Id="rId231" Type="http://schemas.openxmlformats.org/officeDocument/2006/relationships/image" Target="../media/image1541.png"/><Relationship Id="rId252" Type="http://schemas.openxmlformats.org/officeDocument/2006/relationships/customXml" Target="../ink/ink1577.xml"/><Relationship Id="rId273" Type="http://schemas.openxmlformats.org/officeDocument/2006/relationships/image" Target="../media/image1562.png"/><Relationship Id="rId47" Type="http://schemas.openxmlformats.org/officeDocument/2006/relationships/image" Target="../media/image1449.png"/><Relationship Id="rId68" Type="http://schemas.openxmlformats.org/officeDocument/2006/relationships/customXml" Target="../ink/ink1485.xml"/><Relationship Id="rId89" Type="http://schemas.openxmlformats.org/officeDocument/2006/relationships/image" Target="../media/image1470.png"/><Relationship Id="rId112" Type="http://schemas.openxmlformats.org/officeDocument/2006/relationships/customXml" Target="../ink/ink1507.xml"/><Relationship Id="rId133" Type="http://schemas.openxmlformats.org/officeDocument/2006/relationships/image" Target="../media/image1492.png"/><Relationship Id="rId154" Type="http://schemas.openxmlformats.org/officeDocument/2006/relationships/customXml" Target="../ink/ink1528.xml"/><Relationship Id="rId175" Type="http://schemas.openxmlformats.org/officeDocument/2006/relationships/image" Target="../media/image1513.png"/><Relationship Id="rId196" Type="http://schemas.openxmlformats.org/officeDocument/2006/relationships/customXml" Target="../ink/ink1549.xml"/><Relationship Id="rId200" Type="http://schemas.openxmlformats.org/officeDocument/2006/relationships/customXml" Target="../ink/ink1551.xml"/><Relationship Id="rId16" Type="http://schemas.openxmlformats.org/officeDocument/2006/relationships/customXml" Target="../ink/ink1459.xml"/><Relationship Id="rId221" Type="http://schemas.openxmlformats.org/officeDocument/2006/relationships/image" Target="../media/image1536.png"/><Relationship Id="rId242" Type="http://schemas.openxmlformats.org/officeDocument/2006/relationships/customXml" Target="../ink/ink1572.xml"/><Relationship Id="rId263" Type="http://schemas.openxmlformats.org/officeDocument/2006/relationships/image" Target="../media/image1557.png"/><Relationship Id="rId284" Type="http://schemas.openxmlformats.org/officeDocument/2006/relationships/customXml" Target="../ink/ink1593.xml"/><Relationship Id="rId37" Type="http://schemas.openxmlformats.org/officeDocument/2006/relationships/image" Target="../media/image1444.png"/><Relationship Id="rId58" Type="http://schemas.openxmlformats.org/officeDocument/2006/relationships/customXml" Target="../ink/ink1480.xml"/><Relationship Id="rId79" Type="http://schemas.openxmlformats.org/officeDocument/2006/relationships/image" Target="../media/image1465.png"/><Relationship Id="rId102" Type="http://schemas.openxmlformats.org/officeDocument/2006/relationships/customXml" Target="../ink/ink1502.xml"/><Relationship Id="rId123" Type="http://schemas.openxmlformats.org/officeDocument/2006/relationships/image" Target="../media/image1487.png"/><Relationship Id="rId144" Type="http://schemas.openxmlformats.org/officeDocument/2006/relationships/customXml" Target="../ink/ink1523.xml"/><Relationship Id="rId90" Type="http://schemas.openxmlformats.org/officeDocument/2006/relationships/customXml" Target="../ink/ink1496.xml"/><Relationship Id="rId165" Type="http://schemas.openxmlformats.org/officeDocument/2006/relationships/image" Target="../media/image1508.png"/><Relationship Id="rId186" Type="http://schemas.openxmlformats.org/officeDocument/2006/relationships/customXml" Target="../ink/ink1544.xml"/><Relationship Id="rId211" Type="http://schemas.openxmlformats.org/officeDocument/2006/relationships/image" Target="../media/image1531.png"/><Relationship Id="rId232" Type="http://schemas.openxmlformats.org/officeDocument/2006/relationships/customXml" Target="../ink/ink1567.xml"/><Relationship Id="rId253" Type="http://schemas.openxmlformats.org/officeDocument/2006/relationships/image" Target="../media/image1552.png"/><Relationship Id="rId274" Type="http://schemas.openxmlformats.org/officeDocument/2006/relationships/customXml" Target="../ink/ink1588.xml"/><Relationship Id="rId27" Type="http://schemas.openxmlformats.org/officeDocument/2006/relationships/image" Target="../media/image1439.png"/><Relationship Id="rId48" Type="http://schemas.openxmlformats.org/officeDocument/2006/relationships/customXml" Target="../ink/ink1475.xml"/><Relationship Id="rId69" Type="http://schemas.openxmlformats.org/officeDocument/2006/relationships/image" Target="../media/image1460.png"/><Relationship Id="rId113" Type="http://schemas.openxmlformats.org/officeDocument/2006/relationships/image" Target="../media/image1482.png"/><Relationship Id="rId134" Type="http://schemas.openxmlformats.org/officeDocument/2006/relationships/customXml" Target="../ink/ink1518.xml"/><Relationship Id="rId80" Type="http://schemas.openxmlformats.org/officeDocument/2006/relationships/customXml" Target="../ink/ink1491.xml"/><Relationship Id="rId155" Type="http://schemas.openxmlformats.org/officeDocument/2006/relationships/image" Target="../media/image1503.png"/><Relationship Id="rId176" Type="http://schemas.openxmlformats.org/officeDocument/2006/relationships/customXml" Target="../ink/ink1539.xml"/><Relationship Id="rId197" Type="http://schemas.openxmlformats.org/officeDocument/2006/relationships/image" Target="../media/image1524.png"/><Relationship Id="rId201" Type="http://schemas.openxmlformats.org/officeDocument/2006/relationships/image" Target="../media/image1526.png"/><Relationship Id="rId222" Type="http://schemas.openxmlformats.org/officeDocument/2006/relationships/customXml" Target="../ink/ink1562.xml"/><Relationship Id="rId243" Type="http://schemas.openxmlformats.org/officeDocument/2006/relationships/image" Target="../media/image1547.png"/><Relationship Id="rId264" Type="http://schemas.openxmlformats.org/officeDocument/2006/relationships/customXml" Target="../ink/ink1583.xml"/><Relationship Id="rId285" Type="http://schemas.openxmlformats.org/officeDocument/2006/relationships/image" Target="../media/image1568.png"/><Relationship Id="rId17" Type="http://schemas.openxmlformats.org/officeDocument/2006/relationships/image" Target="../media/image1434.png"/><Relationship Id="rId38" Type="http://schemas.openxmlformats.org/officeDocument/2006/relationships/customXml" Target="../ink/ink1470.xml"/><Relationship Id="rId59" Type="http://schemas.openxmlformats.org/officeDocument/2006/relationships/image" Target="../media/image1455.png"/><Relationship Id="rId103" Type="http://schemas.openxmlformats.org/officeDocument/2006/relationships/image" Target="../media/image1477.png"/><Relationship Id="rId124" Type="http://schemas.openxmlformats.org/officeDocument/2006/relationships/customXml" Target="../ink/ink1513.xml"/><Relationship Id="rId70" Type="http://schemas.openxmlformats.org/officeDocument/2006/relationships/customXml" Target="../ink/ink1486.xml"/><Relationship Id="rId91" Type="http://schemas.openxmlformats.org/officeDocument/2006/relationships/image" Target="../media/image1471.png"/><Relationship Id="rId145" Type="http://schemas.openxmlformats.org/officeDocument/2006/relationships/image" Target="../media/image1498.png"/><Relationship Id="rId166" Type="http://schemas.openxmlformats.org/officeDocument/2006/relationships/customXml" Target="../ink/ink1534.xml"/><Relationship Id="rId187" Type="http://schemas.openxmlformats.org/officeDocument/2006/relationships/image" Target="../media/image151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57.xml"/><Relationship Id="rId233" Type="http://schemas.openxmlformats.org/officeDocument/2006/relationships/image" Target="../media/image1542.png"/><Relationship Id="rId254" Type="http://schemas.openxmlformats.org/officeDocument/2006/relationships/customXml" Target="../ink/ink1578.xml"/><Relationship Id="rId28" Type="http://schemas.openxmlformats.org/officeDocument/2006/relationships/customXml" Target="../ink/ink1465.xml"/><Relationship Id="rId49" Type="http://schemas.openxmlformats.org/officeDocument/2006/relationships/image" Target="../media/image1450.png"/><Relationship Id="rId114" Type="http://schemas.openxmlformats.org/officeDocument/2006/relationships/customXml" Target="../ink/ink1508.xml"/><Relationship Id="rId275" Type="http://schemas.openxmlformats.org/officeDocument/2006/relationships/image" Target="../media/image1563.png"/><Relationship Id="rId60" Type="http://schemas.openxmlformats.org/officeDocument/2006/relationships/customXml" Target="../ink/ink1481.xml"/><Relationship Id="rId81" Type="http://schemas.openxmlformats.org/officeDocument/2006/relationships/image" Target="../media/image1466.png"/><Relationship Id="rId135" Type="http://schemas.openxmlformats.org/officeDocument/2006/relationships/image" Target="../media/image1493.png"/><Relationship Id="rId156" Type="http://schemas.openxmlformats.org/officeDocument/2006/relationships/customXml" Target="../ink/ink1529.xml"/><Relationship Id="rId177" Type="http://schemas.openxmlformats.org/officeDocument/2006/relationships/image" Target="../media/image1514.png"/><Relationship Id="rId198" Type="http://schemas.openxmlformats.org/officeDocument/2006/relationships/customXml" Target="../ink/ink1550.xml"/><Relationship Id="rId202" Type="http://schemas.openxmlformats.org/officeDocument/2006/relationships/customXml" Target="../ink/ink1552.xml"/><Relationship Id="rId223" Type="http://schemas.openxmlformats.org/officeDocument/2006/relationships/image" Target="../media/image1537.png"/><Relationship Id="rId244" Type="http://schemas.openxmlformats.org/officeDocument/2006/relationships/customXml" Target="../ink/ink1573.xml"/><Relationship Id="rId18" Type="http://schemas.openxmlformats.org/officeDocument/2006/relationships/customXml" Target="../ink/ink1460.xml"/><Relationship Id="rId39" Type="http://schemas.openxmlformats.org/officeDocument/2006/relationships/image" Target="../media/image1445.png"/><Relationship Id="rId265" Type="http://schemas.openxmlformats.org/officeDocument/2006/relationships/image" Target="../media/image1558.png"/><Relationship Id="rId286" Type="http://schemas.openxmlformats.org/officeDocument/2006/relationships/customXml" Target="../ink/ink1594.xml"/><Relationship Id="rId50" Type="http://schemas.openxmlformats.org/officeDocument/2006/relationships/customXml" Target="../ink/ink1476.xml"/><Relationship Id="rId104" Type="http://schemas.openxmlformats.org/officeDocument/2006/relationships/customXml" Target="../ink/ink1503.xml"/><Relationship Id="rId125" Type="http://schemas.openxmlformats.org/officeDocument/2006/relationships/image" Target="../media/image1488.png"/><Relationship Id="rId146" Type="http://schemas.openxmlformats.org/officeDocument/2006/relationships/customXml" Target="../ink/ink1524.xml"/><Relationship Id="rId167" Type="http://schemas.openxmlformats.org/officeDocument/2006/relationships/image" Target="../media/image1509.png"/><Relationship Id="rId188" Type="http://schemas.openxmlformats.org/officeDocument/2006/relationships/customXml" Target="../ink/ink1545.xml"/><Relationship Id="rId71" Type="http://schemas.openxmlformats.org/officeDocument/2006/relationships/image" Target="../media/image1461.png"/><Relationship Id="rId92" Type="http://schemas.openxmlformats.org/officeDocument/2006/relationships/customXml" Target="../ink/ink1497.xml"/><Relationship Id="rId213" Type="http://schemas.openxmlformats.org/officeDocument/2006/relationships/image" Target="../media/image1532.png"/><Relationship Id="rId234" Type="http://schemas.openxmlformats.org/officeDocument/2006/relationships/customXml" Target="../ink/ink1568.xml"/><Relationship Id="rId2" Type="http://schemas.openxmlformats.org/officeDocument/2006/relationships/customXml" Target="../ink/ink1452.xml"/><Relationship Id="rId29" Type="http://schemas.openxmlformats.org/officeDocument/2006/relationships/image" Target="../media/image1440.png"/><Relationship Id="rId255" Type="http://schemas.openxmlformats.org/officeDocument/2006/relationships/image" Target="../media/image1553.png"/><Relationship Id="rId276" Type="http://schemas.openxmlformats.org/officeDocument/2006/relationships/customXml" Target="../ink/ink1589.xml"/><Relationship Id="rId40" Type="http://schemas.openxmlformats.org/officeDocument/2006/relationships/customXml" Target="../ink/ink1471.xml"/><Relationship Id="rId115" Type="http://schemas.openxmlformats.org/officeDocument/2006/relationships/image" Target="../media/image1483.png"/><Relationship Id="rId136" Type="http://schemas.openxmlformats.org/officeDocument/2006/relationships/customXml" Target="../ink/ink1519.xml"/><Relationship Id="rId157" Type="http://schemas.openxmlformats.org/officeDocument/2006/relationships/image" Target="../media/image1504.png"/><Relationship Id="rId178" Type="http://schemas.openxmlformats.org/officeDocument/2006/relationships/customXml" Target="../ink/ink1540.xml"/><Relationship Id="rId61" Type="http://schemas.openxmlformats.org/officeDocument/2006/relationships/image" Target="../media/image1456.png"/><Relationship Id="rId82" Type="http://schemas.openxmlformats.org/officeDocument/2006/relationships/customXml" Target="../ink/ink1492.xml"/><Relationship Id="rId199" Type="http://schemas.openxmlformats.org/officeDocument/2006/relationships/image" Target="../media/image1525.png"/><Relationship Id="rId203" Type="http://schemas.openxmlformats.org/officeDocument/2006/relationships/image" Target="../media/image1527.png"/><Relationship Id="rId19" Type="http://schemas.openxmlformats.org/officeDocument/2006/relationships/image" Target="../media/image1435.png"/><Relationship Id="rId224" Type="http://schemas.openxmlformats.org/officeDocument/2006/relationships/customXml" Target="../ink/ink1563.xml"/><Relationship Id="rId245" Type="http://schemas.openxmlformats.org/officeDocument/2006/relationships/image" Target="../media/image1548.png"/><Relationship Id="rId266" Type="http://schemas.openxmlformats.org/officeDocument/2006/relationships/customXml" Target="../ink/ink1584.xml"/><Relationship Id="rId287" Type="http://schemas.openxmlformats.org/officeDocument/2006/relationships/image" Target="../media/image1569.png"/><Relationship Id="rId30" Type="http://schemas.openxmlformats.org/officeDocument/2006/relationships/customXml" Target="../ink/ink1466.xml"/><Relationship Id="rId105" Type="http://schemas.openxmlformats.org/officeDocument/2006/relationships/image" Target="../media/image1478.png"/><Relationship Id="rId126" Type="http://schemas.openxmlformats.org/officeDocument/2006/relationships/customXml" Target="../ink/ink1514.xml"/><Relationship Id="rId147" Type="http://schemas.openxmlformats.org/officeDocument/2006/relationships/image" Target="../media/image1499.png"/><Relationship Id="rId168" Type="http://schemas.openxmlformats.org/officeDocument/2006/relationships/customXml" Target="../ink/ink1535.xml"/><Relationship Id="rId51" Type="http://schemas.openxmlformats.org/officeDocument/2006/relationships/image" Target="../media/image1451.png"/><Relationship Id="rId72" Type="http://schemas.openxmlformats.org/officeDocument/2006/relationships/customXml" Target="../ink/ink1487.xml"/><Relationship Id="rId93" Type="http://schemas.openxmlformats.org/officeDocument/2006/relationships/image" Target="../media/image1472.png"/><Relationship Id="rId189" Type="http://schemas.openxmlformats.org/officeDocument/2006/relationships/image" Target="../media/image1520.png"/><Relationship Id="rId3" Type="http://schemas.openxmlformats.org/officeDocument/2006/relationships/image" Target="../media/image1427.png"/><Relationship Id="rId214" Type="http://schemas.openxmlformats.org/officeDocument/2006/relationships/customXml" Target="../ink/ink1558.xml"/><Relationship Id="rId235" Type="http://schemas.openxmlformats.org/officeDocument/2006/relationships/image" Target="../media/image1543.png"/><Relationship Id="rId256" Type="http://schemas.openxmlformats.org/officeDocument/2006/relationships/customXml" Target="../ink/ink1579.xml"/><Relationship Id="rId277" Type="http://schemas.openxmlformats.org/officeDocument/2006/relationships/image" Target="../media/image1564.png"/><Relationship Id="rId116" Type="http://schemas.openxmlformats.org/officeDocument/2006/relationships/customXml" Target="../ink/ink1509.xml"/><Relationship Id="rId137" Type="http://schemas.openxmlformats.org/officeDocument/2006/relationships/image" Target="../media/image1494.png"/><Relationship Id="rId158" Type="http://schemas.openxmlformats.org/officeDocument/2006/relationships/customXml" Target="../ink/ink1530.xml"/><Relationship Id="rId20" Type="http://schemas.openxmlformats.org/officeDocument/2006/relationships/customXml" Target="../ink/ink1461.xml"/><Relationship Id="rId41" Type="http://schemas.openxmlformats.org/officeDocument/2006/relationships/image" Target="../media/image1446.png"/><Relationship Id="rId62" Type="http://schemas.openxmlformats.org/officeDocument/2006/relationships/customXml" Target="../ink/ink1482.xml"/><Relationship Id="rId83" Type="http://schemas.openxmlformats.org/officeDocument/2006/relationships/image" Target="../media/image1467.png"/><Relationship Id="rId179" Type="http://schemas.openxmlformats.org/officeDocument/2006/relationships/image" Target="../media/image1515.png"/><Relationship Id="rId190" Type="http://schemas.openxmlformats.org/officeDocument/2006/relationships/customXml" Target="../ink/ink1546.xml"/><Relationship Id="rId204" Type="http://schemas.openxmlformats.org/officeDocument/2006/relationships/customXml" Target="../ink/ink1553.xml"/><Relationship Id="rId225" Type="http://schemas.openxmlformats.org/officeDocument/2006/relationships/image" Target="../media/image1538.png"/><Relationship Id="rId246" Type="http://schemas.openxmlformats.org/officeDocument/2006/relationships/customXml" Target="../ink/ink1574.xml"/><Relationship Id="rId267" Type="http://schemas.openxmlformats.org/officeDocument/2006/relationships/image" Target="../media/image1559.png"/><Relationship Id="rId288" Type="http://schemas.openxmlformats.org/officeDocument/2006/relationships/customXml" Target="../ink/ink1595.xml"/><Relationship Id="rId106" Type="http://schemas.openxmlformats.org/officeDocument/2006/relationships/customXml" Target="../ink/ink1504.xml"/><Relationship Id="rId127" Type="http://schemas.openxmlformats.org/officeDocument/2006/relationships/image" Target="../media/image1489.png"/><Relationship Id="rId10" Type="http://schemas.openxmlformats.org/officeDocument/2006/relationships/customXml" Target="../ink/ink1456.xml"/><Relationship Id="rId31" Type="http://schemas.openxmlformats.org/officeDocument/2006/relationships/image" Target="../media/image1441.png"/><Relationship Id="rId52" Type="http://schemas.openxmlformats.org/officeDocument/2006/relationships/customXml" Target="../ink/ink1477.xml"/><Relationship Id="rId73" Type="http://schemas.openxmlformats.org/officeDocument/2006/relationships/image" Target="../media/image1462.png"/><Relationship Id="rId94" Type="http://schemas.openxmlformats.org/officeDocument/2006/relationships/customXml" Target="../ink/ink1498.xml"/><Relationship Id="rId148" Type="http://schemas.openxmlformats.org/officeDocument/2006/relationships/customXml" Target="../ink/ink1525.xml"/><Relationship Id="rId169" Type="http://schemas.openxmlformats.org/officeDocument/2006/relationships/image" Target="../media/image1510.png"/><Relationship Id="rId4" Type="http://schemas.openxmlformats.org/officeDocument/2006/relationships/customXml" Target="../ink/ink1453.xml"/><Relationship Id="rId180" Type="http://schemas.openxmlformats.org/officeDocument/2006/relationships/customXml" Target="../ink/ink1541.xml"/><Relationship Id="rId215" Type="http://schemas.openxmlformats.org/officeDocument/2006/relationships/image" Target="../media/image1533.png"/><Relationship Id="rId236" Type="http://schemas.openxmlformats.org/officeDocument/2006/relationships/customXml" Target="../ink/ink1569.xml"/><Relationship Id="rId257" Type="http://schemas.openxmlformats.org/officeDocument/2006/relationships/image" Target="../media/image1554.png"/><Relationship Id="rId278" Type="http://schemas.openxmlformats.org/officeDocument/2006/relationships/customXml" Target="../ink/ink1590.xml"/><Relationship Id="rId42" Type="http://schemas.openxmlformats.org/officeDocument/2006/relationships/customXml" Target="../ink/ink1472.xml"/><Relationship Id="rId84" Type="http://schemas.openxmlformats.org/officeDocument/2006/relationships/customXml" Target="../ink/ink1493.xml"/><Relationship Id="rId138" Type="http://schemas.openxmlformats.org/officeDocument/2006/relationships/customXml" Target="../ink/ink1520.xml"/><Relationship Id="rId191" Type="http://schemas.openxmlformats.org/officeDocument/2006/relationships/image" Target="../media/image1521.png"/><Relationship Id="rId205" Type="http://schemas.openxmlformats.org/officeDocument/2006/relationships/image" Target="../media/image1528.png"/><Relationship Id="rId247" Type="http://schemas.openxmlformats.org/officeDocument/2006/relationships/image" Target="../media/image1549.png"/><Relationship Id="rId107" Type="http://schemas.openxmlformats.org/officeDocument/2006/relationships/image" Target="../media/image1479.png"/><Relationship Id="rId289" Type="http://schemas.openxmlformats.org/officeDocument/2006/relationships/image" Target="../media/image1570.png"/><Relationship Id="rId11" Type="http://schemas.openxmlformats.org/officeDocument/2006/relationships/image" Target="../media/image1431.png"/><Relationship Id="rId53" Type="http://schemas.openxmlformats.org/officeDocument/2006/relationships/image" Target="../media/image1452.png"/><Relationship Id="rId149" Type="http://schemas.openxmlformats.org/officeDocument/2006/relationships/image" Target="../media/image1500.png"/><Relationship Id="rId95" Type="http://schemas.openxmlformats.org/officeDocument/2006/relationships/image" Target="../media/image1473.png"/><Relationship Id="rId160" Type="http://schemas.openxmlformats.org/officeDocument/2006/relationships/customXml" Target="../ink/ink1531.xml"/><Relationship Id="rId216" Type="http://schemas.openxmlformats.org/officeDocument/2006/relationships/customXml" Target="../ink/ink1559.xml"/><Relationship Id="rId258" Type="http://schemas.openxmlformats.org/officeDocument/2006/relationships/customXml" Target="../ink/ink1580.xml"/><Relationship Id="rId22" Type="http://schemas.openxmlformats.org/officeDocument/2006/relationships/customXml" Target="../ink/ink1462.xml"/><Relationship Id="rId64" Type="http://schemas.openxmlformats.org/officeDocument/2006/relationships/customXml" Target="../ink/ink1483.xml"/><Relationship Id="rId118" Type="http://schemas.openxmlformats.org/officeDocument/2006/relationships/customXml" Target="../ink/ink1510.xml"/><Relationship Id="rId171" Type="http://schemas.openxmlformats.org/officeDocument/2006/relationships/image" Target="../media/image1511.png"/><Relationship Id="rId227" Type="http://schemas.openxmlformats.org/officeDocument/2006/relationships/image" Target="../media/image1539.png"/><Relationship Id="rId269" Type="http://schemas.openxmlformats.org/officeDocument/2006/relationships/image" Target="../media/image1560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30.png"/><Relationship Id="rId21" Type="http://schemas.openxmlformats.org/officeDocument/2006/relationships/image" Target="../media/image1582.png"/><Relationship Id="rId63" Type="http://schemas.openxmlformats.org/officeDocument/2006/relationships/image" Target="../media/image1603.png"/><Relationship Id="rId159" Type="http://schemas.openxmlformats.org/officeDocument/2006/relationships/image" Target="../media/image1651.png"/><Relationship Id="rId170" Type="http://schemas.openxmlformats.org/officeDocument/2006/relationships/customXml" Target="../ink/ink1682.xml"/><Relationship Id="rId226" Type="http://schemas.openxmlformats.org/officeDocument/2006/relationships/customXml" Target="../ink/ink1710.xml"/><Relationship Id="rId268" Type="http://schemas.openxmlformats.org/officeDocument/2006/relationships/customXml" Target="../ink/ink1731.xml"/><Relationship Id="rId32" Type="http://schemas.openxmlformats.org/officeDocument/2006/relationships/customXml" Target="../ink/ink1613.xml"/><Relationship Id="rId74" Type="http://schemas.openxmlformats.org/officeDocument/2006/relationships/customXml" Target="../ink/ink1634.xml"/><Relationship Id="rId128" Type="http://schemas.openxmlformats.org/officeDocument/2006/relationships/customXml" Target="../ink/ink1661.xml"/><Relationship Id="rId5" Type="http://schemas.openxmlformats.org/officeDocument/2006/relationships/image" Target="../media/image1574.png"/><Relationship Id="rId95" Type="http://schemas.openxmlformats.org/officeDocument/2006/relationships/image" Target="../media/image1619.png"/><Relationship Id="rId160" Type="http://schemas.openxmlformats.org/officeDocument/2006/relationships/customXml" Target="../ink/ink1677.xml"/><Relationship Id="rId181" Type="http://schemas.openxmlformats.org/officeDocument/2006/relationships/image" Target="../media/image1661.png"/><Relationship Id="rId216" Type="http://schemas.openxmlformats.org/officeDocument/2006/relationships/customXml" Target="../ink/ink1705.xml"/><Relationship Id="rId237" Type="http://schemas.openxmlformats.org/officeDocument/2006/relationships/image" Target="../media/image1689.png"/><Relationship Id="rId258" Type="http://schemas.openxmlformats.org/officeDocument/2006/relationships/customXml" Target="../ink/ink1726.xml"/><Relationship Id="rId22" Type="http://schemas.openxmlformats.org/officeDocument/2006/relationships/customXml" Target="../ink/ink1608.xml"/><Relationship Id="rId43" Type="http://schemas.openxmlformats.org/officeDocument/2006/relationships/image" Target="../media/image1593.png"/><Relationship Id="rId64" Type="http://schemas.openxmlformats.org/officeDocument/2006/relationships/customXml" Target="../ink/ink1629.xml"/><Relationship Id="rId118" Type="http://schemas.openxmlformats.org/officeDocument/2006/relationships/customXml" Target="../ink/ink1656.xml"/><Relationship Id="rId139" Type="http://schemas.openxmlformats.org/officeDocument/2006/relationships/image" Target="../media/image1641.png"/><Relationship Id="rId85" Type="http://schemas.openxmlformats.org/officeDocument/2006/relationships/image" Target="../media/image1614.png"/><Relationship Id="rId150" Type="http://schemas.openxmlformats.org/officeDocument/2006/relationships/customXml" Target="../ink/ink1672.xml"/><Relationship Id="rId171" Type="http://schemas.openxmlformats.org/officeDocument/2006/relationships/image" Target="../media/image1657.png"/><Relationship Id="rId192" Type="http://schemas.openxmlformats.org/officeDocument/2006/relationships/customXml" Target="../ink/ink1693.xml"/><Relationship Id="rId206" Type="http://schemas.openxmlformats.org/officeDocument/2006/relationships/customXml" Target="../ink/ink1700.xml"/><Relationship Id="rId227" Type="http://schemas.openxmlformats.org/officeDocument/2006/relationships/image" Target="../media/image1684.png"/><Relationship Id="rId248" Type="http://schemas.openxmlformats.org/officeDocument/2006/relationships/customXml" Target="../ink/ink1721.xml"/><Relationship Id="rId269" Type="http://schemas.openxmlformats.org/officeDocument/2006/relationships/image" Target="../media/image1705.png"/><Relationship Id="rId12" Type="http://schemas.openxmlformats.org/officeDocument/2006/relationships/customXml" Target="../ink/ink1603.xml"/><Relationship Id="rId33" Type="http://schemas.openxmlformats.org/officeDocument/2006/relationships/image" Target="../media/image1588.png"/><Relationship Id="rId108" Type="http://schemas.openxmlformats.org/officeDocument/2006/relationships/customXml" Target="../ink/ink1651.xml"/><Relationship Id="rId129" Type="http://schemas.openxmlformats.org/officeDocument/2006/relationships/image" Target="../media/image1636.png"/><Relationship Id="rId54" Type="http://schemas.openxmlformats.org/officeDocument/2006/relationships/customXml" Target="../ink/ink1624.xml"/><Relationship Id="rId75" Type="http://schemas.openxmlformats.org/officeDocument/2006/relationships/image" Target="../media/image1609.png"/><Relationship Id="rId96" Type="http://schemas.openxmlformats.org/officeDocument/2006/relationships/customXml" Target="../ink/ink1645.xml"/><Relationship Id="rId140" Type="http://schemas.openxmlformats.org/officeDocument/2006/relationships/customXml" Target="../ink/ink1667.xml"/><Relationship Id="rId161" Type="http://schemas.openxmlformats.org/officeDocument/2006/relationships/image" Target="../media/image1652.png"/><Relationship Id="rId182" Type="http://schemas.openxmlformats.org/officeDocument/2006/relationships/customXml" Target="../ink/ink1688.xml"/><Relationship Id="rId217" Type="http://schemas.openxmlformats.org/officeDocument/2006/relationships/image" Target="../media/image1679.png"/><Relationship Id="rId6" Type="http://schemas.openxmlformats.org/officeDocument/2006/relationships/customXml" Target="../ink/ink1600.xml"/><Relationship Id="rId238" Type="http://schemas.openxmlformats.org/officeDocument/2006/relationships/customXml" Target="../ink/ink1716.xml"/><Relationship Id="rId259" Type="http://schemas.openxmlformats.org/officeDocument/2006/relationships/image" Target="../media/image1700.png"/><Relationship Id="rId23" Type="http://schemas.openxmlformats.org/officeDocument/2006/relationships/image" Target="../media/image1583.png"/><Relationship Id="rId119" Type="http://schemas.openxmlformats.org/officeDocument/2006/relationships/image" Target="../media/image1631.png"/><Relationship Id="rId270" Type="http://schemas.openxmlformats.org/officeDocument/2006/relationships/customXml" Target="../ink/ink1732.xml"/><Relationship Id="rId44" Type="http://schemas.openxmlformats.org/officeDocument/2006/relationships/customXml" Target="../ink/ink1619.xml"/><Relationship Id="rId65" Type="http://schemas.openxmlformats.org/officeDocument/2006/relationships/image" Target="../media/image1604.png"/><Relationship Id="rId86" Type="http://schemas.openxmlformats.org/officeDocument/2006/relationships/customXml" Target="../ink/ink1640.xml"/><Relationship Id="rId130" Type="http://schemas.openxmlformats.org/officeDocument/2006/relationships/customXml" Target="../ink/ink1662.xml"/><Relationship Id="rId151" Type="http://schemas.openxmlformats.org/officeDocument/2006/relationships/image" Target="../media/image1647.png"/><Relationship Id="rId172" Type="http://schemas.openxmlformats.org/officeDocument/2006/relationships/customXml" Target="../ink/ink1683.xml"/><Relationship Id="rId193" Type="http://schemas.openxmlformats.org/officeDocument/2006/relationships/image" Target="../media/image1667.png"/><Relationship Id="rId207" Type="http://schemas.openxmlformats.org/officeDocument/2006/relationships/image" Target="../media/image1674.png"/><Relationship Id="rId228" Type="http://schemas.openxmlformats.org/officeDocument/2006/relationships/customXml" Target="../ink/ink1711.xml"/><Relationship Id="rId249" Type="http://schemas.openxmlformats.org/officeDocument/2006/relationships/image" Target="../media/image1695.png"/><Relationship Id="rId13" Type="http://schemas.openxmlformats.org/officeDocument/2006/relationships/image" Target="../media/image1578.png"/><Relationship Id="rId109" Type="http://schemas.openxmlformats.org/officeDocument/2006/relationships/image" Target="../media/image1626.png"/><Relationship Id="rId260" Type="http://schemas.openxmlformats.org/officeDocument/2006/relationships/customXml" Target="../ink/ink1727.xml"/><Relationship Id="rId34" Type="http://schemas.openxmlformats.org/officeDocument/2006/relationships/customXml" Target="../ink/ink1614.xml"/><Relationship Id="rId55" Type="http://schemas.openxmlformats.org/officeDocument/2006/relationships/image" Target="../media/image1599.png"/><Relationship Id="rId76" Type="http://schemas.openxmlformats.org/officeDocument/2006/relationships/customXml" Target="../ink/ink1635.xml"/><Relationship Id="rId97" Type="http://schemas.openxmlformats.org/officeDocument/2006/relationships/image" Target="../media/image1620.png"/><Relationship Id="rId120" Type="http://schemas.openxmlformats.org/officeDocument/2006/relationships/customXml" Target="../ink/ink1657.xml"/><Relationship Id="rId141" Type="http://schemas.openxmlformats.org/officeDocument/2006/relationships/image" Target="../media/image1642.png"/><Relationship Id="rId7" Type="http://schemas.openxmlformats.org/officeDocument/2006/relationships/image" Target="../media/image1575.png"/><Relationship Id="rId162" Type="http://schemas.openxmlformats.org/officeDocument/2006/relationships/customXml" Target="../ink/ink1678.xml"/><Relationship Id="rId183" Type="http://schemas.openxmlformats.org/officeDocument/2006/relationships/image" Target="../media/image1662.png"/><Relationship Id="rId218" Type="http://schemas.openxmlformats.org/officeDocument/2006/relationships/customXml" Target="../ink/ink1706.xml"/><Relationship Id="rId239" Type="http://schemas.openxmlformats.org/officeDocument/2006/relationships/image" Target="../media/image1690.png"/><Relationship Id="rId250" Type="http://schemas.openxmlformats.org/officeDocument/2006/relationships/customXml" Target="../ink/ink1722.xml"/><Relationship Id="rId271" Type="http://schemas.openxmlformats.org/officeDocument/2006/relationships/image" Target="../media/image1706.png"/><Relationship Id="rId24" Type="http://schemas.openxmlformats.org/officeDocument/2006/relationships/customXml" Target="../ink/ink1609.xml"/><Relationship Id="rId45" Type="http://schemas.openxmlformats.org/officeDocument/2006/relationships/image" Target="../media/image1594.png"/><Relationship Id="rId66" Type="http://schemas.openxmlformats.org/officeDocument/2006/relationships/customXml" Target="../ink/ink1630.xml"/><Relationship Id="rId87" Type="http://schemas.openxmlformats.org/officeDocument/2006/relationships/image" Target="../media/image1615.png"/><Relationship Id="rId110" Type="http://schemas.openxmlformats.org/officeDocument/2006/relationships/customXml" Target="../ink/ink1652.xml"/><Relationship Id="rId131" Type="http://schemas.openxmlformats.org/officeDocument/2006/relationships/image" Target="../media/image1637.png"/><Relationship Id="rId152" Type="http://schemas.openxmlformats.org/officeDocument/2006/relationships/customXml" Target="../ink/ink1673.xml"/><Relationship Id="rId173" Type="http://schemas.openxmlformats.org/officeDocument/2006/relationships/image" Target="../media/image212.png"/><Relationship Id="rId194" Type="http://schemas.openxmlformats.org/officeDocument/2006/relationships/customXml" Target="../ink/ink1694.xml"/><Relationship Id="rId208" Type="http://schemas.openxmlformats.org/officeDocument/2006/relationships/customXml" Target="../ink/ink1701.xml"/><Relationship Id="rId229" Type="http://schemas.openxmlformats.org/officeDocument/2006/relationships/image" Target="../media/image1685.png"/><Relationship Id="rId240" Type="http://schemas.openxmlformats.org/officeDocument/2006/relationships/customXml" Target="../ink/ink1717.xml"/><Relationship Id="rId261" Type="http://schemas.openxmlformats.org/officeDocument/2006/relationships/image" Target="../media/image1701.png"/><Relationship Id="rId14" Type="http://schemas.openxmlformats.org/officeDocument/2006/relationships/customXml" Target="../ink/ink1604.xml"/><Relationship Id="rId35" Type="http://schemas.openxmlformats.org/officeDocument/2006/relationships/image" Target="../media/image1589.png"/><Relationship Id="rId56" Type="http://schemas.openxmlformats.org/officeDocument/2006/relationships/customXml" Target="../ink/ink1625.xml"/><Relationship Id="rId77" Type="http://schemas.openxmlformats.org/officeDocument/2006/relationships/image" Target="../media/image1610.png"/><Relationship Id="rId100" Type="http://schemas.openxmlformats.org/officeDocument/2006/relationships/customXml" Target="../ink/ink1647.xml"/><Relationship Id="rId8" Type="http://schemas.openxmlformats.org/officeDocument/2006/relationships/customXml" Target="../ink/ink1601.xml"/><Relationship Id="rId98" Type="http://schemas.openxmlformats.org/officeDocument/2006/relationships/customXml" Target="../ink/ink1646.xml"/><Relationship Id="rId121" Type="http://schemas.openxmlformats.org/officeDocument/2006/relationships/image" Target="../media/image1632.png"/><Relationship Id="rId142" Type="http://schemas.openxmlformats.org/officeDocument/2006/relationships/customXml" Target="../ink/ink1668.xml"/><Relationship Id="rId163" Type="http://schemas.openxmlformats.org/officeDocument/2006/relationships/image" Target="../media/image1653.png"/><Relationship Id="rId184" Type="http://schemas.openxmlformats.org/officeDocument/2006/relationships/customXml" Target="../ink/ink1689.xml"/><Relationship Id="rId219" Type="http://schemas.openxmlformats.org/officeDocument/2006/relationships/image" Target="../media/image1680.png"/><Relationship Id="rId230" Type="http://schemas.openxmlformats.org/officeDocument/2006/relationships/customXml" Target="../ink/ink1712.xml"/><Relationship Id="rId251" Type="http://schemas.openxmlformats.org/officeDocument/2006/relationships/image" Target="../media/image1696.png"/><Relationship Id="rId25" Type="http://schemas.openxmlformats.org/officeDocument/2006/relationships/image" Target="../media/image1584.png"/><Relationship Id="rId46" Type="http://schemas.openxmlformats.org/officeDocument/2006/relationships/customXml" Target="../ink/ink1620.xml"/><Relationship Id="rId67" Type="http://schemas.openxmlformats.org/officeDocument/2006/relationships/image" Target="../media/image1605.png"/><Relationship Id="rId272" Type="http://schemas.openxmlformats.org/officeDocument/2006/relationships/customXml" Target="../ink/ink1733.xml"/><Relationship Id="rId88" Type="http://schemas.openxmlformats.org/officeDocument/2006/relationships/customXml" Target="../ink/ink1641.xml"/><Relationship Id="rId111" Type="http://schemas.openxmlformats.org/officeDocument/2006/relationships/image" Target="../media/image1627.png"/><Relationship Id="rId132" Type="http://schemas.openxmlformats.org/officeDocument/2006/relationships/customXml" Target="../ink/ink1663.xml"/><Relationship Id="rId153" Type="http://schemas.openxmlformats.org/officeDocument/2006/relationships/image" Target="../media/image1648.png"/><Relationship Id="rId174" Type="http://schemas.openxmlformats.org/officeDocument/2006/relationships/customXml" Target="../ink/ink1684.xml"/><Relationship Id="rId195" Type="http://schemas.openxmlformats.org/officeDocument/2006/relationships/image" Target="../media/image1668.png"/><Relationship Id="rId209" Type="http://schemas.openxmlformats.org/officeDocument/2006/relationships/image" Target="../media/image1675.png"/><Relationship Id="rId220" Type="http://schemas.openxmlformats.org/officeDocument/2006/relationships/customXml" Target="../ink/ink1707.xml"/><Relationship Id="rId241" Type="http://schemas.openxmlformats.org/officeDocument/2006/relationships/image" Target="../media/image1691.png"/><Relationship Id="rId15" Type="http://schemas.openxmlformats.org/officeDocument/2006/relationships/image" Target="../media/image1579.png"/><Relationship Id="rId36" Type="http://schemas.openxmlformats.org/officeDocument/2006/relationships/customXml" Target="../ink/ink1615.xml"/><Relationship Id="rId57" Type="http://schemas.openxmlformats.org/officeDocument/2006/relationships/image" Target="../media/image1600.png"/><Relationship Id="rId262" Type="http://schemas.openxmlformats.org/officeDocument/2006/relationships/customXml" Target="../ink/ink1728.xml"/><Relationship Id="rId78" Type="http://schemas.openxmlformats.org/officeDocument/2006/relationships/customXml" Target="../ink/ink1636.xml"/><Relationship Id="rId99" Type="http://schemas.openxmlformats.org/officeDocument/2006/relationships/image" Target="../media/image1621.png"/><Relationship Id="rId101" Type="http://schemas.openxmlformats.org/officeDocument/2006/relationships/image" Target="../media/image1622.png"/><Relationship Id="rId122" Type="http://schemas.openxmlformats.org/officeDocument/2006/relationships/customXml" Target="../ink/ink1658.xml"/><Relationship Id="rId143" Type="http://schemas.openxmlformats.org/officeDocument/2006/relationships/image" Target="../media/image1643.png"/><Relationship Id="rId164" Type="http://schemas.openxmlformats.org/officeDocument/2006/relationships/customXml" Target="../ink/ink1679.xml"/><Relationship Id="rId185" Type="http://schemas.openxmlformats.org/officeDocument/2006/relationships/image" Target="../media/image1663.png"/><Relationship Id="rId9" Type="http://schemas.openxmlformats.org/officeDocument/2006/relationships/image" Target="../media/image1576.png"/><Relationship Id="rId210" Type="http://schemas.openxmlformats.org/officeDocument/2006/relationships/customXml" Target="../ink/ink1702.xml"/><Relationship Id="rId26" Type="http://schemas.openxmlformats.org/officeDocument/2006/relationships/customXml" Target="../ink/ink1610.xml"/><Relationship Id="rId231" Type="http://schemas.openxmlformats.org/officeDocument/2006/relationships/image" Target="../media/image1686.png"/><Relationship Id="rId252" Type="http://schemas.openxmlformats.org/officeDocument/2006/relationships/customXml" Target="../ink/ink1723.xml"/><Relationship Id="rId273" Type="http://schemas.openxmlformats.org/officeDocument/2006/relationships/image" Target="../media/image1707.png"/><Relationship Id="rId47" Type="http://schemas.openxmlformats.org/officeDocument/2006/relationships/image" Target="../media/image1595.png"/><Relationship Id="rId68" Type="http://schemas.openxmlformats.org/officeDocument/2006/relationships/customXml" Target="../ink/ink1631.xml"/><Relationship Id="rId89" Type="http://schemas.openxmlformats.org/officeDocument/2006/relationships/image" Target="../media/image1616.png"/><Relationship Id="rId112" Type="http://schemas.openxmlformats.org/officeDocument/2006/relationships/customXml" Target="../ink/ink1653.xml"/><Relationship Id="rId133" Type="http://schemas.openxmlformats.org/officeDocument/2006/relationships/image" Target="../media/image1638.png"/><Relationship Id="rId154" Type="http://schemas.openxmlformats.org/officeDocument/2006/relationships/customXml" Target="../ink/ink1674.xml"/><Relationship Id="rId175" Type="http://schemas.openxmlformats.org/officeDocument/2006/relationships/image" Target="../media/image1658.png"/><Relationship Id="rId196" Type="http://schemas.openxmlformats.org/officeDocument/2006/relationships/customXml" Target="../ink/ink1695.xml"/><Relationship Id="rId200" Type="http://schemas.openxmlformats.org/officeDocument/2006/relationships/customXml" Target="../ink/ink1697.xml"/><Relationship Id="rId16" Type="http://schemas.openxmlformats.org/officeDocument/2006/relationships/customXml" Target="../ink/ink1605.xml"/><Relationship Id="rId221" Type="http://schemas.openxmlformats.org/officeDocument/2006/relationships/image" Target="../media/image1681.png"/><Relationship Id="rId242" Type="http://schemas.openxmlformats.org/officeDocument/2006/relationships/customXml" Target="../ink/ink1718.xml"/><Relationship Id="rId263" Type="http://schemas.openxmlformats.org/officeDocument/2006/relationships/image" Target="../media/image1702.png"/><Relationship Id="rId37" Type="http://schemas.openxmlformats.org/officeDocument/2006/relationships/image" Target="../media/image1590.png"/><Relationship Id="rId58" Type="http://schemas.openxmlformats.org/officeDocument/2006/relationships/customXml" Target="../ink/ink1626.xml"/><Relationship Id="rId79" Type="http://schemas.openxmlformats.org/officeDocument/2006/relationships/image" Target="../media/image1611.png"/><Relationship Id="rId102" Type="http://schemas.openxmlformats.org/officeDocument/2006/relationships/customXml" Target="../ink/ink1648.xml"/><Relationship Id="rId123" Type="http://schemas.openxmlformats.org/officeDocument/2006/relationships/image" Target="../media/image1633.png"/><Relationship Id="rId144" Type="http://schemas.openxmlformats.org/officeDocument/2006/relationships/customXml" Target="../ink/ink1669.xml"/><Relationship Id="rId90" Type="http://schemas.openxmlformats.org/officeDocument/2006/relationships/customXml" Target="../ink/ink1642.xml"/><Relationship Id="rId165" Type="http://schemas.openxmlformats.org/officeDocument/2006/relationships/image" Target="../media/image1654.png"/><Relationship Id="rId186" Type="http://schemas.openxmlformats.org/officeDocument/2006/relationships/customXml" Target="../ink/ink1690.xml"/><Relationship Id="rId211" Type="http://schemas.openxmlformats.org/officeDocument/2006/relationships/image" Target="../media/image1676.png"/><Relationship Id="rId232" Type="http://schemas.openxmlformats.org/officeDocument/2006/relationships/customXml" Target="../ink/ink1713.xml"/><Relationship Id="rId253" Type="http://schemas.openxmlformats.org/officeDocument/2006/relationships/image" Target="../media/image1697.png"/><Relationship Id="rId27" Type="http://schemas.openxmlformats.org/officeDocument/2006/relationships/image" Target="../media/image1585.png"/><Relationship Id="rId48" Type="http://schemas.openxmlformats.org/officeDocument/2006/relationships/customXml" Target="../ink/ink1621.xml"/><Relationship Id="rId69" Type="http://schemas.openxmlformats.org/officeDocument/2006/relationships/image" Target="../media/image1606.png"/><Relationship Id="rId113" Type="http://schemas.openxmlformats.org/officeDocument/2006/relationships/image" Target="../media/image1628.png"/><Relationship Id="rId134" Type="http://schemas.openxmlformats.org/officeDocument/2006/relationships/customXml" Target="../ink/ink1664.xml"/><Relationship Id="rId80" Type="http://schemas.openxmlformats.org/officeDocument/2006/relationships/customXml" Target="../ink/ink1637.xml"/><Relationship Id="rId155" Type="http://schemas.openxmlformats.org/officeDocument/2006/relationships/image" Target="../media/image1649.png"/><Relationship Id="rId176" Type="http://schemas.openxmlformats.org/officeDocument/2006/relationships/customXml" Target="../ink/ink1685.xml"/><Relationship Id="rId197" Type="http://schemas.openxmlformats.org/officeDocument/2006/relationships/image" Target="../media/image1669.png"/><Relationship Id="rId201" Type="http://schemas.openxmlformats.org/officeDocument/2006/relationships/image" Target="../media/image1671.png"/><Relationship Id="rId222" Type="http://schemas.openxmlformats.org/officeDocument/2006/relationships/customXml" Target="../ink/ink1708.xml"/><Relationship Id="rId243" Type="http://schemas.openxmlformats.org/officeDocument/2006/relationships/image" Target="../media/image1692.png"/><Relationship Id="rId264" Type="http://schemas.openxmlformats.org/officeDocument/2006/relationships/customXml" Target="../ink/ink1729.xml"/><Relationship Id="rId17" Type="http://schemas.openxmlformats.org/officeDocument/2006/relationships/image" Target="../media/image1580.png"/><Relationship Id="rId38" Type="http://schemas.openxmlformats.org/officeDocument/2006/relationships/customXml" Target="../ink/ink1616.xml"/><Relationship Id="rId59" Type="http://schemas.openxmlformats.org/officeDocument/2006/relationships/image" Target="../media/image1601.png"/><Relationship Id="rId103" Type="http://schemas.openxmlformats.org/officeDocument/2006/relationships/image" Target="../media/image1623.png"/><Relationship Id="rId124" Type="http://schemas.openxmlformats.org/officeDocument/2006/relationships/customXml" Target="../ink/ink1659.xml"/><Relationship Id="rId70" Type="http://schemas.openxmlformats.org/officeDocument/2006/relationships/customXml" Target="../ink/ink1632.xml"/><Relationship Id="rId91" Type="http://schemas.openxmlformats.org/officeDocument/2006/relationships/image" Target="../media/image1617.png"/><Relationship Id="rId145" Type="http://schemas.openxmlformats.org/officeDocument/2006/relationships/image" Target="../media/image1644.png"/><Relationship Id="rId166" Type="http://schemas.openxmlformats.org/officeDocument/2006/relationships/customXml" Target="../ink/ink1680.xml"/><Relationship Id="rId187" Type="http://schemas.openxmlformats.org/officeDocument/2006/relationships/image" Target="../media/image166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703.xml"/><Relationship Id="rId233" Type="http://schemas.openxmlformats.org/officeDocument/2006/relationships/image" Target="../media/image1687.png"/><Relationship Id="rId254" Type="http://schemas.openxmlformats.org/officeDocument/2006/relationships/customXml" Target="../ink/ink1724.xml"/><Relationship Id="rId28" Type="http://schemas.openxmlformats.org/officeDocument/2006/relationships/customXml" Target="../ink/ink1611.xml"/><Relationship Id="rId49" Type="http://schemas.openxmlformats.org/officeDocument/2006/relationships/image" Target="../media/image1596.png"/><Relationship Id="rId114" Type="http://schemas.openxmlformats.org/officeDocument/2006/relationships/customXml" Target="../ink/ink1654.xml"/><Relationship Id="rId60" Type="http://schemas.openxmlformats.org/officeDocument/2006/relationships/customXml" Target="../ink/ink1627.xml"/><Relationship Id="rId81" Type="http://schemas.openxmlformats.org/officeDocument/2006/relationships/image" Target="../media/image1612.png"/><Relationship Id="rId135" Type="http://schemas.openxmlformats.org/officeDocument/2006/relationships/image" Target="../media/image1639.png"/><Relationship Id="rId156" Type="http://schemas.openxmlformats.org/officeDocument/2006/relationships/customXml" Target="../ink/ink1675.xml"/><Relationship Id="rId177" Type="http://schemas.openxmlformats.org/officeDocument/2006/relationships/image" Target="../media/image1659.png"/><Relationship Id="rId198" Type="http://schemas.openxmlformats.org/officeDocument/2006/relationships/customXml" Target="../ink/ink1696.xml"/><Relationship Id="rId202" Type="http://schemas.openxmlformats.org/officeDocument/2006/relationships/customXml" Target="../ink/ink1698.xml"/><Relationship Id="rId223" Type="http://schemas.openxmlformats.org/officeDocument/2006/relationships/image" Target="../media/image1682.png"/><Relationship Id="rId244" Type="http://schemas.openxmlformats.org/officeDocument/2006/relationships/customXml" Target="../ink/ink1719.xml"/><Relationship Id="rId18" Type="http://schemas.openxmlformats.org/officeDocument/2006/relationships/customXml" Target="../ink/ink1606.xml"/><Relationship Id="rId39" Type="http://schemas.openxmlformats.org/officeDocument/2006/relationships/image" Target="../media/image1591.png"/><Relationship Id="rId265" Type="http://schemas.openxmlformats.org/officeDocument/2006/relationships/image" Target="../media/image1703.png"/><Relationship Id="rId50" Type="http://schemas.openxmlformats.org/officeDocument/2006/relationships/customXml" Target="../ink/ink1622.xml"/><Relationship Id="rId104" Type="http://schemas.openxmlformats.org/officeDocument/2006/relationships/customXml" Target="../ink/ink1649.xml"/><Relationship Id="rId125" Type="http://schemas.openxmlformats.org/officeDocument/2006/relationships/image" Target="../media/image1634.png"/><Relationship Id="rId146" Type="http://schemas.openxmlformats.org/officeDocument/2006/relationships/customXml" Target="../ink/ink1670.xml"/><Relationship Id="rId167" Type="http://schemas.openxmlformats.org/officeDocument/2006/relationships/image" Target="../media/image1655.png"/><Relationship Id="rId188" Type="http://schemas.openxmlformats.org/officeDocument/2006/relationships/customXml" Target="../ink/ink1691.xml"/><Relationship Id="rId71" Type="http://schemas.openxmlformats.org/officeDocument/2006/relationships/image" Target="../media/image1607.png"/><Relationship Id="rId92" Type="http://schemas.openxmlformats.org/officeDocument/2006/relationships/customXml" Target="../ink/ink1643.xml"/><Relationship Id="rId213" Type="http://schemas.openxmlformats.org/officeDocument/2006/relationships/image" Target="../media/image1677.png"/><Relationship Id="rId234" Type="http://schemas.openxmlformats.org/officeDocument/2006/relationships/customXml" Target="../ink/ink1714.xml"/><Relationship Id="rId2" Type="http://schemas.openxmlformats.org/officeDocument/2006/relationships/customXml" Target="../ink/ink1598.xml"/><Relationship Id="rId29" Type="http://schemas.openxmlformats.org/officeDocument/2006/relationships/image" Target="../media/image1586.png"/><Relationship Id="rId255" Type="http://schemas.openxmlformats.org/officeDocument/2006/relationships/image" Target="../media/image1698.png"/><Relationship Id="rId40" Type="http://schemas.openxmlformats.org/officeDocument/2006/relationships/customXml" Target="../ink/ink1617.xml"/><Relationship Id="rId115" Type="http://schemas.openxmlformats.org/officeDocument/2006/relationships/image" Target="../media/image1629.png"/><Relationship Id="rId136" Type="http://schemas.openxmlformats.org/officeDocument/2006/relationships/customXml" Target="../ink/ink1665.xml"/><Relationship Id="rId157" Type="http://schemas.openxmlformats.org/officeDocument/2006/relationships/image" Target="../media/image1650.png"/><Relationship Id="rId178" Type="http://schemas.openxmlformats.org/officeDocument/2006/relationships/customXml" Target="../ink/ink1686.xml"/><Relationship Id="rId61" Type="http://schemas.openxmlformats.org/officeDocument/2006/relationships/image" Target="../media/image1602.png"/><Relationship Id="rId82" Type="http://schemas.openxmlformats.org/officeDocument/2006/relationships/customXml" Target="../ink/ink1638.xml"/><Relationship Id="rId199" Type="http://schemas.openxmlformats.org/officeDocument/2006/relationships/image" Target="../media/image1670.png"/><Relationship Id="rId203" Type="http://schemas.openxmlformats.org/officeDocument/2006/relationships/image" Target="../media/image1672.png"/><Relationship Id="rId19" Type="http://schemas.openxmlformats.org/officeDocument/2006/relationships/image" Target="../media/image1581.png"/><Relationship Id="rId224" Type="http://schemas.openxmlformats.org/officeDocument/2006/relationships/customXml" Target="../ink/ink1709.xml"/><Relationship Id="rId245" Type="http://schemas.openxmlformats.org/officeDocument/2006/relationships/image" Target="../media/image1693.png"/><Relationship Id="rId266" Type="http://schemas.openxmlformats.org/officeDocument/2006/relationships/customXml" Target="../ink/ink1730.xml"/><Relationship Id="rId30" Type="http://schemas.openxmlformats.org/officeDocument/2006/relationships/customXml" Target="../ink/ink1612.xml"/><Relationship Id="rId105" Type="http://schemas.openxmlformats.org/officeDocument/2006/relationships/image" Target="../media/image1624.png"/><Relationship Id="rId126" Type="http://schemas.openxmlformats.org/officeDocument/2006/relationships/customXml" Target="../ink/ink1660.xml"/><Relationship Id="rId147" Type="http://schemas.openxmlformats.org/officeDocument/2006/relationships/image" Target="../media/image1645.png"/><Relationship Id="rId168" Type="http://schemas.openxmlformats.org/officeDocument/2006/relationships/customXml" Target="../ink/ink1681.xml"/><Relationship Id="rId51" Type="http://schemas.openxmlformats.org/officeDocument/2006/relationships/image" Target="../media/image1597.png"/><Relationship Id="rId72" Type="http://schemas.openxmlformats.org/officeDocument/2006/relationships/customXml" Target="../ink/ink1633.xml"/><Relationship Id="rId93" Type="http://schemas.openxmlformats.org/officeDocument/2006/relationships/image" Target="../media/image1618.png"/><Relationship Id="rId189" Type="http://schemas.openxmlformats.org/officeDocument/2006/relationships/image" Target="../media/image1665.png"/><Relationship Id="rId3" Type="http://schemas.openxmlformats.org/officeDocument/2006/relationships/image" Target="../media/image1573.png"/><Relationship Id="rId214" Type="http://schemas.openxmlformats.org/officeDocument/2006/relationships/customXml" Target="../ink/ink1704.xml"/><Relationship Id="rId235" Type="http://schemas.openxmlformats.org/officeDocument/2006/relationships/image" Target="../media/image1688.png"/><Relationship Id="rId256" Type="http://schemas.openxmlformats.org/officeDocument/2006/relationships/customXml" Target="../ink/ink1725.xml"/><Relationship Id="rId116" Type="http://schemas.openxmlformats.org/officeDocument/2006/relationships/customXml" Target="../ink/ink1655.xml"/><Relationship Id="rId137" Type="http://schemas.openxmlformats.org/officeDocument/2006/relationships/image" Target="../media/image1640.png"/><Relationship Id="rId158" Type="http://schemas.openxmlformats.org/officeDocument/2006/relationships/customXml" Target="../ink/ink1676.xml"/><Relationship Id="rId20" Type="http://schemas.openxmlformats.org/officeDocument/2006/relationships/customXml" Target="../ink/ink1607.xml"/><Relationship Id="rId41" Type="http://schemas.openxmlformats.org/officeDocument/2006/relationships/image" Target="../media/image1592.png"/><Relationship Id="rId62" Type="http://schemas.openxmlformats.org/officeDocument/2006/relationships/customXml" Target="../ink/ink1628.xml"/><Relationship Id="rId83" Type="http://schemas.openxmlformats.org/officeDocument/2006/relationships/image" Target="../media/image1613.png"/><Relationship Id="rId179" Type="http://schemas.openxmlformats.org/officeDocument/2006/relationships/image" Target="../media/image1660.png"/><Relationship Id="rId190" Type="http://schemas.openxmlformats.org/officeDocument/2006/relationships/customXml" Target="../ink/ink1692.xml"/><Relationship Id="rId204" Type="http://schemas.openxmlformats.org/officeDocument/2006/relationships/customXml" Target="../ink/ink1699.xml"/><Relationship Id="rId225" Type="http://schemas.openxmlformats.org/officeDocument/2006/relationships/image" Target="../media/image1683.png"/><Relationship Id="rId246" Type="http://schemas.openxmlformats.org/officeDocument/2006/relationships/customXml" Target="../ink/ink1720.xml"/><Relationship Id="rId267" Type="http://schemas.openxmlformats.org/officeDocument/2006/relationships/image" Target="../media/image1704.png"/><Relationship Id="rId106" Type="http://schemas.openxmlformats.org/officeDocument/2006/relationships/customXml" Target="../ink/ink1650.xml"/><Relationship Id="rId127" Type="http://schemas.openxmlformats.org/officeDocument/2006/relationships/image" Target="../media/image1635.png"/><Relationship Id="rId10" Type="http://schemas.openxmlformats.org/officeDocument/2006/relationships/customXml" Target="../ink/ink1602.xml"/><Relationship Id="rId31" Type="http://schemas.openxmlformats.org/officeDocument/2006/relationships/image" Target="../media/image1587.png"/><Relationship Id="rId52" Type="http://schemas.openxmlformats.org/officeDocument/2006/relationships/customXml" Target="../ink/ink1623.xml"/><Relationship Id="rId73" Type="http://schemas.openxmlformats.org/officeDocument/2006/relationships/image" Target="../media/image1608.png"/><Relationship Id="rId94" Type="http://schemas.openxmlformats.org/officeDocument/2006/relationships/customXml" Target="../ink/ink1644.xml"/><Relationship Id="rId148" Type="http://schemas.openxmlformats.org/officeDocument/2006/relationships/customXml" Target="../ink/ink1671.xml"/><Relationship Id="rId169" Type="http://schemas.openxmlformats.org/officeDocument/2006/relationships/image" Target="../media/image1656.png"/><Relationship Id="rId4" Type="http://schemas.openxmlformats.org/officeDocument/2006/relationships/customXml" Target="../ink/ink1599.xml"/><Relationship Id="rId180" Type="http://schemas.openxmlformats.org/officeDocument/2006/relationships/customXml" Target="../ink/ink1687.xml"/><Relationship Id="rId215" Type="http://schemas.openxmlformats.org/officeDocument/2006/relationships/image" Target="../media/image1678.png"/><Relationship Id="rId236" Type="http://schemas.openxmlformats.org/officeDocument/2006/relationships/customXml" Target="../ink/ink1715.xml"/><Relationship Id="rId257" Type="http://schemas.openxmlformats.org/officeDocument/2006/relationships/image" Target="../media/image1699.png"/><Relationship Id="rId42" Type="http://schemas.openxmlformats.org/officeDocument/2006/relationships/customXml" Target="../ink/ink1618.xml"/><Relationship Id="rId84" Type="http://schemas.openxmlformats.org/officeDocument/2006/relationships/customXml" Target="../ink/ink1639.xml"/><Relationship Id="rId138" Type="http://schemas.openxmlformats.org/officeDocument/2006/relationships/customXml" Target="../ink/ink1666.xml"/><Relationship Id="rId191" Type="http://schemas.openxmlformats.org/officeDocument/2006/relationships/image" Target="../media/image1666.png"/><Relationship Id="rId205" Type="http://schemas.openxmlformats.org/officeDocument/2006/relationships/image" Target="../media/image1673.png"/><Relationship Id="rId247" Type="http://schemas.openxmlformats.org/officeDocument/2006/relationships/image" Target="../media/image1694.png"/><Relationship Id="rId107" Type="http://schemas.openxmlformats.org/officeDocument/2006/relationships/image" Target="../media/image1625.png"/><Relationship Id="rId11" Type="http://schemas.openxmlformats.org/officeDocument/2006/relationships/image" Target="../media/image1577.png"/><Relationship Id="rId53" Type="http://schemas.openxmlformats.org/officeDocument/2006/relationships/image" Target="../media/image1598.png"/><Relationship Id="rId149" Type="http://schemas.openxmlformats.org/officeDocument/2006/relationships/image" Target="../media/image1646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65.png"/><Relationship Id="rId21" Type="http://schemas.openxmlformats.org/officeDocument/2006/relationships/image" Target="../media/image1717.png"/><Relationship Id="rId42" Type="http://schemas.openxmlformats.org/officeDocument/2006/relationships/customXml" Target="../ink/ink1754.xml"/><Relationship Id="rId63" Type="http://schemas.openxmlformats.org/officeDocument/2006/relationships/image" Target="../media/image1738.png"/><Relationship Id="rId84" Type="http://schemas.openxmlformats.org/officeDocument/2006/relationships/customXml" Target="../ink/ink1775.xml"/><Relationship Id="rId138" Type="http://schemas.openxmlformats.org/officeDocument/2006/relationships/customXml" Target="../ink/ink1802.xml"/><Relationship Id="rId107" Type="http://schemas.openxmlformats.org/officeDocument/2006/relationships/image" Target="../media/image1760.png"/><Relationship Id="rId11" Type="http://schemas.openxmlformats.org/officeDocument/2006/relationships/image" Target="../media/image1712.png"/><Relationship Id="rId32" Type="http://schemas.openxmlformats.org/officeDocument/2006/relationships/customXml" Target="../ink/ink1749.xml"/><Relationship Id="rId53" Type="http://schemas.openxmlformats.org/officeDocument/2006/relationships/image" Target="../media/image1733.png"/><Relationship Id="rId74" Type="http://schemas.openxmlformats.org/officeDocument/2006/relationships/customXml" Target="../ink/ink1770.xml"/><Relationship Id="rId128" Type="http://schemas.openxmlformats.org/officeDocument/2006/relationships/customXml" Target="../ink/ink1797.xml"/><Relationship Id="rId149" Type="http://schemas.openxmlformats.org/officeDocument/2006/relationships/image" Target="../media/image1781.png"/><Relationship Id="rId5" Type="http://schemas.openxmlformats.org/officeDocument/2006/relationships/image" Target="../media/image1709.png"/><Relationship Id="rId95" Type="http://schemas.openxmlformats.org/officeDocument/2006/relationships/image" Target="../media/image1754.png"/><Relationship Id="rId22" Type="http://schemas.openxmlformats.org/officeDocument/2006/relationships/customXml" Target="../ink/ink1744.xml"/><Relationship Id="rId27" Type="http://schemas.openxmlformats.org/officeDocument/2006/relationships/image" Target="../media/image1720.png"/><Relationship Id="rId43" Type="http://schemas.openxmlformats.org/officeDocument/2006/relationships/image" Target="../media/image1728.png"/><Relationship Id="rId48" Type="http://schemas.openxmlformats.org/officeDocument/2006/relationships/customXml" Target="../ink/ink1757.xml"/><Relationship Id="rId64" Type="http://schemas.openxmlformats.org/officeDocument/2006/relationships/customXml" Target="../ink/ink1765.xml"/><Relationship Id="rId69" Type="http://schemas.openxmlformats.org/officeDocument/2006/relationships/image" Target="../media/image1741.png"/><Relationship Id="rId113" Type="http://schemas.openxmlformats.org/officeDocument/2006/relationships/image" Target="../media/image1763.png"/><Relationship Id="rId118" Type="http://schemas.openxmlformats.org/officeDocument/2006/relationships/customXml" Target="../ink/ink1792.xml"/><Relationship Id="rId134" Type="http://schemas.openxmlformats.org/officeDocument/2006/relationships/customXml" Target="../ink/ink1800.xml"/><Relationship Id="rId139" Type="http://schemas.openxmlformats.org/officeDocument/2006/relationships/image" Target="../media/image1776.png"/><Relationship Id="rId80" Type="http://schemas.openxmlformats.org/officeDocument/2006/relationships/customXml" Target="../ink/ink1773.xml"/><Relationship Id="rId85" Type="http://schemas.openxmlformats.org/officeDocument/2006/relationships/image" Target="../media/image1749.png"/><Relationship Id="rId150" Type="http://schemas.openxmlformats.org/officeDocument/2006/relationships/customXml" Target="../ink/ink1808.xml"/><Relationship Id="rId12" Type="http://schemas.openxmlformats.org/officeDocument/2006/relationships/customXml" Target="../ink/ink1739.xml"/><Relationship Id="rId17" Type="http://schemas.openxmlformats.org/officeDocument/2006/relationships/image" Target="../media/image1715.png"/><Relationship Id="rId33" Type="http://schemas.openxmlformats.org/officeDocument/2006/relationships/image" Target="../media/image1723.png"/><Relationship Id="rId38" Type="http://schemas.openxmlformats.org/officeDocument/2006/relationships/customXml" Target="../ink/ink1752.xml"/><Relationship Id="rId59" Type="http://schemas.openxmlformats.org/officeDocument/2006/relationships/image" Target="../media/image1736.png"/><Relationship Id="rId103" Type="http://schemas.openxmlformats.org/officeDocument/2006/relationships/image" Target="../media/image1758.png"/><Relationship Id="rId108" Type="http://schemas.openxmlformats.org/officeDocument/2006/relationships/customXml" Target="../ink/ink1787.xml"/><Relationship Id="rId124" Type="http://schemas.openxmlformats.org/officeDocument/2006/relationships/customXml" Target="../ink/ink1795.xml"/><Relationship Id="rId129" Type="http://schemas.openxmlformats.org/officeDocument/2006/relationships/image" Target="../media/image1771.png"/><Relationship Id="rId54" Type="http://schemas.openxmlformats.org/officeDocument/2006/relationships/customXml" Target="../ink/ink1760.xml"/><Relationship Id="rId70" Type="http://schemas.openxmlformats.org/officeDocument/2006/relationships/customXml" Target="../ink/ink1768.xml"/><Relationship Id="rId75" Type="http://schemas.openxmlformats.org/officeDocument/2006/relationships/image" Target="../media/image1744.png"/><Relationship Id="rId91" Type="http://schemas.openxmlformats.org/officeDocument/2006/relationships/image" Target="../media/image1752.png"/><Relationship Id="rId96" Type="http://schemas.openxmlformats.org/officeDocument/2006/relationships/customXml" Target="../ink/ink1781.xml"/><Relationship Id="rId140" Type="http://schemas.openxmlformats.org/officeDocument/2006/relationships/customXml" Target="../ink/ink1803.xml"/><Relationship Id="rId145" Type="http://schemas.openxmlformats.org/officeDocument/2006/relationships/image" Target="../media/image177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36.xml"/><Relationship Id="rId23" Type="http://schemas.openxmlformats.org/officeDocument/2006/relationships/image" Target="../media/image1718.png"/><Relationship Id="rId28" Type="http://schemas.openxmlformats.org/officeDocument/2006/relationships/customXml" Target="../ink/ink1747.xml"/><Relationship Id="rId49" Type="http://schemas.openxmlformats.org/officeDocument/2006/relationships/image" Target="../media/image1731.png"/><Relationship Id="rId114" Type="http://schemas.openxmlformats.org/officeDocument/2006/relationships/customXml" Target="../ink/ink1790.xml"/><Relationship Id="rId119" Type="http://schemas.openxmlformats.org/officeDocument/2006/relationships/image" Target="../media/image1766.png"/><Relationship Id="rId44" Type="http://schemas.openxmlformats.org/officeDocument/2006/relationships/customXml" Target="../ink/ink1755.xml"/><Relationship Id="rId60" Type="http://schemas.openxmlformats.org/officeDocument/2006/relationships/customXml" Target="../ink/ink1763.xml"/><Relationship Id="rId65" Type="http://schemas.openxmlformats.org/officeDocument/2006/relationships/image" Target="../media/image1739.png"/><Relationship Id="rId81" Type="http://schemas.openxmlformats.org/officeDocument/2006/relationships/image" Target="../media/image1747.png"/><Relationship Id="rId86" Type="http://schemas.openxmlformats.org/officeDocument/2006/relationships/customXml" Target="../ink/ink1776.xml"/><Relationship Id="rId130" Type="http://schemas.openxmlformats.org/officeDocument/2006/relationships/customXml" Target="../ink/ink1798.xml"/><Relationship Id="rId135" Type="http://schemas.openxmlformats.org/officeDocument/2006/relationships/image" Target="../media/image1774.png"/><Relationship Id="rId151" Type="http://schemas.openxmlformats.org/officeDocument/2006/relationships/image" Target="../media/image1782.png"/><Relationship Id="rId13" Type="http://schemas.openxmlformats.org/officeDocument/2006/relationships/image" Target="../media/image1713.png"/><Relationship Id="rId18" Type="http://schemas.openxmlformats.org/officeDocument/2006/relationships/customXml" Target="../ink/ink1742.xml"/><Relationship Id="rId39" Type="http://schemas.openxmlformats.org/officeDocument/2006/relationships/image" Target="../media/image1726.png"/><Relationship Id="rId109" Type="http://schemas.openxmlformats.org/officeDocument/2006/relationships/image" Target="../media/image1761.png"/><Relationship Id="rId34" Type="http://schemas.openxmlformats.org/officeDocument/2006/relationships/customXml" Target="../ink/ink1750.xml"/><Relationship Id="rId50" Type="http://schemas.openxmlformats.org/officeDocument/2006/relationships/customXml" Target="../ink/ink1758.xml"/><Relationship Id="rId55" Type="http://schemas.openxmlformats.org/officeDocument/2006/relationships/image" Target="../media/image1734.png"/><Relationship Id="rId76" Type="http://schemas.openxmlformats.org/officeDocument/2006/relationships/customXml" Target="../ink/ink1771.xml"/><Relationship Id="rId97" Type="http://schemas.openxmlformats.org/officeDocument/2006/relationships/image" Target="../media/image1755.png"/><Relationship Id="rId104" Type="http://schemas.openxmlformats.org/officeDocument/2006/relationships/customXml" Target="../ink/ink1785.xml"/><Relationship Id="rId120" Type="http://schemas.openxmlformats.org/officeDocument/2006/relationships/customXml" Target="../ink/ink1793.xml"/><Relationship Id="rId125" Type="http://schemas.openxmlformats.org/officeDocument/2006/relationships/image" Target="../media/image1769.png"/><Relationship Id="rId141" Type="http://schemas.openxmlformats.org/officeDocument/2006/relationships/image" Target="../media/image1777.png"/><Relationship Id="rId146" Type="http://schemas.openxmlformats.org/officeDocument/2006/relationships/customXml" Target="../ink/ink1806.xml"/><Relationship Id="rId7" Type="http://schemas.openxmlformats.org/officeDocument/2006/relationships/image" Target="../media/image1710.png"/><Relationship Id="rId71" Type="http://schemas.openxmlformats.org/officeDocument/2006/relationships/image" Target="../media/image1742.png"/><Relationship Id="rId92" Type="http://schemas.openxmlformats.org/officeDocument/2006/relationships/customXml" Target="../ink/ink1779.xml"/><Relationship Id="rId2" Type="http://schemas.openxmlformats.org/officeDocument/2006/relationships/customXml" Target="../ink/ink1734.xml"/><Relationship Id="rId29" Type="http://schemas.openxmlformats.org/officeDocument/2006/relationships/image" Target="../media/image1721.png"/><Relationship Id="rId24" Type="http://schemas.openxmlformats.org/officeDocument/2006/relationships/customXml" Target="../ink/ink1745.xml"/><Relationship Id="rId40" Type="http://schemas.openxmlformats.org/officeDocument/2006/relationships/customXml" Target="../ink/ink1753.xml"/><Relationship Id="rId45" Type="http://schemas.openxmlformats.org/officeDocument/2006/relationships/image" Target="../media/image1729.png"/><Relationship Id="rId66" Type="http://schemas.openxmlformats.org/officeDocument/2006/relationships/customXml" Target="../ink/ink1766.xml"/><Relationship Id="rId87" Type="http://schemas.openxmlformats.org/officeDocument/2006/relationships/image" Target="../media/image1750.png"/><Relationship Id="rId110" Type="http://schemas.openxmlformats.org/officeDocument/2006/relationships/customXml" Target="../ink/ink1788.xml"/><Relationship Id="rId115" Type="http://schemas.openxmlformats.org/officeDocument/2006/relationships/image" Target="../media/image1764.png"/><Relationship Id="rId131" Type="http://schemas.openxmlformats.org/officeDocument/2006/relationships/image" Target="../media/image1772.png"/><Relationship Id="rId136" Type="http://schemas.openxmlformats.org/officeDocument/2006/relationships/customXml" Target="../ink/ink1801.xml"/><Relationship Id="rId61" Type="http://schemas.openxmlformats.org/officeDocument/2006/relationships/image" Target="../media/image1737.png"/><Relationship Id="rId82" Type="http://schemas.openxmlformats.org/officeDocument/2006/relationships/customXml" Target="../ink/ink1774.xml"/><Relationship Id="rId19" Type="http://schemas.openxmlformats.org/officeDocument/2006/relationships/image" Target="../media/image1716.png"/><Relationship Id="rId14" Type="http://schemas.openxmlformats.org/officeDocument/2006/relationships/customXml" Target="../ink/ink1740.xml"/><Relationship Id="rId30" Type="http://schemas.openxmlformats.org/officeDocument/2006/relationships/customXml" Target="../ink/ink1748.xml"/><Relationship Id="rId35" Type="http://schemas.openxmlformats.org/officeDocument/2006/relationships/image" Target="../media/image1724.png"/><Relationship Id="rId56" Type="http://schemas.openxmlformats.org/officeDocument/2006/relationships/customXml" Target="../ink/ink1761.xml"/><Relationship Id="rId77" Type="http://schemas.openxmlformats.org/officeDocument/2006/relationships/image" Target="../media/image1745.png"/><Relationship Id="rId100" Type="http://schemas.openxmlformats.org/officeDocument/2006/relationships/customXml" Target="../ink/ink1783.xml"/><Relationship Id="rId105" Type="http://schemas.openxmlformats.org/officeDocument/2006/relationships/image" Target="../media/image1759.png"/><Relationship Id="rId126" Type="http://schemas.openxmlformats.org/officeDocument/2006/relationships/customXml" Target="../ink/ink1796.xml"/><Relationship Id="rId147" Type="http://schemas.openxmlformats.org/officeDocument/2006/relationships/image" Target="../media/image1780.png"/><Relationship Id="rId8" Type="http://schemas.openxmlformats.org/officeDocument/2006/relationships/customXml" Target="../ink/ink1737.xml"/><Relationship Id="rId51" Type="http://schemas.openxmlformats.org/officeDocument/2006/relationships/image" Target="../media/image1732.png"/><Relationship Id="rId72" Type="http://schemas.openxmlformats.org/officeDocument/2006/relationships/customXml" Target="../ink/ink1769.xml"/><Relationship Id="rId93" Type="http://schemas.openxmlformats.org/officeDocument/2006/relationships/image" Target="../media/image1753.png"/><Relationship Id="rId98" Type="http://schemas.openxmlformats.org/officeDocument/2006/relationships/customXml" Target="../ink/ink1782.xml"/><Relationship Id="rId121" Type="http://schemas.openxmlformats.org/officeDocument/2006/relationships/image" Target="../media/image1767.png"/><Relationship Id="rId142" Type="http://schemas.openxmlformats.org/officeDocument/2006/relationships/customXml" Target="../ink/ink1804.xml"/><Relationship Id="rId3" Type="http://schemas.openxmlformats.org/officeDocument/2006/relationships/image" Target="../media/image1708.png"/><Relationship Id="rId25" Type="http://schemas.openxmlformats.org/officeDocument/2006/relationships/image" Target="../media/image1719.png"/><Relationship Id="rId46" Type="http://schemas.openxmlformats.org/officeDocument/2006/relationships/customXml" Target="../ink/ink1756.xml"/><Relationship Id="rId67" Type="http://schemas.openxmlformats.org/officeDocument/2006/relationships/image" Target="../media/image1740.png"/><Relationship Id="rId116" Type="http://schemas.openxmlformats.org/officeDocument/2006/relationships/customXml" Target="../ink/ink1791.xml"/><Relationship Id="rId137" Type="http://schemas.openxmlformats.org/officeDocument/2006/relationships/image" Target="../media/image1775.png"/><Relationship Id="rId20" Type="http://schemas.openxmlformats.org/officeDocument/2006/relationships/customXml" Target="../ink/ink1743.xml"/><Relationship Id="rId41" Type="http://schemas.openxmlformats.org/officeDocument/2006/relationships/image" Target="../media/image1727.png"/><Relationship Id="rId62" Type="http://schemas.openxmlformats.org/officeDocument/2006/relationships/customXml" Target="../ink/ink1764.xml"/><Relationship Id="rId83" Type="http://schemas.openxmlformats.org/officeDocument/2006/relationships/image" Target="../media/image1748.png"/><Relationship Id="rId88" Type="http://schemas.openxmlformats.org/officeDocument/2006/relationships/customXml" Target="../ink/ink1777.xml"/><Relationship Id="rId111" Type="http://schemas.openxmlformats.org/officeDocument/2006/relationships/image" Target="../media/image1762.png"/><Relationship Id="rId132" Type="http://schemas.openxmlformats.org/officeDocument/2006/relationships/customXml" Target="../ink/ink1799.xml"/><Relationship Id="rId15" Type="http://schemas.openxmlformats.org/officeDocument/2006/relationships/image" Target="../media/image1714.png"/><Relationship Id="rId36" Type="http://schemas.openxmlformats.org/officeDocument/2006/relationships/customXml" Target="../ink/ink1751.xml"/><Relationship Id="rId57" Type="http://schemas.openxmlformats.org/officeDocument/2006/relationships/image" Target="../media/image1735.png"/><Relationship Id="rId106" Type="http://schemas.openxmlformats.org/officeDocument/2006/relationships/customXml" Target="../ink/ink1786.xml"/><Relationship Id="rId127" Type="http://schemas.openxmlformats.org/officeDocument/2006/relationships/image" Target="../media/image1770.png"/><Relationship Id="rId10" Type="http://schemas.openxmlformats.org/officeDocument/2006/relationships/customXml" Target="../ink/ink1738.xml"/><Relationship Id="rId31" Type="http://schemas.openxmlformats.org/officeDocument/2006/relationships/image" Target="../media/image1722.png"/><Relationship Id="rId52" Type="http://schemas.openxmlformats.org/officeDocument/2006/relationships/customXml" Target="../ink/ink1759.xml"/><Relationship Id="rId73" Type="http://schemas.openxmlformats.org/officeDocument/2006/relationships/image" Target="../media/image1743.png"/><Relationship Id="rId78" Type="http://schemas.openxmlformats.org/officeDocument/2006/relationships/customXml" Target="../ink/ink1772.xml"/><Relationship Id="rId94" Type="http://schemas.openxmlformats.org/officeDocument/2006/relationships/customXml" Target="../ink/ink1780.xml"/><Relationship Id="rId99" Type="http://schemas.openxmlformats.org/officeDocument/2006/relationships/image" Target="../media/image1756.png"/><Relationship Id="rId101" Type="http://schemas.openxmlformats.org/officeDocument/2006/relationships/image" Target="../media/image1757.png"/><Relationship Id="rId122" Type="http://schemas.openxmlformats.org/officeDocument/2006/relationships/customXml" Target="../ink/ink1794.xml"/><Relationship Id="rId143" Type="http://schemas.openxmlformats.org/officeDocument/2006/relationships/image" Target="../media/image1778.png"/><Relationship Id="rId148" Type="http://schemas.openxmlformats.org/officeDocument/2006/relationships/customXml" Target="../ink/ink1807.xml"/><Relationship Id="rId4" Type="http://schemas.openxmlformats.org/officeDocument/2006/relationships/customXml" Target="../ink/ink1735.xml"/><Relationship Id="rId9" Type="http://schemas.openxmlformats.org/officeDocument/2006/relationships/image" Target="../media/image1711.png"/><Relationship Id="rId26" Type="http://schemas.openxmlformats.org/officeDocument/2006/relationships/customXml" Target="../ink/ink1746.xml"/><Relationship Id="rId47" Type="http://schemas.openxmlformats.org/officeDocument/2006/relationships/image" Target="../media/image1730.png"/><Relationship Id="rId68" Type="http://schemas.openxmlformats.org/officeDocument/2006/relationships/customXml" Target="../ink/ink1767.xml"/><Relationship Id="rId89" Type="http://schemas.openxmlformats.org/officeDocument/2006/relationships/image" Target="../media/image1751.png"/><Relationship Id="rId112" Type="http://schemas.openxmlformats.org/officeDocument/2006/relationships/customXml" Target="../ink/ink1789.xml"/><Relationship Id="rId133" Type="http://schemas.openxmlformats.org/officeDocument/2006/relationships/image" Target="../media/image1773.png"/><Relationship Id="rId16" Type="http://schemas.openxmlformats.org/officeDocument/2006/relationships/customXml" Target="../ink/ink1741.xml"/><Relationship Id="rId37" Type="http://schemas.openxmlformats.org/officeDocument/2006/relationships/image" Target="../media/image1725.png"/><Relationship Id="rId58" Type="http://schemas.openxmlformats.org/officeDocument/2006/relationships/customXml" Target="../ink/ink1762.xml"/><Relationship Id="rId79" Type="http://schemas.openxmlformats.org/officeDocument/2006/relationships/image" Target="../media/image1746.png"/><Relationship Id="rId102" Type="http://schemas.openxmlformats.org/officeDocument/2006/relationships/customXml" Target="../ink/ink1784.xml"/><Relationship Id="rId123" Type="http://schemas.openxmlformats.org/officeDocument/2006/relationships/image" Target="../media/image1768.png"/><Relationship Id="rId144" Type="http://schemas.openxmlformats.org/officeDocument/2006/relationships/customXml" Target="../ink/ink1805.xml"/><Relationship Id="rId90" Type="http://schemas.openxmlformats.org/officeDocument/2006/relationships/customXml" Target="../ink/ink17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F156-24F8-C028-F052-755438C495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Elementary transformation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630E45-9D02-66DF-2B82-53C5634FA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Niharika Kulshrestha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niharikakul@gmail.com</a:t>
            </a:r>
          </a:p>
          <a:p>
            <a:r>
              <a:rPr lang="en-US" dirty="0"/>
              <a:t>CDA-102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2725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071AB73-7014-82B2-FE66-251999D23E10}"/>
              </a:ext>
            </a:extLst>
          </p:cNvPr>
          <p:cNvGrpSpPr/>
          <p:nvPr/>
        </p:nvGrpSpPr>
        <p:grpSpPr>
          <a:xfrm>
            <a:off x="588403" y="375141"/>
            <a:ext cx="6486480" cy="1114920"/>
            <a:chOff x="588403" y="375141"/>
            <a:chExt cx="6486480" cy="111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BA748C6-308C-6933-5B6E-136E7DDC5B9B}"/>
                    </a:ext>
                  </a:extLst>
                </p14:cNvPr>
                <p14:cNvContentPartPr/>
                <p14:nvPr/>
              </p14:nvContentPartPr>
              <p14:xfrm>
                <a:off x="691363" y="440301"/>
                <a:ext cx="310320" cy="445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BA748C6-308C-6933-5B6E-136E7DDC5B9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7043" y="435981"/>
                  <a:ext cx="31896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F5B439D-A230-F79F-5EAD-2451F5649FD0}"/>
                    </a:ext>
                  </a:extLst>
                </p14:cNvPr>
                <p14:cNvContentPartPr/>
                <p14:nvPr/>
              </p14:nvContentPartPr>
              <p14:xfrm>
                <a:off x="1043803" y="558021"/>
                <a:ext cx="66960" cy="344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F5B439D-A230-F79F-5EAD-2451F5649F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39483" y="553701"/>
                  <a:ext cx="756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80D7BAF-1695-B66C-5FD1-FFFDD8D3360E}"/>
                    </a:ext>
                  </a:extLst>
                </p14:cNvPr>
                <p14:cNvContentPartPr/>
                <p14:nvPr/>
              </p14:nvContentPartPr>
              <p14:xfrm>
                <a:off x="1076203" y="730821"/>
                <a:ext cx="210960" cy="170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80D7BAF-1695-B66C-5FD1-FFFDD8D336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71883" y="726501"/>
                  <a:ext cx="219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D50B547-88C3-0775-F409-75DB724BBE61}"/>
                    </a:ext>
                  </a:extLst>
                </p14:cNvPr>
                <p14:cNvContentPartPr/>
                <p14:nvPr/>
              </p14:nvContentPartPr>
              <p14:xfrm>
                <a:off x="1334683" y="717501"/>
                <a:ext cx="253080" cy="19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D50B547-88C3-0775-F409-75DB724BBE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30363" y="713181"/>
                  <a:ext cx="2617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FFFA5F4-7EFD-C8D6-9937-56F91367D6AC}"/>
                    </a:ext>
                  </a:extLst>
                </p14:cNvPr>
                <p14:cNvContentPartPr/>
                <p14:nvPr/>
              </p14:nvContentPartPr>
              <p14:xfrm>
                <a:off x="1613683" y="556581"/>
                <a:ext cx="708840" cy="406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FFFA5F4-7EFD-C8D6-9937-56F91367D6A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9363" y="552261"/>
                  <a:ext cx="71748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C371B8B-5EA3-6102-5A75-AAC42C7E896F}"/>
                    </a:ext>
                  </a:extLst>
                </p14:cNvPr>
                <p14:cNvContentPartPr/>
                <p14:nvPr/>
              </p14:nvContentPartPr>
              <p14:xfrm>
                <a:off x="2269603" y="747381"/>
                <a:ext cx="694080" cy="742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C371B8B-5EA3-6102-5A75-AAC42C7E896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65283" y="743061"/>
                  <a:ext cx="702720" cy="75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5615815-3903-1FE0-59F9-AEB041C4A7C4}"/>
                    </a:ext>
                  </a:extLst>
                </p14:cNvPr>
                <p14:cNvContentPartPr/>
                <p14:nvPr/>
              </p14:nvContentPartPr>
              <p14:xfrm>
                <a:off x="1871083" y="631821"/>
                <a:ext cx="486360" cy="15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5615815-3903-1FE0-59F9-AEB041C4A7C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66763" y="627501"/>
                  <a:ext cx="4950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967F0BB-A184-E925-1774-BB41BDDBD8EE}"/>
                    </a:ext>
                  </a:extLst>
                </p14:cNvPr>
                <p14:cNvContentPartPr/>
                <p14:nvPr/>
              </p14:nvContentPartPr>
              <p14:xfrm>
                <a:off x="3214243" y="541821"/>
                <a:ext cx="547920" cy="46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967F0BB-A184-E925-1774-BB41BDDBD8E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09923" y="537501"/>
                  <a:ext cx="55656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46AC32D-4842-2ABE-D0BA-BA628D936D36}"/>
                    </a:ext>
                  </a:extLst>
                </p14:cNvPr>
                <p14:cNvContentPartPr/>
                <p14:nvPr/>
              </p14:nvContentPartPr>
              <p14:xfrm>
                <a:off x="3246643" y="623181"/>
                <a:ext cx="368640" cy="54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46AC32D-4842-2ABE-D0BA-BA628D936D3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42323" y="618861"/>
                  <a:ext cx="3772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C089BA6-FB20-0621-D416-F86A4E7E995F}"/>
                    </a:ext>
                  </a:extLst>
                </p14:cNvPr>
                <p14:cNvContentPartPr/>
                <p14:nvPr/>
              </p14:nvContentPartPr>
              <p14:xfrm>
                <a:off x="3756043" y="777261"/>
                <a:ext cx="805320" cy="215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C089BA6-FB20-0621-D416-F86A4E7E99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51723" y="772941"/>
                  <a:ext cx="8139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2A5E3A0-9B0D-7872-E49B-51CB190D3868}"/>
                    </a:ext>
                  </a:extLst>
                </p14:cNvPr>
                <p14:cNvContentPartPr/>
                <p14:nvPr/>
              </p14:nvContentPartPr>
              <p14:xfrm>
                <a:off x="4546603" y="496821"/>
                <a:ext cx="500400" cy="906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2A5E3A0-9B0D-7872-E49B-51CB190D38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42283" y="492501"/>
                  <a:ext cx="509040" cy="9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679BE82-1B9F-A31E-74B8-CB36E55F9F44}"/>
                    </a:ext>
                  </a:extLst>
                </p14:cNvPr>
                <p14:cNvContentPartPr/>
                <p14:nvPr/>
              </p14:nvContentPartPr>
              <p14:xfrm>
                <a:off x="5080843" y="768261"/>
                <a:ext cx="547920" cy="192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679BE82-1B9F-A31E-74B8-CB36E55F9F4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76523" y="763941"/>
                  <a:ext cx="5565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49F8E32-3450-8109-AEFF-0936DD2A887D}"/>
                    </a:ext>
                  </a:extLst>
                </p14:cNvPr>
                <p14:cNvContentPartPr/>
                <p14:nvPr/>
              </p14:nvContentPartPr>
              <p14:xfrm>
                <a:off x="5669083" y="519141"/>
                <a:ext cx="751320" cy="475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49F8E32-3450-8109-AEFF-0936DD2A887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51083" y="501501"/>
                  <a:ext cx="78696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CBEAB3C-6BE0-9FC8-80A2-8B461BAFB769}"/>
                    </a:ext>
                  </a:extLst>
                </p14:cNvPr>
                <p14:cNvContentPartPr/>
                <p14:nvPr/>
              </p14:nvContentPartPr>
              <p14:xfrm>
                <a:off x="6475123" y="831261"/>
                <a:ext cx="465840" cy="215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CBEAB3C-6BE0-9FC8-80A2-8B461BAFB7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57483" y="813621"/>
                  <a:ext cx="5014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96559F5-E35B-596B-3E18-3655B4D94501}"/>
                    </a:ext>
                  </a:extLst>
                </p14:cNvPr>
                <p14:cNvContentPartPr/>
                <p14:nvPr/>
              </p14:nvContentPartPr>
              <p14:xfrm>
                <a:off x="6369643" y="677901"/>
                <a:ext cx="74880" cy="25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96559F5-E35B-596B-3E18-3655B4D9450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51643" y="660261"/>
                  <a:ext cx="1105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22F81F6-CA6C-3A0B-854B-02CC0A5ADEC1}"/>
                    </a:ext>
                  </a:extLst>
                </p14:cNvPr>
                <p14:cNvContentPartPr/>
                <p14:nvPr/>
              </p14:nvContentPartPr>
              <p14:xfrm>
                <a:off x="5885443" y="633981"/>
                <a:ext cx="239040" cy="51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22F81F6-CA6C-3A0B-854B-02CC0A5ADE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67803" y="615981"/>
                  <a:ext cx="2746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C63B86D-8FFC-C802-5AF9-F1F3226427CB}"/>
                    </a:ext>
                  </a:extLst>
                </p14:cNvPr>
                <p14:cNvContentPartPr/>
                <p14:nvPr/>
              </p14:nvContentPartPr>
              <p14:xfrm>
                <a:off x="688123" y="403941"/>
                <a:ext cx="547920" cy="581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C63B86D-8FFC-C802-5AF9-F1F3226427C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0483" y="386301"/>
                  <a:ext cx="58356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219EF55-4947-6193-C4A6-93FC41CCAFC7}"/>
                    </a:ext>
                  </a:extLst>
                </p14:cNvPr>
                <p14:cNvContentPartPr/>
                <p14:nvPr/>
              </p14:nvContentPartPr>
              <p14:xfrm>
                <a:off x="1162243" y="747741"/>
                <a:ext cx="124200" cy="194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219EF55-4947-6193-C4A6-93FC41CCAFC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44603" y="729741"/>
                  <a:ext cx="1598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8C04FAF-DC05-A381-6099-B57E5060960C}"/>
                    </a:ext>
                  </a:extLst>
                </p14:cNvPr>
                <p14:cNvContentPartPr/>
                <p14:nvPr/>
              </p14:nvContentPartPr>
              <p14:xfrm>
                <a:off x="1363843" y="446781"/>
                <a:ext cx="827280" cy="512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8C04FAF-DC05-A381-6099-B57E5060960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46203" y="429141"/>
                  <a:ext cx="86292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3DC58C8-F56D-BB9F-D09D-6A20E6A8E764}"/>
                    </a:ext>
                  </a:extLst>
                </p14:cNvPr>
                <p14:cNvContentPartPr/>
                <p14:nvPr/>
              </p14:nvContentPartPr>
              <p14:xfrm>
                <a:off x="2004643" y="590061"/>
                <a:ext cx="224640" cy="45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3DC58C8-F56D-BB9F-D09D-6A20E6A8E76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87003" y="572421"/>
                  <a:ext cx="2602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0D24E30-F47C-26A1-628E-BFC16D8C7661}"/>
                    </a:ext>
                  </a:extLst>
                </p14:cNvPr>
                <p14:cNvContentPartPr/>
                <p14:nvPr/>
              </p14:nvContentPartPr>
              <p14:xfrm>
                <a:off x="2261683" y="730101"/>
                <a:ext cx="694080" cy="699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0D24E30-F47C-26A1-628E-BFC16D8C766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43683" y="712101"/>
                  <a:ext cx="729720" cy="73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61B15B-5E45-9CBB-92B0-B80FD29F67D7}"/>
                    </a:ext>
                  </a:extLst>
                </p14:cNvPr>
                <p14:cNvContentPartPr/>
                <p14:nvPr/>
              </p14:nvContentPartPr>
              <p14:xfrm>
                <a:off x="3201283" y="496821"/>
                <a:ext cx="291240" cy="529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761B15B-5E45-9CBB-92B0-B80FD29F67D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83643" y="479181"/>
                  <a:ext cx="32688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97AC5A-8A02-A779-23D4-251FF6ABEF15}"/>
                    </a:ext>
                  </a:extLst>
                </p14:cNvPr>
                <p14:cNvContentPartPr/>
                <p14:nvPr/>
              </p14:nvContentPartPr>
              <p14:xfrm>
                <a:off x="3274003" y="657381"/>
                <a:ext cx="199440" cy="79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97AC5A-8A02-A779-23D4-251FF6ABEF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56003" y="639381"/>
                  <a:ext cx="235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775B8D1-E619-DC5D-C85A-E6E3F7B267EF}"/>
                    </a:ext>
                  </a:extLst>
                </p14:cNvPr>
                <p14:cNvContentPartPr/>
                <p14:nvPr/>
              </p14:nvContentPartPr>
              <p14:xfrm>
                <a:off x="3417283" y="764301"/>
                <a:ext cx="354240" cy="295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775B8D1-E619-DC5D-C85A-E6E3F7B267E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99643" y="746661"/>
                  <a:ext cx="389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F6FF01F-26A9-479D-55E5-15A75B4CD9F3}"/>
                    </a:ext>
                  </a:extLst>
                </p14:cNvPr>
                <p14:cNvContentPartPr/>
                <p14:nvPr/>
              </p14:nvContentPartPr>
              <p14:xfrm>
                <a:off x="3809683" y="758901"/>
                <a:ext cx="755280" cy="302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F6FF01F-26A9-479D-55E5-15A75B4CD9F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91683" y="740901"/>
                  <a:ext cx="7909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4EF8AA8-1238-3C55-1BEA-1C80B551F88B}"/>
                    </a:ext>
                  </a:extLst>
                </p14:cNvPr>
                <p14:cNvContentPartPr/>
                <p14:nvPr/>
              </p14:nvContentPartPr>
              <p14:xfrm>
                <a:off x="4445083" y="375141"/>
                <a:ext cx="388440" cy="111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4EF8AA8-1238-3C55-1BEA-1C80B551F88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27083" y="357141"/>
                  <a:ext cx="424080" cy="11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375984A-5FEB-D231-5494-0529EE1419CD}"/>
                    </a:ext>
                  </a:extLst>
                </p14:cNvPr>
                <p14:cNvContentPartPr/>
                <p14:nvPr/>
              </p14:nvContentPartPr>
              <p14:xfrm>
                <a:off x="4846843" y="776901"/>
                <a:ext cx="197640" cy="260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375984A-5FEB-D231-5494-0529EE1419C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28843" y="758901"/>
                  <a:ext cx="233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C410D9E-95F7-7C73-1006-BBFED3EEC924}"/>
                    </a:ext>
                  </a:extLst>
                </p14:cNvPr>
                <p14:cNvContentPartPr/>
                <p14:nvPr/>
              </p14:nvContentPartPr>
              <p14:xfrm>
                <a:off x="5058523" y="777261"/>
                <a:ext cx="207720" cy="227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C410D9E-95F7-7C73-1006-BBFED3EEC92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40883" y="759621"/>
                  <a:ext cx="2433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ACCC397-5756-EC84-C472-0FC21EFE5908}"/>
                    </a:ext>
                  </a:extLst>
                </p14:cNvPr>
                <p14:cNvContentPartPr/>
                <p14:nvPr/>
              </p14:nvContentPartPr>
              <p14:xfrm>
                <a:off x="5312323" y="743061"/>
                <a:ext cx="332640" cy="280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ACCC397-5756-EC84-C472-0FC21EFE590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94323" y="725421"/>
                  <a:ext cx="368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42875C4-A7A0-03D5-BC2A-10AFC1BAE93A}"/>
                    </a:ext>
                  </a:extLst>
                </p14:cNvPr>
                <p14:cNvContentPartPr/>
                <p14:nvPr/>
              </p14:nvContentPartPr>
              <p14:xfrm>
                <a:off x="588403" y="1213221"/>
                <a:ext cx="6486480" cy="131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42875C4-A7A0-03D5-BC2A-10AFC1BAE93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0403" y="1195221"/>
                  <a:ext cx="652212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23C438F-4AA3-D50F-640B-530845B32FB8}"/>
              </a:ext>
            </a:extLst>
          </p:cNvPr>
          <p:cNvGrpSpPr/>
          <p:nvPr/>
        </p:nvGrpSpPr>
        <p:grpSpPr>
          <a:xfrm>
            <a:off x="390403" y="1726221"/>
            <a:ext cx="2785680" cy="730080"/>
            <a:chOff x="390403" y="1726221"/>
            <a:chExt cx="2785680" cy="73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0B590DC-ADF1-6306-0710-0F13A61ADA2F}"/>
                    </a:ext>
                  </a:extLst>
                </p14:cNvPr>
                <p14:cNvContentPartPr/>
                <p14:nvPr/>
              </p14:nvContentPartPr>
              <p14:xfrm>
                <a:off x="390403" y="1726221"/>
                <a:ext cx="402840" cy="403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0B590DC-ADF1-6306-0710-0F13A61ADA2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72763" y="1708221"/>
                  <a:ext cx="43848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08EFA8B-2BF1-CB80-BCED-71883F80F6E1}"/>
                    </a:ext>
                  </a:extLst>
                </p14:cNvPr>
                <p14:cNvContentPartPr/>
                <p14:nvPr/>
              </p14:nvContentPartPr>
              <p14:xfrm>
                <a:off x="823123" y="1737381"/>
                <a:ext cx="570240" cy="718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08EFA8B-2BF1-CB80-BCED-71883F80F6E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5123" y="1719741"/>
                  <a:ext cx="605880" cy="7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832BF2A-7838-75AE-2F04-422132BAB624}"/>
                    </a:ext>
                  </a:extLst>
                </p14:cNvPr>
                <p14:cNvContentPartPr/>
                <p14:nvPr/>
              </p14:nvContentPartPr>
              <p14:xfrm>
                <a:off x="1348003" y="1793901"/>
                <a:ext cx="80280" cy="41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832BF2A-7838-75AE-2F04-422132BAB62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330363" y="1775901"/>
                  <a:ext cx="1159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749FD10-E909-1B97-90FF-3B01A9ABBF49}"/>
                    </a:ext>
                  </a:extLst>
                </p14:cNvPr>
                <p14:cNvContentPartPr/>
                <p14:nvPr/>
              </p14:nvContentPartPr>
              <p14:xfrm>
                <a:off x="1410643" y="1963821"/>
                <a:ext cx="330120" cy="167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749FD10-E909-1B97-90FF-3B01A9ABBF4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393003" y="1946181"/>
                  <a:ext cx="365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177D429-137D-8BDB-95BF-0EB1F694865E}"/>
                    </a:ext>
                  </a:extLst>
                </p14:cNvPr>
                <p14:cNvContentPartPr/>
                <p14:nvPr/>
              </p14:nvContentPartPr>
              <p14:xfrm>
                <a:off x="1726723" y="1792461"/>
                <a:ext cx="63360" cy="44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177D429-137D-8BDB-95BF-0EB1F694865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08723" y="1774461"/>
                  <a:ext cx="990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D141871-21F4-5C91-C677-8C5B66652995}"/>
                    </a:ext>
                  </a:extLst>
                </p14:cNvPr>
                <p14:cNvContentPartPr/>
                <p14:nvPr/>
              </p14:nvContentPartPr>
              <p14:xfrm>
                <a:off x="1845523" y="1778421"/>
                <a:ext cx="244080" cy="369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D141871-21F4-5C91-C677-8C5B6665299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27883" y="1760781"/>
                  <a:ext cx="2797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E000B93-27FF-2385-9EDF-9AC6DDA768D8}"/>
                    </a:ext>
                  </a:extLst>
                </p14:cNvPr>
                <p14:cNvContentPartPr/>
                <p14:nvPr/>
              </p14:nvContentPartPr>
              <p14:xfrm>
                <a:off x="2179243" y="1936461"/>
                <a:ext cx="189000" cy="194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E000B93-27FF-2385-9EDF-9AC6DDA768D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61243" y="1918821"/>
                  <a:ext cx="2246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7A2C804-D805-6A0A-CDA5-11A8FE4A3C7D}"/>
                    </a:ext>
                  </a:extLst>
                </p14:cNvPr>
                <p14:cNvContentPartPr/>
                <p14:nvPr/>
              </p14:nvContentPartPr>
              <p14:xfrm>
                <a:off x="2437723" y="1967061"/>
                <a:ext cx="182880" cy="163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7A2C804-D805-6A0A-CDA5-11A8FE4A3C7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20083" y="1949061"/>
                  <a:ext cx="218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C088FF0-2EBC-59EE-B8A8-BCC06A7A466F}"/>
                    </a:ext>
                  </a:extLst>
                </p14:cNvPr>
                <p14:cNvContentPartPr/>
                <p14:nvPr/>
              </p14:nvContentPartPr>
              <p14:xfrm>
                <a:off x="1697563" y="1792821"/>
                <a:ext cx="1478520" cy="295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C088FF0-2EBC-59EE-B8A8-BCC06A7A466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679563" y="1775181"/>
                  <a:ext cx="1514160" cy="3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D626744-33F9-BF02-7E1E-309DAE81C62B}"/>
              </a:ext>
            </a:extLst>
          </p:cNvPr>
          <p:cNvGrpSpPr/>
          <p:nvPr/>
        </p:nvGrpSpPr>
        <p:grpSpPr>
          <a:xfrm>
            <a:off x="3707443" y="1740981"/>
            <a:ext cx="1618560" cy="462960"/>
            <a:chOff x="3707443" y="1740981"/>
            <a:chExt cx="161856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2C70A2C-AFEE-D9E2-AE18-AAFE7C823F8B}"/>
                    </a:ext>
                  </a:extLst>
                </p14:cNvPr>
                <p14:cNvContentPartPr/>
                <p14:nvPr/>
              </p14:nvContentPartPr>
              <p14:xfrm>
                <a:off x="3707443" y="1740981"/>
                <a:ext cx="645120" cy="462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2C70A2C-AFEE-D9E2-AE18-AAFE7C823F8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89803" y="1722981"/>
                  <a:ext cx="68076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2C6AEEF-6DB7-BFB9-D7EC-86BE823FB561}"/>
                    </a:ext>
                  </a:extLst>
                </p14:cNvPr>
                <p14:cNvContentPartPr/>
                <p14:nvPr/>
              </p14:nvContentPartPr>
              <p14:xfrm>
                <a:off x="4216483" y="1870581"/>
                <a:ext cx="190800" cy="60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2C6AEEF-6DB7-BFB9-D7EC-86BE823FB56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98843" y="1852941"/>
                  <a:ext cx="2264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D4690B2-24CE-EB98-D793-5358D11D2001}"/>
                    </a:ext>
                  </a:extLst>
                </p14:cNvPr>
                <p14:cNvContentPartPr/>
                <p14:nvPr/>
              </p14:nvContentPartPr>
              <p14:xfrm>
                <a:off x="4737403" y="1770501"/>
                <a:ext cx="202320" cy="430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D4690B2-24CE-EB98-D793-5358D11D200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19403" y="1752861"/>
                  <a:ext cx="23796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82AF508-F2DD-BFA6-7BBF-11A2249830B4}"/>
                    </a:ext>
                  </a:extLst>
                </p14:cNvPr>
                <p14:cNvContentPartPr/>
                <p14:nvPr/>
              </p14:nvContentPartPr>
              <p14:xfrm>
                <a:off x="4763323" y="1988301"/>
                <a:ext cx="200160" cy="40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82AF508-F2DD-BFA6-7BBF-11A2249830B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745323" y="1970661"/>
                  <a:ext cx="2358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0316492-39D6-CDF1-47DD-F30A15BE8A22}"/>
                    </a:ext>
                  </a:extLst>
                </p14:cNvPr>
                <p14:cNvContentPartPr/>
                <p14:nvPr/>
              </p14:nvContentPartPr>
              <p14:xfrm>
                <a:off x="5182363" y="1965261"/>
                <a:ext cx="143640" cy="115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0316492-39D6-CDF1-47DD-F30A15BE8A2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64723" y="1947261"/>
                  <a:ext cx="17928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0286C21-D85A-BB33-210D-C22192AEE96C}"/>
              </a:ext>
            </a:extLst>
          </p:cNvPr>
          <p:cNvGrpSpPr/>
          <p:nvPr/>
        </p:nvGrpSpPr>
        <p:grpSpPr>
          <a:xfrm>
            <a:off x="5716603" y="1635141"/>
            <a:ext cx="1244160" cy="797400"/>
            <a:chOff x="5716603" y="1635141"/>
            <a:chExt cx="1244160" cy="79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DC56CB-D32F-E4F5-C1C5-210A9A023177}"/>
                    </a:ext>
                  </a:extLst>
                </p14:cNvPr>
                <p14:cNvContentPartPr/>
                <p14:nvPr/>
              </p14:nvContentPartPr>
              <p14:xfrm>
                <a:off x="5716603" y="1640541"/>
                <a:ext cx="373680" cy="73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DC56CB-D32F-E4F5-C1C5-210A9A02317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98963" y="1622541"/>
                  <a:ext cx="40932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F38E321-2D9E-5B5A-DCFA-A88333787FD0}"/>
                    </a:ext>
                  </a:extLst>
                </p14:cNvPr>
                <p14:cNvContentPartPr/>
                <p14:nvPr/>
              </p14:nvContentPartPr>
              <p14:xfrm>
                <a:off x="5974363" y="2001981"/>
                <a:ext cx="340560" cy="291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F38E321-2D9E-5B5A-DCFA-A88333787FD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56723" y="1983981"/>
                  <a:ext cx="3762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7219C60-C818-DA73-9360-99E5324C9D17}"/>
                    </a:ext>
                  </a:extLst>
                </p14:cNvPr>
                <p14:cNvContentPartPr/>
                <p14:nvPr/>
              </p14:nvContentPartPr>
              <p14:xfrm>
                <a:off x="6307363" y="2023941"/>
                <a:ext cx="158400" cy="376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7219C60-C818-DA73-9360-99E5324C9D1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89723" y="2006301"/>
                  <a:ext cx="1940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BFC4538-D99F-CA7C-57AD-C38A9B54D5CA}"/>
                    </a:ext>
                  </a:extLst>
                </p14:cNvPr>
                <p14:cNvContentPartPr/>
                <p14:nvPr/>
              </p14:nvContentPartPr>
              <p14:xfrm>
                <a:off x="6665923" y="1635141"/>
                <a:ext cx="294840" cy="797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BFC4538-D99F-CA7C-57AD-C38A9B54D5C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48283" y="1617501"/>
                  <a:ext cx="330480" cy="83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449920A-5F88-56F3-BE3E-31DFCEABE150}"/>
              </a:ext>
            </a:extLst>
          </p:cNvPr>
          <p:cNvGrpSpPr/>
          <p:nvPr/>
        </p:nvGrpSpPr>
        <p:grpSpPr>
          <a:xfrm>
            <a:off x="7447843" y="1767261"/>
            <a:ext cx="441360" cy="397800"/>
            <a:chOff x="7447843" y="1767261"/>
            <a:chExt cx="441360" cy="39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D11F341-7595-4811-CF25-D409DC884BA9}"/>
                    </a:ext>
                  </a:extLst>
                </p14:cNvPr>
                <p14:cNvContentPartPr/>
                <p14:nvPr/>
              </p14:nvContentPartPr>
              <p14:xfrm>
                <a:off x="7447843" y="1767261"/>
                <a:ext cx="181440" cy="397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D11F341-7595-4811-CF25-D409DC884BA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30203" y="1749621"/>
                  <a:ext cx="2170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61DD6C4-84F7-B60F-D8AC-096294ECCCA7}"/>
                    </a:ext>
                  </a:extLst>
                </p14:cNvPr>
                <p14:cNvContentPartPr/>
                <p14:nvPr/>
              </p14:nvContentPartPr>
              <p14:xfrm>
                <a:off x="7697683" y="1983621"/>
                <a:ext cx="191520" cy="173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61DD6C4-84F7-B60F-D8AC-096294ECCCA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679683" y="1965621"/>
                  <a:ext cx="22716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60AE619-6602-A401-A24F-5B9607AFEC24}"/>
              </a:ext>
            </a:extLst>
          </p:cNvPr>
          <p:cNvGrpSpPr/>
          <p:nvPr/>
        </p:nvGrpSpPr>
        <p:grpSpPr>
          <a:xfrm>
            <a:off x="8258563" y="1960581"/>
            <a:ext cx="1532880" cy="233280"/>
            <a:chOff x="8258563" y="1960581"/>
            <a:chExt cx="15328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9FE52B1-D761-4C2C-EBD3-787EC8CB5C92}"/>
                    </a:ext>
                  </a:extLst>
                </p14:cNvPr>
                <p14:cNvContentPartPr/>
                <p14:nvPr/>
              </p14:nvContentPartPr>
              <p14:xfrm>
                <a:off x="8258563" y="1972101"/>
                <a:ext cx="236160" cy="221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9FE52B1-D761-4C2C-EBD3-787EC8CB5C9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40923" y="1954461"/>
                  <a:ext cx="271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0214B24-5680-7E11-0BF6-171501E2D380}"/>
                    </a:ext>
                  </a:extLst>
                </p14:cNvPr>
                <p14:cNvContentPartPr/>
                <p14:nvPr/>
              </p14:nvContentPartPr>
              <p14:xfrm>
                <a:off x="8720443" y="1960581"/>
                <a:ext cx="698760" cy="229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0214B24-5680-7E11-0BF6-171501E2D38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02803" y="1942941"/>
                  <a:ext cx="7344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5F21772-0B53-9B0C-69F6-2915EBD42A7C}"/>
                    </a:ext>
                  </a:extLst>
                </p14:cNvPr>
                <p14:cNvContentPartPr/>
                <p14:nvPr/>
              </p14:nvContentPartPr>
              <p14:xfrm>
                <a:off x="9516043" y="1976781"/>
                <a:ext cx="275400" cy="159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5F21772-0B53-9B0C-69F6-2915EBD42A7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98043" y="1958781"/>
                  <a:ext cx="31104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8631AD5-149D-D452-F98A-405330A7C0B7}"/>
              </a:ext>
            </a:extLst>
          </p:cNvPr>
          <p:cNvGrpSpPr/>
          <p:nvPr/>
        </p:nvGrpSpPr>
        <p:grpSpPr>
          <a:xfrm>
            <a:off x="10148203" y="1712541"/>
            <a:ext cx="1557360" cy="464400"/>
            <a:chOff x="10148203" y="1712541"/>
            <a:chExt cx="1557360" cy="46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BFA3AE6-51FF-C5D9-0B14-B16EB860173B}"/>
                    </a:ext>
                  </a:extLst>
                </p14:cNvPr>
                <p14:cNvContentPartPr/>
                <p14:nvPr/>
              </p14:nvContentPartPr>
              <p14:xfrm>
                <a:off x="10148203" y="1950501"/>
                <a:ext cx="433080" cy="192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BFA3AE6-51FF-C5D9-0B14-B16EB860173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130563" y="1932501"/>
                  <a:ext cx="468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2C8F336-02D5-E52B-F683-AB5A248D0EDC}"/>
                    </a:ext>
                  </a:extLst>
                </p14:cNvPr>
                <p14:cNvContentPartPr/>
                <p14:nvPr/>
              </p14:nvContentPartPr>
              <p14:xfrm>
                <a:off x="10647883" y="1712541"/>
                <a:ext cx="702720" cy="464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2C8F336-02D5-E52B-F683-AB5A248D0ED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630243" y="1694541"/>
                  <a:ext cx="73836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4D69F1B-E793-4DF4-B4C4-87EC8EF7A665}"/>
                    </a:ext>
                  </a:extLst>
                </p14:cNvPr>
                <p14:cNvContentPartPr/>
                <p14:nvPr/>
              </p14:nvContentPartPr>
              <p14:xfrm>
                <a:off x="11465083" y="1960221"/>
                <a:ext cx="240480" cy="165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4D69F1B-E793-4DF4-B4C4-87EC8EF7A66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447443" y="1942221"/>
                  <a:ext cx="2761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D453EA-557C-B5BA-3C0C-C59264292071}"/>
                    </a:ext>
                  </a:extLst>
                </p14:cNvPr>
                <p14:cNvContentPartPr/>
                <p14:nvPr/>
              </p14:nvContentPartPr>
              <p14:xfrm>
                <a:off x="10921483" y="1740621"/>
                <a:ext cx="687960" cy="71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D453EA-557C-B5BA-3C0C-C5926429207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903843" y="1722981"/>
                  <a:ext cx="72360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C2A75E9-D24A-61C2-0F5A-88AECC244033}"/>
              </a:ext>
            </a:extLst>
          </p:cNvPr>
          <p:cNvGrpSpPr/>
          <p:nvPr/>
        </p:nvGrpSpPr>
        <p:grpSpPr>
          <a:xfrm>
            <a:off x="121483" y="2649621"/>
            <a:ext cx="3783240" cy="408960"/>
            <a:chOff x="121483" y="2649621"/>
            <a:chExt cx="3783240" cy="40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26265FF-9233-82B9-30CC-8D20EC57E882}"/>
                    </a:ext>
                  </a:extLst>
                </p14:cNvPr>
                <p14:cNvContentPartPr/>
                <p14:nvPr/>
              </p14:nvContentPartPr>
              <p14:xfrm>
                <a:off x="121483" y="2801901"/>
                <a:ext cx="495000" cy="245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26265FF-9233-82B9-30CC-8D20EC57E88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3843" y="2784261"/>
                  <a:ext cx="5306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06DC714-E731-03E1-B951-285E8F7A8116}"/>
                    </a:ext>
                  </a:extLst>
                </p14:cNvPr>
                <p14:cNvContentPartPr/>
                <p14:nvPr/>
              </p14:nvContentPartPr>
              <p14:xfrm>
                <a:off x="655723" y="2683101"/>
                <a:ext cx="236520" cy="361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06DC714-E731-03E1-B951-285E8F7A811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8083" y="2665101"/>
                  <a:ext cx="2721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50F2CAF-0907-26A0-330F-CD1E9CDFAE83}"/>
                    </a:ext>
                  </a:extLst>
                </p14:cNvPr>
                <p14:cNvContentPartPr/>
                <p14:nvPr/>
              </p14:nvContentPartPr>
              <p14:xfrm>
                <a:off x="1189963" y="2649621"/>
                <a:ext cx="606960" cy="408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50F2CAF-0907-26A0-330F-CD1E9CDFAE8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71963" y="2631981"/>
                  <a:ext cx="64260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C0300BE-6509-D00C-9F37-488E4E1F283A}"/>
                    </a:ext>
                  </a:extLst>
                </p14:cNvPr>
                <p14:cNvContentPartPr/>
                <p14:nvPr/>
              </p14:nvContentPartPr>
              <p14:xfrm>
                <a:off x="1670203" y="2737101"/>
                <a:ext cx="166320" cy="45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C0300BE-6509-D00C-9F37-488E4E1F283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652203" y="2719461"/>
                  <a:ext cx="2019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B94A278-D3CA-AB33-AD6A-625B7B1451A2}"/>
                    </a:ext>
                  </a:extLst>
                </p14:cNvPr>
                <p14:cNvContentPartPr/>
                <p14:nvPr/>
              </p14:nvContentPartPr>
              <p14:xfrm>
                <a:off x="2259523" y="2657541"/>
                <a:ext cx="712080" cy="358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B94A278-D3CA-AB33-AD6A-625B7B1451A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241523" y="2639541"/>
                  <a:ext cx="74772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DBF0777-D2B0-E813-532D-2D04E7AAB6EC}"/>
                    </a:ext>
                  </a:extLst>
                </p14:cNvPr>
                <p14:cNvContentPartPr/>
                <p14:nvPr/>
              </p14:nvContentPartPr>
              <p14:xfrm>
                <a:off x="3326563" y="2689221"/>
                <a:ext cx="254880" cy="343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DBF0777-D2B0-E813-532D-2D04E7AAB6E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308923" y="2671221"/>
                  <a:ext cx="29052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778CBD6-27FF-AA31-EF83-DF2A75ACE793}"/>
                    </a:ext>
                  </a:extLst>
                </p14:cNvPr>
                <p14:cNvContentPartPr/>
                <p14:nvPr/>
              </p14:nvContentPartPr>
              <p14:xfrm>
                <a:off x="3469123" y="2724861"/>
                <a:ext cx="435600" cy="258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778CBD6-27FF-AA31-EF83-DF2A75ACE79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51483" y="2707221"/>
                  <a:ext cx="47124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A9CC7D8-C996-401E-331A-340B18FFDF92}"/>
              </a:ext>
            </a:extLst>
          </p:cNvPr>
          <p:cNvGrpSpPr/>
          <p:nvPr/>
        </p:nvGrpSpPr>
        <p:grpSpPr>
          <a:xfrm>
            <a:off x="4459123" y="2737101"/>
            <a:ext cx="1676880" cy="641520"/>
            <a:chOff x="4459123" y="2737101"/>
            <a:chExt cx="1676880" cy="64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5E49626-8DCF-5D7D-17AC-81D716A2C486}"/>
                    </a:ext>
                  </a:extLst>
                </p14:cNvPr>
                <p14:cNvContentPartPr/>
                <p14:nvPr/>
              </p14:nvContentPartPr>
              <p14:xfrm>
                <a:off x="4459123" y="2802981"/>
                <a:ext cx="889200" cy="200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5E49626-8DCF-5D7D-17AC-81D716A2C48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441483" y="2785341"/>
                  <a:ext cx="9248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AB586FE-3CB9-2E39-600F-369A23FDC8A2}"/>
                    </a:ext>
                  </a:extLst>
                </p14:cNvPr>
                <p14:cNvContentPartPr/>
                <p14:nvPr/>
              </p14:nvContentPartPr>
              <p14:xfrm>
                <a:off x="5670523" y="2737101"/>
                <a:ext cx="465480" cy="641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AB586FE-3CB9-2E39-600F-369A23FDC8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52523" y="2719101"/>
                  <a:ext cx="501120" cy="67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4ADA70E-8EFE-33C8-CE2F-3CC14A83A390}"/>
              </a:ext>
            </a:extLst>
          </p:cNvPr>
          <p:cNvGrpSpPr/>
          <p:nvPr/>
        </p:nvGrpSpPr>
        <p:grpSpPr>
          <a:xfrm>
            <a:off x="6620923" y="2708661"/>
            <a:ext cx="654840" cy="394560"/>
            <a:chOff x="6620923" y="2708661"/>
            <a:chExt cx="654840" cy="39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6367A45-6F3E-D7AF-2B20-C4A5596E2C19}"/>
                    </a:ext>
                  </a:extLst>
                </p14:cNvPr>
                <p14:cNvContentPartPr/>
                <p14:nvPr/>
              </p14:nvContentPartPr>
              <p14:xfrm>
                <a:off x="6620923" y="2708661"/>
                <a:ext cx="654840" cy="394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6367A45-6F3E-D7AF-2B20-C4A5596E2C1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603283" y="2690661"/>
                  <a:ext cx="6904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010950C-4F6F-5217-0379-2F399BCA721C}"/>
                    </a:ext>
                  </a:extLst>
                </p14:cNvPr>
                <p14:cNvContentPartPr/>
                <p14:nvPr/>
              </p14:nvContentPartPr>
              <p14:xfrm>
                <a:off x="6655843" y="2836461"/>
                <a:ext cx="195480" cy="15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010950C-4F6F-5217-0379-2F399BCA721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638203" y="2818461"/>
                  <a:ext cx="23112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53DCD82-67E1-6216-D24B-7854B83BD568}"/>
              </a:ext>
            </a:extLst>
          </p:cNvPr>
          <p:cNvGrpSpPr/>
          <p:nvPr/>
        </p:nvGrpSpPr>
        <p:grpSpPr>
          <a:xfrm>
            <a:off x="7625683" y="2643141"/>
            <a:ext cx="1269000" cy="455400"/>
            <a:chOff x="7625683" y="2643141"/>
            <a:chExt cx="1269000" cy="45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0024ECE-48B3-78B2-4723-56D764A78915}"/>
                    </a:ext>
                  </a:extLst>
                </p14:cNvPr>
                <p14:cNvContentPartPr/>
                <p14:nvPr/>
              </p14:nvContentPartPr>
              <p14:xfrm>
                <a:off x="7625683" y="2643141"/>
                <a:ext cx="1009440" cy="455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0024ECE-48B3-78B2-4723-56D764A7891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607683" y="2625141"/>
                  <a:ext cx="10450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8C4D12F-5A1A-1DD2-25E6-5ACCD6233A76}"/>
                    </a:ext>
                  </a:extLst>
                </p14:cNvPr>
                <p14:cNvContentPartPr/>
                <p14:nvPr/>
              </p14:nvContentPartPr>
              <p14:xfrm>
                <a:off x="8113123" y="2697861"/>
                <a:ext cx="781560" cy="349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8C4D12F-5A1A-1DD2-25E6-5ACCD6233A7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095123" y="2679861"/>
                  <a:ext cx="817200" cy="38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19F63BA-A587-8EF7-8026-999128A7D7DA}"/>
              </a:ext>
            </a:extLst>
          </p:cNvPr>
          <p:cNvGrpSpPr/>
          <p:nvPr/>
        </p:nvGrpSpPr>
        <p:grpSpPr>
          <a:xfrm>
            <a:off x="9328843" y="2471781"/>
            <a:ext cx="2811960" cy="516960"/>
            <a:chOff x="9328843" y="2471781"/>
            <a:chExt cx="2811960" cy="51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D374CEA-AA3F-3946-E5D7-20849C10AC10}"/>
                    </a:ext>
                  </a:extLst>
                </p14:cNvPr>
                <p14:cNvContentPartPr/>
                <p14:nvPr/>
              </p14:nvContentPartPr>
              <p14:xfrm>
                <a:off x="9328843" y="2554581"/>
                <a:ext cx="369000" cy="429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D374CEA-AA3F-3946-E5D7-20849C10AC1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311203" y="2536581"/>
                  <a:ext cx="40464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7DDEF77-DD49-C606-DBB4-62CAFE93AAF7}"/>
                    </a:ext>
                  </a:extLst>
                </p14:cNvPr>
                <p14:cNvContentPartPr/>
                <p14:nvPr/>
              </p14:nvContentPartPr>
              <p14:xfrm>
                <a:off x="10035523" y="2647821"/>
                <a:ext cx="404640" cy="340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7DDEF77-DD49-C606-DBB4-62CAFE93AAF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17883" y="2630181"/>
                  <a:ext cx="4402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3C2AB60-56D0-0DE2-22FC-113F5E3BA83F}"/>
                    </a:ext>
                  </a:extLst>
                </p14:cNvPr>
                <p14:cNvContentPartPr/>
                <p14:nvPr/>
              </p14:nvContentPartPr>
              <p14:xfrm>
                <a:off x="10765963" y="2568261"/>
                <a:ext cx="540000" cy="390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3C2AB60-56D0-0DE2-22FC-113F5E3BA83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747963" y="2550621"/>
                  <a:ext cx="5756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49C4AC8-5277-E899-9C3C-A7AB70CBBDEA}"/>
                    </a:ext>
                  </a:extLst>
                </p14:cNvPr>
                <p14:cNvContentPartPr/>
                <p14:nvPr/>
              </p14:nvContentPartPr>
              <p14:xfrm>
                <a:off x="11381923" y="2471781"/>
                <a:ext cx="758880" cy="471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49C4AC8-5277-E899-9C3C-A7AB70CBBDE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364283" y="2453781"/>
                  <a:ext cx="79452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43C334D-AA5C-3476-1355-513CC051653D}"/>
                    </a:ext>
                  </a:extLst>
                </p14:cNvPr>
                <p14:cNvContentPartPr/>
                <p14:nvPr/>
              </p14:nvContentPartPr>
              <p14:xfrm>
                <a:off x="11486683" y="2600301"/>
                <a:ext cx="180000" cy="24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43C334D-AA5C-3476-1355-513CC051653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469043" y="2582661"/>
                  <a:ext cx="21564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BCC07F0-4801-2005-DFCA-363801AFDACF}"/>
              </a:ext>
            </a:extLst>
          </p:cNvPr>
          <p:cNvGrpSpPr/>
          <p:nvPr/>
        </p:nvGrpSpPr>
        <p:grpSpPr>
          <a:xfrm>
            <a:off x="134803" y="3427221"/>
            <a:ext cx="1958040" cy="838440"/>
            <a:chOff x="134803" y="3427221"/>
            <a:chExt cx="1958040" cy="83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F6C72B5-7226-3918-474E-477EEFCE375B}"/>
                    </a:ext>
                  </a:extLst>
                </p14:cNvPr>
                <p14:cNvContentPartPr/>
                <p14:nvPr/>
              </p14:nvContentPartPr>
              <p14:xfrm>
                <a:off x="134803" y="3427221"/>
                <a:ext cx="195480" cy="419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F6C72B5-7226-3918-474E-477EEFCE375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6803" y="3409221"/>
                  <a:ext cx="23112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D03F248-79B6-0056-9CEF-5521C2F77B99}"/>
                    </a:ext>
                  </a:extLst>
                </p14:cNvPr>
                <p14:cNvContentPartPr/>
                <p14:nvPr/>
              </p14:nvContentPartPr>
              <p14:xfrm>
                <a:off x="261523" y="3620181"/>
                <a:ext cx="304920" cy="645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D03F248-79B6-0056-9CEF-5521C2F77B9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3523" y="3602181"/>
                  <a:ext cx="340560" cy="6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B078CFD-5131-DFDD-395D-541FB11C2D0B}"/>
                    </a:ext>
                  </a:extLst>
                </p14:cNvPr>
                <p14:cNvContentPartPr/>
                <p14:nvPr/>
              </p14:nvContentPartPr>
              <p14:xfrm>
                <a:off x="857323" y="3436221"/>
                <a:ext cx="1235520" cy="753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B078CFD-5131-DFDD-395D-541FB11C2D0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39323" y="3418221"/>
                  <a:ext cx="1271160" cy="78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299ADA8-B120-9205-97D0-4050290AE16F}"/>
              </a:ext>
            </a:extLst>
          </p:cNvPr>
          <p:cNvGrpSpPr/>
          <p:nvPr/>
        </p:nvGrpSpPr>
        <p:grpSpPr>
          <a:xfrm>
            <a:off x="170443" y="4447821"/>
            <a:ext cx="2242800" cy="409320"/>
            <a:chOff x="170443" y="4447821"/>
            <a:chExt cx="2242800" cy="40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D6C1B9D-17E7-5E66-1F78-802FC2C8BBEC}"/>
                    </a:ext>
                  </a:extLst>
                </p14:cNvPr>
                <p14:cNvContentPartPr/>
                <p14:nvPr/>
              </p14:nvContentPartPr>
              <p14:xfrm>
                <a:off x="170443" y="4447821"/>
                <a:ext cx="349560" cy="409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D6C1B9D-17E7-5E66-1F78-802FC2C8BBE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52803" y="4430181"/>
                  <a:ext cx="3852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68F49C0-90A7-60B8-8D4C-DD6A8AD2B395}"/>
                    </a:ext>
                  </a:extLst>
                </p14:cNvPr>
                <p14:cNvContentPartPr/>
                <p14:nvPr/>
              </p14:nvContentPartPr>
              <p14:xfrm>
                <a:off x="552403" y="4522701"/>
                <a:ext cx="818640" cy="321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68F49C0-90A7-60B8-8D4C-DD6A8AD2B39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34403" y="4504701"/>
                  <a:ext cx="8542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D084044-EB68-6EB5-D37C-18FB430ED203}"/>
                    </a:ext>
                  </a:extLst>
                </p14:cNvPr>
                <p14:cNvContentPartPr/>
                <p14:nvPr/>
              </p14:nvContentPartPr>
              <p14:xfrm>
                <a:off x="1626283" y="4475901"/>
                <a:ext cx="786960" cy="379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D084044-EB68-6EB5-D37C-18FB430ED20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608283" y="4457901"/>
                  <a:ext cx="8226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B597746-4B3D-097A-FBAD-29727AE4FBDA}"/>
                    </a:ext>
                  </a:extLst>
                </p14:cNvPr>
                <p14:cNvContentPartPr/>
                <p14:nvPr/>
              </p14:nvContentPartPr>
              <p14:xfrm>
                <a:off x="1649323" y="4633581"/>
                <a:ext cx="293040" cy="37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B597746-4B3D-097A-FBAD-29727AE4FBD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631683" y="4615941"/>
                  <a:ext cx="328680" cy="7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EEF47338-5A12-39D8-86E4-A186732AD154}"/>
                  </a:ext>
                </a:extLst>
              </p14:cNvPr>
              <p14:cNvContentPartPr/>
              <p14:nvPr/>
            </p14:nvContentPartPr>
            <p14:xfrm>
              <a:off x="286363" y="5310021"/>
              <a:ext cx="711360" cy="2289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EEF47338-5A12-39D8-86E4-A186732AD154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68363" y="5292381"/>
                <a:ext cx="7470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52957E6-B6E2-9A24-8FD1-882756CCF76C}"/>
                  </a:ext>
                </a:extLst>
              </p14:cNvPr>
              <p14:cNvContentPartPr/>
              <p14:nvPr/>
            </p14:nvContentPartPr>
            <p14:xfrm>
              <a:off x="1517563" y="5185101"/>
              <a:ext cx="679680" cy="3787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52957E6-B6E2-9A24-8FD1-882756CCF76C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499923" y="5167101"/>
                <a:ext cx="71532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089930DF-73E7-4FB1-6CA7-15E5625DAA17}"/>
                  </a:ext>
                </a:extLst>
              </p14:cNvPr>
              <p14:cNvContentPartPr/>
              <p14:nvPr/>
            </p14:nvContentPartPr>
            <p14:xfrm>
              <a:off x="251083" y="5967021"/>
              <a:ext cx="806040" cy="2977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089930DF-73E7-4FB1-6CA7-15E5625DAA17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33083" y="5949021"/>
                <a:ext cx="84168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B37B98B-6A3B-5BFD-6347-7B5C37247FE8}"/>
                  </a:ext>
                </a:extLst>
              </p14:cNvPr>
              <p14:cNvContentPartPr/>
              <p14:nvPr/>
            </p14:nvContentPartPr>
            <p14:xfrm>
              <a:off x="1618003" y="5902941"/>
              <a:ext cx="389520" cy="7300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B37B98B-6A3B-5BFD-6347-7B5C37247FE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600363" y="5885301"/>
                <a:ext cx="425160" cy="76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B0D9084-AF49-C928-4CB8-51E729CFBE8F}"/>
              </a:ext>
            </a:extLst>
          </p:cNvPr>
          <p:cNvGrpSpPr/>
          <p:nvPr/>
        </p:nvGrpSpPr>
        <p:grpSpPr>
          <a:xfrm>
            <a:off x="2713123" y="4332621"/>
            <a:ext cx="8546040" cy="2414160"/>
            <a:chOff x="2713123" y="4332621"/>
            <a:chExt cx="8546040" cy="241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8BF942F-0D72-1AF2-87EE-A370A753EC8F}"/>
                    </a:ext>
                  </a:extLst>
                </p14:cNvPr>
                <p14:cNvContentPartPr/>
                <p14:nvPr/>
              </p14:nvContentPartPr>
              <p14:xfrm>
                <a:off x="2950363" y="4454301"/>
                <a:ext cx="1846800" cy="422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8BF942F-0D72-1AF2-87EE-A370A753EC8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32363" y="4436301"/>
                  <a:ext cx="188244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320544A-AE06-E1FE-48FA-8EA360AF5EDA}"/>
                    </a:ext>
                  </a:extLst>
                </p14:cNvPr>
                <p14:cNvContentPartPr/>
                <p14:nvPr/>
              </p14:nvContentPartPr>
              <p14:xfrm>
                <a:off x="4626883" y="4501461"/>
                <a:ext cx="306360" cy="59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320544A-AE06-E1FE-48FA-8EA360AF5ED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609243" y="4483461"/>
                  <a:ext cx="342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7131FC1-A40B-32BB-ABEB-80152C3F8836}"/>
                    </a:ext>
                  </a:extLst>
                </p14:cNvPr>
                <p14:cNvContentPartPr/>
                <p14:nvPr/>
              </p14:nvContentPartPr>
              <p14:xfrm>
                <a:off x="4834603" y="4654461"/>
                <a:ext cx="57240" cy="101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7131FC1-A40B-32BB-ABEB-80152C3F883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816603" y="4636821"/>
                  <a:ext cx="928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CFBCE5A-631A-8DA6-F6AB-13D8CAFB8E7D}"/>
                    </a:ext>
                  </a:extLst>
                </p14:cNvPr>
                <p14:cNvContentPartPr/>
                <p14:nvPr/>
              </p14:nvContentPartPr>
              <p14:xfrm>
                <a:off x="4849723" y="4619901"/>
                <a:ext cx="903600" cy="707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CFBCE5A-631A-8DA6-F6AB-13D8CAFB8E7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831723" y="4601901"/>
                  <a:ext cx="939240" cy="7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0CB193D-B73F-E88B-D380-10D463C05FFF}"/>
                    </a:ext>
                  </a:extLst>
                </p14:cNvPr>
                <p14:cNvContentPartPr/>
                <p14:nvPr/>
              </p14:nvContentPartPr>
              <p14:xfrm>
                <a:off x="6002803" y="4580661"/>
                <a:ext cx="1104840" cy="255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0CB193D-B73F-E88B-D380-10D463C05FF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85163" y="4563021"/>
                  <a:ext cx="11404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C7AEB1B-8387-524A-5285-5120EC181C12}"/>
                    </a:ext>
                  </a:extLst>
                </p14:cNvPr>
                <p14:cNvContentPartPr/>
                <p14:nvPr/>
              </p14:nvContentPartPr>
              <p14:xfrm>
                <a:off x="7488163" y="4340181"/>
                <a:ext cx="604800" cy="521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C7AEB1B-8387-524A-5285-5120EC181C1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470163" y="4322541"/>
                  <a:ext cx="64044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EB6009C-8CB1-594B-9C87-81C872B50017}"/>
                    </a:ext>
                  </a:extLst>
                </p14:cNvPr>
                <p14:cNvContentPartPr/>
                <p14:nvPr/>
              </p14:nvContentPartPr>
              <p14:xfrm>
                <a:off x="8095123" y="4332621"/>
                <a:ext cx="986760" cy="1136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EB6009C-8CB1-594B-9C87-81C872B5001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77483" y="4314621"/>
                  <a:ext cx="1022400" cy="11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99CC1B6-54F4-D66E-3EDD-502C370DE05D}"/>
                    </a:ext>
                  </a:extLst>
                </p14:cNvPr>
                <p14:cNvContentPartPr/>
                <p14:nvPr/>
              </p14:nvContentPartPr>
              <p14:xfrm>
                <a:off x="9016363" y="4651581"/>
                <a:ext cx="796680" cy="267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99CC1B6-54F4-D66E-3EDD-502C370DE05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998723" y="4633581"/>
                  <a:ext cx="8323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79D6500-685B-A0C1-62B7-EE4909F05DD5}"/>
                    </a:ext>
                  </a:extLst>
                </p14:cNvPr>
                <p14:cNvContentPartPr/>
                <p14:nvPr/>
              </p14:nvContentPartPr>
              <p14:xfrm>
                <a:off x="9866323" y="4401381"/>
                <a:ext cx="1392840" cy="462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79D6500-685B-A0C1-62B7-EE4909F05DD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48683" y="4383381"/>
                  <a:ext cx="142848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547AA21-DDC9-4CC4-5AFE-3A992E00A235}"/>
                    </a:ext>
                  </a:extLst>
                </p14:cNvPr>
                <p14:cNvContentPartPr/>
                <p14:nvPr/>
              </p14:nvContentPartPr>
              <p14:xfrm>
                <a:off x="10065043" y="4487421"/>
                <a:ext cx="379080" cy="57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547AA21-DDC9-4CC4-5AFE-3A992E00A23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047043" y="4469421"/>
                  <a:ext cx="4147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D96561C-8D83-45CF-EFD4-75DE50C1E596}"/>
                    </a:ext>
                  </a:extLst>
                </p14:cNvPr>
                <p14:cNvContentPartPr/>
                <p14:nvPr/>
              </p14:nvContentPartPr>
              <p14:xfrm>
                <a:off x="7434163" y="4389141"/>
                <a:ext cx="565560" cy="108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D96561C-8D83-45CF-EFD4-75DE50C1E59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416523" y="4371141"/>
                  <a:ext cx="6012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FB451C4-8324-AFE4-38EA-40ADD9DA935E}"/>
                    </a:ext>
                  </a:extLst>
                </p14:cNvPr>
                <p14:cNvContentPartPr/>
                <p14:nvPr/>
              </p14:nvContentPartPr>
              <p14:xfrm>
                <a:off x="2729683" y="5198421"/>
                <a:ext cx="1172160" cy="370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FB451C4-8324-AFE4-38EA-40ADD9DA935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712043" y="5180421"/>
                  <a:ext cx="12078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06EFFD0-A22D-A339-0F11-EDD91FA54846}"/>
                    </a:ext>
                  </a:extLst>
                </p14:cNvPr>
                <p14:cNvContentPartPr/>
                <p14:nvPr/>
              </p14:nvContentPartPr>
              <p14:xfrm>
                <a:off x="3783763" y="5376621"/>
                <a:ext cx="393840" cy="2008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06EFFD0-A22D-A339-0F11-EDD91FA5484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765763" y="5358621"/>
                  <a:ext cx="4294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6F2C2C2-AB91-D73C-7DFE-F3B40F819712}"/>
                    </a:ext>
                  </a:extLst>
                </p14:cNvPr>
                <p14:cNvContentPartPr/>
                <p14:nvPr/>
              </p14:nvContentPartPr>
              <p14:xfrm>
                <a:off x="4177603" y="5229381"/>
                <a:ext cx="420480" cy="334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6F2C2C2-AB91-D73C-7DFE-F3B40F81971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159963" y="5211381"/>
                  <a:ext cx="4561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D9F1702-7846-EDD8-DA98-7DFED26C675E}"/>
                    </a:ext>
                  </a:extLst>
                </p14:cNvPr>
                <p14:cNvContentPartPr/>
                <p14:nvPr/>
              </p14:nvContentPartPr>
              <p14:xfrm>
                <a:off x="5443003" y="5413701"/>
                <a:ext cx="840240" cy="222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D9F1702-7846-EDD8-DA98-7DFED26C675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425003" y="5395701"/>
                  <a:ext cx="8758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DB27347-BFAF-D6FC-01DA-7FD4A11AECD9}"/>
                    </a:ext>
                  </a:extLst>
                </p14:cNvPr>
                <p14:cNvContentPartPr/>
                <p14:nvPr/>
              </p14:nvContentPartPr>
              <p14:xfrm>
                <a:off x="6682843" y="5216781"/>
                <a:ext cx="935280" cy="700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DB27347-BFAF-D6FC-01DA-7FD4A11AECD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665203" y="5199141"/>
                  <a:ext cx="970920" cy="7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8B2DA96-E121-9937-D104-CAAE6EA842B4}"/>
                    </a:ext>
                  </a:extLst>
                </p14:cNvPr>
                <p14:cNvContentPartPr/>
                <p14:nvPr/>
              </p14:nvContentPartPr>
              <p14:xfrm>
                <a:off x="7566643" y="5141901"/>
                <a:ext cx="2006640" cy="919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8B2DA96-E121-9937-D104-CAAE6EA842B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549003" y="5123901"/>
                  <a:ext cx="2042280" cy="9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BBEA4D8-D238-6192-9916-B44A9369994C}"/>
                    </a:ext>
                  </a:extLst>
                </p14:cNvPr>
                <p14:cNvContentPartPr/>
                <p14:nvPr/>
              </p14:nvContentPartPr>
              <p14:xfrm>
                <a:off x="9990883" y="5304621"/>
                <a:ext cx="1032120" cy="735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BBEA4D8-D238-6192-9916-B44A9369994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973243" y="5286621"/>
                  <a:ext cx="1067760" cy="7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31EEAB9-E716-7C8B-874F-F796E93C3D85}"/>
                    </a:ext>
                  </a:extLst>
                </p14:cNvPr>
                <p14:cNvContentPartPr/>
                <p14:nvPr/>
              </p14:nvContentPartPr>
              <p14:xfrm>
                <a:off x="2713123" y="5895381"/>
                <a:ext cx="794520" cy="4399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31EEAB9-E716-7C8B-874F-F796E93C3D8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695483" y="5877381"/>
                  <a:ext cx="83016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1769BFF-E62C-EEEC-5E34-C3339D268FB6}"/>
                    </a:ext>
                  </a:extLst>
                </p14:cNvPr>
                <p14:cNvContentPartPr/>
                <p14:nvPr/>
              </p14:nvContentPartPr>
              <p14:xfrm>
                <a:off x="3936763" y="5875221"/>
                <a:ext cx="1730880" cy="785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1769BFF-E62C-EEEC-5E34-C3339D268FB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919123" y="5857221"/>
                  <a:ext cx="1766520" cy="82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63BBA13-CBEB-4B38-4C34-E81D88A2C022}"/>
                    </a:ext>
                  </a:extLst>
                </p14:cNvPr>
                <p14:cNvContentPartPr/>
                <p14:nvPr/>
              </p14:nvContentPartPr>
              <p14:xfrm>
                <a:off x="5698603" y="5925981"/>
                <a:ext cx="628560" cy="8208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63BBA13-CBEB-4B38-4C34-E81D88A2C02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680603" y="5908341"/>
                  <a:ext cx="664200" cy="85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4326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86D7F72-DA53-92E0-B949-D9AC6B7BFB30}"/>
              </a:ext>
            </a:extLst>
          </p:cNvPr>
          <p:cNvGrpSpPr/>
          <p:nvPr/>
        </p:nvGrpSpPr>
        <p:grpSpPr>
          <a:xfrm>
            <a:off x="221203" y="332661"/>
            <a:ext cx="179640" cy="612720"/>
            <a:chOff x="221203" y="332661"/>
            <a:chExt cx="179640" cy="61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1805A0D-D622-B9F4-72CF-9E2690592788}"/>
                    </a:ext>
                  </a:extLst>
                </p14:cNvPr>
                <p14:cNvContentPartPr/>
                <p14:nvPr/>
              </p14:nvContentPartPr>
              <p14:xfrm>
                <a:off x="245323" y="518421"/>
                <a:ext cx="26640" cy="203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1805A0D-D622-B9F4-72CF-9E269059278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7683" y="500421"/>
                  <a:ext cx="622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E3287DB-29D9-0B83-B97E-3B4C73AA171E}"/>
                    </a:ext>
                  </a:extLst>
                </p14:cNvPr>
                <p14:cNvContentPartPr/>
                <p14:nvPr/>
              </p14:nvContentPartPr>
              <p14:xfrm>
                <a:off x="221203" y="332661"/>
                <a:ext cx="179640" cy="612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E3287DB-29D9-0B83-B97E-3B4C73AA17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3203" y="315021"/>
                  <a:ext cx="215280" cy="64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C4B9926-2BB9-3B45-AC3A-9C4F3AE56F3D}"/>
              </a:ext>
            </a:extLst>
          </p:cNvPr>
          <p:cNvGrpSpPr/>
          <p:nvPr/>
        </p:nvGrpSpPr>
        <p:grpSpPr>
          <a:xfrm>
            <a:off x="639883" y="370461"/>
            <a:ext cx="2506680" cy="757800"/>
            <a:chOff x="639883" y="370461"/>
            <a:chExt cx="2506680" cy="75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FF9FD52-A65F-7502-3994-C3E767B9D59C}"/>
                    </a:ext>
                  </a:extLst>
                </p14:cNvPr>
                <p14:cNvContentPartPr/>
                <p14:nvPr/>
              </p14:nvContentPartPr>
              <p14:xfrm>
                <a:off x="639883" y="370461"/>
                <a:ext cx="208080" cy="341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FF9FD52-A65F-7502-3994-C3E767B9D59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2243" y="352461"/>
                  <a:ext cx="2437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26B3745-520D-EFA3-3A63-A812FF6990EB}"/>
                    </a:ext>
                  </a:extLst>
                </p14:cNvPr>
                <p14:cNvContentPartPr/>
                <p14:nvPr/>
              </p14:nvContentPartPr>
              <p14:xfrm>
                <a:off x="918883" y="560541"/>
                <a:ext cx="196560" cy="157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26B3745-520D-EFA3-3A63-A812FF6990E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1243" y="542541"/>
                  <a:ext cx="2322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B19CC03-533A-20E0-E05D-8A52F38EC4DB}"/>
                    </a:ext>
                  </a:extLst>
                </p14:cNvPr>
                <p14:cNvContentPartPr/>
                <p14:nvPr/>
              </p14:nvContentPartPr>
              <p14:xfrm>
                <a:off x="1147123" y="416181"/>
                <a:ext cx="99360" cy="361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B19CC03-533A-20E0-E05D-8A52F38EC4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9123" y="398541"/>
                  <a:ext cx="13500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8DB4B04-609E-F137-652B-A661DC29D8EF}"/>
                    </a:ext>
                  </a:extLst>
                </p14:cNvPr>
                <p14:cNvContentPartPr/>
                <p14:nvPr/>
              </p14:nvContentPartPr>
              <p14:xfrm>
                <a:off x="1104283" y="452901"/>
                <a:ext cx="215640" cy="46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8DB4B04-609E-F137-652B-A661DC29D8E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86283" y="435261"/>
                  <a:ext cx="251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9E7BA55-BB68-ACC1-AC8E-64FA2C485A31}"/>
                    </a:ext>
                  </a:extLst>
                </p14:cNvPr>
                <p14:cNvContentPartPr/>
                <p14:nvPr/>
              </p14:nvContentPartPr>
              <p14:xfrm>
                <a:off x="1276723" y="546141"/>
                <a:ext cx="189720" cy="210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9E7BA55-BB68-ACC1-AC8E-64FA2C485A3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59083" y="528501"/>
                  <a:ext cx="225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ED71E94-D9E2-B1DF-6445-7118D2CA9127}"/>
                    </a:ext>
                  </a:extLst>
                </p14:cNvPr>
                <p14:cNvContentPartPr/>
                <p14:nvPr/>
              </p14:nvContentPartPr>
              <p14:xfrm>
                <a:off x="1499203" y="570981"/>
                <a:ext cx="173880" cy="187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ED71E94-D9E2-B1DF-6445-7118D2CA912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81203" y="553341"/>
                  <a:ext cx="209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B2C3A8B-E401-B494-BA1C-34BBE55801C8}"/>
                    </a:ext>
                  </a:extLst>
                </p14:cNvPr>
                <p14:cNvContentPartPr/>
                <p14:nvPr/>
              </p14:nvContentPartPr>
              <p14:xfrm>
                <a:off x="1673083" y="592581"/>
                <a:ext cx="160920" cy="201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B2C3A8B-E401-B494-BA1C-34BBE55801C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55443" y="574941"/>
                  <a:ext cx="1965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6218AA5-F3FA-AB7C-A33F-DA0C82C6D95F}"/>
                    </a:ext>
                  </a:extLst>
                </p14:cNvPr>
                <p14:cNvContentPartPr/>
                <p14:nvPr/>
              </p14:nvContentPartPr>
              <p14:xfrm>
                <a:off x="1860283" y="452541"/>
                <a:ext cx="240840" cy="353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6218AA5-F3FA-AB7C-A33F-DA0C82C6D9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42283" y="434901"/>
                  <a:ext cx="2764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9DB4866-AF28-1D8C-2A35-DE740861A44F}"/>
                    </a:ext>
                  </a:extLst>
                </p14:cNvPr>
                <p14:cNvContentPartPr/>
                <p14:nvPr/>
              </p14:nvContentPartPr>
              <p14:xfrm>
                <a:off x="2168803" y="618501"/>
                <a:ext cx="140760" cy="194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9DB4866-AF28-1D8C-2A35-DE740861A44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51163" y="600501"/>
                  <a:ext cx="176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630E004-4C39-3D4A-89A3-F4305A09DEA7}"/>
                    </a:ext>
                  </a:extLst>
                </p14:cNvPr>
                <p14:cNvContentPartPr/>
                <p14:nvPr/>
              </p14:nvContentPartPr>
              <p14:xfrm>
                <a:off x="2338723" y="630381"/>
                <a:ext cx="235080" cy="169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630E004-4C39-3D4A-89A3-F4305A09DEA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20723" y="612381"/>
                  <a:ext cx="2707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B7FD443-9965-9268-D76B-14D53A4EE766}"/>
                    </a:ext>
                  </a:extLst>
                </p14:cNvPr>
                <p14:cNvContentPartPr/>
                <p14:nvPr/>
              </p14:nvContentPartPr>
              <p14:xfrm>
                <a:off x="2522323" y="601221"/>
                <a:ext cx="624240" cy="527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B7FD443-9965-9268-D76B-14D53A4EE76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04323" y="583581"/>
                  <a:ext cx="659880" cy="56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AA4E497-408E-DC82-0827-9883A3E964FC}"/>
              </a:ext>
            </a:extLst>
          </p:cNvPr>
          <p:cNvGrpSpPr/>
          <p:nvPr/>
        </p:nvGrpSpPr>
        <p:grpSpPr>
          <a:xfrm>
            <a:off x="3782323" y="390981"/>
            <a:ext cx="4361400" cy="917640"/>
            <a:chOff x="3782323" y="390981"/>
            <a:chExt cx="4361400" cy="91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BCD5CC0-6A93-A850-E646-F980CE00A525}"/>
                    </a:ext>
                  </a:extLst>
                </p14:cNvPr>
                <p14:cNvContentPartPr/>
                <p14:nvPr/>
              </p14:nvContentPartPr>
              <p14:xfrm>
                <a:off x="3782323" y="468021"/>
                <a:ext cx="416520" cy="840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CD5CC0-6A93-A850-E646-F980CE00A52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64683" y="450381"/>
                  <a:ext cx="452160" cy="87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C57C37C-8890-1C94-FBE8-D82046CB2EC8}"/>
                    </a:ext>
                  </a:extLst>
                </p14:cNvPr>
                <p14:cNvContentPartPr/>
                <p14:nvPr/>
              </p14:nvContentPartPr>
              <p14:xfrm>
                <a:off x="4695283" y="547221"/>
                <a:ext cx="770040" cy="597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C57C37C-8890-1C94-FBE8-D82046CB2E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77643" y="529221"/>
                  <a:ext cx="80568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79C84F4-51C3-4389-625E-230255CEEB86}"/>
                    </a:ext>
                  </a:extLst>
                </p14:cNvPr>
                <p14:cNvContentPartPr/>
                <p14:nvPr/>
              </p14:nvContentPartPr>
              <p14:xfrm>
                <a:off x="5827483" y="390981"/>
                <a:ext cx="688680" cy="404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79C84F4-51C3-4389-625E-230255CEEB8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09483" y="373341"/>
                  <a:ext cx="72432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6FA715D-CEED-F70A-A8E7-227172DA39DC}"/>
                    </a:ext>
                  </a:extLst>
                </p14:cNvPr>
                <p14:cNvContentPartPr/>
                <p14:nvPr/>
              </p14:nvContentPartPr>
              <p14:xfrm>
                <a:off x="6501043" y="519141"/>
                <a:ext cx="177840" cy="238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6FA715D-CEED-F70A-A8E7-227172DA39D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83403" y="501501"/>
                  <a:ext cx="2134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BB614CB-30F8-EE3A-4B02-0C2AA1DA7B01}"/>
                    </a:ext>
                  </a:extLst>
                </p14:cNvPr>
                <p14:cNvContentPartPr/>
                <p14:nvPr/>
              </p14:nvContentPartPr>
              <p14:xfrm>
                <a:off x="6001003" y="437781"/>
                <a:ext cx="379080" cy="8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BB614CB-30F8-EE3A-4B02-0C2AA1DA7B0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83003" y="419781"/>
                  <a:ext cx="414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0784742-F745-46AF-42FD-66E56F81776A}"/>
                    </a:ext>
                  </a:extLst>
                </p14:cNvPr>
                <p14:cNvContentPartPr/>
                <p14:nvPr/>
              </p14:nvContentPartPr>
              <p14:xfrm>
                <a:off x="7098283" y="510861"/>
                <a:ext cx="461520" cy="229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0784742-F745-46AF-42FD-66E56F81776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80643" y="493221"/>
                  <a:ext cx="4971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C14B3E5-23D2-03C7-5576-EAFDC8D06F59}"/>
                    </a:ext>
                  </a:extLst>
                </p14:cNvPr>
                <p14:cNvContentPartPr/>
                <p14:nvPr/>
              </p14:nvContentPartPr>
              <p14:xfrm>
                <a:off x="7598323" y="461901"/>
                <a:ext cx="545400" cy="279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C14B3E5-23D2-03C7-5576-EAFDC8D06F5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80323" y="444261"/>
                  <a:ext cx="581040" cy="31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8CE35DB-E24A-7D63-06D8-3CFEF9789F43}"/>
              </a:ext>
            </a:extLst>
          </p:cNvPr>
          <p:cNvGrpSpPr/>
          <p:nvPr/>
        </p:nvGrpSpPr>
        <p:grpSpPr>
          <a:xfrm>
            <a:off x="8747083" y="363981"/>
            <a:ext cx="2317680" cy="695160"/>
            <a:chOff x="8747083" y="363981"/>
            <a:chExt cx="2317680" cy="69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3B3B46F-8767-ED1E-D7EE-FB18EF3F36AF}"/>
                    </a:ext>
                  </a:extLst>
                </p14:cNvPr>
                <p14:cNvContentPartPr/>
                <p14:nvPr/>
              </p14:nvContentPartPr>
              <p14:xfrm>
                <a:off x="8747083" y="390621"/>
                <a:ext cx="91080" cy="322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3B3B46F-8767-ED1E-D7EE-FB18EF3F36A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29083" y="372621"/>
                  <a:ext cx="1267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43CE9B-5624-4535-C3B1-61F6F982D021}"/>
                    </a:ext>
                  </a:extLst>
                </p14:cNvPr>
                <p14:cNvContentPartPr/>
                <p14:nvPr/>
              </p14:nvContentPartPr>
              <p14:xfrm>
                <a:off x="8794243" y="365061"/>
                <a:ext cx="235080" cy="399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43CE9B-5624-4535-C3B1-61F6F982D02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76603" y="347421"/>
                  <a:ext cx="27072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CE3D017-3F99-4D81-28BE-99ED64E3925F}"/>
                    </a:ext>
                  </a:extLst>
                </p14:cNvPr>
                <p14:cNvContentPartPr/>
                <p14:nvPr/>
              </p14:nvContentPartPr>
              <p14:xfrm>
                <a:off x="9113923" y="682941"/>
                <a:ext cx="74520" cy="169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CE3D017-3F99-4D81-28BE-99ED64E3925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96283" y="664941"/>
                  <a:ext cx="1101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3BA5F32-C314-FAEE-94BA-8F8D5333B40B}"/>
                    </a:ext>
                  </a:extLst>
                </p14:cNvPr>
                <p14:cNvContentPartPr/>
                <p14:nvPr/>
              </p14:nvContentPartPr>
              <p14:xfrm>
                <a:off x="9130123" y="461901"/>
                <a:ext cx="50040" cy="38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3BA5F32-C314-FAEE-94BA-8F8D5333B4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12483" y="444261"/>
                  <a:ext cx="856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FC9FBC5-A1BE-C583-80E3-94EDDD3A4B76}"/>
                    </a:ext>
                  </a:extLst>
                </p14:cNvPr>
                <p14:cNvContentPartPr/>
                <p14:nvPr/>
              </p14:nvContentPartPr>
              <p14:xfrm>
                <a:off x="9430363" y="529221"/>
                <a:ext cx="535320" cy="196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FC9FBC5-A1BE-C583-80E3-94EDDD3A4B7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12363" y="511581"/>
                  <a:ext cx="5709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13158EC-6E54-88A5-FAE3-FFF3C439065F}"/>
                    </a:ext>
                  </a:extLst>
                </p14:cNvPr>
                <p14:cNvContentPartPr/>
                <p14:nvPr/>
              </p14:nvContentPartPr>
              <p14:xfrm>
                <a:off x="10010683" y="363981"/>
                <a:ext cx="268200" cy="420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13158EC-6E54-88A5-FAE3-FFF3C439065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92683" y="346341"/>
                  <a:ext cx="30384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8AC3F59-A916-3FD0-F03D-F48BA001CAB2}"/>
                    </a:ext>
                  </a:extLst>
                </p14:cNvPr>
                <p14:cNvContentPartPr/>
                <p14:nvPr/>
              </p14:nvContentPartPr>
              <p14:xfrm>
                <a:off x="10381123" y="504741"/>
                <a:ext cx="63000" cy="297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8AC3F59-A916-3FD0-F03D-F48BA001CAB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63123" y="487101"/>
                  <a:ext cx="986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DAD78D8-68CC-320C-6B2A-B22CBBC7264A}"/>
                    </a:ext>
                  </a:extLst>
                </p14:cNvPr>
                <p14:cNvContentPartPr/>
                <p14:nvPr/>
              </p14:nvContentPartPr>
              <p14:xfrm>
                <a:off x="10388683" y="454701"/>
                <a:ext cx="215640" cy="342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DAD78D8-68CC-320C-6B2A-B22CBBC7264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71043" y="437061"/>
                  <a:ext cx="25128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A20678D-93DA-F380-13FB-B1E8EAB50B7B}"/>
                    </a:ext>
                  </a:extLst>
                </p14:cNvPr>
                <p14:cNvContentPartPr/>
                <p14:nvPr/>
              </p14:nvContentPartPr>
              <p14:xfrm>
                <a:off x="10463203" y="689061"/>
                <a:ext cx="310680" cy="370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A20678D-93DA-F380-13FB-B1E8EAB50B7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45203" y="671061"/>
                  <a:ext cx="3463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456A39-A8DB-8581-8009-EAD3168C1E8F}"/>
                    </a:ext>
                  </a:extLst>
                </p14:cNvPr>
                <p14:cNvContentPartPr/>
                <p14:nvPr/>
              </p14:nvContentPartPr>
              <p14:xfrm>
                <a:off x="10821763" y="445701"/>
                <a:ext cx="243000" cy="359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456A39-A8DB-8581-8009-EAD3168C1E8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803763" y="427701"/>
                  <a:ext cx="278640" cy="39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793917E-C78F-8A38-584C-ED1AAA4F65D9}"/>
              </a:ext>
            </a:extLst>
          </p:cNvPr>
          <p:cNvGrpSpPr/>
          <p:nvPr/>
        </p:nvGrpSpPr>
        <p:grpSpPr>
          <a:xfrm>
            <a:off x="205003" y="1448661"/>
            <a:ext cx="393840" cy="539280"/>
            <a:chOff x="205003" y="1448661"/>
            <a:chExt cx="393840" cy="53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DEDBF59-9FD1-19F9-CCFF-3002A44A1D74}"/>
                    </a:ext>
                  </a:extLst>
                </p14:cNvPr>
                <p14:cNvContentPartPr/>
                <p14:nvPr/>
              </p14:nvContentPartPr>
              <p14:xfrm>
                <a:off x="205003" y="1485741"/>
                <a:ext cx="37080" cy="239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DEDBF59-9FD1-19F9-CCFF-3002A44A1D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7363" y="1468101"/>
                  <a:ext cx="727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172CAB5-AF2A-0FF2-BE12-CAFD8234896A}"/>
                    </a:ext>
                  </a:extLst>
                </p14:cNvPr>
                <p14:cNvContentPartPr/>
                <p14:nvPr/>
              </p14:nvContentPartPr>
              <p14:xfrm>
                <a:off x="346483" y="1563861"/>
                <a:ext cx="24120" cy="199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172CAB5-AF2A-0FF2-BE12-CAFD8234896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8843" y="1546221"/>
                  <a:ext cx="59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C84FAEA-7F14-9241-EB55-ED20E46885A4}"/>
                    </a:ext>
                  </a:extLst>
                </p14:cNvPr>
                <p14:cNvContentPartPr/>
                <p14:nvPr/>
              </p14:nvContentPartPr>
              <p14:xfrm>
                <a:off x="406243" y="1448661"/>
                <a:ext cx="192600" cy="539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C84FAEA-7F14-9241-EB55-ED20E46885A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8603" y="1431021"/>
                  <a:ext cx="228240" cy="57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0F550A3-EA4C-2B0F-6CB1-F8352FB49B13}"/>
                  </a:ext>
                </a:extLst>
              </p14:cNvPr>
              <p14:cNvContentPartPr/>
              <p14:nvPr/>
            </p14:nvContentPartPr>
            <p14:xfrm>
              <a:off x="909883" y="1438581"/>
              <a:ext cx="39240" cy="3578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0F550A3-EA4C-2B0F-6CB1-F8352FB49B1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91883" y="1420941"/>
                <a:ext cx="7488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21887B4-A068-82A7-8EF5-3F2BE785CB88}"/>
                  </a:ext>
                </a:extLst>
              </p14:cNvPr>
              <p14:cNvContentPartPr/>
              <p14:nvPr/>
            </p14:nvContentPartPr>
            <p14:xfrm>
              <a:off x="960283" y="1433541"/>
              <a:ext cx="260280" cy="2890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21887B4-A068-82A7-8EF5-3F2BE785CB8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42283" y="1415901"/>
                <a:ext cx="29592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97CCB84-2306-FEAB-F90B-3A0A1852A76E}"/>
                  </a:ext>
                </a:extLst>
              </p14:cNvPr>
              <p14:cNvContentPartPr/>
              <p14:nvPr/>
            </p14:nvContentPartPr>
            <p14:xfrm>
              <a:off x="1280683" y="1577181"/>
              <a:ext cx="249120" cy="172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97CCB84-2306-FEAB-F90B-3A0A1852A76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263043" y="1559541"/>
                <a:ext cx="2847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3223261-9009-1A99-C0F9-2A6FB4235463}"/>
                  </a:ext>
                </a:extLst>
              </p14:cNvPr>
              <p14:cNvContentPartPr/>
              <p14:nvPr/>
            </p14:nvContentPartPr>
            <p14:xfrm>
              <a:off x="1543483" y="1452261"/>
              <a:ext cx="63000" cy="2833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3223261-9009-1A99-C0F9-2A6FB423546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525483" y="1434261"/>
                <a:ext cx="9864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62CF76A-EB53-2C9E-4AFB-72679A6AD3F7}"/>
                  </a:ext>
                </a:extLst>
              </p14:cNvPr>
              <p14:cNvContentPartPr/>
              <p14:nvPr/>
            </p14:nvContentPartPr>
            <p14:xfrm>
              <a:off x="1705843" y="1413021"/>
              <a:ext cx="103680" cy="3780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62CF76A-EB53-2C9E-4AFB-72679A6AD3F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687843" y="1395021"/>
                <a:ext cx="13932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55F5961-B325-69CE-6D11-257D8FA349A8}"/>
                  </a:ext>
                </a:extLst>
              </p14:cNvPr>
              <p14:cNvContentPartPr/>
              <p14:nvPr/>
            </p14:nvContentPartPr>
            <p14:xfrm>
              <a:off x="1709083" y="1443261"/>
              <a:ext cx="458640" cy="8136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55F5961-B325-69CE-6D11-257D8FA349A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691083" y="1425621"/>
                <a:ext cx="494280" cy="84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B763435-B498-47E2-BFD5-DF731CE77A0C}"/>
                  </a:ext>
                </a:extLst>
              </p14:cNvPr>
              <p14:cNvContentPartPr/>
              <p14:nvPr/>
            </p14:nvContentPartPr>
            <p14:xfrm>
              <a:off x="2018683" y="1609941"/>
              <a:ext cx="208080" cy="1666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B763435-B498-47E2-BFD5-DF731CE77A0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001043" y="1591941"/>
                <a:ext cx="2437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2FB3366-DE4E-8587-D092-9DCB8FFB9D0C}"/>
                  </a:ext>
                </a:extLst>
              </p14:cNvPr>
              <p14:cNvContentPartPr/>
              <p14:nvPr/>
            </p14:nvContentPartPr>
            <p14:xfrm>
              <a:off x="2322883" y="1415541"/>
              <a:ext cx="282960" cy="3376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2FB3366-DE4E-8587-D092-9DCB8FFB9D0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305243" y="1397541"/>
                <a:ext cx="31860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5CA0220-F4A7-490A-2591-CD395F8A71C5}"/>
                  </a:ext>
                </a:extLst>
              </p14:cNvPr>
              <p14:cNvContentPartPr/>
              <p14:nvPr/>
            </p14:nvContentPartPr>
            <p14:xfrm>
              <a:off x="2656963" y="1563141"/>
              <a:ext cx="405360" cy="1929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5CA0220-F4A7-490A-2591-CD395F8A71C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639323" y="1545141"/>
                <a:ext cx="4410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C597AC2-5F6E-DD33-578A-BB3422D44398}"/>
                  </a:ext>
                </a:extLst>
              </p14:cNvPr>
              <p14:cNvContentPartPr/>
              <p14:nvPr/>
            </p14:nvContentPartPr>
            <p14:xfrm>
              <a:off x="3097963" y="1354701"/>
              <a:ext cx="201960" cy="4111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C597AC2-5F6E-DD33-578A-BB3422D4439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080323" y="1336701"/>
                <a:ext cx="23760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FB5D74E-0D39-C16C-8817-FD39636264B5}"/>
                  </a:ext>
                </a:extLst>
              </p14:cNvPr>
              <p14:cNvContentPartPr/>
              <p14:nvPr/>
            </p14:nvContentPartPr>
            <p14:xfrm>
              <a:off x="3388843" y="1546581"/>
              <a:ext cx="409680" cy="1818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FB5D74E-0D39-C16C-8817-FD39636264B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371203" y="1528581"/>
                <a:ext cx="44532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7858B9A-3C20-320F-7337-943E29DFAD11}"/>
                  </a:ext>
                </a:extLst>
              </p14:cNvPr>
              <p14:cNvContentPartPr/>
              <p14:nvPr/>
            </p14:nvContentPartPr>
            <p14:xfrm>
              <a:off x="3009043" y="1339581"/>
              <a:ext cx="533160" cy="788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7858B9A-3C20-320F-7337-943E29DFAD1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991403" y="1321941"/>
                <a:ext cx="56880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1219C90-5677-0264-8C9C-751665441DAF}"/>
                  </a:ext>
                </a:extLst>
              </p14:cNvPr>
              <p14:cNvContentPartPr/>
              <p14:nvPr/>
            </p14:nvContentPartPr>
            <p14:xfrm>
              <a:off x="4258603" y="1365861"/>
              <a:ext cx="409680" cy="8784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1219C90-5677-0264-8C9C-751665441DA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240603" y="1347861"/>
                <a:ext cx="445320" cy="9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D63CE63-AFC6-06C6-E6A7-78B38C4B0D4F}"/>
                  </a:ext>
                </a:extLst>
              </p14:cNvPr>
              <p14:cNvContentPartPr/>
              <p14:nvPr/>
            </p14:nvContentPartPr>
            <p14:xfrm>
              <a:off x="5150683" y="1404021"/>
              <a:ext cx="303840" cy="2221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D63CE63-AFC6-06C6-E6A7-78B38C4B0D4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132683" y="1386021"/>
                <a:ext cx="3394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8A593CF-7BAA-1C25-78DA-B8633B5FF44D}"/>
                  </a:ext>
                </a:extLst>
              </p14:cNvPr>
              <p14:cNvContentPartPr/>
              <p14:nvPr/>
            </p14:nvContentPartPr>
            <p14:xfrm>
              <a:off x="5744683" y="1405461"/>
              <a:ext cx="364320" cy="2188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8A593CF-7BAA-1C25-78DA-B8633B5FF44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726683" y="1387821"/>
                <a:ext cx="3999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0FEFE3A-E751-D439-B3E3-9B3E4240FEBB}"/>
                  </a:ext>
                </a:extLst>
              </p14:cNvPr>
              <p14:cNvContentPartPr/>
              <p14:nvPr/>
            </p14:nvContentPartPr>
            <p14:xfrm>
              <a:off x="6182083" y="1354701"/>
              <a:ext cx="396720" cy="2113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0FEFE3A-E751-D439-B3E3-9B3E4240FEB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164083" y="1337061"/>
                <a:ext cx="4323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5581AA3-C8F7-BAC1-1904-FE57A9F28C91}"/>
                  </a:ext>
                </a:extLst>
              </p14:cNvPr>
              <p14:cNvContentPartPr/>
              <p14:nvPr/>
            </p14:nvContentPartPr>
            <p14:xfrm>
              <a:off x="7005403" y="1296381"/>
              <a:ext cx="50400" cy="3121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5581AA3-C8F7-BAC1-1904-FE57A9F28C9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987763" y="1278381"/>
                <a:ext cx="8604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8B88A90-0AEE-7ADB-A0C0-FBC2ADC88138}"/>
                  </a:ext>
                </a:extLst>
              </p14:cNvPr>
              <p14:cNvContentPartPr/>
              <p14:nvPr/>
            </p14:nvContentPartPr>
            <p14:xfrm>
              <a:off x="7039963" y="1230501"/>
              <a:ext cx="186120" cy="3988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8B88A90-0AEE-7ADB-A0C0-FBC2ADC8813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022323" y="1212501"/>
                <a:ext cx="22176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AAC77C6-12D8-7326-73CB-B91940FFE62C}"/>
                  </a:ext>
                </a:extLst>
              </p14:cNvPr>
              <p14:cNvContentPartPr/>
              <p14:nvPr/>
            </p14:nvContentPartPr>
            <p14:xfrm>
              <a:off x="7369363" y="1351821"/>
              <a:ext cx="129600" cy="3690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AAC77C6-12D8-7326-73CB-B91940FFE62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351363" y="1333821"/>
                <a:ext cx="16524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A87FF0C-0198-E810-2E88-25AAE311769A}"/>
                  </a:ext>
                </a:extLst>
              </p14:cNvPr>
              <p14:cNvContentPartPr/>
              <p14:nvPr/>
            </p14:nvContentPartPr>
            <p14:xfrm>
              <a:off x="7819003" y="1290261"/>
              <a:ext cx="213840" cy="3189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A87FF0C-0198-E810-2E88-25AAE311769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801003" y="1272621"/>
                <a:ext cx="24948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DB708B6-00D1-F9FC-7ADE-34BED756546A}"/>
                  </a:ext>
                </a:extLst>
              </p14:cNvPr>
              <p14:cNvContentPartPr/>
              <p14:nvPr/>
            </p14:nvContentPartPr>
            <p14:xfrm>
              <a:off x="8069923" y="1456941"/>
              <a:ext cx="215640" cy="7660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DB708B6-00D1-F9FC-7ADE-34BED756546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052283" y="1439301"/>
                <a:ext cx="251280" cy="80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34E35EC-EF0E-F118-0941-2DAFF9F3E880}"/>
                  </a:ext>
                </a:extLst>
              </p14:cNvPr>
              <p14:cNvContentPartPr/>
              <p14:nvPr/>
            </p14:nvContentPartPr>
            <p14:xfrm>
              <a:off x="8680843" y="1427781"/>
              <a:ext cx="237600" cy="2232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34E35EC-EF0E-F118-0941-2DAFF9F3E88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662843" y="1410141"/>
                <a:ext cx="27324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5D8F9A4-9D96-9D4D-8AFA-79C3A5DD082D}"/>
                  </a:ext>
                </a:extLst>
              </p14:cNvPr>
              <p14:cNvContentPartPr/>
              <p14:nvPr/>
            </p14:nvContentPartPr>
            <p14:xfrm>
              <a:off x="9167923" y="1395021"/>
              <a:ext cx="492120" cy="207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5D8F9A4-9D96-9D4D-8AFA-79C3A5DD082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150283" y="1377381"/>
                <a:ext cx="52776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7D68C76-09A3-3FAE-D4BA-A08A59861E83}"/>
                  </a:ext>
                </a:extLst>
              </p14:cNvPr>
              <p14:cNvContentPartPr/>
              <p14:nvPr/>
            </p14:nvContentPartPr>
            <p14:xfrm>
              <a:off x="9705763" y="1433181"/>
              <a:ext cx="403200" cy="1598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7D68C76-09A3-3FAE-D4BA-A08A59861E8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687763" y="1415181"/>
                <a:ext cx="4388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8F70E54-93D9-55F8-ABAE-02C10D59D4AF}"/>
                  </a:ext>
                </a:extLst>
              </p14:cNvPr>
              <p14:cNvContentPartPr/>
              <p14:nvPr/>
            </p14:nvContentPartPr>
            <p14:xfrm>
              <a:off x="10138123" y="1381701"/>
              <a:ext cx="901080" cy="5072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8F70E54-93D9-55F8-ABAE-02C10D59D4A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120483" y="1363701"/>
                <a:ext cx="93672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DD07667-6BEF-51B2-5BEE-17F4EA19D5CB}"/>
                  </a:ext>
                </a:extLst>
              </p14:cNvPr>
              <p14:cNvContentPartPr/>
              <p14:nvPr/>
            </p14:nvContentPartPr>
            <p14:xfrm>
              <a:off x="262243" y="2114661"/>
              <a:ext cx="366840" cy="4813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DD07667-6BEF-51B2-5BEE-17F4EA19D5C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44603" y="2096661"/>
                <a:ext cx="40248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12A35DC4-CD81-8EAB-EC84-619F6AD3B54D}"/>
                  </a:ext>
                </a:extLst>
              </p14:cNvPr>
              <p14:cNvContentPartPr/>
              <p14:nvPr/>
            </p14:nvContentPartPr>
            <p14:xfrm>
              <a:off x="630523" y="2378181"/>
              <a:ext cx="155520" cy="1591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12A35DC4-CD81-8EAB-EC84-619F6AD3B54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12883" y="2360541"/>
                <a:ext cx="1911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49DD9AED-5090-EBEF-F617-CD4C453863DD}"/>
                  </a:ext>
                </a:extLst>
              </p14:cNvPr>
              <p14:cNvContentPartPr/>
              <p14:nvPr/>
            </p14:nvContentPartPr>
            <p14:xfrm>
              <a:off x="848683" y="2377461"/>
              <a:ext cx="299160" cy="2019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49DD9AED-5090-EBEF-F617-CD4C453863D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30683" y="2359821"/>
                <a:ext cx="3348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27D4895-FA67-4CF7-AD00-F28F5C63EC0A}"/>
                  </a:ext>
                </a:extLst>
              </p14:cNvPr>
              <p14:cNvContentPartPr/>
              <p14:nvPr/>
            </p14:nvContentPartPr>
            <p14:xfrm>
              <a:off x="1264123" y="2358021"/>
              <a:ext cx="144720" cy="1875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27D4895-FA67-4CF7-AD00-F28F5C63EC0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246483" y="2340381"/>
                <a:ext cx="1803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6763619-50E8-1BAA-7DEB-2D12DC49F29E}"/>
                  </a:ext>
                </a:extLst>
              </p14:cNvPr>
              <p14:cNvContentPartPr/>
              <p14:nvPr/>
            </p14:nvContentPartPr>
            <p14:xfrm>
              <a:off x="1506763" y="2280981"/>
              <a:ext cx="452520" cy="3398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6763619-50E8-1BAA-7DEB-2D12DC49F29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489123" y="2263341"/>
                <a:ext cx="48816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E72CB42-D3AE-C34F-1C12-7409753FC36C}"/>
                  </a:ext>
                </a:extLst>
              </p14:cNvPr>
              <p14:cNvContentPartPr/>
              <p14:nvPr/>
            </p14:nvContentPartPr>
            <p14:xfrm>
              <a:off x="2135683" y="2560701"/>
              <a:ext cx="73080" cy="144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E72CB42-D3AE-C34F-1C12-7409753FC36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118043" y="2542701"/>
                <a:ext cx="1087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57448A8-28B5-D80C-2F48-263D0FEF3973}"/>
                  </a:ext>
                </a:extLst>
              </p14:cNvPr>
              <p14:cNvContentPartPr/>
              <p14:nvPr/>
            </p14:nvContentPartPr>
            <p14:xfrm>
              <a:off x="2506483" y="2425701"/>
              <a:ext cx="29160" cy="1555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57448A8-28B5-D80C-2F48-263D0FEF397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488843" y="2407701"/>
                <a:ext cx="6480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99F2CC8-A7C9-D677-B4B6-209B0F9DE07C}"/>
                  </a:ext>
                </a:extLst>
              </p14:cNvPr>
              <p14:cNvContentPartPr/>
              <p14:nvPr/>
            </p14:nvContentPartPr>
            <p14:xfrm>
              <a:off x="2560123" y="2318781"/>
              <a:ext cx="5040" cy="266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99F2CC8-A7C9-D677-B4B6-209B0F9DE07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542123" y="2301141"/>
                <a:ext cx="406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6850C4F-BA73-A8DE-AC4C-B03AD142ECEC}"/>
                  </a:ext>
                </a:extLst>
              </p14:cNvPr>
              <p14:cNvContentPartPr/>
              <p14:nvPr/>
            </p14:nvContentPartPr>
            <p14:xfrm>
              <a:off x="2581723" y="2418501"/>
              <a:ext cx="328680" cy="1969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6850C4F-BA73-A8DE-AC4C-B03AD142ECE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564083" y="2400861"/>
                <a:ext cx="36432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47F2E60-C13C-16CC-E053-A3FBAFA058E7}"/>
                  </a:ext>
                </a:extLst>
              </p14:cNvPr>
              <p14:cNvContentPartPr/>
              <p14:nvPr/>
            </p14:nvContentPartPr>
            <p14:xfrm>
              <a:off x="3037843" y="2558901"/>
              <a:ext cx="31320" cy="24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47F2E60-C13C-16CC-E053-A3FBAFA058E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020203" y="2541261"/>
                <a:ext cx="669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2D1CA47-B2B4-B087-0B17-0151FCC1D94C}"/>
                  </a:ext>
                </a:extLst>
              </p14:cNvPr>
              <p14:cNvContentPartPr/>
              <p14:nvPr/>
            </p14:nvContentPartPr>
            <p14:xfrm>
              <a:off x="3427363" y="2397261"/>
              <a:ext cx="668880" cy="7956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2D1CA47-B2B4-B087-0B17-0151FCC1D94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409363" y="2379261"/>
                <a:ext cx="704520" cy="83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7D788ED3-C85D-7B5A-93C9-655E21E2E1CA}"/>
                  </a:ext>
                </a:extLst>
              </p14:cNvPr>
              <p14:cNvContentPartPr/>
              <p14:nvPr/>
            </p14:nvContentPartPr>
            <p14:xfrm>
              <a:off x="4139803" y="2297181"/>
              <a:ext cx="779400" cy="3758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7D788ED3-C85D-7B5A-93C9-655E21E2E1CA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121803" y="2279541"/>
                <a:ext cx="81504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B6E8A242-1615-3672-A8D5-574A7563FD98}"/>
                  </a:ext>
                </a:extLst>
              </p14:cNvPr>
              <p14:cNvContentPartPr/>
              <p14:nvPr/>
            </p14:nvContentPartPr>
            <p14:xfrm>
              <a:off x="4995523" y="2432901"/>
              <a:ext cx="552600" cy="6652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B6E8A242-1615-3672-A8D5-574A7563FD9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977883" y="2415261"/>
                <a:ext cx="588240" cy="70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7AEEB10-F0E8-3DB4-267F-3879FFE4E58C}"/>
                  </a:ext>
                </a:extLst>
              </p14:cNvPr>
              <p14:cNvContentPartPr/>
              <p14:nvPr/>
            </p14:nvContentPartPr>
            <p14:xfrm>
              <a:off x="6171643" y="2226981"/>
              <a:ext cx="474120" cy="4327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7AEEB10-F0E8-3DB4-267F-3879FFE4E58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153643" y="2208981"/>
                <a:ext cx="50976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190E1F5-D49E-19FF-CD11-7DA6312502B0}"/>
                  </a:ext>
                </a:extLst>
              </p14:cNvPr>
              <p14:cNvContentPartPr/>
              <p14:nvPr/>
            </p14:nvContentPartPr>
            <p14:xfrm>
              <a:off x="7000723" y="2271621"/>
              <a:ext cx="524520" cy="8992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190E1F5-D49E-19FF-CD11-7DA6312502B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983083" y="2253981"/>
                <a:ext cx="560160" cy="9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618E215D-FC95-49AB-1775-57F9C9875280}"/>
                  </a:ext>
                </a:extLst>
              </p14:cNvPr>
              <p14:cNvContentPartPr/>
              <p14:nvPr/>
            </p14:nvContentPartPr>
            <p14:xfrm>
              <a:off x="8176843" y="2257941"/>
              <a:ext cx="929880" cy="4878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618E215D-FC95-49AB-1775-57F9C987528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159203" y="2239941"/>
                <a:ext cx="965520" cy="52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202BF963-7B90-B30A-F20E-A886F3B295EF}"/>
                  </a:ext>
                </a:extLst>
              </p14:cNvPr>
              <p14:cNvContentPartPr/>
              <p14:nvPr/>
            </p14:nvContentPartPr>
            <p14:xfrm>
              <a:off x="966043" y="3310581"/>
              <a:ext cx="240480" cy="4251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202BF963-7B90-B30A-F20E-A886F3B295EF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48403" y="3292581"/>
                <a:ext cx="27612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F1D1ED1-816E-C2FF-F241-3A62521C6C11}"/>
                  </a:ext>
                </a:extLst>
              </p14:cNvPr>
              <p14:cNvContentPartPr/>
              <p14:nvPr/>
            </p14:nvContentPartPr>
            <p14:xfrm>
              <a:off x="1057843" y="3555741"/>
              <a:ext cx="140400" cy="234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F1D1ED1-816E-C2FF-F241-3A62521C6C1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40203" y="3537741"/>
                <a:ext cx="1760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5CB25C5E-EE16-ED52-C7F5-D23FA7FD1134}"/>
                  </a:ext>
                </a:extLst>
              </p14:cNvPr>
              <p14:cNvContentPartPr/>
              <p14:nvPr/>
            </p14:nvContentPartPr>
            <p14:xfrm>
              <a:off x="1290403" y="3325341"/>
              <a:ext cx="275400" cy="4111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5CB25C5E-EE16-ED52-C7F5-D23FA7FD113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272763" y="3307701"/>
                <a:ext cx="31104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6540CAA-CCFB-1049-869A-1274DD5DDC83}"/>
                  </a:ext>
                </a:extLst>
              </p14:cNvPr>
              <p14:cNvContentPartPr/>
              <p14:nvPr/>
            </p14:nvContentPartPr>
            <p14:xfrm>
              <a:off x="1603603" y="3341901"/>
              <a:ext cx="964080" cy="4042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6540CAA-CCFB-1049-869A-1274DD5DDC83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585603" y="3324261"/>
                <a:ext cx="99972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AF074A81-7A80-8385-445F-1662F52E315D}"/>
                  </a:ext>
                </a:extLst>
              </p14:cNvPr>
              <p14:cNvContentPartPr/>
              <p14:nvPr/>
            </p14:nvContentPartPr>
            <p14:xfrm>
              <a:off x="2098963" y="3423981"/>
              <a:ext cx="771120" cy="3232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AF074A81-7A80-8385-445F-1662F52E315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081323" y="3405981"/>
                <a:ext cx="80676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0C036C1B-7650-7FA8-22F9-378782718E9B}"/>
                  </a:ext>
                </a:extLst>
              </p14:cNvPr>
              <p14:cNvContentPartPr/>
              <p14:nvPr/>
            </p14:nvContentPartPr>
            <p14:xfrm>
              <a:off x="3119923" y="3443421"/>
              <a:ext cx="434880" cy="8344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0C036C1B-7650-7FA8-22F9-378782718E9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101923" y="3425781"/>
                <a:ext cx="470520" cy="87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B2544B0-9C16-F949-32B6-F8ABB023FCEF}"/>
                  </a:ext>
                </a:extLst>
              </p14:cNvPr>
              <p14:cNvContentPartPr/>
              <p14:nvPr/>
            </p14:nvContentPartPr>
            <p14:xfrm>
              <a:off x="4004443" y="3483381"/>
              <a:ext cx="676440" cy="2404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B2544B0-9C16-F949-32B6-F8ABB023FCE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986443" y="3465381"/>
                <a:ext cx="71208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7A981DE5-C83D-1031-3BFF-D3E5A28B9F87}"/>
                  </a:ext>
                </a:extLst>
              </p14:cNvPr>
              <p14:cNvContentPartPr/>
              <p14:nvPr/>
            </p14:nvContentPartPr>
            <p14:xfrm>
              <a:off x="5021083" y="3529461"/>
              <a:ext cx="881640" cy="2419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7A981DE5-C83D-1031-3BFF-D3E5A28B9F8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003443" y="3511461"/>
                <a:ext cx="91728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6A04274B-D353-912B-1843-A511E386ABF4}"/>
                  </a:ext>
                </a:extLst>
              </p14:cNvPr>
              <p14:cNvContentPartPr/>
              <p14:nvPr/>
            </p14:nvContentPartPr>
            <p14:xfrm>
              <a:off x="7187563" y="3398421"/>
              <a:ext cx="1323720" cy="3841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6A04274B-D353-912B-1843-A511E386ABF4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169563" y="3380421"/>
                <a:ext cx="135936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F3020BDE-CCD5-4291-1970-0E4945EFEEA6}"/>
                  </a:ext>
                </a:extLst>
              </p14:cNvPr>
              <p14:cNvContentPartPr/>
              <p14:nvPr/>
            </p14:nvContentPartPr>
            <p14:xfrm>
              <a:off x="8442523" y="3372141"/>
              <a:ext cx="876960" cy="3866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F3020BDE-CCD5-4291-1970-0E4945EFEEA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424883" y="3354501"/>
                <a:ext cx="91260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FA202377-68CB-FE97-426A-72D078DC6FA2}"/>
                  </a:ext>
                </a:extLst>
              </p14:cNvPr>
              <p14:cNvContentPartPr/>
              <p14:nvPr/>
            </p14:nvContentPartPr>
            <p14:xfrm>
              <a:off x="9336763" y="3510021"/>
              <a:ext cx="316080" cy="2505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FA202377-68CB-FE97-426A-72D078DC6FA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318763" y="3492381"/>
                <a:ext cx="35172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2DE46AA-6EB6-3ACF-2A45-58413C3FCA00}"/>
                  </a:ext>
                </a:extLst>
              </p14:cNvPr>
              <p14:cNvContentPartPr/>
              <p14:nvPr/>
            </p14:nvContentPartPr>
            <p14:xfrm>
              <a:off x="9711163" y="3566901"/>
              <a:ext cx="388440" cy="2415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2DE46AA-6EB6-3ACF-2A45-58413C3FCA0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693523" y="3549261"/>
                <a:ext cx="42408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D231193-2B3C-A3E4-9E27-8D4ECAC6EF90}"/>
                  </a:ext>
                </a:extLst>
              </p14:cNvPr>
              <p14:cNvContentPartPr/>
              <p14:nvPr/>
            </p14:nvContentPartPr>
            <p14:xfrm>
              <a:off x="10328923" y="3325701"/>
              <a:ext cx="1560960" cy="51084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D231193-2B3C-A3E4-9E27-8D4ECAC6EF90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0311283" y="3308061"/>
                <a:ext cx="1596600" cy="5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8F4241C-BEB0-05B5-28D0-488738EE29C1}"/>
                  </a:ext>
                </a:extLst>
              </p14:cNvPr>
              <p14:cNvContentPartPr/>
              <p14:nvPr/>
            </p14:nvContentPartPr>
            <p14:xfrm>
              <a:off x="11101123" y="3338301"/>
              <a:ext cx="257400" cy="255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8F4241C-BEB0-05B5-28D0-488738EE29C1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1083483" y="3320661"/>
                <a:ext cx="2930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58E0757B-66BF-5679-F835-CCD9591F4BB6}"/>
                  </a:ext>
                </a:extLst>
              </p14:cNvPr>
              <p14:cNvContentPartPr/>
              <p14:nvPr/>
            </p14:nvContentPartPr>
            <p14:xfrm>
              <a:off x="643843" y="4158381"/>
              <a:ext cx="270720" cy="4118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58E0757B-66BF-5679-F835-CCD9591F4BB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26203" y="4140381"/>
                <a:ext cx="30636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76038CE-F25F-35DB-F9F8-B978209E63F4}"/>
                  </a:ext>
                </a:extLst>
              </p14:cNvPr>
              <p14:cNvContentPartPr/>
              <p14:nvPr/>
            </p14:nvContentPartPr>
            <p14:xfrm>
              <a:off x="817003" y="4208421"/>
              <a:ext cx="1079280" cy="5778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76038CE-F25F-35DB-F9F8-B978209E63F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99003" y="4190421"/>
                <a:ext cx="1114920" cy="61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D495187-565D-0821-07A6-BE367BA618E7}"/>
                  </a:ext>
                </a:extLst>
              </p14:cNvPr>
              <p14:cNvContentPartPr/>
              <p14:nvPr/>
            </p14:nvContentPartPr>
            <p14:xfrm>
              <a:off x="2075923" y="4419741"/>
              <a:ext cx="413280" cy="1886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D495187-565D-0821-07A6-BE367BA618E7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058283" y="4401741"/>
                <a:ext cx="4489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473E7C8-D302-3696-C4AE-004D5C509B71}"/>
                  </a:ext>
                </a:extLst>
              </p14:cNvPr>
              <p14:cNvContentPartPr/>
              <p14:nvPr/>
            </p14:nvContentPartPr>
            <p14:xfrm>
              <a:off x="2000323" y="4554021"/>
              <a:ext cx="3600" cy="104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473E7C8-D302-3696-C4AE-004D5C509B71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982323" y="4536021"/>
                <a:ext cx="392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27A9312-E787-D40B-F068-7779F4AA5C5B}"/>
                  </a:ext>
                </a:extLst>
              </p14:cNvPr>
              <p14:cNvContentPartPr/>
              <p14:nvPr/>
            </p14:nvContentPartPr>
            <p14:xfrm>
              <a:off x="3072763" y="4134981"/>
              <a:ext cx="1517400" cy="9140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27A9312-E787-D40B-F068-7779F4AA5C5B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054763" y="4117341"/>
                <a:ext cx="1553040" cy="9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8D3BDB34-8A69-293D-A229-0A7ED6CE9EC2}"/>
                  </a:ext>
                </a:extLst>
              </p14:cNvPr>
              <p14:cNvContentPartPr/>
              <p14:nvPr/>
            </p14:nvContentPartPr>
            <p14:xfrm>
              <a:off x="4560283" y="4225701"/>
              <a:ext cx="519120" cy="7614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8D3BDB34-8A69-293D-A229-0A7ED6CE9EC2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542643" y="4207701"/>
                <a:ext cx="554760" cy="79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B8D03FD2-514C-6D15-AF56-1FD404AE8E9A}"/>
                  </a:ext>
                </a:extLst>
              </p14:cNvPr>
              <p14:cNvContentPartPr/>
              <p14:nvPr/>
            </p14:nvContentPartPr>
            <p14:xfrm>
              <a:off x="5570443" y="4248021"/>
              <a:ext cx="847440" cy="3956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B8D03FD2-514C-6D15-AF56-1FD404AE8E9A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552443" y="4230381"/>
                <a:ext cx="88308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523AA68B-BAF3-C284-54C4-C236C870B529}"/>
                  </a:ext>
                </a:extLst>
              </p14:cNvPr>
              <p14:cNvContentPartPr/>
              <p14:nvPr/>
            </p14:nvContentPartPr>
            <p14:xfrm>
              <a:off x="6923323" y="4291941"/>
              <a:ext cx="1018080" cy="2667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523AA68B-BAF3-C284-54C4-C236C870B529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905323" y="4273941"/>
                <a:ext cx="105372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21C2202-F359-F562-01A9-FC2B73E68DEC}"/>
                  </a:ext>
                </a:extLst>
              </p14:cNvPr>
              <p14:cNvContentPartPr/>
              <p14:nvPr/>
            </p14:nvContentPartPr>
            <p14:xfrm>
              <a:off x="8359723" y="4227861"/>
              <a:ext cx="1466280" cy="8643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21C2202-F359-F562-01A9-FC2B73E68DE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342083" y="4210221"/>
                <a:ext cx="1501920" cy="9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B5CF6C7D-596B-C898-8C07-FA602C05D7A7}"/>
                  </a:ext>
                </a:extLst>
              </p14:cNvPr>
              <p14:cNvContentPartPr/>
              <p14:nvPr/>
            </p14:nvContentPartPr>
            <p14:xfrm>
              <a:off x="10008523" y="4249101"/>
              <a:ext cx="898560" cy="5072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B5CF6C7D-596B-C898-8C07-FA602C05D7A7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990883" y="4231101"/>
                <a:ext cx="93420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0E6D887-FBEA-F5A6-4220-C76FEC2E4F6E}"/>
                  </a:ext>
                </a:extLst>
              </p14:cNvPr>
              <p14:cNvContentPartPr/>
              <p14:nvPr/>
            </p14:nvContentPartPr>
            <p14:xfrm>
              <a:off x="10792243" y="4299861"/>
              <a:ext cx="838800" cy="4269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0E6D887-FBEA-F5A6-4220-C76FEC2E4F6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0774603" y="4282221"/>
                <a:ext cx="874440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64E9FC0D-EA96-C6A5-F2E1-D348A5CE0DE3}"/>
                  </a:ext>
                </a:extLst>
              </p14:cNvPr>
              <p14:cNvContentPartPr/>
              <p14:nvPr/>
            </p14:nvContentPartPr>
            <p14:xfrm>
              <a:off x="11454283" y="4377981"/>
              <a:ext cx="336600" cy="6534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64E9FC0D-EA96-C6A5-F2E1-D348A5CE0DE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1436643" y="4360341"/>
                <a:ext cx="372240" cy="68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0D5DA7B-CD86-4760-3AA5-8C385E225747}"/>
              </a:ext>
            </a:extLst>
          </p:cNvPr>
          <p:cNvGrpSpPr/>
          <p:nvPr/>
        </p:nvGrpSpPr>
        <p:grpSpPr>
          <a:xfrm>
            <a:off x="6402763" y="3389421"/>
            <a:ext cx="437040" cy="466920"/>
            <a:chOff x="6402763" y="3389421"/>
            <a:chExt cx="437040" cy="46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48ACF96-1484-4538-6C99-9977C9FF488D}"/>
                    </a:ext>
                  </a:extLst>
                </p14:cNvPr>
                <p14:cNvContentPartPr/>
                <p14:nvPr/>
              </p14:nvContentPartPr>
              <p14:xfrm>
                <a:off x="6402763" y="3389421"/>
                <a:ext cx="221760" cy="391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48ACF96-1484-4538-6C99-9977C9FF488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384763" y="3371781"/>
                  <a:ext cx="25740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F3A64A4-D628-2697-A05C-44B4B11520C8}"/>
                    </a:ext>
                  </a:extLst>
                </p14:cNvPr>
                <p14:cNvContentPartPr/>
                <p14:nvPr/>
              </p14:nvContentPartPr>
              <p14:xfrm>
                <a:off x="6729643" y="3535581"/>
                <a:ext cx="110160" cy="320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F3A64A4-D628-2697-A05C-44B4B11520C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711643" y="3517941"/>
                  <a:ext cx="1458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B7205E3-81E7-08A7-32F0-0F007E9CBF02}"/>
                    </a:ext>
                  </a:extLst>
                </p14:cNvPr>
                <p14:cNvContentPartPr/>
                <p14:nvPr/>
              </p14:nvContentPartPr>
              <p14:xfrm>
                <a:off x="6486366" y="3813423"/>
                <a:ext cx="2160" cy="1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B7205E3-81E7-08A7-32F0-0F007E9CBF0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468366" y="3795783"/>
                  <a:ext cx="3780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5502DB63-7438-795D-0651-1A965543DA70}"/>
                  </a:ext>
                </a:extLst>
              </p14:cNvPr>
              <p14:cNvContentPartPr/>
              <p14:nvPr/>
            </p14:nvContentPartPr>
            <p14:xfrm>
              <a:off x="8392206" y="3937623"/>
              <a:ext cx="5400" cy="3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5502DB63-7438-795D-0651-1A965543DA70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8374566" y="3919983"/>
                <a:ext cx="41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27AE8929-16E7-FBBE-BE56-E4791F3F3D87}"/>
                  </a:ext>
                </a:extLst>
              </p14:cNvPr>
              <p14:cNvContentPartPr/>
              <p14:nvPr/>
            </p14:nvContentPartPr>
            <p14:xfrm>
              <a:off x="9393366" y="3923223"/>
              <a:ext cx="360" cy="3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27AE8929-16E7-FBBE-BE56-E4791F3F3D8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9375366" y="390522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C63BB46-52D3-666B-8822-C5212CA56D0E}"/>
                  </a:ext>
                </a:extLst>
              </p14:cNvPr>
              <p14:cNvContentPartPr/>
              <p14:nvPr/>
            </p14:nvContentPartPr>
            <p14:xfrm>
              <a:off x="567606" y="877623"/>
              <a:ext cx="307800" cy="2016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C63BB46-52D3-666B-8822-C5212CA56D0E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549966" y="859983"/>
                <a:ext cx="343440" cy="23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BCAD216B-02B9-DAA3-4BF5-265F4C6A6B38}"/>
              </a:ext>
            </a:extLst>
          </p:cNvPr>
          <p:cNvGrpSpPr/>
          <p:nvPr/>
        </p:nvGrpSpPr>
        <p:grpSpPr>
          <a:xfrm>
            <a:off x="151003" y="3193221"/>
            <a:ext cx="485640" cy="767880"/>
            <a:chOff x="151003" y="3193221"/>
            <a:chExt cx="485640" cy="76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FB014B9-A301-20A4-D679-C51C3E921B35}"/>
                    </a:ext>
                  </a:extLst>
                </p14:cNvPr>
                <p14:cNvContentPartPr/>
                <p14:nvPr/>
              </p14:nvContentPartPr>
              <p14:xfrm>
                <a:off x="151003" y="3474381"/>
                <a:ext cx="81720" cy="213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FB014B9-A301-20A4-D679-C51C3E921B3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33003" y="3456741"/>
                  <a:ext cx="1173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784486E-BA5F-39D7-33A9-88E6AA2BA8E6}"/>
                    </a:ext>
                  </a:extLst>
                </p14:cNvPr>
                <p14:cNvContentPartPr/>
                <p14:nvPr/>
              </p14:nvContentPartPr>
              <p14:xfrm>
                <a:off x="277003" y="3520461"/>
                <a:ext cx="19440" cy="143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784486E-BA5F-39D7-33A9-88E6AA2BA8E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59363" y="3502461"/>
                  <a:ext cx="550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8200DB4-01CA-0435-03AD-ED8AB3B02750}"/>
                    </a:ext>
                  </a:extLst>
                </p14:cNvPr>
                <p14:cNvContentPartPr/>
                <p14:nvPr/>
              </p14:nvContentPartPr>
              <p14:xfrm>
                <a:off x="378523" y="3475821"/>
                <a:ext cx="46440" cy="162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8200DB4-01CA-0435-03AD-ED8AB3B0275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60883" y="3457821"/>
                  <a:ext cx="820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29D0355-5A80-459D-19CF-D1F6BFED066B}"/>
                    </a:ext>
                  </a:extLst>
                </p14:cNvPr>
                <p14:cNvContentPartPr/>
                <p14:nvPr/>
              </p14:nvContentPartPr>
              <p14:xfrm>
                <a:off x="398683" y="3193221"/>
                <a:ext cx="237960" cy="767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29D0355-5A80-459D-19CF-D1F6BFED066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80683" y="3175581"/>
                  <a:ext cx="273600" cy="80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3A80814-A673-9DEC-3E5A-2123BA7AFADA}"/>
                    </a:ext>
                  </a:extLst>
                </p14:cNvPr>
                <p14:cNvContentPartPr/>
                <p14:nvPr/>
              </p14:nvContentPartPr>
              <p14:xfrm>
                <a:off x="393006" y="3484743"/>
                <a:ext cx="1440" cy="23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3A80814-A673-9DEC-3E5A-2123BA7AFAD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75366" y="3467103"/>
                  <a:ext cx="37080" cy="5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19601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DC8278E-75CD-E8B2-2056-8375FF88A175}"/>
                  </a:ext>
                </a:extLst>
              </p14:cNvPr>
              <p14:cNvContentPartPr/>
              <p14:nvPr/>
            </p14:nvContentPartPr>
            <p14:xfrm>
              <a:off x="2002843" y="612021"/>
              <a:ext cx="284760" cy="233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DC8278E-75CD-E8B2-2056-8375FF88A1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4843" y="594381"/>
                <a:ext cx="32040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F601E43-D243-D65C-E2D6-82DDA185358A}"/>
                  </a:ext>
                </a:extLst>
              </p14:cNvPr>
              <p14:cNvContentPartPr/>
              <p14:nvPr/>
            </p14:nvContentPartPr>
            <p14:xfrm>
              <a:off x="2673163" y="612021"/>
              <a:ext cx="223560" cy="266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F601E43-D243-D65C-E2D6-82DDA18535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55163" y="594381"/>
                <a:ext cx="259200" cy="30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35D46C8-8BE8-7E65-A1A1-51D7AB2640A3}"/>
              </a:ext>
            </a:extLst>
          </p:cNvPr>
          <p:cNvGrpSpPr/>
          <p:nvPr/>
        </p:nvGrpSpPr>
        <p:grpSpPr>
          <a:xfrm>
            <a:off x="877123" y="380181"/>
            <a:ext cx="647640" cy="1603080"/>
            <a:chOff x="877123" y="380181"/>
            <a:chExt cx="647640" cy="160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816E88C-8D33-3B36-8A2F-75284C913FAF}"/>
                    </a:ext>
                  </a:extLst>
                </p14:cNvPr>
                <p14:cNvContentPartPr/>
                <p14:nvPr/>
              </p14:nvContentPartPr>
              <p14:xfrm>
                <a:off x="877123" y="380181"/>
                <a:ext cx="426240" cy="1603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816E88C-8D33-3B36-8A2F-75284C913F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9483" y="362541"/>
                  <a:ext cx="461880" cy="16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3DF38B9-5921-C3C3-4D81-44DE300EE5AB}"/>
                    </a:ext>
                  </a:extLst>
                </p14:cNvPr>
                <p14:cNvContentPartPr/>
                <p14:nvPr/>
              </p14:nvContentPartPr>
              <p14:xfrm>
                <a:off x="1321003" y="621381"/>
                <a:ext cx="201960" cy="241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3DF38B9-5921-C3C3-4D81-44DE300EE5A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3003" y="603741"/>
                  <a:ext cx="2376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0B65C57-1033-11AC-878E-7D943DB73AF5}"/>
                    </a:ext>
                  </a:extLst>
                </p14:cNvPr>
                <p14:cNvContentPartPr/>
                <p14:nvPr/>
              </p14:nvContentPartPr>
              <p14:xfrm>
                <a:off x="1246843" y="1060221"/>
                <a:ext cx="277920" cy="283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0B65C57-1033-11AC-878E-7D943DB73A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29203" y="1042221"/>
                  <a:ext cx="313560" cy="31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05C44D2-8AF3-2E65-DC64-B84125058D63}"/>
                  </a:ext>
                </a:extLst>
              </p14:cNvPr>
              <p14:cNvContentPartPr/>
              <p14:nvPr/>
            </p14:nvContentPartPr>
            <p14:xfrm>
              <a:off x="2022283" y="1119621"/>
              <a:ext cx="179280" cy="276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05C44D2-8AF3-2E65-DC64-B84125058D6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04643" y="1101621"/>
                <a:ext cx="2149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1CF2B11-B75F-06ED-E6BA-67D5F743EAFF}"/>
                  </a:ext>
                </a:extLst>
              </p14:cNvPr>
              <p14:cNvContentPartPr/>
              <p14:nvPr/>
            </p14:nvContentPartPr>
            <p14:xfrm>
              <a:off x="2676403" y="1108461"/>
              <a:ext cx="189000" cy="304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1CF2B11-B75F-06ED-E6BA-67D5F743EAF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58403" y="1090821"/>
                <a:ext cx="224640" cy="33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7AC6798C-E211-B069-57EF-C3AE01F68D5D}"/>
              </a:ext>
            </a:extLst>
          </p:cNvPr>
          <p:cNvGrpSpPr/>
          <p:nvPr/>
        </p:nvGrpSpPr>
        <p:grpSpPr>
          <a:xfrm>
            <a:off x="1301563" y="1637661"/>
            <a:ext cx="225000" cy="293040"/>
            <a:chOff x="1301563" y="1637661"/>
            <a:chExt cx="22500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3FB0C2D-AB95-4ACD-6BF1-A769D30D0DF2}"/>
                    </a:ext>
                  </a:extLst>
                </p14:cNvPr>
                <p14:cNvContentPartPr/>
                <p14:nvPr/>
              </p14:nvContentPartPr>
              <p14:xfrm>
                <a:off x="1331443" y="1637661"/>
                <a:ext cx="195120" cy="47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3FB0C2D-AB95-4ACD-6BF1-A769D30D0D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13803" y="1619661"/>
                  <a:ext cx="2307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586CF2C-761C-07A3-34B9-EC46D6EAECA0}"/>
                    </a:ext>
                  </a:extLst>
                </p14:cNvPr>
                <p14:cNvContentPartPr/>
                <p14:nvPr/>
              </p14:nvContentPartPr>
              <p14:xfrm>
                <a:off x="1301563" y="1649901"/>
                <a:ext cx="183960" cy="280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586CF2C-761C-07A3-34B9-EC46D6EAEC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83563" y="1631901"/>
                  <a:ext cx="219600" cy="31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1DF3A19-A273-D813-10B0-19D49B6725FD}"/>
                  </a:ext>
                </a:extLst>
              </p14:cNvPr>
              <p14:cNvContentPartPr/>
              <p14:nvPr/>
            </p14:nvContentPartPr>
            <p14:xfrm>
              <a:off x="1913203" y="1691301"/>
              <a:ext cx="159480" cy="241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1DF3A19-A273-D813-10B0-19D49B6725F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95563" y="1673661"/>
                <a:ext cx="195120" cy="27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05A12-174D-BF85-FDF2-FA29E7ABB5EF}"/>
              </a:ext>
            </a:extLst>
          </p:cNvPr>
          <p:cNvGrpSpPr/>
          <p:nvPr/>
        </p:nvGrpSpPr>
        <p:grpSpPr>
          <a:xfrm>
            <a:off x="2786563" y="428421"/>
            <a:ext cx="582120" cy="1616760"/>
            <a:chOff x="2786563" y="428421"/>
            <a:chExt cx="582120" cy="161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8B1B65C-1E42-BCB3-C3FC-F93C3817FE7E}"/>
                    </a:ext>
                  </a:extLst>
                </p14:cNvPr>
                <p14:cNvContentPartPr/>
                <p14:nvPr/>
              </p14:nvContentPartPr>
              <p14:xfrm>
                <a:off x="2786563" y="1645581"/>
                <a:ext cx="23400" cy="244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8B1B65C-1E42-BCB3-C3FC-F93C3817FE7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68923" y="1627581"/>
                  <a:ext cx="590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E52F99-401F-164B-9587-64CC5D716DB2}"/>
                    </a:ext>
                  </a:extLst>
                </p14:cNvPr>
                <p14:cNvContentPartPr/>
                <p14:nvPr/>
              </p14:nvContentPartPr>
              <p14:xfrm>
                <a:off x="3013723" y="428421"/>
                <a:ext cx="354960" cy="1616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E52F99-401F-164B-9587-64CC5D716DB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96083" y="410781"/>
                  <a:ext cx="390600" cy="165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61B2347-7399-1A09-6E11-8B8BC051D92F}"/>
              </a:ext>
            </a:extLst>
          </p:cNvPr>
          <p:cNvGrpSpPr/>
          <p:nvPr/>
        </p:nvGrpSpPr>
        <p:grpSpPr>
          <a:xfrm>
            <a:off x="4031083" y="710661"/>
            <a:ext cx="1663560" cy="692640"/>
            <a:chOff x="4031083" y="710661"/>
            <a:chExt cx="1663560" cy="69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AA51666-B87C-2CD9-5692-F8F52B12C4CF}"/>
                    </a:ext>
                  </a:extLst>
                </p14:cNvPr>
                <p14:cNvContentPartPr/>
                <p14:nvPr/>
              </p14:nvContentPartPr>
              <p14:xfrm>
                <a:off x="4048003" y="1218621"/>
                <a:ext cx="1557000" cy="184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AA51666-B87C-2CD9-5692-F8F52B12C4C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30003" y="1200621"/>
                  <a:ext cx="15926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A056A07-96AD-27A7-2F9D-8392B792BA1E}"/>
                    </a:ext>
                  </a:extLst>
                </p14:cNvPr>
                <p14:cNvContentPartPr/>
                <p14:nvPr/>
              </p14:nvContentPartPr>
              <p14:xfrm>
                <a:off x="4031083" y="710661"/>
                <a:ext cx="187200" cy="325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A056A07-96AD-27A7-2F9D-8392B792BA1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13443" y="693021"/>
                  <a:ext cx="2228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D8CCE20-7767-F55A-E8A1-20A5E85FCDC6}"/>
                    </a:ext>
                  </a:extLst>
                </p14:cNvPr>
                <p14:cNvContentPartPr/>
                <p14:nvPr/>
              </p14:nvContentPartPr>
              <p14:xfrm>
                <a:off x="4296043" y="925941"/>
                <a:ext cx="16560" cy="152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D8CCE20-7767-F55A-E8A1-20A5E85FCDC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78043" y="907941"/>
                  <a:ext cx="522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4D8EE6B-D632-6FA2-0F97-C4AE1F0E2EC0}"/>
                    </a:ext>
                  </a:extLst>
                </p14:cNvPr>
                <p14:cNvContentPartPr/>
                <p14:nvPr/>
              </p14:nvContentPartPr>
              <p14:xfrm>
                <a:off x="4566403" y="792741"/>
                <a:ext cx="490680" cy="161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4D8EE6B-D632-6FA2-0F97-C4AE1F0E2EC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48403" y="774741"/>
                  <a:ext cx="526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3985BC3-3A0A-E936-6867-9F2C1AFECE8F}"/>
                    </a:ext>
                  </a:extLst>
                </p14:cNvPr>
                <p14:cNvContentPartPr/>
                <p14:nvPr/>
              </p14:nvContentPartPr>
              <p14:xfrm>
                <a:off x="5244283" y="717141"/>
                <a:ext cx="176760" cy="310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3985BC3-3A0A-E936-6867-9F2C1AFECE8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26283" y="699141"/>
                  <a:ext cx="2124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0C5308-2D9D-CDA0-E6D8-7A7B0977CF91}"/>
                    </a:ext>
                  </a:extLst>
                </p14:cNvPr>
                <p14:cNvContentPartPr/>
                <p14:nvPr/>
              </p14:nvContentPartPr>
              <p14:xfrm>
                <a:off x="5459203" y="896781"/>
                <a:ext cx="235440" cy="167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0C5308-2D9D-CDA0-E6D8-7A7B0977CF9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41563" y="879141"/>
                  <a:ext cx="2710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EFEC73D-B63D-F21B-2444-6ADC175F2FB2}"/>
                    </a:ext>
                  </a:extLst>
                </p14:cNvPr>
                <p14:cNvContentPartPr/>
                <p14:nvPr/>
              </p14:nvContentPartPr>
              <p14:xfrm>
                <a:off x="4453003" y="740181"/>
                <a:ext cx="214560" cy="262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EFEC73D-B63D-F21B-2444-6ADC175F2FB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35003" y="722181"/>
                  <a:ext cx="250200" cy="29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B85976F-940A-6768-AD65-6521C92AA21E}"/>
              </a:ext>
            </a:extLst>
          </p:cNvPr>
          <p:cNvGrpSpPr/>
          <p:nvPr/>
        </p:nvGrpSpPr>
        <p:grpSpPr>
          <a:xfrm>
            <a:off x="6270283" y="444261"/>
            <a:ext cx="765720" cy="1852200"/>
            <a:chOff x="6270283" y="444261"/>
            <a:chExt cx="765720" cy="185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26E335B-EA51-ADED-4649-31C12079A795}"/>
                    </a:ext>
                  </a:extLst>
                </p14:cNvPr>
                <p14:cNvContentPartPr/>
                <p14:nvPr/>
              </p14:nvContentPartPr>
              <p14:xfrm>
                <a:off x="6270283" y="444261"/>
                <a:ext cx="456840" cy="1852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26E335B-EA51-ADED-4649-31C12079A79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52643" y="426261"/>
                  <a:ext cx="492480" cy="18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F310C0A-9E22-097E-FB3B-D6ED5C4E365D}"/>
                    </a:ext>
                  </a:extLst>
                </p14:cNvPr>
                <p14:cNvContentPartPr/>
                <p14:nvPr/>
              </p14:nvContentPartPr>
              <p14:xfrm>
                <a:off x="6825763" y="599781"/>
                <a:ext cx="210240" cy="319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F310C0A-9E22-097E-FB3B-D6ED5C4E36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07763" y="582141"/>
                  <a:ext cx="245880" cy="35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9D1E73D-7A73-3EF9-AB86-E2DA0830804C}"/>
                  </a:ext>
                </a:extLst>
              </p14:cNvPr>
              <p14:cNvContentPartPr/>
              <p14:nvPr/>
            </p14:nvContentPartPr>
            <p14:xfrm>
              <a:off x="7568803" y="565221"/>
              <a:ext cx="205920" cy="3369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9D1E73D-7A73-3EF9-AB86-E2DA0830804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551163" y="547221"/>
                <a:ext cx="24156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8AF8ED4-3DBD-0917-7342-8DCEA82D1C89}"/>
                  </a:ext>
                </a:extLst>
              </p14:cNvPr>
              <p14:cNvContentPartPr/>
              <p14:nvPr/>
            </p14:nvContentPartPr>
            <p14:xfrm>
              <a:off x="8256043" y="618501"/>
              <a:ext cx="225720" cy="316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8AF8ED4-3DBD-0917-7342-8DCEA82D1C8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238043" y="600501"/>
                <a:ext cx="26136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2FDDF7A-6132-5AE7-BE84-3D25B5AB251B}"/>
                  </a:ext>
                </a:extLst>
              </p14:cNvPr>
              <p14:cNvContentPartPr/>
              <p14:nvPr/>
            </p14:nvContentPartPr>
            <p14:xfrm>
              <a:off x="6769603" y="1193421"/>
              <a:ext cx="273240" cy="302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2FDDF7A-6132-5AE7-BE84-3D25B5AB251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751963" y="1175781"/>
                <a:ext cx="308880" cy="33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47C73D50-4566-D78E-4C75-C11BA9DC062E}"/>
              </a:ext>
            </a:extLst>
          </p:cNvPr>
          <p:cNvGrpSpPr/>
          <p:nvPr/>
        </p:nvGrpSpPr>
        <p:grpSpPr>
          <a:xfrm>
            <a:off x="7470883" y="1256421"/>
            <a:ext cx="881640" cy="227880"/>
            <a:chOff x="7470883" y="1256421"/>
            <a:chExt cx="88164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B87157A-5A95-EE10-E45F-449DFCE0130E}"/>
                    </a:ext>
                  </a:extLst>
                </p14:cNvPr>
                <p14:cNvContentPartPr/>
                <p14:nvPr/>
              </p14:nvContentPartPr>
              <p14:xfrm>
                <a:off x="7470883" y="1263621"/>
                <a:ext cx="344880" cy="220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B87157A-5A95-EE10-E45F-449DFCE013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52883" y="1245621"/>
                  <a:ext cx="380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767121A-B381-656E-F4CA-18BC0F703297}"/>
                    </a:ext>
                  </a:extLst>
                </p14:cNvPr>
                <p14:cNvContentPartPr/>
                <p14:nvPr/>
              </p14:nvContentPartPr>
              <p14:xfrm>
                <a:off x="8118163" y="1256421"/>
                <a:ext cx="234360" cy="226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767121A-B381-656E-F4CA-18BC0F70329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00163" y="1238421"/>
                  <a:ext cx="27000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2DA4562-3BBE-7AB6-8E27-C0E4E890D441}"/>
              </a:ext>
            </a:extLst>
          </p:cNvPr>
          <p:cNvGrpSpPr/>
          <p:nvPr/>
        </p:nvGrpSpPr>
        <p:grpSpPr>
          <a:xfrm>
            <a:off x="6782923" y="1812621"/>
            <a:ext cx="210600" cy="266760"/>
            <a:chOff x="6782923" y="1812621"/>
            <a:chExt cx="210600" cy="26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D4885F-232A-F7F8-1183-2DECBF4D127F}"/>
                    </a:ext>
                  </a:extLst>
                </p14:cNvPr>
                <p14:cNvContentPartPr/>
                <p14:nvPr/>
              </p14:nvContentPartPr>
              <p14:xfrm>
                <a:off x="6831163" y="1812621"/>
                <a:ext cx="162360" cy="50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D4885F-232A-F7F8-1183-2DECBF4D127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13163" y="1794981"/>
                  <a:ext cx="198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090C75A-3CFD-3FEA-3FC3-9BFCA06D2DAA}"/>
                    </a:ext>
                  </a:extLst>
                </p14:cNvPr>
                <p14:cNvContentPartPr/>
                <p14:nvPr/>
              </p14:nvContentPartPr>
              <p14:xfrm>
                <a:off x="6782923" y="1819461"/>
                <a:ext cx="194400" cy="259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090C75A-3CFD-3FEA-3FC3-9BFCA06D2DA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64923" y="1801821"/>
                  <a:ext cx="230040" cy="29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3FEE25A-2CCF-3E23-333D-CC2337328194}"/>
                  </a:ext>
                </a:extLst>
              </p14:cNvPr>
              <p14:cNvContentPartPr/>
              <p14:nvPr/>
            </p14:nvContentPartPr>
            <p14:xfrm>
              <a:off x="7592563" y="1783821"/>
              <a:ext cx="190440" cy="2455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3FEE25A-2CCF-3E23-333D-CC233732819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574923" y="1765821"/>
                <a:ext cx="22608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2049255B-B6C5-0D76-963E-C688022DBCDB}"/>
              </a:ext>
            </a:extLst>
          </p:cNvPr>
          <p:cNvGrpSpPr/>
          <p:nvPr/>
        </p:nvGrpSpPr>
        <p:grpSpPr>
          <a:xfrm>
            <a:off x="8231923" y="462981"/>
            <a:ext cx="727560" cy="1707120"/>
            <a:chOff x="8231923" y="462981"/>
            <a:chExt cx="727560" cy="170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3B5692F-4DBB-A5E7-716D-75350FD8E905}"/>
                    </a:ext>
                  </a:extLst>
                </p14:cNvPr>
                <p14:cNvContentPartPr/>
                <p14:nvPr/>
              </p14:nvContentPartPr>
              <p14:xfrm>
                <a:off x="8231923" y="1824501"/>
                <a:ext cx="21240" cy="252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3B5692F-4DBB-A5E7-716D-75350FD8E9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14283" y="1806861"/>
                  <a:ext cx="568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A863F27-2F21-075D-B3E0-A9BEE7D0DC08}"/>
                    </a:ext>
                  </a:extLst>
                </p14:cNvPr>
                <p14:cNvContentPartPr/>
                <p14:nvPr/>
              </p14:nvContentPartPr>
              <p14:xfrm>
                <a:off x="8389963" y="462981"/>
                <a:ext cx="569520" cy="1707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A863F27-2F21-075D-B3E0-A9BEE7D0DC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71963" y="444981"/>
                  <a:ext cx="605160" cy="174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E609D83-1CEA-400F-E115-3564B637422A}"/>
                  </a:ext>
                </a:extLst>
              </p14:cNvPr>
              <p14:cNvContentPartPr/>
              <p14:nvPr/>
            </p14:nvContentPartPr>
            <p14:xfrm>
              <a:off x="1923643" y="2107461"/>
              <a:ext cx="9720" cy="21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E609D83-1CEA-400F-E115-3564B637422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905643" y="2089821"/>
                <a:ext cx="453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487C7C5-CDC2-2486-D124-E8F226D49B72}"/>
                  </a:ext>
                </a:extLst>
              </p14:cNvPr>
              <p14:cNvContentPartPr/>
              <p14:nvPr/>
            </p14:nvContentPartPr>
            <p14:xfrm>
              <a:off x="5382883" y="1698861"/>
              <a:ext cx="4320" cy="25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487C7C5-CDC2-2486-D124-E8F226D49B7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364883" y="1680861"/>
                <a:ext cx="399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A9B9D41-540E-0DD1-ECDD-5904F2E9406A}"/>
                  </a:ext>
                </a:extLst>
              </p14:cNvPr>
              <p14:cNvContentPartPr/>
              <p14:nvPr/>
            </p14:nvContentPartPr>
            <p14:xfrm>
              <a:off x="1542403" y="753861"/>
              <a:ext cx="1800" cy="4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A9B9D41-540E-0DD1-ECDD-5904F2E9406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524763" y="736221"/>
                <a:ext cx="374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F39AFBF-6E43-231C-C4E4-54DA22AAE58A}"/>
                  </a:ext>
                </a:extLst>
              </p14:cNvPr>
              <p14:cNvContentPartPr/>
              <p14:nvPr/>
            </p14:nvContentPartPr>
            <p14:xfrm>
              <a:off x="1433323" y="1991541"/>
              <a:ext cx="360" cy="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F39AFBF-6E43-231C-C4E4-54DA22AAE58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415323" y="1973541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F968B3CB-FEF3-F753-B02B-95B1EA2A20EA}"/>
              </a:ext>
            </a:extLst>
          </p:cNvPr>
          <p:cNvGrpSpPr/>
          <p:nvPr/>
        </p:nvGrpSpPr>
        <p:grpSpPr>
          <a:xfrm>
            <a:off x="1299043" y="2428941"/>
            <a:ext cx="253800" cy="629640"/>
            <a:chOff x="1299043" y="2428941"/>
            <a:chExt cx="253800" cy="62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199324A-EDC6-9745-566F-F0BBE1938BC6}"/>
                    </a:ext>
                  </a:extLst>
                </p14:cNvPr>
                <p14:cNvContentPartPr/>
                <p14:nvPr/>
              </p14:nvContentPartPr>
              <p14:xfrm>
                <a:off x="1465003" y="2428941"/>
                <a:ext cx="87840" cy="531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199324A-EDC6-9745-566F-F0BBE1938BC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47363" y="2410941"/>
                  <a:ext cx="12348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90CFFEC-B0C2-4F07-DE96-A2DF12B33B5A}"/>
                    </a:ext>
                  </a:extLst>
                </p14:cNvPr>
                <p14:cNvContentPartPr/>
                <p14:nvPr/>
              </p14:nvContentPartPr>
              <p14:xfrm>
                <a:off x="1299043" y="2864541"/>
                <a:ext cx="198720" cy="194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90CFFEC-B0C2-4F07-DE96-A2DF12B33B5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281043" y="2846901"/>
                  <a:ext cx="234360" cy="22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56541AD-FB37-FEB6-0743-F7A0A79BC79F}"/>
                  </a:ext>
                </a:extLst>
              </p14:cNvPr>
              <p14:cNvContentPartPr/>
              <p14:nvPr/>
            </p14:nvContentPartPr>
            <p14:xfrm>
              <a:off x="1436563" y="2885781"/>
              <a:ext cx="232560" cy="2426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56541AD-FB37-FEB6-0743-F7A0A79BC79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418563" y="2867781"/>
                <a:ext cx="268200" cy="27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357D3195-95E8-B846-0E29-6896BFBCC687}"/>
              </a:ext>
            </a:extLst>
          </p:cNvPr>
          <p:cNvGrpSpPr/>
          <p:nvPr/>
        </p:nvGrpSpPr>
        <p:grpSpPr>
          <a:xfrm>
            <a:off x="1850646" y="2522823"/>
            <a:ext cx="926280" cy="446760"/>
            <a:chOff x="1850646" y="2522823"/>
            <a:chExt cx="92628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C79B52A-DD04-7ADB-8B5B-F17B7B12F6DF}"/>
                    </a:ext>
                  </a:extLst>
                </p14:cNvPr>
                <p14:cNvContentPartPr/>
                <p14:nvPr/>
              </p14:nvContentPartPr>
              <p14:xfrm>
                <a:off x="1850646" y="2590143"/>
                <a:ext cx="178560" cy="226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C79B52A-DD04-7ADB-8B5B-F17B7B12F6D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32646" y="2572503"/>
                  <a:ext cx="2142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E0E7EAA-74D8-5DFB-BB95-862B91E2E291}"/>
                    </a:ext>
                  </a:extLst>
                </p14:cNvPr>
                <p14:cNvContentPartPr/>
                <p14:nvPr/>
              </p14:nvContentPartPr>
              <p14:xfrm>
                <a:off x="2151246" y="2522823"/>
                <a:ext cx="194040" cy="298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E0E7EAA-74D8-5DFB-BB95-862B91E2E29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33606" y="2504823"/>
                  <a:ext cx="2296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2ACFE3C-3379-EEF2-3C16-616C69FFF6EE}"/>
                    </a:ext>
                  </a:extLst>
                </p14:cNvPr>
                <p14:cNvContentPartPr/>
                <p14:nvPr/>
              </p14:nvContentPartPr>
              <p14:xfrm>
                <a:off x="2429886" y="2770863"/>
                <a:ext cx="347040" cy="198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2ACFE3C-3379-EEF2-3C16-616C69FFF6E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11886" y="2753223"/>
                  <a:ext cx="382680" cy="23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4C1F274-B1DA-4B55-1EEF-AB100C365488}"/>
                  </a:ext>
                </a:extLst>
              </p14:cNvPr>
              <p14:cNvContentPartPr/>
              <p14:nvPr/>
            </p14:nvContentPartPr>
            <p14:xfrm>
              <a:off x="558606" y="3350103"/>
              <a:ext cx="399240" cy="15685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4C1F274-B1DA-4B55-1EEF-AB100C36548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40606" y="3332103"/>
                <a:ext cx="434880" cy="160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729A7D5-B1A2-B7B8-FF8A-21A7E1A503B9}"/>
                  </a:ext>
                </a:extLst>
              </p14:cNvPr>
              <p14:cNvContentPartPr/>
              <p14:nvPr/>
            </p14:nvContentPartPr>
            <p14:xfrm>
              <a:off x="925086" y="3521463"/>
              <a:ext cx="176760" cy="236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729A7D5-B1A2-B7B8-FF8A-21A7E1A503B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07446" y="3503463"/>
                <a:ext cx="21240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80EDC09-7432-6A58-4E07-87D3FC52A48F}"/>
                  </a:ext>
                </a:extLst>
              </p14:cNvPr>
              <p14:cNvContentPartPr/>
              <p14:nvPr/>
            </p14:nvContentPartPr>
            <p14:xfrm>
              <a:off x="1581366" y="3513543"/>
              <a:ext cx="284040" cy="217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80EDC09-7432-6A58-4E07-87D3FC52A48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563366" y="3495903"/>
                <a:ext cx="31968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994D0A4-D6C9-F4D4-F9FD-9E85E3759F5C}"/>
                  </a:ext>
                </a:extLst>
              </p14:cNvPr>
              <p14:cNvContentPartPr/>
              <p14:nvPr/>
            </p14:nvContentPartPr>
            <p14:xfrm>
              <a:off x="2301006" y="3452703"/>
              <a:ext cx="218880" cy="2786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994D0A4-D6C9-F4D4-F9FD-9E85E3759F5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283366" y="3435063"/>
                <a:ext cx="25452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71FA278-1D72-D243-9903-9435E00D9C9F}"/>
                  </a:ext>
                </a:extLst>
              </p14:cNvPr>
              <p14:cNvContentPartPr/>
              <p14:nvPr/>
            </p14:nvContentPartPr>
            <p14:xfrm>
              <a:off x="882246" y="4047063"/>
              <a:ext cx="131760" cy="2588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71FA278-1D72-D243-9903-9435E00D9C9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64246" y="4029423"/>
                <a:ext cx="16740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4B44FA5-0BF7-42DA-1DDD-2E9A9F45D028}"/>
                  </a:ext>
                </a:extLst>
              </p14:cNvPr>
              <p14:cNvContentPartPr/>
              <p14:nvPr/>
            </p14:nvContentPartPr>
            <p14:xfrm>
              <a:off x="1554366" y="4072623"/>
              <a:ext cx="151200" cy="2264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4B44FA5-0BF7-42DA-1DDD-2E9A9F45D02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536726" y="4054983"/>
                <a:ext cx="1868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F833566-7271-944F-4791-5F4CBDA20D58}"/>
                  </a:ext>
                </a:extLst>
              </p14:cNvPr>
              <p14:cNvContentPartPr/>
              <p14:nvPr/>
            </p14:nvContentPartPr>
            <p14:xfrm>
              <a:off x="1639686" y="4538823"/>
              <a:ext cx="195480" cy="2293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F833566-7271-944F-4791-5F4CBDA20D5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621686" y="4520823"/>
                <a:ext cx="231120" cy="26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7ADCC7A2-E86A-6B59-E5B3-7436CF4AE695}"/>
              </a:ext>
            </a:extLst>
          </p:cNvPr>
          <p:cNvGrpSpPr/>
          <p:nvPr/>
        </p:nvGrpSpPr>
        <p:grpSpPr>
          <a:xfrm>
            <a:off x="2390286" y="3296823"/>
            <a:ext cx="831240" cy="1585080"/>
            <a:chOff x="2390286" y="3296823"/>
            <a:chExt cx="831240" cy="158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E0E79B1-A95C-1FAC-79FA-9574DEC4C2B7}"/>
                    </a:ext>
                  </a:extLst>
                </p14:cNvPr>
                <p14:cNvContentPartPr/>
                <p14:nvPr/>
              </p14:nvContentPartPr>
              <p14:xfrm>
                <a:off x="2390286" y="3986223"/>
                <a:ext cx="49680" cy="222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E0E79B1-A95C-1FAC-79FA-9574DEC4C2B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72286" y="3968223"/>
                  <a:ext cx="853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AFCC834-6343-1BB9-A6CE-110BEF3EFC58}"/>
                    </a:ext>
                  </a:extLst>
                </p14:cNvPr>
                <p14:cNvContentPartPr/>
                <p14:nvPr/>
              </p14:nvContentPartPr>
              <p14:xfrm>
                <a:off x="2555886" y="3998463"/>
                <a:ext cx="260640" cy="186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AFCC834-6343-1BB9-A6CE-110BEF3EFC5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37886" y="3980463"/>
                  <a:ext cx="296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22ED156-D3EF-67CA-FD7F-ED7268CDFC59}"/>
                    </a:ext>
                  </a:extLst>
                </p14:cNvPr>
                <p14:cNvContentPartPr/>
                <p14:nvPr/>
              </p14:nvContentPartPr>
              <p14:xfrm>
                <a:off x="2411886" y="4505343"/>
                <a:ext cx="20520" cy="259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22ED156-D3EF-67CA-FD7F-ED7268CDFC5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94246" y="4487703"/>
                  <a:ext cx="561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7DC7452-2C3A-1C51-CB61-57C61D5F4470}"/>
                    </a:ext>
                  </a:extLst>
                </p14:cNvPr>
                <p14:cNvContentPartPr/>
                <p14:nvPr/>
              </p14:nvContentPartPr>
              <p14:xfrm>
                <a:off x="2884926" y="3296823"/>
                <a:ext cx="336600" cy="1585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7DC7452-2C3A-1C51-CB61-57C61D5F447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867286" y="3279183"/>
                  <a:ext cx="372240" cy="162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9051660-A7BC-D365-60B5-C9FED077A1BE}"/>
              </a:ext>
            </a:extLst>
          </p:cNvPr>
          <p:cNvGrpSpPr/>
          <p:nvPr/>
        </p:nvGrpSpPr>
        <p:grpSpPr>
          <a:xfrm>
            <a:off x="7088646" y="2536863"/>
            <a:ext cx="724680" cy="541440"/>
            <a:chOff x="7088646" y="2536863"/>
            <a:chExt cx="724680" cy="54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9D22444-ABF3-9CED-2FF6-A1FB2460B754}"/>
                    </a:ext>
                  </a:extLst>
                </p14:cNvPr>
                <p14:cNvContentPartPr/>
                <p14:nvPr/>
              </p14:nvContentPartPr>
              <p14:xfrm>
                <a:off x="7252446" y="2536863"/>
                <a:ext cx="52560" cy="518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9D22444-ABF3-9CED-2FF6-A1FB2460B75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34446" y="2519223"/>
                  <a:ext cx="8820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A03FD61-9A4E-7A6F-5D3F-B6E88BF1B182}"/>
                    </a:ext>
                  </a:extLst>
                </p14:cNvPr>
                <p14:cNvContentPartPr/>
                <p14:nvPr/>
              </p14:nvContentPartPr>
              <p14:xfrm>
                <a:off x="7088646" y="2996583"/>
                <a:ext cx="203760" cy="66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A03FD61-9A4E-7A6F-5D3F-B6E88BF1B18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070646" y="2978943"/>
                  <a:ext cx="2394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0E27FC6-8377-B0CE-0301-11DEB6DD968D}"/>
                    </a:ext>
                  </a:extLst>
                </p14:cNvPr>
                <p14:cNvContentPartPr/>
                <p14:nvPr/>
              </p14:nvContentPartPr>
              <p14:xfrm>
                <a:off x="7300686" y="2941503"/>
                <a:ext cx="110520" cy="136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0E27FC6-8377-B0CE-0301-11DEB6DD968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82686" y="2923503"/>
                  <a:ext cx="1461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0EB56F4-393C-94F2-9B75-AAB62E30ACE8}"/>
                    </a:ext>
                  </a:extLst>
                </p14:cNvPr>
                <p14:cNvContentPartPr/>
                <p14:nvPr/>
              </p14:nvContentPartPr>
              <p14:xfrm>
                <a:off x="7569606" y="2609223"/>
                <a:ext cx="243720" cy="270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0EB56F4-393C-94F2-9B75-AAB62E30ACE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51966" y="2591583"/>
                  <a:ext cx="27936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F8B4A15-FFF9-9C4C-7E6C-05CA47598BF5}"/>
              </a:ext>
            </a:extLst>
          </p:cNvPr>
          <p:cNvGrpSpPr/>
          <p:nvPr/>
        </p:nvGrpSpPr>
        <p:grpSpPr>
          <a:xfrm>
            <a:off x="7931406" y="2583303"/>
            <a:ext cx="389160" cy="415080"/>
            <a:chOff x="7931406" y="2583303"/>
            <a:chExt cx="38916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698CAC8-D6CC-D3B7-E5A8-ED5A340397BC}"/>
                    </a:ext>
                  </a:extLst>
                </p14:cNvPr>
                <p14:cNvContentPartPr/>
                <p14:nvPr/>
              </p14:nvContentPartPr>
              <p14:xfrm>
                <a:off x="7931406" y="2627943"/>
                <a:ext cx="120600" cy="248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698CAC8-D6CC-D3B7-E5A8-ED5A340397B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13766" y="2609943"/>
                  <a:ext cx="1562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D5F24D7-EF52-19DA-023F-852B142C4210}"/>
                    </a:ext>
                  </a:extLst>
                </p14:cNvPr>
                <p14:cNvContentPartPr/>
                <p14:nvPr/>
              </p14:nvContentPartPr>
              <p14:xfrm>
                <a:off x="7947246" y="2583303"/>
                <a:ext cx="164880" cy="271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D5F24D7-EF52-19DA-023F-852B142C421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929246" y="2565663"/>
                  <a:ext cx="2005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3884F8D-F3C8-0D45-414D-E7E5E8CBA477}"/>
                    </a:ext>
                  </a:extLst>
                </p14:cNvPr>
                <p14:cNvContentPartPr/>
                <p14:nvPr/>
              </p14:nvContentPartPr>
              <p14:xfrm>
                <a:off x="8048766" y="2771583"/>
                <a:ext cx="271800" cy="226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3884F8D-F3C8-0D45-414D-E7E5E8CBA47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030766" y="2753583"/>
                  <a:ext cx="30744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B142590-2831-4F42-5DF8-370D0FCBC44C}"/>
              </a:ext>
            </a:extLst>
          </p:cNvPr>
          <p:cNvGrpSpPr/>
          <p:nvPr/>
        </p:nvGrpSpPr>
        <p:grpSpPr>
          <a:xfrm>
            <a:off x="6106566" y="3243183"/>
            <a:ext cx="550800" cy="1582200"/>
            <a:chOff x="6106566" y="3243183"/>
            <a:chExt cx="550800" cy="158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BD029EC-D5C5-2A68-34A9-054D27615FEF}"/>
                    </a:ext>
                  </a:extLst>
                </p14:cNvPr>
                <p14:cNvContentPartPr/>
                <p14:nvPr/>
              </p14:nvContentPartPr>
              <p14:xfrm>
                <a:off x="6106566" y="3243183"/>
                <a:ext cx="271080" cy="1582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BD029EC-D5C5-2A68-34A9-054D27615FE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88566" y="3225543"/>
                  <a:ext cx="306720" cy="16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901F47B-8824-24F8-5956-2D32E851AF46}"/>
                    </a:ext>
                  </a:extLst>
                </p14:cNvPr>
                <p14:cNvContentPartPr/>
                <p14:nvPr/>
              </p14:nvContentPartPr>
              <p14:xfrm>
                <a:off x="6481326" y="3403383"/>
                <a:ext cx="176040" cy="251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901F47B-8824-24F8-5956-2D32E851AF4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463686" y="3385383"/>
                  <a:ext cx="211680" cy="28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8CA6B40-1AC8-222E-1C04-76273FC49D6E}"/>
                  </a:ext>
                </a:extLst>
              </p14:cNvPr>
              <p14:cNvContentPartPr/>
              <p14:nvPr/>
            </p14:nvContentPartPr>
            <p14:xfrm>
              <a:off x="6545046" y="3928623"/>
              <a:ext cx="163440" cy="1764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8CA6B40-1AC8-222E-1C04-76273FC49D6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527046" y="3910983"/>
                <a:ext cx="199080" cy="21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59683180-3DF5-3623-77DC-566973116DB3}"/>
              </a:ext>
            </a:extLst>
          </p:cNvPr>
          <p:cNvGrpSpPr/>
          <p:nvPr/>
        </p:nvGrpSpPr>
        <p:grpSpPr>
          <a:xfrm>
            <a:off x="6496086" y="4394823"/>
            <a:ext cx="214560" cy="221760"/>
            <a:chOff x="6496086" y="4394823"/>
            <a:chExt cx="214560" cy="22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B8D0AF7-2D54-7B36-981E-78D33A65FD26}"/>
                    </a:ext>
                  </a:extLst>
                </p14:cNvPr>
                <p14:cNvContentPartPr/>
                <p14:nvPr/>
              </p14:nvContentPartPr>
              <p14:xfrm>
                <a:off x="6496086" y="4394823"/>
                <a:ext cx="21600" cy="221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B8D0AF7-2D54-7B36-981E-78D33A65FD2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478446" y="4377183"/>
                  <a:ext cx="57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45CD18F-1AC9-70D2-4534-4625012DF086}"/>
                    </a:ext>
                  </a:extLst>
                </p14:cNvPr>
                <p14:cNvContentPartPr/>
                <p14:nvPr/>
              </p14:nvContentPartPr>
              <p14:xfrm>
                <a:off x="6601926" y="4424343"/>
                <a:ext cx="108720" cy="141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45CD18F-1AC9-70D2-4534-4625012DF08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84286" y="4406343"/>
                  <a:ext cx="14436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F6D1BD7-023F-D28D-03D3-99E96E5A8253}"/>
              </a:ext>
            </a:extLst>
          </p:cNvPr>
          <p:cNvGrpSpPr/>
          <p:nvPr/>
        </p:nvGrpSpPr>
        <p:grpSpPr>
          <a:xfrm>
            <a:off x="7022766" y="3295023"/>
            <a:ext cx="1212480" cy="1279080"/>
            <a:chOff x="7022766" y="3295023"/>
            <a:chExt cx="1212480" cy="12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6BEA951-6DEC-3BFE-DFAE-5A9B0B309856}"/>
                    </a:ext>
                  </a:extLst>
                </p14:cNvPr>
                <p14:cNvContentPartPr/>
                <p14:nvPr/>
              </p14:nvContentPartPr>
              <p14:xfrm>
                <a:off x="7022766" y="3399423"/>
                <a:ext cx="174960" cy="252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6BEA951-6DEC-3BFE-DFAE-5A9B0B30985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05126" y="3381423"/>
                  <a:ext cx="2106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1F7F58F-5265-151A-AA2A-A3A9A7461280}"/>
                    </a:ext>
                  </a:extLst>
                </p14:cNvPr>
                <p14:cNvContentPartPr/>
                <p14:nvPr/>
              </p14:nvContentPartPr>
              <p14:xfrm>
                <a:off x="7611726" y="3354063"/>
                <a:ext cx="241560" cy="269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1F7F58F-5265-151A-AA2A-A3A9A746128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94086" y="3336063"/>
                  <a:ext cx="2772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076371D-FD55-0A42-F949-B29AF3F28163}"/>
                    </a:ext>
                  </a:extLst>
                </p14:cNvPr>
                <p14:cNvContentPartPr/>
                <p14:nvPr/>
              </p14:nvContentPartPr>
              <p14:xfrm>
                <a:off x="7038246" y="3910263"/>
                <a:ext cx="211680" cy="169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076371D-FD55-0A42-F949-B29AF3F2816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20606" y="3892263"/>
                  <a:ext cx="247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E6BF1CA-77B5-E89F-BED1-40FC47E4C69D}"/>
                    </a:ext>
                  </a:extLst>
                </p14:cNvPr>
                <p14:cNvContentPartPr/>
                <p14:nvPr/>
              </p14:nvContentPartPr>
              <p14:xfrm>
                <a:off x="7545846" y="3833223"/>
                <a:ext cx="204840" cy="226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E6BF1CA-77B5-E89F-BED1-40FC47E4C69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28206" y="3815223"/>
                  <a:ext cx="2404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C262990-3338-2E8E-60DF-AF69571A92C8}"/>
                    </a:ext>
                  </a:extLst>
                </p14:cNvPr>
                <p14:cNvContentPartPr/>
                <p14:nvPr/>
              </p14:nvContentPartPr>
              <p14:xfrm>
                <a:off x="7028886" y="4363863"/>
                <a:ext cx="12600" cy="201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C262990-3338-2E8E-60DF-AF69571A92C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11246" y="4345863"/>
                  <a:ext cx="48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50B03C5-42AD-C344-F893-A7D55772BF42}"/>
                    </a:ext>
                  </a:extLst>
                </p14:cNvPr>
                <p14:cNvContentPartPr/>
                <p14:nvPr/>
              </p14:nvContentPartPr>
              <p14:xfrm>
                <a:off x="7123206" y="4378623"/>
                <a:ext cx="212400" cy="175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50B03C5-42AD-C344-F893-A7D55772BF4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05566" y="4360623"/>
                  <a:ext cx="2480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365E1F5-16F8-C0EB-B008-BF4CF03F0548}"/>
                    </a:ext>
                  </a:extLst>
                </p14:cNvPr>
                <p14:cNvContentPartPr/>
                <p14:nvPr/>
              </p14:nvContentPartPr>
              <p14:xfrm>
                <a:off x="7650606" y="4273863"/>
                <a:ext cx="187920" cy="219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365E1F5-16F8-C0EB-B008-BF4CF03F054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632606" y="4255863"/>
                  <a:ext cx="2235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5998A5D-EB35-870F-29A6-36AA9F550F18}"/>
                    </a:ext>
                  </a:extLst>
                </p14:cNvPr>
                <p14:cNvContentPartPr/>
                <p14:nvPr/>
              </p14:nvContentPartPr>
              <p14:xfrm>
                <a:off x="7918806" y="3295023"/>
                <a:ext cx="316440" cy="1279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5998A5D-EB35-870F-29A6-36AA9F550F1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900806" y="3277383"/>
                  <a:ext cx="352080" cy="131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0C8A15A-5B6D-4C98-922E-38D45B75B0CC}"/>
              </a:ext>
            </a:extLst>
          </p:cNvPr>
          <p:cNvGrpSpPr/>
          <p:nvPr/>
        </p:nvGrpSpPr>
        <p:grpSpPr>
          <a:xfrm>
            <a:off x="1323966" y="5069103"/>
            <a:ext cx="218520" cy="375840"/>
            <a:chOff x="1323966" y="5069103"/>
            <a:chExt cx="21852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451540C-AB7B-9AB2-55B7-8E76F781690F}"/>
                    </a:ext>
                  </a:extLst>
                </p14:cNvPr>
                <p14:cNvContentPartPr/>
                <p14:nvPr/>
              </p14:nvContentPartPr>
              <p14:xfrm>
                <a:off x="1489926" y="5069103"/>
                <a:ext cx="11520" cy="276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451540C-AB7B-9AB2-55B7-8E76F781690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472286" y="5051463"/>
                  <a:ext cx="471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6B205B3-A135-1A2D-7323-F28A2688B021}"/>
                    </a:ext>
                  </a:extLst>
                </p14:cNvPr>
                <p14:cNvContentPartPr/>
                <p14:nvPr/>
              </p14:nvContentPartPr>
              <p14:xfrm>
                <a:off x="1323966" y="5326503"/>
                <a:ext cx="150120" cy="76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6B205B3-A135-1A2D-7323-F28A2688B02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306326" y="5308863"/>
                  <a:ext cx="185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B702032-CC82-CA55-2BE7-926626B077B3}"/>
                    </a:ext>
                  </a:extLst>
                </p14:cNvPr>
                <p14:cNvContentPartPr/>
                <p14:nvPr/>
              </p14:nvContentPartPr>
              <p14:xfrm>
                <a:off x="1462206" y="5314623"/>
                <a:ext cx="80280" cy="130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B702032-CC82-CA55-2BE7-926626B077B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444566" y="5296623"/>
                  <a:ext cx="115920" cy="16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B99B306-1252-99D4-37BB-12AE0BA3BCCB}"/>
                  </a:ext>
                </a:extLst>
              </p14:cNvPr>
              <p14:cNvContentPartPr/>
              <p14:nvPr/>
            </p14:nvContentPartPr>
            <p14:xfrm>
              <a:off x="422886" y="5541063"/>
              <a:ext cx="298440" cy="10958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B99B306-1252-99D4-37BB-12AE0BA3BCC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04886" y="5523063"/>
                <a:ext cx="334080" cy="11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30A7509-6E8E-B268-6CC0-B2BD7C74C6A3}"/>
                  </a:ext>
                </a:extLst>
              </p14:cNvPr>
              <p14:cNvContentPartPr/>
              <p14:nvPr/>
            </p14:nvContentPartPr>
            <p14:xfrm>
              <a:off x="969726" y="3572943"/>
              <a:ext cx="1080" cy="108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30A7509-6E8E-B268-6CC0-B2BD7C74C6A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52086" y="3554943"/>
                <a:ext cx="367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5418D25D-A547-971D-BA01-BC6F5B2FE151}"/>
                  </a:ext>
                </a:extLst>
              </p14:cNvPr>
              <p14:cNvContentPartPr/>
              <p14:nvPr/>
            </p14:nvContentPartPr>
            <p14:xfrm>
              <a:off x="1775406" y="5225343"/>
              <a:ext cx="5400" cy="54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5418D25D-A547-971D-BA01-BC6F5B2FE15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757766" y="5207703"/>
                <a:ext cx="410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B0ADBC42-1959-0223-05A0-3F7EBF674FD8}"/>
                  </a:ext>
                </a:extLst>
              </p14:cNvPr>
              <p14:cNvContentPartPr/>
              <p14:nvPr/>
            </p14:nvContentPartPr>
            <p14:xfrm>
              <a:off x="2162406" y="5498943"/>
              <a:ext cx="360" cy="3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B0ADBC42-1959-0223-05A0-3F7EBF674FD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144406" y="548094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19B7326-FB1D-9579-DB85-21A809F5AA89}"/>
              </a:ext>
            </a:extLst>
          </p:cNvPr>
          <p:cNvGrpSpPr/>
          <p:nvPr/>
        </p:nvGrpSpPr>
        <p:grpSpPr>
          <a:xfrm>
            <a:off x="867486" y="4463943"/>
            <a:ext cx="201240" cy="366120"/>
            <a:chOff x="867486" y="4463943"/>
            <a:chExt cx="20124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B9CE22E-B012-A8C2-FD7B-55802DD39AE4}"/>
                    </a:ext>
                  </a:extLst>
                </p14:cNvPr>
                <p14:cNvContentPartPr/>
                <p14:nvPr/>
              </p14:nvContentPartPr>
              <p14:xfrm>
                <a:off x="915366" y="4546023"/>
                <a:ext cx="141480" cy="55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B9CE22E-B012-A8C2-FD7B-55802DD39AE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97726" y="4528023"/>
                  <a:ext cx="177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DC0B871-5862-C1C1-3B5A-54B712EDAB0D}"/>
                    </a:ext>
                  </a:extLst>
                </p14:cNvPr>
                <p14:cNvContentPartPr/>
                <p14:nvPr/>
              </p14:nvContentPartPr>
              <p14:xfrm>
                <a:off x="928686" y="4560783"/>
                <a:ext cx="140040" cy="269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DC0B871-5862-C1C1-3B5A-54B712EDAB0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1046" y="4543143"/>
                  <a:ext cx="1756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476A5A5-2E7E-B1D9-2E6B-9ECEFBC198AB}"/>
                    </a:ext>
                  </a:extLst>
                </p14:cNvPr>
                <p14:cNvContentPartPr/>
                <p14:nvPr/>
              </p14:nvContentPartPr>
              <p14:xfrm>
                <a:off x="867486" y="4463943"/>
                <a:ext cx="3960" cy="3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476A5A5-2E7E-B1D9-2E6B-9ECEFBC198A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49486" y="4445943"/>
                  <a:ext cx="396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42C23673-933E-74FD-2BF8-D3D9C95988A1}"/>
                  </a:ext>
                </a:extLst>
              </p14:cNvPr>
              <p14:cNvContentPartPr/>
              <p14:nvPr/>
            </p14:nvContentPartPr>
            <p14:xfrm>
              <a:off x="2571726" y="3824943"/>
              <a:ext cx="10800" cy="86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42C23673-933E-74FD-2BF8-D3D9C95988A1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554086" y="3807303"/>
                <a:ext cx="4644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FD32ECB4-6CA2-7F51-D4F7-92B528F2F87F}"/>
              </a:ext>
            </a:extLst>
          </p:cNvPr>
          <p:cNvGrpSpPr/>
          <p:nvPr/>
        </p:nvGrpSpPr>
        <p:grpSpPr>
          <a:xfrm>
            <a:off x="1732926" y="5040303"/>
            <a:ext cx="2137320" cy="478440"/>
            <a:chOff x="1732926" y="5040303"/>
            <a:chExt cx="2137320" cy="47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C2B222D-0201-D2CE-F146-67B516EF5172}"/>
                    </a:ext>
                  </a:extLst>
                </p14:cNvPr>
                <p14:cNvContentPartPr/>
                <p14:nvPr/>
              </p14:nvContentPartPr>
              <p14:xfrm>
                <a:off x="1988886" y="5512983"/>
                <a:ext cx="8280" cy="5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C2B222D-0201-D2CE-F146-67B516EF517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971246" y="5494983"/>
                  <a:ext cx="43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5551A8D-9483-594E-CEDD-DAD71D9F7D54}"/>
                    </a:ext>
                  </a:extLst>
                </p14:cNvPr>
                <p14:cNvContentPartPr/>
                <p14:nvPr/>
              </p14:nvContentPartPr>
              <p14:xfrm>
                <a:off x="2038926" y="5374383"/>
                <a:ext cx="360" cy="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5551A8D-9483-594E-CEDD-DAD71D9F7D5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21286" y="53563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4681102-CF2E-0039-36BD-3681E650219F}"/>
                    </a:ext>
                  </a:extLst>
                </p14:cNvPr>
                <p14:cNvContentPartPr/>
                <p14:nvPr/>
              </p14:nvContentPartPr>
              <p14:xfrm>
                <a:off x="2114886" y="5372583"/>
                <a:ext cx="360" cy="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4681102-CF2E-0039-36BD-3681E650219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96886" y="53545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1EACF3D-1B22-3BC8-0FD2-F70D5A7A0175}"/>
                    </a:ext>
                  </a:extLst>
                </p14:cNvPr>
                <p14:cNvContentPartPr/>
                <p14:nvPr/>
              </p14:nvContentPartPr>
              <p14:xfrm>
                <a:off x="1732926" y="5044623"/>
                <a:ext cx="187920" cy="281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1EACF3D-1B22-3BC8-0FD2-F70D5A7A017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15286" y="5026623"/>
                  <a:ext cx="2235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B8DD5A6-4CEF-0DDD-13D5-F487B72E69D6}"/>
                    </a:ext>
                  </a:extLst>
                </p14:cNvPr>
                <p14:cNvContentPartPr/>
                <p14:nvPr/>
              </p14:nvContentPartPr>
              <p14:xfrm>
                <a:off x="2005086" y="5224263"/>
                <a:ext cx="21960" cy="163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B8DD5A6-4CEF-0DDD-13D5-F487B72E69D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87446" y="5206263"/>
                  <a:ext cx="57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B0A8D08-92B3-3C2D-3B9A-DECCDC04636A}"/>
                    </a:ext>
                  </a:extLst>
                </p14:cNvPr>
                <p14:cNvContentPartPr/>
                <p14:nvPr/>
              </p14:nvContentPartPr>
              <p14:xfrm>
                <a:off x="2187966" y="5161623"/>
                <a:ext cx="176760" cy="152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B0A8D08-92B3-3C2D-3B9A-DECCDC04636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169966" y="5143623"/>
                  <a:ext cx="212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3E47DF-F24D-EE38-0542-3C38418C7B15}"/>
                    </a:ext>
                  </a:extLst>
                </p14:cNvPr>
                <p14:cNvContentPartPr/>
                <p14:nvPr/>
              </p14:nvContentPartPr>
              <p14:xfrm>
                <a:off x="2506206" y="5061183"/>
                <a:ext cx="170280" cy="250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3E47DF-F24D-EE38-0542-3C38418C7B1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488206" y="5043543"/>
                  <a:ext cx="2059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CF57015-1650-854B-2BB6-14BF02251AEC}"/>
                    </a:ext>
                  </a:extLst>
                </p14:cNvPr>
                <p14:cNvContentPartPr/>
                <p14:nvPr/>
              </p14:nvContentPartPr>
              <p14:xfrm>
                <a:off x="2798526" y="5229663"/>
                <a:ext cx="6480" cy="1364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CF57015-1650-854B-2BB6-14BF02251AE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780526" y="5212023"/>
                  <a:ext cx="421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45ECD6C-3E28-3BBB-9FFA-3415E94AB44B}"/>
                    </a:ext>
                  </a:extLst>
                </p14:cNvPr>
                <p14:cNvContentPartPr/>
                <p14:nvPr/>
              </p14:nvContentPartPr>
              <p14:xfrm>
                <a:off x="2928846" y="5227143"/>
                <a:ext cx="154440" cy="586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45ECD6C-3E28-3BBB-9FFA-3415E94AB44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11206" y="5209143"/>
                  <a:ext cx="190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73E9B71-FA6F-CBBF-629D-0E24D5C14A01}"/>
                    </a:ext>
                  </a:extLst>
                </p14:cNvPr>
                <p14:cNvContentPartPr/>
                <p14:nvPr/>
              </p14:nvContentPartPr>
              <p14:xfrm>
                <a:off x="3024606" y="5149383"/>
                <a:ext cx="37080" cy="147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73E9B71-FA6F-CBBF-629D-0E24D5C14A0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06606" y="5131383"/>
                  <a:ext cx="727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FE0C579-AA0B-960E-9436-705A4417A7A3}"/>
                    </a:ext>
                  </a:extLst>
                </p14:cNvPr>
                <p14:cNvContentPartPr/>
                <p14:nvPr/>
              </p14:nvContentPartPr>
              <p14:xfrm>
                <a:off x="3182286" y="5129943"/>
                <a:ext cx="190800" cy="156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FE0C579-AA0B-960E-9436-705A4417A7A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164286" y="5112303"/>
                  <a:ext cx="226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8664A32-E2DE-FFF0-2867-BFE5BA89F69A}"/>
                    </a:ext>
                  </a:extLst>
                </p14:cNvPr>
                <p14:cNvContentPartPr/>
                <p14:nvPr/>
              </p14:nvContentPartPr>
              <p14:xfrm>
                <a:off x="3449766" y="5040303"/>
                <a:ext cx="162360" cy="249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8664A32-E2DE-FFF0-2867-BFE5BA89F69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32126" y="5022303"/>
                  <a:ext cx="1980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60AB33E-E8E9-67EB-4BE8-D03F0EA603F4}"/>
                    </a:ext>
                  </a:extLst>
                </p14:cNvPr>
                <p14:cNvContentPartPr/>
                <p14:nvPr/>
              </p14:nvContentPartPr>
              <p14:xfrm>
                <a:off x="3664326" y="5225703"/>
                <a:ext cx="205920" cy="124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60AB33E-E8E9-67EB-4BE8-D03F0EA603F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646326" y="5207703"/>
                  <a:ext cx="24156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C3C4150-DB38-7269-673B-057A8783FEB1}"/>
              </a:ext>
            </a:extLst>
          </p:cNvPr>
          <p:cNvGrpSpPr/>
          <p:nvPr/>
        </p:nvGrpSpPr>
        <p:grpSpPr>
          <a:xfrm>
            <a:off x="660846" y="5665623"/>
            <a:ext cx="265320" cy="207720"/>
            <a:chOff x="660846" y="5665623"/>
            <a:chExt cx="265320" cy="20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D17033B-BDD8-70AB-802D-7BD06CE6D88D}"/>
                    </a:ext>
                  </a:extLst>
                </p14:cNvPr>
                <p14:cNvContentPartPr/>
                <p14:nvPr/>
              </p14:nvContentPartPr>
              <p14:xfrm>
                <a:off x="660846" y="5672463"/>
                <a:ext cx="19800" cy="140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D17033B-BDD8-70AB-802D-7BD06CE6D88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42846" y="5654823"/>
                  <a:ext cx="554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7AAF2E4-1399-DA07-9A15-2534F494270F}"/>
                    </a:ext>
                  </a:extLst>
                </p14:cNvPr>
                <p14:cNvContentPartPr/>
                <p14:nvPr/>
              </p14:nvContentPartPr>
              <p14:xfrm>
                <a:off x="739686" y="5665623"/>
                <a:ext cx="186480" cy="207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7AAF2E4-1399-DA07-9A15-2534F494270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21686" y="5647983"/>
                  <a:ext cx="22212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DF7CBED-C88E-F1E5-E740-5CD796867872}"/>
              </a:ext>
            </a:extLst>
          </p:cNvPr>
          <p:cNvGrpSpPr/>
          <p:nvPr/>
        </p:nvGrpSpPr>
        <p:grpSpPr>
          <a:xfrm>
            <a:off x="1487406" y="5599383"/>
            <a:ext cx="374400" cy="240480"/>
            <a:chOff x="1487406" y="5599383"/>
            <a:chExt cx="37440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F363784-DFE4-B4CC-6A8D-45F4560E8C2A}"/>
                    </a:ext>
                  </a:extLst>
                </p14:cNvPr>
                <p14:cNvContentPartPr/>
                <p14:nvPr/>
              </p14:nvContentPartPr>
              <p14:xfrm>
                <a:off x="1487406" y="5654823"/>
                <a:ext cx="25560" cy="156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F363784-DFE4-B4CC-6A8D-45F4560E8C2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469406" y="5637183"/>
                  <a:ext cx="612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781188B-CE14-C8E7-8695-16B0927077CA}"/>
                    </a:ext>
                  </a:extLst>
                </p14:cNvPr>
                <p14:cNvContentPartPr/>
                <p14:nvPr/>
              </p14:nvContentPartPr>
              <p14:xfrm>
                <a:off x="1678926" y="5599383"/>
                <a:ext cx="182880" cy="2404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781188B-CE14-C8E7-8695-16B0927077C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660926" y="5581743"/>
                  <a:ext cx="21852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C3EEF95D-E54F-3894-47F1-39836CDAD6CC}"/>
              </a:ext>
            </a:extLst>
          </p:cNvPr>
          <p:cNvGrpSpPr/>
          <p:nvPr/>
        </p:nvGrpSpPr>
        <p:grpSpPr>
          <a:xfrm>
            <a:off x="2427726" y="5578863"/>
            <a:ext cx="387720" cy="225000"/>
            <a:chOff x="2427726" y="5578863"/>
            <a:chExt cx="38772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659313A-3C61-D877-AA04-46489E86096E}"/>
                    </a:ext>
                  </a:extLst>
                </p14:cNvPr>
                <p14:cNvContentPartPr/>
                <p14:nvPr/>
              </p14:nvContentPartPr>
              <p14:xfrm>
                <a:off x="2427726" y="5601183"/>
                <a:ext cx="174240" cy="202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659313A-3C61-D877-AA04-46489E86096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410086" y="5583543"/>
                  <a:ext cx="2098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1EB69FF-B176-CEF5-B909-46B4D0E74B87}"/>
                    </a:ext>
                  </a:extLst>
                </p14:cNvPr>
                <p14:cNvContentPartPr/>
                <p14:nvPr/>
              </p14:nvContentPartPr>
              <p14:xfrm>
                <a:off x="2648046" y="5578863"/>
                <a:ext cx="167400" cy="208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1EB69FF-B176-CEF5-B909-46B4D0E74B8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30046" y="5560863"/>
                  <a:ext cx="20304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10FBDD73-6ED1-C084-E09E-870327E8AFE9}"/>
                  </a:ext>
                </a:extLst>
              </p14:cNvPr>
              <p14:cNvContentPartPr/>
              <p14:nvPr/>
            </p14:nvContentPartPr>
            <p14:xfrm>
              <a:off x="669126" y="6027783"/>
              <a:ext cx="113400" cy="2098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10FBDD73-6ED1-C084-E09E-870327E8AFE9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51126" y="6009783"/>
                <a:ext cx="1490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DE8DBD43-1E3F-1F69-E08D-2DD5A8623A5D}"/>
                  </a:ext>
                </a:extLst>
              </p14:cNvPr>
              <p14:cNvContentPartPr/>
              <p14:nvPr/>
            </p14:nvContentPartPr>
            <p14:xfrm>
              <a:off x="1539606" y="6023463"/>
              <a:ext cx="144000" cy="1674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DE8DBD43-1E3F-1F69-E08D-2DD5A8623A5D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521606" y="6005823"/>
                <a:ext cx="179640" cy="20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BB9D672-F9B0-19EB-F776-7E2F108EC057}"/>
              </a:ext>
            </a:extLst>
          </p:cNvPr>
          <p:cNvGrpSpPr/>
          <p:nvPr/>
        </p:nvGrpSpPr>
        <p:grpSpPr>
          <a:xfrm>
            <a:off x="2413326" y="6007983"/>
            <a:ext cx="426960" cy="184320"/>
            <a:chOff x="2413326" y="6007983"/>
            <a:chExt cx="426960" cy="1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27F774E-CDCA-FEC6-5C7D-23DDF9422938}"/>
                    </a:ext>
                  </a:extLst>
                </p14:cNvPr>
                <p14:cNvContentPartPr/>
                <p14:nvPr/>
              </p14:nvContentPartPr>
              <p14:xfrm>
                <a:off x="2413326" y="6007983"/>
                <a:ext cx="35640" cy="166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27F774E-CDCA-FEC6-5C7D-23DDF942293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95686" y="5989983"/>
                  <a:ext cx="712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48D15FD-81B2-0823-4202-0C94A0059262}"/>
                    </a:ext>
                  </a:extLst>
                </p14:cNvPr>
                <p14:cNvContentPartPr/>
                <p14:nvPr/>
              </p14:nvContentPartPr>
              <p14:xfrm>
                <a:off x="2542566" y="6024903"/>
                <a:ext cx="297720" cy="167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48D15FD-81B2-0823-4202-0C94A005926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524566" y="6006903"/>
                  <a:ext cx="33336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2C5400CF-EE5B-6242-075A-9F876922F6ED}"/>
              </a:ext>
            </a:extLst>
          </p:cNvPr>
          <p:cNvGrpSpPr/>
          <p:nvPr/>
        </p:nvGrpSpPr>
        <p:grpSpPr>
          <a:xfrm>
            <a:off x="666966" y="6391743"/>
            <a:ext cx="140400" cy="240120"/>
            <a:chOff x="666966" y="6391743"/>
            <a:chExt cx="14040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A63E6C2-EA37-4F36-C1C2-B22106FBB80B}"/>
                    </a:ext>
                  </a:extLst>
                </p14:cNvPr>
                <p14:cNvContentPartPr/>
                <p14:nvPr/>
              </p14:nvContentPartPr>
              <p14:xfrm>
                <a:off x="695046" y="6391743"/>
                <a:ext cx="112320" cy="327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A63E6C2-EA37-4F36-C1C2-B22106FBB80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77406" y="6374103"/>
                  <a:ext cx="1479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7CBD3F0-89B4-96D7-C19D-647C58550E75}"/>
                    </a:ext>
                  </a:extLst>
                </p14:cNvPr>
                <p14:cNvContentPartPr/>
                <p14:nvPr/>
              </p14:nvContentPartPr>
              <p14:xfrm>
                <a:off x="666966" y="6423423"/>
                <a:ext cx="130320" cy="208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7CBD3F0-89B4-96D7-C19D-647C58550E7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48966" y="6405783"/>
                  <a:ext cx="16596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6B181AAB-88A2-B59C-6502-1E6FBB0F885E}"/>
                  </a:ext>
                </a:extLst>
              </p14:cNvPr>
              <p14:cNvContentPartPr/>
              <p14:nvPr/>
            </p14:nvContentPartPr>
            <p14:xfrm>
              <a:off x="1505046" y="6396423"/>
              <a:ext cx="147600" cy="1814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6B181AAB-88A2-B59C-6502-1E6FBB0F885E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487046" y="6378783"/>
                <a:ext cx="18324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E26798F8-9C21-1524-2D6F-AB6F79DB5E9B}"/>
                  </a:ext>
                </a:extLst>
              </p14:cNvPr>
              <p14:cNvContentPartPr/>
              <p14:nvPr/>
            </p14:nvContentPartPr>
            <p14:xfrm>
              <a:off x="2414406" y="6388143"/>
              <a:ext cx="42480" cy="2016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E26798F8-9C21-1524-2D6F-AB6F79DB5E9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396766" y="6370143"/>
                <a:ext cx="781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DE8870A-4FCA-4EC4-6AF3-A213AD853715}"/>
                  </a:ext>
                </a:extLst>
              </p14:cNvPr>
              <p14:cNvContentPartPr/>
              <p14:nvPr/>
            </p14:nvContentPartPr>
            <p14:xfrm>
              <a:off x="2824446" y="5563023"/>
              <a:ext cx="433800" cy="12344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DE8870A-4FCA-4EC4-6AF3-A213AD85371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806806" y="5545023"/>
                <a:ext cx="469440" cy="127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4D99973D-5089-AE7F-101F-BF5CE0C70B4F}"/>
              </a:ext>
            </a:extLst>
          </p:cNvPr>
          <p:cNvGrpSpPr/>
          <p:nvPr/>
        </p:nvGrpSpPr>
        <p:grpSpPr>
          <a:xfrm>
            <a:off x="7314726" y="4752663"/>
            <a:ext cx="285480" cy="404280"/>
            <a:chOff x="7314726" y="4752663"/>
            <a:chExt cx="285480" cy="40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C965314-CAF4-E358-1AC1-3F9931A9F02A}"/>
                    </a:ext>
                  </a:extLst>
                </p14:cNvPr>
                <p14:cNvContentPartPr/>
                <p14:nvPr/>
              </p14:nvContentPartPr>
              <p14:xfrm>
                <a:off x="7469526" y="4805223"/>
                <a:ext cx="34200" cy="1861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C965314-CAF4-E358-1AC1-3F9931A9F02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451886" y="4787583"/>
                  <a:ext cx="698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44C0A4C-0F8F-4F87-2AF3-5DE58E278A61}"/>
                    </a:ext>
                  </a:extLst>
                </p14:cNvPr>
                <p14:cNvContentPartPr/>
                <p14:nvPr/>
              </p14:nvContentPartPr>
              <p14:xfrm>
                <a:off x="7360806" y="4968303"/>
                <a:ext cx="143640" cy="277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44C0A4C-0F8F-4F87-2AF3-5DE58E278A6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342806" y="4950663"/>
                  <a:ext cx="1792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1F5AC3D-3440-BF10-409D-16CF74122DC3}"/>
                    </a:ext>
                  </a:extLst>
                </p14:cNvPr>
                <p14:cNvContentPartPr/>
                <p14:nvPr/>
              </p14:nvContentPartPr>
              <p14:xfrm>
                <a:off x="7537926" y="4893423"/>
                <a:ext cx="62280" cy="73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1F5AC3D-3440-BF10-409D-16CF74122D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520286" y="4875783"/>
                  <a:ext cx="979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5A52682-7281-0308-319A-3DDD83E366AF}"/>
                    </a:ext>
                  </a:extLst>
                </p14:cNvPr>
                <p14:cNvContentPartPr/>
                <p14:nvPr/>
              </p14:nvContentPartPr>
              <p14:xfrm>
                <a:off x="7434966" y="4752663"/>
                <a:ext cx="23040" cy="358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5A52682-7281-0308-319A-3DDD83E366A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416966" y="4735023"/>
                  <a:ext cx="586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AE8C534-05FC-FE7E-1627-E121D88AADE7}"/>
                    </a:ext>
                  </a:extLst>
                </p14:cNvPr>
                <p14:cNvContentPartPr/>
                <p14:nvPr/>
              </p14:nvContentPartPr>
              <p14:xfrm>
                <a:off x="7314726" y="5001423"/>
                <a:ext cx="267480" cy="1555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AE8C534-05FC-FE7E-1627-E121D88AADE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296726" y="4983783"/>
                  <a:ext cx="30312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18688F0-B208-3C09-585B-E9ACA8BE873B}"/>
              </a:ext>
            </a:extLst>
          </p:cNvPr>
          <p:cNvGrpSpPr/>
          <p:nvPr/>
        </p:nvGrpSpPr>
        <p:grpSpPr>
          <a:xfrm>
            <a:off x="7958046" y="4834383"/>
            <a:ext cx="643320" cy="342360"/>
            <a:chOff x="7958046" y="4834383"/>
            <a:chExt cx="64332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C960B0F-1569-FA25-6D30-45150913F814}"/>
                    </a:ext>
                  </a:extLst>
                </p14:cNvPr>
                <p14:cNvContentPartPr/>
                <p14:nvPr/>
              </p14:nvContentPartPr>
              <p14:xfrm>
                <a:off x="7958046" y="4834383"/>
                <a:ext cx="154080" cy="2354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C960B0F-1569-FA25-6D30-45150913F81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940406" y="4816743"/>
                  <a:ext cx="1897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C6809CF-8FAD-B8C3-2274-A8C80943B0B7}"/>
                    </a:ext>
                  </a:extLst>
                </p14:cNvPr>
                <p14:cNvContentPartPr/>
                <p14:nvPr/>
              </p14:nvContentPartPr>
              <p14:xfrm>
                <a:off x="8109606" y="5028783"/>
                <a:ext cx="199800" cy="147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C6809CF-8FAD-B8C3-2274-A8C80943B0B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091966" y="5011143"/>
                  <a:ext cx="235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D596379-C91F-519F-15A0-033C6DA3C843}"/>
                    </a:ext>
                  </a:extLst>
                </p14:cNvPr>
                <p14:cNvContentPartPr/>
                <p14:nvPr/>
              </p14:nvContentPartPr>
              <p14:xfrm>
                <a:off x="8405886" y="4863183"/>
                <a:ext cx="195480" cy="1634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D596379-C91F-519F-15A0-033C6DA3C84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387886" y="4845543"/>
                  <a:ext cx="23112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48AF8649-3232-4142-E207-6CF5C3E3815B}"/>
              </a:ext>
            </a:extLst>
          </p:cNvPr>
          <p:cNvGrpSpPr/>
          <p:nvPr/>
        </p:nvGrpSpPr>
        <p:grpSpPr>
          <a:xfrm>
            <a:off x="8899446" y="4690023"/>
            <a:ext cx="1485000" cy="439560"/>
            <a:chOff x="8899446" y="4690023"/>
            <a:chExt cx="1485000" cy="43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6A77D5D-CB17-ED76-8373-FA5918690FF1}"/>
                    </a:ext>
                  </a:extLst>
                </p14:cNvPr>
                <p14:cNvContentPartPr/>
                <p14:nvPr/>
              </p14:nvContentPartPr>
              <p14:xfrm>
                <a:off x="8899446" y="4750143"/>
                <a:ext cx="203400" cy="3009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6A77D5D-CB17-ED76-8373-FA5918690FF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81806" y="4732503"/>
                  <a:ext cx="2390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BC0E340-8667-A6D7-EDA4-59770F10A820}"/>
                    </a:ext>
                  </a:extLst>
                </p14:cNvPr>
                <p14:cNvContentPartPr/>
                <p14:nvPr/>
              </p14:nvContentPartPr>
              <p14:xfrm>
                <a:off x="9116526" y="4987743"/>
                <a:ext cx="195840" cy="137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BC0E340-8667-A6D7-EDA4-59770F10A82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098886" y="4969743"/>
                  <a:ext cx="231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DDC3394-1550-D6FE-DED2-17971DD2C416}"/>
                    </a:ext>
                  </a:extLst>
                </p14:cNvPr>
                <p14:cNvContentPartPr/>
                <p14:nvPr/>
              </p14:nvContentPartPr>
              <p14:xfrm>
                <a:off x="9451686" y="4875783"/>
                <a:ext cx="159120" cy="468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DDC3394-1550-D6FE-DED2-17971DD2C41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434046" y="4857783"/>
                  <a:ext cx="1947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BDFFC4D-6240-B260-B27E-7A20B197CEE4}"/>
                    </a:ext>
                  </a:extLst>
                </p14:cNvPr>
                <p14:cNvContentPartPr/>
                <p14:nvPr/>
              </p14:nvContentPartPr>
              <p14:xfrm>
                <a:off x="9541686" y="4786863"/>
                <a:ext cx="37080" cy="234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BDFFC4D-6240-B260-B27E-7A20B197CEE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523686" y="4768863"/>
                  <a:ext cx="727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0BB091C-927C-C518-ECF7-14C4CAE218B7}"/>
                    </a:ext>
                  </a:extLst>
                </p14:cNvPr>
                <p14:cNvContentPartPr/>
                <p14:nvPr/>
              </p14:nvContentPartPr>
              <p14:xfrm>
                <a:off x="9755886" y="4704423"/>
                <a:ext cx="236880" cy="276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0BB091C-927C-C518-ECF7-14C4CAE218B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737886" y="4686423"/>
                  <a:ext cx="2725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EC1D134-6055-8A68-3FDF-B0C0361822CB}"/>
                    </a:ext>
                  </a:extLst>
                </p14:cNvPr>
                <p14:cNvContentPartPr/>
                <p14:nvPr/>
              </p14:nvContentPartPr>
              <p14:xfrm>
                <a:off x="10076286" y="4690023"/>
                <a:ext cx="229680" cy="312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EC1D134-6055-8A68-3FDF-B0C0361822C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058646" y="4672383"/>
                  <a:ext cx="2653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C60CA05-4158-DB22-A2B4-A9E823536DE9}"/>
                    </a:ext>
                  </a:extLst>
                </p14:cNvPr>
                <p14:cNvContentPartPr/>
                <p14:nvPr/>
              </p14:nvContentPartPr>
              <p14:xfrm>
                <a:off x="10347006" y="4921863"/>
                <a:ext cx="37440" cy="2077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C60CA05-4158-DB22-A2B4-A9E823536DE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329366" y="4903863"/>
                  <a:ext cx="73080" cy="24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E8C8C12F-3D4B-1114-1207-A73031414525}"/>
                  </a:ext>
                </a:extLst>
              </p14:cNvPr>
              <p14:cNvContentPartPr/>
              <p14:nvPr/>
            </p14:nvContentPartPr>
            <p14:xfrm>
              <a:off x="5964006" y="5389143"/>
              <a:ext cx="395280" cy="13784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E8C8C12F-3D4B-1114-1207-A73031414525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5946006" y="5371143"/>
                <a:ext cx="430920" cy="14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B6A4B263-DFCD-77C4-3FE1-6C512077EC71}"/>
                  </a:ext>
                </a:extLst>
              </p14:cNvPr>
              <p14:cNvContentPartPr/>
              <p14:nvPr/>
            </p14:nvContentPartPr>
            <p14:xfrm>
              <a:off x="6195846" y="5551863"/>
              <a:ext cx="203040" cy="2188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B6A4B263-DFCD-77C4-3FE1-6C512077EC71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178206" y="5534223"/>
                <a:ext cx="2386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0473D62F-CCC6-BD91-C523-F57A493764ED}"/>
                  </a:ext>
                </a:extLst>
              </p14:cNvPr>
              <p14:cNvContentPartPr/>
              <p14:nvPr/>
            </p14:nvContentPartPr>
            <p14:xfrm>
              <a:off x="6906846" y="5498223"/>
              <a:ext cx="126000" cy="28044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0473D62F-CCC6-BD91-C523-F57A493764E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6889206" y="5480583"/>
                <a:ext cx="16164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A99FD03A-736E-3BB2-A2C9-8113AC46C818}"/>
                  </a:ext>
                </a:extLst>
              </p14:cNvPr>
              <p14:cNvContentPartPr/>
              <p14:nvPr/>
            </p14:nvContentPartPr>
            <p14:xfrm>
              <a:off x="7364046" y="5521983"/>
              <a:ext cx="170280" cy="2361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A99FD03A-736E-3BB2-A2C9-8113AC46C818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7346406" y="5503983"/>
                <a:ext cx="20592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659E765A-4B90-8213-54CF-3A029FD85FF4}"/>
                  </a:ext>
                </a:extLst>
              </p14:cNvPr>
              <p14:cNvContentPartPr/>
              <p14:nvPr/>
            </p14:nvContentPartPr>
            <p14:xfrm>
              <a:off x="6176766" y="5997183"/>
              <a:ext cx="98640" cy="22068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659E765A-4B90-8213-54CF-3A029FD85FF4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6159126" y="5979543"/>
                <a:ext cx="134280" cy="25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4664981-80EE-8488-7240-75F399FAECD1}"/>
              </a:ext>
            </a:extLst>
          </p:cNvPr>
          <p:cNvGrpSpPr/>
          <p:nvPr/>
        </p:nvGrpSpPr>
        <p:grpSpPr>
          <a:xfrm>
            <a:off x="6731886" y="6016983"/>
            <a:ext cx="259920" cy="210240"/>
            <a:chOff x="6731886" y="6016983"/>
            <a:chExt cx="25992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4119F97-E5C7-6E19-BCF8-3D9F2322AF98}"/>
                    </a:ext>
                  </a:extLst>
                </p14:cNvPr>
                <p14:cNvContentPartPr/>
                <p14:nvPr/>
              </p14:nvContentPartPr>
              <p14:xfrm>
                <a:off x="6731886" y="6016983"/>
                <a:ext cx="48600" cy="2102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4119F97-E5C7-6E19-BCF8-3D9F2322AF9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713886" y="5999343"/>
                  <a:ext cx="842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55FF8F9-03D6-1B5A-2783-3A04ACE14A06}"/>
                    </a:ext>
                  </a:extLst>
                </p14:cNvPr>
                <p14:cNvContentPartPr/>
                <p14:nvPr/>
              </p14:nvContentPartPr>
              <p14:xfrm>
                <a:off x="6881286" y="6043263"/>
                <a:ext cx="110520" cy="1296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55FF8F9-03D6-1B5A-2783-3A04ACE14A0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863286" y="6025263"/>
                  <a:ext cx="14616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04E3135B-895E-3D4C-5407-28E46E1D8D5D}"/>
              </a:ext>
            </a:extLst>
          </p:cNvPr>
          <p:cNvGrpSpPr/>
          <p:nvPr/>
        </p:nvGrpSpPr>
        <p:grpSpPr>
          <a:xfrm>
            <a:off x="6089286" y="6465183"/>
            <a:ext cx="206280" cy="193680"/>
            <a:chOff x="6089286" y="6465183"/>
            <a:chExt cx="20628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A8A511B-E207-2B62-3031-81A77BF551E6}"/>
                    </a:ext>
                  </a:extLst>
                </p14:cNvPr>
                <p14:cNvContentPartPr/>
                <p14:nvPr/>
              </p14:nvContentPartPr>
              <p14:xfrm>
                <a:off x="6089286" y="6465183"/>
                <a:ext cx="26280" cy="174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A8A511B-E207-2B62-3031-81A77BF551E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071646" y="6447543"/>
                  <a:ext cx="619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A7174A8-337B-7B70-0B1F-A0EFA34F866F}"/>
                    </a:ext>
                  </a:extLst>
                </p14:cNvPr>
                <p14:cNvContentPartPr/>
                <p14:nvPr/>
              </p14:nvContentPartPr>
              <p14:xfrm>
                <a:off x="6156966" y="6527463"/>
                <a:ext cx="138600" cy="131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A7174A8-337B-7B70-0B1F-A0EFA34F866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138966" y="6509463"/>
                  <a:ext cx="17424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86C85825-2DAA-7C8E-C18D-63579EF40B91}"/>
              </a:ext>
            </a:extLst>
          </p:cNvPr>
          <p:cNvGrpSpPr/>
          <p:nvPr/>
        </p:nvGrpSpPr>
        <p:grpSpPr>
          <a:xfrm>
            <a:off x="6684366" y="6481383"/>
            <a:ext cx="272160" cy="197640"/>
            <a:chOff x="6684366" y="6481383"/>
            <a:chExt cx="27216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CAAF1F5-3965-18D0-6A0B-1EBC1DB745A6}"/>
                    </a:ext>
                  </a:extLst>
                </p14:cNvPr>
                <p14:cNvContentPartPr/>
                <p14:nvPr/>
              </p14:nvContentPartPr>
              <p14:xfrm>
                <a:off x="6684366" y="6481383"/>
                <a:ext cx="34920" cy="187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CAAF1F5-3965-18D0-6A0B-1EBC1DB745A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666366" y="6463383"/>
                  <a:ext cx="70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414AC84-5E22-41A5-48F3-3E2F71801C7D}"/>
                    </a:ext>
                  </a:extLst>
                </p14:cNvPr>
                <p14:cNvContentPartPr/>
                <p14:nvPr/>
              </p14:nvContentPartPr>
              <p14:xfrm>
                <a:off x="6768246" y="6514143"/>
                <a:ext cx="188280" cy="1648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414AC84-5E22-41A5-48F3-3E2F71801C7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750606" y="6496503"/>
                  <a:ext cx="22392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10CC4063-C0D9-980B-4E4D-26E1D5012050}"/>
              </a:ext>
            </a:extLst>
          </p:cNvPr>
          <p:cNvGrpSpPr/>
          <p:nvPr/>
        </p:nvGrpSpPr>
        <p:grpSpPr>
          <a:xfrm>
            <a:off x="7360086" y="5379783"/>
            <a:ext cx="725760" cy="1498320"/>
            <a:chOff x="7360086" y="5379783"/>
            <a:chExt cx="725760" cy="149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4F43554-E4EF-FD95-7A32-71DF15192D3F}"/>
                    </a:ext>
                  </a:extLst>
                </p14:cNvPr>
                <p14:cNvContentPartPr/>
                <p14:nvPr/>
              </p14:nvContentPartPr>
              <p14:xfrm>
                <a:off x="7362246" y="5971263"/>
                <a:ext cx="39600" cy="1767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4F43554-E4EF-FD95-7A32-71DF15192D3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344246" y="5953263"/>
                  <a:ext cx="752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3532449-9889-DFD5-6460-1D9AD6A2271B}"/>
                    </a:ext>
                  </a:extLst>
                </p14:cNvPr>
                <p14:cNvContentPartPr/>
                <p14:nvPr/>
              </p14:nvContentPartPr>
              <p14:xfrm>
                <a:off x="7540446" y="5925903"/>
                <a:ext cx="126720" cy="777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3532449-9889-DFD5-6460-1D9AD6A2271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522806" y="5908263"/>
                  <a:ext cx="162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1BCA3C7-FDDB-4488-7CD5-CC9B62D0BCCE}"/>
                    </a:ext>
                  </a:extLst>
                </p14:cNvPr>
                <p14:cNvContentPartPr/>
                <p14:nvPr/>
              </p14:nvContentPartPr>
              <p14:xfrm>
                <a:off x="7526406" y="5964423"/>
                <a:ext cx="129600" cy="2001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1BCA3C7-FDDB-4488-7CD5-CC9B62D0BCC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508766" y="5946783"/>
                  <a:ext cx="1652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3469864-FD42-3A80-3F83-8EB80F5905D0}"/>
                    </a:ext>
                  </a:extLst>
                </p14:cNvPr>
                <p14:cNvContentPartPr/>
                <p14:nvPr/>
              </p14:nvContentPartPr>
              <p14:xfrm>
                <a:off x="7360086" y="6371943"/>
                <a:ext cx="280080" cy="1774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3469864-FD42-3A80-3F83-8EB80F5905D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342446" y="6353943"/>
                  <a:ext cx="315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40A64F1-3549-B627-E922-75A4DE5A1847}"/>
                    </a:ext>
                  </a:extLst>
                </p14:cNvPr>
                <p14:cNvContentPartPr/>
                <p14:nvPr/>
              </p14:nvContentPartPr>
              <p14:xfrm>
                <a:off x="7682646" y="5379783"/>
                <a:ext cx="403200" cy="1498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40A64F1-3549-B627-E922-75A4DE5A184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664646" y="5361783"/>
                  <a:ext cx="438840" cy="1533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81173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DCDB021-B5A3-F8A4-A02A-C25733044465}"/>
              </a:ext>
            </a:extLst>
          </p:cNvPr>
          <p:cNvGrpSpPr/>
          <p:nvPr/>
        </p:nvGrpSpPr>
        <p:grpSpPr>
          <a:xfrm>
            <a:off x="210486" y="227103"/>
            <a:ext cx="631800" cy="406080"/>
            <a:chOff x="210486" y="227103"/>
            <a:chExt cx="63180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4FC06CF-FC4F-2CFA-5839-7988F63326B1}"/>
                    </a:ext>
                  </a:extLst>
                </p14:cNvPr>
                <p14:cNvContentPartPr/>
                <p14:nvPr/>
              </p14:nvContentPartPr>
              <p14:xfrm>
                <a:off x="210486" y="227103"/>
                <a:ext cx="218520" cy="3574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4FC06CF-FC4F-2CFA-5839-7988F63326B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2846" y="209103"/>
                  <a:ext cx="2541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DA3CB03-9944-F523-6571-C8DE158D9099}"/>
                    </a:ext>
                  </a:extLst>
                </p14:cNvPr>
                <p14:cNvContentPartPr/>
                <p14:nvPr/>
              </p14:nvContentPartPr>
              <p14:xfrm>
                <a:off x="457806" y="432303"/>
                <a:ext cx="147960" cy="184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DA3CB03-9944-F523-6571-C8DE158D90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0166" y="414663"/>
                  <a:ext cx="1836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6C9D93F-656F-7C56-F168-726A6BDEC461}"/>
                    </a:ext>
                  </a:extLst>
                </p14:cNvPr>
                <p14:cNvContentPartPr/>
                <p14:nvPr/>
              </p14:nvContentPartPr>
              <p14:xfrm>
                <a:off x="681006" y="360303"/>
                <a:ext cx="108000" cy="272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6C9D93F-656F-7C56-F168-726A6BDEC46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3366" y="342303"/>
                  <a:ext cx="1436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2F714A-255F-702A-BA3B-884A2EED8B75}"/>
                    </a:ext>
                  </a:extLst>
                </p14:cNvPr>
                <p14:cNvContentPartPr/>
                <p14:nvPr/>
              </p14:nvContentPartPr>
              <p14:xfrm>
                <a:off x="730686" y="399903"/>
                <a:ext cx="111600" cy="13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2F714A-255F-702A-BA3B-884A2EED8B7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2686" y="381903"/>
                  <a:ext cx="14724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E07DE11-2892-6202-BB07-2AC36B963165}"/>
              </a:ext>
            </a:extLst>
          </p:cNvPr>
          <p:cNvGrpSpPr/>
          <p:nvPr/>
        </p:nvGrpSpPr>
        <p:grpSpPr>
          <a:xfrm>
            <a:off x="1191846" y="333663"/>
            <a:ext cx="1514160" cy="503640"/>
            <a:chOff x="1191846" y="333663"/>
            <a:chExt cx="1514160" cy="50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A5F6FA9-9925-C252-0021-E71FC501E71D}"/>
                    </a:ext>
                  </a:extLst>
                </p14:cNvPr>
                <p14:cNvContentPartPr/>
                <p14:nvPr/>
              </p14:nvContentPartPr>
              <p14:xfrm>
                <a:off x="1197966" y="333663"/>
                <a:ext cx="198360" cy="294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A5F6FA9-9925-C252-0021-E71FC501E71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79966" y="315663"/>
                  <a:ext cx="2340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DFC453E-8B38-138F-8168-0192654A2238}"/>
                    </a:ext>
                  </a:extLst>
                </p14:cNvPr>
                <p14:cNvContentPartPr/>
                <p14:nvPr/>
              </p14:nvContentPartPr>
              <p14:xfrm>
                <a:off x="1412166" y="352383"/>
                <a:ext cx="376920" cy="259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DFC453E-8B38-138F-8168-0192654A223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94526" y="334383"/>
                  <a:ext cx="4125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7A0AEB8-2FF8-831C-323A-E7AE8D34D87A}"/>
                    </a:ext>
                  </a:extLst>
                </p14:cNvPr>
                <p14:cNvContentPartPr/>
                <p14:nvPr/>
              </p14:nvContentPartPr>
              <p14:xfrm>
                <a:off x="1191846" y="441303"/>
                <a:ext cx="169560" cy="15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7A0AEB8-2FF8-831C-323A-E7AE8D34D87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73846" y="423663"/>
                  <a:ext cx="2052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2B6E76E-1162-398D-E769-5EE41D0BA949}"/>
                    </a:ext>
                  </a:extLst>
                </p14:cNvPr>
                <p14:cNvContentPartPr/>
                <p14:nvPr/>
              </p14:nvContentPartPr>
              <p14:xfrm>
                <a:off x="1989606" y="497823"/>
                <a:ext cx="263880" cy="339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2B6E76E-1162-398D-E769-5EE41D0BA94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71966" y="480183"/>
                  <a:ext cx="2995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E86352A-71A1-0147-B5C6-C4DF5F26B024}"/>
                    </a:ext>
                  </a:extLst>
                </p14:cNvPr>
                <p14:cNvContentPartPr/>
                <p14:nvPr/>
              </p14:nvContentPartPr>
              <p14:xfrm>
                <a:off x="2170326" y="341223"/>
                <a:ext cx="38160" cy="18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E86352A-71A1-0147-B5C6-C4DF5F26B02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52326" y="323583"/>
                  <a:ext cx="738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2DA5EB3-C809-264E-0625-0960E31250BE}"/>
                    </a:ext>
                  </a:extLst>
                </p14:cNvPr>
                <p14:cNvContentPartPr/>
                <p14:nvPr/>
              </p14:nvContentPartPr>
              <p14:xfrm>
                <a:off x="2344566" y="338703"/>
                <a:ext cx="46800" cy="272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2DA5EB3-C809-264E-0625-0960E31250B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26566" y="321063"/>
                  <a:ext cx="824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0BEA955-F167-88AC-0080-D9803D955869}"/>
                    </a:ext>
                  </a:extLst>
                </p14:cNvPr>
                <p14:cNvContentPartPr/>
                <p14:nvPr/>
              </p14:nvContentPartPr>
              <p14:xfrm>
                <a:off x="2312526" y="352743"/>
                <a:ext cx="393480" cy="253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0BEA955-F167-88AC-0080-D9803D9558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94526" y="335103"/>
                  <a:ext cx="429120" cy="28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0031013-3CC6-0A78-ADB0-5EDA00776C96}"/>
                  </a:ext>
                </a:extLst>
              </p14:cNvPr>
              <p14:cNvContentPartPr/>
              <p14:nvPr/>
            </p14:nvContentPartPr>
            <p14:xfrm>
              <a:off x="3194526" y="383343"/>
              <a:ext cx="794160" cy="264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0031013-3CC6-0A78-ADB0-5EDA00776C9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76886" y="365703"/>
                <a:ext cx="829800" cy="30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23A149ED-E6DC-35A5-9ACD-C0A2D63D5545}"/>
              </a:ext>
            </a:extLst>
          </p:cNvPr>
          <p:cNvGrpSpPr/>
          <p:nvPr/>
        </p:nvGrpSpPr>
        <p:grpSpPr>
          <a:xfrm>
            <a:off x="4138806" y="460743"/>
            <a:ext cx="525600" cy="171720"/>
            <a:chOff x="4138806" y="460743"/>
            <a:chExt cx="52560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7D32FC-9E35-9196-F40B-F5BD671C271E}"/>
                    </a:ext>
                  </a:extLst>
                </p14:cNvPr>
                <p14:cNvContentPartPr/>
                <p14:nvPr/>
              </p14:nvContentPartPr>
              <p14:xfrm>
                <a:off x="4138806" y="460743"/>
                <a:ext cx="230760" cy="171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7D32FC-9E35-9196-F40B-F5BD671C271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21166" y="442743"/>
                  <a:ext cx="2664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9633998-3709-3C88-03C8-4BAA82958D92}"/>
                    </a:ext>
                  </a:extLst>
                </p14:cNvPr>
                <p14:cNvContentPartPr/>
                <p14:nvPr/>
              </p14:nvContentPartPr>
              <p14:xfrm>
                <a:off x="4416726" y="475863"/>
                <a:ext cx="247680" cy="153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9633998-3709-3C88-03C8-4BAA82958D9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99086" y="458223"/>
                  <a:ext cx="283320" cy="18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D259468-BC2C-8C54-4609-DE47CAC64040}"/>
                  </a:ext>
                </a:extLst>
              </p14:cNvPr>
              <p14:cNvContentPartPr/>
              <p14:nvPr/>
            </p14:nvContentPartPr>
            <p14:xfrm>
              <a:off x="5307366" y="327903"/>
              <a:ext cx="320760" cy="640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D259468-BC2C-8C54-4609-DE47CAC6404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89726" y="309903"/>
                <a:ext cx="356400" cy="67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FBCCAC59-9254-A39C-5DE3-1A2B771C9448}"/>
              </a:ext>
            </a:extLst>
          </p:cNvPr>
          <p:cNvGrpSpPr/>
          <p:nvPr/>
        </p:nvGrpSpPr>
        <p:grpSpPr>
          <a:xfrm>
            <a:off x="6250206" y="334023"/>
            <a:ext cx="2232000" cy="372240"/>
            <a:chOff x="6250206" y="334023"/>
            <a:chExt cx="223200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E22793C-6EAF-183B-566A-71E99BC0F42A}"/>
                    </a:ext>
                  </a:extLst>
                </p14:cNvPr>
                <p14:cNvContentPartPr/>
                <p14:nvPr/>
              </p14:nvContentPartPr>
              <p14:xfrm>
                <a:off x="6250206" y="364623"/>
                <a:ext cx="623520" cy="296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E22793C-6EAF-183B-566A-71E99BC0F42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32206" y="346983"/>
                  <a:ext cx="6591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B980D9A-0E3A-72A2-8A93-F5760C8915B3}"/>
                    </a:ext>
                  </a:extLst>
                </p14:cNvPr>
                <p14:cNvContentPartPr/>
                <p14:nvPr/>
              </p14:nvContentPartPr>
              <p14:xfrm>
                <a:off x="6280086" y="434823"/>
                <a:ext cx="160920" cy="19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B980D9A-0E3A-72A2-8A93-F5760C8915B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62086" y="416823"/>
                  <a:ext cx="1965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AE1AA07-7C67-E233-BCB5-40A20CBA1957}"/>
                    </a:ext>
                  </a:extLst>
                </p14:cNvPr>
                <p14:cNvContentPartPr/>
                <p14:nvPr/>
              </p14:nvContentPartPr>
              <p14:xfrm>
                <a:off x="7241286" y="527703"/>
                <a:ext cx="297000" cy="159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AE1AA07-7C67-E233-BCB5-40A20CBA19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23646" y="510063"/>
                  <a:ext cx="3326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24CD145-A752-0F2B-5EFE-F07DA6A947C4}"/>
                    </a:ext>
                  </a:extLst>
                </p14:cNvPr>
                <p14:cNvContentPartPr/>
                <p14:nvPr/>
              </p14:nvContentPartPr>
              <p14:xfrm>
                <a:off x="7608846" y="366423"/>
                <a:ext cx="632520" cy="339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24CD145-A752-0F2B-5EFE-F07DA6A947C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90846" y="348423"/>
                  <a:ext cx="66816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1C705B0-10AE-269F-19FF-0CD26A1743B9}"/>
                    </a:ext>
                  </a:extLst>
                </p14:cNvPr>
                <p14:cNvContentPartPr/>
                <p14:nvPr/>
              </p14:nvContentPartPr>
              <p14:xfrm>
                <a:off x="8320566" y="540303"/>
                <a:ext cx="161640" cy="129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1C705B0-10AE-269F-19FF-0CD26A1743B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02926" y="522303"/>
                  <a:ext cx="197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2737772-4A77-156B-174F-2D628FB76C38}"/>
                    </a:ext>
                  </a:extLst>
                </p14:cNvPr>
                <p14:cNvContentPartPr/>
                <p14:nvPr/>
              </p14:nvContentPartPr>
              <p14:xfrm>
                <a:off x="8384646" y="360663"/>
                <a:ext cx="45360" cy="29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2737772-4A77-156B-174F-2D628FB76C3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67006" y="342663"/>
                  <a:ext cx="810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6412FB9-004B-770D-B5B3-74ECC2DEB5B2}"/>
                    </a:ext>
                  </a:extLst>
                </p14:cNvPr>
                <p14:cNvContentPartPr/>
                <p14:nvPr/>
              </p14:nvContentPartPr>
              <p14:xfrm>
                <a:off x="7704246" y="334023"/>
                <a:ext cx="410760" cy="50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6412FB9-004B-770D-B5B3-74ECC2DEB5B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86606" y="316023"/>
                  <a:ext cx="44640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BE0AD62-E074-32C7-6934-18B280612C72}"/>
              </a:ext>
            </a:extLst>
          </p:cNvPr>
          <p:cNvGrpSpPr/>
          <p:nvPr/>
        </p:nvGrpSpPr>
        <p:grpSpPr>
          <a:xfrm>
            <a:off x="8861286" y="260223"/>
            <a:ext cx="1710720" cy="598680"/>
            <a:chOff x="8861286" y="260223"/>
            <a:chExt cx="1710720" cy="59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FDD688-A03E-4BFA-7235-55A81D1A4204}"/>
                    </a:ext>
                  </a:extLst>
                </p14:cNvPr>
                <p14:cNvContentPartPr/>
                <p14:nvPr/>
              </p14:nvContentPartPr>
              <p14:xfrm>
                <a:off x="8861286" y="328983"/>
                <a:ext cx="268200" cy="29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FDD688-A03E-4BFA-7235-55A81D1A420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43646" y="311343"/>
                  <a:ext cx="3038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D246897-EEAB-2A06-DBC1-A50655E4E9FE}"/>
                    </a:ext>
                  </a:extLst>
                </p14:cNvPr>
                <p14:cNvContentPartPr/>
                <p14:nvPr/>
              </p14:nvContentPartPr>
              <p14:xfrm>
                <a:off x="8932926" y="475503"/>
                <a:ext cx="129600" cy="33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D246897-EEAB-2A06-DBC1-A50655E4E9F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915286" y="457863"/>
                  <a:ext cx="1652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6A303F1-4F8E-71E5-BF19-C53E49BC7472}"/>
                    </a:ext>
                  </a:extLst>
                </p14:cNvPr>
                <p14:cNvContentPartPr/>
                <p14:nvPr/>
              </p14:nvContentPartPr>
              <p14:xfrm>
                <a:off x="9312366" y="482343"/>
                <a:ext cx="83880" cy="18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6A303F1-4F8E-71E5-BF19-C53E49BC747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294726" y="464343"/>
                  <a:ext cx="1195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8F1A3E1-215C-F644-BA18-AA01C9FA026B}"/>
                    </a:ext>
                  </a:extLst>
                </p14:cNvPr>
                <p14:cNvContentPartPr/>
                <p14:nvPr/>
              </p14:nvContentPartPr>
              <p14:xfrm>
                <a:off x="9287886" y="560823"/>
                <a:ext cx="123480" cy="36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8F1A3E1-215C-F644-BA18-AA01C9FA026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69886" y="543183"/>
                  <a:ext cx="1591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C0D314B-0E5D-F7B3-4724-5FEF8EA6E452}"/>
                    </a:ext>
                  </a:extLst>
                </p14:cNvPr>
                <p14:cNvContentPartPr/>
                <p14:nvPr/>
              </p14:nvContentPartPr>
              <p14:xfrm>
                <a:off x="9545286" y="289743"/>
                <a:ext cx="265680" cy="398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C0D314B-0E5D-F7B3-4724-5FEF8EA6E45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527286" y="271743"/>
                  <a:ext cx="30132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49B213A-82FB-820C-9A39-95B0CA146706}"/>
                    </a:ext>
                  </a:extLst>
                </p14:cNvPr>
                <p14:cNvContentPartPr/>
                <p14:nvPr/>
              </p14:nvContentPartPr>
              <p14:xfrm>
                <a:off x="9786486" y="483063"/>
                <a:ext cx="163080" cy="160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49B213A-82FB-820C-9A39-95B0CA14670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68486" y="465063"/>
                  <a:ext cx="198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6EC9949-053B-7853-09C8-6D19EECC6622}"/>
                    </a:ext>
                  </a:extLst>
                </p14:cNvPr>
                <p14:cNvContentPartPr/>
                <p14:nvPr/>
              </p14:nvContentPartPr>
              <p14:xfrm>
                <a:off x="10035966" y="600783"/>
                <a:ext cx="28080" cy="108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6EC9949-053B-7853-09C8-6D19EECC662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17966" y="583143"/>
                  <a:ext cx="63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01CFF7E-7421-FD03-D08D-12E2AF4AB298}"/>
                    </a:ext>
                  </a:extLst>
                </p14:cNvPr>
                <p14:cNvContentPartPr/>
                <p14:nvPr/>
              </p14:nvContentPartPr>
              <p14:xfrm>
                <a:off x="10149366" y="521943"/>
                <a:ext cx="11520" cy="44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01CFF7E-7421-FD03-D08D-12E2AF4AB29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31366" y="504303"/>
                  <a:ext cx="471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AEF0C70-D2DB-CB0E-B9BF-1404F4F59163}"/>
                    </a:ext>
                  </a:extLst>
                </p14:cNvPr>
                <p14:cNvContentPartPr/>
                <p14:nvPr/>
              </p14:nvContentPartPr>
              <p14:xfrm>
                <a:off x="10124886" y="604383"/>
                <a:ext cx="164520" cy="254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AEF0C70-D2DB-CB0E-B9BF-1404F4F5916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107246" y="586383"/>
                  <a:ext cx="2001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DBE4EAC-15E5-14A4-3896-9A630BC2CA08}"/>
                    </a:ext>
                  </a:extLst>
                </p14:cNvPr>
                <p14:cNvContentPartPr/>
                <p14:nvPr/>
              </p14:nvContentPartPr>
              <p14:xfrm>
                <a:off x="10264926" y="469383"/>
                <a:ext cx="8640" cy="77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DBE4EAC-15E5-14A4-3896-9A630BC2CA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246926" y="451383"/>
                  <a:ext cx="442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764DC7E-6714-FDD8-F4C1-486018E2A509}"/>
                    </a:ext>
                  </a:extLst>
                </p14:cNvPr>
                <p14:cNvContentPartPr/>
                <p14:nvPr/>
              </p14:nvContentPartPr>
              <p14:xfrm>
                <a:off x="10407126" y="260223"/>
                <a:ext cx="164880" cy="475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764DC7E-6714-FDD8-F4C1-486018E2A50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89126" y="242223"/>
                  <a:ext cx="200520" cy="51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5C19AE-4EE7-6515-2116-27BA97BD30DD}"/>
              </a:ext>
            </a:extLst>
          </p:cNvPr>
          <p:cNvGrpSpPr/>
          <p:nvPr/>
        </p:nvGrpSpPr>
        <p:grpSpPr>
          <a:xfrm>
            <a:off x="10955766" y="356343"/>
            <a:ext cx="452160" cy="361800"/>
            <a:chOff x="10955766" y="356343"/>
            <a:chExt cx="452160" cy="36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BFBA72E-04F0-E1C0-4341-4C8854E310E8}"/>
                    </a:ext>
                  </a:extLst>
                </p14:cNvPr>
                <p14:cNvContentPartPr/>
                <p14:nvPr/>
              </p14:nvContentPartPr>
              <p14:xfrm>
                <a:off x="10955766" y="356343"/>
                <a:ext cx="162000" cy="344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BFBA72E-04F0-E1C0-4341-4C8854E310E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937766" y="338343"/>
                  <a:ext cx="1976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CE9B4CC-331A-F0E9-A3C1-6D9E0830BA5F}"/>
                    </a:ext>
                  </a:extLst>
                </p14:cNvPr>
                <p14:cNvContentPartPr/>
                <p14:nvPr/>
              </p14:nvContentPartPr>
              <p14:xfrm>
                <a:off x="11236566" y="571983"/>
                <a:ext cx="171360" cy="146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CE9B4CC-331A-F0E9-A3C1-6D9E0830BA5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218926" y="554343"/>
                  <a:ext cx="20700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CF0D5C0-A15A-BB5C-407F-B488C24FAC51}"/>
              </a:ext>
            </a:extLst>
          </p:cNvPr>
          <p:cNvGrpSpPr/>
          <p:nvPr/>
        </p:nvGrpSpPr>
        <p:grpSpPr>
          <a:xfrm>
            <a:off x="172326" y="1024143"/>
            <a:ext cx="5242320" cy="1548720"/>
            <a:chOff x="172326" y="1024143"/>
            <a:chExt cx="5242320" cy="154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D38ABBC-0919-0A87-D081-E1F7CA0F2DEC}"/>
                    </a:ext>
                  </a:extLst>
                </p14:cNvPr>
                <p14:cNvContentPartPr/>
                <p14:nvPr/>
              </p14:nvContentPartPr>
              <p14:xfrm>
                <a:off x="216966" y="1024143"/>
                <a:ext cx="183240" cy="296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D38ABBC-0919-0A87-D081-E1F7CA0F2D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8966" y="1006503"/>
                  <a:ext cx="2188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0EFA83C-7FA9-5A6E-7F7B-D68F4533E037}"/>
                    </a:ext>
                  </a:extLst>
                </p14:cNvPr>
                <p14:cNvContentPartPr/>
                <p14:nvPr/>
              </p14:nvContentPartPr>
              <p14:xfrm>
                <a:off x="444486" y="1111983"/>
                <a:ext cx="146880" cy="209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0EFA83C-7FA9-5A6E-7F7B-D68F4533E03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6486" y="1093983"/>
                  <a:ext cx="1825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6E8220-1E11-7905-02D2-37128E2D80E1}"/>
                    </a:ext>
                  </a:extLst>
                </p14:cNvPr>
                <p14:cNvContentPartPr/>
                <p14:nvPr/>
              </p14:nvContentPartPr>
              <p14:xfrm>
                <a:off x="636726" y="1163103"/>
                <a:ext cx="132120" cy="200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6E8220-1E11-7905-02D2-37128E2D80E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8726" y="1145463"/>
                  <a:ext cx="1677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4BE2597-81B4-BA0D-C977-1F216D3605A2}"/>
                    </a:ext>
                  </a:extLst>
                </p14:cNvPr>
                <p14:cNvContentPartPr/>
                <p14:nvPr/>
              </p14:nvContentPartPr>
              <p14:xfrm>
                <a:off x="801966" y="1057623"/>
                <a:ext cx="649080" cy="321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4BE2597-81B4-BA0D-C977-1F216D3605A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4326" y="1039983"/>
                  <a:ext cx="6847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1EA75D8-C3DA-8C33-D304-233734547BCC}"/>
                    </a:ext>
                  </a:extLst>
                </p14:cNvPr>
                <p14:cNvContentPartPr/>
                <p14:nvPr/>
              </p14:nvContentPartPr>
              <p14:xfrm>
                <a:off x="1036326" y="1134303"/>
                <a:ext cx="214560" cy="11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1EA75D8-C3DA-8C33-D304-233734547B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8326" y="1116303"/>
                  <a:ext cx="2502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2E589E9-C7F3-3D1D-65EA-D28F353EAA2E}"/>
                    </a:ext>
                  </a:extLst>
                </p14:cNvPr>
                <p14:cNvContentPartPr/>
                <p14:nvPr/>
              </p14:nvContentPartPr>
              <p14:xfrm>
                <a:off x="1827606" y="1074903"/>
                <a:ext cx="206280" cy="317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2E589E9-C7F3-3D1D-65EA-D28F353EAA2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09966" y="1056903"/>
                  <a:ext cx="2419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8FD6BEE-D14E-955A-A327-ED43E87582ED}"/>
                    </a:ext>
                  </a:extLst>
                </p14:cNvPr>
                <p14:cNvContentPartPr/>
                <p14:nvPr/>
              </p14:nvContentPartPr>
              <p14:xfrm>
                <a:off x="2001486" y="1209183"/>
                <a:ext cx="271440" cy="443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8FD6BEE-D14E-955A-A327-ED43E87582E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83846" y="1191183"/>
                  <a:ext cx="30708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E4333B9-C334-A57C-AFA5-5978D4EBA2AA}"/>
                    </a:ext>
                  </a:extLst>
                </p14:cNvPr>
                <p14:cNvContentPartPr/>
                <p14:nvPr/>
              </p14:nvContentPartPr>
              <p14:xfrm>
                <a:off x="2338086" y="1147263"/>
                <a:ext cx="183600" cy="340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E4333B9-C334-A57C-AFA5-5978D4EBA2A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320446" y="1129263"/>
                  <a:ext cx="2192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66C58F2-9BBA-CA5C-4140-B31DC32DFD31}"/>
                    </a:ext>
                  </a:extLst>
                </p14:cNvPr>
                <p14:cNvContentPartPr/>
                <p14:nvPr/>
              </p14:nvContentPartPr>
              <p14:xfrm>
                <a:off x="2550486" y="1379463"/>
                <a:ext cx="155160" cy="311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66C58F2-9BBA-CA5C-4140-B31DC32DFD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32846" y="1361463"/>
                  <a:ext cx="1908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270AE0-7066-75D0-5EDE-309E5A0A89C6}"/>
                    </a:ext>
                  </a:extLst>
                </p14:cNvPr>
                <p14:cNvContentPartPr/>
                <p14:nvPr/>
              </p14:nvContentPartPr>
              <p14:xfrm>
                <a:off x="2753166" y="1271463"/>
                <a:ext cx="17640" cy="47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270AE0-7066-75D0-5EDE-309E5A0A89C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35166" y="1253823"/>
                  <a:ext cx="532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8C14DE2-4E08-4113-68DF-61808895B4FE}"/>
                    </a:ext>
                  </a:extLst>
                </p14:cNvPr>
                <p14:cNvContentPartPr/>
                <p14:nvPr/>
              </p14:nvContentPartPr>
              <p14:xfrm>
                <a:off x="3011286" y="1449663"/>
                <a:ext cx="22320" cy="9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8C14DE2-4E08-4113-68DF-61808895B4F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93286" y="1431663"/>
                  <a:ext cx="57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B326586-C5DA-1B5E-B237-78E95D8DD844}"/>
                    </a:ext>
                  </a:extLst>
                </p14:cNvPr>
                <p14:cNvContentPartPr/>
                <p14:nvPr/>
              </p14:nvContentPartPr>
              <p14:xfrm>
                <a:off x="3438966" y="1111623"/>
                <a:ext cx="190800" cy="273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B326586-C5DA-1B5E-B237-78E95D8DD84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21326" y="1093623"/>
                  <a:ext cx="2264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838C8EE-B94D-3799-2DC3-55F9D3EFC624}"/>
                    </a:ext>
                  </a:extLst>
                </p14:cNvPr>
                <p14:cNvContentPartPr/>
                <p14:nvPr/>
              </p14:nvContentPartPr>
              <p14:xfrm>
                <a:off x="3695646" y="1145103"/>
                <a:ext cx="701280" cy="285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838C8EE-B94D-3799-2DC3-55F9D3EFC62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78006" y="1127463"/>
                  <a:ext cx="7369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52A6541-DDC0-9C9E-BA57-48CDD43EA631}"/>
                    </a:ext>
                  </a:extLst>
                </p14:cNvPr>
                <p14:cNvContentPartPr/>
                <p14:nvPr/>
              </p14:nvContentPartPr>
              <p14:xfrm>
                <a:off x="4917126" y="1300983"/>
                <a:ext cx="497520" cy="152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52A6541-DDC0-9C9E-BA57-48CDD43EA63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899486" y="1283343"/>
                  <a:ext cx="5331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4728E3A-C3C0-5141-1086-FA3A01FA7974}"/>
                    </a:ext>
                  </a:extLst>
                </p14:cNvPr>
                <p14:cNvContentPartPr/>
                <p14:nvPr/>
              </p14:nvContentPartPr>
              <p14:xfrm>
                <a:off x="172326" y="1835583"/>
                <a:ext cx="200160" cy="228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4728E3A-C3C0-5141-1086-FA3A01FA797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54326" y="1817943"/>
                  <a:ext cx="2358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862EA81-FCFF-8CFD-BA15-05E2C17D22BE}"/>
                    </a:ext>
                  </a:extLst>
                </p14:cNvPr>
                <p14:cNvContentPartPr/>
                <p14:nvPr/>
              </p14:nvContentPartPr>
              <p14:xfrm>
                <a:off x="360246" y="1785903"/>
                <a:ext cx="587520" cy="286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862EA81-FCFF-8CFD-BA15-05E2C17D22B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2246" y="1767903"/>
                  <a:ext cx="6231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88B705C-FDFE-DCED-05D6-B4D336C9D4DD}"/>
                    </a:ext>
                  </a:extLst>
                </p14:cNvPr>
                <p14:cNvContentPartPr/>
                <p14:nvPr/>
              </p14:nvContentPartPr>
              <p14:xfrm>
                <a:off x="1005726" y="1926663"/>
                <a:ext cx="264240" cy="160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88B705C-FDFE-DCED-05D6-B4D336C9D4D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8086" y="1909023"/>
                  <a:ext cx="2998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34FDAA7-296C-7040-B8AE-8CC0059823E9}"/>
                    </a:ext>
                  </a:extLst>
                </p14:cNvPr>
                <p14:cNvContentPartPr/>
                <p14:nvPr/>
              </p14:nvContentPartPr>
              <p14:xfrm>
                <a:off x="1363566" y="1950423"/>
                <a:ext cx="227880" cy="149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34FDAA7-296C-7040-B8AE-8CC0059823E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345566" y="1932783"/>
                  <a:ext cx="263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F6994C1-64F2-1567-F5E7-7D68F231918C}"/>
                    </a:ext>
                  </a:extLst>
                </p14:cNvPr>
                <p14:cNvContentPartPr/>
                <p14:nvPr/>
              </p14:nvContentPartPr>
              <p14:xfrm>
                <a:off x="2099406" y="1809663"/>
                <a:ext cx="84240" cy="347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F6994C1-64F2-1567-F5E7-7D68F231918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81766" y="1791663"/>
                  <a:ext cx="1198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94A58D9-66BF-748D-1816-5AE9A4733385}"/>
                    </a:ext>
                  </a:extLst>
                </p14:cNvPr>
                <p14:cNvContentPartPr/>
                <p14:nvPr/>
              </p14:nvContentPartPr>
              <p14:xfrm>
                <a:off x="1983126" y="1931703"/>
                <a:ext cx="541800" cy="221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94A58D9-66BF-748D-1816-5AE9A473338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65486" y="1914063"/>
                  <a:ext cx="5774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38DEC47-875F-5D0E-DE2B-3A61A4DF9371}"/>
                    </a:ext>
                  </a:extLst>
                </p14:cNvPr>
                <p14:cNvContentPartPr/>
                <p14:nvPr/>
              </p14:nvContentPartPr>
              <p14:xfrm>
                <a:off x="2618166" y="1863303"/>
                <a:ext cx="1181520" cy="709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38DEC47-875F-5D0E-DE2B-3A61A4DF937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00526" y="1845303"/>
                  <a:ext cx="121716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EBB3B48-2BAC-6530-1756-0A3AC5EA7912}"/>
                    </a:ext>
                  </a:extLst>
                </p14:cNvPr>
                <p14:cNvContentPartPr/>
                <p14:nvPr/>
              </p14:nvContentPartPr>
              <p14:xfrm>
                <a:off x="3859806" y="1775103"/>
                <a:ext cx="579600" cy="408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EBB3B48-2BAC-6530-1756-0A3AC5EA791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41806" y="1757103"/>
                  <a:ext cx="6152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F066261-EC29-3FAD-1EFC-027B4160412E}"/>
                    </a:ext>
                  </a:extLst>
                </p14:cNvPr>
                <p14:cNvContentPartPr/>
                <p14:nvPr/>
              </p14:nvContentPartPr>
              <p14:xfrm>
                <a:off x="4518606" y="1979583"/>
                <a:ext cx="290880" cy="181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F066261-EC29-3FAD-1EFC-027B4160412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500966" y="1961943"/>
                  <a:ext cx="326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7209893-25B9-C56B-3508-5FA5490758ED}"/>
                    </a:ext>
                  </a:extLst>
                </p14:cNvPr>
                <p14:cNvContentPartPr/>
                <p14:nvPr/>
              </p14:nvContentPartPr>
              <p14:xfrm>
                <a:off x="4513206" y="1779063"/>
                <a:ext cx="54720" cy="194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7209893-25B9-C56B-3508-5FA5490758E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95566" y="1761423"/>
                  <a:ext cx="90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B89B0EB-E451-6B96-BDEC-B568C8323F90}"/>
                    </a:ext>
                  </a:extLst>
                </p14:cNvPr>
                <p14:cNvContentPartPr/>
                <p14:nvPr/>
              </p14:nvContentPartPr>
              <p14:xfrm>
                <a:off x="4011726" y="1821903"/>
                <a:ext cx="146160" cy="46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B89B0EB-E451-6B96-BDEC-B568C8323F9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93726" y="1803903"/>
                  <a:ext cx="18180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05A3E4A-218A-131C-B6BA-CE7C98CBD97F}"/>
              </a:ext>
            </a:extLst>
          </p:cNvPr>
          <p:cNvGrpSpPr/>
          <p:nvPr/>
        </p:nvGrpSpPr>
        <p:grpSpPr>
          <a:xfrm>
            <a:off x="5298726" y="1020543"/>
            <a:ext cx="5634000" cy="1201680"/>
            <a:chOff x="5298726" y="1020543"/>
            <a:chExt cx="5634000" cy="12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1E75A32-A0E0-C6F7-BD42-6EA14553DABB}"/>
                    </a:ext>
                  </a:extLst>
                </p14:cNvPr>
                <p14:cNvContentPartPr/>
                <p14:nvPr/>
              </p14:nvContentPartPr>
              <p14:xfrm>
                <a:off x="5822166" y="1207383"/>
                <a:ext cx="257400" cy="497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1E75A32-A0E0-C6F7-BD42-6EA14553DAB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804526" y="1189383"/>
                  <a:ext cx="29304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FC34B2A-5EFB-437A-3658-E32E9787BDA9}"/>
                    </a:ext>
                  </a:extLst>
                </p14:cNvPr>
                <p14:cNvContentPartPr/>
                <p14:nvPr/>
              </p14:nvContentPartPr>
              <p14:xfrm>
                <a:off x="6119526" y="1110903"/>
                <a:ext cx="558360" cy="615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FC34B2A-5EFB-437A-3658-E32E9787BDA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01886" y="1092903"/>
                  <a:ext cx="59400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EF30CF3-BAE2-DA71-4B35-5D10C91521ED}"/>
                    </a:ext>
                  </a:extLst>
                </p14:cNvPr>
                <p14:cNvContentPartPr/>
                <p14:nvPr/>
              </p14:nvContentPartPr>
              <p14:xfrm>
                <a:off x="6685446" y="1212063"/>
                <a:ext cx="786960" cy="185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EF30CF3-BAE2-DA71-4B35-5D10C91521E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667446" y="1194423"/>
                  <a:ext cx="8226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606D4A2-CE26-44C9-1035-B8F809FF8C3F}"/>
                    </a:ext>
                  </a:extLst>
                </p14:cNvPr>
                <p14:cNvContentPartPr/>
                <p14:nvPr/>
              </p14:nvContentPartPr>
              <p14:xfrm>
                <a:off x="7794606" y="1087143"/>
                <a:ext cx="682920" cy="345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606D4A2-CE26-44C9-1035-B8F809FF8C3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76966" y="1069143"/>
                  <a:ext cx="7185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1848EE5-A1D5-B972-95C0-63086146489F}"/>
                    </a:ext>
                  </a:extLst>
                </p14:cNvPr>
                <p14:cNvContentPartPr/>
                <p14:nvPr/>
              </p14:nvContentPartPr>
              <p14:xfrm>
                <a:off x="7825206" y="1175703"/>
                <a:ext cx="226800" cy="12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1848EE5-A1D5-B972-95C0-63086146489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807206" y="1157703"/>
                  <a:ext cx="2624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25FD0FE-398B-BC4E-B60B-31F12D072FEA}"/>
                    </a:ext>
                  </a:extLst>
                </p14:cNvPr>
                <p14:cNvContentPartPr/>
                <p14:nvPr/>
              </p14:nvContentPartPr>
              <p14:xfrm>
                <a:off x="8804766" y="1022703"/>
                <a:ext cx="396000" cy="359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25FD0FE-398B-BC4E-B60B-31F12D072FE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87126" y="1005063"/>
                  <a:ext cx="43164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5F8F260-7795-324B-0ADF-E48AC3860E79}"/>
                    </a:ext>
                  </a:extLst>
                </p14:cNvPr>
                <p14:cNvContentPartPr/>
                <p14:nvPr/>
              </p14:nvContentPartPr>
              <p14:xfrm>
                <a:off x="9213366" y="1172823"/>
                <a:ext cx="126720" cy="157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5F8F260-7795-324B-0ADF-E48AC3860E7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195726" y="1155183"/>
                  <a:ext cx="162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35C4A29-D57D-6080-3A50-031AB1F5AB12}"/>
                    </a:ext>
                  </a:extLst>
                </p14:cNvPr>
                <p14:cNvContentPartPr/>
                <p14:nvPr/>
              </p14:nvContentPartPr>
              <p14:xfrm>
                <a:off x="9416406" y="1179663"/>
                <a:ext cx="290160" cy="155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35C4A29-D57D-6080-3A50-031AB1F5AB1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98406" y="1162023"/>
                  <a:ext cx="3258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B2F372B-19C4-116F-78B8-26BAE422D48E}"/>
                    </a:ext>
                  </a:extLst>
                </p14:cNvPr>
                <p14:cNvContentPartPr/>
                <p14:nvPr/>
              </p14:nvContentPartPr>
              <p14:xfrm>
                <a:off x="9755886" y="1168503"/>
                <a:ext cx="90360" cy="157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B2F372B-19C4-116F-78B8-26BAE422D48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38246" y="1150503"/>
                  <a:ext cx="126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3295ACA-2E4E-31EE-B8BB-A9F48CB9B2CC}"/>
                    </a:ext>
                  </a:extLst>
                </p14:cNvPr>
                <p14:cNvContentPartPr/>
                <p14:nvPr/>
              </p14:nvContentPartPr>
              <p14:xfrm>
                <a:off x="9891606" y="1192623"/>
                <a:ext cx="182520" cy="149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3295ACA-2E4E-31EE-B8BB-A9F48CB9B2C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873966" y="1174623"/>
                  <a:ext cx="218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7744FFE-3309-B3BC-4091-F13499520642}"/>
                    </a:ext>
                  </a:extLst>
                </p14:cNvPr>
                <p14:cNvContentPartPr/>
                <p14:nvPr/>
              </p14:nvContentPartPr>
              <p14:xfrm>
                <a:off x="10151526" y="1020543"/>
                <a:ext cx="83520" cy="323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7744FFE-3309-B3BC-4091-F1349952064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133886" y="1002543"/>
                  <a:ext cx="1191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4E6446-994F-BDD1-9DF7-261279611CE1}"/>
                    </a:ext>
                  </a:extLst>
                </p14:cNvPr>
                <p14:cNvContentPartPr/>
                <p14:nvPr/>
              </p14:nvContentPartPr>
              <p14:xfrm>
                <a:off x="10120566" y="1111263"/>
                <a:ext cx="124200" cy="32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04E6446-994F-BDD1-9DF7-261279611CE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102926" y="1093263"/>
                  <a:ext cx="1598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A3896A7-C9B0-EFCC-C09D-F0874C6E8253}"/>
                    </a:ext>
                  </a:extLst>
                </p14:cNvPr>
                <p14:cNvContentPartPr/>
                <p14:nvPr/>
              </p14:nvContentPartPr>
              <p14:xfrm>
                <a:off x="10250526" y="1131783"/>
                <a:ext cx="682200" cy="480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A3896A7-C9B0-EFCC-C09D-F0874C6E825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232886" y="1113783"/>
                  <a:ext cx="71784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C112EDC-D803-1493-FE4D-828BAD647D1B}"/>
                    </a:ext>
                  </a:extLst>
                </p14:cNvPr>
                <p14:cNvContentPartPr/>
                <p14:nvPr/>
              </p14:nvContentPartPr>
              <p14:xfrm>
                <a:off x="5298726" y="1953303"/>
                <a:ext cx="536760" cy="207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C112EDC-D803-1493-FE4D-828BAD647D1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281086" y="1935303"/>
                  <a:ext cx="5724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41CE60C-70FA-EF5F-4895-330E98358A92}"/>
                    </a:ext>
                  </a:extLst>
                </p14:cNvPr>
                <p14:cNvContentPartPr/>
                <p14:nvPr/>
              </p14:nvContentPartPr>
              <p14:xfrm>
                <a:off x="6238326" y="1837743"/>
                <a:ext cx="635040" cy="384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41CE60C-70FA-EF5F-4895-330E98358A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20686" y="1820103"/>
                  <a:ext cx="6706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766B57C-EB71-33A3-D130-0E3838A2E423}"/>
                    </a:ext>
                  </a:extLst>
                </p14:cNvPr>
                <p14:cNvContentPartPr/>
                <p14:nvPr/>
              </p14:nvContentPartPr>
              <p14:xfrm>
                <a:off x="6214206" y="1874103"/>
                <a:ext cx="257400" cy="45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766B57C-EB71-33A3-D130-0E3838A2E42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96206" y="1856103"/>
                  <a:ext cx="293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D1AB24F-6102-7E6C-A1BB-60201E2FD1A3}"/>
                    </a:ext>
                  </a:extLst>
                </p14:cNvPr>
                <p14:cNvContentPartPr/>
                <p14:nvPr/>
              </p14:nvContentPartPr>
              <p14:xfrm>
                <a:off x="6343086" y="1754223"/>
                <a:ext cx="104040" cy="299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D1AB24F-6102-7E6C-A1BB-60201E2FD1A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25086" y="1736223"/>
                  <a:ext cx="1396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9C79997-AE1A-7372-62A6-3F4A1BDA069D}"/>
                    </a:ext>
                  </a:extLst>
                </p14:cNvPr>
                <p14:cNvContentPartPr/>
                <p14:nvPr/>
              </p14:nvContentPartPr>
              <p14:xfrm>
                <a:off x="7369806" y="1978143"/>
                <a:ext cx="259560" cy="168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9C79997-AE1A-7372-62A6-3F4A1BDA069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52166" y="1960143"/>
                  <a:ext cx="295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B9174D7-7BD4-F2DC-3AB8-A204A138D6B9}"/>
                    </a:ext>
                  </a:extLst>
                </p14:cNvPr>
                <p14:cNvContentPartPr/>
                <p14:nvPr/>
              </p14:nvContentPartPr>
              <p14:xfrm>
                <a:off x="7645926" y="1779063"/>
                <a:ext cx="740880" cy="387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B9174D7-7BD4-F2DC-3AB8-A204A138D6B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627926" y="1761423"/>
                  <a:ext cx="77652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03E2ED3-AC2E-2070-6A49-BEEFEDECE75C}"/>
                    </a:ext>
                  </a:extLst>
                </p14:cNvPr>
                <p14:cNvContentPartPr/>
                <p14:nvPr/>
              </p14:nvContentPartPr>
              <p14:xfrm>
                <a:off x="8449086" y="1987143"/>
                <a:ext cx="165600" cy="182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03E2ED3-AC2E-2070-6A49-BEEFEDECE75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431446" y="1969503"/>
                  <a:ext cx="2012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649308D-1490-8D01-A0C7-9BEFF97FA305}"/>
                    </a:ext>
                  </a:extLst>
                </p14:cNvPr>
                <p14:cNvContentPartPr/>
                <p14:nvPr/>
              </p14:nvContentPartPr>
              <p14:xfrm>
                <a:off x="8446206" y="1792383"/>
                <a:ext cx="98640" cy="65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649308D-1490-8D01-A0C7-9BEFF97FA30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428206" y="1774743"/>
                  <a:ext cx="134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5C2EC6B-067A-BA98-A248-3BBD1DEABC84}"/>
                    </a:ext>
                  </a:extLst>
                </p14:cNvPr>
                <p14:cNvContentPartPr/>
                <p14:nvPr/>
              </p14:nvContentPartPr>
              <p14:xfrm>
                <a:off x="7717206" y="1838823"/>
                <a:ext cx="309240" cy="10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5C2EC6B-067A-BA98-A248-3BBD1DEABC8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99566" y="1821183"/>
                  <a:ext cx="344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DE493F1-4E58-6AF5-C8BC-5C439BE9B46A}"/>
                    </a:ext>
                  </a:extLst>
                </p14:cNvPr>
                <p14:cNvContentPartPr/>
                <p14:nvPr/>
              </p14:nvContentPartPr>
              <p14:xfrm>
                <a:off x="9071166" y="1870143"/>
                <a:ext cx="223200" cy="3092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DE493F1-4E58-6AF5-C8BC-5C439BE9B46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053526" y="1852143"/>
                  <a:ext cx="2588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60B662F-18F6-43A3-0653-29E7DAA5BFCB}"/>
                    </a:ext>
                  </a:extLst>
                </p14:cNvPr>
                <p14:cNvContentPartPr/>
                <p14:nvPr/>
              </p14:nvContentPartPr>
              <p14:xfrm>
                <a:off x="9073686" y="2032863"/>
                <a:ext cx="212400" cy="414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60B662F-18F6-43A3-0653-29E7DAA5BFC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056046" y="2015223"/>
                  <a:ext cx="24804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3BA4FCB-2944-D03D-2C52-0E8C949C88AF}"/>
              </a:ext>
            </a:extLst>
          </p:cNvPr>
          <p:cNvGrpSpPr/>
          <p:nvPr/>
        </p:nvGrpSpPr>
        <p:grpSpPr>
          <a:xfrm>
            <a:off x="9728526" y="1721823"/>
            <a:ext cx="414000" cy="727920"/>
            <a:chOff x="9728526" y="1721823"/>
            <a:chExt cx="414000" cy="72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B7D2DA9-C3B0-9DAF-4228-E29F99498E18}"/>
                    </a:ext>
                  </a:extLst>
                </p14:cNvPr>
                <p14:cNvContentPartPr/>
                <p14:nvPr/>
              </p14:nvContentPartPr>
              <p14:xfrm>
                <a:off x="9728526" y="1930623"/>
                <a:ext cx="261360" cy="226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B7D2DA9-C3B0-9DAF-4228-E29F99498E1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10886" y="1912983"/>
                  <a:ext cx="2970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0381900-192C-F462-02F8-3AD170C98148}"/>
                    </a:ext>
                  </a:extLst>
                </p14:cNvPr>
                <p14:cNvContentPartPr/>
                <p14:nvPr/>
              </p14:nvContentPartPr>
              <p14:xfrm>
                <a:off x="9879366" y="1721823"/>
                <a:ext cx="263160" cy="727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0381900-192C-F462-02F8-3AD170C9814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861366" y="1704183"/>
                  <a:ext cx="29880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56599D5-7E80-C12C-009E-B3C287E69543}"/>
                    </a:ext>
                  </a:extLst>
                </p14:cNvPr>
                <p14:cNvContentPartPr/>
                <p14:nvPr/>
              </p14:nvContentPartPr>
              <p14:xfrm>
                <a:off x="9869286" y="1840263"/>
                <a:ext cx="74880" cy="3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56599D5-7E80-C12C-009E-B3C287E6954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851286" y="1822263"/>
                  <a:ext cx="11052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F5BF5D10-E4D3-6CE0-C7AC-5195E5E79AE7}"/>
                  </a:ext>
                </a:extLst>
              </p14:cNvPr>
              <p14:cNvContentPartPr/>
              <p14:nvPr/>
            </p14:nvContentPartPr>
            <p14:xfrm>
              <a:off x="10647606" y="1926663"/>
              <a:ext cx="533520" cy="23148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F5BF5D10-E4D3-6CE0-C7AC-5195E5E79AE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629966" y="1908663"/>
                <a:ext cx="56916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8FFAADD-4962-0577-9A56-2F0D500735FB}"/>
                  </a:ext>
                </a:extLst>
              </p14:cNvPr>
              <p14:cNvContentPartPr/>
              <p14:nvPr/>
            </p14:nvContentPartPr>
            <p14:xfrm>
              <a:off x="11710686" y="3739263"/>
              <a:ext cx="360" cy="3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8FFAADD-4962-0577-9A56-2F0D500735FB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692686" y="372162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A2C6998-759D-AC0F-87CD-E916280F8408}"/>
              </a:ext>
            </a:extLst>
          </p:cNvPr>
          <p:cNvGrpSpPr/>
          <p:nvPr/>
        </p:nvGrpSpPr>
        <p:grpSpPr>
          <a:xfrm>
            <a:off x="139926" y="2493303"/>
            <a:ext cx="11031480" cy="2802600"/>
            <a:chOff x="139926" y="2493303"/>
            <a:chExt cx="11031480" cy="280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1B27895-AC91-3A6B-31FE-84E46FE33046}"/>
                    </a:ext>
                  </a:extLst>
                </p14:cNvPr>
                <p14:cNvContentPartPr/>
                <p14:nvPr/>
              </p14:nvContentPartPr>
              <p14:xfrm>
                <a:off x="9445566" y="3394743"/>
                <a:ext cx="166320" cy="2638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1B27895-AC91-3A6B-31FE-84E46FE3304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427926" y="3376743"/>
                  <a:ext cx="2019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11F0272-4DA6-D5E6-A94D-DDE8E15B9AFB}"/>
                    </a:ext>
                  </a:extLst>
                </p14:cNvPr>
                <p14:cNvContentPartPr/>
                <p14:nvPr/>
              </p14:nvContentPartPr>
              <p14:xfrm>
                <a:off x="9722406" y="3597063"/>
                <a:ext cx="34560" cy="162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11F0272-4DA6-D5E6-A94D-DDE8E15B9AF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04766" y="3579423"/>
                  <a:ext cx="70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BE8FFFF-69C3-2BA7-8755-5AB21FCBFAFD}"/>
                    </a:ext>
                  </a:extLst>
                </p14:cNvPr>
                <p14:cNvContentPartPr/>
                <p14:nvPr/>
              </p14:nvContentPartPr>
              <p14:xfrm>
                <a:off x="9776046" y="3497343"/>
                <a:ext cx="5760" cy="500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BE8FFFF-69C3-2BA7-8755-5AB21FCBFAF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58046" y="3479343"/>
                  <a:ext cx="41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AA2FBB2-82A1-B83A-B70C-1CCC4CD08D71}"/>
                    </a:ext>
                  </a:extLst>
                </p14:cNvPr>
                <p14:cNvContentPartPr/>
                <p14:nvPr/>
              </p14:nvContentPartPr>
              <p14:xfrm>
                <a:off x="9993846" y="3481863"/>
                <a:ext cx="167040" cy="176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AA2FBB2-82A1-B83A-B70C-1CCC4CD08D7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975846" y="3464223"/>
                  <a:ext cx="202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F1A3F89-F8ED-9CC6-E04E-1BBBA3997184}"/>
                    </a:ext>
                  </a:extLst>
                </p14:cNvPr>
                <p14:cNvContentPartPr/>
                <p14:nvPr/>
              </p14:nvContentPartPr>
              <p14:xfrm>
                <a:off x="10210566" y="3496983"/>
                <a:ext cx="190080" cy="149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F1A3F89-F8ED-9CC6-E04E-1BBBA399718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192566" y="3479343"/>
                  <a:ext cx="225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43240FC-7360-3541-20E3-8B4CB32AE9A3}"/>
                    </a:ext>
                  </a:extLst>
                </p14:cNvPr>
                <p14:cNvContentPartPr/>
                <p14:nvPr/>
              </p14:nvContentPartPr>
              <p14:xfrm>
                <a:off x="10466886" y="3305463"/>
                <a:ext cx="213480" cy="335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43240FC-7360-3541-20E3-8B4CB32AE9A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448886" y="3287823"/>
                  <a:ext cx="2491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2E43D22-0823-5DB0-5CCA-BF97A9991F38}"/>
                    </a:ext>
                  </a:extLst>
                </p14:cNvPr>
                <p14:cNvContentPartPr/>
                <p14:nvPr/>
              </p14:nvContentPartPr>
              <p14:xfrm>
                <a:off x="10769646" y="3384303"/>
                <a:ext cx="176040" cy="2379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2E43D22-0823-5DB0-5CCA-BF97A9991F3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752006" y="3366303"/>
                  <a:ext cx="2116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811E270-6486-CB6E-B8E0-E77B9DAAE929}"/>
                    </a:ext>
                  </a:extLst>
                </p14:cNvPr>
                <p14:cNvContentPartPr/>
                <p14:nvPr/>
              </p14:nvContentPartPr>
              <p14:xfrm>
                <a:off x="10913646" y="3551703"/>
                <a:ext cx="154800" cy="2628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811E270-6486-CB6E-B8E0-E77B9DAAE92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895646" y="3533703"/>
                  <a:ext cx="1904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1B4B60D-471B-8D2E-D727-5E33A98BCB6C}"/>
                    </a:ext>
                  </a:extLst>
                </p14:cNvPr>
                <p14:cNvContentPartPr/>
                <p14:nvPr/>
              </p14:nvContentPartPr>
              <p14:xfrm>
                <a:off x="11121726" y="3442263"/>
                <a:ext cx="49680" cy="52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1B4B60D-471B-8D2E-D727-5E33A98BCB6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103726" y="3424263"/>
                  <a:ext cx="85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EE7D07C-279A-CDCB-4446-63A3B624B9F0}"/>
                    </a:ext>
                  </a:extLst>
                </p14:cNvPr>
                <p14:cNvContentPartPr/>
                <p14:nvPr/>
              </p14:nvContentPartPr>
              <p14:xfrm>
                <a:off x="250446" y="2493303"/>
                <a:ext cx="473040" cy="366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EE7D07C-279A-CDCB-4446-63A3B624B9F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32446" y="2475663"/>
                  <a:ext cx="5086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FCAFBA2-5027-C002-E849-C04D156C8F6B}"/>
                    </a:ext>
                  </a:extLst>
                </p14:cNvPr>
                <p14:cNvContentPartPr/>
                <p14:nvPr/>
              </p14:nvContentPartPr>
              <p14:xfrm>
                <a:off x="409206" y="3364503"/>
                <a:ext cx="30600" cy="194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FCAFBA2-5027-C002-E849-C04D156C8F6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91206" y="3346863"/>
                  <a:ext cx="662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19FB469-A231-34E5-AB35-646B565F981D}"/>
                    </a:ext>
                  </a:extLst>
                </p14:cNvPr>
                <p14:cNvContentPartPr/>
                <p14:nvPr/>
              </p14:nvContentPartPr>
              <p14:xfrm>
                <a:off x="387606" y="3137703"/>
                <a:ext cx="184320" cy="708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19FB469-A231-34E5-AB35-646B565F981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69606" y="3119703"/>
                  <a:ext cx="21996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29C9EF8-02F3-70A0-F6FC-2EE6F3171F50}"/>
                    </a:ext>
                  </a:extLst>
                </p14:cNvPr>
                <p14:cNvContentPartPr/>
                <p14:nvPr/>
              </p14:nvContentPartPr>
              <p14:xfrm>
                <a:off x="1141806" y="2641623"/>
                <a:ext cx="620280" cy="565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29C9EF8-02F3-70A0-F6FC-2EE6F3171F5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23806" y="2623983"/>
                  <a:ext cx="65592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D84DF9F-DCEE-A261-83FB-B9DA8ED85336}"/>
                    </a:ext>
                  </a:extLst>
                </p14:cNvPr>
                <p14:cNvContentPartPr/>
                <p14:nvPr/>
              </p14:nvContentPartPr>
              <p14:xfrm>
                <a:off x="2223966" y="2690943"/>
                <a:ext cx="639720" cy="1922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D84DF9F-DCEE-A261-83FB-B9DA8ED8533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06326" y="2673303"/>
                  <a:ext cx="6753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E08F9CF-A2D4-A08B-55FD-D51039EBF27F}"/>
                    </a:ext>
                  </a:extLst>
                </p14:cNvPr>
                <p14:cNvContentPartPr/>
                <p14:nvPr/>
              </p14:nvContentPartPr>
              <p14:xfrm>
                <a:off x="3436086" y="2674383"/>
                <a:ext cx="303840" cy="619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E08F9CF-A2D4-A08B-55FD-D51039EBF27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418086" y="2656743"/>
                  <a:ext cx="33948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1079F28-0FDE-9D62-00DE-C611F9C6BC7F}"/>
                    </a:ext>
                  </a:extLst>
                </p14:cNvPr>
                <p14:cNvContentPartPr/>
                <p14:nvPr/>
              </p14:nvContentPartPr>
              <p14:xfrm>
                <a:off x="1115526" y="3294663"/>
                <a:ext cx="236520" cy="362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1079F28-0FDE-9D62-00DE-C611F9C6BC7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97886" y="3276663"/>
                  <a:ext cx="27216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29B8AFD-A33F-A281-EE76-63B1225B2B97}"/>
                    </a:ext>
                  </a:extLst>
                </p14:cNvPr>
                <p14:cNvContentPartPr/>
                <p14:nvPr/>
              </p14:nvContentPartPr>
              <p14:xfrm>
                <a:off x="1445286" y="3501303"/>
                <a:ext cx="130320" cy="164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29B8AFD-A33F-A281-EE76-63B1225B2B9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427286" y="3483663"/>
                  <a:ext cx="165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5CCCDF9-A18B-0761-0B4E-EDCB99B50106}"/>
                    </a:ext>
                  </a:extLst>
                </p14:cNvPr>
                <p14:cNvContentPartPr/>
                <p14:nvPr/>
              </p14:nvContentPartPr>
              <p14:xfrm>
                <a:off x="1672086" y="3398343"/>
                <a:ext cx="73080" cy="298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5CCCDF9-A18B-0761-0B4E-EDCB99B5010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654446" y="3380343"/>
                  <a:ext cx="1087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AF6E9BB-BEDB-4F80-D43A-F599213528DB}"/>
                    </a:ext>
                  </a:extLst>
                </p14:cNvPr>
                <p14:cNvContentPartPr/>
                <p14:nvPr/>
              </p14:nvContentPartPr>
              <p14:xfrm>
                <a:off x="1597206" y="3479343"/>
                <a:ext cx="169560" cy="11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AF6E9BB-BEDB-4F80-D43A-F599213528D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579206" y="3461703"/>
                  <a:ext cx="205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EF7C298-0E95-997A-1844-C7AC31D22D24}"/>
                    </a:ext>
                  </a:extLst>
                </p14:cNvPr>
                <p14:cNvContentPartPr/>
                <p14:nvPr/>
              </p14:nvContentPartPr>
              <p14:xfrm>
                <a:off x="1793046" y="3525063"/>
                <a:ext cx="118800" cy="206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EF7C298-0E95-997A-1844-C7AC31D22D2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775406" y="3507423"/>
                  <a:ext cx="1544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2684DB7-C83C-E105-CA37-5C801E5F8EA9}"/>
                    </a:ext>
                  </a:extLst>
                </p14:cNvPr>
                <p14:cNvContentPartPr/>
                <p14:nvPr/>
              </p14:nvContentPartPr>
              <p14:xfrm>
                <a:off x="2009766" y="3547023"/>
                <a:ext cx="162000" cy="1724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2684DB7-C83C-E105-CA37-5C801E5F8EA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991766" y="3529023"/>
                  <a:ext cx="197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C0A613-17EE-C012-B1B7-BB4BDB370308}"/>
                    </a:ext>
                  </a:extLst>
                </p14:cNvPr>
                <p14:cNvContentPartPr/>
                <p14:nvPr/>
              </p14:nvContentPartPr>
              <p14:xfrm>
                <a:off x="2196606" y="3589863"/>
                <a:ext cx="167400" cy="130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2C0A613-17EE-C012-B1B7-BB4BDB37030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78966" y="3571863"/>
                  <a:ext cx="2030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336F750-E7F0-9A61-D7FD-928532FC57BE}"/>
                    </a:ext>
                  </a:extLst>
                </p14:cNvPr>
                <p14:cNvContentPartPr/>
                <p14:nvPr/>
              </p14:nvContentPartPr>
              <p14:xfrm>
                <a:off x="2389206" y="3407343"/>
                <a:ext cx="186840" cy="303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336F750-E7F0-9A61-D7FD-928532FC57B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371206" y="3389703"/>
                  <a:ext cx="2224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E73508A-35D8-7B63-42A3-3013093FDBCF}"/>
                    </a:ext>
                  </a:extLst>
                </p14:cNvPr>
                <p14:cNvContentPartPr/>
                <p14:nvPr/>
              </p14:nvContentPartPr>
              <p14:xfrm>
                <a:off x="2686566" y="3571863"/>
                <a:ext cx="172080" cy="167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E73508A-35D8-7B63-42A3-3013093FDBC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668566" y="3554223"/>
                  <a:ext cx="2077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B17077C-BED1-686E-A4EC-CC8E63AEA299}"/>
                    </a:ext>
                  </a:extLst>
                </p14:cNvPr>
                <p14:cNvContentPartPr/>
                <p14:nvPr/>
              </p14:nvContentPartPr>
              <p14:xfrm>
                <a:off x="2875926" y="3601383"/>
                <a:ext cx="241200" cy="155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B17077C-BED1-686E-A4EC-CC8E63AEA29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857926" y="3583383"/>
                  <a:ext cx="276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941AF9D-4AF6-51CC-4403-A874595C488F}"/>
                    </a:ext>
                  </a:extLst>
                </p14:cNvPr>
                <p14:cNvContentPartPr/>
                <p14:nvPr/>
              </p14:nvContentPartPr>
              <p14:xfrm>
                <a:off x="3153846" y="3505983"/>
                <a:ext cx="614160" cy="5652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941AF9D-4AF6-51CC-4403-A874595C488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35846" y="3487983"/>
                  <a:ext cx="64980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679495F-3F33-EE94-8454-9C57AAC7821E}"/>
                    </a:ext>
                  </a:extLst>
                </p14:cNvPr>
                <p14:cNvContentPartPr/>
                <p14:nvPr/>
              </p14:nvContentPartPr>
              <p14:xfrm>
                <a:off x="4283526" y="2566023"/>
                <a:ext cx="729360" cy="406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679495F-3F33-EE94-8454-9C57AAC7821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265526" y="2548383"/>
                  <a:ext cx="7650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16105DF-86DA-2811-DC11-A5CE0956AE92}"/>
                    </a:ext>
                  </a:extLst>
                </p14:cNvPr>
                <p14:cNvContentPartPr/>
                <p14:nvPr/>
              </p14:nvContentPartPr>
              <p14:xfrm>
                <a:off x="4234566" y="2681223"/>
                <a:ext cx="159480" cy="28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16105DF-86DA-2811-DC11-A5CE0956AE9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216926" y="2663223"/>
                  <a:ext cx="195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EA78AF4-9778-56FB-FA81-477DA3C604BA}"/>
                    </a:ext>
                  </a:extLst>
                </p14:cNvPr>
                <p14:cNvContentPartPr/>
                <p14:nvPr/>
              </p14:nvContentPartPr>
              <p14:xfrm>
                <a:off x="4646406" y="3404463"/>
                <a:ext cx="445680" cy="7394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EA78AF4-9778-56FB-FA81-477DA3C604B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628406" y="3386463"/>
                  <a:ext cx="48132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DDCC860-5CB0-6C0F-D541-AC5EA64D78F2}"/>
                    </a:ext>
                  </a:extLst>
                </p14:cNvPr>
                <p14:cNvContentPartPr/>
                <p14:nvPr/>
              </p14:nvContentPartPr>
              <p14:xfrm>
                <a:off x="5548566" y="2497623"/>
                <a:ext cx="1602720" cy="741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DCC860-5CB0-6C0F-D541-AC5EA64D78F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530926" y="2479623"/>
                  <a:ext cx="1638360" cy="77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1E953C9-1380-6BA6-F451-B79F5D166D72}"/>
                    </a:ext>
                  </a:extLst>
                </p14:cNvPr>
                <p14:cNvContentPartPr/>
                <p14:nvPr/>
              </p14:nvContentPartPr>
              <p14:xfrm>
                <a:off x="7140846" y="2631903"/>
                <a:ext cx="27720" cy="22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1E953C9-1380-6BA6-F451-B79F5D166D7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122846" y="2614263"/>
                  <a:ext cx="633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D9084D6-9E2A-8F2E-5B27-EAB18BD8A914}"/>
                    </a:ext>
                  </a:extLst>
                </p14:cNvPr>
                <p14:cNvContentPartPr/>
                <p14:nvPr/>
              </p14:nvContentPartPr>
              <p14:xfrm>
                <a:off x="7231926" y="2724423"/>
                <a:ext cx="211680" cy="182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D9084D6-9E2A-8F2E-5B27-EAB18BD8A91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213926" y="2706783"/>
                  <a:ext cx="2473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0073B16-FA67-2E03-763B-0D56165B1B77}"/>
                    </a:ext>
                  </a:extLst>
                </p14:cNvPr>
                <p14:cNvContentPartPr/>
                <p14:nvPr/>
              </p14:nvContentPartPr>
              <p14:xfrm>
                <a:off x="7338486" y="2768703"/>
                <a:ext cx="290880" cy="4849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0073B16-FA67-2E03-763B-0D56165B1B7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320486" y="2750703"/>
                  <a:ext cx="32652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DB50FBB-FD4C-01C3-2497-18CA5925C29A}"/>
                    </a:ext>
                  </a:extLst>
                </p14:cNvPr>
                <p14:cNvContentPartPr/>
                <p14:nvPr/>
              </p14:nvContentPartPr>
              <p14:xfrm>
                <a:off x="5484846" y="3513183"/>
                <a:ext cx="694080" cy="5335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DB50FBB-FD4C-01C3-2497-18CA5925C29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466846" y="3495543"/>
                  <a:ext cx="72972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B3E90E9-EC8F-4D45-8458-FD4A51225579}"/>
                    </a:ext>
                  </a:extLst>
                </p14:cNvPr>
                <p14:cNvContentPartPr/>
                <p14:nvPr/>
              </p14:nvContentPartPr>
              <p14:xfrm>
                <a:off x="6509766" y="3354423"/>
                <a:ext cx="90000" cy="351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B3E90E9-EC8F-4D45-8458-FD4A5122557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91766" y="3336423"/>
                  <a:ext cx="1256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BCD943C-B801-9F5E-D2EF-0081D3E29197}"/>
                    </a:ext>
                  </a:extLst>
                </p14:cNvPr>
                <p14:cNvContentPartPr/>
                <p14:nvPr/>
              </p14:nvContentPartPr>
              <p14:xfrm>
                <a:off x="6418326" y="3479343"/>
                <a:ext cx="769320" cy="193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BCD943C-B801-9F5E-D2EF-0081D3E2919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400326" y="3461343"/>
                  <a:ext cx="8049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2EA921E-6BD5-F8C0-828D-FEFFF4ECA662}"/>
                    </a:ext>
                  </a:extLst>
                </p14:cNvPr>
                <p14:cNvContentPartPr/>
                <p14:nvPr/>
              </p14:nvContentPartPr>
              <p14:xfrm>
                <a:off x="7513086" y="3396903"/>
                <a:ext cx="710640" cy="316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2EA921E-6BD5-F8C0-828D-FEFFF4ECA66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495086" y="3379263"/>
                  <a:ext cx="7462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374E849-902E-5D2C-362A-9CC250B17153}"/>
                    </a:ext>
                  </a:extLst>
                </p14:cNvPr>
                <p14:cNvContentPartPr/>
                <p14:nvPr/>
              </p14:nvContentPartPr>
              <p14:xfrm>
                <a:off x="8298606" y="3556743"/>
                <a:ext cx="229320" cy="1260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374E849-902E-5D2C-362A-9CC250B1715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280966" y="3539103"/>
                  <a:ext cx="2649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CCAF8AE-04E2-16DB-3483-A136E57D8B9A}"/>
                    </a:ext>
                  </a:extLst>
                </p14:cNvPr>
                <p14:cNvContentPartPr/>
                <p14:nvPr/>
              </p14:nvContentPartPr>
              <p14:xfrm>
                <a:off x="8594886" y="3526503"/>
                <a:ext cx="185040" cy="147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CCAF8AE-04E2-16DB-3483-A136E57D8B9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577246" y="3508503"/>
                  <a:ext cx="220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BC7C2B3-887F-1526-E471-660B817BFEB3}"/>
                    </a:ext>
                  </a:extLst>
                </p14:cNvPr>
                <p14:cNvContentPartPr/>
                <p14:nvPr/>
              </p14:nvContentPartPr>
              <p14:xfrm>
                <a:off x="8897646" y="3503823"/>
                <a:ext cx="139320" cy="146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BC7C2B3-887F-1526-E471-660B817BFEB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879646" y="3485823"/>
                  <a:ext cx="1749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0BB34D0-B4B3-B69A-54B6-EA53EBF7A23F}"/>
                    </a:ext>
                  </a:extLst>
                </p14:cNvPr>
                <p14:cNvContentPartPr/>
                <p14:nvPr/>
              </p14:nvContentPartPr>
              <p14:xfrm>
                <a:off x="139926" y="4183503"/>
                <a:ext cx="85680" cy="211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0BB34D0-B4B3-B69A-54B6-EA53EBF7A23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21926" y="4165863"/>
                  <a:ext cx="1213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DABCE7E-BAC2-9D75-CCCA-E4D76DECE785}"/>
                    </a:ext>
                  </a:extLst>
                </p14:cNvPr>
                <p14:cNvContentPartPr/>
                <p14:nvPr/>
              </p14:nvContentPartPr>
              <p14:xfrm>
                <a:off x="229926" y="4269903"/>
                <a:ext cx="29160" cy="144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DABCE7E-BAC2-9D75-CCCA-E4D76DECE78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12286" y="4251903"/>
                  <a:ext cx="648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747D56D-CE2E-447C-1AC6-E143B4607AD9}"/>
                    </a:ext>
                  </a:extLst>
                </p14:cNvPr>
                <p14:cNvContentPartPr/>
                <p14:nvPr/>
              </p14:nvContentPartPr>
              <p14:xfrm>
                <a:off x="264846" y="4060383"/>
                <a:ext cx="74880" cy="486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747D56D-CE2E-447C-1AC6-E143B4607AD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47206" y="4042743"/>
                  <a:ext cx="11052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6090E9C-CBCC-5D17-7EE3-3D79FE0C1B77}"/>
                    </a:ext>
                  </a:extLst>
                </p14:cNvPr>
                <p14:cNvContentPartPr/>
                <p14:nvPr/>
              </p14:nvContentPartPr>
              <p14:xfrm>
                <a:off x="689646" y="4197183"/>
                <a:ext cx="73800" cy="276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6090E9C-CBCC-5D17-7EE3-3D79FE0C1B7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71646" y="4179183"/>
                  <a:ext cx="109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AF0CDC6-CBEC-1580-9728-8A3AB4F662F0}"/>
                    </a:ext>
                  </a:extLst>
                </p14:cNvPr>
                <p14:cNvContentPartPr/>
                <p14:nvPr/>
              </p14:nvContentPartPr>
              <p14:xfrm>
                <a:off x="730686" y="4192143"/>
                <a:ext cx="203400" cy="242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AF0CDC6-CBEC-1580-9728-8A3AB4F662F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12686" y="4174503"/>
                  <a:ext cx="2390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1D2FB4D-7B4A-D914-2368-8EB8FD7C8A7E}"/>
                    </a:ext>
                  </a:extLst>
                </p14:cNvPr>
                <p14:cNvContentPartPr/>
                <p14:nvPr/>
              </p14:nvContentPartPr>
              <p14:xfrm>
                <a:off x="1032366" y="4282143"/>
                <a:ext cx="172440" cy="156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1D2FB4D-7B4A-D914-2368-8EB8FD7C8A7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14366" y="4264143"/>
                  <a:ext cx="208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2156E95-5078-EAE4-1622-65ABC3E4C2C7}"/>
                    </a:ext>
                  </a:extLst>
                </p14:cNvPr>
                <p14:cNvContentPartPr/>
                <p14:nvPr/>
              </p14:nvContentPartPr>
              <p14:xfrm>
                <a:off x="1285086" y="4186743"/>
                <a:ext cx="31680" cy="255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2156E95-5078-EAE4-1622-65ABC3E4C2C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267086" y="4168743"/>
                  <a:ext cx="673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B3FF8B3-7435-52EC-1D71-458543792E41}"/>
                    </a:ext>
                  </a:extLst>
                </p14:cNvPr>
                <p14:cNvContentPartPr/>
                <p14:nvPr/>
              </p14:nvContentPartPr>
              <p14:xfrm>
                <a:off x="1448886" y="4193583"/>
                <a:ext cx="29520" cy="2876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B3FF8B3-7435-52EC-1D71-458543792E4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431246" y="4175583"/>
                  <a:ext cx="651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E85A255-8451-3492-D7F3-C1046CC73698}"/>
                    </a:ext>
                  </a:extLst>
                </p14:cNvPr>
                <p14:cNvContentPartPr/>
                <p14:nvPr/>
              </p14:nvContentPartPr>
              <p14:xfrm>
                <a:off x="1342326" y="4303743"/>
                <a:ext cx="268200" cy="155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E85A255-8451-3492-D7F3-C1046CC7369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324686" y="4285743"/>
                  <a:ext cx="3038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10EC5B0-69DD-C3E5-B56D-8D15BDE2D6E1}"/>
                    </a:ext>
                  </a:extLst>
                </p14:cNvPr>
                <p14:cNvContentPartPr/>
                <p14:nvPr/>
              </p14:nvContentPartPr>
              <p14:xfrm>
                <a:off x="1591806" y="4191783"/>
                <a:ext cx="39960" cy="26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10EC5B0-69DD-C3E5-B56D-8D15BDE2D6E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573806" y="4173783"/>
                  <a:ext cx="75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6DFCFFD-7D6C-87FB-FEEA-9B7FA08B056C}"/>
                    </a:ext>
                  </a:extLst>
                </p14:cNvPr>
                <p14:cNvContentPartPr/>
                <p14:nvPr/>
              </p14:nvContentPartPr>
              <p14:xfrm>
                <a:off x="1626366" y="4294023"/>
                <a:ext cx="76680" cy="4197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6DFCFFD-7D6C-87FB-FEEA-9B7FA08B056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608366" y="4276383"/>
                  <a:ext cx="11232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76C0626-828A-6B1C-928A-753F27247587}"/>
                    </a:ext>
                  </a:extLst>
                </p14:cNvPr>
                <p14:cNvContentPartPr/>
                <p14:nvPr/>
              </p14:nvContentPartPr>
              <p14:xfrm>
                <a:off x="1601526" y="4300863"/>
                <a:ext cx="190800" cy="151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76C0626-828A-6B1C-928A-753F2724758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583526" y="4282863"/>
                  <a:ext cx="2264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55B81F5-BF7F-3F40-2E35-58DA69FC9453}"/>
                    </a:ext>
                  </a:extLst>
                </p14:cNvPr>
                <p14:cNvContentPartPr/>
                <p14:nvPr/>
              </p14:nvContentPartPr>
              <p14:xfrm>
                <a:off x="1851726" y="4155423"/>
                <a:ext cx="32760" cy="303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55B81F5-BF7F-3F40-2E35-58DA69FC945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833726" y="4137783"/>
                  <a:ext cx="684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6D6A55D-FB4F-02B0-6CB3-C9263A2BE60F}"/>
                    </a:ext>
                  </a:extLst>
                </p14:cNvPr>
                <p14:cNvContentPartPr/>
                <p14:nvPr/>
              </p14:nvContentPartPr>
              <p14:xfrm>
                <a:off x="1942086" y="4279263"/>
                <a:ext cx="181440" cy="370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6D6A55D-FB4F-02B0-6CB3-C9263A2BE60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924086" y="4261263"/>
                  <a:ext cx="2170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E54BB70-4CAA-E385-9559-53B4CA30D6CE}"/>
                    </a:ext>
                  </a:extLst>
                </p14:cNvPr>
                <p14:cNvContentPartPr/>
                <p14:nvPr/>
              </p14:nvContentPartPr>
              <p14:xfrm>
                <a:off x="2480646" y="4136343"/>
                <a:ext cx="24840" cy="247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E54BB70-4CAA-E385-9559-53B4CA30D6C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463006" y="4118703"/>
                  <a:ext cx="60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7AADAE0-3145-B176-EE20-7A493A609D40}"/>
                    </a:ext>
                  </a:extLst>
                </p14:cNvPr>
                <p14:cNvContentPartPr/>
                <p14:nvPr/>
              </p14:nvContentPartPr>
              <p14:xfrm>
                <a:off x="2367606" y="4145703"/>
                <a:ext cx="491040" cy="2628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7AADAE0-3145-B176-EE20-7A493A609D4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349606" y="4128063"/>
                  <a:ext cx="5266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601EAC5-3D78-AA78-2A6D-5A4EA2C0F891}"/>
                    </a:ext>
                  </a:extLst>
                </p14:cNvPr>
                <p14:cNvContentPartPr/>
                <p14:nvPr/>
              </p14:nvContentPartPr>
              <p14:xfrm>
                <a:off x="3139086" y="4107543"/>
                <a:ext cx="294840" cy="3182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601EAC5-3D78-AA78-2A6D-5A4EA2C0F89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121446" y="4089543"/>
                  <a:ext cx="3304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3E3B0EE-6CAA-5341-F4FD-62A8C3155912}"/>
                    </a:ext>
                  </a:extLst>
                </p14:cNvPr>
                <p14:cNvContentPartPr/>
                <p14:nvPr/>
              </p14:nvContentPartPr>
              <p14:xfrm>
                <a:off x="3491526" y="4253703"/>
                <a:ext cx="128520" cy="1429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3E3B0EE-6CAA-5341-F4FD-62A8C315591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473886" y="4235703"/>
                  <a:ext cx="1641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A4F6CFF-C354-FE88-BBFC-2F0B45B7E40F}"/>
                    </a:ext>
                  </a:extLst>
                </p14:cNvPr>
                <p14:cNvContentPartPr/>
                <p14:nvPr/>
              </p14:nvContentPartPr>
              <p14:xfrm>
                <a:off x="3674766" y="4260183"/>
                <a:ext cx="263160" cy="1544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A4F6CFF-C354-FE88-BBFC-2F0B45B7E40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657126" y="4242183"/>
                  <a:ext cx="2988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9ACC670-AECE-E796-54F1-69C3DB414FE3}"/>
                    </a:ext>
                  </a:extLst>
                </p14:cNvPr>
                <p14:cNvContentPartPr/>
                <p14:nvPr/>
              </p14:nvContentPartPr>
              <p14:xfrm>
                <a:off x="3987606" y="4263063"/>
                <a:ext cx="137880" cy="181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9ACC670-AECE-E796-54F1-69C3DB414FE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969606" y="4245063"/>
                  <a:ext cx="1735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C265756-FDE3-0A08-067F-41BF256B1FA4}"/>
                    </a:ext>
                  </a:extLst>
                </p14:cNvPr>
                <p14:cNvContentPartPr/>
                <p14:nvPr/>
              </p14:nvContentPartPr>
              <p14:xfrm>
                <a:off x="4176966" y="4299063"/>
                <a:ext cx="146160" cy="1674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C265756-FDE3-0A08-067F-41BF256B1FA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158966" y="4281063"/>
                  <a:ext cx="1818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609880D-EB4D-C7F2-828B-CED32078BFB3}"/>
                    </a:ext>
                  </a:extLst>
                </p14:cNvPr>
                <p14:cNvContentPartPr/>
                <p14:nvPr/>
              </p14:nvContentPartPr>
              <p14:xfrm>
                <a:off x="4414206" y="4148943"/>
                <a:ext cx="22680" cy="315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609880D-EB4D-C7F2-828B-CED32078BFB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396566" y="4131303"/>
                  <a:ext cx="583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10E0F0C-4C99-D274-76D2-DC802634ADCF}"/>
                    </a:ext>
                  </a:extLst>
                </p14:cNvPr>
                <p14:cNvContentPartPr/>
                <p14:nvPr/>
              </p14:nvContentPartPr>
              <p14:xfrm>
                <a:off x="4449126" y="4335423"/>
                <a:ext cx="200520" cy="1270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10E0F0C-4C99-D274-76D2-DC802634ADC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431486" y="4317783"/>
                  <a:ext cx="2361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1640F9D-ADBD-2375-9A7F-AD1D27B2BED5}"/>
                    </a:ext>
                  </a:extLst>
                </p14:cNvPr>
                <p14:cNvContentPartPr/>
                <p14:nvPr/>
              </p14:nvContentPartPr>
              <p14:xfrm>
                <a:off x="4289286" y="4186023"/>
                <a:ext cx="277920" cy="25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1640F9D-ADBD-2375-9A7F-AD1D27B2BED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271286" y="4168383"/>
                  <a:ext cx="313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0B89C82-2A6A-A342-9FC0-C025BED4509A}"/>
                    </a:ext>
                  </a:extLst>
                </p14:cNvPr>
                <p14:cNvContentPartPr/>
                <p14:nvPr/>
              </p14:nvContentPartPr>
              <p14:xfrm>
                <a:off x="4936206" y="4202583"/>
                <a:ext cx="359280" cy="552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0B89C82-2A6A-A342-9FC0-C025BED4509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918206" y="4184943"/>
                  <a:ext cx="39492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9E12B5A-8EBD-7213-88B0-E440401E4C54}"/>
                    </a:ext>
                  </a:extLst>
                </p14:cNvPr>
                <p14:cNvContentPartPr/>
                <p14:nvPr/>
              </p14:nvContentPartPr>
              <p14:xfrm>
                <a:off x="5428686" y="4265943"/>
                <a:ext cx="117360" cy="172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9E12B5A-8EBD-7213-88B0-E440401E4C5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410686" y="4248303"/>
                  <a:ext cx="1530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17FB08E-BB96-A42A-8D87-2913C6700356}"/>
                    </a:ext>
                  </a:extLst>
                </p14:cNvPr>
                <p14:cNvContentPartPr/>
                <p14:nvPr/>
              </p14:nvContentPartPr>
              <p14:xfrm>
                <a:off x="5615526" y="4279983"/>
                <a:ext cx="351360" cy="174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17FB08E-BB96-A42A-8D87-2913C670035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597526" y="4262343"/>
                  <a:ext cx="3870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D3F8E99-E9C1-6354-D97C-0BD33305CA67}"/>
                    </a:ext>
                  </a:extLst>
                </p14:cNvPr>
                <p14:cNvContentPartPr/>
                <p14:nvPr/>
              </p14:nvContentPartPr>
              <p14:xfrm>
                <a:off x="6117726" y="4272783"/>
                <a:ext cx="304560" cy="1994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D3F8E99-E9C1-6354-D97C-0BD33305CA6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100086" y="4255143"/>
                  <a:ext cx="3402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84D1637-1A0B-B2B4-BE9A-8C7028486F7B}"/>
                    </a:ext>
                  </a:extLst>
                </p14:cNvPr>
                <p14:cNvContentPartPr/>
                <p14:nvPr/>
              </p14:nvContentPartPr>
              <p14:xfrm>
                <a:off x="6518766" y="4181343"/>
                <a:ext cx="246240" cy="2584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84D1637-1A0B-B2B4-BE9A-8C7028486F7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500766" y="4163703"/>
                  <a:ext cx="2818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B38E72C-23CE-FFF2-92F6-5CF4C04C3144}"/>
                    </a:ext>
                  </a:extLst>
                </p14:cNvPr>
                <p14:cNvContentPartPr/>
                <p14:nvPr/>
              </p14:nvContentPartPr>
              <p14:xfrm>
                <a:off x="6837366" y="4303023"/>
                <a:ext cx="305640" cy="1580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B38E72C-23CE-FFF2-92F6-5CF4C04C314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819366" y="4285023"/>
                  <a:ext cx="3412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5B8EADE-ACF7-02A1-968D-AB429DD7F594}"/>
                    </a:ext>
                  </a:extLst>
                </p14:cNvPr>
                <p14:cNvContentPartPr/>
                <p14:nvPr/>
              </p14:nvContentPartPr>
              <p14:xfrm>
                <a:off x="7241646" y="4261623"/>
                <a:ext cx="135360" cy="1414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5B8EADE-ACF7-02A1-968D-AB429DD7F59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223646" y="4243623"/>
                  <a:ext cx="1710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7ED1742-47BD-E45E-1B1A-A3051D56F9E9}"/>
                    </a:ext>
                  </a:extLst>
                </p14:cNvPr>
                <p14:cNvContentPartPr/>
                <p14:nvPr/>
              </p14:nvContentPartPr>
              <p14:xfrm>
                <a:off x="7559526" y="4156143"/>
                <a:ext cx="171720" cy="269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7ED1742-47BD-E45E-1B1A-A3051D56F9E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541526" y="4138503"/>
                  <a:ext cx="2073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71D633C-7020-3629-7E77-723F0FC6475E}"/>
                    </a:ext>
                  </a:extLst>
                </p14:cNvPr>
                <p14:cNvContentPartPr/>
                <p14:nvPr/>
              </p14:nvContentPartPr>
              <p14:xfrm>
                <a:off x="7835646" y="4368183"/>
                <a:ext cx="54000" cy="1335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71D633C-7020-3629-7E77-723F0FC6475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818006" y="4350183"/>
                  <a:ext cx="89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F2B3736-1E69-3694-BCAD-D68E1D0694AA}"/>
                    </a:ext>
                  </a:extLst>
                </p14:cNvPr>
                <p14:cNvContentPartPr/>
                <p14:nvPr/>
              </p14:nvContentPartPr>
              <p14:xfrm>
                <a:off x="7940766" y="4193943"/>
                <a:ext cx="34560" cy="529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F2B3736-1E69-3694-BCAD-D68E1D0694A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922766" y="4176303"/>
                  <a:ext cx="702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E94A69C-185D-89CB-0BE0-14A55C81E6DB}"/>
                    </a:ext>
                  </a:extLst>
                </p14:cNvPr>
                <p14:cNvContentPartPr/>
                <p14:nvPr/>
              </p14:nvContentPartPr>
              <p14:xfrm>
                <a:off x="8392206" y="4116183"/>
                <a:ext cx="171720" cy="335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E94A69C-185D-89CB-0BE0-14A55C81E6D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374566" y="4098183"/>
                  <a:ext cx="2073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27B5511-5B91-D9F2-AC38-EE7615E7EA8D}"/>
                    </a:ext>
                  </a:extLst>
                </p14:cNvPr>
                <p14:cNvContentPartPr/>
                <p14:nvPr/>
              </p14:nvContentPartPr>
              <p14:xfrm>
                <a:off x="8577606" y="4290423"/>
                <a:ext cx="254520" cy="484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27B5511-5B91-D9F2-AC38-EE7615E7EA8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559966" y="4272783"/>
                  <a:ext cx="29016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748E651-65F3-0704-484C-B923D4A6137A}"/>
                    </a:ext>
                  </a:extLst>
                </p14:cNvPr>
                <p14:cNvContentPartPr/>
                <p14:nvPr/>
              </p14:nvContentPartPr>
              <p14:xfrm>
                <a:off x="9162606" y="4246863"/>
                <a:ext cx="228600" cy="153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748E651-65F3-0704-484C-B923D4A6137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144606" y="4228863"/>
                  <a:ext cx="264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0C611E2-062E-E50C-0C11-29528A5B28CD}"/>
                    </a:ext>
                  </a:extLst>
                </p14:cNvPr>
                <p14:cNvContentPartPr/>
                <p14:nvPr/>
              </p14:nvContentPartPr>
              <p14:xfrm>
                <a:off x="9651486" y="4254063"/>
                <a:ext cx="186120" cy="169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0C611E2-062E-E50C-0C11-29528A5B28C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633486" y="4236063"/>
                  <a:ext cx="221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C091032-E266-BFEB-79D8-CB6170A3761C}"/>
                    </a:ext>
                  </a:extLst>
                </p14:cNvPr>
                <p14:cNvContentPartPr/>
                <p14:nvPr/>
              </p14:nvContentPartPr>
              <p14:xfrm>
                <a:off x="9877206" y="4288263"/>
                <a:ext cx="93600" cy="1342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C091032-E266-BFEB-79D8-CB6170A3761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859566" y="4270623"/>
                  <a:ext cx="1292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8C65798-0D40-C347-5FCA-CC3C0C28CA00}"/>
                    </a:ext>
                  </a:extLst>
                </p14:cNvPr>
                <p14:cNvContentPartPr/>
                <p14:nvPr/>
              </p14:nvContentPartPr>
              <p14:xfrm>
                <a:off x="10034886" y="4294743"/>
                <a:ext cx="126720" cy="1382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8C65798-0D40-C347-5FCA-CC3C0C28CA0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016886" y="4277103"/>
                  <a:ext cx="162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D31DC45-AC64-CD92-5F1C-0E9C64AEF7E8}"/>
                    </a:ext>
                  </a:extLst>
                </p14:cNvPr>
                <p14:cNvContentPartPr/>
                <p14:nvPr/>
              </p14:nvContentPartPr>
              <p14:xfrm>
                <a:off x="10317846" y="4213743"/>
                <a:ext cx="818640" cy="3751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D31DC45-AC64-CD92-5F1C-0E9C64AEF7E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300206" y="4195743"/>
                  <a:ext cx="8542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1A0E6D1-713B-106F-0B51-0A60CE106A89}"/>
                    </a:ext>
                  </a:extLst>
                </p14:cNvPr>
                <p14:cNvContentPartPr/>
                <p14:nvPr/>
              </p14:nvContentPartPr>
              <p14:xfrm>
                <a:off x="10231806" y="4317783"/>
                <a:ext cx="50400" cy="86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1A0E6D1-713B-106F-0B51-0A60CE106A8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214166" y="4300143"/>
                  <a:ext cx="86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43CB25C-EDA7-091A-C455-E9C104F225FA}"/>
                    </a:ext>
                  </a:extLst>
                </p14:cNvPr>
                <p14:cNvContentPartPr/>
                <p14:nvPr/>
              </p14:nvContentPartPr>
              <p14:xfrm>
                <a:off x="675606" y="4657983"/>
                <a:ext cx="1221480" cy="3103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43CB25C-EDA7-091A-C455-E9C104F225F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57966" y="4639983"/>
                  <a:ext cx="12571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A992361-D087-66FD-B64A-74C02FFC978C}"/>
                    </a:ext>
                  </a:extLst>
                </p14:cNvPr>
                <p14:cNvContentPartPr/>
                <p14:nvPr/>
              </p14:nvContentPartPr>
              <p14:xfrm>
                <a:off x="1789446" y="4755543"/>
                <a:ext cx="205560" cy="37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A992361-D087-66FD-B64A-74C02FFC978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771446" y="4737543"/>
                  <a:ext cx="2412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231C5C8-0A41-83E7-CEA5-B944447D584D}"/>
                    </a:ext>
                  </a:extLst>
                </p14:cNvPr>
                <p14:cNvContentPartPr/>
                <p14:nvPr/>
              </p14:nvContentPartPr>
              <p14:xfrm>
                <a:off x="2235126" y="4727823"/>
                <a:ext cx="283680" cy="5680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231C5C8-0A41-83E7-CEA5-B944447D584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217126" y="4709823"/>
                  <a:ext cx="31932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8029C42-A2E2-7C7E-C901-33033B5EE83B}"/>
                    </a:ext>
                  </a:extLst>
                </p14:cNvPr>
                <p14:cNvContentPartPr/>
                <p14:nvPr/>
              </p14:nvContentPartPr>
              <p14:xfrm>
                <a:off x="2728326" y="4722783"/>
                <a:ext cx="234720" cy="3160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8029C42-A2E2-7C7E-C901-33033B5EE83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710686" y="4705143"/>
                  <a:ext cx="2703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C2DB32E-95EA-0C75-3892-E99A55E77DAE}"/>
                    </a:ext>
                  </a:extLst>
                </p14:cNvPr>
                <p14:cNvContentPartPr/>
                <p14:nvPr/>
              </p14:nvContentPartPr>
              <p14:xfrm>
                <a:off x="2856486" y="4837263"/>
                <a:ext cx="191880" cy="550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C2DB32E-95EA-0C75-3892-E99A55E77DA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838846" y="4819623"/>
                  <a:ext cx="2275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5AA8383-3D4F-9004-A8BE-6B01C70C6902}"/>
                    </a:ext>
                  </a:extLst>
                </p14:cNvPr>
                <p14:cNvContentPartPr/>
                <p14:nvPr/>
              </p14:nvContentPartPr>
              <p14:xfrm>
                <a:off x="3189846" y="5018703"/>
                <a:ext cx="4320" cy="64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5AA8383-3D4F-9004-A8BE-6B01C70C690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172206" y="5000703"/>
                  <a:ext cx="3996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76771C8-B3BE-EB3C-77E2-DF95887CE0F1}"/>
              </a:ext>
            </a:extLst>
          </p:cNvPr>
          <p:cNvGrpSpPr/>
          <p:nvPr/>
        </p:nvGrpSpPr>
        <p:grpSpPr>
          <a:xfrm>
            <a:off x="173406" y="5109423"/>
            <a:ext cx="387000" cy="489240"/>
            <a:chOff x="173406" y="5109423"/>
            <a:chExt cx="387000" cy="48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4AACFD6-E668-379A-96AE-AA42DEEE92EC}"/>
                    </a:ext>
                  </a:extLst>
                </p14:cNvPr>
                <p14:cNvContentPartPr/>
                <p14:nvPr/>
              </p14:nvContentPartPr>
              <p14:xfrm>
                <a:off x="185646" y="5368263"/>
                <a:ext cx="7200" cy="180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4AACFD6-E668-379A-96AE-AA42DEEE92E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67646" y="5350263"/>
                  <a:ext cx="428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257A814-3C68-CECA-CBD8-DEAF0F5FD3BF}"/>
                    </a:ext>
                  </a:extLst>
                </p14:cNvPr>
                <p14:cNvContentPartPr/>
                <p14:nvPr/>
              </p14:nvContentPartPr>
              <p14:xfrm>
                <a:off x="173406" y="5325783"/>
                <a:ext cx="33840" cy="173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257A814-3C68-CECA-CBD8-DEAF0F5FD3B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55406" y="5307783"/>
                  <a:ext cx="69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E7DA639-B7D2-F1B4-C2D2-8CB87D197A07}"/>
                    </a:ext>
                  </a:extLst>
                </p14:cNvPr>
                <p14:cNvContentPartPr/>
                <p14:nvPr/>
              </p14:nvContentPartPr>
              <p14:xfrm>
                <a:off x="282486" y="5337663"/>
                <a:ext cx="9720" cy="1422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E7DA639-B7D2-F1B4-C2D2-8CB87D197A0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64846" y="5320023"/>
                  <a:ext cx="453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57F0597-5CEB-9211-7DCD-0985D9C583CC}"/>
                    </a:ext>
                  </a:extLst>
                </p14:cNvPr>
                <p14:cNvContentPartPr/>
                <p14:nvPr/>
              </p14:nvContentPartPr>
              <p14:xfrm>
                <a:off x="387606" y="5320023"/>
                <a:ext cx="4680" cy="1692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57F0597-5CEB-9211-7DCD-0985D9C583C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69606" y="5302383"/>
                  <a:ext cx="40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A0FF1E0-F516-3734-20D9-D3FEDFDCECF8}"/>
                    </a:ext>
                  </a:extLst>
                </p14:cNvPr>
                <p14:cNvContentPartPr/>
                <p14:nvPr/>
              </p14:nvContentPartPr>
              <p14:xfrm>
                <a:off x="411366" y="5109423"/>
                <a:ext cx="149040" cy="489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A0FF1E0-F516-3734-20D9-D3FEDFDCECF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93366" y="5091423"/>
                  <a:ext cx="184680" cy="52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827CA997-7F18-2C51-7EA4-960EFDC9F778}"/>
              </a:ext>
            </a:extLst>
          </p:cNvPr>
          <p:cNvGrpSpPr/>
          <p:nvPr/>
        </p:nvGrpSpPr>
        <p:grpSpPr>
          <a:xfrm>
            <a:off x="868926" y="5243703"/>
            <a:ext cx="1226160" cy="311040"/>
            <a:chOff x="868926" y="5243703"/>
            <a:chExt cx="122616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C2DB0CF-3CB8-3105-1B22-238E75D3A793}"/>
                    </a:ext>
                  </a:extLst>
                </p14:cNvPr>
                <p14:cNvContentPartPr/>
                <p14:nvPr/>
              </p14:nvContentPartPr>
              <p14:xfrm>
                <a:off x="868926" y="5250183"/>
                <a:ext cx="225720" cy="3045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C2DB0CF-3CB8-3105-1B22-238E75D3A79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51286" y="5232183"/>
                  <a:ext cx="2613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30F31E9-4A31-209E-64A2-9B3C7DEC32D5}"/>
                    </a:ext>
                  </a:extLst>
                </p14:cNvPr>
                <p14:cNvContentPartPr/>
                <p14:nvPr/>
              </p14:nvContentPartPr>
              <p14:xfrm>
                <a:off x="1174926" y="5271423"/>
                <a:ext cx="186840" cy="2754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30F31E9-4A31-209E-64A2-9B3C7DEC32D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56926" y="5253423"/>
                  <a:ext cx="2224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B565C05-24BD-3468-3F75-E48159E1274D}"/>
                    </a:ext>
                  </a:extLst>
                </p14:cNvPr>
                <p14:cNvContentPartPr/>
                <p14:nvPr/>
              </p14:nvContentPartPr>
              <p14:xfrm>
                <a:off x="1404606" y="5259183"/>
                <a:ext cx="141120" cy="2851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B565C05-24BD-3468-3F75-E48159E1274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386606" y="5241543"/>
                  <a:ext cx="1767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31E4FD2-3308-9C57-9B3A-602D6F81384C}"/>
                    </a:ext>
                  </a:extLst>
                </p14:cNvPr>
                <p14:cNvContentPartPr/>
                <p14:nvPr/>
              </p14:nvContentPartPr>
              <p14:xfrm>
                <a:off x="1803486" y="5243703"/>
                <a:ext cx="291600" cy="294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31E4FD2-3308-9C57-9B3A-602D6F81384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785486" y="5226063"/>
                  <a:ext cx="3272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59CA772-9EFA-508C-6631-E2FD2EF8253E}"/>
                    </a:ext>
                  </a:extLst>
                </p14:cNvPr>
                <p14:cNvContentPartPr/>
                <p14:nvPr/>
              </p14:nvContentPartPr>
              <p14:xfrm>
                <a:off x="1835886" y="5339103"/>
                <a:ext cx="176040" cy="302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59CA772-9EFA-508C-6631-E2FD2EF8253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818246" y="5321103"/>
                  <a:ext cx="21168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75DA0299-FF0C-2EFD-F697-EB3806005559}"/>
              </a:ext>
            </a:extLst>
          </p:cNvPr>
          <p:cNvGrpSpPr/>
          <p:nvPr/>
        </p:nvGrpSpPr>
        <p:grpSpPr>
          <a:xfrm>
            <a:off x="2590806" y="5305623"/>
            <a:ext cx="544320" cy="286200"/>
            <a:chOff x="2590806" y="5305623"/>
            <a:chExt cx="54432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9FD80D4-9A09-FF60-2ABF-BCCABAD3E42A}"/>
                    </a:ext>
                  </a:extLst>
                </p14:cNvPr>
                <p14:cNvContentPartPr/>
                <p14:nvPr/>
              </p14:nvContentPartPr>
              <p14:xfrm>
                <a:off x="2590806" y="5305623"/>
                <a:ext cx="544320" cy="2862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9FD80D4-9A09-FF60-2ABF-BCCABAD3E42A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572806" y="5287983"/>
                  <a:ext cx="5799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2926DF9-4653-5C08-9D82-296D57704E67}"/>
                    </a:ext>
                  </a:extLst>
                </p14:cNvPr>
                <p14:cNvContentPartPr/>
                <p14:nvPr/>
              </p14:nvContentPartPr>
              <p14:xfrm>
                <a:off x="2617446" y="5372583"/>
                <a:ext cx="211680" cy="277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2926DF9-4653-5C08-9D82-296D57704E6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599806" y="5354583"/>
                  <a:ext cx="24732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405A20B7-9BEF-EA95-9C82-E9ABF9FD73EF}"/>
              </a:ext>
            </a:extLst>
          </p:cNvPr>
          <p:cNvGrpSpPr/>
          <p:nvPr/>
        </p:nvGrpSpPr>
        <p:grpSpPr>
          <a:xfrm>
            <a:off x="3416646" y="5197623"/>
            <a:ext cx="1303920" cy="318960"/>
            <a:chOff x="3416646" y="5197623"/>
            <a:chExt cx="130392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518901D-E768-927E-7863-A7299579FF33}"/>
                    </a:ext>
                  </a:extLst>
                </p14:cNvPr>
                <p14:cNvContentPartPr/>
                <p14:nvPr/>
              </p14:nvContentPartPr>
              <p14:xfrm>
                <a:off x="3416646" y="5197623"/>
                <a:ext cx="1303920" cy="3189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518901D-E768-927E-7863-A7299579FF3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398646" y="5179983"/>
                  <a:ext cx="13395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C82F956-862C-EE8F-B636-424557C9BB94}"/>
                    </a:ext>
                  </a:extLst>
                </p14:cNvPr>
                <p14:cNvContentPartPr/>
                <p14:nvPr/>
              </p14:nvContentPartPr>
              <p14:xfrm>
                <a:off x="4407726" y="5250543"/>
                <a:ext cx="210960" cy="424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C82F956-862C-EE8F-B636-424557C9BB9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389726" y="5232543"/>
                  <a:ext cx="24660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20548C02-F0FD-C953-8781-CB17641150BF}"/>
              </a:ext>
            </a:extLst>
          </p:cNvPr>
          <p:cNvGrpSpPr/>
          <p:nvPr/>
        </p:nvGrpSpPr>
        <p:grpSpPr>
          <a:xfrm>
            <a:off x="5064006" y="5190783"/>
            <a:ext cx="3405240" cy="601920"/>
            <a:chOff x="5064006" y="5190783"/>
            <a:chExt cx="3405240" cy="60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D923E5B-6BDD-4D35-BAC9-3A7B0D002918}"/>
                    </a:ext>
                  </a:extLst>
                </p14:cNvPr>
                <p14:cNvContentPartPr/>
                <p14:nvPr/>
              </p14:nvContentPartPr>
              <p14:xfrm>
                <a:off x="5064006" y="5218143"/>
                <a:ext cx="263160" cy="5745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D923E5B-6BDD-4D35-BAC9-3A7B0D00291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046006" y="5200143"/>
                  <a:ext cx="29880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AC32809-449A-6E65-E4F7-AAF5BF9D4137}"/>
                    </a:ext>
                  </a:extLst>
                </p14:cNvPr>
                <p14:cNvContentPartPr/>
                <p14:nvPr/>
              </p14:nvContentPartPr>
              <p14:xfrm>
                <a:off x="5598966" y="5326143"/>
                <a:ext cx="586080" cy="1720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AC32809-449A-6E65-E4F7-AAF5BF9D413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581326" y="5308503"/>
                  <a:ext cx="621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DCC1248-BF6D-92DF-02F3-EB1A2A7F4D8C}"/>
                    </a:ext>
                  </a:extLst>
                </p14:cNvPr>
                <p14:cNvContentPartPr/>
                <p14:nvPr/>
              </p14:nvContentPartPr>
              <p14:xfrm>
                <a:off x="6454326" y="5197983"/>
                <a:ext cx="653760" cy="2865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DCC1248-BF6D-92DF-02F3-EB1A2A7F4D8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436326" y="5180343"/>
                  <a:ext cx="6894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54234A4-F4A0-F72D-C5E6-4830267142D3}"/>
                    </a:ext>
                  </a:extLst>
                </p14:cNvPr>
                <p14:cNvContentPartPr/>
                <p14:nvPr/>
              </p14:nvContentPartPr>
              <p14:xfrm>
                <a:off x="7186926" y="5315343"/>
                <a:ext cx="284400" cy="1152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54234A4-F4A0-F72D-C5E6-4830267142D3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169286" y="5297703"/>
                  <a:ext cx="3200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E7E4B44-E15E-47C8-0857-87018C3CC504}"/>
                    </a:ext>
                  </a:extLst>
                </p14:cNvPr>
                <p14:cNvContentPartPr/>
                <p14:nvPr/>
              </p14:nvContentPartPr>
              <p14:xfrm>
                <a:off x="7543326" y="5291583"/>
                <a:ext cx="180360" cy="1162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E7E4B44-E15E-47C8-0857-87018C3CC50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525326" y="5273583"/>
                  <a:ext cx="216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FD4854F-6435-6A83-F609-C88B256BEC3E}"/>
                    </a:ext>
                  </a:extLst>
                </p14:cNvPr>
                <p14:cNvContentPartPr/>
                <p14:nvPr/>
              </p14:nvContentPartPr>
              <p14:xfrm>
                <a:off x="7915566" y="5199063"/>
                <a:ext cx="174600" cy="2152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FD4854F-6435-6A83-F609-C88B256BEC3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897566" y="5181423"/>
                  <a:ext cx="2102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7E283C9-7376-E5F3-6032-8B4A078F814D}"/>
                    </a:ext>
                  </a:extLst>
                </p14:cNvPr>
                <p14:cNvContentPartPr/>
                <p14:nvPr/>
              </p14:nvContentPartPr>
              <p14:xfrm>
                <a:off x="8106726" y="5371143"/>
                <a:ext cx="77760" cy="1198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7E283C9-7376-E5F3-6032-8B4A078F814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088726" y="5353503"/>
                  <a:ext cx="113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8979BAB-7A93-18C3-9A1C-4D931E70E773}"/>
                    </a:ext>
                  </a:extLst>
                </p14:cNvPr>
                <p14:cNvContentPartPr/>
                <p14:nvPr/>
              </p14:nvContentPartPr>
              <p14:xfrm>
                <a:off x="8134806" y="5190783"/>
                <a:ext cx="29160" cy="432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8979BAB-7A93-18C3-9A1C-4D931E70E77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117166" y="5172783"/>
                  <a:ext cx="648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07E281A-4A9D-640E-8FC8-928F5CA035F4}"/>
                    </a:ext>
                  </a:extLst>
                </p14:cNvPr>
                <p14:cNvContentPartPr/>
                <p14:nvPr/>
              </p14:nvContentPartPr>
              <p14:xfrm>
                <a:off x="8358726" y="5415783"/>
                <a:ext cx="110520" cy="1573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07E281A-4A9D-640E-8FC8-928F5CA035F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341086" y="5398143"/>
                  <a:ext cx="14616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5CF75C1-E8AF-6A17-AC21-1ED431B922A3}"/>
              </a:ext>
            </a:extLst>
          </p:cNvPr>
          <p:cNvGrpSpPr/>
          <p:nvPr/>
        </p:nvGrpSpPr>
        <p:grpSpPr>
          <a:xfrm>
            <a:off x="8882886" y="5079543"/>
            <a:ext cx="294120" cy="413640"/>
            <a:chOff x="8882886" y="5079543"/>
            <a:chExt cx="294120" cy="41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1C7325F-5A53-9030-EFA1-BF2446A812DA}"/>
                    </a:ext>
                  </a:extLst>
                </p14:cNvPr>
                <p14:cNvContentPartPr/>
                <p14:nvPr/>
              </p14:nvContentPartPr>
              <p14:xfrm>
                <a:off x="8882886" y="5079543"/>
                <a:ext cx="158040" cy="4136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1C7325F-5A53-9030-EFA1-BF2446A812D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865246" y="5061903"/>
                  <a:ext cx="19368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8217DC9-31CA-368B-CB3C-A7921094A4CA}"/>
                    </a:ext>
                  </a:extLst>
                </p14:cNvPr>
                <p14:cNvContentPartPr/>
                <p14:nvPr/>
              </p14:nvContentPartPr>
              <p14:xfrm>
                <a:off x="8947326" y="5227143"/>
                <a:ext cx="229680" cy="2361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8217DC9-31CA-368B-CB3C-A7921094A4C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929686" y="5209503"/>
                  <a:ext cx="26532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FB83A64B-4017-6EDF-6828-3A7298198B31}"/>
              </a:ext>
            </a:extLst>
          </p:cNvPr>
          <p:cNvGrpSpPr/>
          <p:nvPr/>
        </p:nvGrpSpPr>
        <p:grpSpPr>
          <a:xfrm>
            <a:off x="9556086" y="5119143"/>
            <a:ext cx="1098000" cy="338040"/>
            <a:chOff x="9556086" y="5119143"/>
            <a:chExt cx="109800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8128FE4-764C-706E-DBE3-1A1253D1CAAB}"/>
                    </a:ext>
                  </a:extLst>
                </p14:cNvPr>
                <p14:cNvContentPartPr/>
                <p14:nvPr/>
              </p14:nvContentPartPr>
              <p14:xfrm>
                <a:off x="9619446" y="5119143"/>
                <a:ext cx="91440" cy="3380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8128FE4-764C-706E-DBE3-1A1253D1CAA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601806" y="5101503"/>
                  <a:ext cx="1270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6FA6074-6DDD-E5BA-881A-5B58903E11E1}"/>
                    </a:ext>
                  </a:extLst>
                </p14:cNvPr>
                <p14:cNvContentPartPr/>
                <p14:nvPr/>
              </p14:nvContentPartPr>
              <p14:xfrm>
                <a:off x="9556086" y="5262423"/>
                <a:ext cx="281160" cy="1692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6FA6074-6DDD-E5BA-881A-5B58903E11E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538446" y="5244423"/>
                  <a:ext cx="3168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C88334F-92B8-DEDD-D7E1-16515D539815}"/>
                    </a:ext>
                  </a:extLst>
                </p14:cNvPr>
                <p14:cNvContentPartPr/>
                <p14:nvPr/>
              </p14:nvContentPartPr>
              <p14:xfrm>
                <a:off x="9865686" y="5181423"/>
                <a:ext cx="34560" cy="486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C88334F-92B8-DEDD-D7E1-16515D53981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847686" y="5163783"/>
                  <a:ext cx="70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2BBEB0C-E401-D978-F72B-04849A985587}"/>
                    </a:ext>
                  </a:extLst>
                </p14:cNvPr>
                <p14:cNvContentPartPr/>
                <p14:nvPr/>
              </p14:nvContentPartPr>
              <p14:xfrm>
                <a:off x="9970446" y="5309223"/>
                <a:ext cx="301320" cy="133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2BBEB0C-E401-D978-F72B-04849A98558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952806" y="5291223"/>
                  <a:ext cx="336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77154B8-4B8D-88F8-E98B-E9E412D62F5C}"/>
                    </a:ext>
                  </a:extLst>
                </p14:cNvPr>
                <p14:cNvContentPartPr/>
                <p14:nvPr/>
              </p14:nvContentPartPr>
              <p14:xfrm>
                <a:off x="10374366" y="5260263"/>
                <a:ext cx="279720" cy="1497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77154B8-4B8D-88F8-E98B-E9E412D62F5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356366" y="5242263"/>
                  <a:ext cx="315360" cy="18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2BF867C8-AEF1-3FB1-4A31-7251750CC333}"/>
              </a:ext>
            </a:extLst>
          </p:cNvPr>
          <p:cNvGrpSpPr/>
          <p:nvPr/>
        </p:nvGrpSpPr>
        <p:grpSpPr>
          <a:xfrm>
            <a:off x="10960086" y="5085303"/>
            <a:ext cx="840600" cy="303840"/>
            <a:chOff x="10960086" y="5085303"/>
            <a:chExt cx="84060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CC2613B-ECD0-F9D2-73D7-B80252C0D299}"/>
                    </a:ext>
                  </a:extLst>
                </p14:cNvPr>
                <p14:cNvContentPartPr/>
                <p14:nvPr/>
              </p14:nvContentPartPr>
              <p14:xfrm>
                <a:off x="11179326" y="5085303"/>
                <a:ext cx="621360" cy="3038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CC2613B-ECD0-F9D2-73D7-B80252C0D299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161686" y="5067303"/>
                  <a:ext cx="6570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99EDDF0-656F-9C9F-C1F3-D28E901EE227}"/>
                    </a:ext>
                  </a:extLst>
                </p14:cNvPr>
                <p14:cNvContentPartPr/>
                <p14:nvPr/>
              </p14:nvContentPartPr>
              <p14:xfrm>
                <a:off x="10960086" y="5178543"/>
                <a:ext cx="208440" cy="414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99EDDF0-656F-9C9F-C1F3-D28E901EE22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942086" y="5160543"/>
                  <a:ext cx="24408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45AA33E9-24C4-7877-9E84-F2A2DB4F22FD}"/>
              </a:ext>
            </a:extLst>
          </p:cNvPr>
          <p:cNvGrpSpPr/>
          <p:nvPr/>
        </p:nvGrpSpPr>
        <p:grpSpPr>
          <a:xfrm>
            <a:off x="465366" y="5848503"/>
            <a:ext cx="2575080" cy="666000"/>
            <a:chOff x="465366" y="5848503"/>
            <a:chExt cx="2575080" cy="66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26DFEF3-E60F-7A7B-ACCD-1B0FF19ECB8C}"/>
                    </a:ext>
                  </a:extLst>
                </p14:cNvPr>
                <p14:cNvContentPartPr/>
                <p14:nvPr/>
              </p14:nvContentPartPr>
              <p14:xfrm>
                <a:off x="465366" y="5998263"/>
                <a:ext cx="126720" cy="1810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26DFEF3-E60F-7A7B-ACCD-1B0FF19ECB8C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47366" y="5980263"/>
                  <a:ext cx="162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C255826-9B2B-0BF2-F9B6-965A86DA4925}"/>
                    </a:ext>
                  </a:extLst>
                </p14:cNvPr>
                <p14:cNvContentPartPr/>
                <p14:nvPr/>
              </p14:nvContentPartPr>
              <p14:xfrm>
                <a:off x="642846" y="6045783"/>
                <a:ext cx="154080" cy="1306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C255826-9B2B-0BF2-F9B6-965A86DA4925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24846" y="6027783"/>
                  <a:ext cx="189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70C4223-A8EF-A2BC-6DE9-4B01F75DA4B7}"/>
                    </a:ext>
                  </a:extLst>
                </p14:cNvPr>
                <p14:cNvContentPartPr/>
                <p14:nvPr/>
              </p14:nvContentPartPr>
              <p14:xfrm>
                <a:off x="857406" y="6033543"/>
                <a:ext cx="630000" cy="2156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70C4223-A8EF-A2BC-6DE9-4B01F75DA4B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39766" y="6015903"/>
                  <a:ext cx="6656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1E73D46-3C3E-26C1-CAC3-4B5B008CE131}"/>
                    </a:ext>
                  </a:extLst>
                </p14:cNvPr>
                <p14:cNvContentPartPr/>
                <p14:nvPr/>
              </p14:nvContentPartPr>
              <p14:xfrm>
                <a:off x="1554366" y="6030663"/>
                <a:ext cx="88920" cy="4413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1E73D46-3C3E-26C1-CAC3-4B5B008CE13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536726" y="6013023"/>
                  <a:ext cx="12456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F0EF243-ADDE-B0AC-141D-34AB6B0C3ECE}"/>
                    </a:ext>
                  </a:extLst>
                </p14:cNvPr>
                <p14:cNvContentPartPr/>
                <p14:nvPr/>
              </p14:nvContentPartPr>
              <p14:xfrm>
                <a:off x="1561926" y="6065583"/>
                <a:ext cx="184680" cy="1382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F0EF243-ADDE-B0AC-141D-34AB6B0C3ECE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543926" y="6047943"/>
                  <a:ext cx="2203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E9CD870-BB56-277D-B447-4FE77ACC0B01}"/>
                    </a:ext>
                  </a:extLst>
                </p14:cNvPr>
                <p14:cNvContentPartPr/>
                <p14:nvPr/>
              </p14:nvContentPartPr>
              <p14:xfrm>
                <a:off x="1717446" y="6052263"/>
                <a:ext cx="428400" cy="1335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E9CD870-BB56-277D-B447-4FE77ACC0B0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699446" y="6034263"/>
                  <a:ext cx="4640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77AE3A6-C334-5050-24BF-3E1F94F6F97C}"/>
                    </a:ext>
                  </a:extLst>
                </p14:cNvPr>
                <p14:cNvContentPartPr/>
                <p14:nvPr/>
              </p14:nvContentPartPr>
              <p14:xfrm>
                <a:off x="2246646" y="5865423"/>
                <a:ext cx="331200" cy="3168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77AE3A6-C334-5050-24BF-3E1F94F6F97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228646" y="5847783"/>
                  <a:ext cx="3668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059FC32-898F-D72A-9D7B-55CBF6FF0CFE}"/>
                    </a:ext>
                  </a:extLst>
                </p14:cNvPr>
                <p14:cNvContentPartPr/>
                <p14:nvPr/>
              </p14:nvContentPartPr>
              <p14:xfrm>
                <a:off x="2626086" y="5848503"/>
                <a:ext cx="14040" cy="352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059FC32-898F-D72A-9D7B-55CBF6FF0CF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608086" y="5830863"/>
                  <a:ext cx="496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8587AD5-129F-9466-044B-509C5AFE7152}"/>
                    </a:ext>
                  </a:extLst>
                </p14:cNvPr>
                <p14:cNvContentPartPr/>
                <p14:nvPr/>
              </p14:nvContentPartPr>
              <p14:xfrm>
                <a:off x="2541126" y="6005103"/>
                <a:ext cx="499320" cy="5094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8587AD5-129F-9466-044B-509C5AFE7152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523486" y="5987463"/>
                  <a:ext cx="534960" cy="54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C13361B9-F575-953E-34B2-B363CF44FE9D}"/>
              </a:ext>
            </a:extLst>
          </p:cNvPr>
          <p:cNvGrpSpPr/>
          <p:nvPr/>
        </p:nvGrpSpPr>
        <p:grpSpPr>
          <a:xfrm>
            <a:off x="3469566" y="5839863"/>
            <a:ext cx="1660320" cy="373680"/>
            <a:chOff x="3469566" y="5839863"/>
            <a:chExt cx="1660320" cy="3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9AEFEA7-7862-E077-C10C-E4DFFAF7D7EE}"/>
                    </a:ext>
                  </a:extLst>
                </p14:cNvPr>
                <p14:cNvContentPartPr/>
                <p14:nvPr/>
              </p14:nvContentPartPr>
              <p14:xfrm>
                <a:off x="3469566" y="5839863"/>
                <a:ext cx="1501200" cy="3736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9AEFEA7-7862-E077-C10C-E4DFFAF7D7E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451926" y="5822223"/>
                  <a:ext cx="153684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F7AB63B-3C97-8AFF-E206-326CDC5AC853}"/>
                    </a:ext>
                  </a:extLst>
                </p14:cNvPr>
                <p14:cNvContentPartPr/>
                <p14:nvPr/>
              </p14:nvContentPartPr>
              <p14:xfrm>
                <a:off x="4786446" y="6012303"/>
                <a:ext cx="343440" cy="1735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F7AB63B-3C97-8AFF-E206-326CDC5AC853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768806" y="5994663"/>
                  <a:ext cx="379080" cy="20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6926F30E-DEAF-2B46-938D-4E72CC689953}"/>
                  </a:ext>
                </a:extLst>
              </p14:cNvPr>
              <p14:cNvContentPartPr/>
              <p14:nvPr/>
            </p14:nvContentPartPr>
            <p14:xfrm>
              <a:off x="5779326" y="5844543"/>
              <a:ext cx="433080" cy="68040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6926F30E-DEAF-2B46-938D-4E72CC689953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5761326" y="5826903"/>
                <a:ext cx="468720" cy="71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862083E5-FC71-E86E-F1CB-0F0946519C3F}"/>
                  </a:ext>
                </a:extLst>
              </p14:cNvPr>
              <p14:cNvContentPartPr/>
              <p14:nvPr/>
            </p14:nvContentPartPr>
            <p14:xfrm>
              <a:off x="6809646" y="5998983"/>
              <a:ext cx="328680" cy="18468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862083E5-FC71-E86E-F1CB-0F0946519C3F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6792006" y="5980983"/>
                <a:ext cx="364320" cy="22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5" name="Group 284">
            <a:extLst>
              <a:ext uri="{FF2B5EF4-FFF2-40B4-BE49-F238E27FC236}">
                <a16:creationId xmlns:a16="http://schemas.microsoft.com/office/drawing/2014/main" id="{D8097E3F-2C64-A870-7C4D-01AE12CCCADB}"/>
              </a:ext>
            </a:extLst>
          </p:cNvPr>
          <p:cNvGrpSpPr/>
          <p:nvPr/>
        </p:nvGrpSpPr>
        <p:grpSpPr>
          <a:xfrm>
            <a:off x="7522446" y="5833383"/>
            <a:ext cx="1927800" cy="700200"/>
            <a:chOff x="7522446" y="5833383"/>
            <a:chExt cx="1927800" cy="70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FBFE736-CCC2-3F05-EFDA-3848250ED17F}"/>
                    </a:ext>
                  </a:extLst>
                </p14:cNvPr>
                <p14:cNvContentPartPr/>
                <p14:nvPr/>
              </p14:nvContentPartPr>
              <p14:xfrm>
                <a:off x="7522446" y="5851023"/>
                <a:ext cx="449640" cy="3232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FBFE736-CCC2-3F05-EFDA-3848250ED17F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504806" y="5833383"/>
                  <a:ext cx="4852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91A38E3-4AD0-0C98-94AC-7C23C9D1522B}"/>
                    </a:ext>
                  </a:extLst>
                </p14:cNvPr>
                <p14:cNvContentPartPr/>
                <p14:nvPr/>
              </p14:nvContentPartPr>
              <p14:xfrm>
                <a:off x="7926006" y="5833383"/>
                <a:ext cx="45000" cy="414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91A38E3-4AD0-0C98-94AC-7C23C9D1522B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908366" y="5815383"/>
                  <a:ext cx="806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A35427D2-33E9-89E0-EE73-40669248C6DB}"/>
                    </a:ext>
                  </a:extLst>
                </p14:cNvPr>
                <p14:cNvContentPartPr/>
                <p14:nvPr/>
              </p14:nvContentPartPr>
              <p14:xfrm>
                <a:off x="7922046" y="5843823"/>
                <a:ext cx="378360" cy="6897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A35427D2-33E9-89E0-EE73-40669248C6D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904406" y="5826183"/>
                  <a:ext cx="41400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46D88BB-0C35-610A-2D56-813B00E0E287}"/>
                    </a:ext>
                  </a:extLst>
                </p14:cNvPr>
                <p14:cNvContentPartPr/>
                <p14:nvPr/>
              </p14:nvContentPartPr>
              <p14:xfrm>
                <a:off x="8316246" y="5977023"/>
                <a:ext cx="560880" cy="1947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46D88BB-0C35-610A-2D56-813B00E0E287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298246" y="5959023"/>
                  <a:ext cx="5965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CA64752-9FAE-E872-7ED7-D453506338A6}"/>
                    </a:ext>
                  </a:extLst>
                </p14:cNvPr>
                <p14:cNvContentPartPr/>
                <p14:nvPr/>
              </p14:nvContentPartPr>
              <p14:xfrm>
                <a:off x="8960646" y="5995023"/>
                <a:ext cx="162360" cy="1267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CA64752-9FAE-E872-7ED7-D453506338A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943006" y="5977383"/>
                  <a:ext cx="198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7E6A2BC-035E-D900-BFF9-E9AE3308AAFE}"/>
                    </a:ext>
                  </a:extLst>
                </p14:cNvPr>
                <p14:cNvContentPartPr/>
                <p14:nvPr/>
              </p14:nvContentPartPr>
              <p14:xfrm>
                <a:off x="9258366" y="5858943"/>
                <a:ext cx="96840" cy="2606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7E6A2BC-035E-D900-BFF9-E9AE3308AAFE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9240726" y="5840943"/>
                  <a:ext cx="1324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FBA6EFE-D962-056C-9AEB-49EB9FE48568}"/>
                    </a:ext>
                  </a:extLst>
                </p14:cNvPr>
                <p14:cNvContentPartPr/>
                <p14:nvPr/>
              </p14:nvContentPartPr>
              <p14:xfrm>
                <a:off x="9226326" y="5848503"/>
                <a:ext cx="223920" cy="619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FBA6EFE-D962-056C-9AEB-49EB9FE48568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208686" y="5830863"/>
                  <a:ext cx="25956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19074707-E9B6-7253-F2D4-774087CE1AC5}"/>
              </a:ext>
            </a:extLst>
          </p:cNvPr>
          <p:cNvGrpSpPr/>
          <p:nvPr/>
        </p:nvGrpSpPr>
        <p:grpSpPr>
          <a:xfrm>
            <a:off x="9930846" y="5857503"/>
            <a:ext cx="1783080" cy="537480"/>
            <a:chOff x="9930846" y="5857503"/>
            <a:chExt cx="1783080" cy="5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6FBB2DE6-385B-A773-B2A5-5BA75F1B1B78}"/>
                    </a:ext>
                  </a:extLst>
                </p14:cNvPr>
                <p14:cNvContentPartPr/>
                <p14:nvPr/>
              </p14:nvContentPartPr>
              <p14:xfrm>
                <a:off x="9930846" y="5857503"/>
                <a:ext cx="838440" cy="3315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6FBB2DE6-385B-A773-B2A5-5BA75F1B1B7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913206" y="5839863"/>
                  <a:ext cx="87408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5A8C29A-6C70-B50E-DEAC-7EE186FF72C9}"/>
                    </a:ext>
                  </a:extLst>
                </p14:cNvPr>
                <p14:cNvContentPartPr/>
                <p14:nvPr/>
              </p14:nvContentPartPr>
              <p14:xfrm>
                <a:off x="10845606" y="5990343"/>
                <a:ext cx="277920" cy="1540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5A8C29A-6C70-B50E-DEAC-7EE186FF72C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827606" y="5972343"/>
                  <a:ext cx="3135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EF43523-EA4E-025F-585A-03F3B20CD53D}"/>
                    </a:ext>
                  </a:extLst>
                </p14:cNvPr>
                <p14:cNvContentPartPr/>
                <p14:nvPr/>
              </p14:nvContentPartPr>
              <p14:xfrm>
                <a:off x="11184006" y="6026703"/>
                <a:ext cx="200880" cy="1537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EF43523-EA4E-025F-585A-03F3B20CD53D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1166366" y="6008703"/>
                  <a:ext cx="2365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18CD8CD6-5C37-BDA0-EB39-043500F305B0}"/>
                    </a:ext>
                  </a:extLst>
                </p14:cNvPr>
                <p14:cNvContentPartPr/>
                <p14:nvPr/>
              </p14:nvContentPartPr>
              <p14:xfrm>
                <a:off x="11347446" y="6081783"/>
                <a:ext cx="366480" cy="3132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18CD8CD6-5C37-BDA0-EB39-043500F305B0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1329446" y="6063783"/>
                  <a:ext cx="4021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7EAF350-520B-9BCF-09E9-C4C8EA5B63AF}"/>
                    </a:ext>
                  </a:extLst>
                </p14:cNvPr>
                <p14:cNvContentPartPr/>
                <p14:nvPr/>
              </p14:nvContentPartPr>
              <p14:xfrm>
                <a:off x="11595846" y="5897823"/>
                <a:ext cx="60480" cy="781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7EAF350-520B-9BCF-09E9-C4C8EA5B63AF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578206" y="5879823"/>
                  <a:ext cx="96120" cy="11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0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D3CFACB1-D3AA-7F99-3360-EB6633C4A19C}"/>
                  </a:ext>
                </a:extLst>
              </p14:cNvPr>
              <p14:cNvContentPartPr/>
              <p14:nvPr/>
            </p14:nvContentPartPr>
            <p14:xfrm>
              <a:off x="12148806" y="6257463"/>
              <a:ext cx="39960" cy="3636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D3CFACB1-D3AA-7F99-3360-EB6633C4A19C}"/>
                  </a:ext>
                </a:extLst>
              </p:cNvPr>
              <p:cNvPicPr/>
              <p:nvPr/>
            </p:nvPicPr>
            <p:blipFill>
              <a:blip r:embed="rId471"/>
              <a:stretch>
                <a:fillRect/>
              </a:stretch>
            </p:blipFill>
            <p:spPr>
              <a:xfrm>
                <a:off x="12130806" y="6239463"/>
                <a:ext cx="756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747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5473721-81D1-9590-1514-8BCBAF68A317}"/>
              </a:ext>
            </a:extLst>
          </p:cNvPr>
          <p:cNvGrpSpPr/>
          <p:nvPr/>
        </p:nvGrpSpPr>
        <p:grpSpPr>
          <a:xfrm>
            <a:off x="320286" y="280023"/>
            <a:ext cx="111600" cy="430200"/>
            <a:chOff x="320286" y="280023"/>
            <a:chExt cx="11160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BBA5A86-7584-8758-9807-4C552AE6E970}"/>
                    </a:ext>
                  </a:extLst>
                </p14:cNvPr>
                <p14:cNvContentPartPr/>
                <p14:nvPr/>
              </p14:nvContentPartPr>
              <p14:xfrm>
                <a:off x="320286" y="378303"/>
                <a:ext cx="50040" cy="211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BBA5A86-7584-8758-9807-4C552AE6E97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2286" y="360303"/>
                  <a:ext cx="856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F8DB4EE-357F-984E-0B48-D3C5C527336D}"/>
                    </a:ext>
                  </a:extLst>
                </p14:cNvPr>
                <p14:cNvContentPartPr/>
                <p14:nvPr/>
              </p14:nvContentPartPr>
              <p14:xfrm>
                <a:off x="326406" y="280023"/>
                <a:ext cx="105480" cy="430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F8DB4EE-357F-984E-0B48-D3C5C527336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8766" y="262383"/>
                  <a:ext cx="141120" cy="46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414671D-383F-4D66-6DBF-157735F10C6F}"/>
                  </a:ext>
                </a:extLst>
              </p14:cNvPr>
              <p14:cNvContentPartPr/>
              <p14:nvPr/>
            </p14:nvContentPartPr>
            <p14:xfrm>
              <a:off x="1081326" y="254463"/>
              <a:ext cx="259200" cy="1411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414671D-383F-4D66-6DBF-157735F10C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3686" y="236463"/>
                <a:ext cx="294840" cy="14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D0DA047-CA03-5F67-9133-81DF7E832A56}"/>
                  </a:ext>
                </a:extLst>
              </p14:cNvPr>
              <p14:cNvContentPartPr/>
              <p14:nvPr/>
            </p14:nvContentPartPr>
            <p14:xfrm>
              <a:off x="1596846" y="360303"/>
              <a:ext cx="132480" cy="199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D0DA047-CA03-5F67-9133-81DF7E832A5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79206" y="342663"/>
                <a:ext cx="1681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CDC93FC-F7D3-87ED-2492-43F735937F24}"/>
                  </a:ext>
                </a:extLst>
              </p14:cNvPr>
              <p14:cNvContentPartPr/>
              <p14:nvPr/>
            </p14:nvContentPartPr>
            <p14:xfrm>
              <a:off x="2184366" y="334383"/>
              <a:ext cx="222120" cy="176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CDC93FC-F7D3-87ED-2492-43F735937F2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66726" y="316383"/>
                <a:ext cx="25776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5B1AE9D-33FB-F6A1-FC58-C2D8FCCBBD03}"/>
                  </a:ext>
                </a:extLst>
              </p14:cNvPr>
              <p14:cNvContentPartPr/>
              <p14:nvPr/>
            </p14:nvContentPartPr>
            <p14:xfrm>
              <a:off x="2895366" y="282183"/>
              <a:ext cx="189000" cy="226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5B1AE9D-33FB-F6A1-FC58-C2D8FCCBBD0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77366" y="264183"/>
                <a:ext cx="22464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4823505-882D-C515-B068-ED02AF131957}"/>
                  </a:ext>
                </a:extLst>
              </p14:cNvPr>
              <p14:cNvContentPartPr/>
              <p14:nvPr/>
            </p14:nvContentPartPr>
            <p14:xfrm>
              <a:off x="1588926" y="802023"/>
              <a:ext cx="203400" cy="220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4823505-882D-C515-B068-ED02AF13195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70926" y="784383"/>
                <a:ext cx="2390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E74E1BE-90D4-F33A-EBCB-C88F74BD2291}"/>
                  </a:ext>
                </a:extLst>
              </p14:cNvPr>
              <p14:cNvContentPartPr/>
              <p14:nvPr/>
            </p14:nvContentPartPr>
            <p14:xfrm>
              <a:off x="2270046" y="784743"/>
              <a:ext cx="142920" cy="230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E74E1BE-90D4-F33A-EBCB-C88F74BD229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52406" y="767103"/>
                <a:ext cx="1785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576BD04-AF67-DA57-D635-66F123B7AC97}"/>
                  </a:ext>
                </a:extLst>
              </p14:cNvPr>
              <p14:cNvContentPartPr/>
              <p14:nvPr/>
            </p14:nvContentPartPr>
            <p14:xfrm>
              <a:off x="2956926" y="770343"/>
              <a:ext cx="225720" cy="234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576BD04-AF67-DA57-D635-66F123B7AC9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39286" y="752703"/>
                <a:ext cx="2613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A31C6F0-0B17-2D6D-0E84-FEED3D231F7F}"/>
                  </a:ext>
                </a:extLst>
              </p14:cNvPr>
              <p14:cNvContentPartPr/>
              <p14:nvPr/>
            </p14:nvContentPartPr>
            <p14:xfrm>
              <a:off x="2193726" y="1268583"/>
              <a:ext cx="175320" cy="243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A31C6F0-0B17-2D6D-0E84-FEED3D231F7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76086" y="1250583"/>
                <a:ext cx="21096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CF16CCB-03CC-6400-62BA-4A307071AD1F}"/>
                  </a:ext>
                </a:extLst>
              </p14:cNvPr>
              <p14:cNvContentPartPr/>
              <p14:nvPr/>
            </p14:nvContentPartPr>
            <p14:xfrm>
              <a:off x="2857566" y="1297743"/>
              <a:ext cx="24840" cy="237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CF16CCB-03CC-6400-62BA-4A307071AD1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39566" y="1280103"/>
                <a:ext cx="60480" cy="27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113BD7FB-866A-B971-9F09-687332EFD522}"/>
              </a:ext>
            </a:extLst>
          </p:cNvPr>
          <p:cNvGrpSpPr/>
          <p:nvPr/>
        </p:nvGrpSpPr>
        <p:grpSpPr>
          <a:xfrm>
            <a:off x="1458606" y="1288383"/>
            <a:ext cx="322920" cy="324360"/>
            <a:chOff x="1458606" y="1288383"/>
            <a:chExt cx="322920" cy="32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75DA8CC-E770-0E44-F5AA-236F7B111ECA}"/>
                    </a:ext>
                  </a:extLst>
                </p14:cNvPr>
                <p14:cNvContentPartPr/>
                <p14:nvPr/>
              </p14:nvContentPartPr>
              <p14:xfrm>
                <a:off x="1606206" y="1288383"/>
                <a:ext cx="129600" cy="11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75DA8CC-E770-0E44-F5AA-236F7B111EC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88566" y="1270383"/>
                  <a:ext cx="165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84AF5D0-DF95-2505-BA58-0ECD00DDB071}"/>
                    </a:ext>
                  </a:extLst>
                </p14:cNvPr>
                <p14:cNvContentPartPr/>
                <p14:nvPr/>
              </p14:nvContentPartPr>
              <p14:xfrm>
                <a:off x="1577766" y="1311783"/>
                <a:ext cx="185760" cy="173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84AF5D0-DF95-2505-BA58-0ECD00DDB07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59766" y="1293783"/>
                  <a:ext cx="2214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8344865-0F86-E844-AF6E-4481D7B74A86}"/>
                    </a:ext>
                  </a:extLst>
                </p14:cNvPr>
                <p14:cNvContentPartPr/>
                <p14:nvPr/>
              </p14:nvContentPartPr>
              <p14:xfrm>
                <a:off x="1458606" y="1450383"/>
                <a:ext cx="322920" cy="162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8344865-0F86-E844-AF6E-4481D7B74A8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40966" y="1432383"/>
                  <a:ext cx="358560" cy="19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3B8F34E-0087-924A-55BB-F968A4ECC5AE}"/>
                  </a:ext>
                </a:extLst>
              </p14:cNvPr>
              <p14:cNvContentPartPr/>
              <p14:nvPr/>
            </p14:nvContentPartPr>
            <p14:xfrm>
              <a:off x="3129366" y="260583"/>
              <a:ext cx="352080" cy="1408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3B8F34E-0087-924A-55BB-F968A4ECC5A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11726" y="242583"/>
                <a:ext cx="387720" cy="144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0C554C7C-EAE9-7B13-6105-6FA80AA8FD19}"/>
              </a:ext>
            </a:extLst>
          </p:cNvPr>
          <p:cNvGrpSpPr/>
          <p:nvPr/>
        </p:nvGrpSpPr>
        <p:grpSpPr>
          <a:xfrm>
            <a:off x="4254006" y="264903"/>
            <a:ext cx="1456920" cy="626400"/>
            <a:chOff x="4254006" y="264903"/>
            <a:chExt cx="1456920" cy="62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6C0136C-39B4-98EF-68BE-395AAECC8BE1}"/>
                    </a:ext>
                  </a:extLst>
                </p14:cNvPr>
                <p14:cNvContentPartPr/>
                <p14:nvPr/>
              </p14:nvContentPartPr>
              <p14:xfrm>
                <a:off x="4473246" y="641463"/>
                <a:ext cx="1064160" cy="249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6C0136C-39B4-98EF-68BE-395AAECC8BE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55606" y="623823"/>
                  <a:ext cx="10998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2F9DE88-4F1F-A6F0-F3AE-B6196C5FC619}"/>
                    </a:ext>
                  </a:extLst>
                </p14:cNvPr>
                <p14:cNvContentPartPr/>
                <p14:nvPr/>
              </p14:nvContentPartPr>
              <p14:xfrm>
                <a:off x="4254006" y="628503"/>
                <a:ext cx="248040" cy="218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2F9DE88-4F1F-A6F0-F3AE-B6196C5FC61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36366" y="610503"/>
                  <a:ext cx="2836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05E9348-324C-CFAB-4105-A743D091968D}"/>
                    </a:ext>
                  </a:extLst>
                </p14:cNvPr>
                <p14:cNvContentPartPr/>
                <p14:nvPr/>
              </p14:nvContentPartPr>
              <p14:xfrm>
                <a:off x="4411326" y="327183"/>
                <a:ext cx="174600" cy="240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05E9348-324C-CFAB-4105-A743D091968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93326" y="309183"/>
                  <a:ext cx="2102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99B09DE-EC25-7385-1531-366300448444}"/>
                    </a:ext>
                  </a:extLst>
                </p14:cNvPr>
                <p14:cNvContentPartPr/>
                <p14:nvPr/>
              </p14:nvContentPartPr>
              <p14:xfrm>
                <a:off x="4614726" y="502143"/>
                <a:ext cx="163800" cy="138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99B09DE-EC25-7385-1531-36630044844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96726" y="484143"/>
                  <a:ext cx="1994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7FA2EF-9964-D00D-A756-46578B14FAF9}"/>
                    </a:ext>
                  </a:extLst>
                </p14:cNvPr>
                <p14:cNvContentPartPr/>
                <p14:nvPr/>
              </p14:nvContentPartPr>
              <p14:xfrm>
                <a:off x="5043846" y="357423"/>
                <a:ext cx="225720" cy="138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7FA2EF-9964-D00D-A756-46578B14FAF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26206" y="339783"/>
                  <a:ext cx="261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7612D16-8803-058B-CCD4-BEEAD17C7E76}"/>
                    </a:ext>
                  </a:extLst>
                </p14:cNvPr>
                <p14:cNvContentPartPr/>
                <p14:nvPr/>
              </p14:nvContentPartPr>
              <p14:xfrm>
                <a:off x="4846926" y="305583"/>
                <a:ext cx="195840" cy="219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7612D16-8803-058B-CCD4-BEEAD17C7E7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28926" y="287583"/>
                  <a:ext cx="2314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E6261BB-B3AA-9CF8-D6BC-C14DC27790FD}"/>
                    </a:ext>
                  </a:extLst>
                </p14:cNvPr>
                <p14:cNvContentPartPr/>
                <p14:nvPr/>
              </p14:nvContentPartPr>
              <p14:xfrm>
                <a:off x="5395566" y="264903"/>
                <a:ext cx="130680" cy="204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E6261BB-B3AA-9CF8-D6BC-C14DC27790F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77566" y="246903"/>
                  <a:ext cx="1663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94212DC-6863-0D5C-CE63-B81B20BDAC77}"/>
                    </a:ext>
                  </a:extLst>
                </p14:cNvPr>
                <p14:cNvContentPartPr/>
                <p14:nvPr/>
              </p14:nvContentPartPr>
              <p14:xfrm>
                <a:off x="5556486" y="377583"/>
                <a:ext cx="154440" cy="189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94212DC-6863-0D5C-CE63-B81B20BDAC7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38486" y="359943"/>
                  <a:ext cx="19008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E914AD3-961E-0440-9AE0-F56A49EE20BD}"/>
              </a:ext>
            </a:extLst>
          </p:cNvPr>
          <p:cNvGrpSpPr/>
          <p:nvPr/>
        </p:nvGrpSpPr>
        <p:grpSpPr>
          <a:xfrm>
            <a:off x="7011966" y="194703"/>
            <a:ext cx="505800" cy="1513800"/>
            <a:chOff x="7011966" y="194703"/>
            <a:chExt cx="505800" cy="151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4F5E724-73B4-DA12-B3CB-FBC87B72DA45}"/>
                    </a:ext>
                  </a:extLst>
                </p14:cNvPr>
                <p14:cNvContentPartPr/>
                <p14:nvPr/>
              </p14:nvContentPartPr>
              <p14:xfrm>
                <a:off x="7011966" y="194703"/>
                <a:ext cx="505800" cy="1513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4F5E724-73B4-DA12-B3CB-FBC87B72DA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93966" y="177063"/>
                  <a:ext cx="541440" cy="15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2E4AFEA-29ED-15C6-96DA-4A104A8461F3}"/>
                    </a:ext>
                  </a:extLst>
                </p14:cNvPr>
                <p14:cNvContentPartPr/>
                <p14:nvPr/>
              </p14:nvContentPartPr>
              <p14:xfrm>
                <a:off x="7364406" y="330423"/>
                <a:ext cx="136440" cy="183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E4AFEA-29ED-15C6-96DA-4A104A8461F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46766" y="312423"/>
                  <a:ext cx="1720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82F7D2A-6652-12AB-5CC3-D654EC6395BF}"/>
                    </a:ext>
                  </a:extLst>
                </p14:cNvPr>
                <p14:cNvContentPartPr/>
                <p14:nvPr/>
              </p14:nvContentPartPr>
              <p14:xfrm>
                <a:off x="7344606" y="817503"/>
                <a:ext cx="164520" cy="211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82F7D2A-6652-12AB-5CC3-D654EC6395B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26606" y="799503"/>
                  <a:ext cx="2001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BB13179-48B7-8EC6-BA97-74259331B753}"/>
                    </a:ext>
                  </a:extLst>
                </p14:cNvPr>
                <p14:cNvContentPartPr/>
                <p14:nvPr/>
              </p14:nvContentPartPr>
              <p14:xfrm>
                <a:off x="7368366" y="1179663"/>
                <a:ext cx="132120" cy="47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BB13179-48B7-8EC6-BA97-74259331B75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50366" y="1162023"/>
                  <a:ext cx="167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1989F5D-6368-73F7-2BFE-1CDC4073632F}"/>
                    </a:ext>
                  </a:extLst>
                </p14:cNvPr>
                <p14:cNvContentPartPr/>
                <p14:nvPr/>
              </p14:nvContentPartPr>
              <p14:xfrm>
                <a:off x="7332726" y="1194423"/>
                <a:ext cx="168480" cy="268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1989F5D-6368-73F7-2BFE-1CDC4073632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14726" y="1176783"/>
                  <a:ext cx="204120" cy="30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6D4FC31-96D0-C1FB-9FB2-15B626350596}"/>
                  </a:ext>
                </a:extLst>
              </p14:cNvPr>
              <p14:cNvContentPartPr/>
              <p14:nvPr/>
            </p14:nvContentPartPr>
            <p14:xfrm>
              <a:off x="8038326" y="294063"/>
              <a:ext cx="169560" cy="267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6D4FC31-96D0-C1FB-9FB2-15B62635059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020686" y="276423"/>
                <a:ext cx="20520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F28639E-13C5-1A8C-63D6-8DB74E034DD3}"/>
                  </a:ext>
                </a:extLst>
              </p14:cNvPr>
              <p14:cNvContentPartPr/>
              <p14:nvPr/>
            </p14:nvContentPartPr>
            <p14:xfrm>
              <a:off x="8048046" y="768543"/>
              <a:ext cx="137880" cy="241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F28639E-13C5-1A8C-63D6-8DB74E034DD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030406" y="750543"/>
                <a:ext cx="17352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5E9C911-5061-04E9-7C18-9044C687A5E9}"/>
                  </a:ext>
                </a:extLst>
              </p14:cNvPr>
              <p14:cNvContentPartPr/>
              <p14:nvPr/>
            </p14:nvContentPartPr>
            <p14:xfrm>
              <a:off x="8109246" y="1176783"/>
              <a:ext cx="13680" cy="153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5E9C911-5061-04E9-7C18-9044C687A5E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091606" y="1158783"/>
                <a:ext cx="49320" cy="18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8475E6D3-8A67-6443-D0CC-3291A3C8FCB6}"/>
              </a:ext>
            </a:extLst>
          </p:cNvPr>
          <p:cNvGrpSpPr/>
          <p:nvPr/>
        </p:nvGrpSpPr>
        <p:grpSpPr>
          <a:xfrm>
            <a:off x="8794326" y="284343"/>
            <a:ext cx="552240" cy="1290600"/>
            <a:chOff x="8794326" y="284343"/>
            <a:chExt cx="552240" cy="129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86F1F43-0F63-8C30-F270-AF12EAC1AAAB}"/>
                    </a:ext>
                  </a:extLst>
                </p14:cNvPr>
                <p14:cNvContentPartPr/>
                <p14:nvPr/>
              </p14:nvContentPartPr>
              <p14:xfrm>
                <a:off x="8915286" y="284343"/>
                <a:ext cx="168120" cy="201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86F1F43-0F63-8C30-F270-AF12EAC1AAA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97286" y="266703"/>
                  <a:ext cx="2037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0C6111-1F7E-51A8-9960-8DBEEFFF1BD6}"/>
                    </a:ext>
                  </a:extLst>
                </p14:cNvPr>
                <p14:cNvContentPartPr/>
                <p14:nvPr/>
              </p14:nvContentPartPr>
              <p14:xfrm>
                <a:off x="8905566" y="688983"/>
                <a:ext cx="101880" cy="351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0C6111-1F7E-51A8-9960-8DBEEFFF1BD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887566" y="670983"/>
                  <a:ext cx="1375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7A97019-DB78-766D-84ED-860322DF914A}"/>
                    </a:ext>
                  </a:extLst>
                </p14:cNvPr>
                <p14:cNvContentPartPr/>
                <p14:nvPr/>
              </p14:nvContentPartPr>
              <p14:xfrm>
                <a:off x="8794326" y="1302423"/>
                <a:ext cx="88920" cy="154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7A97019-DB78-766D-84ED-860322DF914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76326" y="1284783"/>
                  <a:ext cx="1245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486003B-7E74-0492-CC41-B192BA11C74E}"/>
                    </a:ext>
                  </a:extLst>
                </p14:cNvPr>
                <p14:cNvContentPartPr/>
                <p14:nvPr/>
              </p14:nvContentPartPr>
              <p14:xfrm>
                <a:off x="8980086" y="299823"/>
                <a:ext cx="366480" cy="1275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486003B-7E74-0492-CC41-B192BA11C74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62086" y="281823"/>
                  <a:ext cx="402120" cy="131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4FE07D6-AFCC-C24F-CA6C-C99ACBF5A2B0}"/>
              </a:ext>
            </a:extLst>
          </p:cNvPr>
          <p:cNvGrpSpPr/>
          <p:nvPr/>
        </p:nvGrpSpPr>
        <p:grpSpPr>
          <a:xfrm>
            <a:off x="213726" y="2380263"/>
            <a:ext cx="160920" cy="448200"/>
            <a:chOff x="213726" y="2380263"/>
            <a:chExt cx="16092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AA07387-43E0-5CA2-B6DA-A470431AA8E5}"/>
                    </a:ext>
                  </a:extLst>
                </p14:cNvPr>
                <p14:cNvContentPartPr/>
                <p14:nvPr/>
              </p14:nvContentPartPr>
              <p14:xfrm>
                <a:off x="213726" y="2520663"/>
                <a:ext cx="14400" cy="177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AA07387-43E0-5CA2-B6DA-A470431AA8E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6086" y="2502663"/>
                  <a:ext cx="50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709AD88-B0FD-3EAF-EE1A-66833991C0CD}"/>
                    </a:ext>
                  </a:extLst>
                </p14:cNvPr>
                <p14:cNvContentPartPr/>
                <p14:nvPr/>
              </p14:nvContentPartPr>
              <p14:xfrm>
                <a:off x="315606" y="2579703"/>
                <a:ext cx="15480" cy="101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709AD88-B0FD-3EAF-EE1A-66833991C0C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97606" y="2562063"/>
                  <a:ext cx="511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F11A50E-5E39-EE6C-DB70-8F982FB993E7}"/>
                    </a:ext>
                  </a:extLst>
                </p14:cNvPr>
                <p14:cNvContentPartPr/>
                <p14:nvPr/>
              </p14:nvContentPartPr>
              <p14:xfrm>
                <a:off x="319926" y="2380263"/>
                <a:ext cx="54720" cy="448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F11A50E-5E39-EE6C-DB70-8F982FB993E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1926" y="2362623"/>
                  <a:ext cx="90360" cy="48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003BC46-2876-F8A6-D567-E2DEA7D37E37}"/>
              </a:ext>
            </a:extLst>
          </p:cNvPr>
          <p:cNvGrpSpPr/>
          <p:nvPr/>
        </p:nvGrpSpPr>
        <p:grpSpPr>
          <a:xfrm>
            <a:off x="7975686" y="1831623"/>
            <a:ext cx="264600" cy="350280"/>
            <a:chOff x="7975686" y="1831623"/>
            <a:chExt cx="26460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9D0EB9-9B11-198A-3A46-3856C7399498}"/>
                    </a:ext>
                  </a:extLst>
                </p14:cNvPr>
                <p14:cNvContentPartPr/>
                <p14:nvPr/>
              </p14:nvContentPartPr>
              <p14:xfrm>
                <a:off x="8126886" y="1831623"/>
                <a:ext cx="7200" cy="290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9D0EB9-9B11-198A-3A46-3856C739949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09246" y="1813623"/>
                  <a:ext cx="428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3A023BC-A490-B84C-6CBD-76755D466B1B}"/>
                    </a:ext>
                  </a:extLst>
                </p14:cNvPr>
                <p14:cNvContentPartPr/>
                <p14:nvPr/>
              </p14:nvContentPartPr>
              <p14:xfrm>
                <a:off x="7975686" y="2078943"/>
                <a:ext cx="264600" cy="102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3A023BC-A490-B84C-6CBD-76755D466B1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57686" y="2060943"/>
                  <a:ext cx="3002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50FB4BF-F4FA-7A57-0497-D4F810C10C81}"/>
              </a:ext>
            </a:extLst>
          </p:cNvPr>
          <p:cNvGrpSpPr/>
          <p:nvPr/>
        </p:nvGrpSpPr>
        <p:grpSpPr>
          <a:xfrm>
            <a:off x="9611886" y="1863303"/>
            <a:ext cx="644040" cy="295560"/>
            <a:chOff x="9611886" y="1863303"/>
            <a:chExt cx="64404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14A88E9-9938-8FAC-CCFD-921D3FB16B48}"/>
                    </a:ext>
                  </a:extLst>
                </p14:cNvPr>
                <p14:cNvContentPartPr/>
                <p14:nvPr/>
              </p14:nvContentPartPr>
              <p14:xfrm>
                <a:off x="9611886" y="1863303"/>
                <a:ext cx="114120" cy="227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14A88E9-9938-8FAC-CCFD-921D3FB16B4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93886" y="1845663"/>
                  <a:ext cx="1497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5CF9079-3884-A8AC-ED31-8BD572C7B8C8}"/>
                    </a:ext>
                  </a:extLst>
                </p14:cNvPr>
                <p14:cNvContentPartPr/>
                <p14:nvPr/>
              </p14:nvContentPartPr>
              <p14:xfrm>
                <a:off x="9798006" y="1875543"/>
                <a:ext cx="154440" cy="204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5CF9079-3884-A8AC-ED31-8BD572C7B8C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80006" y="1857543"/>
                  <a:ext cx="1900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3FE5680-E204-38C2-3FDE-C8884193B5B5}"/>
                    </a:ext>
                  </a:extLst>
                </p14:cNvPr>
                <p14:cNvContentPartPr/>
                <p14:nvPr/>
              </p14:nvContentPartPr>
              <p14:xfrm>
                <a:off x="10074486" y="2031423"/>
                <a:ext cx="181440" cy="127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3FE5680-E204-38C2-3FDE-C8884193B5B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056846" y="2013783"/>
                  <a:ext cx="217080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4DC0E14-78C0-C61A-1307-5200C9F91358}"/>
                  </a:ext>
                </a:extLst>
              </p14:cNvPr>
              <p14:cNvContentPartPr/>
              <p14:nvPr/>
            </p14:nvContentPartPr>
            <p14:xfrm>
              <a:off x="6943206" y="2438583"/>
              <a:ext cx="222480" cy="15390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4DC0E14-78C0-C61A-1307-5200C9F9135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925566" y="2420583"/>
                <a:ext cx="258120" cy="157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8A783C5-79E4-000B-2943-93B86C45EF49}"/>
                  </a:ext>
                </a:extLst>
              </p14:cNvPr>
              <p14:cNvContentPartPr/>
              <p14:nvPr/>
            </p14:nvContentPartPr>
            <p14:xfrm>
              <a:off x="7280526" y="2564583"/>
              <a:ext cx="171000" cy="2912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8A783C5-79E4-000B-2943-93B86C45EF4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262886" y="2546583"/>
                <a:ext cx="20664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0BBCD1A-BB62-0D5F-DA65-399A6CA6F77E}"/>
                  </a:ext>
                </a:extLst>
              </p14:cNvPr>
              <p14:cNvContentPartPr/>
              <p14:nvPr/>
            </p14:nvContentPartPr>
            <p14:xfrm>
              <a:off x="7306446" y="3108183"/>
              <a:ext cx="141480" cy="252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0BBCD1A-BB62-0D5F-DA65-399A6CA6F77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288806" y="3090543"/>
                <a:ext cx="177120" cy="28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CED7AA90-B9A4-DBC3-F80F-9669851C9EA8}"/>
              </a:ext>
            </a:extLst>
          </p:cNvPr>
          <p:cNvGrpSpPr/>
          <p:nvPr/>
        </p:nvGrpSpPr>
        <p:grpSpPr>
          <a:xfrm>
            <a:off x="7188366" y="3551343"/>
            <a:ext cx="204120" cy="256320"/>
            <a:chOff x="7188366" y="3551343"/>
            <a:chExt cx="20412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F11CDA5-1305-A6EB-B787-19A51CCE75A0}"/>
                    </a:ext>
                  </a:extLst>
                </p14:cNvPr>
                <p14:cNvContentPartPr/>
                <p14:nvPr/>
              </p14:nvContentPartPr>
              <p14:xfrm>
                <a:off x="7287006" y="3566823"/>
                <a:ext cx="105480" cy="21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F11CDA5-1305-A6EB-B787-19A51CCE75A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69366" y="3548823"/>
                  <a:ext cx="1411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CAF8958-8417-A612-52E7-36618E97C8ED}"/>
                    </a:ext>
                  </a:extLst>
                </p14:cNvPr>
                <p14:cNvContentPartPr/>
                <p14:nvPr/>
              </p14:nvContentPartPr>
              <p14:xfrm>
                <a:off x="7188366" y="3551343"/>
                <a:ext cx="180360" cy="256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CAF8958-8417-A612-52E7-36618E97C8E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70366" y="3533703"/>
                  <a:ext cx="216000" cy="29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28C0EFE-26D8-E125-EEB0-D260138F7253}"/>
                  </a:ext>
                </a:extLst>
              </p14:cNvPr>
              <p14:cNvContentPartPr/>
              <p14:nvPr/>
            </p14:nvContentPartPr>
            <p14:xfrm>
              <a:off x="7964166" y="2479263"/>
              <a:ext cx="169200" cy="2876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28C0EFE-26D8-E125-EEB0-D260138F725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946166" y="2461623"/>
                <a:ext cx="204840" cy="32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36FAEE22-BDC0-4618-6556-64D07DB6FCB5}"/>
              </a:ext>
            </a:extLst>
          </p:cNvPr>
          <p:cNvGrpSpPr/>
          <p:nvPr/>
        </p:nvGrpSpPr>
        <p:grpSpPr>
          <a:xfrm>
            <a:off x="7990806" y="3100263"/>
            <a:ext cx="239400" cy="258840"/>
            <a:chOff x="7990806" y="3100263"/>
            <a:chExt cx="23940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04A958B-6C92-BEB5-ED28-9743F11D0E31}"/>
                    </a:ext>
                  </a:extLst>
                </p14:cNvPr>
                <p14:cNvContentPartPr/>
                <p14:nvPr/>
              </p14:nvContentPartPr>
              <p14:xfrm>
                <a:off x="7990806" y="3100263"/>
                <a:ext cx="15480" cy="249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04A958B-6C92-BEB5-ED28-9743F11D0E3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972806" y="3082623"/>
                  <a:ext cx="51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0AA06FA-DB63-306D-28ED-FA0404D5F05F}"/>
                    </a:ext>
                  </a:extLst>
                </p14:cNvPr>
                <p14:cNvContentPartPr/>
                <p14:nvPr/>
              </p14:nvContentPartPr>
              <p14:xfrm>
                <a:off x="8091606" y="3148503"/>
                <a:ext cx="138600" cy="210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0AA06FA-DB63-306D-28ED-FA0404D5F05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73606" y="3130503"/>
                  <a:ext cx="174240" cy="24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CE92755-DB31-948C-AE64-AAAC599EA984}"/>
                  </a:ext>
                </a:extLst>
              </p14:cNvPr>
              <p14:cNvContentPartPr/>
              <p14:nvPr/>
            </p14:nvContentPartPr>
            <p14:xfrm>
              <a:off x="8075046" y="3655743"/>
              <a:ext cx="194760" cy="1990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CE92755-DB31-948C-AE64-AAAC599EA98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057046" y="3637743"/>
                <a:ext cx="230400" cy="23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0698AF86-D696-F552-DAAA-9CE4775DECA0}"/>
              </a:ext>
            </a:extLst>
          </p:cNvPr>
          <p:cNvGrpSpPr/>
          <p:nvPr/>
        </p:nvGrpSpPr>
        <p:grpSpPr>
          <a:xfrm>
            <a:off x="170886" y="4582023"/>
            <a:ext cx="325800" cy="721800"/>
            <a:chOff x="170886" y="4582023"/>
            <a:chExt cx="325800" cy="72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E6B55CA-8683-D55D-9DAD-A9096EF6B96D}"/>
                    </a:ext>
                  </a:extLst>
                </p14:cNvPr>
                <p14:cNvContentPartPr/>
                <p14:nvPr/>
              </p14:nvContentPartPr>
              <p14:xfrm>
                <a:off x="170886" y="4752303"/>
                <a:ext cx="17640" cy="211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E6B55CA-8683-D55D-9DAD-A9096EF6B96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53246" y="4734303"/>
                  <a:ext cx="53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4924684-600A-7729-A73B-AB244ED7C2C9}"/>
                    </a:ext>
                  </a:extLst>
                </p14:cNvPr>
                <p14:cNvContentPartPr/>
                <p14:nvPr/>
              </p14:nvContentPartPr>
              <p14:xfrm>
                <a:off x="299766" y="4796583"/>
                <a:ext cx="16920" cy="171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4924684-600A-7729-A73B-AB244ED7C2C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81766" y="4778583"/>
                  <a:ext cx="525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2A10290-F317-B2A3-6863-18C52A85A113}"/>
                    </a:ext>
                  </a:extLst>
                </p14:cNvPr>
                <p14:cNvContentPartPr/>
                <p14:nvPr/>
              </p14:nvContentPartPr>
              <p14:xfrm>
                <a:off x="427926" y="4790463"/>
                <a:ext cx="17640" cy="199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2A10290-F317-B2A3-6863-18C52A85A11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9926" y="4772463"/>
                  <a:ext cx="532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51EAA49-393C-291F-5E62-CDB027DA21CF}"/>
                    </a:ext>
                  </a:extLst>
                </p14:cNvPr>
                <p14:cNvContentPartPr/>
                <p14:nvPr/>
              </p14:nvContentPartPr>
              <p14:xfrm>
                <a:off x="366366" y="4582023"/>
                <a:ext cx="130320" cy="721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51EAA49-393C-291F-5E62-CDB027DA21C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8366" y="4564383"/>
                  <a:ext cx="165960" cy="75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8165C3E-2A4D-5AB7-8FEF-3229314E3525}"/>
              </a:ext>
            </a:extLst>
          </p:cNvPr>
          <p:cNvGrpSpPr/>
          <p:nvPr/>
        </p:nvGrpSpPr>
        <p:grpSpPr>
          <a:xfrm>
            <a:off x="8595246" y="1928823"/>
            <a:ext cx="774360" cy="1976760"/>
            <a:chOff x="8595246" y="1928823"/>
            <a:chExt cx="774360" cy="19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BA277BF-58FF-6FF9-21A1-69E4AD5888AC}"/>
                    </a:ext>
                  </a:extLst>
                </p14:cNvPr>
                <p14:cNvContentPartPr/>
                <p14:nvPr/>
              </p14:nvContentPartPr>
              <p14:xfrm>
                <a:off x="8595246" y="1928823"/>
                <a:ext cx="144720" cy="218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BA277BF-58FF-6FF9-21A1-69E4AD5888A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577246" y="1911183"/>
                  <a:ext cx="1803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8CC37A8-48D6-CBAC-0E77-E5420ED80511}"/>
                    </a:ext>
                  </a:extLst>
                </p14:cNvPr>
                <p14:cNvContentPartPr/>
                <p14:nvPr/>
              </p14:nvContentPartPr>
              <p14:xfrm>
                <a:off x="8695686" y="2082183"/>
                <a:ext cx="196200" cy="140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8CC37A8-48D6-CBAC-0E77-E5420ED8051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77686" y="2064183"/>
                  <a:ext cx="231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0AD0624-5D8A-75F7-5C25-C017BDEBC706}"/>
                    </a:ext>
                  </a:extLst>
                </p14:cNvPr>
                <p14:cNvContentPartPr/>
                <p14:nvPr/>
              </p14:nvContentPartPr>
              <p14:xfrm>
                <a:off x="9059646" y="1982103"/>
                <a:ext cx="304560" cy="137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0AD0624-5D8A-75F7-5C25-C017BDEBC70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041646" y="1964103"/>
                  <a:ext cx="3402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3D49DFB-6D8B-96F1-361F-FDFCEB51123A}"/>
                    </a:ext>
                  </a:extLst>
                </p14:cNvPr>
                <p14:cNvContentPartPr/>
                <p14:nvPr/>
              </p14:nvContentPartPr>
              <p14:xfrm>
                <a:off x="8998446" y="2012343"/>
                <a:ext cx="145440" cy="124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3D49DFB-6D8B-96F1-361F-FDFCEB51123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980806" y="1994343"/>
                  <a:ext cx="181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C117970-28DC-E525-495B-677444E5785B}"/>
                    </a:ext>
                  </a:extLst>
                </p14:cNvPr>
                <p14:cNvContentPartPr/>
                <p14:nvPr/>
              </p14:nvContentPartPr>
              <p14:xfrm>
                <a:off x="8831406" y="2479983"/>
                <a:ext cx="253800" cy="219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C117970-28DC-E525-495B-677444E5785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813766" y="2462343"/>
                  <a:ext cx="2894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2BD3E6F-4E34-E4A8-5D23-85A76EF31C74}"/>
                    </a:ext>
                  </a:extLst>
                </p14:cNvPr>
                <p14:cNvContentPartPr/>
                <p14:nvPr/>
              </p14:nvContentPartPr>
              <p14:xfrm>
                <a:off x="8767686" y="3116103"/>
                <a:ext cx="124200" cy="267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2BD3E6F-4E34-E4A8-5D23-85A76EF31C7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49686" y="3098103"/>
                  <a:ext cx="1598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7F8BA7C-1340-22B6-0B71-D0A5069D45F0}"/>
                    </a:ext>
                  </a:extLst>
                </p14:cNvPr>
                <p14:cNvContentPartPr/>
                <p14:nvPr/>
              </p14:nvContentPartPr>
              <p14:xfrm>
                <a:off x="8782086" y="3597423"/>
                <a:ext cx="141840" cy="226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7F8BA7C-1340-22B6-0B71-D0A5069D45F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764086" y="3579423"/>
                  <a:ext cx="1774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BF85D1E-1907-AD16-0920-AB7FCEB0D4CF}"/>
                    </a:ext>
                  </a:extLst>
                </p14:cNvPr>
                <p14:cNvContentPartPr/>
                <p14:nvPr/>
              </p14:nvContentPartPr>
              <p14:xfrm>
                <a:off x="8930046" y="2303223"/>
                <a:ext cx="439560" cy="1602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BF85D1E-1907-AD16-0920-AB7FCEB0D4C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912046" y="2285583"/>
                  <a:ext cx="475200" cy="163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FD4E74F-AD0A-19B3-BEE3-A705B7778ED5}"/>
              </a:ext>
            </a:extLst>
          </p:cNvPr>
          <p:cNvGrpSpPr/>
          <p:nvPr/>
        </p:nvGrpSpPr>
        <p:grpSpPr>
          <a:xfrm>
            <a:off x="7799286" y="4176303"/>
            <a:ext cx="206640" cy="534960"/>
            <a:chOff x="7799286" y="4176303"/>
            <a:chExt cx="206640" cy="53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ACEAE28-1D11-6F5F-A0F4-0E2778CF840E}"/>
                    </a:ext>
                  </a:extLst>
                </p14:cNvPr>
                <p14:cNvContentPartPr/>
                <p14:nvPr/>
              </p14:nvContentPartPr>
              <p14:xfrm>
                <a:off x="7912686" y="4176303"/>
                <a:ext cx="27720" cy="361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ACEAE28-1D11-6F5F-A0F4-0E2778CF840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894686" y="4158303"/>
                  <a:ext cx="63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4957B4B-D541-09F4-E611-61E498D02329}"/>
                    </a:ext>
                  </a:extLst>
                </p14:cNvPr>
                <p14:cNvContentPartPr/>
                <p14:nvPr/>
              </p14:nvContentPartPr>
              <p14:xfrm>
                <a:off x="7799286" y="4557903"/>
                <a:ext cx="206640" cy="153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4957B4B-D541-09F4-E611-61E498D0232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781286" y="4540263"/>
                  <a:ext cx="24228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4434532-AFC2-0AB5-E0FE-FBF4015D9CC5}"/>
              </a:ext>
            </a:extLst>
          </p:cNvPr>
          <p:cNvGrpSpPr/>
          <p:nvPr/>
        </p:nvGrpSpPr>
        <p:grpSpPr>
          <a:xfrm>
            <a:off x="8400486" y="4182423"/>
            <a:ext cx="2113200" cy="439560"/>
            <a:chOff x="8400486" y="4182423"/>
            <a:chExt cx="2113200" cy="43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6A8E151-5D6A-1BC8-72A5-25FDF05BFCC4}"/>
                    </a:ext>
                  </a:extLst>
                </p14:cNvPr>
                <p14:cNvContentPartPr/>
                <p14:nvPr/>
              </p14:nvContentPartPr>
              <p14:xfrm>
                <a:off x="8400486" y="4324983"/>
                <a:ext cx="144360" cy="227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6A8E151-5D6A-1BC8-72A5-25FDF05BFCC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382486" y="4307343"/>
                  <a:ext cx="1800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0B43C06-08E9-4A9D-C1F5-1580FD325547}"/>
                    </a:ext>
                  </a:extLst>
                </p14:cNvPr>
                <p14:cNvContentPartPr/>
                <p14:nvPr/>
              </p14:nvContentPartPr>
              <p14:xfrm>
                <a:off x="8565006" y="4477983"/>
                <a:ext cx="226800" cy="144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0B43C06-08E9-4A9D-C1F5-1580FD32554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47366" y="4460343"/>
                  <a:ext cx="2624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DF353D2-2FAE-4DEA-0F7C-D43AB7E96D02}"/>
                    </a:ext>
                  </a:extLst>
                </p14:cNvPr>
                <p14:cNvContentPartPr/>
                <p14:nvPr/>
              </p14:nvContentPartPr>
              <p14:xfrm>
                <a:off x="8924286" y="4352343"/>
                <a:ext cx="167760" cy="126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DF353D2-2FAE-4DEA-0F7C-D43AB7E96D0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906286" y="4334343"/>
                  <a:ext cx="2034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CBE9CB6-7AEF-0618-C198-6B6638B8FFA4}"/>
                    </a:ext>
                  </a:extLst>
                </p14:cNvPr>
                <p14:cNvContentPartPr/>
                <p14:nvPr/>
              </p14:nvContentPartPr>
              <p14:xfrm>
                <a:off x="9282126" y="4275663"/>
                <a:ext cx="122760" cy="202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CBE9CB6-7AEF-0618-C198-6B6638B8FFA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264126" y="4258023"/>
                  <a:ext cx="158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31806AF-1221-9BA7-60CF-B24A07AAC9E6}"/>
                    </a:ext>
                  </a:extLst>
                </p14:cNvPr>
                <p14:cNvContentPartPr/>
                <p14:nvPr/>
              </p14:nvContentPartPr>
              <p14:xfrm>
                <a:off x="9434406" y="4414263"/>
                <a:ext cx="260640" cy="133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31806AF-1221-9BA7-60CF-B24A07AAC9E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16766" y="4396623"/>
                  <a:ext cx="296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1862BA3-AF80-01D3-98C7-6192FA4F8DAD}"/>
                    </a:ext>
                  </a:extLst>
                </p14:cNvPr>
                <p14:cNvContentPartPr/>
                <p14:nvPr/>
              </p14:nvContentPartPr>
              <p14:xfrm>
                <a:off x="9699366" y="4337943"/>
                <a:ext cx="100080" cy="22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1862BA3-AF80-01D3-98C7-6192FA4F8DA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681366" y="4320303"/>
                  <a:ext cx="1357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051AB4C-D6CC-44E7-6B52-9ED223FAAFE7}"/>
                    </a:ext>
                  </a:extLst>
                </p14:cNvPr>
                <p14:cNvContentPartPr/>
                <p14:nvPr/>
              </p14:nvContentPartPr>
              <p14:xfrm>
                <a:off x="9738246" y="4272783"/>
                <a:ext cx="22320" cy="187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051AB4C-D6CC-44E7-6B52-9ED223FAAFE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720246" y="4255143"/>
                  <a:ext cx="579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18DBD31-C8C5-A338-DFAE-4FEA6DA8BD1B}"/>
                    </a:ext>
                  </a:extLst>
                </p14:cNvPr>
                <p14:cNvContentPartPr/>
                <p14:nvPr/>
              </p14:nvContentPartPr>
              <p14:xfrm>
                <a:off x="9925086" y="4182423"/>
                <a:ext cx="157680" cy="282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18DBD31-C8C5-A338-DFAE-4FEA6DA8BD1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07446" y="4164423"/>
                  <a:ext cx="1933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FF0C60E-0B1A-F9EB-F9B3-0C435765B3D2}"/>
                    </a:ext>
                  </a:extLst>
                </p14:cNvPr>
                <p14:cNvContentPartPr/>
                <p14:nvPr/>
              </p14:nvContentPartPr>
              <p14:xfrm>
                <a:off x="10201206" y="4213383"/>
                <a:ext cx="97920" cy="220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FF0C60E-0B1A-F9EB-F9B3-0C435765B3D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183566" y="4195383"/>
                  <a:ext cx="133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E3D2E5C-CBA6-4CDD-903B-9398394D97C5}"/>
                    </a:ext>
                  </a:extLst>
                </p14:cNvPr>
                <p14:cNvContentPartPr/>
                <p14:nvPr/>
              </p14:nvContentPartPr>
              <p14:xfrm>
                <a:off x="10257006" y="4358823"/>
                <a:ext cx="256680" cy="213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E3D2E5C-CBA6-4CDD-903B-9398394D97C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239006" y="4340823"/>
                  <a:ext cx="29232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E8CB961-613A-0727-635A-05A5E63CE1AE}"/>
              </a:ext>
            </a:extLst>
          </p:cNvPr>
          <p:cNvGrpSpPr/>
          <p:nvPr/>
        </p:nvGrpSpPr>
        <p:grpSpPr>
          <a:xfrm>
            <a:off x="6763566" y="4950663"/>
            <a:ext cx="677520" cy="1521720"/>
            <a:chOff x="6763566" y="4950663"/>
            <a:chExt cx="677520" cy="152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67B86F6-CB15-7332-BEDE-675678C2148B}"/>
                    </a:ext>
                  </a:extLst>
                </p14:cNvPr>
                <p14:cNvContentPartPr/>
                <p14:nvPr/>
              </p14:nvContentPartPr>
              <p14:xfrm>
                <a:off x="6763566" y="4950663"/>
                <a:ext cx="486720" cy="1521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67B86F6-CB15-7332-BEDE-675678C2148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745566" y="4932663"/>
                  <a:ext cx="522360" cy="15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B030C8A-7900-502E-1758-43590B46703A}"/>
                    </a:ext>
                  </a:extLst>
                </p14:cNvPr>
                <p14:cNvContentPartPr/>
                <p14:nvPr/>
              </p14:nvContentPartPr>
              <p14:xfrm>
                <a:off x="7113126" y="5066223"/>
                <a:ext cx="206280" cy="207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B030C8A-7900-502E-1758-43590B46703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095486" y="5048223"/>
                  <a:ext cx="241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C7194B9-E4DC-5061-A148-E2BA25AC74BE}"/>
                    </a:ext>
                  </a:extLst>
                </p14:cNvPr>
                <p14:cNvContentPartPr/>
                <p14:nvPr/>
              </p14:nvContentPartPr>
              <p14:xfrm>
                <a:off x="7233726" y="5542143"/>
                <a:ext cx="138240" cy="255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C7194B9-E4DC-5061-A148-E2BA25AC74B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215726" y="5524503"/>
                  <a:ext cx="1738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365C6CA-78CF-4040-DA88-9A0A1A528083}"/>
                    </a:ext>
                  </a:extLst>
                </p14:cNvPr>
                <p14:cNvContentPartPr/>
                <p14:nvPr/>
              </p14:nvContentPartPr>
              <p14:xfrm>
                <a:off x="7311846" y="5992503"/>
                <a:ext cx="99360" cy="9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365C6CA-78CF-4040-DA88-9A0A1A52808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294206" y="5974863"/>
                  <a:ext cx="135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8D2EF28-C3EB-E03C-7A9C-09D0377CAF54}"/>
                    </a:ext>
                  </a:extLst>
                </p14:cNvPr>
                <p14:cNvContentPartPr/>
                <p14:nvPr/>
              </p14:nvContentPartPr>
              <p14:xfrm>
                <a:off x="7202406" y="6047943"/>
                <a:ext cx="182520" cy="209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8D2EF28-C3EB-E03C-7A9C-09D0377CAF5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84406" y="6029943"/>
                  <a:ext cx="218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6715943-BF3D-C018-5C23-A061665CE29A}"/>
                    </a:ext>
                  </a:extLst>
                </p14:cNvPr>
                <p14:cNvContentPartPr/>
                <p14:nvPr/>
              </p14:nvContentPartPr>
              <p14:xfrm>
                <a:off x="7246686" y="5898183"/>
                <a:ext cx="194400" cy="86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6715943-BF3D-C018-5C23-A061665CE29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29046" y="5880543"/>
                  <a:ext cx="23004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6A5C9AF-38C6-38C4-DFB3-71BAFA35AD25}"/>
              </a:ext>
            </a:extLst>
          </p:cNvPr>
          <p:cNvGrpSpPr/>
          <p:nvPr/>
        </p:nvGrpSpPr>
        <p:grpSpPr>
          <a:xfrm>
            <a:off x="8944806" y="2626143"/>
            <a:ext cx="11880" cy="16200"/>
            <a:chOff x="8944806" y="2626143"/>
            <a:chExt cx="11880" cy="1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E265B51-D44E-6C9D-059A-DB44E7FCD4CA}"/>
                    </a:ext>
                  </a:extLst>
                </p14:cNvPr>
                <p14:cNvContentPartPr/>
                <p14:nvPr/>
              </p14:nvContentPartPr>
              <p14:xfrm>
                <a:off x="8951286" y="2641983"/>
                <a:ext cx="360" cy="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E265B51-D44E-6C9D-059A-DB44E7FCD4C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933646" y="26243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2F3E3DD-17DD-5C77-5152-8735C90BED07}"/>
                    </a:ext>
                  </a:extLst>
                </p14:cNvPr>
                <p14:cNvContentPartPr/>
                <p14:nvPr/>
              </p14:nvContentPartPr>
              <p14:xfrm>
                <a:off x="8944806" y="2626143"/>
                <a:ext cx="11880" cy="3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2F3E3DD-17DD-5C77-5152-8735C90BED0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926806" y="2608503"/>
                  <a:ext cx="475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86D1B30-F734-778D-A396-8AA3C41693E9}"/>
              </a:ext>
            </a:extLst>
          </p:cNvPr>
          <p:cNvGrpSpPr/>
          <p:nvPr/>
        </p:nvGrpSpPr>
        <p:grpSpPr>
          <a:xfrm>
            <a:off x="7868766" y="5022663"/>
            <a:ext cx="282600" cy="218880"/>
            <a:chOff x="7868766" y="5022663"/>
            <a:chExt cx="28260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8468E65-090D-0F7D-ABF7-694BD9BE8432}"/>
                    </a:ext>
                  </a:extLst>
                </p14:cNvPr>
                <p14:cNvContentPartPr/>
                <p14:nvPr/>
              </p14:nvContentPartPr>
              <p14:xfrm>
                <a:off x="7868766" y="5037423"/>
                <a:ext cx="35280" cy="196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8468E65-090D-0F7D-ABF7-694BD9BE843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851126" y="5019783"/>
                  <a:ext cx="709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F9AB2CE-79CB-0444-56E7-CE92AF5EF777}"/>
                    </a:ext>
                  </a:extLst>
                </p14:cNvPr>
                <p14:cNvContentPartPr/>
                <p14:nvPr/>
              </p14:nvContentPartPr>
              <p14:xfrm>
                <a:off x="8024286" y="5022663"/>
                <a:ext cx="127080" cy="48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F9AB2CE-79CB-0444-56E7-CE92AF5EF77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006646" y="5005023"/>
                  <a:ext cx="1627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E203E11-A82A-4CDE-E128-94236CCFAFC3}"/>
                    </a:ext>
                  </a:extLst>
                </p14:cNvPr>
                <p14:cNvContentPartPr/>
                <p14:nvPr/>
              </p14:nvContentPartPr>
              <p14:xfrm>
                <a:off x="7983966" y="5029503"/>
                <a:ext cx="142560" cy="212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E203E11-A82A-4CDE-E128-94236CCFAFC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966326" y="5011863"/>
                  <a:ext cx="17820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579EAA2-CBBB-9988-864F-D1DE28D91AFB}"/>
              </a:ext>
            </a:extLst>
          </p:cNvPr>
          <p:cNvGrpSpPr/>
          <p:nvPr/>
        </p:nvGrpSpPr>
        <p:grpSpPr>
          <a:xfrm>
            <a:off x="7752846" y="5598663"/>
            <a:ext cx="419040" cy="210240"/>
            <a:chOff x="7752846" y="5598663"/>
            <a:chExt cx="41904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BA44C2D-BE21-9CD5-DAB9-A95AA57603BB}"/>
                    </a:ext>
                  </a:extLst>
                </p14:cNvPr>
                <p14:cNvContentPartPr/>
                <p14:nvPr/>
              </p14:nvContentPartPr>
              <p14:xfrm>
                <a:off x="7752846" y="5598663"/>
                <a:ext cx="140400" cy="210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BA44C2D-BE21-9CD5-DAB9-A95AA57603B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734846" y="5580663"/>
                  <a:ext cx="1760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9129673-8F30-12BB-A526-63DDAF91A8F4}"/>
                    </a:ext>
                  </a:extLst>
                </p14:cNvPr>
                <p14:cNvContentPartPr/>
                <p14:nvPr/>
              </p14:nvContentPartPr>
              <p14:xfrm>
                <a:off x="8053446" y="5615943"/>
                <a:ext cx="118440" cy="134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9129673-8F30-12BB-A526-63DDAF91A8F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035806" y="5597943"/>
                  <a:ext cx="15408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5D7D9D0-A5D7-2522-9011-B1D1A17486FC}"/>
              </a:ext>
            </a:extLst>
          </p:cNvPr>
          <p:cNvGrpSpPr/>
          <p:nvPr/>
        </p:nvGrpSpPr>
        <p:grpSpPr>
          <a:xfrm>
            <a:off x="7803966" y="6037863"/>
            <a:ext cx="300240" cy="217080"/>
            <a:chOff x="7803966" y="6037863"/>
            <a:chExt cx="300240" cy="21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A89B15C-A9DA-A169-D6C3-3A3C8C6772D9}"/>
                    </a:ext>
                  </a:extLst>
                </p14:cNvPr>
                <p14:cNvContentPartPr/>
                <p14:nvPr/>
              </p14:nvContentPartPr>
              <p14:xfrm>
                <a:off x="7803966" y="6073503"/>
                <a:ext cx="171720" cy="181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A89B15C-A9DA-A169-D6C3-3A3C8C6772D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86326" y="6055503"/>
                  <a:ext cx="2073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E917244-6847-4868-20FB-053208CBBF50}"/>
                    </a:ext>
                  </a:extLst>
                </p14:cNvPr>
                <p14:cNvContentPartPr/>
                <p14:nvPr/>
              </p14:nvContentPartPr>
              <p14:xfrm>
                <a:off x="8081886" y="6037863"/>
                <a:ext cx="22320" cy="203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E917244-6847-4868-20FB-053208CBBF5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063886" y="6019863"/>
                  <a:ext cx="5796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2295C33-724B-9B62-6B7E-2DD356D43A54}"/>
              </a:ext>
            </a:extLst>
          </p:cNvPr>
          <p:cNvGrpSpPr/>
          <p:nvPr/>
        </p:nvGrpSpPr>
        <p:grpSpPr>
          <a:xfrm>
            <a:off x="8514246" y="4930503"/>
            <a:ext cx="590400" cy="1491840"/>
            <a:chOff x="8514246" y="4930503"/>
            <a:chExt cx="590400" cy="149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D6C157E-BA0D-9D60-7E17-2E8171727A30}"/>
                    </a:ext>
                  </a:extLst>
                </p14:cNvPr>
                <p14:cNvContentPartPr/>
                <p14:nvPr/>
              </p14:nvContentPartPr>
              <p14:xfrm>
                <a:off x="8514246" y="5012943"/>
                <a:ext cx="236880" cy="230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D6C157E-BA0D-9D60-7E17-2E8171727A3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496606" y="4995303"/>
                  <a:ext cx="2725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88C5044-69A6-D52C-3176-0C7BD231D351}"/>
                    </a:ext>
                  </a:extLst>
                </p14:cNvPr>
                <p14:cNvContentPartPr/>
                <p14:nvPr/>
              </p14:nvContentPartPr>
              <p14:xfrm>
                <a:off x="8562486" y="5436303"/>
                <a:ext cx="160560" cy="2894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88C5044-69A6-D52C-3176-0C7BD231D35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544486" y="5418663"/>
                  <a:ext cx="1962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4F6FFF5-2CFA-9688-10E0-36A38E998EDC}"/>
                    </a:ext>
                  </a:extLst>
                </p14:cNvPr>
                <p14:cNvContentPartPr/>
                <p14:nvPr/>
              </p14:nvContentPartPr>
              <p14:xfrm>
                <a:off x="8560326" y="5952543"/>
                <a:ext cx="96120" cy="230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4F6FFF5-2CFA-9688-10E0-36A38E998ED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42326" y="5934903"/>
                  <a:ext cx="1317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F153DE2-8A38-1621-1F85-5ACDCE8AFFE6}"/>
                    </a:ext>
                  </a:extLst>
                </p14:cNvPr>
                <p14:cNvContentPartPr/>
                <p14:nvPr/>
              </p14:nvContentPartPr>
              <p14:xfrm>
                <a:off x="8763366" y="4930503"/>
                <a:ext cx="341280" cy="1366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F153DE2-8A38-1621-1F85-5ACDCE8AFFE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745726" y="4912863"/>
                  <a:ext cx="376920" cy="14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3F10122-923B-4B91-52EE-E1225FA72B14}"/>
                    </a:ext>
                  </a:extLst>
                </p14:cNvPr>
                <p14:cNvContentPartPr/>
                <p14:nvPr/>
              </p14:nvContentPartPr>
              <p14:xfrm>
                <a:off x="8714766" y="6312903"/>
                <a:ext cx="307440" cy="109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3F10122-923B-4B91-52EE-E1225FA72B1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696766" y="6295263"/>
                  <a:ext cx="343080" cy="145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2845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60D02DD-82F1-3F27-961C-84DAAA4218A5}"/>
              </a:ext>
            </a:extLst>
          </p:cNvPr>
          <p:cNvGrpSpPr/>
          <p:nvPr/>
        </p:nvGrpSpPr>
        <p:grpSpPr>
          <a:xfrm>
            <a:off x="137766" y="325023"/>
            <a:ext cx="1537920" cy="323640"/>
            <a:chOff x="137766" y="325023"/>
            <a:chExt cx="153792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AA7988A-09E3-FA49-8D5B-3BB41118C038}"/>
                    </a:ext>
                  </a:extLst>
                </p14:cNvPr>
                <p14:cNvContentPartPr/>
                <p14:nvPr/>
              </p14:nvContentPartPr>
              <p14:xfrm>
                <a:off x="137766" y="325023"/>
                <a:ext cx="258120" cy="304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AA7988A-09E3-FA49-8D5B-3BB41118C03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9766" y="307023"/>
                  <a:ext cx="2937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19F4D15-A6AC-2588-15A9-E8C775B566E7}"/>
                    </a:ext>
                  </a:extLst>
                </p14:cNvPr>
                <p14:cNvContentPartPr/>
                <p14:nvPr/>
              </p14:nvContentPartPr>
              <p14:xfrm>
                <a:off x="478686" y="350583"/>
                <a:ext cx="144000" cy="281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19F4D15-A6AC-2588-15A9-E8C775B566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0686" y="332943"/>
                  <a:ext cx="1796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8965666-7B2E-1CA3-0080-A86392D97D55}"/>
                    </a:ext>
                  </a:extLst>
                </p14:cNvPr>
                <p14:cNvContentPartPr/>
                <p14:nvPr/>
              </p14:nvContentPartPr>
              <p14:xfrm>
                <a:off x="656166" y="515103"/>
                <a:ext cx="138240" cy="129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8965666-7B2E-1CA3-0080-A86392D97D5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8166" y="497103"/>
                  <a:ext cx="173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AD4AD39-327E-12BF-CCCA-361F56CD3C43}"/>
                    </a:ext>
                  </a:extLst>
                </p14:cNvPr>
                <p14:cNvContentPartPr/>
                <p14:nvPr/>
              </p14:nvContentPartPr>
              <p14:xfrm>
                <a:off x="818526" y="519423"/>
                <a:ext cx="135000" cy="129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AD4AD39-327E-12BF-CCCA-361F56CD3C4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0526" y="501783"/>
                  <a:ext cx="1706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13A6F03-20CF-3818-2727-70C3A05BEACA}"/>
                    </a:ext>
                  </a:extLst>
                </p14:cNvPr>
                <p14:cNvContentPartPr/>
                <p14:nvPr/>
              </p14:nvContentPartPr>
              <p14:xfrm>
                <a:off x="987366" y="505743"/>
                <a:ext cx="173160" cy="99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13A6F03-20CF-3818-2727-70C3A05BEAC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9726" y="488103"/>
                  <a:ext cx="2088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F4863B-0C53-66E0-257A-C07BF9FE34B6}"/>
                    </a:ext>
                  </a:extLst>
                </p14:cNvPr>
                <p14:cNvContentPartPr/>
                <p14:nvPr/>
              </p14:nvContentPartPr>
              <p14:xfrm>
                <a:off x="1218486" y="468303"/>
                <a:ext cx="134640" cy="152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7F4863B-0C53-66E0-257A-C07BF9FE34B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00486" y="450663"/>
                  <a:ext cx="1702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701281-C82C-FB7F-CEEB-C765C619CE68}"/>
                    </a:ext>
                  </a:extLst>
                </p14:cNvPr>
                <p14:cNvContentPartPr/>
                <p14:nvPr/>
              </p14:nvContentPartPr>
              <p14:xfrm>
                <a:off x="1410006" y="475143"/>
                <a:ext cx="265680" cy="124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701281-C82C-FB7F-CEEB-C765C619CE6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92366" y="457143"/>
                  <a:ext cx="301320" cy="16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82D86F2-BA85-23B7-D835-B322951C3500}"/>
                  </a:ext>
                </a:extLst>
              </p14:cNvPr>
              <p14:cNvContentPartPr/>
              <p14:nvPr/>
            </p14:nvContentPartPr>
            <p14:xfrm>
              <a:off x="1876566" y="391263"/>
              <a:ext cx="7560" cy="38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82D86F2-BA85-23B7-D835-B322951C350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58926" y="373263"/>
                <a:ext cx="4320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2FEEB65-42CA-F810-B591-AE67F4415082}"/>
                  </a:ext>
                </a:extLst>
              </p14:cNvPr>
              <p14:cNvContentPartPr/>
              <p14:nvPr/>
            </p14:nvContentPartPr>
            <p14:xfrm>
              <a:off x="1895286" y="618783"/>
              <a:ext cx="9360" cy="24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2FEEB65-42CA-F810-B591-AE67F441508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77286" y="601143"/>
                <a:ext cx="450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3B222E7-4F94-88F2-4493-D3FD82F82482}"/>
                  </a:ext>
                </a:extLst>
              </p14:cNvPr>
              <p14:cNvContentPartPr/>
              <p14:nvPr/>
            </p14:nvContentPartPr>
            <p14:xfrm>
              <a:off x="2185446" y="501783"/>
              <a:ext cx="146880" cy="43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3B222E7-4F94-88F2-4493-D3FD82F8248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67446" y="484143"/>
                <a:ext cx="182520" cy="7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47771164-149C-AF0A-2A87-8410A3D9A8F3}"/>
              </a:ext>
            </a:extLst>
          </p:cNvPr>
          <p:cNvGrpSpPr/>
          <p:nvPr/>
        </p:nvGrpSpPr>
        <p:grpSpPr>
          <a:xfrm>
            <a:off x="2699526" y="384063"/>
            <a:ext cx="2095920" cy="685080"/>
            <a:chOff x="2699526" y="384063"/>
            <a:chExt cx="2095920" cy="68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A7BADEC-6D0D-AD3B-4615-EBC60549E64F}"/>
                    </a:ext>
                  </a:extLst>
                </p14:cNvPr>
                <p14:cNvContentPartPr/>
                <p14:nvPr/>
              </p14:nvContentPartPr>
              <p14:xfrm>
                <a:off x="2699526" y="384063"/>
                <a:ext cx="218160" cy="301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A7BADEC-6D0D-AD3B-4615-EBC60549E64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81526" y="366423"/>
                  <a:ext cx="2538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70DAAA4-B97E-F53F-ED04-55F3C755DFD7}"/>
                    </a:ext>
                  </a:extLst>
                </p14:cNvPr>
                <p14:cNvContentPartPr/>
                <p14:nvPr/>
              </p14:nvContentPartPr>
              <p14:xfrm>
                <a:off x="2971686" y="398823"/>
                <a:ext cx="68040" cy="285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70DAAA4-B97E-F53F-ED04-55F3C755DFD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53686" y="380823"/>
                  <a:ext cx="1036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F645AC7-D076-43F8-4C9A-6E4F76772511}"/>
                    </a:ext>
                  </a:extLst>
                </p14:cNvPr>
                <p14:cNvContentPartPr/>
                <p14:nvPr/>
              </p14:nvContentPartPr>
              <p14:xfrm>
                <a:off x="3062406" y="527343"/>
                <a:ext cx="170640" cy="165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F645AC7-D076-43F8-4C9A-6E4F7677251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44766" y="509343"/>
                  <a:ext cx="206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F8D71F6-6143-08EE-7EE0-366DFE959423}"/>
                    </a:ext>
                  </a:extLst>
                </p14:cNvPr>
                <p14:cNvContentPartPr/>
                <p14:nvPr/>
              </p14:nvContentPartPr>
              <p14:xfrm>
                <a:off x="3301086" y="528063"/>
                <a:ext cx="285120" cy="179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F8D71F6-6143-08EE-7EE0-366DFE95942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83446" y="510063"/>
                  <a:ext cx="3207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78FA1E8-4211-3C9B-6F83-13FD30D3849E}"/>
                    </a:ext>
                  </a:extLst>
                </p14:cNvPr>
                <p14:cNvContentPartPr/>
                <p14:nvPr/>
              </p14:nvContentPartPr>
              <p14:xfrm>
                <a:off x="3640206" y="554343"/>
                <a:ext cx="343080" cy="159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78FA1E8-4211-3C9B-6F83-13FD30D3849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22566" y="536703"/>
                  <a:ext cx="3787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94D9545-A4F3-6BBB-DB4A-1282112EB68E}"/>
                    </a:ext>
                  </a:extLst>
                </p14:cNvPr>
                <p14:cNvContentPartPr/>
                <p14:nvPr/>
              </p14:nvContentPartPr>
              <p14:xfrm>
                <a:off x="4103886" y="394863"/>
                <a:ext cx="91440" cy="346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94D9545-A4F3-6BBB-DB4A-1282112EB68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85886" y="376863"/>
                  <a:ext cx="1270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E02D36D-0E0A-1896-304A-45255A11E5E5}"/>
                    </a:ext>
                  </a:extLst>
                </p14:cNvPr>
                <p14:cNvContentPartPr/>
                <p14:nvPr/>
              </p14:nvContentPartPr>
              <p14:xfrm>
                <a:off x="4040886" y="484863"/>
                <a:ext cx="256320" cy="49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E02D36D-0E0A-1896-304A-45255A11E5E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22886" y="466863"/>
                  <a:ext cx="2919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5EC6A70-0259-A099-37C6-144C7249CB05}"/>
                    </a:ext>
                  </a:extLst>
                </p14:cNvPr>
                <p14:cNvContentPartPr/>
                <p14:nvPr/>
              </p14:nvContentPartPr>
              <p14:xfrm>
                <a:off x="4265526" y="582063"/>
                <a:ext cx="161280" cy="143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5EC6A70-0259-A099-37C6-144C7249CB0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47886" y="564063"/>
                  <a:ext cx="1969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37833F7-C07A-2E32-0FA6-C8E05A480016}"/>
                    </a:ext>
                  </a:extLst>
                </p14:cNvPr>
                <p14:cNvContentPartPr/>
                <p14:nvPr/>
              </p14:nvContentPartPr>
              <p14:xfrm>
                <a:off x="4485846" y="583503"/>
                <a:ext cx="157320" cy="146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37833F7-C07A-2E32-0FA6-C8E05A48001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67846" y="565863"/>
                  <a:ext cx="192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94D3A85-9538-E57E-613A-BB0B97DE1702}"/>
                    </a:ext>
                  </a:extLst>
                </p14:cNvPr>
                <p14:cNvContentPartPr/>
                <p14:nvPr/>
              </p14:nvContentPartPr>
              <p14:xfrm>
                <a:off x="4493406" y="572343"/>
                <a:ext cx="302040" cy="496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94D3A85-9538-E57E-613A-BB0B97DE170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75406" y="554343"/>
                  <a:ext cx="337680" cy="53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9BBD1D6-D879-F8A9-C3BC-216FF8D33BD8}"/>
              </a:ext>
            </a:extLst>
          </p:cNvPr>
          <p:cNvGrpSpPr/>
          <p:nvPr/>
        </p:nvGrpSpPr>
        <p:grpSpPr>
          <a:xfrm>
            <a:off x="5265246" y="265983"/>
            <a:ext cx="6668280" cy="918000"/>
            <a:chOff x="5265246" y="265983"/>
            <a:chExt cx="6668280" cy="91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4A4CCE5-9DF7-B9DB-396F-3357BDE8BF84}"/>
                    </a:ext>
                  </a:extLst>
                </p14:cNvPr>
                <p14:cNvContentPartPr/>
                <p14:nvPr/>
              </p14:nvContentPartPr>
              <p14:xfrm>
                <a:off x="5276046" y="384063"/>
                <a:ext cx="399600" cy="347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4A4CCE5-9DF7-B9DB-396F-3357BDE8BF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58046" y="366063"/>
                  <a:ext cx="4352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CA0222F-CA39-D104-C514-25C8ABB9562D}"/>
                    </a:ext>
                  </a:extLst>
                </p14:cNvPr>
                <p14:cNvContentPartPr/>
                <p14:nvPr/>
              </p14:nvContentPartPr>
              <p14:xfrm>
                <a:off x="5751246" y="588543"/>
                <a:ext cx="195120" cy="114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CA0222F-CA39-D104-C514-25C8ABB9562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33606" y="570543"/>
                  <a:ext cx="2307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01D5DAE-F903-FBD8-D34B-F0F2669FEF42}"/>
                    </a:ext>
                  </a:extLst>
                </p14:cNvPr>
                <p14:cNvContentPartPr/>
                <p14:nvPr/>
              </p14:nvContentPartPr>
              <p14:xfrm>
                <a:off x="5265246" y="444543"/>
                <a:ext cx="359280" cy="27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01D5DAE-F903-FBD8-D34B-F0F2669FEF4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47246" y="426543"/>
                  <a:ext cx="3949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6B2F78B-58A8-2305-6EBE-3B1A26B1EAED}"/>
                    </a:ext>
                  </a:extLst>
                </p14:cNvPr>
                <p14:cNvContentPartPr/>
                <p14:nvPr/>
              </p14:nvContentPartPr>
              <p14:xfrm>
                <a:off x="5936286" y="566583"/>
                <a:ext cx="211680" cy="119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6B2F78B-58A8-2305-6EBE-3B1A26B1EAE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18286" y="548583"/>
                  <a:ext cx="247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4342B7E-F7D2-6D99-A989-76C44BA47FB2}"/>
                    </a:ext>
                  </a:extLst>
                </p14:cNvPr>
                <p14:cNvContentPartPr/>
                <p14:nvPr/>
              </p14:nvContentPartPr>
              <p14:xfrm>
                <a:off x="6168486" y="559023"/>
                <a:ext cx="135000" cy="156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4342B7E-F7D2-6D99-A989-76C44BA47FB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50486" y="541023"/>
                  <a:ext cx="1706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BFBBB3-6B04-1716-BADB-B63D0433D0F4}"/>
                    </a:ext>
                  </a:extLst>
                </p14:cNvPr>
                <p14:cNvContentPartPr/>
                <p14:nvPr/>
              </p14:nvContentPartPr>
              <p14:xfrm>
                <a:off x="6286926" y="359583"/>
                <a:ext cx="169920" cy="824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BFBBB3-6B04-1716-BADB-B63D0433D0F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69286" y="341943"/>
                  <a:ext cx="205560" cy="86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F8BDD23-3B6D-16C4-287C-5067F9989447}"/>
                    </a:ext>
                  </a:extLst>
                </p14:cNvPr>
                <p14:cNvContentPartPr/>
                <p14:nvPr/>
              </p14:nvContentPartPr>
              <p14:xfrm>
                <a:off x="6496806" y="560463"/>
                <a:ext cx="128880" cy="152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F8BDD23-3B6D-16C4-287C-5067F998944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79166" y="542823"/>
                  <a:ext cx="1645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B5674C2-15FC-B58B-4765-107BF7760E2B}"/>
                    </a:ext>
                  </a:extLst>
                </p14:cNvPr>
                <p14:cNvContentPartPr/>
                <p14:nvPr/>
              </p14:nvContentPartPr>
              <p14:xfrm>
                <a:off x="6683646" y="557223"/>
                <a:ext cx="418320" cy="157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B5674C2-15FC-B58B-4765-107BF7760E2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65646" y="539223"/>
                  <a:ext cx="453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FC6A238-8634-6FE0-CC5F-15C2B3551105}"/>
                    </a:ext>
                  </a:extLst>
                </p14:cNvPr>
                <p14:cNvContentPartPr/>
                <p14:nvPr/>
              </p14:nvContentPartPr>
              <p14:xfrm>
                <a:off x="7141566" y="586743"/>
                <a:ext cx="252000" cy="125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FC6A238-8634-6FE0-CC5F-15C2B355110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123566" y="568743"/>
                  <a:ext cx="2876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0538018-CA24-DE74-82B0-4F6839001ECD}"/>
                    </a:ext>
                  </a:extLst>
                </p14:cNvPr>
                <p14:cNvContentPartPr/>
                <p14:nvPr/>
              </p14:nvContentPartPr>
              <p14:xfrm>
                <a:off x="7365846" y="332223"/>
                <a:ext cx="111600" cy="373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0538018-CA24-DE74-82B0-4F6839001EC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47846" y="314223"/>
                  <a:ext cx="1472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85C13E6-6228-A811-024F-B270ABAE7372}"/>
                    </a:ext>
                  </a:extLst>
                </p14:cNvPr>
                <p14:cNvContentPartPr/>
                <p14:nvPr/>
              </p14:nvContentPartPr>
              <p14:xfrm>
                <a:off x="7490766" y="529143"/>
                <a:ext cx="284040" cy="161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85C13E6-6228-A811-024F-B270ABAE737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73126" y="511143"/>
                  <a:ext cx="3196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EDE351D-F9AF-70A4-9076-2912B0296CDD}"/>
                    </a:ext>
                  </a:extLst>
                </p14:cNvPr>
                <p14:cNvContentPartPr/>
                <p14:nvPr/>
              </p14:nvContentPartPr>
              <p14:xfrm>
                <a:off x="7790286" y="533463"/>
                <a:ext cx="162720" cy="124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EDE351D-F9AF-70A4-9076-2912B0296CD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772286" y="515463"/>
                  <a:ext cx="198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436EEF2-6980-A030-7ADB-5738F27BDDDC}"/>
                    </a:ext>
                  </a:extLst>
                </p14:cNvPr>
                <p14:cNvContentPartPr/>
                <p14:nvPr/>
              </p14:nvContentPartPr>
              <p14:xfrm>
                <a:off x="8022486" y="510423"/>
                <a:ext cx="109080" cy="126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436EEF2-6980-A030-7ADB-5738F27BDDD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04846" y="492783"/>
                  <a:ext cx="1447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A0CB58D-A56B-F3BE-0F7B-D38E8BFC9C04}"/>
                    </a:ext>
                  </a:extLst>
                </p14:cNvPr>
                <p14:cNvContentPartPr/>
                <p14:nvPr/>
              </p14:nvContentPartPr>
              <p14:xfrm>
                <a:off x="7558086" y="417183"/>
                <a:ext cx="4320" cy="3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A0CB58D-A56B-F3BE-0F7B-D38E8BFC9C0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40086" y="399183"/>
                  <a:ext cx="39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E691C61-986C-EE1A-7787-CF3B7007708A}"/>
                    </a:ext>
                  </a:extLst>
                </p14:cNvPr>
                <p14:cNvContentPartPr/>
                <p14:nvPr/>
              </p14:nvContentPartPr>
              <p14:xfrm>
                <a:off x="7263966" y="434103"/>
                <a:ext cx="204840" cy="19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E691C61-986C-EE1A-7787-CF3B7007708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45966" y="416103"/>
                  <a:ext cx="240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61D4384-3086-0D3E-B5E2-CC78A964B688}"/>
                    </a:ext>
                  </a:extLst>
                </p14:cNvPr>
                <p14:cNvContentPartPr/>
                <p14:nvPr/>
              </p14:nvContentPartPr>
              <p14:xfrm>
                <a:off x="8387886" y="265983"/>
                <a:ext cx="412920" cy="399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61D4384-3086-0D3E-B5E2-CC78A964B68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70246" y="248343"/>
                  <a:ext cx="44856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56B60D7-ACFD-FBC1-6A9F-6FD46C62B82F}"/>
                    </a:ext>
                  </a:extLst>
                </p14:cNvPr>
                <p14:cNvContentPartPr/>
                <p14:nvPr/>
              </p14:nvContentPartPr>
              <p14:xfrm>
                <a:off x="9108966" y="519783"/>
                <a:ext cx="214200" cy="132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56B60D7-ACFD-FBC1-6A9F-6FD46C62B82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91326" y="501783"/>
                  <a:ext cx="2498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A3062BA-943F-A836-50EF-C7164991851E}"/>
                    </a:ext>
                  </a:extLst>
                </p14:cNvPr>
                <p14:cNvContentPartPr/>
                <p14:nvPr/>
              </p14:nvContentPartPr>
              <p14:xfrm>
                <a:off x="9386166" y="512223"/>
                <a:ext cx="140760" cy="144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A3062BA-943F-A836-50EF-C7164991851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368166" y="494223"/>
                  <a:ext cx="176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ABB1324-09AD-BF05-E07B-40CFBF60BAD2}"/>
                    </a:ext>
                  </a:extLst>
                </p14:cNvPr>
                <p14:cNvContentPartPr/>
                <p14:nvPr/>
              </p14:nvContentPartPr>
              <p14:xfrm>
                <a:off x="9629166" y="338343"/>
                <a:ext cx="73800" cy="311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ABB1324-09AD-BF05-E07B-40CFBF60BAD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11166" y="320343"/>
                  <a:ext cx="1094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A7F0AF1-C108-A44D-8E82-8E29F42403AE}"/>
                    </a:ext>
                  </a:extLst>
                </p14:cNvPr>
                <p14:cNvContentPartPr/>
                <p14:nvPr/>
              </p14:nvContentPartPr>
              <p14:xfrm>
                <a:off x="9619446" y="388743"/>
                <a:ext cx="166680" cy="46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A7F0AF1-C108-A44D-8E82-8E29F42403A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01446" y="371103"/>
                  <a:ext cx="2023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8EA828F-05A9-0D32-2FB7-EAC5A71052B3}"/>
                    </a:ext>
                  </a:extLst>
                </p14:cNvPr>
                <p14:cNvContentPartPr/>
                <p14:nvPr/>
              </p14:nvContentPartPr>
              <p14:xfrm>
                <a:off x="10038126" y="305223"/>
                <a:ext cx="590400" cy="340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8EA828F-05A9-0D32-2FB7-EAC5A71052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20486" y="287223"/>
                  <a:ext cx="6260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337A7DD-E107-237D-D6A0-C5D5921D7781}"/>
                    </a:ext>
                  </a:extLst>
                </p14:cNvPr>
                <p14:cNvContentPartPr/>
                <p14:nvPr/>
              </p14:nvContentPartPr>
              <p14:xfrm>
                <a:off x="10464366" y="457503"/>
                <a:ext cx="192600" cy="24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337A7DD-E107-237D-D6A0-C5D5921D778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46366" y="439503"/>
                  <a:ext cx="2282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E79FB02-6F5A-3BBD-0983-29A91ECC1ED7}"/>
                    </a:ext>
                  </a:extLst>
                </p14:cNvPr>
                <p14:cNvContentPartPr/>
                <p14:nvPr/>
              </p14:nvContentPartPr>
              <p14:xfrm>
                <a:off x="10672086" y="438783"/>
                <a:ext cx="429120" cy="222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E79FB02-6F5A-3BBD-0983-29A91ECC1ED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54446" y="420783"/>
                  <a:ext cx="4647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8C922F4-7753-BD1C-4C00-A69B123513B3}"/>
                    </a:ext>
                  </a:extLst>
                </p14:cNvPr>
                <p14:cNvContentPartPr/>
                <p14:nvPr/>
              </p14:nvContentPartPr>
              <p14:xfrm>
                <a:off x="11296686" y="290103"/>
                <a:ext cx="636840" cy="361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8C922F4-7753-BD1C-4C00-A69B123513B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279046" y="272103"/>
                  <a:ext cx="6724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6A7577-7D16-288F-05DC-1269CA044FBB}"/>
                    </a:ext>
                  </a:extLst>
                </p14:cNvPr>
                <p14:cNvContentPartPr/>
                <p14:nvPr/>
              </p14:nvContentPartPr>
              <p14:xfrm>
                <a:off x="11282646" y="340863"/>
                <a:ext cx="200520" cy="31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6A7577-7D16-288F-05DC-1269CA044FB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265006" y="322863"/>
                  <a:ext cx="23616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B665EDA-1BEE-4ED6-187D-D9C8D4FAF2E3}"/>
              </a:ext>
            </a:extLst>
          </p:cNvPr>
          <p:cNvGrpSpPr/>
          <p:nvPr/>
        </p:nvGrpSpPr>
        <p:grpSpPr>
          <a:xfrm>
            <a:off x="36606" y="980223"/>
            <a:ext cx="922088" cy="484200"/>
            <a:chOff x="36606" y="980223"/>
            <a:chExt cx="922088" cy="48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C502AB1-6FF1-A246-FB1F-264505232D07}"/>
                    </a:ext>
                  </a:extLst>
                </p14:cNvPr>
                <p14:cNvContentPartPr/>
                <p14:nvPr/>
              </p14:nvContentPartPr>
              <p14:xfrm>
                <a:off x="36606" y="1127463"/>
                <a:ext cx="295200" cy="247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C502AB1-6FF1-A246-FB1F-264505232D0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966" y="1109823"/>
                  <a:ext cx="3308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AE23458-65F3-E679-744C-469D3DABD20D}"/>
                    </a:ext>
                  </a:extLst>
                </p14:cNvPr>
                <p14:cNvContentPartPr/>
                <p14:nvPr/>
              </p14:nvContentPartPr>
              <p14:xfrm>
                <a:off x="300974" y="980223"/>
                <a:ext cx="657720" cy="484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AE23458-65F3-E679-744C-469D3DABD20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2974" y="962223"/>
                  <a:ext cx="693360" cy="51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8644907-9983-AE32-E8CC-FBDB3E74235C}"/>
                  </a:ext>
                </a:extLst>
              </p14:cNvPr>
              <p14:cNvContentPartPr/>
              <p14:nvPr/>
            </p14:nvContentPartPr>
            <p14:xfrm>
              <a:off x="1287734" y="1109103"/>
              <a:ext cx="442800" cy="5392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8644907-9983-AE32-E8CC-FBDB3E74235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270094" y="1091103"/>
                <a:ext cx="478440" cy="57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2888A00B-3F29-8320-F661-D0A4099F4105}"/>
              </a:ext>
            </a:extLst>
          </p:cNvPr>
          <p:cNvGrpSpPr/>
          <p:nvPr/>
        </p:nvGrpSpPr>
        <p:grpSpPr>
          <a:xfrm>
            <a:off x="2042294" y="1140063"/>
            <a:ext cx="1656360" cy="321480"/>
            <a:chOff x="2042294" y="1140063"/>
            <a:chExt cx="165636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EFAE673-39B6-CA88-544F-AF2079786ED7}"/>
                    </a:ext>
                  </a:extLst>
                </p14:cNvPr>
                <p14:cNvContentPartPr/>
                <p14:nvPr/>
              </p14:nvContentPartPr>
              <p14:xfrm>
                <a:off x="2042294" y="1238343"/>
                <a:ext cx="235800" cy="154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EFAE673-39B6-CA88-544F-AF2079786ED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24654" y="1220703"/>
                  <a:ext cx="2714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41EEEF0-E7F6-D6C6-7402-5085E567D1F0}"/>
                    </a:ext>
                  </a:extLst>
                </p14:cNvPr>
                <p14:cNvContentPartPr/>
                <p14:nvPr/>
              </p14:nvContentPartPr>
              <p14:xfrm>
                <a:off x="2433614" y="1277583"/>
                <a:ext cx="316080" cy="132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41EEEF0-E7F6-D6C6-7402-5085E567D1F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415614" y="1259583"/>
                  <a:ext cx="3517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C3D48FA-C612-ED00-B78D-657A42DB97A8}"/>
                    </a:ext>
                  </a:extLst>
                </p14:cNvPr>
                <p14:cNvContentPartPr/>
                <p14:nvPr/>
              </p14:nvContentPartPr>
              <p14:xfrm>
                <a:off x="2797214" y="1140063"/>
                <a:ext cx="634320" cy="302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C3D48FA-C612-ED00-B78D-657A42DB97A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79574" y="1122423"/>
                  <a:ext cx="6699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F3D4112-2574-F578-BC8C-76D752700234}"/>
                    </a:ext>
                  </a:extLst>
                </p14:cNvPr>
                <p14:cNvContentPartPr/>
                <p14:nvPr/>
              </p14:nvContentPartPr>
              <p14:xfrm>
                <a:off x="3448814" y="1333743"/>
                <a:ext cx="249840" cy="127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F3D4112-2574-F578-BC8C-76D75270023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31174" y="1315743"/>
                  <a:ext cx="2854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41DDEB1-050D-2CA2-D78E-069A5631B0AE}"/>
                    </a:ext>
                  </a:extLst>
                </p14:cNvPr>
                <p14:cNvContentPartPr/>
                <p14:nvPr/>
              </p14:nvContentPartPr>
              <p14:xfrm>
                <a:off x="3549974" y="1148343"/>
                <a:ext cx="61200" cy="19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41DDEB1-050D-2CA2-D78E-069A5631B0A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31974" y="1130343"/>
                  <a:ext cx="96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B551BB6-E01B-B77B-C624-ED766AE444B2}"/>
                    </a:ext>
                  </a:extLst>
                </p14:cNvPr>
                <p14:cNvContentPartPr/>
                <p14:nvPr/>
              </p14:nvContentPartPr>
              <p14:xfrm>
                <a:off x="2848334" y="1154103"/>
                <a:ext cx="151560" cy="12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B551BB6-E01B-B77B-C624-ED766AE444B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830694" y="1136463"/>
                  <a:ext cx="18720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5AD9D31-D984-5204-5786-34F85CB13186}"/>
                  </a:ext>
                </a:extLst>
              </p14:cNvPr>
              <p14:cNvContentPartPr/>
              <p14:nvPr/>
            </p14:nvContentPartPr>
            <p14:xfrm>
              <a:off x="4380854" y="1471983"/>
              <a:ext cx="54000" cy="133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5AD9D31-D984-5204-5786-34F85CB1318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363214" y="1454343"/>
                <a:ext cx="8964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EC2C6457-3DDB-1C9D-5D16-DA2161C738D4}"/>
              </a:ext>
            </a:extLst>
          </p:cNvPr>
          <p:cNvGrpSpPr/>
          <p:nvPr/>
        </p:nvGrpSpPr>
        <p:grpSpPr>
          <a:xfrm>
            <a:off x="20894" y="1920543"/>
            <a:ext cx="7067520" cy="787680"/>
            <a:chOff x="20894" y="1920543"/>
            <a:chExt cx="7067520" cy="78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1FDA212-7F85-9D0C-26A5-25ABA30E66C7}"/>
                    </a:ext>
                  </a:extLst>
                </p14:cNvPr>
                <p14:cNvContentPartPr/>
                <p14:nvPr/>
              </p14:nvContentPartPr>
              <p14:xfrm>
                <a:off x="20894" y="1920543"/>
                <a:ext cx="345240" cy="344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1FDA212-7F85-9D0C-26A5-25ABA30E66C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894" y="1902903"/>
                  <a:ext cx="3808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4BDC775-83FE-E360-0A06-8A6A3B824591}"/>
                    </a:ext>
                  </a:extLst>
                </p14:cNvPr>
                <p14:cNvContentPartPr/>
                <p14:nvPr/>
              </p14:nvContentPartPr>
              <p14:xfrm>
                <a:off x="344534" y="2081463"/>
                <a:ext cx="179280" cy="408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4BDC775-83FE-E360-0A06-8A6A3B82459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26534" y="2063463"/>
                  <a:ext cx="21492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06E6A82-D469-210C-C5FF-7130167F8CFE}"/>
                    </a:ext>
                  </a:extLst>
                </p14:cNvPr>
                <p14:cNvContentPartPr/>
                <p14:nvPr/>
              </p14:nvContentPartPr>
              <p14:xfrm>
                <a:off x="565214" y="2145903"/>
                <a:ext cx="358200" cy="129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06E6A82-D469-210C-C5FF-7130167F8CF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7574" y="2128263"/>
                  <a:ext cx="393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B4B4CA2-FFCD-0D26-F1FE-F129BAB12394}"/>
                    </a:ext>
                  </a:extLst>
                </p14:cNvPr>
                <p14:cNvContentPartPr/>
                <p14:nvPr/>
              </p14:nvContentPartPr>
              <p14:xfrm>
                <a:off x="870134" y="2024583"/>
                <a:ext cx="44640" cy="24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B4B4CA2-FFCD-0D26-F1FE-F129BAB1239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2494" y="2006943"/>
                  <a:ext cx="80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37D7176-81C7-F902-812E-28C880BE80F4}"/>
                    </a:ext>
                  </a:extLst>
                </p14:cNvPr>
                <p14:cNvContentPartPr/>
                <p14:nvPr/>
              </p14:nvContentPartPr>
              <p14:xfrm>
                <a:off x="932774" y="2122143"/>
                <a:ext cx="149040" cy="123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37D7176-81C7-F902-812E-28C880BE80F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15134" y="2104143"/>
                  <a:ext cx="1846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2DA710B-BDD3-57B2-5FB6-FB559C4BB48A}"/>
                    </a:ext>
                  </a:extLst>
                </p14:cNvPr>
                <p14:cNvContentPartPr/>
                <p14:nvPr/>
              </p14:nvContentPartPr>
              <p14:xfrm>
                <a:off x="1128254" y="1974903"/>
                <a:ext cx="749520" cy="312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2DA710B-BDD3-57B2-5FB6-FB559C4BB48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0254" y="1956903"/>
                  <a:ext cx="7851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C7405FE-EF95-0CF7-4F47-EF2A09A5A127}"/>
                    </a:ext>
                  </a:extLst>
                </p14:cNvPr>
                <p14:cNvContentPartPr/>
                <p14:nvPr/>
              </p14:nvContentPartPr>
              <p14:xfrm>
                <a:off x="1958054" y="2148423"/>
                <a:ext cx="317160" cy="145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C7405FE-EF95-0CF7-4F47-EF2A09A5A12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940054" y="2130423"/>
                  <a:ext cx="3528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C5A2B04-DB08-1DDE-67D2-1838D94B589D}"/>
                    </a:ext>
                  </a:extLst>
                </p14:cNvPr>
                <p14:cNvContentPartPr/>
                <p14:nvPr/>
              </p14:nvContentPartPr>
              <p14:xfrm>
                <a:off x="2591654" y="2009463"/>
                <a:ext cx="333360" cy="698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C5A2B04-DB08-1DDE-67D2-1838D94B589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574014" y="1991463"/>
                  <a:ext cx="36900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187082A-0D0F-8258-66C8-2B2D8A63B783}"/>
                    </a:ext>
                  </a:extLst>
                </p14:cNvPr>
                <p14:cNvContentPartPr/>
                <p14:nvPr/>
              </p14:nvContentPartPr>
              <p14:xfrm>
                <a:off x="3321734" y="1956183"/>
                <a:ext cx="745200" cy="324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187082A-0D0F-8258-66C8-2B2D8A63B78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03734" y="1938183"/>
                  <a:ext cx="7808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993330F-F3A5-8C5F-1677-3FE3F6C3C931}"/>
                    </a:ext>
                  </a:extLst>
                </p14:cNvPr>
                <p14:cNvContentPartPr/>
                <p14:nvPr/>
              </p14:nvContentPartPr>
              <p14:xfrm>
                <a:off x="3377894" y="1982463"/>
                <a:ext cx="250560" cy="11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993330F-F3A5-8C5F-1677-3FE3F6C3C93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359894" y="1964463"/>
                  <a:ext cx="2862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693E54B-AE86-1404-FB7A-B7E74B5242A4}"/>
                    </a:ext>
                  </a:extLst>
                </p14:cNvPr>
                <p14:cNvContentPartPr/>
                <p14:nvPr/>
              </p14:nvContentPartPr>
              <p14:xfrm>
                <a:off x="4539254" y="2133663"/>
                <a:ext cx="331560" cy="122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693E54B-AE86-1404-FB7A-B7E74B5242A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521254" y="2115663"/>
                  <a:ext cx="367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1DC3140-15D7-DEC6-1F96-5B949BA7D4CB}"/>
                    </a:ext>
                  </a:extLst>
                </p14:cNvPr>
                <p14:cNvContentPartPr/>
                <p14:nvPr/>
              </p14:nvContentPartPr>
              <p14:xfrm>
                <a:off x="4940654" y="1932063"/>
                <a:ext cx="711720" cy="350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1DC3140-15D7-DEC6-1F96-5B949BA7D4C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923014" y="1914063"/>
                  <a:ext cx="7473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08D8952-6CDD-0CCB-F1C5-0E32C36725B2}"/>
                    </a:ext>
                  </a:extLst>
                </p14:cNvPr>
                <p14:cNvContentPartPr/>
                <p14:nvPr/>
              </p14:nvContentPartPr>
              <p14:xfrm>
                <a:off x="5717174" y="1990743"/>
                <a:ext cx="30960" cy="36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08D8952-6CDD-0CCB-F1C5-0E32C36725B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699534" y="1972743"/>
                  <a:ext cx="666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53E3E4A-4ACB-1615-2048-C30F9AD10FBE}"/>
                    </a:ext>
                  </a:extLst>
                </p14:cNvPr>
                <p14:cNvContentPartPr/>
                <p14:nvPr/>
              </p14:nvContentPartPr>
              <p14:xfrm>
                <a:off x="5234774" y="2030703"/>
                <a:ext cx="187560" cy="10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53E3E4A-4ACB-1615-2048-C30F9AD10FB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16774" y="2012703"/>
                  <a:ext cx="223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72FD0E4-82F5-A5C5-A130-4EAFE7ADAAF9}"/>
                    </a:ext>
                  </a:extLst>
                </p14:cNvPr>
                <p14:cNvContentPartPr/>
                <p14:nvPr/>
              </p14:nvContentPartPr>
              <p14:xfrm>
                <a:off x="5746334" y="2185503"/>
                <a:ext cx="163800" cy="145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72FD0E4-82F5-A5C5-A130-4EAFE7ADAAF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728334" y="2167863"/>
                  <a:ext cx="199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3AC8429-830A-BDEA-29B4-14950C269687}"/>
                    </a:ext>
                  </a:extLst>
                </p14:cNvPr>
                <p14:cNvContentPartPr/>
                <p14:nvPr/>
              </p14:nvContentPartPr>
              <p14:xfrm>
                <a:off x="5949014" y="2144103"/>
                <a:ext cx="319320" cy="152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3AC8429-830A-BDEA-29B4-14950C26968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931014" y="2126463"/>
                  <a:ext cx="354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B8A9AF5-3A18-4953-1858-2B1C80914839}"/>
                    </a:ext>
                  </a:extLst>
                </p14:cNvPr>
                <p14:cNvContentPartPr/>
                <p14:nvPr/>
              </p14:nvContentPartPr>
              <p14:xfrm>
                <a:off x="216374" y="2335623"/>
                <a:ext cx="5946120" cy="145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B8A9AF5-3A18-4953-1858-2B1C8091483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98374" y="2317983"/>
                  <a:ext cx="59817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0A23BBD-70EA-4064-7C11-C52611124E6B}"/>
                    </a:ext>
                  </a:extLst>
                </p14:cNvPr>
                <p14:cNvContentPartPr/>
                <p14:nvPr/>
              </p14:nvContentPartPr>
              <p14:xfrm>
                <a:off x="6684854" y="2337063"/>
                <a:ext cx="46440" cy="18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0A23BBD-70EA-4064-7C11-C52611124E6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666854" y="2319063"/>
                  <a:ext cx="82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EEE2600-273C-AEF7-8FDF-F94C63486416}"/>
                    </a:ext>
                  </a:extLst>
                </p14:cNvPr>
                <p14:cNvContentPartPr/>
                <p14:nvPr/>
              </p14:nvContentPartPr>
              <p14:xfrm>
                <a:off x="6581174" y="2116743"/>
                <a:ext cx="17280" cy="9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EEE2600-273C-AEF7-8FDF-F94C6348641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63174" y="2098743"/>
                  <a:ext cx="52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35CE719-878F-F0F8-F44F-DB53EA336E04}"/>
                    </a:ext>
                  </a:extLst>
                </p14:cNvPr>
                <p14:cNvContentPartPr/>
                <p14:nvPr/>
              </p14:nvContentPartPr>
              <p14:xfrm>
                <a:off x="6609614" y="2217903"/>
                <a:ext cx="24840" cy="19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35CE719-878F-F0F8-F44F-DB53EA336E0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91974" y="2200263"/>
                  <a:ext cx="60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8D28FC7-BEE1-690C-054F-BE01B0CE1BC5}"/>
                    </a:ext>
                  </a:extLst>
                </p14:cNvPr>
                <p14:cNvContentPartPr/>
                <p14:nvPr/>
              </p14:nvContentPartPr>
              <p14:xfrm>
                <a:off x="6878894" y="2031063"/>
                <a:ext cx="209520" cy="68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D28FC7-BEE1-690C-054F-BE01B0CE1BC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60894" y="2013423"/>
                  <a:ext cx="24516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014CB47-E9AE-4438-10C3-689091796EFB}"/>
              </a:ext>
            </a:extLst>
          </p:cNvPr>
          <p:cNvGrpSpPr/>
          <p:nvPr/>
        </p:nvGrpSpPr>
        <p:grpSpPr>
          <a:xfrm>
            <a:off x="7363094" y="1945743"/>
            <a:ext cx="472320" cy="618480"/>
            <a:chOff x="7363094" y="1945743"/>
            <a:chExt cx="472320" cy="61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5F26D2F-F101-2B0F-29DA-AC271B254E2C}"/>
                    </a:ext>
                  </a:extLst>
                </p14:cNvPr>
                <p14:cNvContentPartPr/>
                <p14:nvPr/>
              </p14:nvContentPartPr>
              <p14:xfrm>
                <a:off x="7363094" y="1945743"/>
                <a:ext cx="333720" cy="3358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5F26D2F-F101-2B0F-29DA-AC271B254E2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345454" y="1927743"/>
                  <a:ext cx="3693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56CCCD1-440B-4993-EBE4-12CC6A65465D}"/>
                    </a:ext>
                  </a:extLst>
                </p14:cNvPr>
                <p14:cNvContentPartPr/>
                <p14:nvPr/>
              </p14:nvContentPartPr>
              <p14:xfrm>
                <a:off x="7621574" y="1984623"/>
                <a:ext cx="213840" cy="579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56CCCD1-440B-4993-EBE4-12CC6A65465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03574" y="1966983"/>
                  <a:ext cx="249480" cy="61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2B59A15-05A8-638A-B840-F028CC8B0FFE}"/>
                  </a:ext>
                </a:extLst>
              </p14:cNvPr>
              <p14:cNvContentPartPr/>
              <p14:nvPr/>
            </p14:nvContentPartPr>
            <p14:xfrm>
              <a:off x="8255174" y="2100543"/>
              <a:ext cx="187920" cy="1612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2B59A15-05A8-638A-B840-F028CC8B0FFE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237174" y="2082543"/>
                <a:ext cx="22356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81E8711-5C92-22F0-6F3E-AA7102ECA180}"/>
              </a:ext>
            </a:extLst>
          </p:cNvPr>
          <p:cNvGrpSpPr/>
          <p:nvPr/>
        </p:nvGrpSpPr>
        <p:grpSpPr>
          <a:xfrm>
            <a:off x="8845214" y="1917303"/>
            <a:ext cx="2370240" cy="348120"/>
            <a:chOff x="8845214" y="1917303"/>
            <a:chExt cx="2370240" cy="3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34DDB15-BB32-9BB3-992B-766CD51DCD4A}"/>
                    </a:ext>
                  </a:extLst>
                </p14:cNvPr>
                <p14:cNvContentPartPr/>
                <p14:nvPr/>
              </p14:nvContentPartPr>
              <p14:xfrm>
                <a:off x="8845214" y="2131143"/>
                <a:ext cx="244440" cy="133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34DDB15-BB32-9BB3-992B-766CD51DCD4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27574" y="2113503"/>
                  <a:ext cx="280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BCAD8A6-8F81-D1BF-C6A3-ABF207E16FA3}"/>
                    </a:ext>
                  </a:extLst>
                </p14:cNvPr>
                <p14:cNvContentPartPr/>
                <p14:nvPr/>
              </p14:nvContentPartPr>
              <p14:xfrm>
                <a:off x="9174254" y="2179743"/>
                <a:ext cx="109080" cy="85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BCAD8A6-8F81-D1BF-C6A3-ABF207E16FA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156254" y="2161743"/>
                  <a:ext cx="144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7CD44EF-BFD4-88D8-6A4C-3679BA903FD7}"/>
                    </a:ext>
                  </a:extLst>
                </p14:cNvPr>
                <p14:cNvContentPartPr/>
                <p14:nvPr/>
              </p14:nvContentPartPr>
              <p14:xfrm>
                <a:off x="9190814" y="2126823"/>
                <a:ext cx="139680" cy="136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7CD44EF-BFD4-88D8-6A4C-3679BA903FD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172814" y="2109183"/>
                  <a:ext cx="1753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0D1DF23-4A4C-0526-E3A4-BB1D03C4AB2A}"/>
                    </a:ext>
                  </a:extLst>
                </p14:cNvPr>
                <p14:cNvContentPartPr/>
                <p14:nvPr/>
              </p14:nvContentPartPr>
              <p14:xfrm>
                <a:off x="9352454" y="2128983"/>
                <a:ext cx="248040" cy="112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0D1DF23-4A4C-0526-E3A4-BB1D03C4AB2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34814" y="2110983"/>
                  <a:ext cx="283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82474D4-9209-0A1D-48AE-506F2FE2B654}"/>
                    </a:ext>
                  </a:extLst>
                </p14:cNvPr>
                <p14:cNvContentPartPr/>
                <p14:nvPr/>
              </p14:nvContentPartPr>
              <p14:xfrm>
                <a:off x="9831974" y="2084343"/>
                <a:ext cx="307800" cy="154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82474D4-9209-0A1D-48AE-506F2FE2B65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814334" y="2066343"/>
                  <a:ext cx="343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EEC5E41-A1E4-47E6-A813-F851F36F9E07}"/>
                    </a:ext>
                  </a:extLst>
                </p14:cNvPr>
                <p14:cNvContentPartPr/>
                <p14:nvPr/>
              </p14:nvContentPartPr>
              <p14:xfrm>
                <a:off x="10186214" y="1917303"/>
                <a:ext cx="732600" cy="340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EEC5E41-A1E4-47E6-A813-F851F36F9E0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168214" y="1899663"/>
                  <a:ext cx="7682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9D17CED-AC47-D3F9-E3F1-C80A982CEA70}"/>
                    </a:ext>
                  </a:extLst>
                </p14:cNvPr>
                <p14:cNvContentPartPr/>
                <p14:nvPr/>
              </p14:nvContentPartPr>
              <p14:xfrm>
                <a:off x="11019254" y="2112783"/>
                <a:ext cx="196200" cy="103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9D17CED-AC47-D3F9-E3F1-C80A982CEA7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001254" y="2095143"/>
                  <a:ext cx="231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3A72470-88D3-72FA-45A8-F635AE41EF1D}"/>
                    </a:ext>
                  </a:extLst>
                </p14:cNvPr>
                <p14:cNvContentPartPr/>
                <p14:nvPr/>
              </p14:nvContentPartPr>
              <p14:xfrm>
                <a:off x="11129054" y="1928463"/>
                <a:ext cx="33840" cy="27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3A72470-88D3-72FA-45A8-F635AE41EF1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111414" y="1910463"/>
                  <a:ext cx="694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5A2FB6B-93AF-F9AC-9343-840D9FF65AEA}"/>
                    </a:ext>
                  </a:extLst>
                </p14:cNvPr>
                <p14:cNvContentPartPr/>
                <p14:nvPr/>
              </p14:nvContentPartPr>
              <p14:xfrm>
                <a:off x="10378454" y="1978143"/>
                <a:ext cx="429480" cy="8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5A2FB6B-93AF-F9AC-9343-840D9FF65AE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360454" y="1960503"/>
                  <a:ext cx="46512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A5D0F28-70C3-E698-D41D-3432FD684C33}"/>
              </a:ext>
            </a:extLst>
          </p:cNvPr>
          <p:cNvGrpSpPr/>
          <p:nvPr/>
        </p:nvGrpSpPr>
        <p:grpSpPr>
          <a:xfrm>
            <a:off x="222494" y="2866983"/>
            <a:ext cx="1370520" cy="268920"/>
            <a:chOff x="222494" y="2866983"/>
            <a:chExt cx="137052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EF74E7F-77F5-278A-1EEE-695BECEFB915}"/>
                    </a:ext>
                  </a:extLst>
                </p14:cNvPr>
                <p14:cNvContentPartPr/>
                <p14:nvPr/>
              </p14:nvContentPartPr>
              <p14:xfrm>
                <a:off x="222494" y="2932863"/>
                <a:ext cx="153720" cy="1706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EF74E7F-77F5-278A-1EEE-695BECEFB91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4854" y="2914863"/>
                  <a:ext cx="1893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18E16BA-1D00-43A7-A693-70960EFD3B91}"/>
                    </a:ext>
                  </a:extLst>
                </p14:cNvPr>
                <p14:cNvContentPartPr/>
                <p14:nvPr/>
              </p14:nvContentPartPr>
              <p14:xfrm>
                <a:off x="420854" y="2955903"/>
                <a:ext cx="135000" cy="128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18E16BA-1D00-43A7-A693-70960EFD3B9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03214" y="2938263"/>
                  <a:ext cx="170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A4E56A1-9E28-CBB5-FD02-D9E84A11C867}"/>
                    </a:ext>
                  </a:extLst>
                </p14:cNvPr>
                <p14:cNvContentPartPr/>
                <p14:nvPr/>
              </p14:nvContentPartPr>
              <p14:xfrm>
                <a:off x="656654" y="2964183"/>
                <a:ext cx="228600" cy="120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A4E56A1-9E28-CBB5-FD02-D9E84A11C86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39014" y="2946543"/>
                  <a:ext cx="2642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CE484BA-DC82-3ED6-417F-846BA9539B27}"/>
                    </a:ext>
                  </a:extLst>
                </p14:cNvPr>
                <p14:cNvContentPartPr/>
                <p14:nvPr/>
              </p14:nvContentPartPr>
              <p14:xfrm>
                <a:off x="1127894" y="2866983"/>
                <a:ext cx="206640" cy="268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CE484BA-DC82-3ED6-417F-846BA9539B2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10254" y="2848983"/>
                  <a:ext cx="2422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013A095-F852-C4AD-1F1E-BB6F78B8BA09}"/>
                    </a:ext>
                  </a:extLst>
                </p14:cNvPr>
                <p14:cNvContentPartPr/>
                <p14:nvPr/>
              </p14:nvContentPartPr>
              <p14:xfrm>
                <a:off x="1389614" y="2998023"/>
                <a:ext cx="203400" cy="128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013A095-F852-C4AD-1F1E-BB6F78B8BA0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71974" y="2980023"/>
                  <a:ext cx="23904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A16EC5F-73F3-3365-F4A4-29815A78EF0A}"/>
              </a:ext>
            </a:extLst>
          </p:cNvPr>
          <p:cNvGrpSpPr/>
          <p:nvPr/>
        </p:nvGrpSpPr>
        <p:grpSpPr>
          <a:xfrm>
            <a:off x="1962014" y="2815863"/>
            <a:ext cx="3084840" cy="733680"/>
            <a:chOff x="1962014" y="2815863"/>
            <a:chExt cx="3084840" cy="73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761EC61-1896-8FBE-8373-A8223AF50BC4}"/>
                    </a:ext>
                  </a:extLst>
                </p14:cNvPr>
                <p14:cNvContentPartPr/>
                <p14:nvPr/>
              </p14:nvContentPartPr>
              <p14:xfrm>
                <a:off x="1962014" y="2901903"/>
                <a:ext cx="352440" cy="336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761EC61-1896-8FBE-8373-A8223AF50BC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944014" y="2884263"/>
                  <a:ext cx="3880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4DB8CC2-035C-9309-2C17-0DE4D1DA3ABC}"/>
                    </a:ext>
                  </a:extLst>
                </p14:cNvPr>
                <p14:cNvContentPartPr/>
                <p14:nvPr/>
              </p14:nvContentPartPr>
              <p14:xfrm>
                <a:off x="2444414" y="2886063"/>
                <a:ext cx="119160" cy="311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4DB8CC2-035C-9309-2C17-0DE4D1DA3AB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426774" y="2868423"/>
                  <a:ext cx="1548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FEFB1DA-6918-65B5-FBEA-F91D08C52862}"/>
                    </a:ext>
                  </a:extLst>
                </p14:cNvPr>
                <p14:cNvContentPartPr/>
                <p14:nvPr/>
              </p14:nvContentPartPr>
              <p14:xfrm>
                <a:off x="2402294" y="3022503"/>
                <a:ext cx="336600" cy="160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FEFB1DA-6918-65B5-FBEA-F91D08C5286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384294" y="3004863"/>
                  <a:ext cx="372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CB0B319-7978-145F-F391-530DAB578665}"/>
                    </a:ext>
                  </a:extLst>
                </p14:cNvPr>
                <p14:cNvContentPartPr/>
                <p14:nvPr/>
              </p14:nvContentPartPr>
              <p14:xfrm>
                <a:off x="2806934" y="3051663"/>
                <a:ext cx="43200" cy="132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CB0B319-7978-145F-F391-530DAB57866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789294" y="3033663"/>
                  <a:ext cx="78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EC0254E-1663-E727-1307-BD54D107B8BD}"/>
                    </a:ext>
                  </a:extLst>
                </p14:cNvPr>
                <p14:cNvContentPartPr/>
                <p14:nvPr/>
              </p14:nvContentPartPr>
              <p14:xfrm>
                <a:off x="2896574" y="3041583"/>
                <a:ext cx="462960" cy="150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EC0254E-1663-E727-1307-BD54D107B8B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78934" y="3023583"/>
                  <a:ext cx="4986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605C6D4-0EBC-A93B-C3E8-2C8D1C389716}"/>
                    </a:ext>
                  </a:extLst>
                </p14:cNvPr>
                <p14:cNvContentPartPr/>
                <p14:nvPr/>
              </p14:nvContentPartPr>
              <p14:xfrm>
                <a:off x="3420014" y="2865543"/>
                <a:ext cx="274680" cy="312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605C6D4-0EBC-A93B-C3E8-2C8D1C38971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402014" y="2847543"/>
                  <a:ext cx="3103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544C1FF-87BC-3465-E0A1-9876CF7E8527}"/>
                    </a:ext>
                  </a:extLst>
                </p14:cNvPr>
                <p14:cNvContentPartPr/>
                <p14:nvPr/>
              </p14:nvContentPartPr>
              <p14:xfrm>
                <a:off x="3186374" y="2843943"/>
                <a:ext cx="128160" cy="20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544C1FF-87BC-3465-E0A1-9876CF7E852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168374" y="2825943"/>
                  <a:ext cx="163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8F2627C-02AD-AE39-8D5E-005516D84E3D}"/>
                    </a:ext>
                  </a:extLst>
                </p14:cNvPr>
                <p14:cNvContentPartPr/>
                <p14:nvPr/>
              </p14:nvContentPartPr>
              <p14:xfrm>
                <a:off x="3966854" y="2815863"/>
                <a:ext cx="262440" cy="733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8F2627C-02AD-AE39-8D5E-005516D84E3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948854" y="2798223"/>
                  <a:ext cx="298080" cy="7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B14062B-C060-0CFD-FE9D-2C73ED4E5B46}"/>
                    </a:ext>
                  </a:extLst>
                </p14:cNvPr>
                <p14:cNvContentPartPr/>
                <p14:nvPr/>
              </p14:nvContentPartPr>
              <p14:xfrm>
                <a:off x="4276814" y="2993703"/>
                <a:ext cx="311760" cy="154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B14062B-C060-0CFD-FE9D-2C73ED4E5B4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259174" y="2975703"/>
                  <a:ext cx="3474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2BB4404-DF2E-A644-55AF-1CDEB4726B46}"/>
                    </a:ext>
                  </a:extLst>
                </p14:cNvPr>
                <p14:cNvContentPartPr/>
                <p14:nvPr/>
              </p14:nvContentPartPr>
              <p14:xfrm>
                <a:off x="4673534" y="3016023"/>
                <a:ext cx="373320" cy="1540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2BB4404-DF2E-A644-55AF-1CDEB4726B4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55894" y="2998383"/>
                  <a:ext cx="40896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85653E6-0487-0CD5-6053-F8F6B631119F}"/>
                  </a:ext>
                </a:extLst>
              </p14:cNvPr>
              <p14:cNvContentPartPr/>
              <p14:nvPr/>
            </p14:nvContentPartPr>
            <p14:xfrm>
              <a:off x="5446454" y="2991543"/>
              <a:ext cx="320760" cy="1530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85653E6-0487-0CD5-6053-F8F6B631119F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428454" y="2973543"/>
                <a:ext cx="356400" cy="18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7AC7FD3-720A-4940-FC2F-6D6E00C75564}"/>
              </a:ext>
            </a:extLst>
          </p:cNvPr>
          <p:cNvGrpSpPr/>
          <p:nvPr/>
        </p:nvGrpSpPr>
        <p:grpSpPr>
          <a:xfrm>
            <a:off x="6197054" y="2973183"/>
            <a:ext cx="802440" cy="223560"/>
            <a:chOff x="6197054" y="2973183"/>
            <a:chExt cx="80244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2CF3D74-3330-B15F-29EF-C7A69BF7B2D6}"/>
                    </a:ext>
                  </a:extLst>
                </p14:cNvPr>
                <p14:cNvContentPartPr/>
                <p14:nvPr/>
              </p14:nvContentPartPr>
              <p14:xfrm>
                <a:off x="6197054" y="2973183"/>
                <a:ext cx="232200" cy="142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2CF3D74-3330-B15F-29EF-C7A69BF7B2D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79414" y="2955183"/>
                  <a:ext cx="2678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A385B93-3E82-23A3-6A8C-A2DA71D5D24F}"/>
                    </a:ext>
                  </a:extLst>
                </p14:cNvPr>
                <p14:cNvContentPartPr/>
                <p14:nvPr/>
              </p14:nvContentPartPr>
              <p14:xfrm>
                <a:off x="6567494" y="3023223"/>
                <a:ext cx="74520" cy="80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A385B93-3E82-23A3-6A8C-A2DA71D5D24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549854" y="3005223"/>
                  <a:ext cx="1101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27BDB94-50EF-725C-0CB8-A06FBCCD32ED}"/>
                    </a:ext>
                  </a:extLst>
                </p14:cNvPr>
                <p14:cNvContentPartPr/>
                <p14:nvPr/>
              </p14:nvContentPartPr>
              <p14:xfrm>
                <a:off x="6526454" y="3002343"/>
                <a:ext cx="153000" cy="194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27BDB94-50EF-725C-0CB8-A06FBCCD32E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508814" y="2984703"/>
                  <a:ext cx="1886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977673F-FF0E-D037-166F-EAE3955EEEE7}"/>
                    </a:ext>
                  </a:extLst>
                </p14:cNvPr>
                <p14:cNvContentPartPr/>
                <p14:nvPr/>
              </p14:nvContentPartPr>
              <p14:xfrm>
                <a:off x="6752534" y="3007023"/>
                <a:ext cx="246960" cy="146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977673F-FF0E-D037-166F-EAE3955EEEE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734894" y="2989383"/>
                  <a:ext cx="28260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906DD2-F1FF-49E0-D4DC-9D58BD5A77D6}"/>
              </a:ext>
            </a:extLst>
          </p:cNvPr>
          <p:cNvGrpSpPr/>
          <p:nvPr/>
        </p:nvGrpSpPr>
        <p:grpSpPr>
          <a:xfrm>
            <a:off x="7382534" y="2753583"/>
            <a:ext cx="1801080" cy="406440"/>
            <a:chOff x="7382534" y="2753583"/>
            <a:chExt cx="180108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15287D1-ADC2-FAB2-1DFF-AF0A89EE8701}"/>
                    </a:ext>
                  </a:extLst>
                </p14:cNvPr>
                <p14:cNvContentPartPr/>
                <p14:nvPr/>
              </p14:nvContentPartPr>
              <p14:xfrm>
                <a:off x="7382534" y="2965263"/>
                <a:ext cx="268920" cy="163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15287D1-ADC2-FAB2-1DFF-AF0A89EE870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364534" y="2947623"/>
                  <a:ext cx="304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DAFEB9B-2D27-0184-9657-5B59C13F4F69}"/>
                    </a:ext>
                  </a:extLst>
                </p14:cNvPr>
                <p14:cNvContentPartPr/>
                <p14:nvPr/>
              </p14:nvContentPartPr>
              <p14:xfrm>
                <a:off x="7719854" y="2993343"/>
                <a:ext cx="226800" cy="166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DAFEB9B-2D27-0184-9657-5B59C13F4F6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701854" y="2975343"/>
                  <a:ext cx="2624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86CB375-E20F-A9DD-154F-D932FA42C458}"/>
                    </a:ext>
                  </a:extLst>
                </p14:cNvPr>
                <p14:cNvContentPartPr/>
                <p14:nvPr/>
              </p14:nvContentPartPr>
              <p14:xfrm>
                <a:off x="8040254" y="2753583"/>
                <a:ext cx="92160" cy="3697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86CB375-E20F-A9DD-154F-D932FA42C45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022254" y="2735943"/>
                  <a:ext cx="12780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BF95330-8EBA-F624-3D14-AB935E699C6B}"/>
                    </a:ext>
                  </a:extLst>
                </p14:cNvPr>
                <p14:cNvContentPartPr/>
                <p14:nvPr/>
              </p14:nvContentPartPr>
              <p14:xfrm>
                <a:off x="7994534" y="2941503"/>
                <a:ext cx="378720" cy="185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BF95330-8EBA-F624-3D14-AB935E699C6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976534" y="2923863"/>
                  <a:ext cx="4143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B48E938-D296-F5B0-BFEF-57729A9A3386}"/>
                    </a:ext>
                  </a:extLst>
                </p14:cNvPr>
                <p14:cNvContentPartPr/>
                <p14:nvPr/>
              </p14:nvContentPartPr>
              <p14:xfrm>
                <a:off x="8354534" y="2869863"/>
                <a:ext cx="41040" cy="532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B48E938-D296-F5B0-BFEF-57729A9A338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336894" y="2852223"/>
                  <a:ext cx="76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DD339A7-F1DF-175D-6163-F3B1200A833B}"/>
                    </a:ext>
                  </a:extLst>
                </p14:cNvPr>
                <p14:cNvContentPartPr/>
                <p14:nvPr/>
              </p14:nvContentPartPr>
              <p14:xfrm>
                <a:off x="8433014" y="2915583"/>
                <a:ext cx="237960" cy="163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DD339A7-F1DF-175D-6163-F3B1200A833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415014" y="2897583"/>
                  <a:ext cx="2736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32A0150-47DB-1FF0-0E81-2D5476A73ABA}"/>
                    </a:ext>
                  </a:extLst>
                </p14:cNvPr>
                <p14:cNvContentPartPr/>
                <p14:nvPr/>
              </p14:nvContentPartPr>
              <p14:xfrm>
                <a:off x="8940974" y="2775903"/>
                <a:ext cx="242640" cy="2926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32A0150-47DB-1FF0-0E81-2D5476A73AB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923334" y="2757903"/>
                  <a:ext cx="278280" cy="32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7165BAE-1F27-320E-1525-FDC9A767E98A}"/>
              </a:ext>
            </a:extLst>
          </p:cNvPr>
          <p:cNvGrpSpPr/>
          <p:nvPr/>
        </p:nvGrpSpPr>
        <p:grpSpPr>
          <a:xfrm>
            <a:off x="9604454" y="2791023"/>
            <a:ext cx="462240" cy="593640"/>
            <a:chOff x="9604454" y="2791023"/>
            <a:chExt cx="462240" cy="59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37DE25F-58AB-3A3E-4B0C-40E6B7767D31}"/>
                    </a:ext>
                  </a:extLst>
                </p14:cNvPr>
                <p14:cNvContentPartPr/>
                <p14:nvPr/>
              </p14:nvContentPartPr>
              <p14:xfrm>
                <a:off x="9604454" y="2791023"/>
                <a:ext cx="166320" cy="2584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37DE25F-58AB-3A3E-4B0C-40E6B7767D3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586814" y="2773023"/>
                  <a:ext cx="201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74C6F07-C9AD-1E08-9A0D-DBFCCFF4B7A6}"/>
                    </a:ext>
                  </a:extLst>
                </p14:cNvPr>
                <p14:cNvContentPartPr/>
                <p14:nvPr/>
              </p14:nvContentPartPr>
              <p14:xfrm>
                <a:off x="9790934" y="2930343"/>
                <a:ext cx="275760" cy="454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74C6F07-C9AD-1E08-9A0D-DBFCCFF4B7A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772934" y="2912343"/>
                  <a:ext cx="311400" cy="48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7FC9B001-C665-F1BE-50EB-EDF756CA73B8}"/>
                  </a:ext>
                </a:extLst>
              </p14:cNvPr>
              <p14:cNvContentPartPr/>
              <p14:nvPr/>
            </p14:nvContentPartPr>
            <p14:xfrm>
              <a:off x="10681574" y="2872383"/>
              <a:ext cx="304560" cy="1432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7FC9B001-C665-F1BE-50EB-EDF756CA73B8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0663934" y="2854743"/>
                <a:ext cx="340200" cy="17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0F7FD0A-342C-C60C-5A98-AC970FADC80B}"/>
              </a:ext>
            </a:extLst>
          </p:cNvPr>
          <p:cNvGrpSpPr/>
          <p:nvPr/>
        </p:nvGrpSpPr>
        <p:grpSpPr>
          <a:xfrm>
            <a:off x="91094" y="3359823"/>
            <a:ext cx="2949120" cy="656280"/>
            <a:chOff x="91094" y="3359823"/>
            <a:chExt cx="2949120" cy="65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A4A0EC8-FCB4-C55B-2479-D3D442BDE52C}"/>
                    </a:ext>
                  </a:extLst>
                </p14:cNvPr>
                <p14:cNvContentPartPr/>
                <p14:nvPr/>
              </p14:nvContentPartPr>
              <p14:xfrm>
                <a:off x="91094" y="3359823"/>
                <a:ext cx="269640" cy="656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A4A0EC8-FCB4-C55B-2479-D3D442BDE52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3094" y="3341823"/>
                  <a:ext cx="30528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AF60ADF-03C4-DADC-5AD8-3E0E9B30CCB5}"/>
                    </a:ext>
                  </a:extLst>
                </p14:cNvPr>
                <p14:cNvContentPartPr/>
                <p14:nvPr/>
              </p14:nvContentPartPr>
              <p14:xfrm>
                <a:off x="371894" y="3553863"/>
                <a:ext cx="88200" cy="1382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AF60ADF-03C4-DADC-5AD8-3E0E9B30CCB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53894" y="3535863"/>
                  <a:ext cx="123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05E809B-C141-D2F1-B01B-CEBFF04EB374}"/>
                    </a:ext>
                  </a:extLst>
                </p14:cNvPr>
                <p14:cNvContentPartPr/>
                <p14:nvPr/>
              </p14:nvContentPartPr>
              <p14:xfrm>
                <a:off x="418334" y="3461703"/>
                <a:ext cx="32760" cy="295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05E809B-C141-D2F1-B01B-CEBFF04EB37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00334" y="3444063"/>
                  <a:ext cx="68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C7F6C86-D3A3-D915-E896-4B14E436B50E}"/>
                    </a:ext>
                  </a:extLst>
                </p14:cNvPr>
                <p14:cNvContentPartPr/>
                <p14:nvPr/>
              </p14:nvContentPartPr>
              <p14:xfrm>
                <a:off x="483134" y="3568983"/>
                <a:ext cx="161640" cy="149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C7F6C86-D3A3-D915-E896-4B14E436B50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65494" y="3551343"/>
                  <a:ext cx="197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4D23196-BA3C-6475-EDAA-C8FF0A16541C}"/>
                    </a:ext>
                  </a:extLst>
                </p14:cNvPr>
                <p14:cNvContentPartPr/>
                <p14:nvPr/>
              </p14:nvContentPartPr>
              <p14:xfrm>
                <a:off x="725054" y="3605343"/>
                <a:ext cx="64440" cy="1350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4D23196-BA3C-6475-EDAA-C8FF0A16541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07414" y="3587703"/>
                  <a:ext cx="1000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4D04862-36A5-3BBF-9F3E-9E276F6493F7}"/>
                    </a:ext>
                  </a:extLst>
                </p14:cNvPr>
                <p14:cNvContentPartPr/>
                <p14:nvPr/>
              </p14:nvContentPartPr>
              <p14:xfrm>
                <a:off x="718214" y="3489063"/>
                <a:ext cx="49320" cy="255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4D04862-36A5-3BBF-9F3E-9E276F6493F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00574" y="3471063"/>
                  <a:ext cx="849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D9DCF0F-A79F-DCD7-629C-702BBDB5C2E0}"/>
                    </a:ext>
                  </a:extLst>
                </p14:cNvPr>
                <p14:cNvContentPartPr/>
                <p14:nvPr/>
              </p14:nvContentPartPr>
              <p14:xfrm>
                <a:off x="864734" y="3482583"/>
                <a:ext cx="318960" cy="284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D9DCF0F-A79F-DCD7-629C-702BBDB5C2E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47094" y="3464583"/>
                  <a:ext cx="3546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A909319-0639-D9C2-8A77-B24A3A9269A2}"/>
                    </a:ext>
                  </a:extLst>
                </p14:cNvPr>
                <p14:cNvContentPartPr/>
                <p14:nvPr/>
              </p14:nvContentPartPr>
              <p14:xfrm>
                <a:off x="853214" y="3552783"/>
                <a:ext cx="224280" cy="234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A909319-0639-D9C2-8A77-B24A3A9269A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35574" y="3534783"/>
                  <a:ext cx="259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26B9EF7-9803-450D-FAF4-98E7612F1D42}"/>
                    </a:ext>
                  </a:extLst>
                </p14:cNvPr>
                <p14:cNvContentPartPr/>
                <p14:nvPr/>
              </p14:nvContentPartPr>
              <p14:xfrm>
                <a:off x="1505894" y="3629463"/>
                <a:ext cx="465120" cy="160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26B9EF7-9803-450D-FAF4-98E7612F1D4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487894" y="3611463"/>
                  <a:ext cx="5007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E3FEAE1-812D-88B9-DE90-352956F08C8D}"/>
                    </a:ext>
                  </a:extLst>
                </p14:cNvPr>
                <p14:cNvContentPartPr/>
                <p14:nvPr/>
              </p14:nvContentPartPr>
              <p14:xfrm>
                <a:off x="2032934" y="3694623"/>
                <a:ext cx="318600" cy="132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E3FEAE1-812D-88B9-DE90-352956F08C8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015294" y="3676983"/>
                  <a:ext cx="3542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1717882-79AF-28E8-7A51-4C6674C11611}"/>
                    </a:ext>
                  </a:extLst>
                </p14:cNvPr>
                <p14:cNvContentPartPr/>
                <p14:nvPr/>
              </p14:nvContentPartPr>
              <p14:xfrm>
                <a:off x="2449454" y="3566823"/>
                <a:ext cx="590760" cy="317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1717882-79AF-28E8-7A51-4C6674C1161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431814" y="3548823"/>
                  <a:ext cx="626400" cy="35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8726E229-3497-FC3E-1B6F-626321EBC6AC}"/>
                  </a:ext>
                </a:extLst>
              </p14:cNvPr>
              <p14:cNvContentPartPr/>
              <p14:nvPr/>
            </p14:nvContentPartPr>
            <p14:xfrm>
              <a:off x="3499214" y="3710103"/>
              <a:ext cx="364320" cy="6073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8726E229-3497-FC3E-1B6F-626321EBC6AC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481214" y="3692103"/>
                <a:ext cx="399960" cy="64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oup 159">
            <a:extLst>
              <a:ext uri="{FF2B5EF4-FFF2-40B4-BE49-F238E27FC236}">
                <a16:creationId xmlns:a16="http://schemas.microsoft.com/office/drawing/2014/main" id="{D18D561E-6E1F-A8EB-99AB-F1A34BF93461}"/>
              </a:ext>
            </a:extLst>
          </p:cNvPr>
          <p:cNvGrpSpPr/>
          <p:nvPr/>
        </p:nvGrpSpPr>
        <p:grpSpPr>
          <a:xfrm>
            <a:off x="4336214" y="3624423"/>
            <a:ext cx="1995480" cy="307080"/>
            <a:chOff x="4336214" y="3624423"/>
            <a:chExt cx="199548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286914F-5D50-3712-C036-494372DFB60D}"/>
                    </a:ext>
                  </a:extLst>
                </p14:cNvPr>
                <p14:cNvContentPartPr/>
                <p14:nvPr/>
              </p14:nvContentPartPr>
              <p14:xfrm>
                <a:off x="4336214" y="3724863"/>
                <a:ext cx="432000" cy="2066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286914F-5D50-3712-C036-494372DFB60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318214" y="3706863"/>
                  <a:ext cx="4676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41B52EC-3CDF-F5A7-3CF7-FA6257591327}"/>
                    </a:ext>
                  </a:extLst>
                </p14:cNvPr>
                <p14:cNvContentPartPr/>
                <p14:nvPr/>
              </p14:nvContentPartPr>
              <p14:xfrm>
                <a:off x="4844894" y="3736743"/>
                <a:ext cx="354600" cy="1587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41B52EC-3CDF-F5A7-3CF7-FA625759132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827254" y="3719103"/>
                  <a:ext cx="3902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52E5D8B-588A-ECB1-A892-0BB4CB1F0096}"/>
                    </a:ext>
                  </a:extLst>
                </p14:cNvPr>
                <p14:cNvContentPartPr/>
                <p14:nvPr/>
              </p14:nvContentPartPr>
              <p14:xfrm>
                <a:off x="5460494" y="3757263"/>
                <a:ext cx="175320" cy="150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52E5D8B-588A-ECB1-A892-0BB4CB1F009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442854" y="3739623"/>
                  <a:ext cx="2109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062894F-9710-B1A9-0EBE-7427EEB7A0E8}"/>
                    </a:ext>
                  </a:extLst>
                </p14:cNvPr>
                <p14:cNvContentPartPr/>
                <p14:nvPr/>
              </p14:nvContentPartPr>
              <p14:xfrm>
                <a:off x="5743814" y="3782103"/>
                <a:ext cx="219960" cy="1065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062894F-9710-B1A9-0EBE-7427EEB7A0E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725814" y="3764103"/>
                  <a:ext cx="255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C13CEF4-8BC4-F0A7-B64C-EA4243D089BA}"/>
                    </a:ext>
                  </a:extLst>
                </p14:cNvPr>
                <p14:cNvContentPartPr/>
                <p14:nvPr/>
              </p14:nvContentPartPr>
              <p14:xfrm>
                <a:off x="6050174" y="3624423"/>
                <a:ext cx="281520" cy="2718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C13CEF4-8BC4-F0A7-B64C-EA4243D089B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032534" y="3606423"/>
                  <a:ext cx="317160" cy="30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DDB89B02-C78C-0263-C64E-BCE2625EDED4}"/>
              </a:ext>
            </a:extLst>
          </p:cNvPr>
          <p:cNvGrpSpPr/>
          <p:nvPr/>
        </p:nvGrpSpPr>
        <p:grpSpPr>
          <a:xfrm>
            <a:off x="6690614" y="3724143"/>
            <a:ext cx="1211760" cy="204120"/>
            <a:chOff x="6690614" y="3724143"/>
            <a:chExt cx="121176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69EC376-3B0C-C0FF-89DA-FEB0ACE9D94A}"/>
                    </a:ext>
                  </a:extLst>
                </p14:cNvPr>
                <p14:cNvContentPartPr/>
                <p14:nvPr/>
              </p14:nvContentPartPr>
              <p14:xfrm>
                <a:off x="6690614" y="3724143"/>
                <a:ext cx="807480" cy="2041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69EC376-3B0C-C0FF-89DA-FEB0ACE9D94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672614" y="3706143"/>
                  <a:ext cx="843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0E85981-C36A-6218-D3A0-26D9B0D41167}"/>
                    </a:ext>
                  </a:extLst>
                </p14:cNvPr>
                <p14:cNvContentPartPr/>
                <p14:nvPr/>
              </p14:nvContentPartPr>
              <p14:xfrm>
                <a:off x="7588814" y="3772383"/>
                <a:ext cx="313560" cy="1191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0E85981-C36A-6218-D3A0-26D9B0D4116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570814" y="3754383"/>
                  <a:ext cx="349200" cy="15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7E67CAA1-51FC-282B-1095-A1C456EA9BAF}"/>
                  </a:ext>
                </a:extLst>
              </p14:cNvPr>
              <p14:cNvContentPartPr/>
              <p14:nvPr/>
            </p14:nvContentPartPr>
            <p14:xfrm>
              <a:off x="7974734" y="3737103"/>
              <a:ext cx="283320" cy="1375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7E67CAA1-51FC-282B-1095-A1C456EA9BAF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956734" y="3719463"/>
                <a:ext cx="318960" cy="17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FCC69D72-AD24-AD2B-F333-71E23D916C67}"/>
              </a:ext>
            </a:extLst>
          </p:cNvPr>
          <p:cNvGrpSpPr/>
          <p:nvPr/>
        </p:nvGrpSpPr>
        <p:grpSpPr>
          <a:xfrm>
            <a:off x="8634974" y="3478983"/>
            <a:ext cx="2160720" cy="793080"/>
            <a:chOff x="8634974" y="3478983"/>
            <a:chExt cx="2160720" cy="79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FFDB6ED-BDCA-6FA4-190C-ABF34D913115}"/>
                    </a:ext>
                  </a:extLst>
                </p14:cNvPr>
                <p14:cNvContentPartPr/>
                <p14:nvPr/>
              </p14:nvContentPartPr>
              <p14:xfrm>
                <a:off x="8634974" y="3612903"/>
                <a:ext cx="460800" cy="6591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FFDB6ED-BDCA-6FA4-190C-ABF34D91311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617334" y="3595263"/>
                  <a:ext cx="49644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207A958-1DA5-8B55-FF3E-82557DDEEA23}"/>
                    </a:ext>
                  </a:extLst>
                </p14:cNvPr>
                <p14:cNvContentPartPr/>
                <p14:nvPr/>
              </p14:nvContentPartPr>
              <p14:xfrm>
                <a:off x="9102614" y="3703263"/>
                <a:ext cx="442080" cy="1789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207A958-1DA5-8B55-FF3E-82557DDEEA2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084614" y="3685623"/>
                  <a:ext cx="4777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1373113-0F82-9846-8335-EDE457C5D35A}"/>
                    </a:ext>
                  </a:extLst>
                </p14:cNvPr>
                <p14:cNvContentPartPr/>
                <p14:nvPr/>
              </p14:nvContentPartPr>
              <p14:xfrm>
                <a:off x="9657014" y="3520023"/>
                <a:ext cx="687240" cy="336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1373113-0F82-9846-8335-EDE457C5D35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639014" y="3502023"/>
                  <a:ext cx="7228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7F5C94F-C3EB-D942-3B98-5ADE67CC1E7C}"/>
                    </a:ext>
                  </a:extLst>
                </p14:cNvPr>
                <p14:cNvContentPartPr/>
                <p14:nvPr/>
              </p14:nvContentPartPr>
              <p14:xfrm>
                <a:off x="10451174" y="3666903"/>
                <a:ext cx="148320" cy="120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7F5C94F-C3EB-D942-3B98-5ADE67CC1E7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433174" y="3649263"/>
                  <a:ext cx="1839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E83E23E-5A74-CFBB-0522-2CD361034ACE}"/>
                    </a:ext>
                  </a:extLst>
                </p14:cNvPr>
                <p14:cNvContentPartPr/>
                <p14:nvPr/>
              </p14:nvContentPartPr>
              <p14:xfrm>
                <a:off x="10647014" y="3659343"/>
                <a:ext cx="148680" cy="1450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E83E23E-5A74-CFBB-0522-2CD361034AC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629014" y="3641703"/>
                  <a:ext cx="1843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95BBE12-B486-7B4F-990D-F2A4088D0BEA}"/>
                    </a:ext>
                  </a:extLst>
                </p14:cNvPr>
                <p14:cNvContentPartPr/>
                <p14:nvPr/>
              </p14:nvContentPartPr>
              <p14:xfrm>
                <a:off x="10256774" y="3478983"/>
                <a:ext cx="139320" cy="280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95BBE12-B486-7B4F-990D-F2A4088D0BE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238774" y="3461343"/>
                  <a:ext cx="1749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49A3DE2-422B-AFB1-F93B-79036A32B51F}"/>
                    </a:ext>
                  </a:extLst>
                </p14:cNvPr>
                <p14:cNvContentPartPr/>
                <p14:nvPr/>
              </p14:nvContentPartPr>
              <p14:xfrm>
                <a:off x="9840614" y="3517143"/>
                <a:ext cx="504000" cy="28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49A3DE2-422B-AFB1-F93B-79036A32B51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822974" y="3499503"/>
                  <a:ext cx="53964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8DE3AB1F-02D0-80FF-587C-D7879F2385D9}"/>
              </a:ext>
            </a:extLst>
          </p:cNvPr>
          <p:cNvGrpSpPr/>
          <p:nvPr/>
        </p:nvGrpSpPr>
        <p:grpSpPr>
          <a:xfrm>
            <a:off x="5054" y="4283943"/>
            <a:ext cx="1081080" cy="370080"/>
            <a:chOff x="5054" y="4283943"/>
            <a:chExt cx="1081080" cy="37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0CABD22-9D8D-DE9C-A33C-D8F55A5247B6}"/>
                    </a:ext>
                  </a:extLst>
                </p14:cNvPr>
                <p14:cNvContentPartPr/>
                <p14:nvPr/>
              </p14:nvContentPartPr>
              <p14:xfrm>
                <a:off x="5054" y="4283943"/>
                <a:ext cx="1081080" cy="370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0CABD22-9D8D-DE9C-A33C-D8F55A5247B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-12946" y="4265943"/>
                  <a:ext cx="11167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994D0A6-46D7-745C-24A3-E8C926BFC74D}"/>
                    </a:ext>
                  </a:extLst>
                </p14:cNvPr>
                <p14:cNvContentPartPr/>
                <p14:nvPr/>
              </p14:nvContentPartPr>
              <p14:xfrm>
                <a:off x="181814" y="4384383"/>
                <a:ext cx="105840" cy="16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994D0A6-46D7-745C-24A3-E8C926BFC74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64174" y="4366743"/>
                  <a:ext cx="14148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CAB2B1A8-E9D7-8A04-8738-E08A9F1FA248}"/>
              </a:ext>
            </a:extLst>
          </p:cNvPr>
          <p:cNvGrpSpPr/>
          <p:nvPr/>
        </p:nvGrpSpPr>
        <p:grpSpPr>
          <a:xfrm>
            <a:off x="1487534" y="4308063"/>
            <a:ext cx="760680" cy="335880"/>
            <a:chOff x="1487534" y="4308063"/>
            <a:chExt cx="76068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61CD326-2136-F42C-BA33-B7151AAF5D5D}"/>
                    </a:ext>
                  </a:extLst>
                </p14:cNvPr>
                <p14:cNvContentPartPr/>
                <p14:nvPr/>
              </p14:nvContentPartPr>
              <p14:xfrm>
                <a:off x="1652774" y="4308063"/>
                <a:ext cx="595440" cy="3358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61CD326-2136-F42C-BA33-B7151AAF5D5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635134" y="4290423"/>
                  <a:ext cx="63108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DF8C8EE-6A21-62EC-DF03-9FCE2DA2E6E2}"/>
                    </a:ext>
                  </a:extLst>
                </p14:cNvPr>
                <p14:cNvContentPartPr/>
                <p14:nvPr/>
              </p14:nvContentPartPr>
              <p14:xfrm>
                <a:off x="1487534" y="4470423"/>
                <a:ext cx="289080" cy="295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DF8C8EE-6A21-62EC-DF03-9FCE2DA2E6E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469894" y="4452783"/>
                  <a:ext cx="32472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3CC972F7-1D54-7550-12D1-20D2298E2FFF}"/>
              </a:ext>
            </a:extLst>
          </p:cNvPr>
          <p:cNvGrpSpPr/>
          <p:nvPr/>
        </p:nvGrpSpPr>
        <p:grpSpPr>
          <a:xfrm>
            <a:off x="2645294" y="4347303"/>
            <a:ext cx="1298520" cy="361440"/>
            <a:chOff x="2645294" y="4347303"/>
            <a:chExt cx="129852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40197DC-19AE-8AA6-9071-E78D4E743A22}"/>
                    </a:ext>
                  </a:extLst>
                </p14:cNvPr>
                <p14:cNvContentPartPr/>
                <p14:nvPr/>
              </p14:nvContentPartPr>
              <p14:xfrm>
                <a:off x="2645294" y="4525143"/>
                <a:ext cx="329400" cy="1065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40197DC-19AE-8AA6-9071-E78D4E743A2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627294" y="4507143"/>
                  <a:ext cx="365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B349927-B193-370A-7D63-D964142CEAC3}"/>
                    </a:ext>
                  </a:extLst>
                </p14:cNvPr>
                <p14:cNvContentPartPr/>
                <p14:nvPr/>
              </p14:nvContentPartPr>
              <p14:xfrm>
                <a:off x="3039854" y="4347303"/>
                <a:ext cx="696960" cy="3614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B349927-B193-370A-7D63-D964142CEAC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021854" y="4329303"/>
                  <a:ext cx="73260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55A9A9B-E736-1C3A-C1EC-3CC6AA4D41AC}"/>
                    </a:ext>
                  </a:extLst>
                </p14:cNvPr>
                <p14:cNvContentPartPr/>
                <p14:nvPr/>
              </p14:nvContentPartPr>
              <p14:xfrm>
                <a:off x="3826814" y="4564383"/>
                <a:ext cx="117000" cy="1195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55A9A9B-E736-1C3A-C1EC-3CC6AA4D41A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808814" y="4546743"/>
                  <a:ext cx="1526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5B3A7A4-6017-A7AD-0A6F-077802A6C324}"/>
                    </a:ext>
                  </a:extLst>
                </p14:cNvPr>
                <p14:cNvContentPartPr/>
                <p14:nvPr/>
              </p14:nvContentPartPr>
              <p14:xfrm>
                <a:off x="3687134" y="4355223"/>
                <a:ext cx="119880" cy="511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5B3A7A4-6017-A7AD-0A6F-077802A6C32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669134" y="4337223"/>
                  <a:ext cx="1555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88BE2D9-047B-C834-6C85-E6596CC20394}"/>
                    </a:ext>
                  </a:extLst>
                </p14:cNvPr>
                <p14:cNvContentPartPr/>
                <p14:nvPr/>
              </p14:nvContentPartPr>
              <p14:xfrm>
                <a:off x="3257294" y="4383303"/>
                <a:ext cx="254880" cy="35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88BE2D9-047B-C834-6C85-E6596CC2039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239654" y="4365303"/>
                  <a:ext cx="29052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50DEA7D5-F594-39A8-3FBB-171E49785E08}"/>
              </a:ext>
            </a:extLst>
          </p:cNvPr>
          <p:cNvGrpSpPr/>
          <p:nvPr/>
        </p:nvGrpSpPr>
        <p:grpSpPr>
          <a:xfrm>
            <a:off x="4350254" y="4468623"/>
            <a:ext cx="253800" cy="266040"/>
            <a:chOff x="4350254" y="4468623"/>
            <a:chExt cx="253800" cy="2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909BC35-2655-6B68-F93E-67E2D7A98F4C}"/>
                    </a:ext>
                  </a:extLst>
                </p14:cNvPr>
                <p14:cNvContentPartPr/>
                <p14:nvPr/>
              </p14:nvContentPartPr>
              <p14:xfrm>
                <a:off x="4350254" y="4468623"/>
                <a:ext cx="91440" cy="225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909BC35-2655-6B68-F93E-67E2D7A98F4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332254" y="4450983"/>
                  <a:ext cx="1270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96F6F3A-A345-AA31-8009-D50FA6590E55}"/>
                    </a:ext>
                  </a:extLst>
                </p14:cNvPr>
                <p14:cNvContentPartPr/>
                <p14:nvPr/>
              </p14:nvContentPartPr>
              <p14:xfrm>
                <a:off x="4352774" y="4471863"/>
                <a:ext cx="251280" cy="2628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96F6F3A-A345-AA31-8009-D50FA6590E5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335134" y="4454223"/>
                  <a:ext cx="286920" cy="29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7685EADC-79E0-F6C8-1B99-DC429A566E47}"/>
              </a:ext>
            </a:extLst>
          </p:cNvPr>
          <p:cNvGrpSpPr/>
          <p:nvPr/>
        </p:nvGrpSpPr>
        <p:grpSpPr>
          <a:xfrm>
            <a:off x="5112734" y="4399143"/>
            <a:ext cx="217080" cy="285120"/>
            <a:chOff x="5112734" y="4399143"/>
            <a:chExt cx="217080" cy="2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0E8E621-CED0-0120-E0E0-11839E0C25B9}"/>
                    </a:ext>
                  </a:extLst>
                </p14:cNvPr>
                <p14:cNvContentPartPr/>
                <p14:nvPr/>
              </p14:nvContentPartPr>
              <p14:xfrm>
                <a:off x="5112734" y="4534503"/>
                <a:ext cx="41760" cy="1468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0E8E621-CED0-0120-E0E0-11839E0C25B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094734" y="4516863"/>
                  <a:ext cx="774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B940707-2A7E-74CF-1E3E-177F7890F75D}"/>
                    </a:ext>
                  </a:extLst>
                </p14:cNvPr>
                <p14:cNvContentPartPr/>
                <p14:nvPr/>
              </p14:nvContentPartPr>
              <p14:xfrm>
                <a:off x="5148014" y="4544583"/>
                <a:ext cx="181800" cy="1396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B940707-2A7E-74CF-1E3E-177F7890F75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130374" y="4526943"/>
                  <a:ext cx="2174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E7D96CA-3AE0-F907-CA71-A6D701A8F5F6}"/>
                    </a:ext>
                  </a:extLst>
                </p14:cNvPr>
                <p14:cNvContentPartPr/>
                <p14:nvPr/>
              </p14:nvContentPartPr>
              <p14:xfrm>
                <a:off x="5167454" y="4399143"/>
                <a:ext cx="36360" cy="356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E7D96CA-3AE0-F907-CA71-A6D701A8F5F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149814" y="4381143"/>
                  <a:ext cx="7200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B221CB3A-404B-A0DB-1B79-9F634C20802F}"/>
              </a:ext>
            </a:extLst>
          </p:cNvPr>
          <p:cNvGrpSpPr/>
          <p:nvPr/>
        </p:nvGrpSpPr>
        <p:grpSpPr>
          <a:xfrm>
            <a:off x="5857934" y="4285023"/>
            <a:ext cx="931680" cy="359280"/>
            <a:chOff x="5857934" y="4285023"/>
            <a:chExt cx="93168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DE6F2C4-B808-6958-E7CE-74577D5352CA}"/>
                    </a:ext>
                  </a:extLst>
                </p14:cNvPr>
                <p14:cNvContentPartPr/>
                <p14:nvPr/>
              </p14:nvContentPartPr>
              <p14:xfrm>
                <a:off x="5857934" y="4463223"/>
                <a:ext cx="152640" cy="181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DE6F2C4-B808-6958-E7CE-74577D5352C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840294" y="4445223"/>
                  <a:ext cx="1882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F917294-BBEF-D012-CFE4-2A3DE8040F33}"/>
                    </a:ext>
                  </a:extLst>
                </p14:cNvPr>
                <p14:cNvContentPartPr/>
                <p14:nvPr/>
              </p14:nvContentPartPr>
              <p14:xfrm>
                <a:off x="6078614" y="4487703"/>
                <a:ext cx="376200" cy="147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F917294-BBEF-D012-CFE4-2A3DE8040F3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060974" y="4470063"/>
                  <a:ext cx="4118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3C55159-4113-87FD-CE1D-E1D7B3ACF2D2}"/>
                    </a:ext>
                  </a:extLst>
                </p14:cNvPr>
                <p14:cNvContentPartPr/>
                <p14:nvPr/>
              </p14:nvContentPartPr>
              <p14:xfrm>
                <a:off x="6397574" y="4358103"/>
                <a:ext cx="46440" cy="482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3C55159-4113-87FD-CE1D-E1D7B3ACF2D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379934" y="4340103"/>
                  <a:ext cx="820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6E7D602-D06F-7A44-7708-02425E5EFA89}"/>
                    </a:ext>
                  </a:extLst>
                </p14:cNvPr>
                <p14:cNvContentPartPr/>
                <p14:nvPr/>
              </p14:nvContentPartPr>
              <p14:xfrm>
                <a:off x="6554174" y="4285023"/>
                <a:ext cx="235440" cy="3132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6E7D602-D06F-7A44-7708-02425E5EFA8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536174" y="4267023"/>
                  <a:ext cx="271080" cy="34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BDA31F5-4830-1F61-2564-2E5AEEF2A3A1}"/>
              </a:ext>
            </a:extLst>
          </p:cNvPr>
          <p:cNvGrpSpPr/>
          <p:nvPr/>
        </p:nvGrpSpPr>
        <p:grpSpPr>
          <a:xfrm>
            <a:off x="7315934" y="4286823"/>
            <a:ext cx="384120" cy="303480"/>
            <a:chOff x="7315934" y="4286823"/>
            <a:chExt cx="384120" cy="3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D28AE38-53D8-0EEA-FAE2-3E834B435A74}"/>
                    </a:ext>
                  </a:extLst>
                </p14:cNvPr>
                <p14:cNvContentPartPr/>
                <p14:nvPr/>
              </p14:nvContentPartPr>
              <p14:xfrm>
                <a:off x="7321334" y="4286823"/>
                <a:ext cx="378720" cy="3034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D28AE38-53D8-0EEA-FAE2-3E834B435A7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303694" y="4268823"/>
                  <a:ext cx="4143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6967D0B-7F18-431D-BB9D-3C63207C373D}"/>
                    </a:ext>
                  </a:extLst>
                </p14:cNvPr>
                <p14:cNvContentPartPr/>
                <p14:nvPr/>
              </p14:nvContentPartPr>
              <p14:xfrm>
                <a:off x="7315934" y="4384023"/>
                <a:ext cx="217800" cy="23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6967D0B-7F18-431D-BB9D-3C63207C373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297934" y="4366023"/>
                  <a:ext cx="25344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3AEBDF34-D4FE-0909-B1F5-D2DA021A26C9}"/>
              </a:ext>
            </a:extLst>
          </p:cNvPr>
          <p:cNvGrpSpPr/>
          <p:nvPr/>
        </p:nvGrpSpPr>
        <p:grpSpPr>
          <a:xfrm>
            <a:off x="8153654" y="4271703"/>
            <a:ext cx="436320" cy="383400"/>
            <a:chOff x="8153654" y="4271703"/>
            <a:chExt cx="436320" cy="3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175DFCE-91E2-0187-382A-397D9FE118EB}"/>
                    </a:ext>
                  </a:extLst>
                </p14:cNvPr>
                <p14:cNvContentPartPr/>
                <p14:nvPr/>
              </p14:nvContentPartPr>
              <p14:xfrm>
                <a:off x="8153654" y="4271703"/>
                <a:ext cx="151560" cy="3344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175DFCE-91E2-0187-382A-397D9FE118E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136014" y="4253703"/>
                  <a:ext cx="1872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B1660F5-E68F-784C-C8CB-EAA369870AD4}"/>
                    </a:ext>
                  </a:extLst>
                </p14:cNvPr>
                <p14:cNvContentPartPr/>
                <p14:nvPr/>
              </p14:nvContentPartPr>
              <p14:xfrm>
                <a:off x="8350214" y="4467543"/>
                <a:ext cx="239760" cy="1875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B1660F5-E68F-784C-C8CB-EAA369870AD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332574" y="4449543"/>
                  <a:ext cx="27540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4272FEE-ABFE-4F4A-A3A2-1D7C22D366F7}"/>
              </a:ext>
            </a:extLst>
          </p:cNvPr>
          <p:cNvGrpSpPr/>
          <p:nvPr/>
        </p:nvGrpSpPr>
        <p:grpSpPr>
          <a:xfrm>
            <a:off x="9084974" y="4222023"/>
            <a:ext cx="2323080" cy="839520"/>
            <a:chOff x="9084974" y="4222023"/>
            <a:chExt cx="2323080" cy="83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13EA6D9-E0EB-4449-5408-29A4EAD2F183}"/>
                    </a:ext>
                  </a:extLst>
                </p14:cNvPr>
                <p14:cNvContentPartPr/>
                <p14:nvPr/>
              </p14:nvContentPartPr>
              <p14:xfrm>
                <a:off x="9084974" y="4371423"/>
                <a:ext cx="236160" cy="269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13EA6D9-E0EB-4449-5408-29A4EAD2F18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066974" y="4353783"/>
                  <a:ext cx="2718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CAE35BA-643C-1979-C7C7-A219F81713B9}"/>
                    </a:ext>
                  </a:extLst>
                </p14:cNvPr>
                <p14:cNvContentPartPr/>
                <p14:nvPr/>
              </p14:nvContentPartPr>
              <p14:xfrm>
                <a:off x="9334814" y="4407783"/>
                <a:ext cx="256320" cy="653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CAE35BA-643C-1979-C7C7-A219F81713B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316814" y="4389783"/>
                  <a:ext cx="29196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2064DE5-35E8-2AC3-7800-4F81A89419DF}"/>
                    </a:ext>
                  </a:extLst>
                </p14:cNvPr>
                <p14:cNvContentPartPr/>
                <p14:nvPr/>
              </p14:nvContentPartPr>
              <p14:xfrm>
                <a:off x="9667454" y="4423623"/>
                <a:ext cx="362160" cy="186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2064DE5-35E8-2AC3-7800-4F81A89419D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649814" y="4405623"/>
                  <a:ext cx="3978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892CFFD-1602-4E7B-0667-517C04BBE388}"/>
                    </a:ext>
                  </a:extLst>
                </p14:cNvPr>
                <p14:cNvContentPartPr/>
                <p14:nvPr/>
              </p14:nvContentPartPr>
              <p14:xfrm>
                <a:off x="9987134" y="4292943"/>
                <a:ext cx="51480" cy="27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892CFFD-1602-4E7B-0667-517C04BBE38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969494" y="4274943"/>
                  <a:ext cx="871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E6AF9CF-3EC7-BEC2-9A1E-113B75F489C2}"/>
                    </a:ext>
                  </a:extLst>
                </p14:cNvPr>
                <p14:cNvContentPartPr/>
                <p14:nvPr/>
              </p14:nvContentPartPr>
              <p14:xfrm>
                <a:off x="10068494" y="4411383"/>
                <a:ext cx="181800" cy="1584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E6AF9CF-3EC7-BEC2-9A1E-113B75F489C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050494" y="4393383"/>
                  <a:ext cx="2174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0AFF4A9-AE1A-F9CD-8673-61758890E6BE}"/>
                    </a:ext>
                  </a:extLst>
                </p14:cNvPr>
                <p14:cNvContentPartPr/>
                <p14:nvPr/>
              </p14:nvContentPartPr>
              <p14:xfrm>
                <a:off x="10333454" y="4234983"/>
                <a:ext cx="1074600" cy="3423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0AFF4A9-AE1A-F9CD-8673-61758890E6B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315814" y="4216983"/>
                  <a:ext cx="111024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C6E62EC-7E0A-5061-1EC9-EF5FAEC90D86}"/>
                    </a:ext>
                  </a:extLst>
                </p14:cNvPr>
                <p14:cNvContentPartPr/>
                <p14:nvPr/>
              </p14:nvContentPartPr>
              <p14:xfrm>
                <a:off x="11200334" y="4222023"/>
                <a:ext cx="127440" cy="741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C6E62EC-7E0A-5061-1EC9-EF5FAEC90D8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182694" y="4204383"/>
                  <a:ext cx="16308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BC7EECAE-720A-6216-70EA-6BBD548507BF}"/>
              </a:ext>
            </a:extLst>
          </p:cNvPr>
          <p:cNvGrpSpPr/>
          <p:nvPr/>
        </p:nvGrpSpPr>
        <p:grpSpPr>
          <a:xfrm>
            <a:off x="243374" y="4904943"/>
            <a:ext cx="299160" cy="430200"/>
            <a:chOff x="243374" y="4904943"/>
            <a:chExt cx="29916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681C4FA-144F-23F2-10A7-D454A9F34333}"/>
                    </a:ext>
                  </a:extLst>
                </p14:cNvPr>
                <p14:cNvContentPartPr/>
                <p14:nvPr/>
              </p14:nvContentPartPr>
              <p14:xfrm>
                <a:off x="243374" y="4904943"/>
                <a:ext cx="123120" cy="4302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681C4FA-144F-23F2-10A7-D454A9F3433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25734" y="4886943"/>
                  <a:ext cx="15876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B99F04F-EF4B-D333-F780-E7F19945A6ED}"/>
                    </a:ext>
                  </a:extLst>
                </p14:cNvPr>
                <p14:cNvContentPartPr/>
                <p14:nvPr/>
              </p14:nvContentPartPr>
              <p14:xfrm>
                <a:off x="410414" y="5100423"/>
                <a:ext cx="132120" cy="1936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B99F04F-EF4B-D333-F780-E7F19945A6E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92774" y="5082423"/>
                  <a:ext cx="1677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E17ECFE-833C-ABF1-2391-6FB260A33532}"/>
                    </a:ext>
                  </a:extLst>
                </p14:cNvPr>
                <p14:cNvContentPartPr/>
                <p14:nvPr/>
              </p14:nvContentPartPr>
              <p14:xfrm>
                <a:off x="265694" y="5066223"/>
                <a:ext cx="199800" cy="14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E17ECFE-833C-ABF1-2391-6FB260A3353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47694" y="5048223"/>
                  <a:ext cx="23544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6A599145-1778-FA92-AD53-D9056E18095E}"/>
              </a:ext>
            </a:extLst>
          </p:cNvPr>
          <p:cNvGrpSpPr/>
          <p:nvPr/>
        </p:nvGrpSpPr>
        <p:grpSpPr>
          <a:xfrm>
            <a:off x="1024214" y="5004663"/>
            <a:ext cx="733320" cy="354960"/>
            <a:chOff x="1024214" y="5004663"/>
            <a:chExt cx="73332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941FB57-240B-45FF-9F14-72A579D31A9C}"/>
                    </a:ext>
                  </a:extLst>
                </p14:cNvPr>
                <p14:cNvContentPartPr/>
                <p14:nvPr/>
              </p14:nvContentPartPr>
              <p14:xfrm>
                <a:off x="1024214" y="5004663"/>
                <a:ext cx="733320" cy="354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941FB57-240B-45FF-9F14-72A579D31A9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06214" y="4986663"/>
                  <a:ext cx="7689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F571390-7BB4-8BCD-D788-95026583C8EB}"/>
                    </a:ext>
                  </a:extLst>
                </p14:cNvPr>
                <p14:cNvContentPartPr/>
                <p14:nvPr/>
              </p14:nvContentPartPr>
              <p14:xfrm>
                <a:off x="1211414" y="5155143"/>
                <a:ext cx="153000" cy="129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F571390-7BB4-8BCD-D788-95026583C8E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93774" y="5137503"/>
                  <a:ext cx="18864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8AD8F824-401B-6F2A-8E54-03DA1D4345CC}"/>
              </a:ext>
            </a:extLst>
          </p:cNvPr>
          <p:cNvGrpSpPr/>
          <p:nvPr/>
        </p:nvGrpSpPr>
        <p:grpSpPr>
          <a:xfrm>
            <a:off x="2204654" y="5049303"/>
            <a:ext cx="1366200" cy="327240"/>
            <a:chOff x="2204654" y="5049303"/>
            <a:chExt cx="136620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62EC31F-FD4C-ADFC-EFDE-39C904F49178}"/>
                    </a:ext>
                  </a:extLst>
                </p14:cNvPr>
                <p14:cNvContentPartPr/>
                <p14:nvPr/>
              </p14:nvContentPartPr>
              <p14:xfrm>
                <a:off x="2204654" y="5164503"/>
                <a:ext cx="347400" cy="180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62EC31F-FD4C-ADFC-EFDE-39C904F4917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187014" y="5146863"/>
                  <a:ext cx="3830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1046A7C-A5C3-26BE-6A5A-C593E6E04D3E}"/>
                    </a:ext>
                  </a:extLst>
                </p14:cNvPr>
                <p14:cNvContentPartPr/>
                <p14:nvPr/>
              </p14:nvContentPartPr>
              <p14:xfrm>
                <a:off x="2566814" y="5049303"/>
                <a:ext cx="684720" cy="3272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1046A7C-A5C3-26BE-6A5A-C593E6E04D3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548814" y="5031303"/>
                  <a:ext cx="72036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633B8F9-7880-0A7D-7EE4-13F0F6001191}"/>
                    </a:ext>
                  </a:extLst>
                </p14:cNvPr>
                <p14:cNvContentPartPr/>
                <p14:nvPr/>
              </p14:nvContentPartPr>
              <p14:xfrm>
                <a:off x="3313454" y="5222463"/>
                <a:ext cx="257400" cy="1497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633B8F9-7880-0A7D-7EE4-13F0F600119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295814" y="5204463"/>
                  <a:ext cx="2930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A872269-5E55-C071-EC2E-32A6FDE9E631}"/>
                    </a:ext>
                  </a:extLst>
                </p14:cNvPr>
                <p14:cNvContentPartPr/>
                <p14:nvPr/>
              </p14:nvContentPartPr>
              <p14:xfrm>
                <a:off x="3405254" y="5049663"/>
                <a:ext cx="68400" cy="255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A872269-5E55-C071-EC2E-32A6FDE9E631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387614" y="5031663"/>
                  <a:ext cx="1040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284EA63-0ACD-9D1E-2811-299E37C1EDF2}"/>
                    </a:ext>
                  </a:extLst>
                </p14:cNvPr>
                <p14:cNvContentPartPr/>
                <p14:nvPr/>
              </p14:nvContentPartPr>
              <p14:xfrm>
                <a:off x="2868494" y="5147223"/>
                <a:ext cx="278640" cy="216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284EA63-0ACD-9D1E-2811-299E37C1EDF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850854" y="5129583"/>
                  <a:ext cx="31428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8E8E0D25-E714-BE0A-6072-E4C12CE1D67B}"/>
              </a:ext>
            </a:extLst>
          </p:cNvPr>
          <p:cNvGrpSpPr/>
          <p:nvPr/>
        </p:nvGrpSpPr>
        <p:grpSpPr>
          <a:xfrm>
            <a:off x="3880454" y="5079903"/>
            <a:ext cx="313920" cy="340560"/>
            <a:chOff x="3880454" y="5079903"/>
            <a:chExt cx="31392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F2DF3DA-DAE9-50C8-99FE-24248E8F1B71}"/>
                    </a:ext>
                  </a:extLst>
                </p14:cNvPr>
                <p14:cNvContentPartPr/>
                <p14:nvPr/>
              </p14:nvContentPartPr>
              <p14:xfrm>
                <a:off x="3880454" y="5079903"/>
                <a:ext cx="313920" cy="3405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F2DF3DA-DAE9-50C8-99FE-24248E8F1B7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862814" y="5061903"/>
                  <a:ext cx="3495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AB2E480-16FA-B78C-C3A2-262D8D29784C}"/>
                    </a:ext>
                  </a:extLst>
                </p14:cNvPr>
                <p14:cNvContentPartPr/>
                <p14:nvPr/>
              </p14:nvContentPartPr>
              <p14:xfrm>
                <a:off x="3925454" y="5273223"/>
                <a:ext cx="107640" cy="57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AB2E480-16FA-B78C-C3A2-262D8D29784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907814" y="5255223"/>
                  <a:ext cx="14328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1C8A75ED-3385-18C4-1CF7-3A5F2E9C871A}"/>
                  </a:ext>
                </a:extLst>
              </p14:cNvPr>
              <p14:cNvContentPartPr/>
              <p14:nvPr/>
            </p14:nvContentPartPr>
            <p14:xfrm>
              <a:off x="4592174" y="5380863"/>
              <a:ext cx="21960" cy="151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1C8A75ED-3385-18C4-1CF7-3A5F2E9C871A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4574174" y="5363223"/>
                <a:ext cx="5760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oup 242">
            <a:extLst>
              <a:ext uri="{FF2B5EF4-FFF2-40B4-BE49-F238E27FC236}">
                <a16:creationId xmlns:a16="http://schemas.microsoft.com/office/drawing/2014/main" id="{075028C8-3A1F-9917-44F2-C2683601C150}"/>
              </a:ext>
            </a:extLst>
          </p:cNvPr>
          <p:cNvGrpSpPr/>
          <p:nvPr/>
        </p:nvGrpSpPr>
        <p:grpSpPr>
          <a:xfrm>
            <a:off x="924494" y="5811063"/>
            <a:ext cx="1658880" cy="716040"/>
            <a:chOff x="924494" y="5811063"/>
            <a:chExt cx="1658880" cy="71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6000C9D-758C-B048-9034-58D290FB2927}"/>
                    </a:ext>
                  </a:extLst>
                </p14:cNvPr>
                <p14:cNvContentPartPr/>
                <p14:nvPr/>
              </p14:nvContentPartPr>
              <p14:xfrm>
                <a:off x="924494" y="5811063"/>
                <a:ext cx="937800" cy="3506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6000C9D-758C-B048-9034-58D290FB292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06494" y="5793063"/>
                  <a:ext cx="9734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8BABD11-EB62-F013-4FA4-545CDB9D6C7E}"/>
                    </a:ext>
                  </a:extLst>
                </p14:cNvPr>
                <p14:cNvContentPartPr/>
                <p14:nvPr/>
              </p14:nvContentPartPr>
              <p14:xfrm>
                <a:off x="2107094" y="5888463"/>
                <a:ext cx="476280" cy="6386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8BABD11-EB62-F013-4FA4-545CDB9D6C7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089454" y="5870463"/>
                  <a:ext cx="511920" cy="67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A1876BD8-FD74-F7DC-8577-FCA1A7EABF0D}"/>
              </a:ext>
            </a:extLst>
          </p:cNvPr>
          <p:cNvGrpSpPr/>
          <p:nvPr/>
        </p:nvGrpSpPr>
        <p:grpSpPr>
          <a:xfrm>
            <a:off x="3021494" y="5919423"/>
            <a:ext cx="668160" cy="281880"/>
            <a:chOff x="3021494" y="5919423"/>
            <a:chExt cx="66816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657CA94-F0EB-52C7-1680-E40C58BC8B55}"/>
                    </a:ext>
                  </a:extLst>
                </p14:cNvPr>
                <p14:cNvContentPartPr/>
                <p14:nvPr/>
              </p14:nvContentPartPr>
              <p14:xfrm>
                <a:off x="3021494" y="5946063"/>
                <a:ext cx="124200" cy="2253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657CA94-F0EB-52C7-1680-E40C58BC8B5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003494" y="5928423"/>
                  <a:ext cx="1598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14BB863-D500-D9B6-EBC0-C14F7FF0316E}"/>
                    </a:ext>
                  </a:extLst>
                </p14:cNvPr>
                <p14:cNvContentPartPr/>
                <p14:nvPr/>
              </p14:nvContentPartPr>
              <p14:xfrm>
                <a:off x="3023294" y="5919423"/>
                <a:ext cx="253080" cy="2818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14BB863-D500-D9B6-EBC0-C14F7FF0316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005294" y="5901423"/>
                  <a:ext cx="2887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7D68640-073B-8CAB-C351-E367B0A628E8}"/>
                    </a:ext>
                  </a:extLst>
                </p14:cNvPr>
                <p14:cNvContentPartPr/>
                <p14:nvPr/>
              </p14:nvContentPartPr>
              <p14:xfrm>
                <a:off x="3456374" y="6039303"/>
                <a:ext cx="164520" cy="111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7D68640-073B-8CAB-C351-E367B0A628E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3438374" y="6021303"/>
                  <a:ext cx="200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0110C4D-FAB5-B987-31EB-8DB82E4B6070}"/>
                    </a:ext>
                  </a:extLst>
                </p14:cNvPr>
                <p14:cNvContentPartPr/>
                <p14:nvPr/>
              </p14:nvContentPartPr>
              <p14:xfrm>
                <a:off x="3506774" y="6122463"/>
                <a:ext cx="182880" cy="10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0110C4D-FAB5-B987-31EB-8DB82E4B607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3489134" y="6104823"/>
                  <a:ext cx="21852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996236C0-6EC6-DE95-43B1-640B5574190D}"/>
              </a:ext>
            </a:extLst>
          </p:cNvPr>
          <p:cNvGrpSpPr/>
          <p:nvPr/>
        </p:nvGrpSpPr>
        <p:grpSpPr>
          <a:xfrm>
            <a:off x="4659854" y="5814663"/>
            <a:ext cx="1206000" cy="401040"/>
            <a:chOff x="4659854" y="5814663"/>
            <a:chExt cx="1206000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3F8DA65-E7D0-3BCF-4485-CDA5D9878554}"/>
                    </a:ext>
                  </a:extLst>
                </p14:cNvPr>
                <p14:cNvContentPartPr/>
                <p14:nvPr/>
              </p14:nvContentPartPr>
              <p14:xfrm>
                <a:off x="4659854" y="5814663"/>
                <a:ext cx="1140120" cy="401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3F8DA65-E7D0-3BCF-4485-CDA5D987855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642214" y="5796663"/>
                  <a:ext cx="117576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9A100CF-88A4-1180-E887-F0B2E2A8CA7D}"/>
                    </a:ext>
                  </a:extLst>
                </p14:cNvPr>
                <p14:cNvContentPartPr/>
                <p14:nvPr/>
              </p14:nvContentPartPr>
              <p14:xfrm>
                <a:off x="5681534" y="5958303"/>
                <a:ext cx="184320" cy="1857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9A100CF-88A4-1180-E887-F0B2E2A8CA7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663534" y="5940663"/>
                  <a:ext cx="219960" cy="22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62FE1050-5395-2093-79A4-A3440EC52426}"/>
                  </a:ext>
                </a:extLst>
              </p14:cNvPr>
              <p14:cNvContentPartPr/>
              <p14:nvPr/>
            </p14:nvContentPartPr>
            <p14:xfrm>
              <a:off x="6203174" y="5823303"/>
              <a:ext cx="457920" cy="72288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62FE1050-5395-2093-79A4-A3440EC52426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6185534" y="5805303"/>
                <a:ext cx="493560" cy="75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Group 239">
            <a:extLst>
              <a:ext uri="{FF2B5EF4-FFF2-40B4-BE49-F238E27FC236}">
                <a16:creationId xmlns:a16="http://schemas.microsoft.com/office/drawing/2014/main" id="{FCDEB3D4-AF3A-78AE-A7E3-8190AE508B9C}"/>
              </a:ext>
            </a:extLst>
          </p:cNvPr>
          <p:cNvGrpSpPr/>
          <p:nvPr/>
        </p:nvGrpSpPr>
        <p:grpSpPr>
          <a:xfrm>
            <a:off x="7037654" y="5787303"/>
            <a:ext cx="302400" cy="306360"/>
            <a:chOff x="7037654" y="5787303"/>
            <a:chExt cx="30240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502E0E2-59A5-FD42-DD0A-82F242EA76C3}"/>
                    </a:ext>
                  </a:extLst>
                </p14:cNvPr>
                <p14:cNvContentPartPr/>
                <p14:nvPr/>
              </p14:nvContentPartPr>
              <p14:xfrm>
                <a:off x="7037654" y="5787303"/>
                <a:ext cx="302400" cy="3063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502E0E2-59A5-FD42-DD0A-82F242EA76C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019654" y="5769663"/>
                  <a:ext cx="3380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B7363AB-7573-3709-C1AF-2294D7178FC6}"/>
                    </a:ext>
                  </a:extLst>
                </p14:cNvPr>
                <p14:cNvContentPartPr/>
                <p14:nvPr/>
              </p14:nvContentPartPr>
              <p14:xfrm>
                <a:off x="7061054" y="5914743"/>
                <a:ext cx="150840" cy="266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B7363AB-7573-3709-C1AF-2294D7178FC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043414" y="5896743"/>
                  <a:ext cx="186480" cy="6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E1681B15-65F3-D053-43DA-5AFF7EAFDBBF}"/>
                  </a:ext>
                </a:extLst>
              </p14:cNvPr>
              <p14:cNvContentPartPr/>
              <p14:nvPr/>
            </p14:nvContentPartPr>
            <p14:xfrm>
              <a:off x="7864574" y="6058023"/>
              <a:ext cx="24120" cy="1260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E1681B15-65F3-D053-43DA-5AFF7EAFDBBF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7846574" y="6040023"/>
                <a:ext cx="59760" cy="4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329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28468E26-E036-550D-CABE-4135581F92E2}"/>
              </a:ext>
            </a:extLst>
          </p:cNvPr>
          <p:cNvGrpSpPr/>
          <p:nvPr/>
        </p:nvGrpSpPr>
        <p:grpSpPr>
          <a:xfrm>
            <a:off x="134166" y="168063"/>
            <a:ext cx="12071751" cy="1927800"/>
            <a:chOff x="134166" y="168063"/>
            <a:chExt cx="12071751" cy="192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6175259-0312-C48C-724B-6F5DED7194F1}"/>
                    </a:ext>
                  </a:extLst>
                </p14:cNvPr>
                <p14:cNvContentPartPr/>
                <p14:nvPr/>
              </p14:nvContentPartPr>
              <p14:xfrm>
                <a:off x="245046" y="248343"/>
                <a:ext cx="357840" cy="357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6175259-0312-C48C-724B-6F5DED7194F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7046" y="230703"/>
                  <a:ext cx="3934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1D93514-83E5-7DBA-DC5E-A1E39CA341ED}"/>
                    </a:ext>
                  </a:extLst>
                </p14:cNvPr>
                <p14:cNvContentPartPr/>
                <p14:nvPr/>
              </p14:nvContentPartPr>
              <p14:xfrm>
                <a:off x="613686" y="285783"/>
                <a:ext cx="1147320" cy="353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1D93514-83E5-7DBA-DC5E-A1E39CA341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6046" y="267783"/>
                  <a:ext cx="11829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22ABC0-A6D2-7C79-0B55-518269ADD96A}"/>
                    </a:ext>
                  </a:extLst>
                </p14:cNvPr>
                <p14:cNvContentPartPr/>
                <p14:nvPr/>
              </p14:nvContentPartPr>
              <p14:xfrm>
                <a:off x="1917246" y="283263"/>
                <a:ext cx="361440" cy="846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22ABC0-A6D2-7C79-0B55-518269ADD96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99606" y="265623"/>
                  <a:ext cx="39708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F3BFC36-A497-5C82-23F5-1EB5F9095145}"/>
                    </a:ext>
                  </a:extLst>
                </p14:cNvPr>
                <p14:cNvContentPartPr/>
                <p14:nvPr/>
              </p14:nvContentPartPr>
              <p14:xfrm>
                <a:off x="2235126" y="420783"/>
                <a:ext cx="693720" cy="195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F3BFC36-A497-5C82-23F5-1EB5F909514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17486" y="402783"/>
                  <a:ext cx="7293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3CB6A22-C819-3AAA-1F36-D68071C388EB}"/>
                    </a:ext>
                  </a:extLst>
                </p14:cNvPr>
                <p14:cNvContentPartPr/>
                <p14:nvPr/>
              </p14:nvContentPartPr>
              <p14:xfrm>
                <a:off x="3224766" y="638583"/>
                <a:ext cx="52920" cy="3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3CB6A22-C819-3AAA-1F36-D68071C388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07126" y="620583"/>
                  <a:ext cx="88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28759E-E45A-44AF-5CD2-D4CB9E353018}"/>
                    </a:ext>
                  </a:extLst>
                </p14:cNvPr>
                <p14:cNvContentPartPr/>
                <p14:nvPr/>
              </p14:nvContentPartPr>
              <p14:xfrm>
                <a:off x="308766" y="620223"/>
                <a:ext cx="2935080" cy="153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28759E-E45A-44AF-5CD2-D4CB9E35301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1126" y="602223"/>
                  <a:ext cx="29707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3F7C52E-E9E4-1673-24EA-37600FBA146B}"/>
                    </a:ext>
                  </a:extLst>
                </p14:cNvPr>
                <p14:cNvContentPartPr/>
                <p14:nvPr/>
              </p14:nvContentPartPr>
              <p14:xfrm>
                <a:off x="3396846" y="457143"/>
                <a:ext cx="326160" cy="185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3F7C52E-E9E4-1673-24EA-37600FBA14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79206" y="439503"/>
                  <a:ext cx="361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BA1EB16-FD92-3418-BF08-A0F8F264B680}"/>
                    </a:ext>
                  </a:extLst>
                </p14:cNvPr>
                <p14:cNvContentPartPr/>
                <p14:nvPr/>
              </p14:nvContentPartPr>
              <p14:xfrm>
                <a:off x="4136646" y="269583"/>
                <a:ext cx="261000" cy="360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BA1EB16-FD92-3418-BF08-A0F8F264B68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18646" y="251943"/>
                  <a:ext cx="2966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B729888-CE56-F7B3-A9FB-0973A9CB118B}"/>
                    </a:ext>
                  </a:extLst>
                </p14:cNvPr>
                <p14:cNvContentPartPr/>
                <p14:nvPr/>
              </p14:nvContentPartPr>
              <p14:xfrm>
                <a:off x="4938366" y="468663"/>
                <a:ext cx="316800" cy="126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B729888-CE56-F7B3-A9FB-0973A9CB118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20726" y="450663"/>
                  <a:ext cx="3524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3D94DED-6576-2F02-485A-8786D1F4DCDA}"/>
                    </a:ext>
                  </a:extLst>
                </p14:cNvPr>
                <p14:cNvContentPartPr/>
                <p14:nvPr/>
              </p14:nvContentPartPr>
              <p14:xfrm>
                <a:off x="5319606" y="262023"/>
                <a:ext cx="632880" cy="353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3D94DED-6576-2F02-485A-8786D1F4DCD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01606" y="244023"/>
                  <a:ext cx="6685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D8BBE3F-B681-A4A3-613A-AF386F9BC541}"/>
                    </a:ext>
                  </a:extLst>
                </p14:cNvPr>
                <p14:cNvContentPartPr/>
                <p14:nvPr/>
              </p14:nvContentPartPr>
              <p14:xfrm>
                <a:off x="5981646" y="425463"/>
                <a:ext cx="227880" cy="127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D8BBE3F-B681-A4A3-613A-AF386F9BC54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63646" y="407823"/>
                  <a:ext cx="2635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B19E72E-5FEF-4C64-CD2E-D4E3EB30B1C2}"/>
                    </a:ext>
                  </a:extLst>
                </p14:cNvPr>
                <p14:cNvContentPartPr/>
                <p14:nvPr/>
              </p14:nvContentPartPr>
              <p14:xfrm>
                <a:off x="5972646" y="271743"/>
                <a:ext cx="61920" cy="16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B19E72E-5FEF-4C64-CD2E-D4E3EB30B1C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54646" y="253743"/>
                  <a:ext cx="97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3ACF9BF-EDB7-8A43-B59D-FE5E080DCE92}"/>
                    </a:ext>
                  </a:extLst>
                </p14:cNvPr>
                <p14:cNvContentPartPr/>
                <p14:nvPr/>
              </p14:nvContentPartPr>
              <p14:xfrm>
                <a:off x="5509686" y="312423"/>
                <a:ext cx="159120" cy="18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3ACF9BF-EDB7-8A43-B59D-FE5E080DCE9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91686" y="294783"/>
                  <a:ext cx="1947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27BFA76-F34C-1309-61AD-BD1F0EE3E95E}"/>
                    </a:ext>
                  </a:extLst>
                </p14:cNvPr>
                <p14:cNvContentPartPr/>
                <p14:nvPr/>
              </p14:nvContentPartPr>
              <p14:xfrm>
                <a:off x="6747006" y="415743"/>
                <a:ext cx="64800" cy="213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27BFA76-F34C-1309-61AD-BD1F0EE3E95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29366" y="398103"/>
                  <a:ext cx="1004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3ECAEE-4E56-181D-FDBF-841E4516EE03}"/>
                    </a:ext>
                  </a:extLst>
                </p14:cNvPr>
                <p14:cNvContentPartPr/>
                <p14:nvPr/>
              </p14:nvContentPartPr>
              <p14:xfrm>
                <a:off x="6813966" y="456423"/>
                <a:ext cx="119520" cy="161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43ECAEE-4E56-181D-FDBF-841E4516EE0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96326" y="438783"/>
                  <a:ext cx="155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645B58F-9E36-63FD-332D-277B3ED856AA}"/>
                    </a:ext>
                  </a:extLst>
                </p14:cNvPr>
                <p14:cNvContentPartPr/>
                <p14:nvPr/>
              </p14:nvContentPartPr>
              <p14:xfrm>
                <a:off x="6792006" y="280383"/>
                <a:ext cx="16920" cy="42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645B58F-9E36-63FD-332D-277B3ED856A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74366" y="262383"/>
                  <a:ext cx="52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DEB0FA4-C3DF-8689-40DC-CF31616846BF}"/>
                    </a:ext>
                  </a:extLst>
                </p14:cNvPr>
                <p14:cNvContentPartPr/>
                <p14:nvPr/>
              </p14:nvContentPartPr>
              <p14:xfrm>
                <a:off x="7401846" y="381903"/>
                <a:ext cx="160560" cy="225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DEB0FA4-C3DF-8689-40DC-CF31616846B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84206" y="364263"/>
                  <a:ext cx="1962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621B340-CAB2-4BD3-7475-199F4844D4D2}"/>
                    </a:ext>
                  </a:extLst>
                </p14:cNvPr>
                <p14:cNvContentPartPr/>
                <p14:nvPr/>
              </p14:nvContentPartPr>
              <p14:xfrm>
                <a:off x="7595166" y="425103"/>
                <a:ext cx="305640" cy="190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621B340-CAB2-4BD3-7475-199F4844D4D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77166" y="407103"/>
                  <a:ext cx="3412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DFEDA8E-D17F-04BC-365B-3E368A3AC7BC}"/>
                    </a:ext>
                  </a:extLst>
                </p14:cNvPr>
                <p14:cNvContentPartPr/>
                <p14:nvPr/>
              </p14:nvContentPartPr>
              <p14:xfrm>
                <a:off x="7925646" y="295863"/>
                <a:ext cx="28080" cy="39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DFEDA8E-D17F-04BC-365B-3E368A3AC7B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08006" y="278223"/>
                  <a:ext cx="637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D635269-4FBB-7A52-8E5D-7291C43B5B3E}"/>
                    </a:ext>
                  </a:extLst>
                </p14:cNvPr>
                <p14:cNvContentPartPr/>
                <p14:nvPr/>
              </p14:nvContentPartPr>
              <p14:xfrm>
                <a:off x="7966686" y="239343"/>
                <a:ext cx="336960" cy="406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D635269-4FBB-7A52-8E5D-7291C43B5B3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49046" y="221703"/>
                  <a:ext cx="37260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A63DEF9-6DFB-2311-7CF7-A2C489537BA3}"/>
                    </a:ext>
                  </a:extLst>
                </p14:cNvPr>
                <p14:cNvContentPartPr/>
                <p14:nvPr/>
              </p14:nvContentPartPr>
              <p14:xfrm>
                <a:off x="8616486" y="273543"/>
                <a:ext cx="97200" cy="337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A63DEF9-6DFB-2311-7CF7-A2C489537BA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598846" y="255543"/>
                  <a:ext cx="1328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1BF586D-A8C4-07B3-7ECE-944F05532C1A}"/>
                    </a:ext>
                  </a:extLst>
                </p14:cNvPr>
                <p14:cNvContentPartPr/>
                <p14:nvPr/>
              </p14:nvContentPartPr>
              <p14:xfrm>
                <a:off x="8745006" y="412863"/>
                <a:ext cx="127800" cy="148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1BF586D-A8C4-07B3-7ECE-944F05532C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27366" y="394863"/>
                  <a:ext cx="163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E352CB6-AAA8-F016-F88D-E1BC18B84789}"/>
                    </a:ext>
                  </a:extLst>
                </p14:cNvPr>
                <p14:cNvContentPartPr/>
                <p14:nvPr/>
              </p14:nvContentPartPr>
              <p14:xfrm>
                <a:off x="8529366" y="348423"/>
                <a:ext cx="248400" cy="45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E352CB6-AAA8-F016-F88D-E1BC18B8478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11366" y="330783"/>
                  <a:ext cx="2840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00ABB2F-C244-C904-33DB-B9F50E3B8A3F}"/>
                    </a:ext>
                  </a:extLst>
                </p14:cNvPr>
                <p14:cNvContentPartPr/>
                <p14:nvPr/>
              </p14:nvContentPartPr>
              <p14:xfrm>
                <a:off x="9287886" y="291183"/>
                <a:ext cx="146160" cy="276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00ABB2F-C244-C904-33DB-B9F50E3B8A3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70246" y="273543"/>
                  <a:ext cx="1818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4CFFECF-82A0-ACA9-EC48-563C0B5711CF}"/>
                    </a:ext>
                  </a:extLst>
                </p14:cNvPr>
                <p14:cNvContentPartPr/>
                <p14:nvPr/>
              </p14:nvContentPartPr>
              <p14:xfrm>
                <a:off x="9515766" y="402783"/>
                <a:ext cx="112680" cy="153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4CFFECF-82A0-ACA9-EC48-563C0B5711C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97766" y="384783"/>
                  <a:ext cx="148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11BF4A6-9445-9843-7696-34816B99A6D7}"/>
                    </a:ext>
                  </a:extLst>
                </p14:cNvPr>
                <p14:cNvContentPartPr/>
                <p14:nvPr/>
              </p14:nvContentPartPr>
              <p14:xfrm>
                <a:off x="9945606" y="344103"/>
                <a:ext cx="96120" cy="219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11BF4A6-9445-9843-7696-34816B99A6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27966" y="326463"/>
                  <a:ext cx="1317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57CB640-90A7-532C-69B8-AFE0E2763469}"/>
                    </a:ext>
                  </a:extLst>
                </p14:cNvPr>
                <p14:cNvContentPartPr/>
                <p14:nvPr/>
              </p14:nvContentPartPr>
              <p14:xfrm>
                <a:off x="10065126" y="401343"/>
                <a:ext cx="162720" cy="118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57CB640-90A7-532C-69B8-AFE0E276346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47486" y="383703"/>
                  <a:ext cx="1983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4C6A56B-E811-BAFD-75FF-E79DD0A1074B}"/>
                    </a:ext>
                  </a:extLst>
                </p14:cNvPr>
                <p14:cNvContentPartPr/>
                <p14:nvPr/>
              </p14:nvContentPartPr>
              <p14:xfrm>
                <a:off x="10087806" y="168063"/>
                <a:ext cx="79560" cy="16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4C6A56B-E811-BAFD-75FF-E79DD0A1074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69806" y="150063"/>
                  <a:ext cx="1152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2C9294D-7387-3B7C-A161-8D79B4337070}"/>
                    </a:ext>
                  </a:extLst>
                </p14:cNvPr>
                <p14:cNvContentPartPr/>
                <p14:nvPr/>
              </p14:nvContentPartPr>
              <p14:xfrm>
                <a:off x="10457886" y="352023"/>
                <a:ext cx="182880" cy="203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2C9294D-7387-3B7C-A161-8D79B433707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40246" y="334383"/>
                  <a:ext cx="218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8EB885B-85B0-09C0-8DD5-FA62F3FCD0AF}"/>
                    </a:ext>
                  </a:extLst>
                </p14:cNvPr>
                <p14:cNvContentPartPr/>
                <p14:nvPr/>
              </p14:nvContentPartPr>
              <p14:xfrm>
                <a:off x="10701246" y="219903"/>
                <a:ext cx="677880" cy="339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8EB885B-85B0-09C0-8DD5-FA62F3FCD0A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83246" y="201903"/>
                  <a:ext cx="7135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7816A07-2E82-12C6-F776-81D0B5D736A3}"/>
                    </a:ext>
                  </a:extLst>
                </p14:cNvPr>
                <p14:cNvContentPartPr/>
                <p14:nvPr/>
              </p14:nvContentPartPr>
              <p14:xfrm>
                <a:off x="11384526" y="388743"/>
                <a:ext cx="450360" cy="162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7816A07-2E82-12C6-F776-81D0B5D736A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366886" y="370743"/>
                  <a:ext cx="4860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F4E5448-FB57-7D2B-0F21-0A92A52BE054}"/>
                    </a:ext>
                  </a:extLst>
                </p14:cNvPr>
                <p14:cNvContentPartPr/>
                <p14:nvPr/>
              </p14:nvContentPartPr>
              <p14:xfrm>
                <a:off x="3587646" y="822903"/>
                <a:ext cx="584280" cy="633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F4E5448-FB57-7D2B-0F21-0A92A52BE05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69646" y="804903"/>
                  <a:ext cx="61992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9914DC7-6578-31C0-11B7-9122C6016305}"/>
                    </a:ext>
                  </a:extLst>
                </p14:cNvPr>
                <p14:cNvContentPartPr/>
                <p14:nvPr/>
              </p14:nvContentPartPr>
              <p14:xfrm>
                <a:off x="4219806" y="938463"/>
                <a:ext cx="263520" cy="195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9914DC7-6578-31C0-11B7-9122C601630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01806" y="920463"/>
                  <a:ext cx="2991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6727926-8454-FD73-6A3A-8F5661750D38}"/>
                    </a:ext>
                  </a:extLst>
                </p14:cNvPr>
                <p14:cNvContentPartPr/>
                <p14:nvPr/>
              </p14:nvContentPartPr>
              <p14:xfrm>
                <a:off x="4863126" y="775023"/>
                <a:ext cx="442080" cy="617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6727926-8454-FD73-6A3A-8F5661750D3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845126" y="757383"/>
                  <a:ext cx="47772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4DB47D0-086D-5BF7-6C5D-75AA7286F22E}"/>
                    </a:ext>
                  </a:extLst>
                </p14:cNvPr>
                <p14:cNvContentPartPr/>
                <p14:nvPr/>
              </p14:nvContentPartPr>
              <p14:xfrm>
                <a:off x="5021526" y="786183"/>
                <a:ext cx="108360" cy="16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4DB47D0-086D-5BF7-6C5D-75AA7286F22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003886" y="768543"/>
                  <a:ext cx="1440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AE3A1D2-2D6D-8BCB-C603-A895BDDCC689}"/>
                    </a:ext>
                  </a:extLst>
                </p14:cNvPr>
                <p14:cNvContentPartPr/>
                <p14:nvPr/>
              </p14:nvContentPartPr>
              <p14:xfrm>
                <a:off x="141006" y="1442823"/>
                <a:ext cx="23760" cy="177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AE3A1D2-2D6D-8BCB-C603-A895BDDCC6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3366" y="1424823"/>
                  <a:ext cx="594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2238236-F4BC-1440-C66F-49F262BBBB2A}"/>
                    </a:ext>
                  </a:extLst>
                </p14:cNvPr>
                <p14:cNvContentPartPr/>
                <p14:nvPr/>
              </p14:nvContentPartPr>
              <p14:xfrm>
                <a:off x="134166" y="1264983"/>
                <a:ext cx="156960" cy="552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2238236-F4BC-1440-C66F-49F262BBBB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6526" y="1247343"/>
                  <a:ext cx="19260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9A0AD3B-DB64-0190-B326-3954349A8956}"/>
                    </a:ext>
                  </a:extLst>
                </p14:cNvPr>
                <p14:cNvContentPartPr/>
                <p14:nvPr/>
              </p14:nvContentPartPr>
              <p14:xfrm>
                <a:off x="547446" y="1516263"/>
                <a:ext cx="141480" cy="190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9A0AD3B-DB64-0190-B326-3954349A895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9446" y="1498263"/>
                  <a:ext cx="177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F208C7-C472-F428-47A6-71E7DFE638F0}"/>
                    </a:ext>
                  </a:extLst>
                </p14:cNvPr>
                <p14:cNvContentPartPr/>
                <p14:nvPr/>
              </p14:nvContentPartPr>
              <p14:xfrm>
                <a:off x="752646" y="1450743"/>
                <a:ext cx="41760" cy="236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F208C7-C472-F428-47A6-71E7DFE638F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5006" y="1433103"/>
                  <a:ext cx="774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28947FE-641B-415E-11D1-7923BB280806}"/>
                    </a:ext>
                  </a:extLst>
                </p14:cNvPr>
                <p14:cNvContentPartPr/>
                <p14:nvPr/>
              </p14:nvContentPartPr>
              <p14:xfrm>
                <a:off x="850926" y="1460463"/>
                <a:ext cx="80280" cy="209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28947FE-641B-415E-11D1-7923BB28080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2926" y="1442463"/>
                  <a:ext cx="115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89338C5-A855-B1BA-20C6-23FE440F3094}"/>
                    </a:ext>
                  </a:extLst>
                </p14:cNvPr>
                <p14:cNvContentPartPr/>
                <p14:nvPr/>
              </p14:nvContentPartPr>
              <p14:xfrm>
                <a:off x="1291206" y="1426983"/>
                <a:ext cx="52920" cy="271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89338C5-A855-B1BA-20C6-23FE440F309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73566" y="1409343"/>
                  <a:ext cx="885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8053089-0D6B-A710-A07A-42A2436CCB09}"/>
                    </a:ext>
                  </a:extLst>
                </p14:cNvPr>
                <p14:cNvContentPartPr/>
                <p14:nvPr/>
              </p14:nvContentPartPr>
              <p14:xfrm>
                <a:off x="1184286" y="1442103"/>
                <a:ext cx="527760" cy="268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8053089-0D6B-A710-A07A-42A2436CCB0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66646" y="1424463"/>
                  <a:ext cx="5634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DA7166A-0141-C6AC-5954-0DFCE3BEAF95}"/>
                    </a:ext>
                  </a:extLst>
                </p14:cNvPr>
                <p14:cNvContentPartPr/>
                <p14:nvPr/>
              </p14:nvContentPartPr>
              <p14:xfrm>
                <a:off x="1974486" y="1581423"/>
                <a:ext cx="624960" cy="154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DA7166A-0141-C6AC-5954-0DFCE3BEAF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56486" y="1563423"/>
                  <a:ext cx="6606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56177FD-6F75-D2A8-5BDD-59D296367FFC}"/>
                    </a:ext>
                  </a:extLst>
                </p14:cNvPr>
                <p14:cNvContentPartPr/>
                <p14:nvPr/>
              </p14:nvContentPartPr>
              <p14:xfrm>
                <a:off x="2695206" y="1627143"/>
                <a:ext cx="82800" cy="29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56177FD-6F75-D2A8-5BDD-59D296367FF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77206" y="1609503"/>
                  <a:ext cx="118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19261D5-679C-A0F9-3C6C-BDDEEB1ADCAF}"/>
                    </a:ext>
                  </a:extLst>
                </p14:cNvPr>
                <p14:cNvContentPartPr/>
                <p14:nvPr/>
              </p14:nvContentPartPr>
              <p14:xfrm>
                <a:off x="2814006" y="1557663"/>
                <a:ext cx="667800" cy="374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19261D5-679C-A0F9-3C6C-BDDEEB1ADCA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96006" y="1539663"/>
                  <a:ext cx="7034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B90034D-07D8-5EFC-B42E-5C439C8FC717}"/>
                    </a:ext>
                  </a:extLst>
                </p14:cNvPr>
                <p14:cNvContentPartPr/>
                <p14:nvPr/>
              </p14:nvContentPartPr>
              <p14:xfrm>
                <a:off x="3694206" y="1558743"/>
                <a:ext cx="523800" cy="230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B90034D-07D8-5EFC-B42E-5C439C8FC71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76206" y="1541103"/>
                  <a:ext cx="5594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BC80C6D-9374-0747-6B54-BD14D29F2C62}"/>
                    </a:ext>
                  </a:extLst>
                </p14:cNvPr>
                <p14:cNvContentPartPr/>
                <p14:nvPr/>
              </p14:nvContentPartPr>
              <p14:xfrm>
                <a:off x="4314126" y="1551183"/>
                <a:ext cx="267480" cy="142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BC80C6D-9374-0747-6B54-BD14D29F2C6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96126" y="1533543"/>
                  <a:ext cx="3031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5F499FC-D0DC-7815-CDC9-53509BAE8B2B}"/>
                    </a:ext>
                  </a:extLst>
                </p14:cNvPr>
                <p14:cNvContentPartPr/>
                <p14:nvPr/>
              </p14:nvContentPartPr>
              <p14:xfrm>
                <a:off x="4653606" y="1530663"/>
                <a:ext cx="133560" cy="13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5F499FC-D0DC-7815-CDC9-53509BAE8B2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35966" y="1512663"/>
                  <a:ext cx="169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7AA1726-21BC-EC00-6FEE-DC574B7B8037}"/>
                    </a:ext>
                  </a:extLst>
                </p14:cNvPr>
                <p14:cNvContentPartPr/>
                <p14:nvPr/>
              </p14:nvContentPartPr>
              <p14:xfrm>
                <a:off x="5391966" y="1382343"/>
                <a:ext cx="284400" cy="713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7AA1726-21BC-EC00-6FEE-DC574B7B803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74326" y="1364703"/>
                  <a:ext cx="32004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2E61847-BE36-9BE6-446E-D9D39613A495}"/>
                    </a:ext>
                  </a:extLst>
                </p14:cNvPr>
                <p14:cNvContentPartPr/>
                <p14:nvPr/>
              </p14:nvContentPartPr>
              <p14:xfrm>
                <a:off x="5700846" y="1504383"/>
                <a:ext cx="324720" cy="150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2E61847-BE36-9BE6-446E-D9D39613A49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683206" y="1486743"/>
                  <a:ext cx="3603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86BE4A7-D294-E6C1-5A1C-1770FC4C7F0A}"/>
                    </a:ext>
                  </a:extLst>
                </p14:cNvPr>
                <p14:cNvContentPartPr/>
                <p14:nvPr/>
              </p14:nvContentPartPr>
              <p14:xfrm>
                <a:off x="6144006" y="1507983"/>
                <a:ext cx="161640" cy="156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86BE4A7-D294-E6C1-5A1C-1770FC4C7F0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26006" y="1489983"/>
                  <a:ext cx="1972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C8DCCC5-3399-A10D-5449-26C8F6971E8A}"/>
                    </a:ext>
                  </a:extLst>
                </p14:cNvPr>
                <p14:cNvContentPartPr/>
                <p14:nvPr/>
              </p14:nvContentPartPr>
              <p14:xfrm>
                <a:off x="6340926" y="1515183"/>
                <a:ext cx="131400" cy="131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C8DCCC5-3399-A10D-5449-26C8F6971E8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322926" y="1497183"/>
                  <a:ext cx="167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A3158AB-865F-59C3-8722-5FBFA64FFBC0}"/>
                    </a:ext>
                  </a:extLst>
                </p14:cNvPr>
                <p14:cNvContentPartPr/>
                <p14:nvPr/>
              </p14:nvContentPartPr>
              <p14:xfrm>
                <a:off x="6527046" y="1479183"/>
                <a:ext cx="135720" cy="161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A3158AB-865F-59C3-8722-5FBFA64FFBC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09046" y="1461183"/>
                  <a:ext cx="171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4BAC2CE-7098-7E0A-3E17-D8304FC29269}"/>
                    </a:ext>
                  </a:extLst>
                </p14:cNvPr>
                <p14:cNvContentPartPr/>
                <p14:nvPr/>
              </p14:nvContentPartPr>
              <p14:xfrm>
                <a:off x="6706686" y="1300623"/>
                <a:ext cx="206640" cy="340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4BAC2CE-7098-7E0A-3E17-D8304FC2926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89046" y="1282623"/>
                  <a:ext cx="2422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B88F760-0315-FBDA-085D-930775447751}"/>
                    </a:ext>
                  </a:extLst>
                </p14:cNvPr>
                <p14:cNvContentPartPr/>
                <p14:nvPr/>
              </p14:nvContentPartPr>
              <p14:xfrm>
                <a:off x="7253526" y="1325823"/>
                <a:ext cx="574200" cy="344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B88F760-0315-FBDA-085D-93077544775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35526" y="1308183"/>
                  <a:ext cx="6098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C2EBDF4-39D6-071D-E11A-7507294ADC1B}"/>
                    </a:ext>
                  </a:extLst>
                </p14:cNvPr>
                <p14:cNvContentPartPr/>
                <p14:nvPr/>
              </p14:nvContentPartPr>
              <p14:xfrm>
                <a:off x="7366926" y="1478823"/>
                <a:ext cx="123480" cy="15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C2EBDF4-39D6-071D-E11A-7507294ADC1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48926" y="1461183"/>
                  <a:ext cx="1591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55EAACA-27BC-F23E-FA58-39009F163904}"/>
                    </a:ext>
                  </a:extLst>
                </p14:cNvPr>
                <p14:cNvContentPartPr/>
                <p14:nvPr/>
              </p14:nvContentPartPr>
              <p14:xfrm>
                <a:off x="8176926" y="1429503"/>
                <a:ext cx="723960" cy="441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55EAACA-27BC-F23E-FA58-39009F16390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159286" y="1411503"/>
                  <a:ext cx="7596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8BCD4A0-D58C-2278-18E9-6BAE880AC797}"/>
                    </a:ext>
                  </a:extLst>
                </p14:cNvPr>
                <p14:cNvContentPartPr/>
                <p14:nvPr/>
              </p14:nvContentPartPr>
              <p14:xfrm>
                <a:off x="9184566" y="1437063"/>
                <a:ext cx="414000" cy="240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8BCD4A0-D58C-2278-18E9-6BAE880AC79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66566" y="1419063"/>
                  <a:ext cx="4496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C947E85-9408-B8EB-C761-2B04995D9D31}"/>
                    </a:ext>
                  </a:extLst>
                </p14:cNvPr>
                <p14:cNvContentPartPr/>
                <p14:nvPr/>
              </p14:nvContentPartPr>
              <p14:xfrm>
                <a:off x="9678486" y="1392783"/>
                <a:ext cx="388800" cy="164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C947E85-9408-B8EB-C761-2B04995D9D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660486" y="1374783"/>
                  <a:ext cx="4244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2E29157-3774-0938-BE93-CCBC88260C1D}"/>
                    </a:ext>
                  </a:extLst>
                </p14:cNvPr>
                <p14:cNvContentPartPr/>
                <p14:nvPr/>
              </p14:nvContentPartPr>
              <p14:xfrm>
                <a:off x="10170966" y="1595463"/>
                <a:ext cx="82080" cy="92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2E29157-3774-0938-BE93-CCBC88260C1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152966" y="1577463"/>
                  <a:ext cx="117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9F47728-B5BF-3B64-ABA0-1E1B35D17C4D}"/>
                    </a:ext>
                  </a:extLst>
                </p14:cNvPr>
                <p14:cNvContentPartPr/>
                <p14:nvPr/>
              </p14:nvContentPartPr>
              <p14:xfrm>
                <a:off x="10575246" y="1319703"/>
                <a:ext cx="59040" cy="168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9F47728-B5BF-3B64-ABA0-1E1B35D17C4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557246" y="1301703"/>
                  <a:ext cx="946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3A034D5-B3A1-462C-5102-947B9CA4BC1F}"/>
                    </a:ext>
                  </a:extLst>
                </p14:cNvPr>
                <p14:cNvContentPartPr/>
                <p14:nvPr/>
              </p14:nvContentPartPr>
              <p14:xfrm>
                <a:off x="10645086" y="1173903"/>
                <a:ext cx="47520" cy="29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3A034D5-B3A1-462C-5102-947B9CA4BC1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627086" y="1155903"/>
                  <a:ext cx="83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32C9924-6C26-21F9-606E-7BD60842B54F}"/>
                    </a:ext>
                  </a:extLst>
                </p14:cNvPr>
                <p14:cNvContentPartPr/>
                <p14:nvPr/>
              </p14:nvContentPartPr>
              <p14:xfrm>
                <a:off x="10649406" y="1133943"/>
                <a:ext cx="163440" cy="7898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32C9924-6C26-21F9-606E-7BD60842B54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631766" y="1116303"/>
                  <a:ext cx="199080" cy="8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3D81338-D622-DAE7-D8AF-78D96CA89071}"/>
                    </a:ext>
                  </a:extLst>
                </p14:cNvPr>
                <p14:cNvContentPartPr/>
                <p14:nvPr/>
              </p14:nvContentPartPr>
              <p14:xfrm>
                <a:off x="11016246" y="1354983"/>
                <a:ext cx="154440" cy="154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3D81338-D622-DAE7-D8AF-78D96CA8907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98606" y="1337343"/>
                  <a:ext cx="1900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427866F-E315-62D0-33A5-CAE8C3381E5A}"/>
                    </a:ext>
                  </a:extLst>
                </p14:cNvPr>
                <p14:cNvContentPartPr/>
                <p14:nvPr/>
              </p14:nvContentPartPr>
              <p14:xfrm>
                <a:off x="11269326" y="1348503"/>
                <a:ext cx="131760" cy="115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427866F-E315-62D0-33A5-CAE8C3381E5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251686" y="1330503"/>
                  <a:ext cx="167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C73E10A-3030-8BD7-36F6-4250FA3775BD}"/>
                    </a:ext>
                  </a:extLst>
                </p14:cNvPr>
                <p14:cNvContentPartPr/>
                <p14:nvPr/>
              </p14:nvContentPartPr>
              <p14:xfrm>
                <a:off x="11376246" y="1322583"/>
                <a:ext cx="254160" cy="423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C73E10A-3030-8BD7-36F6-4250FA3775B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358606" y="1304943"/>
                  <a:ext cx="28980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62F652-7F91-7397-CE9A-AE9CC020E345}"/>
                    </a:ext>
                  </a:extLst>
                </p14:cNvPr>
                <p14:cNvContentPartPr/>
                <p14:nvPr/>
              </p14:nvContentPartPr>
              <p14:xfrm>
                <a:off x="11707806" y="1434543"/>
                <a:ext cx="92880" cy="137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62F652-7F91-7397-CE9A-AE9CC020E34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690166" y="1416543"/>
                  <a:ext cx="128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1191613-D027-BD2C-FDED-36CF5C274915}"/>
                    </a:ext>
                  </a:extLst>
                </p14:cNvPr>
                <p14:cNvContentPartPr/>
                <p14:nvPr/>
              </p14:nvContentPartPr>
              <p14:xfrm>
                <a:off x="11942526" y="1339143"/>
                <a:ext cx="24480" cy="142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1191613-D027-BD2C-FDED-36CF5C27491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924526" y="1321143"/>
                  <a:ext cx="601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C53423A-2E86-6EF2-827A-D121C64CCE7C}"/>
                    </a:ext>
                  </a:extLst>
                </p14:cNvPr>
                <p14:cNvContentPartPr/>
                <p14:nvPr/>
              </p14:nvContentPartPr>
              <p14:xfrm>
                <a:off x="11959446" y="1239063"/>
                <a:ext cx="10800" cy="38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C53423A-2E86-6EF2-827A-D121C64CCE7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941806" y="1221423"/>
                  <a:ext cx="464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A86073C-B954-C56B-F861-F9620720D231}"/>
                    </a:ext>
                  </a:extLst>
                </p14:cNvPr>
                <p14:cNvContentPartPr/>
                <p14:nvPr/>
              </p14:nvContentPartPr>
              <p14:xfrm>
                <a:off x="12008046" y="1396023"/>
                <a:ext cx="24840" cy="18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A86073C-B954-C56B-F861-F9620720D23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990046" y="1378023"/>
                  <a:ext cx="60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65CC486-3DD1-5C19-03CC-999220FB5DCB}"/>
                    </a:ext>
                  </a:extLst>
                </p14:cNvPr>
                <p14:cNvContentPartPr/>
                <p14:nvPr/>
              </p14:nvContentPartPr>
              <p14:xfrm>
                <a:off x="12068526" y="1306023"/>
                <a:ext cx="96840" cy="125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65CC486-3DD1-5C19-03CC-999220FB5DC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2050886" y="1288023"/>
                  <a:ext cx="1324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BD1C6FF-C0BE-89FA-66C7-9AF33166C2DC}"/>
                    </a:ext>
                  </a:extLst>
                </p14:cNvPr>
                <p14:cNvContentPartPr/>
                <p14:nvPr/>
              </p14:nvContentPartPr>
              <p14:xfrm>
                <a:off x="12196917" y="1386663"/>
                <a:ext cx="9000" cy="2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BD1C6FF-C0BE-89FA-66C7-9AF33166C2D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2178917" y="1368663"/>
                  <a:ext cx="4464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8D1876B8-A3B5-3DB3-933A-B19849864A4A}"/>
                  </a:ext>
                </a:extLst>
              </p14:cNvPr>
              <p14:cNvContentPartPr/>
              <p14:nvPr/>
            </p14:nvContentPartPr>
            <p14:xfrm>
              <a:off x="368397" y="2107383"/>
              <a:ext cx="881640" cy="6764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8D1876B8-A3B5-3DB3-933A-B19849864A4A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50757" y="2089383"/>
                <a:ext cx="917280" cy="71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E2B2B37-BE45-E2B0-1BCA-2EE6908936BE}"/>
                  </a:ext>
                </a:extLst>
              </p14:cNvPr>
              <p14:cNvContentPartPr/>
              <p14:nvPr/>
            </p14:nvContentPartPr>
            <p14:xfrm>
              <a:off x="1605717" y="2100903"/>
              <a:ext cx="433080" cy="2196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E2B2B37-BE45-E2B0-1BCA-2EE6908936B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587717" y="2082903"/>
                <a:ext cx="46872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9259284F-164E-125E-7F59-91D002626203}"/>
                  </a:ext>
                </a:extLst>
              </p14:cNvPr>
              <p14:cNvContentPartPr/>
              <p14:nvPr/>
            </p14:nvContentPartPr>
            <p14:xfrm>
              <a:off x="2086317" y="2147343"/>
              <a:ext cx="342360" cy="1710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9259284F-164E-125E-7F59-91D00262620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068677" y="2129343"/>
                <a:ext cx="37800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8B3577DF-7D43-39AA-0583-0C678A16A674}"/>
                  </a:ext>
                </a:extLst>
              </p14:cNvPr>
              <p14:cNvContentPartPr/>
              <p14:nvPr/>
            </p14:nvContentPartPr>
            <p14:xfrm>
              <a:off x="2710197" y="2112783"/>
              <a:ext cx="300600" cy="6732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8B3577DF-7D43-39AA-0583-0C678A16A67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692557" y="2095143"/>
                <a:ext cx="336240" cy="70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6B192CB-F58B-5839-8F47-0AC46E9D7566}"/>
              </a:ext>
            </a:extLst>
          </p:cNvPr>
          <p:cNvGrpSpPr/>
          <p:nvPr/>
        </p:nvGrpSpPr>
        <p:grpSpPr>
          <a:xfrm>
            <a:off x="3394917" y="1971303"/>
            <a:ext cx="2037960" cy="392040"/>
            <a:chOff x="3394917" y="1971303"/>
            <a:chExt cx="203796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4D41FD1-F941-27DE-7C44-A875FB32ECE2}"/>
                    </a:ext>
                  </a:extLst>
                </p14:cNvPr>
                <p14:cNvContentPartPr/>
                <p14:nvPr/>
              </p14:nvContentPartPr>
              <p14:xfrm>
                <a:off x="3455757" y="2033583"/>
                <a:ext cx="511560" cy="329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4D41FD1-F941-27DE-7C44-A875FB32ECE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437757" y="2015943"/>
                  <a:ext cx="5472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BAE9649-8E09-D936-16A5-DC15CF9CC05D}"/>
                    </a:ext>
                  </a:extLst>
                </p14:cNvPr>
                <p14:cNvContentPartPr/>
                <p14:nvPr/>
              </p14:nvContentPartPr>
              <p14:xfrm>
                <a:off x="3394917" y="2161023"/>
                <a:ext cx="124920" cy="19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BAE9649-8E09-D936-16A5-DC15CF9CC05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377277" y="2143383"/>
                  <a:ext cx="1605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3B1B958-FA30-15E3-56C6-0EFF753C18F6}"/>
                    </a:ext>
                  </a:extLst>
                </p14:cNvPr>
                <p14:cNvContentPartPr/>
                <p14:nvPr/>
              </p14:nvContentPartPr>
              <p14:xfrm>
                <a:off x="4219677" y="2173623"/>
                <a:ext cx="241920" cy="143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B1B958-FA30-15E3-56C6-0EFF753C18F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201677" y="2155983"/>
                  <a:ext cx="2775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6A471D8-2367-7B1A-CC36-7BC5A074A174}"/>
                    </a:ext>
                  </a:extLst>
                </p14:cNvPr>
                <p14:cNvContentPartPr/>
                <p14:nvPr/>
              </p14:nvContentPartPr>
              <p14:xfrm>
                <a:off x="4535757" y="1971303"/>
                <a:ext cx="630720" cy="371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6A471D8-2367-7B1A-CC36-7BC5A074A17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518117" y="1953303"/>
                  <a:ext cx="66636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F8E3816-DC74-775A-DD38-AA6237A27345}"/>
                    </a:ext>
                  </a:extLst>
                </p14:cNvPr>
                <p14:cNvContentPartPr/>
                <p14:nvPr/>
              </p14:nvContentPartPr>
              <p14:xfrm>
                <a:off x="5209677" y="2211783"/>
                <a:ext cx="223200" cy="151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F8E3816-DC74-775A-DD38-AA6237A2734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191677" y="2194143"/>
                  <a:ext cx="258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FB3A0F0-846E-85BB-7AAC-B7337E6800E8}"/>
                    </a:ext>
                  </a:extLst>
                </p14:cNvPr>
                <p14:cNvContentPartPr/>
                <p14:nvPr/>
              </p14:nvContentPartPr>
              <p14:xfrm>
                <a:off x="5190597" y="2037183"/>
                <a:ext cx="61560" cy="18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FB3A0F0-846E-85BB-7AAC-B7337E6800E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172597" y="2019183"/>
                  <a:ext cx="972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6197E42-8918-4409-CFEE-98414FAE15E1}"/>
                    </a:ext>
                  </a:extLst>
                </p14:cNvPr>
                <p14:cNvContentPartPr/>
                <p14:nvPr/>
              </p14:nvContentPartPr>
              <p14:xfrm>
                <a:off x="4652757" y="2062383"/>
                <a:ext cx="164520" cy="26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6197E42-8918-4409-CFEE-98414FAE15E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635117" y="2044383"/>
                  <a:ext cx="20016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602FAC2-DF71-C48D-4F87-F1DD10499C61}"/>
              </a:ext>
            </a:extLst>
          </p:cNvPr>
          <p:cNvGrpSpPr/>
          <p:nvPr/>
        </p:nvGrpSpPr>
        <p:grpSpPr>
          <a:xfrm>
            <a:off x="6032277" y="1929183"/>
            <a:ext cx="2042280" cy="410040"/>
            <a:chOff x="6032277" y="1929183"/>
            <a:chExt cx="2042280" cy="4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EDAE395-E7BD-94F7-C9B6-71918860F674}"/>
                    </a:ext>
                  </a:extLst>
                </p14:cNvPr>
                <p14:cNvContentPartPr/>
                <p14:nvPr/>
              </p14:nvContentPartPr>
              <p14:xfrm>
                <a:off x="6315237" y="2071023"/>
                <a:ext cx="21600" cy="46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EDAE395-E7BD-94F7-C9B6-71918860F67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97597" y="2053023"/>
                  <a:ext cx="572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6CBD74C-C88B-7AF8-CDB6-BB274580656C}"/>
                    </a:ext>
                  </a:extLst>
                </p14:cNvPr>
                <p14:cNvContentPartPr/>
                <p14:nvPr/>
              </p14:nvContentPartPr>
              <p14:xfrm>
                <a:off x="6032277" y="2004423"/>
                <a:ext cx="607680" cy="334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6CBD74C-C88B-7AF8-CDB6-BB274580656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14277" y="1986783"/>
                  <a:ext cx="6433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65B0B7B-D67C-0519-1667-6736538861F3}"/>
                    </a:ext>
                  </a:extLst>
                </p14:cNvPr>
                <p14:cNvContentPartPr/>
                <p14:nvPr/>
              </p14:nvContentPartPr>
              <p14:xfrm>
                <a:off x="6646437" y="2052663"/>
                <a:ext cx="29880" cy="35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65B0B7B-D67C-0519-1667-6736538861F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628797" y="2034663"/>
                  <a:ext cx="655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30C4178-19F5-DEA1-3060-5C9202C781C1}"/>
                    </a:ext>
                  </a:extLst>
                </p14:cNvPr>
                <p14:cNvContentPartPr/>
                <p14:nvPr/>
              </p14:nvContentPartPr>
              <p14:xfrm>
                <a:off x="6727437" y="2057343"/>
                <a:ext cx="492840" cy="272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30C4178-19F5-DEA1-3060-5C9202C781C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709437" y="2039703"/>
                  <a:ext cx="5284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1843A5E-170A-A819-14F1-ED2260953ED5}"/>
                    </a:ext>
                  </a:extLst>
                </p14:cNvPr>
                <p14:cNvContentPartPr/>
                <p14:nvPr/>
              </p14:nvContentPartPr>
              <p14:xfrm>
                <a:off x="7505757" y="1929183"/>
                <a:ext cx="192240" cy="377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1843A5E-170A-A819-14F1-ED2260953ED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488117" y="1911183"/>
                  <a:ext cx="22788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41DEB47-B237-837E-AC1C-3576365BD4B7}"/>
                    </a:ext>
                  </a:extLst>
                </p14:cNvPr>
                <p14:cNvContentPartPr/>
                <p14:nvPr/>
              </p14:nvContentPartPr>
              <p14:xfrm>
                <a:off x="7741557" y="2140863"/>
                <a:ext cx="218160" cy="176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41DEB47-B237-837E-AC1C-3576365BD4B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723917" y="2123223"/>
                  <a:ext cx="253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AE68092-5A13-52AB-5E9D-BEAE5C76F6F3}"/>
                    </a:ext>
                  </a:extLst>
                </p14:cNvPr>
                <p14:cNvContentPartPr/>
                <p14:nvPr/>
              </p14:nvContentPartPr>
              <p14:xfrm>
                <a:off x="7937397" y="2137623"/>
                <a:ext cx="137160" cy="159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AE68092-5A13-52AB-5E9D-BEAE5C76F6F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919757" y="2119623"/>
                  <a:ext cx="17280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F00516E-78AF-7D07-C57A-16A6CB787354}"/>
                  </a:ext>
                </a:extLst>
              </p14:cNvPr>
              <p14:cNvContentPartPr/>
              <p14:nvPr/>
            </p14:nvContentPartPr>
            <p14:xfrm>
              <a:off x="8795637" y="1978143"/>
              <a:ext cx="610200" cy="3175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F00516E-78AF-7D07-C57A-16A6CB787354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777637" y="1960143"/>
                <a:ext cx="64584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5385B24-435C-71C0-3131-023B01624303}"/>
              </a:ext>
            </a:extLst>
          </p:cNvPr>
          <p:cNvGrpSpPr/>
          <p:nvPr/>
        </p:nvGrpSpPr>
        <p:grpSpPr>
          <a:xfrm>
            <a:off x="9777717" y="1986063"/>
            <a:ext cx="375840" cy="307800"/>
            <a:chOff x="9777717" y="1986063"/>
            <a:chExt cx="37584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3EAD858-F54B-973F-DCCF-CF6B50F88981}"/>
                    </a:ext>
                  </a:extLst>
                </p14:cNvPr>
                <p14:cNvContentPartPr/>
                <p14:nvPr/>
              </p14:nvContentPartPr>
              <p14:xfrm>
                <a:off x="9777717" y="2177223"/>
                <a:ext cx="105480" cy="116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3EAD858-F54B-973F-DCCF-CF6B50F8898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59717" y="2159223"/>
                  <a:ext cx="1411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258B278-C8B3-5CEB-4D74-07CCA0D2C645}"/>
                    </a:ext>
                  </a:extLst>
                </p14:cNvPr>
                <p14:cNvContentPartPr/>
                <p14:nvPr/>
              </p14:nvContentPartPr>
              <p14:xfrm>
                <a:off x="9834957" y="1986063"/>
                <a:ext cx="26280" cy="27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258B278-C8B3-5CEB-4D74-07CCA0D2C64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816957" y="1968063"/>
                  <a:ext cx="619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D00C018-9E96-25C9-643E-BE523A9375FF}"/>
                    </a:ext>
                  </a:extLst>
                </p14:cNvPr>
                <p14:cNvContentPartPr/>
                <p14:nvPr/>
              </p14:nvContentPartPr>
              <p14:xfrm>
                <a:off x="9950517" y="2005503"/>
                <a:ext cx="32760" cy="282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D00C018-9E96-25C9-643E-BE523A9375F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932517" y="1987863"/>
                  <a:ext cx="684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CE61C6B-F419-7061-7164-C72FB854CB73}"/>
                    </a:ext>
                  </a:extLst>
                </p14:cNvPr>
                <p14:cNvContentPartPr/>
                <p14:nvPr/>
              </p14:nvContentPartPr>
              <p14:xfrm>
                <a:off x="10065357" y="2133663"/>
                <a:ext cx="88200" cy="140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CE61C6B-F419-7061-7164-C72FB854CB7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047357" y="2116023"/>
                  <a:ext cx="1238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9C1FA76-4D64-4926-6002-0A22166ABCDD}"/>
                    </a:ext>
                  </a:extLst>
                </p14:cNvPr>
                <p14:cNvContentPartPr/>
                <p14:nvPr/>
              </p14:nvContentPartPr>
              <p14:xfrm>
                <a:off x="9953397" y="2084703"/>
                <a:ext cx="86400" cy="18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9C1FA76-4D64-4926-6002-0A22166ABCD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935757" y="2066703"/>
                  <a:ext cx="12204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3027E50-FF92-7295-6EB7-461D60B8EE1D}"/>
              </a:ext>
            </a:extLst>
          </p:cNvPr>
          <p:cNvGrpSpPr/>
          <p:nvPr/>
        </p:nvGrpSpPr>
        <p:grpSpPr>
          <a:xfrm>
            <a:off x="10572237" y="1987863"/>
            <a:ext cx="1279440" cy="365400"/>
            <a:chOff x="10572237" y="1987863"/>
            <a:chExt cx="127944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A5C564C-5594-39A4-60DC-E859EC85FAB2}"/>
                    </a:ext>
                  </a:extLst>
                </p14:cNvPr>
                <p14:cNvContentPartPr/>
                <p14:nvPr/>
              </p14:nvContentPartPr>
              <p14:xfrm>
                <a:off x="10572237" y="2023503"/>
                <a:ext cx="293760" cy="297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A5C564C-5594-39A4-60DC-E859EC85FAB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554237" y="2005863"/>
                  <a:ext cx="3294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205A318-B6B7-520E-082C-9EDCE9D41239}"/>
                    </a:ext>
                  </a:extLst>
                </p14:cNvPr>
                <p14:cNvContentPartPr/>
                <p14:nvPr/>
              </p14:nvContentPartPr>
              <p14:xfrm>
                <a:off x="10851597" y="2148063"/>
                <a:ext cx="124920" cy="1695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205A318-B6B7-520E-082C-9EDCE9D4123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833597" y="2130063"/>
                  <a:ext cx="1605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ABEC18E-B52C-703F-7614-0382CDA4820B}"/>
                    </a:ext>
                  </a:extLst>
                </p14:cNvPr>
                <p14:cNvContentPartPr/>
                <p14:nvPr/>
              </p14:nvContentPartPr>
              <p14:xfrm>
                <a:off x="10967157" y="2175423"/>
                <a:ext cx="250200" cy="177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ABEC18E-B52C-703F-7614-0382CDA4820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949517" y="2157423"/>
                  <a:ext cx="2858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DEFBC76-D8BB-C88A-9AC9-747B54224201}"/>
                    </a:ext>
                  </a:extLst>
                </p14:cNvPr>
                <p14:cNvContentPartPr/>
                <p14:nvPr/>
              </p14:nvContentPartPr>
              <p14:xfrm>
                <a:off x="11282157" y="2134743"/>
                <a:ext cx="296280" cy="167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DEFBC76-D8BB-C88A-9AC9-747B5422420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264517" y="2117103"/>
                  <a:ext cx="3319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A1F2D92-0D73-5017-5255-4926729B6650}"/>
                    </a:ext>
                  </a:extLst>
                </p14:cNvPr>
                <p14:cNvContentPartPr/>
                <p14:nvPr/>
              </p14:nvContentPartPr>
              <p14:xfrm>
                <a:off x="11633517" y="1987863"/>
                <a:ext cx="162000" cy="277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A1F2D92-0D73-5017-5255-4926729B665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615877" y="1969863"/>
                  <a:ext cx="1976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0E9CCE0-D8AE-72EF-AF75-E311DFE55EE0}"/>
                    </a:ext>
                  </a:extLst>
                </p14:cNvPr>
                <p14:cNvContentPartPr/>
                <p14:nvPr/>
              </p14:nvContentPartPr>
              <p14:xfrm>
                <a:off x="11552877" y="2003343"/>
                <a:ext cx="298800" cy="259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0E9CCE0-D8AE-72EF-AF75-E311DFE55EE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534877" y="1985343"/>
                  <a:ext cx="33444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723F58D-2BE1-3419-4E60-026D03BE290D}"/>
                  </a:ext>
                </a:extLst>
              </p14:cNvPr>
              <p14:cNvContentPartPr/>
              <p14:nvPr/>
            </p14:nvContentPartPr>
            <p14:xfrm>
              <a:off x="400437" y="2712543"/>
              <a:ext cx="162720" cy="2304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723F58D-2BE1-3419-4E60-026D03BE290D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82437" y="2694543"/>
                <a:ext cx="198360" cy="26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87C94B9-08E8-0ABB-6D38-2ABC10149645}"/>
              </a:ext>
            </a:extLst>
          </p:cNvPr>
          <p:cNvGrpSpPr/>
          <p:nvPr/>
        </p:nvGrpSpPr>
        <p:grpSpPr>
          <a:xfrm>
            <a:off x="1196757" y="2810463"/>
            <a:ext cx="1123560" cy="197280"/>
            <a:chOff x="1196757" y="2810463"/>
            <a:chExt cx="1123560" cy="1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C89C68B-BBF0-7434-683B-E406015C5859}"/>
                    </a:ext>
                  </a:extLst>
                </p14:cNvPr>
                <p14:cNvContentPartPr/>
                <p14:nvPr/>
              </p14:nvContentPartPr>
              <p14:xfrm>
                <a:off x="1196757" y="2810463"/>
                <a:ext cx="160560" cy="1933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C89C68B-BBF0-7434-683B-E406015C585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78757" y="2792823"/>
                  <a:ext cx="1962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2F64968-B651-C691-0BB0-87C3ECF1B20E}"/>
                    </a:ext>
                  </a:extLst>
                </p14:cNvPr>
                <p14:cNvContentPartPr/>
                <p14:nvPr/>
              </p14:nvContentPartPr>
              <p14:xfrm>
                <a:off x="1435797" y="2822343"/>
                <a:ext cx="521640" cy="185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2F64968-B651-C691-0BB0-87C3ECF1B20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18157" y="2804343"/>
                  <a:ext cx="5572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C2977EA-F542-82A9-C478-4E793A593D00}"/>
                    </a:ext>
                  </a:extLst>
                </p14:cNvPr>
                <p14:cNvContentPartPr/>
                <p14:nvPr/>
              </p14:nvContentPartPr>
              <p14:xfrm>
                <a:off x="2024757" y="2818383"/>
                <a:ext cx="295560" cy="188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C2977EA-F542-82A9-C478-4E793A593D0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007117" y="2800383"/>
                  <a:ext cx="33120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DEBF479-65AE-725A-AD44-961469A54AA8}"/>
              </a:ext>
            </a:extLst>
          </p:cNvPr>
          <p:cNvGrpSpPr/>
          <p:nvPr/>
        </p:nvGrpSpPr>
        <p:grpSpPr>
          <a:xfrm>
            <a:off x="3191877" y="2678703"/>
            <a:ext cx="1128960" cy="387000"/>
            <a:chOff x="3191877" y="2678703"/>
            <a:chExt cx="112896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09BDC34-45AA-2E69-B937-EB91C87A243E}"/>
                    </a:ext>
                  </a:extLst>
                </p14:cNvPr>
                <p14:cNvContentPartPr/>
                <p14:nvPr/>
              </p14:nvContentPartPr>
              <p14:xfrm>
                <a:off x="3191877" y="2678703"/>
                <a:ext cx="597240" cy="387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09BDC34-45AA-2E69-B937-EB91C87A243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173877" y="2660703"/>
                  <a:ext cx="63288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87C9C25-43F2-07F6-2270-F4928867E355}"/>
                    </a:ext>
                  </a:extLst>
                </p14:cNvPr>
                <p14:cNvContentPartPr/>
                <p14:nvPr/>
              </p14:nvContentPartPr>
              <p14:xfrm>
                <a:off x="3899277" y="2850063"/>
                <a:ext cx="421560" cy="174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87C9C25-43F2-07F6-2270-F4928867E35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881277" y="2832423"/>
                  <a:ext cx="45720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B6FA687-3286-E450-CC0D-EE8D99CAC755}"/>
                  </a:ext>
                </a:extLst>
              </p14:cNvPr>
              <p14:cNvContentPartPr/>
              <p14:nvPr/>
            </p14:nvContentPartPr>
            <p14:xfrm>
              <a:off x="4994037" y="2799303"/>
              <a:ext cx="1007280" cy="4917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B6FA687-3286-E450-CC0D-EE8D99CAC75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976397" y="2781663"/>
                <a:ext cx="1042920" cy="52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44A8E67-88F7-333E-505F-5886DCACF0B0}"/>
                  </a:ext>
                </a:extLst>
              </p14:cNvPr>
              <p14:cNvContentPartPr/>
              <p14:nvPr/>
            </p14:nvContentPartPr>
            <p14:xfrm>
              <a:off x="6373917" y="2770863"/>
              <a:ext cx="828720" cy="2145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44A8E67-88F7-333E-505F-5886DCACF0B0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6356277" y="2752863"/>
                <a:ext cx="864360" cy="25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FE2CB07-F056-3897-4E57-9DFB7B2894FF}"/>
              </a:ext>
            </a:extLst>
          </p:cNvPr>
          <p:cNvGrpSpPr/>
          <p:nvPr/>
        </p:nvGrpSpPr>
        <p:grpSpPr>
          <a:xfrm>
            <a:off x="7676397" y="2659263"/>
            <a:ext cx="1042200" cy="316800"/>
            <a:chOff x="7676397" y="2659263"/>
            <a:chExt cx="104220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56C9E6E-3016-3D78-FC45-897E277D6635}"/>
                    </a:ext>
                  </a:extLst>
                </p14:cNvPr>
                <p14:cNvContentPartPr/>
                <p14:nvPr/>
              </p14:nvContentPartPr>
              <p14:xfrm>
                <a:off x="7676397" y="2659263"/>
                <a:ext cx="610560" cy="3168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56C9E6E-3016-3D78-FC45-897E277D663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658397" y="2641263"/>
                  <a:ext cx="6462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09DD44D-5B4E-994A-0F29-93E051D2B499}"/>
                    </a:ext>
                  </a:extLst>
                </p14:cNvPr>
                <p14:cNvContentPartPr/>
                <p14:nvPr/>
              </p14:nvContentPartPr>
              <p14:xfrm>
                <a:off x="8221437" y="2683743"/>
                <a:ext cx="34560" cy="374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09DD44D-5B4E-994A-0F29-93E051D2B49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203437" y="2665743"/>
                  <a:ext cx="702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D67E24B-DF82-243C-2434-59751E9DD257}"/>
                    </a:ext>
                  </a:extLst>
                </p14:cNvPr>
                <p14:cNvContentPartPr/>
                <p14:nvPr/>
              </p14:nvContentPartPr>
              <p14:xfrm>
                <a:off x="8284797" y="2672943"/>
                <a:ext cx="433800" cy="277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D67E24B-DF82-243C-2434-59751E9DD25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267157" y="2654943"/>
                  <a:ext cx="469440" cy="31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B709E2E7-1B9D-C430-1802-3FC6E55B3706}"/>
                  </a:ext>
                </a:extLst>
              </p14:cNvPr>
              <p14:cNvContentPartPr/>
              <p14:nvPr/>
            </p14:nvContentPartPr>
            <p14:xfrm>
              <a:off x="9147717" y="2578623"/>
              <a:ext cx="647280" cy="3398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B709E2E7-1B9D-C430-1802-3FC6E55B3706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9129717" y="2560623"/>
                <a:ext cx="68292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BE8C09D-4B03-E593-EFF9-35A6C640FF3D}"/>
                  </a:ext>
                </a:extLst>
              </p14:cNvPr>
              <p14:cNvContentPartPr/>
              <p14:nvPr/>
            </p14:nvContentPartPr>
            <p14:xfrm>
              <a:off x="10407717" y="2738463"/>
              <a:ext cx="191160" cy="2116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BE8C09D-4B03-E593-EFF9-35A6C640FF3D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0389717" y="2720823"/>
                <a:ext cx="226800" cy="24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9649238-8196-8B44-B5F9-6322FA48CC5F}"/>
              </a:ext>
            </a:extLst>
          </p:cNvPr>
          <p:cNvGrpSpPr/>
          <p:nvPr/>
        </p:nvGrpSpPr>
        <p:grpSpPr>
          <a:xfrm>
            <a:off x="10873557" y="2711103"/>
            <a:ext cx="911160" cy="230760"/>
            <a:chOff x="10873557" y="2711103"/>
            <a:chExt cx="911160" cy="23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A1C8125-6877-9DD6-595C-014533AF1D4C}"/>
                    </a:ext>
                  </a:extLst>
                </p14:cNvPr>
                <p14:cNvContentPartPr/>
                <p14:nvPr/>
              </p14:nvContentPartPr>
              <p14:xfrm>
                <a:off x="10873557" y="2735943"/>
                <a:ext cx="637920" cy="2059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A1C8125-6877-9DD6-595C-014533AF1D4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855557" y="2717943"/>
                  <a:ext cx="673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17AF884-E2CE-9B19-F81E-B3067BB3B8C7}"/>
                    </a:ext>
                  </a:extLst>
                </p14:cNvPr>
                <p14:cNvContentPartPr/>
                <p14:nvPr/>
              </p14:nvContentPartPr>
              <p14:xfrm>
                <a:off x="11598957" y="2711103"/>
                <a:ext cx="185760" cy="139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17AF884-E2CE-9B19-F81E-B3067BB3B8C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580957" y="2693103"/>
                  <a:ext cx="22140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45CC2C3-E539-4ECC-98BD-EB4874C300FC}"/>
              </a:ext>
            </a:extLst>
          </p:cNvPr>
          <p:cNvGrpSpPr/>
          <p:nvPr/>
        </p:nvGrpSpPr>
        <p:grpSpPr>
          <a:xfrm>
            <a:off x="380637" y="3300423"/>
            <a:ext cx="2651040" cy="436680"/>
            <a:chOff x="380637" y="3300423"/>
            <a:chExt cx="2651040" cy="43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EA153F8-F212-73B6-4E3F-8C28F5C8DCED}"/>
                    </a:ext>
                  </a:extLst>
                </p14:cNvPr>
                <p14:cNvContentPartPr/>
                <p14:nvPr/>
              </p14:nvContentPartPr>
              <p14:xfrm>
                <a:off x="380637" y="3350103"/>
                <a:ext cx="703800" cy="3870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EA153F8-F212-73B6-4E3F-8C28F5C8DCE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62997" y="3332463"/>
                  <a:ext cx="7394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3AF6759-4D53-5596-09C5-24126E7C3240}"/>
                    </a:ext>
                  </a:extLst>
                </p14:cNvPr>
                <p14:cNvContentPartPr/>
                <p14:nvPr/>
              </p14:nvContentPartPr>
              <p14:xfrm>
                <a:off x="1498797" y="3300423"/>
                <a:ext cx="1532880" cy="3654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3AF6759-4D53-5596-09C5-24126E7C324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481157" y="3282783"/>
                  <a:ext cx="156852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D4EE239-F902-5BD5-03B3-27D0E9F7D879}"/>
                    </a:ext>
                  </a:extLst>
                </p14:cNvPr>
                <p14:cNvContentPartPr/>
                <p14:nvPr/>
              </p14:nvContentPartPr>
              <p14:xfrm>
                <a:off x="2717037" y="3430023"/>
                <a:ext cx="113760" cy="11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D4EE239-F902-5BD5-03B3-27D0E9F7D87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699037" y="3412023"/>
                  <a:ext cx="14940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2F972110-FEC1-0B01-6606-5ED522834E24}"/>
                  </a:ext>
                </a:extLst>
              </p14:cNvPr>
              <p14:cNvContentPartPr/>
              <p14:nvPr/>
            </p14:nvContentPartPr>
            <p14:xfrm>
              <a:off x="3616677" y="3556743"/>
              <a:ext cx="24480" cy="126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2F972110-FEC1-0B01-6606-5ED522834E24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3598677" y="3539103"/>
                <a:ext cx="6012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C6828EE-9639-8446-67E9-61F3F4EEC816}"/>
              </a:ext>
            </a:extLst>
          </p:cNvPr>
          <p:cNvGrpSpPr/>
          <p:nvPr/>
        </p:nvGrpSpPr>
        <p:grpSpPr>
          <a:xfrm>
            <a:off x="123957" y="4005663"/>
            <a:ext cx="3197880" cy="507960"/>
            <a:chOff x="123957" y="4005663"/>
            <a:chExt cx="3197880" cy="50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76C74DF-06A0-7ED4-2447-87C74F648CD2}"/>
                    </a:ext>
                  </a:extLst>
                </p14:cNvPr>
                <p14:cNvContentPartPr/>
                <p14:nvPr/>
              </p14:nvContentPartPr>
              <p14:xfrm>
                <a:off x="123957" y="4158663"/>
                <a:ext cx="55080" cy="191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76C74DF-06A0-7ED4-2447-87C74F648CD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6317" y="4140663"/>
                  <a:ext cx="907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22D27F9-A9E2-142A-7A96-DF0B569F3CF8}"/>
                    </a:ext>
                  </a:extLst>
                </p14:cNvPr>
                <p14:cNvContentPartPr/>
                <p14:nvPr/>
              </p14:nvContentPartPr>
              <p14:xfrm>
                <a:off x="243837" y="4205823"/>
                <a:ext cx="24840" cy="1220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22D27F9-A9E2-142A-7A96-DF0B569F3CF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25837" y="4188183"/>
                  <a:ext cx="604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ACB03FF-9C37-6E45-3B57-683C53FA5C1F}"/>
                    </a:ext>
                  </a:extLst>
                </p14:cNvPr>
                <p14:cNvContentPartPr/>
                <p14:nvPr/>
              </p14:nvContentPartPr>
              <p14:xfrm>
                <a:off x="265437" y="4106823"/>
                <a:ext cx="103680" cy="406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ACB03FF-9C37-6E45-3B57-683C53FA5C1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47437" y="4088823"/>
                  <a:ext cx="13932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CD16221-0BA7-D798-3439-380567A9F6AB}"/>
                    </a:ext>
                  </a:extLst>
                </p14:cNvPr>
                <p14:cNvContentPartPr/>
                <p14:nvPr/>
              </p14:nvContentPartPr>
              <p14:xfrm>
                <a:off x="841437" y="4005663"/>
                <a:ext cx="660600" cy="356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CD16221-0BA7-D798-3439-380567A9F6A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23797" y="3987663"/>
                  <a:ext cx="69624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0422BEF-9DBA-3B00-F086-9E84A7621FB2}"/>
                    </a:ext>
                  </a:extLst>
                </p14:cNvPr>
                <p14:cNvContentPartPr/>
                <p14:nvPr/>
              </p14:nvContentPartPr>
              <p14:xfrm>
                <a:off x="732357" y="4155783"/>
                <a:ext cx="209160" cy="41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0422BEF-9DBA-3B00-F086-9E84A7621FB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14717" y="4137783"/>
                  <a:ext cx="244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09C0A13-DD35-0142-191C-D2559284E8D3}"/>
                    </a:ext>
                  </a:extLst>
                </p14:cNvPr>
                <p14:cNvContentPartPr/>
                <p14:nvPr/>
              </p14:nvContentPartPr>
              <p14:xfrm>
                <a:off x="1641717" y="4209063"/>
                <a:ext cx="515160" cy="2354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09C0A13-DD35-0142-191C-D2559284E8D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624077" y="4191063"/>
                  <a:ext cx="5508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D92D2A1-270F-CB73-26F2-9FDFD6BC59D1}"/>
                    </a:ext>
                  </a:extLst>
                </p14:cNvPr>
                <p14:cNvContentPartPr/>
                <p14:nvPr/>
              </p14:nvContentPartPr>
              <p14:xfrm>
                <a:off x="2231757" y="4256223"/>
                <a:ext cx="345240" cy="158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D92D2A1-270F-CB73-26F2-9FDFD6BC59D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214117" y="4238223"/>
                  <a:ext cx="380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75D01B6-9CB1-2649-52B6-8275F8764A0F}"/>
                    </a:ext>
                  </a:extLst>
                </p14:cNvPr>
                <p14:cNvContentPartPr/>
                <p14:nvPr/>
              </p14:nvContentPartPr>
              <p14:xfrm>
                <a:off x="2679957" y="4110063"/>
                <a:ext cx="149040" cy="3290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75D01B6-9CB1-2649-52B6-8275F8764A0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662317" y="4092423"/>
                  <a:ext cx="1846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71F4F3A-1B9C-F72E-CE44-FE2E8010BCF3}"/>
                    </a:ext>
                  </a:extLst>
                </p14:cNvPr>
                <p14:cNvContentPartPr/>
                <p14:nvPr/>
              </p14:nvContentPartPr>
              <p14:xfrm>
                <a:off x="2858877" y="4241463"/>
                <a:ext cx="205200" cy="215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71F4F3A-1B9C-F72E-CE44-FE2E8010BCF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840877" y="4223463"/>
                  <a:ext cx="240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B05E544-B8B4-312A-0D33-17ACD5F1954A}"/>
                    </a:ext>
                  </a:extLst>
                </p14:cNvPr>
                <p14:cNvContentPartPr/>
                <p14:nvPr/>
              </p14:nvContentPartPr>
              <p14:xfrm>
                <a:off x="3098637" y="4275663"/>
                <a:ext cx="223200" cy="164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B05E544-B8B4-312A-0D33-17ACD5F1954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080637" y="4257663"/>
                  <a:ext cx="25884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257CE86A-59A4-C76F-A8E0-182AD6B81E9B}"/>
              </a:ext>
            </a:extLst>
          </p:cNvPr>
          <p:cNvGrpSpPr/>
          <p:nvPr/>
        </p:nvGrpSpPr>
        <p:grpSpPr>
          <a:xfrm>
            <a:off x="485037" y="4687143"/>
            <a:ext cx="793800" cy="694440"/>
            <a:chOff x="485037" y="4687143"/>
            <a:chExt cx="793800" cy="69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E401C45-C543-90FD-394E-9A77A5091CB0}"/>
                    </a:ext>
                  </a:extLst>
                </p14:cNvPr>
                <p14:cNvContentPartPr/>
                <p14:nvPr/>
              </p14:nvContentPartPr>
              <p14:xfrm>
                <a:off x="485037" y="4764183"/>
                <a:ext cx="324360" cy="617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E401C45-C543-90FD-394E-9A77A5091CB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67397" y="4746183"/>
                  <a:ext cx="36000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5765747-39BD-D507-2DB2-F6C4B528C3A0}"/>
                    </a:ext>
                  </a:extLst>
                </p14:cNvPr>
                <p14:cNvContentPartPr/>
                <p14:nvPr/>
              </p14:nvContentPartPr>
              <p14:xfrm>
                <a:off x="790317" y="4774623"/>
                <a:ext cx="21600" cy="356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5765747-39BD-D507-2DB2-F6C4B528C3A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72317" y="4756623"/>
                  <a:ext cx="572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71D5853-F4AB-1ECF-E7A0-19368BF4B091}"/>
                    </a:ext>
                  </a:extLst>
                </p14:cNvPr>
                <p14:cNvContentPartPr/>
                <p14:nvPr/>
              </p14:nvContentPartPr>
              <p14:xfrm>
                <a:off x="873837" y="4892343"/>
                <a:ext cx="134640" cy="1620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71D5853-F4AB-1ECF-E7A0-19368BF4B09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56197" y="4874343"/>
                  <a:ext cx="170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E8104F9-B96C-F59B-E0A0-C49437CEE995}"/>
                    </a:ext>
                  </a:extLst>
                </p14:cNvPr>
                <p14:cNvContentPartPr/>
                <p14:nvPr/>
              </p14:nvContentPartPr>
              <p14:xfrm>
                <a:off x="980397" y="4854543"/>
                <a:ext cx="110160" cy="1756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E8104F9-B96C-F59B-E0A0-C49437CEE99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62757" y="4836903"/>
                  <a:ext cx="1458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8CBC0F7-0AF1-56CC-F3C5-7307BB5B945A}"/>
                    </a:ext>
                  </a:extLst>
                </p14:cNvPr>
                <p14:cNvContentPartPr/>
                <p14:nvPr/>
              </p14:nvContentPartPr>
              <p14:xfrm>
                <a:off x="1183797" y="4687143"/>
                <a:ext cx="48960" cy="3348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8CBC0F7-0AF1-56CC-F3C5-7307BB5B945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66157" y="4669503"/>
                  <a:ext cx="846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EAC5169-0AF3-6B38-FE90-45FE1108679A}"/>
                    </a:ext>
                  </a:extLst>
                </p14:cNvPr>
                <p14:cNvContentPartPr/>
                <p14:nvPr/>
              </p14:nvContentPartPr>
              <p14:xfrm>
                <a:off x="1145277" y="4839783"/>
                <a:ext cx="133560" cy="529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EAC5169-0AF3-6B38-FE90-45FE1108679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27277" y="4821783"/>
                  <a:ext cx="16920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A50B91A1-8C6A-E06E-E766-7C7FA6332A79}"/>
              </a:ext>
            </a:extLst>
          </p:cNvPr>
          <p:cNvGrpSpPr/>
          <p:nvPr/>
        </p:nvGrpSpPr>
        <p:grpSpPr>
          <a:xfrm>
            <a:off x="1740357" y="4835463"/>
            <a:ext cx="1542960" cy="421200"/>
            <a:chOff x="1740357" y="4835463"/>
            <a:chExt cx="154296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B189DCE-6E6B-2B6C-954C-521D4698D81F}"/>
                    </a:ext>
                  </a:extLst>
                </p14:cNvPr>
                <p14:cNvContentPartPr/>
                <p14:nvPr/>
              </p14:nvContentPartPr>
              <p14:xfrm>
                <a:off x="1740357" y="4866063"/>
                <a:ext cx="199440" cy="1594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B189DCE-6E6B-2B6C-954C-521D4698D81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722717" y="4848063"/>
                  <a:ext cx="235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54DFA78-DB59-03B9-0972-F2B3AFE224D0}"/>
                    </a:ext>
                  </a:extLst>
                </p14:cNvPr>
                <p14:cNvContentPartPr/>
                <p14:nvPr/>
              </p14:nvContentPartPr>
              <p14:xfrm>
                <a:off x="2040237" y="4835463"/>
                <a:ext cx="314280" cy="172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54DFA78-DB59-03B9-0972-F2B3AFE224D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22597" y="4817823"/>
                  <a:ext cx="3499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D0D96D2-1D47-8CE6-69AB-4099111CD7CE}"/>
                    </a:ext>
                  </a:extLst>
                </p14:cNvPr>
                <p14:cNvContentPartPr/>
                <p14:nvPr/>
              </p14:nvContentPartPr>
              <p14:xfrm>
                <a:off x="2463957" y="4899543"/>
                <a:ext cx="147600" cy="460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D0D96D2-1D47-8CE6-69AB-4099111CD7C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446317" y="4881903"/>
                  <a:ext cx="1832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DB1B3A6-EA61-0F5A-85D1-827B0FFB1A99}"/>
                    </a:ext>
                  </a:extLst>
                </p14:cNvPr>
                <p14:cNvContentPartPr/>
                <p14:nvPr/>
              </p14:nvContentPartPr>
              <p14:xfrm>
                <a:off x="2609397" y="4848423"/>
                <a:ext cx="673920" cy="4082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DB1B3A6-EA61-0F5A-85D1-827B0FFB1A9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591397" y="4830423"/>
                  <a:ext cx="709560" cy="44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0EFAA2CA-A1AE-53B8-58EA-8E897F42EE93}"/>
                  </a:ext>
                </a:extLst>
              </p14:cNvPr>
              <p14:cNvContentPartPr/>
              <p14:nvPr/>
            </p14:nvContentPartPr>
            <p14:xfrm>
              <a:off x="3762117" y="4006023"/>
              <a:ext cx="363960" cy="8197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0EFAA2CA-A1AE-53B8-58EA-8E897F42EE93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3744477" y="3988023"/>
                <a:ext cx="399600" cy="85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CA1B47C-E224-E61E-9AF0-F456896D8346}"/>
                  </a:ext>
                </a:extLst>
              </p14:cNvPr>
              <p14:cNvContentPartPr/>
              <p14:nvPr/>
            </p14:nvContentPartPr>
            <p14:xfrm>
              <a:off x="4565277" y="4148583"/>
              <a:ext cx="929520" cy="4132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CA1B47C-E224-E61E-9AF0-F456896D8346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4547637" y="4130583"/>
                <a:ext cx="96516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5844A79B-3549-2A33-3A09-0D24AF50B818}"/>
                  </a:ext>
                </a:extLst>
              </p14:cNvPr>
              <p14:cNvContentPartPr/>
              <p14:nvPr/>
            </p14:nvContentPartPr>
            <p14:xfrm>
              <a:off x="5539077" y="4103583"/>
              <a:ext cx="158760" cy="2163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5844A79B-3549-2A33-3A09-0D24AF50B818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521437" y="4085943"/>
                <a:ext cx="1944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1D3AAD53-86CD-E1D7-EC55-29084F9392DE}"/>
                  </a:ext>
                </a:extLst>
              </p14:cNvPr>
              <p14:cNvContentPartPr/>
              <p14:nvPr/>
            </p14:nvContentPartPr>
            <p14:xfrm>
              <a:off x="6100317" y="4141743"/>
              <a:ext cx="16560" cy="1886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1D3AAD53-86CD-E1D7-EC55-29084F9392DE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6082317" y="4123743"/>
                <a:ext cx="5220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00F6058E-AE01-20A9-F2F7-00C23AA01BCD}"/>
                  </a:ext>
                </a:extLst>
              </p14:cNvPr>
              <p14:cNvContentPartPr/>
              <p14:nvPr/>
            </p14:nvContentPartPr>
            <p14:xfrm>
              <a:off x="6214077" y="4167663"/>
              <a:ext cx="165960" cy="1479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00F6058E-AE01-20A9-F2F7-00C23AA01BC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6196077" y="4150023"/>
                <a:ext cx="20160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474B015B-5A26-2C58-F8E3-0410AD015E79}"/>
                  </a:ext>
                </a:extLst>
              </p14:cNvPr>
              <p14:cNvContentPartPr/>
              <p14:nvPr/>
            </p14:nvContentPartPr>
            <p14:xfrm>
              <a:off x="6191757" y="3901263"/>
              <a:ext cx="69120" cy="255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474B015B-5A26-2C58-F8E3-0410AD015E79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174117" y="3883623"/>
                <a:ext cx="1047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359B3E60-3BBB-4E44-926B-98E16B38EE17}"/>
                  </a:ext>
                </a:extLst>
              </p14:cNvPr>
              <p14:cNvContentPartPr/>
              <p14:nvPr/>
            </p14:nvContentPartPr>
            <p14:xfrm>
              <a:off x="6830397" y="4144623"/>
              <a:ext cx="286200" cy="22140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359B3E60-3BBB-4E44-926B-98E16B38EE17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812757" y="4126623"/>
                <a:ext cx="32184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85B9ECC6-0288-4BE5-E1F2-BBB424E14E7C}"/>
                  </a:ext>
                </a:extLst>
              </p14:cNvPr>
              <p14:cNvContentPartPr/>
              <p14:nvPr/>
            </p14:nvContentPartPr>
            <p14:xfrm>
              <a:off x="7148277" y="4170543"/>
              <a:ext cx="153720" cy="1519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85B9ECC6-0288-4BE5-E1F2-BBB424E14E7C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7130277" y="4152903"/>
                <a:ext cx="18936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55208348-31CD-A7E8-DB07-0BD6F6F4AAB1}"/>
                  </a:ext>
                </a:extLst>
              </p14:cNvPr>
              <p14:cNvContentPartPr/>
              <p14:nvPr/>
            </p14:nvContentPartPr>
            <p14:xfrm>
              <a:off x="7425477" y="4027983"/>
              <a:ext cx="396720" cy="2642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55208348-31CD-A7E8-DB07-0BD6F6F4AAB1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7407477" y="4010343"/>
                <a:ext cx="4323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BF35F943-E3A7-82FC-59F2-75370B16E8DB}"/>
                  </a:ext>
                </a:extLst>
              </p14:cNvPr>
              <p14:cNvContentPartPr/>
              <p14:nvPr/>
            </p14:nvContentPartPr>
            <p14:xfrm>
              <a:off x="8117757" y="4131663"/>
              <a:ext cx="312120" cy="2044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BF35F943-E3A7-82FC-59F2-75370B16E8DB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8099757" y="4113663"/>
                <a:ext cx="34776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D3F84884-78C9-1D93-1874-2D5EA4869331}"/>
                  </a:ext>
                </a:extLst>
              </p14:cNvPr>
              <p14:cNvContentPartPr/>
              <p14:nvPr/>
            </p14:nvContentPartPr>
            <p14:xfrm>
              <a:off x="8507277" y="4083783"/>
              <a:ext cx="324000" cy="1623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D3F84884-78C9-1D93-1874-2D5EA4869331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8489637" y="4066143"/>
                <a:ext cx="3596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EB799AB5-C22E-34A8-8E70-D6D4F109634F}"/>
                  </a:ext>
                </a:extLst>
              </p14:cNvPr>
              <p14:cNvContentPartPr/>
              <p14:nvPr/>
            </p14:nvContentPartPr>
            <p14:xfrm>
              <a:off x="9095877" y="3991983"/>
              <a:ext cx="143280" cy="70704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EB799AB5-C22E-34A8-8E70-D6D4F109634F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9078237" y="3974343"/>
                <a:ext cx="178920" cy="74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A9BECB65-A607-92CE-B0FB-D0E0DBC688CB}"/>
                  </a:ext>
                </a:extLst>
              </p14:cNvPr>
              <p14:cNvContentPartPr/>
              <p14:nvPr/>
            </p14:nvContentPartPr>
            <p14:xfrm>
              <a:off x="9135117" y="4134183"/>
              <a:ext cx="161280" cy="12096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A9BECB65-A607-92CE-B0FB-D0E0DBC688CB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9117117" y="4116183"/>
                <a:ext cx="19692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4F0FB454-3198-8DC6-F20B-CEBD0B7AAD27}"/>
                  </a:ext>
                </a:extLst>
              </p14:cNvPr>
              <p14:cNvContentPartPr/>
              <p14:nvPr/>
            </p14:nvContentPartPr>
            <p14:xfrm>
              <a:off x="9288117" y="4072263"/>
              <a:ext cx="304200" cy="1551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4F0FB454-3198-8DC6-F20B-CEBD0B7AAD27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9270477" y="4054263"/>
                <a:ext cx="33984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24C1632C-69DD-18E8-84D7-C01FD57F4297}"/>
                  </a:ext>
                </a:extLst>
              </p14:cNvPr>
              <p14:cNvContentPartPr/>
              <p14:nvPr/>
            </p14:nvContentPartPr>
            <p14:xfrm>
              <a:off x="9769077" y="4070103"/>
              <a:ext cx="105120" cy="1310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24C1632C-69DD-18E8-84D7-C01FD57F4297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9751437" y="4052103"/>
                <a:ext cx="14076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6CBC37E8-0470-9C2D-65CD-11F5B3419B3A}"/>
                  </a:ext>
                </a:extLst>
              </p14:cNvPr>
              <p14:cNvContentPartPr/>
              <p14:nvPr/>
            </p14:nvContentPartPr>
            <p14:xfrm>
              <a:off x="9950157" y="4054983"/>
              <a:ext cx="174960" cy="14508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6CBC37E8-0470-9C2D-65CD-11F5B3419B3A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9932517" y="4037343"/>
                <a:ext cx="21060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C889D5D2-9E51-AE9F-62C8-462E010BFE50}"/>
                  </a:ext>
                </a:extLst>
              </p14:cNvPr>
              <p14:cNvContentPartPr/>
              <p14:nvPr/>
            </p14:nvContentPartPr>
            <p14:xfrm>
              <a:off x="10164717" y="3857343"/>
              <a:ext cx="317520" cy="3697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C889D5D2-9E51-AE9F-62C8-462E010BFE50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0146717" y="3839343"/>
                <a:ext cx="35316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07131118-B5BC-5C3A-7B23-AA2CDA71FD56}"/>
                  </a:ext>
                </a:extLst>
              </p14:cNvPr>
              <p14:cNvContentPartPr/>
              <p14:nvPr/>
            </p14:nvContentPartPr>
            <p14:xfrm>
              <a:off x="10553157" y="3783183"/>
              <a:ext cx="50760" cy="5724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07131118-B5BC-5C3A-7B23-AA2CDA71FD56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0535157" y="3765543"/>
                <a:ext cx="864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63E2F752-C93C-55AD-A0B7-EA3A6B988ADB}"/>
                  </a:ext>
                </a:extLst>
              </p14:cNvPr>
              <p14:cNvContentPartPr/>
              <p14:nvPr/>
            </p14:nvContentPartPr>
            <p14:xfrm>
              <a:off x="10545237" y="4062903"/>
              <a:ext cx="168120" cy="1702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63E2F752-C93C-55AD-A0B7-EA3A6B988ADB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0527597" y="4045263"/>
                <a:ext cx="2037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5DBA816D-03A9-FE18-5D4B-DB38A25966C2}"/>
                  </a:ext>
                </a:extLst>
              </p14:cNvPr>
              <p14:cNvContentPartPr/>
              <p14:nvPr/>
            </p14:nvContentPartPr>
            <p14:xfrm>
              <a:off x="10638477" y="4020063"/>
              <a:ext cx="317160" cy="61236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5DBA816D-03A9-FE18-5D4B-DB38A25966C2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0620477" y="4002423"/>
                <a:ext cx="352800" cy="64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DDBCB0D4-A2E8-98A4-C256-DA61A113C4F5}"/>
                  </a:ext>
                </a:extLst>
              </p14:cNvPr>
              <p14:cNvContentPartPr/>
              <p14:nvPr/>
            </p14:nvContentPartPr>
            <p14:xfrm>
              <a:off x="11405277" y="3874623"/>
              <a:ext cx="596880" cy="3452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DDBCB0D4-A2E8-98A4-C256-DA61A113C4F5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1387277" y="3856623"/>
                <a:ext cx="63252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A9755F3-443A-BFF6-81AF-35C0D2F3CBDA}"/>
                  </a:ext>
                </a:extLst>
              </p14:cNvPr>
              <p14:cNvContentPartPr/>
              <p14:nvPr/>
            </p14:nvContentPartPr>
            <p14:xfrm>
              <a:off x="11231397" y="3929703"/>
              <a:ext cx="234720" cy="291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A9755F3-443A-BFF6-81AF-35C0D2F3CBDA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1213397" y="3912063"/>
                <a:ext cx="27036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2D4656EB-4567-6F7C-0B7D-C6F263279708}"/>
                  </a:ext>
                </a:extLst>
              </p14:cNvPr>
              <p14:cNvContentPartPr/>
              <p14:nvPr/>
            </p14:nvContentPartPr>
            <p14:xfrm>
              <a:off x="3718557" y="4686063"/>
              <a:ext cx="1330200" cy="3639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2D4656EB-4567-6F7C-0B7D-C6F263279708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700917" y="4668423"/>
                <a:ext cx="136584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A6AE530B-F538-FC3C-6DC2-31152750638F}"/>
                  </a:ext>
                </a:extLst>
              </p14:cNvPr>
              <p14:cNvContentPartPr/>
              <p14:nvPr/>
            </p14:nvContentPartPr>
            <p14:xfrm>
              <a:off x="4891437" y="4744383"/>
              <a:ext cx="202680" cy="388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A6AE530B-F538-FC3C-6DC2-31152750638F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4873437" y="4726743"/>
                <a:ext cx="2383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D3983706-DCF0-45D6-DA3F-738C27C11455}"/>
                  </a:ext>
                </a:extLst>
              </p14:cNvPr>
              <p14:cNvContentPartPr/>
              <p14:nvPr/>
            </p14:nvContentPartPr>
            <p14:xfrm>
              <a:off x="5405517" y="4840503"/>
              <a:ext cx="44280" cy="1810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D3983706-DCF0-45D6-DA3F-738C27C11455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5387517" y="4822503"/>
                <a:ext cx="799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1DB7E034-0F57-5798-A21B-2F2346A5E670}"/>
                  </a:ext>
                </a:extLst>
              </p14:cNvPr>
              <p14:cNvContentPartPr/>
              <p14:nvPr/>
            </p14:nvContentPartPr>
            <p14:xfrm>
              <a:off x="5524677" y="4853463"/>
              <a:ext cx="214200" cy="1519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1DB7E034-0F57-5798-A21B-2F2346A5E670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5507037" y="4835823"/>
                <a:ext cx="24984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5D2AE78C-F6FF-12A8-46BE-91D6ED7B10C0}"/>
                  </a:ext>
                </a:extLst>
              </p14:cNvPr>
              <p14:cNvContentPartPr/>
              <p14:nvPr/>
            </p14:nvContentPartPr>
            <p14:xfrm>
              <a:off x="5587677" y="4638903"/>
              <a:ext cx="85680" cy="226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5D2AE78C-F6FF-12A8-46BE-91D6ED7B10C0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5569677" y="4620903"/>
                <a:ext cx="1213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554D54A-ED4A-7E23-8939-79CDEDBB119F}"/>
                  </a:ext>
                </a:extLst>
              </p14:cNvPr>
              <p14:cNvContentPartPr/>
              <p14:nvPr/>
            </p14:nvContentPartPr>
            <p14:xfrm>
              <a:off x="6044877" y="4653303"/>
              <a:ext cx="857160" cy="3459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554D54A-ED4A-7E23-8939-79CDEDBB119F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6027237" y="4635663"/>
                <a:ext cx="89280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438FC740-6756-B437-48ED-3791B49F3D04}"/>
                  </a:ext>
                </a:extLst>
              </p14:cNvPr>
              <p14:cNvContentPartPr/>
              <p14:nvPr/>
            </p14:nvContentPartPr>
            <p14:xfrm>
              <a:off x="6768837" y="4729983"/>
              <a:ext cx="170640" cy="356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438FC740-6756-B437-48ED-3791B49F3D04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6751197" y="4712343"/>
                <a:ext cx="20628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D28D6469-9F31-9107-DD52-98D98B819042}"/>
                  </a:ext>
                </a:extLst>
              </p14:cNvPr>
              <p14:cNvContentPartPr/>
              <p14:nvPr/>
            </p14:nvContentPartPr>
            <p14:xfrm>
              <a:off x="6130557" y="4753023"/>
              <a:ext cx="174600" cy="169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D28D6469-9F31-9107-DD52-98D98B819042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6112917" y="4735383"/>
                <a:ext cx="2102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E99A8EC8-B341-1907-3DBD-FC389CEA7CA9}"/>
                  </a:ext>
                </a:extLst>
              </p14:cNvPr>
              <p14:cNvContentPartPr/>
              <p14:nvPr/>
            </p14:nvContentPartPr>
            <p14:xfrm>
              <a:off x="7197957" y="4799103"/>
              <a:ext cx="306720" cy="17604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E99A8EC8-B341-1907-3DBD-FC389CEA7CA9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7179957" y="4781103"/>
                <a:ext cx="34236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1511174-ABAE-2C7A-991F-86B00A7E0AF2}"/>
                  </a:ext>
                </a:extLst>
              </p14:cNvPr>
              <p14:cNvContentPartPr/>
              <p14:nvPr/>
            </p14:nvContentPartPr>
            <p14:xfrm>
              <a:off x="7561917" y="4769583"/>
              <a:ext cx="145440" cy="14292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1511174-ABAE-2C7A-991F-86B00A7E0AF2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7543917" y="4751943"/>
                <a:ext cx="18108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E8FD5FCD-5B6F-8E62-72CF-DFE978EDB44C}"/>
                  </a:ext>
                </a:extLst>
              </p14:cNvPr>
              <p14:cNvContentPartPr/>
              <p14:nvPr/>
            </p14:nvContentPartPr>
            <p14:xfrm>
              <a:off x="7787637" y="4712343"/>
              <a:ext cx="409680" cy="20196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E8FD5FCD-5B6F-8E62-72CF-DFE978EDB44C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7769997" y="4694343"/>
                <a:ext cx="4453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BEB7F832-8061-F892-940A-737AFFC6C954}"/>
                  </a:ext>
                </a:extLst>
              </p14:cNvPr>
              <p14:cNvContentPartPr/>
              <p14:nvPr/>
            </p14:nvContentPartPr>
            <p14:xfrm>
              <a:off x="8492877" y="4740423"/>
              <a:ext cx="83520" cy="18036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BEB7F832-8061-F892-940A-737AFFC6C954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8475237" y="4722783"/>
                <a:ext cx="119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BBA35FDC-E9C1-4FEA-8253-6BB2F45AC62A}"/>
                  </a:ext>
                </a:extLst>
              </p14:cNvPr>
              <p14:cNvContentPartPr/>
              <p14:nvPr/>
            </p14:nvContentPartPr>
            <p14:xfrm>
              <a:off x="8625357" y="4763463"/>
              <a:ext cx="135720" cy="16056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BBA35FDC-E9C1-4FEA-8253-6BB2F45AC62A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8607717" y="4745463"/>
                <a:ext cx="17136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EB92C636-3CB3-4132-E128-C50A8833A2D0}"/>
                  </a:ext>
                </a:extLst>
              </p14:cNvPr>
              <p14:cNvContentPartPr/>
              <p14:nvPr/>
            </p14:nvContentPartPr>
            <p14:xfrm>
              <a:off x="8579637" y="4582743"/>
              <a:ext cx="11520" cy="3744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EB92C636-3CB3-4132-E128-C50A8833A2D0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8561637" y="4565103"/>
                <a:ext cx="4716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F6BE3634-FC2F-7DAB-F7A0-78B6EFF3F096}"/>
                  </a:ext>
                </a:extLst>
              </p14:cNvPr>
              <p14:cNvContentPartPr/>
              <p14:nvPr/>
            </p14:nvContentPartPr>
            <p14:xfrm>
              <a:off x="9241677" y="4704063"/>
              <a:ext cx="703440" cy="54216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F6BE3634-FC2F-7DAB-F7A0-78B6EFF3F096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9224037" y="4686423"/>
                <a:ext cx="739080" cy="57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EFE353D3-1488-DDE0-BDBA-7E275D276489}"/>
                  </a:ext>
                </a:extLst>
              </p14:cNvPr>
              <p14:cNvContentPartPr/>
              <p14:nvPr/>
            </p14:nvContentPartPr>
            <p14:xfrm>
              <a:off x="9915237" y="4501383"/>
              <a:ext cx="774000" cy="42120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EFE353D3-1488-DDE0-BDBA-7E275D276489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9897597" y="4483743"/>
                <a:ext cx="80964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580E94F5-33A3-0DCF-2C72-63DF1B644B0F}"/>
                  </a:ext>
                </a:extLst>
              </p14:cNvPr>
              <p14:cNvContentPartPr/>
              <p14:nvPr/>
            </p14:nvContentPartPr>
            <p14:xfrm>
              <a:off x="10207917" y="4640343"/>
              <a:ext cx="108000" cy="1296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580E94F5-33A3-0DCF-2C72-63DF1B644B0F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10189917" y="4622703"/>
                <a:ext cx="14364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043C2D8A-89B2-20F1-493E-09310A7EA811}"/>
              </a:ext>
            </a:extLst>
          </p:cNvPr>
          <p:cNvGrpSpPr/>
          <p:nvPr/>
        </p:nvGrpSpPr>
        <p:grpSpPr>
          <a:xfrm>
            <a:off x="11016117" y="4486263"/>
            <a:ext cx="968760" cy="399960"/>
            <a:chOff x="11016117" y="4486263"/>
            <a:chExt cx="968760" cy="39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559547D-BB94-2904-4256-7B33B4084368}"/>
                    </a:ext>
                  </a:extLst>
                </p14:cNvPr>
                <p14:cNvContentPartPr/>
                <p14:nvPr/>
              </p14:nvContentPartPr>
              <p14:xfrm>
                <a:off x="11094237" y="4548183"/>
                <a:ext cx="403920" cy="3261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559547D-BB94-2904-4256-7B33B408436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076237" y="4530183"/>
                  <a:ext cx="4395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CE9619C-94A9-08C0-6834-C579B1A8DF11}"/>
                    </a:ext>
                  </a:extLst>
                </p14:cNvPr>
                <p14:cNvContentPartPr/>
                <p14:nvPr/>
              </p14:nvContentPartPr>
              <p14:xfrm>
                <a:off x="11540637" y="4704423"/>
                <a:ext cx="194760" cy="1818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CE9619C-94A9-08C0-6834-C579B1A8DF1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522997" y="4686423"/>
                  <a:ext cx="2304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40E4601-DC16-9449-DE45-1A474F4EF0AF}"/>
                    </a:ext>
                  </a:extLst>
                </p14:cNvPr>
                <p14:cNvContentPartPr/>
                <p14:nvPr/>
              </p14:nvContentPartPr>
              <p14:xfrm>
                <a:off x="11773917" y="4689303"/>
                <a:ext cx="210960" cy="172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40E4601-DC16-9449-DE45-1A474F4EF0A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756277" y="4671303"/>
                  <a:ext cx="246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8205B04-26B9-9994-1DF2-B6077BA7E924}"/>
                    </a:ext>
                  </a:extLst>
                </p14:cNvPr>
                <p14:cNvContentPartPr/>
                <p14:nvPr/>
              </p14:nvContentPartPr>
              <p14:xfrm>
                <a:off x="11016117" y="4486263"/>
                <a:ext cx="171360" cy="352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8205B04-26B9-9994-1DF2-B6077BA7E92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998117" y="4468623"/>
                  <a:ext cx="20700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FE53BB7A-4836-1417-7FDA-4836CED674EF}"/>
              </a:ext>
            </a:extLst>
          </p:cNvPr>
          <p:cNvGrpSpPr/>
          <p:nvPr/>
        </p:nvGrpSpPr>
        <p:grpSpPr>
          <a:xfrm>
            <a:off x="399357" y="5420103"/>
            <a:ext cx="3260520" cy="724680"/>
            <a:chOff x="399357" y="5420103"/>
            <a:chExt cx="3260520" cy="72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7B35EE5-900E-4160-3659-641947304ABE}"/>
                    </a:ext>
                  </a:extLst>
                </p14:cNvPr>
                <p14:cNvContentPartPr/>
                <p14:nvPr/>
              </p14:nvContentPartPr>
              <p14:xfrm>
                <a:off x="540117" y="5492103"/>
                <a:ext cx="54720" cy="1976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7B35EE5-900E-4160-3659-641947304AB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22477" y="5474463"/>
                  <a:ext cx="903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FD26EFC-A177-BFFE-448C-7BEF653074FB}"/>
                    </a:ext>
                  </a:extLst>
                </p14:cNvPr>
                <p14:cNvContentPartPr/>
                <p14:nvPr/>
              </p14:nvContentPartPr>
              <p14:xfrm>
                <a:off x="399357" y="5424423"/>
                <a:ext cx="841680" cy="2700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FD26EFC-A177-BFFE-448C-7BEF653074F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81717" y="5406423"/>
                  <a:ext cx="8773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2AE58C5-DA3D-954A-C193-8787EB3F477F}"/>
                    </a:ext>
                  </a:extLst>
                </p14:cNvPr>
                <p14:cNvContentPartPr/>
                <p14:nvPr/>
              </p14:nvContentPartPr>
              <p14:xfrm>
                <a:off x="1491957" y="5587143"/>
                <a:ext cx="478440" cy="1476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2AE58C5-DA3D-954A-C193-8787EB3F477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473957" y="5569143"/>
                  <a:ext cx="5140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17F53E1-993E-385E-8B62-57D819E0DB1A}"/>
                    </a:ext>
                  </a:extLst>
                </p14:cNvPr>
                <p14:cNvContentPartPr/>
                <p14:nvPr/>
              </p14:nvContentPartPr>
              <p14:xfrm>
                <a:off x="2013597" y="5593263"/>
                <a:ext cx="233280" cy="1263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17F53E1-993E-385E-8B62-57D819E0DB1A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995597" y="5575263"/>
                  <a:ext cx="2689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A11A40D-299F-BA35-2725-791FB934B5B5}"/>
                    </a:ext>
                  </a:extLst>
                </p14:cNvPr>
                <p14:cNvContentPartPr/>
                <p14:nvPr/>
              </p14:nvContentPartPr>
              <p14:xfrm>
                <a:off x="2305557" y="5463303"/>
                <a:ext cx="136440" cy="2559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A11A40D-299F-BA35-2725-791FB934B5B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287917" y="5445663"/>
                  <a:ext cx="1720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948F0AB-5C68-0455-E2EC-D3A6492BB79D}"/>
                    </a:ext>
                  </a:extLst>
                </p14:cNvPr>
                <p14:cNvContentPartPr/>
                <p14:nvPr/>
              </p14:nvContentPartPr>
              <p14:xfrm>
                <a:off x="2501397" y="5524143"/>
                <a:ext cx="369720" cy="2001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948F0AB-5C68-0455-E2EC-D3A6492BB79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483757" y="5506143"/>
                  <a:ext cx="405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2C95B91-BC71-F860-6A25-615101270ECF}"/>
                    </a:ext>
                  </a:extLst>
                </p14:cNvPr>
                <p14:cNvContentPartPr/>
                <p14:nvPr/>
              </p14:nvContentPartPr>
              <p14:xfrm>
                <a:off x="3224277" y="5420103"/>
                <a:ext cx="435600" cy="7246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2C95B91-BC71-F860-6A25-615101270EC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206277" y="5402103"/>
                  <a:ext cx="471240" cy="76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0F08534F-C10A-154D-E3F6-60E56BF2DB37}"/>
              </a:ext>
            </a:extLst>
          </p:cNvPr>
          <p:cNvGrpSpPr/>
          <p:nvPr/>
        </p:nvGrpSpPr>
        <p:grpSpPr>
          <a:xfrm>
            <a:off x="4316877" y="5416503"/>
            <a:ext cx="869760" cy="290160"/>
            <a:chOff x="4316877" y="5416503"/>
            <a:chExt cx="86976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62D5FAF-A87A-E3A5-42E5-798E50413AC4}"/>
                    </a:ext>
                  </a:extLst>
                </p14:cNvPr>
                <p14:cNvContentPartPr/>
                <p14:nvPr/>
              </p14:nvContentPartPr>
              <p14:xfrm>
                <a:off x="4316877" y="5465823"/>
                <a:ext cx="169560" cy="2152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62D5FAF-A87A-E3A5-42E5-798E50413AC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299237" y="5447823"/>
                  <a:ext cx="2052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FB36DDA-4AD1-4521-DFD3-F909151E95E0}"/>
                    </a:ext>
                  </a:extLst>
                </p14:cNvPr>
                <p14:cNvContentPartPr/>
                <p14:nvPr/>
              </p14:nvContentPartPr>
              <p14:xfrm>
                <a:off x="4597677" y="5503623"/>
                <a:ext cx="152640" cy="203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FB36DDA-4AD1-4521-DFD3-F909151E95E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579677" y="5485983"/>
                  <a:ext cx="188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75D0DC2-D8AA-FF6A-8C8D-6E5CE1179E6C}"/>
                    </a:ext>
                  </a:extLst>
                </p14:cNvPr>
                <p14:cNvContentPartPr/>
                <p14:nvPr/>
              </p14:nvContentPartPr>
              <p14:xfrm>
                <a:off x="4821597" y="5416503"/>
                <a:ext cx="365040" cy="281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75D0DC2-D8AA-FF6A-8C8D-6E5CE1179E6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803597" y="5398503"/>
                  <a:ext cx="40068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89800E3A-8A15-9520-6C2A-FBBE16CB3E66}"/>
              </a:ext>
            </a:extLst>
          </p:cNvPr>
          <p:cNvGrpSpPr/>
          <p:nvPr/>
        </p:nvGrpSpPr>
        <p:grpSpPr>
          <a:xfrm>
            <a:off x="5642037" y="5403903"/>
            <a:ext cx="1330200" cy="410040"/>
            <a:chOff x="5642037" y="5403903"/>
            <a:chExt cx="1330200" cy="4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88C031A-44B3-390E-52D7-C2190E7189E5}"/>
                    </a:ext>
                  </a:extLst>
                </p14:cNvPr>
                <p14:cNvContentPartPr/>
                <p14:nvPr/>
              </p14:nvContentPartPr>
              <p14:xfrm>
                <a:off x="5642037" y="5440263"/>
                <a:ext cx="672120" cy="3736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88C031A-44B3-390E-52D7-C2190E7189E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624037" y="5422263"/>
                  <a:ext cx="70776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D9F96A7-5889-FCF9-06FB-BA13B74D0CA6}"/>
                    </a:ext>
                  </a:extLst>
                </p14:cNvPr>
                <p14:cNvContentPartPr/>
                <p14:nvPr/>
              </p14:nvContentPartPr>
              <p14:xfrm>
                <a:off x="6436917" y="5462943"/>
                <a:ext cx="133560" cy="1278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D9F96A7-5889-FCF9-06FB-BA13B74D0CA6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419277" y="5444943"/>
                  <a:ext cx="1692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1463269-9786-F469-C0A4-33AFD9BF5111}"/>
                    </a:ext>
                  </a:extLst>
                </p14:cNvPr>
                <p14:cNvContentPartPr/>
                <p14:nvPr/>
              </p14:nvContentPartPr>
              <p14:xfrm>
                <a:off x="6616197" y="5403903"/>
                <a:ext cx="356040" cy="194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1463269-9786-F469-C0A4-33AFD9BF511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598197" y="5385903"/>
                  <a:ext cx="39168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429F3303-A14D-16B1-4018-088AAB51FEB1}"/>
              </a:ext>
            </a:extLst>
          </p:cNvPr>
          <p:cNvGrpSpPr/>
          <p:nvPr/>
        </p:nvGrpSpPr>
        <p:grpSpPr>
          <a:xfrm>
            <a:off x="7514037" y="5401383"/>
            <a:ext cx="395280" cy="209520"/>
            <a:chOff x="7514037" y="5401383"/>
            <a:chExt cx="395280" cy="20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0E3E344-6AAC-C288-8845-BB14BEE22F9D}"/>
                    </a:ext>
                  </a:extLst>
                </p14:cNvPr>
                <p14:cNvContentPartPr/>
                <p14:nvPr/>
              </p14:nvContentPartPr>
              <p14:xfrm>
                <a:off x="7514037" y="5401383"/>
                <a:ext cx="46080" cy="2095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0E3E344-6AAC-C288-8845-BB14BEE22F9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496397" y="5383743"/>
                  <a:ext cx="817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15134CC-DBBB-E4FE-CD59-66BAC6BD64E7}"/>
                    </a:ext>
                  </a:extLst>
                </p14:cNvPr>
                <p14:cNvContentPartPr/>
                <p14:nvPr/>
              </p14:nvContentPartPr>
              <p14:xfrm>
                <a:off x="7655157" y="5420463"/>
                <a:ext cx="254160" cy="1746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15134CC-DBBB-E4FE-CD59-66BAC6BD64E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637157" y="5402463"/>
                  <a:ext cx="28980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6DF4F023-2B0B-E193-4E1D-5848454F307A}"/>
                  </a:ext>
                </a:extLst>
              </p14:cNvPr>
              <p14:cNvContentPartPr/>
              <p14:nvPr/>
            </p14:nvContentPartPr>
            <p14:xfrm>
              <a:off x="7593237" y="5230383"/>
              <a:ext cx="122040" cy="2880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6DF4F023-2B0B-E193-4E1D-5848454F307A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7575237" y="5212743"/>
                <a:ext cx="157680" cy="6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Group 251">
            <a:extLst>
              <a:ext uri="{FF2B5EF4-FFF2-40B4-BE49-F238E27FC236}">
                <a16:creationId xmlns:a16="http://schemas.microsoft.com/office/drawing/2014/main" id="{9BB12BBC-8A33-7BEF-4EDE-A79C5FE6C1E2}"/>
              </a:ext>
            </a:extLst>
          </p:cNvPr>
          <p:cNvGrpSpPr/>
          <p:nvPr/>
        </p:nvGrpSpPr>
        <p:grpSpPr>
          <a:xfrm>
            <a:off x="8300277" y="5231103"/>
            <a:ext cx="742320" cy="439200"/>
            <a:chOff x="8300277" y="5231103"/>
            <a:chExt cx="74232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F1F0FC48-6E10-D1B2-C4F7-18C3438482B5}"/>
                    </a:ext>
                  </a:extLst>
                </p14:cNvPr>
                <p14:cNvContentPartPr/>
                <p14:nvPr/>
              </p14:nvContentPartPr>
              <p14:xfrm>
                <a:off x="8300277" y="5231103"/>
                <a:ext cx="742320" cy="4392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F1F0FC48-6E10-D1B2-C4F7-18C3438482B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282277" y="5213103"/>
                  <a:ext cx="77796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FE0F52B-EDA8-0D16-509E-94FD5BCCE0A0}"/>
                    </a:ext>
                  </a:extLst>
                </p14:cNvPr>
                <p14:cNvContentPartPr/>
                <p14:nvPr/>
              </p14:nvContentPartPr>
              <p14:xfrm>
                <a:off x="8358237" y="5337303"/>
                <a:ext cx="204840" cy="108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FE0F52B-EDA8-0D16-509E-94FD5BCCE0A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340237" y="5319303"/>
                  <a:ext cx="24048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28B48759-A8C6-877C-4FD0-8A962100BD04}"/>
              </a:ext>
            </a:extLst>
          </p:cNvPr>
          <p:cNvGrpSpPr/>
          <p:nvPr/>
        </p:nvGrpSpPr>
        <p:grpSpPr>
          <a:xfrm>
            <a:off x="9442917" y="5218143"/>
            <a:ext cx="2657520" cy="786600"/>
            <a:chOff x="9442917" y="5218143"/>
            <a:chExt cx="2657520" cy="78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137DE07-2F2E-5753-CA1F-C78178E16CAD}"/>
                    </a:ext>
                  </a:extLst>
                </p14:cNvPr>
                <p14:cNvContentPartPr/>
                <p14:nvPr/>
              </p14:nvContentPartPr>
              <p14:xfrm>
                <a:off x="9442917" y="5218143"/>
                <a:ext cx="336960" cy="6595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137DE07-2F2E-5753-CA1F-C78178E16CA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424917" y="5200143"/>
                  <a:ext cx="37260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5CDCF6A-DA60-3B96-8501-0789321E0C09}"/>
                    </a:ext>
                  </a:extLst>
                </p14:cNvPr>
                <p14:cNvContentPartPr/>
                <p14:nvPr/>
              </p14:nvContentPartPr>
              <p14:xfrm>
                <a:off x="9764757" y="5454663"/>
                <a:ext cx="470520" cy="1306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5CDCF6A-DA60-3B96-8501-0789321E0C0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747117" y="5436663"/>
                  <a:ext cx="5061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DC2A792-AF94-D055-6762-362C51BCCBC7}"/>
                    </a:ext>
                  </a:extLst>
                </p14:cNvPr>
                <p14:cNvContentPartPr/>
                <p14:nvPr/>
              </p14:nvContentPartPr>
              <p14:xfrm>
                <a:off x="10281717" y="5391303"/>
                <a:ext cx="142560" cy="1638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DC2A792-AF94-D055-6762-362C51BCCBC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263717" y="5373663"/>
                  <a:ext cx="178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FE6647BB-856D-E165-24DC-EBF65E7E81B2}"/>
                    </a:ext>
                  </a:extLst>
                </p14:cNvPr>
                <p14:cNvContentPartPr/>
                <p14:nvPr/>
              </p14:nvContentPartPr>
              <p14:xfrm>
                <a:off x="10466397" y="5265663"/>
                <a:ext cx="426240" cy="2822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FE6647BB-856D-E165-24DC-EBF65E7E81B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448397" y="5248023"/>
                  <a:ext cx="4618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F9D38C0-4EB4-95DA-EF07-C29AD0EE00E3}"/>
                    </a:ext>
                  </a:extLst>
                </p14:cNvPr>
                <p14:cNvContentPartPr/>
                <p14:nvPr/>
              </p14:nvContentPartPr>
              <p14:xfrm>
                <a:off x="10873917" y="5277183"/>
                <a:ext cx="35280" cy="187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F9D38C0-4EB4-95DA-EF07-C29AD0EE00E3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855917" y="5259543"/>
                  <a:ext cx="70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E2DDE00-A76F-1553-232F-450CAE83FD9C}"/>
                    </a:ext>
                  </a:extLst>
                </p14:cNvPr>
                <p14:cNvContentPartPr/>
                <p14:nvPr/>
              </p14:nvContentPartPr>
              <p14:xfrm>
                <a:off x="10941957" y="5401743"/>
                <a:ext cx="179280" cy="1828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E2DDE00-A76F-1553-232F-450CAE83FD9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924317" y="5384103"/>
                  <a:ext cx="214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CDD3F75-83FD-B763-00B3-CE503BEC8B7E}"/>
                    </a:ext>
                  </a:extLst>
                </p14:cNvPr>
                <p14:cNvContentPartPr/>
                <p14:nvPr/>
              </p14:nvContentPartPr>
              <p14:xfrm>
                <a:off x="11053197" y="5428023"/>
                <a:ext cx="297000" cy="5767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CDD3F75-83FD-B763-00B3-CE503BEC8B7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035557" y="5410383"/>
                  <a:ext cx="33264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1DA242A-710C-E87A-D04D-2BA6B5DF00AA}"/>
                    </a:ext>
                  </a:extLst>
                </p14:cNvPr>
                <p14:cNvContentPartPr/>
                <p14:nvPr/>
              </p14:nvContentPartPr>
              <p14:xfrm>
                <a:off x="11547117" y="5401383"/>
                <a:ext cx="214920" cy="1515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1DA242A-710C-E87A-D04D-2BA6B5DF00A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1529117" y="5383743"/>
                  <a:ext cx="250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3437030-DDDE-F383-985F-929C60D2C343}"/>
                    </a:ext>
                  </a:extLst>
                </p14:cNvPr>
                <p14:cNvContentPartPr/>
                <p14:nvPr/>
              </p14:nvContentPartPr>
              <p14:xfrm>
                <a:off x="11798037" y="5420463"/>
                <a:ext cx="302400" cy="1566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3437030-DDDE-F383-985F-929C60D2C34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780037" y="5402463"/>
                  <a:ext cx="33804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4CD0BDCC-5204-AEC2-9973-ACC15492DA05}"/>
              </a:ext>
            </a:extLst>
          </p:cNvPr>
          <p:cNvGrpSpPr/>
          <p:nvPr/>
        </p:nvGrpSpPr>
        <p:grpSpPr>
          <a:xfrm>
            <a:off x="1197" y="6129303"/>
            <a:ext cx="5785200" cy="635760"/>
            <a:chOff x="1197" y="6129303"/>
            <a:chExt cx="5785200" cy="63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995284A-81BD-C8F7-5108-595F839A60EB}"/>
                    </a:ext>
                  </a:extLst>
                </p14:cNvPr>
                <p14:cNvContentPartPr/>
                <p14:nvPr/>
              </p14:nvContentPartPr>
              <p14:xfrm>
                <a:off x="1197" y="6259983"/>
                <a:ext cx="1440" cy="1630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995284A-81BD-C8F7-5108-595F839A60EB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-16803" y="6242343"/>
                  <a:ext cx="37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5943D8C-8FA5-04D4-1533-8A007F766A39}"/>
                    </a:ext>
                  </a:extLst>
                </p14:cNvPr>
                <p14:cNvContentPartPr/>
                <p14:nvPr/>
              </p14:nvContentPartPr>
              <p14:xfrm>
                <a:off x="114597" y="6266103"/>
                <a:ext cx="33120" cy="1522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5943D8C-8FA5-04D4-1533-8A007F766A3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6957" y="6248103"/>
                  <a:ext cx="68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072C02E-60DB-8099-565C-6ED465C1F3F9}"/>
                    </a:ext>
                  </a:extLst>
                </p14:cNvPr>
                <p14:cNvContentPartPr/>
                <p14:nvPr/>
              </p14:nvContentPartPr>
              <p14:xfrm>
                <a:off x="200277" y="6303183"/>
                <a:ext cx="18360" cy="1216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072C02E-60DB-8099-565C-6ED465C1F3F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82277" y="6285543"/>
                  <a:ext cx="54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C146816-BCE3-2832-8B63-CB631943A499}"/>
                    </a:ext>
                  </a:extLst>
                </p14:cNvPr>
                <p14:cNvContentPartPr/>
                <p14:nvPr/>
              </p14:nvContentPartPr>
              <p14:xfrm>
                <a:off x="215397" y="6152703"/>
                <a:ext cx="99000" cy="4834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C146816-BCE3-2832-8B63-CB631943A49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97397" y="6134703"/>
                  <a:ext cx="13464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2715CCB-2D3B-1CB3-4366-298705933F73}"/>
                    </a:ext>
                  </a:extLst>
                </p14:cNvPr>
                <p14:cNvContentPartPr/>
                <p14:nvPr/>
              </p14:nvContentPartPr>
              <p14:xfrm>
                <a:off x="732357" y="6251703"/>
                <a:ext cx="67320" cy="2959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2715CCB-2D3B-1CB3-4366-298705933F7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14717" y="6234063"/>
                  <a:ext cx="1029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185190CD-810F-F54C-EFE4-FA96C5CD20B6}"/>
                    </a:ext>
                  </a:extLst>
                </p14:cNvPr>
                <p14:cNvContentPartPr/>
                <p14:nvPr/>
              </p14:nvContentPartPr>
              <p14:xfrm>
                <a:off x="631197" y="6252063"/>
                <a:ext cx="588960" cy="3171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185190CD-810F-F54C-EFE4-FA96C5CD20B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13557" y="6234063"/>
                  <a:ext cx="6246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C3D34282-0B62-381F-491D-24BE83FC2D19}"/>
                    </a:ext>
                  </a:extLst>
                </p14:cNvPr>
                <p14:cNvContentPartPr/>
                <p14:nvPr/>
              </p14:nvContentPartPr>
              <p14:xfrm>
                <a:off x="1403037" y="6155583"/>
                <a:ext cx="320760" cy="6094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C3D34282-0B62-381F-491D-24BE83FC2D1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385037" y="6137583"/>
                  <a:ext cx="35640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7969C91-399E-F1C5-3307-C42992B4CE78}"/>
                    </a:ext>
                  </a:extLst>
                </p14:cNvPr>
                <p14:cNvContentPartPr/>
                <p14:nvPr/>
              </p14:nvContentPartPr>
              <p14:xfrm>
                <a:off x="1691757" y="6170703"/>
                <a:ext cx="42480" cy="172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7969C91-399E-F1C5-3307-C42992B4CE7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673757" y="6153063"/>
                  <a:ext cx="78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F1167D0B-1C6D-DAF9-E123-C92694DD93FF}"/>
                    </a:ext>
                  </a:extLst>
                </p14:cNvPr>
                <p14:cNvContentPartPr/>
                <p14:nvPr/>
              </p14:nvContentPartPr>
              <p14:xfrm>
                <a:off x="1782477" y="6239823"/>
                <a:ext cx="191520" cy="2052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F1167D0B-1C6D-DAF9-E123-C92694DD93F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764837" y="6221823"/>
                  <a:ext cx="2271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63939FE-3377-59A3-8538-FF6E507064F3}"/>
                    </a:ext>
                  </a:extLst>
                </p14:cNvPr>
                <p14:cNvContentPartPr/>
                <p14:nvPr/>
              </p14:nvContentPartPr>
              <p14:xfrm>
                <a:off x="1973997" y="6266823"/>
                <a:ext cx="100080" cy="1846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63939FE-3377-59A3-8538-FF6E507064F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955997" y="6248823"/>
                  <a:ext cx="1357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FF199A6-4B02-E86A-1168-D705A56779F9}"/>
                    </a:ext>
                  </a:extLst>
                </p14:cNvPr>
                <p14:cNvContentPartPr/>
                <p14:nvPr/>
              </p14:nvContentPartPr>
              <p14:xfrm>
                <a:off x="2182437" y="6137223"/>
                <a:ext cx="47880" cy="3081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FF199A6-4B02-E86A-1168-D705A56779F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164437" y="6119583"/>
                  <a:ext cx="835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BD6ED4B-1E0A-8062-D010-6DB21A819C34}"/>
                    </a:ext>
                  </a:extLst>
                </p14:cNvPr>
                <p14:cNvContentPartPr/>
                <p14:nvPr/>
              </p14:nvContentPartPr>
              <p14:xfrm>
                <a:off x="2099637" y="6173943"/>
                <a:ext cx="189360" cy="820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BD6ED4B-1E0A-8062-D010-6DB21A819C3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081637" y="6155943"/>
                  <a:ext cx="2250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D3BE739-42A9-C38F-F956-9C25E884618B}"/>
                    </a:ext>
                  </a:extLst>
                </p14:cNvPr>
                <p14:cNvContentPartPr/>
                <p14:nvPr/>
              </p14:nvContentPartPr>
              <p14:xfrm>
                <a:off x="2592837" y="6315423"/>
                <a:ext cx="125640" cy="1670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D3BE739-42A9-C38F-F956-9C25E884618B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575197" y="6297783"/>
                  <a:ext cx="161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3891901-A60F-C568-6465-50B554A89192}"/>
                    </a:ext>
                  </a:extLst>
                </p14:cNvPr>
                <p14:cNvContentPartPr/>
                <p14:nvPr/>
              </p14:nvContentPartPr>
              <p14:xfrm>
                <a:off x="2720997" y="6304983"/>
                <a:ext cx="380160" cy="1742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3891901-A60F-C568-6465-50B554A8919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702997" y="6287343"/>
                  <a:ext cx="4158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BB002588-EEE3-05D9-DC35-C6061F286661}"/>
                    </a:ext>
                  </a:extLst>
                </p14:cNvPr>
                <p14:cNvContentPartPr/>
                <p14:nvPr/>
              </p14:nvContentPartPr>
              <p14:xfrm>
                <a:off x="3229677" y="6312903"/>
                <a:ext cx="118080" cy="187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BB002588-EEE3-05D9-DC35-C6061F28666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211677" y="6295263"/>
                  <a:ext cx="153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CC8E8DE-4052-AF61-A316-CECADD953E2B}"/>
                    </a:ext>
                  </a:extLst>
                </p14:cNvPr>
                <p14:cNvContentPartPr/>
                <p14:nvPr/>
              </p14:nvContentPartPr>
              <p14:xfrm>
                <a:off x="3345957" y="6311103"/>
                <a:ext cx="646200" cy="4014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CC8E8DE-4052-AF61-A316-CECADD953E2B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328317" y="6293463"/>
                  <a:ext cx="6818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F0A8DE4-A48E-503C-5857-835987259E8C}"/>
                    </a:ext>
                  </a:extLst>
                </p14:cNvPr>
                <p14:cNvContentPartPr/>
                <p14:nvPr/>
              </p14:nvContentPartPr>
              <p14:xfrm>
                <a:off x="4185117" y="6140823"/>
                <a:ext cx="1338120" cy="3567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F0A8DE4-A48E-503C-5857-835987259E8C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167477" y="6123183"/>
                  <a:ext cx="13737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7E8AD9D-E7DE-BD22-DE21-ADD50EB7EDC8}"/>
                    </a:ext>
                  </a:extLst>
                </p14:cNvPr>
                <p14:cNvContentPartPr/>
                <p14:nvPr/>
              </p14:nvContentPartPr>
              <p14:xfrm>
                <a:off x="5564637" y="6129303"/>
                <a:ext cx="221760" cy="3369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7E8AD9D-E7DE-BD22-DE21-ADD50EB7EDC8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546997" y="6111303"/>
                  <a:ext cx="257400" cy="37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95434C6C-47A2-F6F3-0ECD-ABC9FB77AC29}"/>
              </a:ext>
            </a:extLst>
          </p:cNvPr>
          <p:cNvGrpSpPr/>
          <p:nvPr/>
        </p:nvGrpSpPr>
        <p:grpSpPr>
          <a:xfrm>
            <a:off x="6400557" y="6200223"/>
            <a:ext cx="240120" cy="228600"/>
            <a:chOff x="6400557" y="6200223"/>
            <a:chExt cx="24012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0FA1F57E-14B1-05CE-B47C-174BDD228939}"/>
                    </a:ext>
                  </a:extLst>
                </p14:cNvPr>
                <p14:cNvContentPartPr/>
                <p14:nvPr/>
              </p14:nvContentPartPr>
              <p14:xfrm>
                <a:off x="6400557" y="6200223"/>
                <a:ext cx="78120" cy="1987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0FA1F57E-14B1-05CE-B47C-174BDD228939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382557" y="6182223"/>
                  <a:ext cx="1137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E657E53-30CB-2C42-34BE-03945E54AC8D}"/>
                    </a:ext>
                  </a:extLst>
                </p14:cNvPr>
                <p14:cNvContentPartPr/>
                <p14:nvPr/>
              </p14:nvContentPartPr>
              <p14:xfrm>
                <a:off x="6504237" y="6268983"/>
                <a:ext cx="136440" cy="1598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E657E53-30CB-2C42-34BE-03945E54AC8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486237" y="6250983"/>
                  <a:ext cx="172080" cy="19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4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BAFCD600-A9AA-F694-A228-3CD0E05C38DA}"/>
                  </a:ext>
                </a:extLst>
              </p14:cNvPr>
              <p14:cNvContentPartPr/>
              <p14:nvPr/>
            </p14:nvContentPartPr>
            <p14:xfrm>
              <a:off x="6551397" y="6021663"/>
              <a:ext cx="43920" cy="1764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BAFCD600-A9AA-F694-A228-3CD0E05C38DA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6533397" y="6004023"/>
                <a:ext cx="7956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9" name="Group 298">
            <a:extLst>
              <a:ext uri="{FF2B5EF4-FFF2-40B4-BE49-F238E27FC236}">
                <a16:creationId xmlns:a16="http://schemas.microsoft.com/office/drawing/2014/main" id="{4632AE27-C69B-6492-2115-15EA4B90C8E1}"/>
              </a:ext>
            </a:extLst>
          </p:cNvPr>
          <p:cNvGrpSpPr/>
          <p:nvPr/>
        </p:nvGrpSpPr>
        <p:grpSpPr>
          <a:xfrm>
            <a:off x="7186077" y="6092943"/>
            <a:ext cx="936720" cy="324000"/>
            <a:chOff x="7186077" y="6092943"/>
            <a:chExt cx="93672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49EA217-88FA-C987-9C01-F68C9D38CD2D}"/>
                    </a:ext>
                  </a:extLst>
                </p14:cNvPr>
                <p14:cNvContentPartPr/>
                <p14:nvPr/>
              </p14:nvContentPartPr>
              <p14:xfrm>
                <a:off x="7186077" y="6217863"/>
                <a:ext cx="233280" cy="199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49EA217-88FA-C987-9C01-F68C9D38CD2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168077" y="6199863"/>
                  <a:ext cx="2689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7A69250-CE7B-50B9-916E-3949E57DA3D7}"/>
                    </a:ext>
                  </a:extLst>
                </p14:cNvPr>
                <p14:cNvContentPartPr/>
                <p14:nvPr/>
              </p14:nvContentPartPr>
              <p14:xfrm>
                <a:off x="7430157" y="6221103"/>
                <a:ext cx="179280" cy="1677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7A69250-CE7B-50B9-916E-3949E57DA3D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412157" y="6203103"/>
                  <a:ext cx="2149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99CCADB-15AC-78A0-FE54-6AA992B1056B}"/>
                    </a:ext>
                  </a:extLst>
                </p14:cNvPr>
                <p14:cNvContentPartPr/>
                <p14:nvPr/>
              </p14:nvContentPartPr>
              <p14:xfrm>
                <a:off x="7676037" y="6092943"/>
                <a:ext cx="446760" cy="2786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99CCADB-15AC-78A0-FE54-6AA992B1056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658397" y="6075303"/>
                  <a:ext cx="482400" cy="31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2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8D1304BF-A107-F1DB-71EF-717754A2D749}"/>
                  </a:ext>
                </a:extLst>
              </p14:cNvPr>
              <p14:cNvContentPartPr/>
              <p14:nvPr/>
            </p14:nvContentPartPr>
            <p14:xfrm>
              <a:off x="8531397" y="6223263"/>
              <a:ext cx="811440" cy="19332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8D1304BF-A107-F1DB-71EF-717754A2D749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8513757" y="6205623"/>
                <a:ext cx="847080" cy="22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8" name="Group 297">
            <a:extLst>
              <a:ext uri="{FF2B5EF4-FFF2-40B4-BE49-F238E27FC236}">
                <a16:creationId xmlns:a16="http://schemas.microsoft.com/office/drawing/2014/main" id="{05FECED3-4882-AE40-1350-99D7A42B5772}"/>
              </a:ext>
            </a:extLst>
          </p:cNvPr>
          <p:cNvGrpSpPr/>
          <p:nvPr/>
        </p:nvGrpSpPr>
        <p:grpSpPr>
          <a:xfrm>
            <a:off x="9754677" y="6069903"/>
            <a:ext cx="216360" cy="327960"/>
            <a:chOff x="9754677" y="6069903"/>
            <a:chExt cx="21636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3AF9EC2-EC35-B534-1C4B-9FDAB99D73D6}"/>
                    </a:ext>
                  </a:extLst>
                </p14:cNvPr>
                <p14:cNvContentPartPr/>
                <p14:nvPr/>
              </p14:nvContentPartPr>
              <p14:xfrm>
                <a:off x="9754677" y="6240543"/>
                <a:ext cx="68400" cy="1472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3AF9EC2-EC35-B534-1C4B-9FDAB99D73D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736677" y="6222543"/>
                  <a:ext cx="1040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F5E7580-E0F1-F75E-BA63-0487E6630E90}"/>
                    </a:ext>
                  </a:extLst>
                </p14:cNvPr>
                <p14:cNvContentPartPr/>
                <p14:nvPr/>
              </p14:nvContentPartPr>
              <p14:xfrm>
                <a:off x="9863757" y="6220383"/>
                <a:ext cx="107280" cy="1774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F5E7580-E0F1-F75E-BA63-0487E6630E90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845757" y="6202743"/>
                  <a:ext cx="1429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67AB0A16-16D5-DE5E-B7C7-1001220AD2A2}"/>
                    </a:ext>
                  </a:extLst>
                </p14:cNvPr>
                <p14:cNvContentPartPr/>
                <p14:nvPr/>
              </p14:nvContentPartPr>
              <p14:xfrm>
                <a:off x="9899037" y="6069903"/>
                <a:ext cx="12600" cy="583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67AB0A16-16D5-DE5E-B7C7-1001220AD2A2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881397" y="6052263"/>
                  <a:ext cx="48240" cy="9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0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3298D78C-A5E8-CFF8-5A8F-85145FAB8AC5}"/>
                  </a:ext>
                </a:extLst>
              </p14:cNvPr>
              <p14:cNvContentPartPr/>
              <p14:nvPr/>
            </p14:nvContentPartPr>
            <p14:xfrm>
              <a:off x="10452717" y="6109503"/>
              <a:ext cx="497520" cy="31248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3298D78C-A5E8-CFF8-5A8F-85145FAB8AC5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10435077" y="6091503"/>
                <a:ext cx="533160" cy="34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489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5B4991-E701-988D-B65A-4C73EA2F0D39}"/>
                  </a:ext>
                </a:extLst>
              </p14:cNvPr>
              <p14:cNvContentPartPr/>
              <p14:nvPr/>
            </p14:nvContentPartPr>
            <p14:xfrm>
              <a:off x="4561446" y="399903"/>
              <a:ext cx="168480" cy="255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55B4991-E701-988D-B65A-4C73EA2F0D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43806" y="382263"/>
                <a:ext cx="204120" cy="29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E6D8AF5C-9BC6-778B-81BF-7E959C819823}"/>
              </a:ext>
            </a:extLst>
          </p:cNvPr>
          <p:cNvGrpSpPr/>
          <p:nvPr/>
        </p:nvGrpSpPr>
        <p:grpSpPr>
          <a:xfrm>
            <a:off x="4376406" y="949983"/>
            <a:ext cx="298080" cy="213480"/>
            <a:chOff x="4376406" y="949983"/>
            <a:chExt cx="29808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B2BFE72-1730-005F-C014-AAA911E0ECED}"/>
                    </a:ext>
                  </a:extLst>
                </p14:cNvPr>
                <p14:cNvContentPartPr/>
                <p14:nvPr/>
              </p14:nvContentPartPr>
              <p14:xfrm>
                <a:off x="4376406" y="1064463"/>
                <a:ext cx="139680" cy="15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B2BFE72-1730-005F-C014-AAA911E0EC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58406" y="1046823"/>
                  <a:ext cx="175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008F32-B708-30DD-E22C-C137EC4DA5E5}"/>
                    </a:ext>
                  </a:extLst>
                </p14:cNvPr>
                <p14:cNvContentPartPr/>
                <p14:nvPr/>
              </p14:nvContentPartPr>
              <p14:xfrm>
                <a:off x="4646766" y="949983"/>
                <a:ext cx="27720" cy="213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008F32-B708-30DD-E22C-C137EC4DA5E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29126" y="931983"/>
                  <a:ext cx="63360" cy="24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CA1CEBD-FFEC-7859-EBE5-AB7B818BB601}"/>
                  </a:ext>
                </a:extLst>
              </p14:cNvPr>
              <p14:cNvContentPartPr/>
              <p14:nvPr/>
            </p14:nvContentPartPr>
            <p14:xfrm>
              <a:off x="2642646" y="1582503"/>
              <a:ext cx="122760" cy="187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CA1CEBD-FFEC-7859-EBE5-AB7B818BB6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24646" y="1564503"/>
                <a:ext cx="1584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F0D4166-DF27-4721-768B-0D839EE54C90}"/>
                  </a:ext>
                </a:extLst>
              </p14:cNvPr>
              <p14:cNvContentPartPr/>
              <p14:nvPr/>
            </p14:nvContentPartPr>
            <p14:xfrm>
              <a:off x="3829206" y="1366143"/>
              <a:ext cx="163080" cy="187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F0D4166-DF27-4721-768B-0D839EE54C9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11566" y="1348143"/>
                <a:ext cx="1987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307C0D9-A18D-EC75-AD2A-A71983859B64}"/>
                  </a:ext>
                </a:extLst>
              </p14:cNvPr>
              <p14:cNvContentPartPr/>
              <p14:nvPr/>
            </p14:nvContentPartPr>
            <p14:xfrm>
              <a:off x="4719486" y="1425543"/>
              <a:ext cx="32760" cy="214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307C0D9-A18D-EC75-AD2A-A71983859B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01846" y="1407903"/>
                <a:ext cx="6840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3F8D4B1-FE36-C817-C6AD-C12C4CD80A0D}"/>
                  </a:ext>
                </a:extLst>
              </p14:cNvPr>
              <p14:cNvContentPartPr/>
              <p14:nvPr/>
            </p14:nvContentPartPr>
            <p14:xfrm>
              <a:off x="2564526" y="1954383"/>
              <a:ext cx="180720" cy="185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3F8D4B1-FE36-C817-C6AD-C12C4CD80A0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46886" y="1936383"/>
                <a:ext cx="2163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69C5E2F-EF58-2DBB-FFA2-7758ADE1A41C}"/>
                  </a:ext>
                </a:extLst>
              </p14:cNvPr>
              <p14:cNvContentPartPr/>
              <p14:nvPr/>
            </p14:nvContentPartPr>
            <p14:xfrm>
              <a:off x="3892926" y="1843143"/>
              <a:ext cx="149760" cy="183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69C5E2F-EF58-2DBB-FFA2-7758ADE1A41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875286" y="1825503"/>
                <a:ext cx="1854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D9267DE-6CE3-12CA-A3F0-78F0EEB05C90}"/>
                  </a:ext>
                </a:extLst>
              </p14:cNvPr>
              <p14:cNvContentPartPr/>
              <p14:nvPr/>
            </p14:nvContentPartPr>
            <p14:xfrm>
              <a:off x="4585566" y="1839543"/>
              <a:ext cx="117720" cy="179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D9267DE-6CE3-12CA-A3F0-78F0EEB05C9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67926" y="1821543"/>
                <a:ext cx="15336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464D7B4-0D31-0EF9-B08E-B6D793F7C13E}"/>
                  </a:ext>
                </a:extLst>
              </p14:cNvPr>
              <p14:cNvContentPartPr/>
              <p14:nvPr/>
            </p14:nvContentPartPr>
            <p14:xfrm>
              <a:off x="3795366" y="1235823"/>
              <a:ext cx="33480" cy="3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464D7B4-0D31-0EF9-B08E-B6D793F7C13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77726" y="1218183"/>
                <a:ext cx="691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2EBA199-A523-E18E-2449-0780FE2661CF}"/>
                  </a:ext>
                </a:extLst>
              </p14:cNvPr>
              <p14:cNvContentPartPr/>
              <p14:nvPr/>
            </p14:nvContentPartPr>
            <p14:xfrm>
              <a:off x="5826126" y="1519143"/>
              <a:ext cx="2880" cy="28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2EBA199-A523-E18E-2449-0780FE2661C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808126" y="1501503"/>
                <a:ext cx="385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138CFDB-B076-A26A-473B-6624F153DC15}"/>
                  </a:ext>
                </a:extLst>
              </p14:cNvPr>
              <p14:cNvContentPartPr/>
              <p14:nvPr/>
            </p14:nvContentPartPr>
            <p14:xfrm>
              <a:off x="2501526" y="1309263"/>
              <a:ext cx="9360" cy="15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138CFDB-B076-A26A-473B-6624F153DC1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83886" y="1291263"/>
                <a:ext cx="450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6F7A20A-6F56-35C7-9141-1E45D0A4A134}"/>
                  </a:ext>
                </a:extLst>
              </p14:cNvPr>
              <p14:cNvContentPartPr/>
              <p14:nvPr/>
            </p14:nvContentPartPr>
            <p14:xfrm>
              <a:off x="3926766" y="1559463"/>
              <a:ext cx="9000" cy="172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6F7A20A-6F56-35C7-9141-1E45D0A4A13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08766" y="1541823"/>
                <a:ext cx="446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7A3A030-BB6D-68C0-83C8-C30432DE97DE}"/>
                  </a:ext>
                </a:extLst>
              </p14:cNvPr>
              <p14:cNvContentPartPr/>
              <p14:nvPr/>
            </p14:nvContentPartPr>
            <p14:xfrm>
              <a:off x="2667126" y="1237263"/>
              <a:ext cx="5760" cy="72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7A3A030-BB6D-68C0-83C8-C30432DE97D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649126" y="1219263"/>
                <a:ext cx="4140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EC3B366F-B8C6-3834-6019-1EFD67043AF6}"/>
              </a:ext>
            </a:extLst>
          </p:cNvPr>
          <p:cNvGrpSpPr/>
          <p:nvPr/>
        </p:nvGrpSpPr>
        <p:grpSpPr>
          <a:xfrm>
            <a:off x="3858366" y="1549023"/>
            <a:ext cx="201600" cy="82800"/>
            <a:chOff x="3858366" y="1549023"/>
            <a:chExt cx="201600" cy="8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93A8FD4-7EB2-BCF0-94D2-B82400572D4A}"/>
                    </a:ext>
                  </a:extLst>
                </p14:cNvPr>
                <p14:cNvContentPartPr/>
                <p14:nvPr/>
              </p14:nvContentPartPr>
              <p14:xfrm>
                <a:off x="3988326" y="1594743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93A8FD4-7EB2-BCF0-94D2-B82400572D4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70686" y="15771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27E370A-E8B1-D95B-5FD8-6AE2860C6D3C}"/>
                    </a:ext>
                  </a:extLst>
                </p14:cNvPr>
                <p14:cNvContentPartPr/>
                <p14:nvPr/>
              </p14:nvContentPartPr>
              <p14:xfrm>
                <a:off x="3991566" y="1585023"/>
                <a:ext cx="13680" cy="4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27E370A-E8B1-D95B-5FD8-6AE2860C6D3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73566" y="1567383"/>
                  <a:ext cx="49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70EABB6-57C2-3B4F-F51D-DFEA12B7BE2C}"/>
                    </a:ext>
                  </a:extLst>
                </p14:cNvPr>
                <p14:cNvContentPartPr/>
                <p14:nvPr/>
              </p14:nvContentPartPr>
              <p14:xfrm>
                <a:off x="4052406" y="1549023"/>
                <a:ext cx="7560" cy="20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70EABB6-57C2-3B4F-F51D-DFEA12B7BE2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34766" y="1531383"/>
                  <a:ext cx="43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6A3D8C6-8D23-3A5B-1F32-BC5D705AEC37}"/>
                    </a:ext>
                  </a:extLst>
                </p14:cNvPr>
                <p14:cNvContentPartPr/>
                <p14:nvPr/>
              </p14:nvContentPartPr>
              <p14:xfrm>
                <a:off x="3858366" y="1631463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6A3D8C6-8D23-3A5B-1F32-BC5D705AEC3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40726" y="16134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F9B039C-FCF5-FFBC-4644-13A4F0CF15F8}"/>
              </a:ext>
            </a:extLst>
          </p:cNvPr>
          <p:cNvGrpSpPr/>
          <p:nvPr/>
        </p:nvGrpSpPr>
        <p:grpSpPr>
          <a:xfrm>
            <a:off x="4622286" y="1675383"/>
            <a:ext cx="327600" cy="79200"/>
            <a:chOff x="4622286" y="1675383"/>
            <a:chExt cx="327600" cy="7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4CBF990-9064-54C5-DBED-1ADFE5CFFBC9}"/>
                    </a:ext>
                  </a:extLst>
                </p14:cNvPr>
                <p14:cNvContentPartPr/>
                <p14:nvPr/>
              </p14:nvContentPartPr>
              <p14:xfrm>
                <a:off x="4655406" y="1675383"/>
                <a:ext cx="261000" cy="61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4CBF990-9064-54C5-DBED-1ADFE5CFFBC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637766" y="1657383"/>
                  <a:ext cx="296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5857258-B2E6-F473-2009-0485DAB2CDEA}"/>
                    </a:ext>
                  </a:extLst>
                </p14:cNvPr>
                <p14:cNvContentPartPr/>
                <p14:nvPr/>
              </p14:nvContentPartPr>
              <p14:xfrm>
                <a:off x="4670526" y="1701663"/>
                <a:ext cx="279360" cy="52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5857258-B2E6-F473-2009-0485DAB2CDE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652886" y="1683663"/>
                  <a:ext cx="315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A466211-BD21-6ED2-11CE-59C680CB0DF8}"/>
                    </a:ext>
                  </a:extLst>
                </p14:cNvPr>
                <p14:cNvContentPartPr/>
                <p14:nvPr/>
              </p14:nvContentPartPr>
              <p14:xfrm>
                <a:off x="4622286" y="1687983"/>
                <a:ext cx="315000" cy="59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A466211-BD21-6ED2-11CE-59C680CB0DF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04286" y="1669983"/>
                  <a:ext cx="35064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4FBF1FB-47B7-9964-9938-05EDA08C9ABE}"/>
              </a:ext>
            </a:extLst>
          </p:cNvPr>
          <p:cNvGrpSpPr/>
          <p:nvPr/>
        </p:nvGrpSpPr>
        <p:grpSpPr>
          <a:xfrm>
            <a:off x="3595566" y="449583"/>
            <a:ext cx="343080" cy="890640"/>
            <a:chOff x="3595566" y="449583"/>
            <a:chExt cx="343080" cy="89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90D8BDE-92BF-67A7-8F13-A51581C0CA56}"/>
                    </a:ext>
                  </a:extLst>
                </p14:cNvPr>
                <p14:cNvContentPartPr/>
                <p14:nvPr/>
              </p14:nvContentPartPr>
              <p14:xfrm>
                <a:off x="3706086" y="449583"/>
                <a:ext cx="146520" cy="217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90D8BDE-92BF-67A7-8F13-A51581C0CA5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688086" y="431943"/>
                  <a:ext cx="182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B03C0CE-C5B8-BB01-7741-4472E67625A2}"/>
                    </a:ext>
                  </a:extLst>
                </p14:cNvPr>
                <p14:cNvContentPartPr/>
                <p14:nvPr/>
              </p14:nvContentPartPr>
              <p14:xfrm>
                <a:off x="3773766" y="948543"/>
                <a:ext cx="28440" cy="240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B03C0CE-C5B8-BB01-7741-4472E67625A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55766" y="930543"/>
                  <a:ext cx="640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2828EB2-906E-E64C-F2D2-A069AE6B4460}"/>
                    </a:ext>
                  </a:extLst>
                </p14:cNvPr>
                <p14:cNvContentPartPr/>
                <p14:nvPr/>
              </p14:nvContentPartPr>
              <p14:xfrm>
                <a:off x="3630846" y="1231863"/>
                <a:ext cx="282240" cy="65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2828EB2-906E-E64C-F2D2-A069AE6B446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612846" y="1214223"/>
                  <a:ext cx="3178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18CFDE3-59E6-CABC-FEAB-527EB0483A5C}"/>
                    </a:ext>
                  </a:extLst>
                </p14:cNvPr>
                <p14:cNvContentPartPr/>
                <p14:nvPr/>
              </p14:nvContentPartPr>
              <p14:xfrm>
                <a:off x="3608886" y="1256703"/>
                <a:ext cx="324000" cy="83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18CFDE3-59E6-CABC-FEAB-527EB0483A5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90886" y="1238703"/>
                  <a:ext cx="3596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3C82FE4-9D08-F4A9-6990-E6A8D61BC54D}"/>
                    </a:ext>
                  </a:extLst>
                </p14:cNvPr>
                <p14:cNvContentPartPr/>
                <p14:nvPr/>
              </p14:nvContentPartPr>
              <p14:xfrm>
                <a:off x="3595566" y="1251663"/>
                <a:ext cx="337680" cy="73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3C82FE4-9D08-F4A9-6990-E6A8D61BC54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577926" y="1234023"/>
                  <a:ext cx="3733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2A7F92-D73A-7ACF-C156-87C4C6A9425D}"/>
                    </a:ext>
                  </a:extLst>
                </p14:cNvPr>
                <p14:cNvContentPartPr/>
                <p14:nvPr/>
              </p14:nvContentPartPr>
              <p14:xfrm>
                <a:off x="3801126" y="785103"/>
                <a:ext cx="2160" cy="2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2A7F92-D73A-7ACF-C156-87C4C6A9425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783126" y="767103"/>
                  <a:ext cx="3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AD664DD-381E-EF70-B0A4-CFE8D974B7BD}"/>
                    </a:ext>
                  </a:extLst>
                </p14:cNvPr>
                <p14:cNvContentPartPr/>
                <p14:nvPr/>
              </p14:nvContentPartPr>
              <p14:xfrm>
                <a:off x="3932166" y="840543"/>
                <a:ext cx="6480" cy="1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AD664DD-381E-EF70-B0A4-CFE8D974B7B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914526" y="822543"/>
                  <a:ext cx="421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E632339-C15A-2BB2-E625-3754D515A1FB}"/>
              </a:ext>
            </a:extLst>
          </p:cNvPr>
          <p:cNvGrpSpPr/>
          <p:nvPr/>
        </p:nvGrpSpPr>
        <p:grpSpPr>
          <a:xfrm>
            <a:off x="1908966" y="302343"/>
            <a:ext cx="879840" cy="1940040"/>
            <a:chOff x="1908966" y="302343"/>
            <a:chExt cx="879840" cy="19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3BE0F16-CEBD-2E0D-EB11-FF09B930D423}"/>
                    </a:ext>
                  </a:extLst>
                </p14:cNvPr>
                <p14:cNvContentPartPr/>
                <p14:nvPr/>
              </p14:nvContentPartPr>
              <p14:xfrm>
                <a:off x="1908966" y="302343"/>
                <a:ext cx="361080" cy="1940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3BE0F16-CEBD-2E0D-EB11-FF09B930D42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91326" y="284343"/>
                  <a:ext cx="396720" cy="19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5D7C674-518B-BB52-AFB9-8D9B0D275D4C}"/>
                    </a:ext>
                  </a:extLst>
                </p14:cNvPr>
                <p14:cNvContentPartPr/>
                <p14:nvPr/>
              </p14:nvContentPartPr>
              <p14:xfrm>
                <a:off x="2594406" y="542823"/>
                <a:ext cx="38160" cy="199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5D7C674-518B-BB52-AFB9-8D9B0D275D4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576766" y="524823"/>
                  <a:ext cx="73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39203E1-C854-A971-F6D4-B5A97D265DE6}"/>
                    </a:ext>
                  </a:extLst>
                </p14:cNvPr>
                <p14:cNvContentPartPr/>
                <p14:nvPr/>
              </p14:nvContentPartPr>
              <p14:xfrm>
                <a:off x="2502966" y="1042863"/>
                <a:ext cx="178200" cy="267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39203E1-C854-A971-F6D4-B5A97D265DE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84966" y="1024863"/>
                  <a:ext cx="2138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5498823-FBEB-DA17-5064-B19FBED37E65}"/>
                    </a:ext>
                  </a:extLst>
                </p14:cNvPr>
                <p14:cNvContentPartPr/>
                <p14:nvPr/>
              </p14:nvContentPartPr>
              <p14:xfrm>
                <a:off x="2457246" y="789783"/>
                <a:ext cx="232560" cy="34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5498823-FBEB-DA17-5064-B19FBED37E6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439246" y="772143"/>
                  <a:ext cx="2682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6258031-B7E9-386F-7F66-67D2DE1E3DF4}"/>
                    </a:ext>
                  </a:extLst>
                </p14:cNvPr>
                <p14:cNvContentPartPr/>
                <p14:nvPr/>
              </p14:nvContentPartPr>
              <p14:xfrm>
                <a:off x="2442126" y="839103"/>
                <a:ext cx="201240" cy="23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6258031-B7E9-386F-7F66-67D2DE1E3DF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424126" y="821463"/>
                  <a:ext cx="236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2D67F2D-2467-DF32-28D4-32C4B92D1A20}"/>
                    </a:ext>
                  </a:extLst>
                </p14:cNvPr>
                <p14:cNvContentPartPr/>
                <p14:nvPr/>
              </p14:nvContentPartPr>
              <p14:xfrm>
                <a:off x="2734086" y="794103"/>
                <a:ext cx="54720" cy="36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2D67F2D-2467-DF32-28D4-32C4B92D1A2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716446" y="776463"/>
                  <a:ext cx="9036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50CF96EF-0ADB-AE8E-11C6-0899247A1004}"/>
                  </a:ext>
                </a:extLst>
              </p14:cNvPr>
              <p14:cNvContentPartPr/>
              <p14:nvPr/>
            </p14:nvContentPartPr>
            <p14:xfrm>
              <a:off x="3647046" y="1111623"/>
              <a:ext cx="8280" cy="72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50CF96EF-0ADB-AE8E-11C6-0899247A1004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629406" y="1093623"/>
                <a:ext cx="4392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AF4DEE57-B8BA-7BEF-1420-528C6FBDFA91}"/>
              </a:ext>
            </a:extLst>
          </p:cNvPr>
          <p:cNvGrpSpPr/>
          <p:nvPr/>
        </p:nvGrpSpPr>
        <p:grpSpPr>
          <a:xfrm>
            <a:off x="5182086" y="270663"/>
            <a:ext cx="2988720" cy="2080800"/>
            <a:chOff x="5182086" y="270663"/>
            <a:chExt cx="2988720" cy="20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6D5109C-E426-321D-4EAE-5E90117736D9}"/>
                    </a:ext>
                  </a:extLst>
                </p14:cNvPr>
                <p14:cNvContentPartPr/>
                <p14:nvPr/>
              </p14:nvContentPartPr>
              <p14:xfrm>
                <a:off x="5182086" y="301623"/>
                <a:ext cx="225360" cy="399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6D5109C-E426-321D-4EAE-5E90117736D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164446" y="283623"/>
                  <a:ext cx="26100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F0BECDC-94C2-3561-D1D3-6D6BEFB6FF01}"/>
                    </a:ext>
                  </a:extLst>
                </p14:cNvPr>
                <p14:cNvContentPartPr/>
                <p14:nvPr/>
              </p14:nvContentPartPr>
              <p14:xfrm>
                <a:off x="5431926" y="896703"/>
                <a:ext cx="210960" cy="225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F0BECDC-94C2-3561-D1D3-6D6BEFB6FF0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413926" y="878703"/>
                  <a:ext cx="2466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79BD2DF-B85B-0418-6262-30AE22DF36F0}"/>
                    </a:ext>
                  </a:extLst>
                </p14:cNvPr>
                <p14:cNvContentPartPr/>
                <p14:nvPr/>
              </p14:nvContentPartPr>
              <p14:xfrm>
                <a:off x="5346246" y="1344183"/>
                <a:ext cx="313560" cy="245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79BD2DF-B85B-0418-6262-30AE22DF36F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328606" y="1326543"/>
                  <a:ext cx="3492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74059AE-6C2A-13EB-8C41-A7340E441B01}"/>
                    </a:ext>
                  </a:extLst>
                </p14:cNvPr>
                <p14:cNvContentPartPr/>
                <p14:nvPr/>
              </p14:nvContentPartPr>
              <p14:xfrm>
                <a:off x="5334726" y="1817583"/>
                <a:ext cx="187560" cy="240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74059AE-6C2A-13EB-8C41-A7340E441B0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316726" y="1799583"/>
                  <a:ext cx="2232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20C5B0F-8544-E950-8340-D69D66DD3836}"/>
                    </a:ext>
                  </a:extLst>
                </p14:cNvPr>
                <p14:cNvContentPartPr/>
                <p14:nvPr/>
              </p14:nvContentPartPr>
              <p14:xfrm>
                <a:off x="5604366" y="270663"/>
                <a:ext cx="422640" cy="2080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20C5B0F-8544-E950-8340-D69D66DD383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586726" y="252663"/>
                  <a:ext cx="458280" cy="21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608DBB2-A1EE-32C0-37FF-60DAD95BD051}"/>
                    </a:ext>
                  </a:extLst>
                </p14:cNvPr>
                <p14:cNvContentPartPr/>
                <p14:nvPr/>
              </p14:nvContentPartPr>
              <p14:xfrm>
                <a:off x="5630646" y="432663"/>
                <a:ext cx="1034640" cy="107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608DBB2-A1EE-32C0-37FF-60DAD95BD05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613006" y="415023"/>
                  <a:ext cx="1070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BE4D459-1A21-6A06-78E0-2B86983421EE}"/>
                    </a:ext>
                  </a:extLst>
                </p14:cNvPr>
                <p14:cNvContentPartPr/>
                <p14:nvPr/>
              </p14:nvContentPartPr>
              <p14:xfrm>
                <a:off x="5719206" y="970503"/>
                <a:ext cx="863280" cy="67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BE4D459-1A21-6A06-78E0-2B86983421E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701566" y="952503"/>
                  <a:ext cx="898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2683932-C715-5BB7-9B32-936546012BB4}"/>
                    </a:ext>
                  </a:extLst>
                </p14:cNvPr>
                <p14:cNvContentPartPr/>
                <p14:nvPr/>
              </p14:nvContentPartPr>
              <p14:xfrm>
                <a:off x="5747286" y="1440663"/>
                <a:ext cx="688320" cy="87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2683932-C715-5BB7-9B32-936546012BB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729286" y="1422663"/>
                  <a:ext cx="7239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3DB2B14-842A-D5B7-9F35-3EE14AB913E1}"/>
                    </a:ext>
                  </a:extLst>
                </p14:cNvPr>
                <p14:cNvContentPartPr/>
                <p14:nvPr/>
              </p14:nvContentPartPr>
              <p14:xfrm>
                <a:off x="6347406" y="1914063"/>
                <a:ext cx="245880" cy="336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3DB2B14-842A-D5B7-9F35-3EE14AB913E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29766" y="1896063"/>
                  <a:ext cx="2815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7EAE442-CA4D-7FD5-0404-E1818D8EE131}"/>
                    </a:ext>
                  </a:extLst>
                </p14:cNvPr>
                <p14:cNvContentPartPr/>
                <p14:nvPr/>
              </p14:nvContentPartPr>
              <p14:xfrm>
                <a:off x="6663846" y="1894263"/>
                <a:ext cx="442440" cy="162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7EAE442-CA4D-7FD5-0404-E1818D8EE13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645846" y="1876623"/>
                  <a:ext cx="478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6B4F397-5237-F5FB-D5AA-479BF36AA761}"/>
                    </a:ext>
                  </a:extLst>
                </p14:cNvPr>
                <p14:cNvContentPartPr/>
                <p14:nvPr/>
              </p14:nvContentPartPr>
              <p14:xfrm>
                <a:off x="7292046" y="1825503"/>
                <a:ext cx="878760" cy="244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6B4F397-5237-F5FB-D5AA-479BF36AA76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274046" y="1807503"/>
                  <a:ext cx="9144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DB96866-0861-89E3-F40C-1853B6D47F1B}"/>
                    </a:ext>
                  </a:extLst>
                </p14:cNvPr>
                <p14:cNvContentPartPr/>
                <p14:nvPr/>
              </p14:nvContentPartPr>
              <p14:xfrm>
                <a:off x="5442006" y="2244903"/>
                <a:ext cx="23400" cy="6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DB96866-0861-89E3-F40C-1853B6D47F1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424366" y="2226903"/>
                  <a:ext cx="59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5278B99-855D-3E28-7B92-D7638B1982E4}"/>
                    </a:ext>
                  </a:extLst>
                </p14:cNvPr>
                <p14:cNvContentPartPr/>
                <p14:nvPr/>
              </p14:nvContentPartPr>
              <p14:xfrm>
                <a:off x="5570166" y="2100903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5278B99-855D-3E28-7B92-D7638B1982E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52526" y="20829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30080B8-04E5-A078-2BCE-2852C8FF410E}"/>
                    </a:ext>
                  </a:extLst>
                </p14:cNvPr>
                <p14:cNvContentPartPr/>
                <p14:nvPr/>
              </p14:nvContentPartPr>
              <p14:xfrm>
                <a:off x="5719206" y="1793103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30080B8-04E5-A078-2BCE-2852C8FF410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01566" y="17754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8E4DFCC-79D8-2023-C801-A6E445F887B8}"/>
                    </a:ext>
                  </a:extLst>
                </p14:cNvPr>
                <p14:cNvContentPartPr/>
                <p14:nvPr/>
              </p14:nvContentPartPr>
              <p14:xfrm>
                <a:off x="5703366" y="1996863"/>
                <a:ext cx="12960" cy="27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8E4DFCC-79D8-2023-C801-A6E445F887B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685366" y="1979223"/>
                  <a:ext cx="486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31F218-23BD-6B61-CC33-D484DD6F28E3}"/>
                    </a:ext>
                  </a:extLst>
                </p14:cNvPr>
                <p14:cNvContentPartPr/>
                <p14:nvPr/>
              </p14:nvContentPartPr>
              <p14:xfrm>
                <a:off x="5660166" y="677103"/>
                <a:ext cx="5760" cy="1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31F218-23BD-6B61-CC33-D484DD6F28E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642166" y="659103"/>
                  <a:ext cx="41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5704418-D08B-435C-4E2B-D1E01A430B1E}"/>
                    </a:ext>
                  </a:extLst>
                </p14:cNvPr>
                <p14:cNvContentPartPr/>
                <p14:nvPr/>
              </p14:nvContentPartPr>
              <p14:xfrm>
                <a:off x="5834406" y="1099743"/>
                <a:ext cx="4680" cy="5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5704418-D08B-435C-4E2B-D1E01A430B1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816766" y="1082103"/>
                  <a:ext cx="40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4709E06-07E7-79CE-166A-A472D6D37A0C}"/>
                    </a:ext>
                  </a:extLst>
                </p14:cNvPr>
                <p14:cNvContentPartPr/>
                <p14:nvPr/>
              </p14:nvContentPartPr>
              <p14:xfrm>
                <a:off x="5521926" y="1652343"/>
                <a:ext cx="360" cy="3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4709E06-07E7-79CE-166A-A472D6D37A0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504286" y="1634343"/>
                  <a:ext cx="36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C5C9236-76F8-4D5C-43FB-126599472C21}"/>
                    </a:ext>
                  </a:extLst>
                </p14:cNvPr>
                <p14:cNvContentPartPr/>
                <p14:nvPr/>
              </p14:nvContentPartPr>
              <p14:xfrm>
                <a:off x="7841766" y="478383"/>
                <a:ext cx="11880" cy="213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C5C9236-76F8-4D5C-43FB-126599472C2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824126" y="460383"/>
                  <a:ext cx="475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84740E7-8109-1EBD-AAE5-3245C01A59F5}"/>
                    </a:ext>
                  </a:extLst>
                </p14:cNvPr>
                <p14:cNvContentPartPr/>
                <p14:nvPr/>
              </p14:nvContentPartPr>
              <p14:xfrm>
                <a:off x="7813686" y="534543"/>
                <a:ext cx="147240" cy="120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84740E7-8109-1EBD-AAE5-3245C01A59F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795686" y="516903"/>
                  <a:ext cx="1828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D5B0294-4C53-076B-756E-258185B9D7ED}"/>
                    </a:ext>
                  </a:extLst>
                </p14:cNvPr>
                <p14:cNvContentPartPr/>
                <p14:nvPr/>
              </p14:nvContentPartPr>
              <p14:xfrm>
                <a:off x="7987926" y="458583"/>
                <a:ext cx="38520" cy="185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D5B0294-4C53-076B-756E-258185B9D7E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970286" y="440583"/>
                  <a:ext cx="74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95FD57B-C481-E2AF-3D4A-07AFDAE4FB52}"/>
                    </a:ext>
                  </a:extLst>
                </p14:cNvPr>
                <p14:cNvContentPartPr/>
                <p14:nvPr/>
              </p14:nvContentPartPr>
              <p14:xfrm>
                <a:off x="7775886" y="524823"/>
                <a:ext cx="356400" cy="111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95FD57B-C481-E2AF-3D4A-07AFDAE4FB5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758246" y="506823"/>
                  <a:ext cx="3920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AC1636F-2714-87A7-A9E2-0FA5A6613E00}"/>
                    </a:ext>
                  </a:extLst>
                </p14:cNvPr>
                <p14:cNvContentPartPr/>
                <p14:nvPr/>
              </p14:nvContentPartPr>
              <p14:xfrm>
                <a:off x="5408526" y="1768623"/>
                <a:ext cx="4680" cy="5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AC1636F-2714-87A7-A9E2-0FA5A6613E0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390886" y="1750983"/>
                  <a:ext cx="4032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9B06C46-C5BD-B13A-DF4B-8BFBE7545C62}"/>
                  </a:ext>
                </a:extLst>
              </p14:cNvPr>
              <p14:cNvContentPartPr/>
              <p14:nvPr/>
            </p14:nvContentPartPr>
            <p14:xfrm>
              <a:off x="5103246" y="2046903"/>
              <a:ext cx="14760" cy="86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9B06C46-C5BD-B13A-DF4B-8BFBE7545C62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085246" y="2029263"/>
                <a:ext cx="504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0FF865B4-E8C1-6A05-8386-8B44AB40345A}"/>
                  </a:ext>
                </a:extLst>
              </p14:cNvPr>
              <p14:cNvContentPartPr/>
              <p14:nvPr/>
            </p14:nvContentPartPr>
            <p14:xfrm>
              <a:off x="5498166" y="2610303"/>
              <a:ext cx="17280" cy="90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0FF865B4-E8C1-6A05-8386-8B44AB40345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480526" y="2592663"/>
                <a:ext cx="5292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252ECF0-B252-6328-59FE-1978BAB85E71}"/>
              </a:ext>
            </a:extLst>
          </p:cNvPr>
          <p:cNvGrpSpPr/>
          <p:nvPr/>
        </p:nvGrpSpPr>
        <p:grpSpPr>
          <a:xfrm>
            <a:off x="734286" y="3064263"/>
            <a:ext cx="1507680" cy="462240"/>
            <a:chOff x="734286" y="3064263"/>
            <a:chExt cx="1507680" cy="46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533CEB7-2873-8E04-2DFE-93CA52AFA57F}"/>
                    </a:ext>
                  </a:extLst>
                </p14:cNvPr>
                <p14:cNvContentPartPr/>
                <p14:nvPr/>
              </p14:nvContentPartPr>
              <p14:xfrm>
                <a:off x="741486" y="3072543"/>
                <a:ext cx="102240" cy="453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533CEB7-2873-8E04-2DFE-93CA52AFA57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3846" y="3054903"/>
                  <a:ext cx="1378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A1CB349-A9D7-2EDE-F786-A6D8FCF138EF}"/>
                    </a:ext>
                  </a:extLst>
                </p14:cNvPr>
                <p14:cNvContentPartPr/>
                <p14:nvPr/>
              </p14:nvContentPartPr>
              <p14:xfrm>
                <a:off x="734286" y="3121503"/>
                <a:ext cx="239760" cy="316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A1CB349-A9D7-2EDE-F786-A6D8FCF138E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16286" y="3103503"/>
                  <a:ext cx="2754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1405E43-CA29-1EF1-284C-C475806F2FF9}"/>
                    </a:ext>
                  </a:extLst>
                </p14:cNvPr>
                <p14:cNvContentPartPr/>
                <p14:nvPr/>
              </p14:nvContentPartPr>
              <p14:xfrm>
                <a:off x="992406" y="3086943"/>
                <a:ext cx="38160" cy="369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1405E43-CA29-1EF1-284C-C475806F2FF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74406" y="3069303"/>
                  <a:ext cx="738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1291177-08B9-2FF2-515A-3B33248A7F85}"/>
                    </a:ext>
                  </a:extLst>
                </p14:cNvPr>
                <p14:cNvContentPartPr/>
                <p14:nvPr/>
              </p14:nvContentPartPr>
              <p14:xfrm>
                <a:off x="1073766" y="3292143"/>
                <a:ext cx="187560" cy="172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1291177-08B9-2FF2-515A-3B33248A7F8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55766" y="3274143"/>
                  <a:ext cx="2232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F2CE6DB-F9E0-F821-2D2D-13D26CD2EFB4}"/>
                    </a:ext>
                  </a:extLst>
                </p14:cNvPr>
                <p14:cNvContentPartPr/>
                <p14:nvPr/>
              </p14:nvContentPartPr>
              <p14:xfrm>
                <a:off x="1340526" y="3266223"/>
                <a:ext cx="233280" cy="172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F2CE6DB-F9E0-F821-2D2D-13D26CD2EFB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322526" y="3248223"/>
                  <a:ext cx="2689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8CB43AA-17AA-358A-62D6-B630A7E5ED7D}"/>
                    </a:ext>
                  </a:extLst>
                </p14:cNvPr>
                <p14:cNvContentPartPr/>
                <p14:nvPr/>
              </p14:nvContentPartPr>
              <p14:xfrm>
                <a:off x="1629966" y="3064263"/>
                <a:ext cx="193320" cy="391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8CB43AA-17AA-358A-62D6-B630A7E5ED7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611966" y="3046623"/>
                  <a:ext cx="22896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7F10EDF-EC27-770A-54FD-37A303A2B323}"/>
                    </a:ext>
                  </a:extLst>
                </p14:cNvPr>
                <p14:cNvContentPartPr/>
                <p14:nvPr/>
              </p14:nvContentPartPr>
              <p14:xfrm>
                <a:off x="1868286" y="3240303"/>
                <a:ext cx="174240" cy="215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7F10EDF-EC27-770A-54FD-37A303A2B32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850646" y="3222663"/>
                  <a:ext cx="2098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1902806-56C0-3643-085A-B3A78AD5E5F4}"/>
                    </a:ext>
                  </a:extLst>
                </p14:cNvPr>
                <p14:cNvContentPartPr/>
                <p14:nvPr/>
              </p14:nvContentPartPr>
              <p14:xfrm>
                <a:off x="2071326" y="3273783"/>
                <a:ext cx="170640" cy="173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1902806-56C0-3643-085A-B3A78AD5E5F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053686" y="3255783"/>
                  <a:ext cx="206280" cy="2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964D5EA-5813-561B-418C-F8114754E501}"/>
                  </a:ext>
                </a:extLst>
              </p14:cNvPr>
              <p14:cNvContentPartPr/>
              <p14:nvPr/>
            </p14:nvContentPartPr>
            <p14:xfrm>
              <a:off x="2499726" y="3021063"/>
              <a:ext cx="599400" cy="9568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964D5EA-5813-561B-418C-F8114754E501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2481726" y="3003423"/>
                <a:ext cx="635040" cy="9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1CEE781-F13E-016D-06AB-24542CDFBCA6}"/>
              </a:ext>
            </a:extLst>
          </p:cNvPr>
          <p:cNvGrpSpPr/>
          <p:nvPr/>
        </p:nvGrpSpPr>
        <p:grpSpPr>
          <a:xfrm>
            <a:off x="9089526" y="794463"/>
            <a:ext cx="2922120" cy="1108800"/>
            <a:chOff x="9089526" y="794463"/>
            <a:chExt cx="2922120" cy="11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19A2A6D-624F-499D-D1AE-103ED122CDBA}"/>
                    </a:ext>
                  </a:extLst>
                </p14:cNvPr>
                <p14:cNvContentPartPr/>
                <p14:nvPr/>
              </p14:nvContentPartPr>
              <p14:xfrm>
                <a:off x="9089526" y="873663"/>
                <a:ext cx="321480" cy="408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19A2A6D-624F-499D-D1AE-103ED122CDB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071526" y="855663"/>
                  <a:ext cx="35712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6E55570-F75B-5511-C43D-471B7D51D060}"/>
                    </a:ext>
                  </a:extLst>
                </p14:cNvPr>
                <p14:cNvContentPartPr/>
                <p14:nvPr/>
              </p14:nvContentPartPr>
              <p14:xfrm>
                <a:off x="9415686" y="881223"/>
                <a:ext cx="1262880" cy="403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6E55570-F75B-5511-C43D-471B7D51D06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398046" y="863583"/>
                  <a:ext cx="129852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ADAE1A0-941C-FF10-DEA3-2AAAA49D0899}"/>
                    </a:ext>
                  </a:extLst>
                </p14:cNvPr>
                <p14:cNvContentPartPr/>
                <p14:nvPr/>
              </p14:nvContentPartPr>
              <p14:xfrm>
                <a:off x="10881966" y="794463"/>
                <a:ext cx="968400" cy="1108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ADAE1A0-941C-FF10-DEA3-2AAAA49D089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863966" y="776463"/>
                  <a:ext cx="1004040" cy="11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42E3A03-A493-D50D-9606-AD71F6276521}"/>
                    </a:ext>
                  </a:extLst>
                </p14:cNvPr>
                <p14:cNvContentPartPr/>
                <p14:nvPr/>
              </p14:nvContentPartPr>
              <p14:xfrm>
                <a:off x="9573726" y="1443543"/>
                <a:ext cx="1884600" cy="287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42E3A03-A493-D50D-9606-AD71F627652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555726" y="1425543"/>
                  <a:ext cx="19202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AA0C8EF-70E5-47A6-7943-929A987A1AD3}"/>
                    </a:ext>
                  </a:extLst>
                </p14:cNvPr>
                <p14:cNvContentPartPr/>
                <p14:nvPr/>
              </p14:nvContentPartPr>
              <p14:xfrm>
                <a:off x="9321726" y="1533183"/>
                <a:ext cx="2689920" cy="282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AA0C8EF-70E5-47A6-7943-929A987A1AD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304086" y="1515183"/>
                  <a:ext cx="27255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EDF1C2F-3682-DBA8-B2E1-2E46A0F2A4D0}"/>
                    </a:ext>
                  </a:extLst>
                </p14:cNvPr>
                <p14:cNvContentPartPr/>
                <p14:nvPr/>
              </p14:nvContentPartPr>
              <p14:xfrm>
                <a:off x="9763086" y="1579623"/>
                <a:ext cx="3960" cy="2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EDF1C2F-3682-DBA8-B2E1-2E46A0F2A4D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745446" y="1561623"/>
                  <a:ext cx="39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589C7B5-D2F0-76DA-4BC5-DEC074D2F52A}"/>
                    </a:ext>
                  </a:extLst>
                </p14:cNvPr>
                <p14:cNvContentPartPr/>
                <p14:nvPr/>
              </p14:nvContentPartPr>
              <p14:xfrm>
                <a:off x="9782166" y="1558023"/>
                <a:ext cx="3960" cy="1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589C7B5-D2F0-76DA-4BC5-DEC074D2F52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64166" y="1540383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13FD897-12F2-7933-2E5B-A6230C8D0612}"/>
                    </a:ext>
                  </a:extLst>
                </p14:cNvPr>
                <p14:cNvContentPartPr/>
                <p14:nvPr/>
              </p14:nvContentPartPr>
              <p14:xfrm>
                <a:off x="9791886" y="1542183"/>
                <a:ext cx="360" cy="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13FD897-12F2-7933-2E5B-A6230C8D061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73886" y="15245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19BF3C8-8D9F-69CD-044C-252B032A84F1}"/>
                    </a:ext>
                  </a:extLst>
                </p14:cNvPr>
                <p14:cNvContentPartPr/>
                <p14:nvPr/>
              </p14:nvContentPartPr>
              <p14:xfrm>
                <a:off x="11250966" y="1554063"/>
                <a:ext cx="29160" cy="10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19BF3C8-8D9F-69CD-044C-252B032A84F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233326" y="1536063"/>
                  <a:ext cx="648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C674D62-A6D2-16CF-9ADB-25D233A266FD}"/>
              </a:ext>
            </a:extLst>
          </p:cNvPr>
          <p:cNvGrpSpPr/>
          <p:nvPr/>
        </p:nvGrpSpPr>
        <p:grpSpPr>
          <a:xfrm>
            <a:off x="6601206" y="2975703"/>
            <a:ext cx="4077720" cy="754560"/>
            <a:chOff x="6601206" y="2975703"/>
            <a:chExt cx="4077720" cy="75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88038CD-A693-D50F-1D25-18DA856DCD48}"/>
                    </a:ext>
                  </a:extLst>
                </p14:cNvPr>
                <p14:cNvContentPartPr/>
                <p14:nvPr/>
              </p14:nvContentPartPr>
              <p14:xfrm>
                <a:off x="6601206" y="3149583"/>
                <a:ext cx="1103760" cy="288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88038CD-A693-D50F-1D25-18DA856DCD4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583206" y="3131583"/>
                  <a:ext cx="11394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EFB87DC-7E3C-BD37-9D17-7E19EA15A409}"/>
                    </a:ext>
                  </a:extLst>
                </p14:cNvPr>
                <p14:cNvContentPartPr/>
                <p14:nvPr/>
              </p14:nvContentPartPr>
              <p14:xfrm>
                <a:off x="7864446" y="3243903"/>
                <a:ext cx="213480" cy="57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EFB87DC-7E3C-BD37-9D17-7E19EA15A40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846446" y="3225903"/>
                  <a:ext cx="249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F509D79-18C9-97DF-EAA8-CD44D9F2605E}"/>
                    </a:ext>
                  </a:extLst>
                </p14:cNvPr>
                <p14:cNvContentPartPr/>
                <p14:nvPr/>
              </p14:nvContentPartPr>
              <p14:xfrm>
                <a:off x="8024286" y="3178743"/>
                <a:ext cx="99360" cy="200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F509D79-18C9-97DF-EAA8-CD44D9F2605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006646" y="3161103"/>
                  <a:ext cx="135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D1098D9-77C6-FCF9-2D91-5313F2C5E953}"/>
                    </a:ext>
                  </a:extLst>
                </p14:cNvPr>
                <p14:cNvContentPartPr/>
                <p14:nvPr/>
              </p14:nvContentPartPr>
              <p14:xfrm>
                <a:off x="8463126" y="3193143"/>
                <a:ext cx="172800" cy="164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D1098D9-77C6-FCF9-2D91-5313F2C5E95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445486" y="3175143"/>
                  <a:ext cx="2084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C0746DD-CCC1-056F-B7E6-6C56714C6E3B}"/>
                    </a:ext>
                  </a:extLst>
                </p14:cNvPr>
                <p14:cNvContentPartPr/>
                <p14:nvPr/>
              </p14:nvContentPartPr>
              <p14:xfrm>
                <a:off x="8746086" y="3192423"/>
                <a:ext cx="202680" cy="125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C0746DD-CCC1-056F-B7E6-6C56714C6E3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728086" y="3174783"/>
                  <a:ext cx="2383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586C3AF-1446-198B-F056-DA68F20E1A49}"/>
                    </a:ext>
                  </a:extLst>
                </p14:cNvPr>
                <p14:cNvContentPartPr/>
                <p14:nvPr/>
              </p14:nvContentPartPr>
              <p14:xfrm>
                <a:off x="9023286" y="3192063"/>
                <a:ext cx="263880" cy="95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586C3AF-1446-198B-F056-DA68F20E1A4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005646" y="3174063"/>
                  <a:ext cx="2995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A021697-C428-0848-AE1D-F671332CA086}"/>
                    </a:ext>
                  </a:extLst>
                </p14:cNvPr>
                <p14:cNvContentPartPr/>
                <p14:nvPr/>
              </p14:nvContentPartPr>
              <p14:xfrm>
                <a:off x="9409206" y="3010623"/>
                <a:ext cx="277920" cy="343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A021697-C428-0848-AE1D-F671332CA08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391566" y="2992983"/>
                  <a:ext cx="313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85A49EE-5002-CC75-46FE-EA64867DFC1B}"/>
                    </a:ext>
                  </a:extLst>
                </p14:cNvPr>
                <p14:cNvContentPartPr/>
                <p14:nvPr/>
              </p14:nvContentPartPr>
              <p14:xfrm>
                <a:off x="10137126" y="2975703"/>
                <a:ext cx="541800" cy="754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85A49EE-5002-CC75-46FE-EA64867DFC1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119126" y="2957703"/>
                  <a:ext cx="577440" cy="79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992504E-87CF-207E-C0ED-CD783241835F}"/>
              </a:ext>
            </a:extLst>
          </p:cNvPr>
          <p:cNvGrpSpPr/>
          <p:nvPr/>
        </p:nvGrpSpPr>
        <p:grpSpPr>
          <a:xfrm>
            <a:off x="1077366" y="3945543"/>
            <a:ext cx="1626840" cy="488160"/>
            <a:chOff x="1077366" y="3945543"/>
            <a:chExt cx="162684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38C073E-20F0-5875-ABAE-08ED243BF8D7}"/>
                    </a:ext>
                  </a:extLst>
                </p14:cNvPr>
                <p14:cNvContentPartPr/>
                <p14:nvPr/>
              </p14:nvContentPartPr>
              <p14:xfrm>
                <a:off x="1077366" y="4137423"/>
                <a:ext cx="507960" cy="214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38C073E-20F0-5875-ABAE-08ED243BF8D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59366" y="4119423"/>
                  <a:ext cx="543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D9A1B87-A92D-370C-6C49-ACAE8B4991DD}"/>
                    </a:ext>
                  </a:extLst>
                </p14:cNvPr>
                <p14:cNvContentPartPr/>
                <p14:nvPr/>
              </p14:nvContentPartPr>
              <p14:xfrm>
                <a:off x="1577406" y="3945543"/>
                <a:ext cx="772200" cy="480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D9A1B87-A92D-370C-6C49-ACAE8B4991D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559406" y="3927903"/>
                  <a:ext cx="80784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16ADC6F-D27D-0C60-4CC7-46EFD3670EF8}"/>
                    </a:ext>
                  </a:extLst>
                </p14:cNvPr>
                <p14:cNvContentPartPr/>
                <p14:nvPr/>
              </p14:nvContentPartPr>
              <p14:xfrm>
                <a:off x="2457606" y="4261263"/>
                <a:ext cx="246600" cy="1724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16ADC6F-D27D-0C60-4CC7-46EFD3670EF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439606" y="4243263"/>
                  <a:ext cx="2822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6A6B967-F568-5B82-DA74-804404C5E310}"/>
                    </a:ext>
                  </a:extLst>
                </p14:cNvPr>
                <p14:cNvContentPartPr/>
                <p14:nvPr/>
              </p14:nvContentPartPr>
              <p14:xfrm>
                <a:off x="2328006" y="4097463"/>
                <a:ext cx="49320" cy="64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6A6B967-F568-5B82-DA74-804404C5E31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310366" y="4079823"/>
                  <a:ext cx="84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838F963-3C22-CB2E-A708-9D89864FD204}"/>
                    </a:ext>
                  </a:extLst>
                </p14:cNvPr>
                <p14:cNvContentPartPr/>
                <p14:nvPr/>
              </p14:nvContentPartPr>
              <p14:xfrm>
                <a:off x="2198406" y="4241823"/>
                <a:ext cx="2160" cy="5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838F963-3C22-CB2E-A708-9D89864FD20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180406" y="4223823"/>
                  <a:ext cx="37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883615E-3DEE-7105-6E3B-412E1E13167A}"/>
                    </a:ext>
                  </a:extLst>
                </p14:cNvPr>
                <p14:cNvContentPartPr/>
                <p14:nvPr/>
              </p14:nvContentPartPr>
              <p14:xfrm>
                <a:off x="1843806" y="4098903"/>
                <a:ext cx="354240" cy="42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883615E-3DEE-7105-6E3B-412E1E13167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825806" y="4081263"/>
                  <a:ext cx="38988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92C84F2-2CE1-096A-1155-170B5B53DD5B}"/>
                  </a:ext>
                </a:extLst>
              </p14:cNvPr>
              <p14:cNvContentPartPr/>
              <p14:nvPr/>
            </p14:nvContentPartPr>
            <p14:xfrm>
              <a:off x="3607446" y="4286823"/>
              <a:ext cx="111240" cy="442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92C84F2-2CE1-096A-1155-170B5B53DD5B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589806" y="4269183"/>
                <a:ext cx="146880" cy="7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FDE85ECC-B9F9-DA86-446D-692B86B51CF8}"/>
              </a:ext>
            </a:extLst>
          </p:cNvPr>
          <p:cNvGrpSpPr/>
          <p:nvPr/>
        </p:nvGrpSpPr>
        <p:grpSpPr>
          <a:xfrm>
            <a:off x="258366" y="1054743"/>
            <a:ext cx="565560" cy="547920"/>
            <a:chOff x="258366" y="1054743"/>
            <a:chExt cx="565560" cy="54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80642CF-99E5-D42A-1793-FBACC8AFB158}"/>
                    </a:ext>
                  </a:extLst>
                </p14:cNvPr>
                <p14:cNvContentPartPr/>
                <p14:nvPr/>
              </p14:nvContentPartPr>
              <p14:xfrm>
                <a:off x="284646" y="1054743"/>
                <a:ext cx="181080" cy="547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80642CF-99E5-D42A-1793-FBACC8AFB15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67006" y="1036743"/>
                  <a:ext cx="21672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4B1993D-F0ED-28A7-71A9-2779324FCBFA}"/>
                    </a:ext>
                  </a:extLst>
                </p14:cNvPr>
                <p14:cNvContentPartPr/>
                <p14:nvPr/>
              </p14:nvContentPartPr>
              <p14:xfrm>
                <a:off x="258366" y="1418343"/>
                <a:ext cx="259920" cy="61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4B1993D-F0ED-28A7-71A9-2779324FCBF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0726" y="1400703"/>
                  <a:ext cx="2955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7CC0F94-B91D-0C80-AB23-71A3DF50C4F4}"/>
                    </a:ext>
                  </a:extLst>
                </p14:cNvPr>
                <p14:cNvContentPartPr/>
                <p14:nvPr/>
              </p14:nvContentPartPr>
              <p14:xfrm>
                <a:off x="740406" y="1398183"/>
                <a:ext cx="83520" cy="11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7CC0F94-B91D-0C80-AB23-71A3DF50C4F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22406" y="1380183"/>
                  <a:ext cx="119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E9A7FCE-FF5D-9305-5B9B-CDCD4F21887A}"/>
                    </a:ext>
                  </a:extLst>
                </p14:cNvPr>
                <p14:cNvContentPartPr/>
                <p14:nvPr/>
              </p14:nvContentPartPr>
              <p14:xfrm>
                <a:off x="638526" y="1542183"/>
                <a:ext cx="92520" cy="27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E9A7FCE-FF5D-9305-5B9B-CDCD4F21887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20526" y="1524543"/>
                  <a:ext cx="128160" cy="6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5A9C694-3E06-DFAC-E461-29B52DDE873E}"/>
                  </a:ext>
                </a:extLst>
              </p14:cNvPr>
              <p14:cNvContentPartPr/>
              <p14:nvPr/>
            </p14:nvContentPartPr>
            <p14:xfrm>
              <a:off x="1894566" y="4945263"/>
              <a:ext cx="25200" cy="853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5A9C694-3E06-DFAC-E461-29B52DDE873E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876926" y="4927263"/>
                <a:ext cx="6084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E996F0EC-EC99-EC2F-44A8-57E1DCC1228E}"/>
                  </a:ext>
                </a:extLst>
              </p14:cNvPr>
              <p14:cNvContentPartPr/>
              <p14:nvPr/>
            </p14:nvContentPartPr>
            <p14:xfrm>
              <a:off x="3578286" y="5630703"/>
              <a:ext cx="360" cy="3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E996F0EC-EC99-EC2F-44A8-57E1DCC1228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60286" y="561270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B06DF0D-E857-A856-0A17-DF03B66E5432}"/>
              </a:ext>
            </a:extLst>
          </p:cNvPr>
          <p:cNvGrpSpPr/>
          <p:nvPr/>
        </p:nvGrpSpPr>
        <p:grpSpPr>
          <a:xfrm>
            <a:off x="6409686" y="4210503"/>
            <a:ext cx="4629240" cy="1925280"/>
            <a:chOff x="6409686" y="4210503"/>
            <a:chExt cx="4629240" cy="192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B758DC1-F780-815B-38EE-AFC5167E33F2}"/>
                    </a:ext>
                  </a:extLst>
                </p14:cNvPr>
                <p14:cNvContentPartPr/>
                <p14:nvPr/>
              </p14:nvContentPartPr>
              <p14:xfrm>
                <a:off x="6409686" y="4210503"/>
                <a:ext cx="303120" cy="671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B758DC1-F780-815B-38EE-AFC5167E33F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391686" y="4192503"/>
                  <a:ext cx="338760" cy="7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FF9C18-E3A9-A834-4BC7-F5D3B0D6C2DF}"/>
                    </a:ext>
                  </a:extLst>
                </p14:cNvPr>
                <p14:cNvContentPartPr/>
                <p14:nvPr/>
              </p14:nvContentPartPr>
              <p14:xfrm>
                <a:off x="6815406" y="4543863"/>
                <a:ext cx="185040" cy="2149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FF9C18-E3A9-A834-4BC7-F5D3B0D6C2D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797406" y="4525863"/>
                  <a:ext cx="220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5671B73-340C-D22F-EB22-C0D41047C837}"/>
                    </a:ext>
                  </a:extLst>
                </p14:cNvPr>
                <p14:cNvContentPartPr/>
                <p14:nvPr/>
              </p14:nvContentPartPr>
              <p14:xfrm>
                <a:off x="7293846" y="4372863"/>
                <a:ext cx="55440" cy="423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5671B73-340C-D22F-EB22-C0D41047C83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275846" y="4355223"/>
                  <a:ext cx="9108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6280786-AA72-632E-6284-2263A3853275}"/>
                    </a:ext>
                  </a:extLst>
                </p14:cNvPr>
                <p14:cNvContentPartPr/>
                <p14:nvPr/>
              </p14:nvContentPartPr>
              <p14:xfrm>
                <a:off x="7396446" y="4609023"/>
                <a:ext cx="128160" cy="1648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6280786-AA72-632E-6284-2263A385327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378446" y="4591383"/>
                  <a:ext cx="163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58F2D97-0975-5305-BE55-4BC765B66E3F}"/>
                    </a:ext>
                  </a:extLst>
                </p14:cNvPr>
                <p14:cNvContentPartPr/>
                <p14:nvPr/>
              </p14:nvContentPartPr>
              <p14:xfrm>
                <a:off x="7611366" y="4419303"/>
                <a:ext cx="44280" cy="3171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58F2D97-0975-5305-BE55-4BC765B66E3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593726" y="4401663"/>
                  <a:ext cx="799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0A1E6B4-6F6D-DA92-26B2-A4B08CB6D221}"/>
                    </a:ext>
                  </a:extLst>
                </p14:cNvPr>
                <p14:cNvContentPartPr/>
                <p14:nvPr/>
              </p14:nvContentPartPr>
              <p14:xfrm>
                <a:off x="7698486" y="4378263"/>
                <a:ext cx="312120" cy="366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0A1E6B4-6F6D-DA92-26B2-A4B08CB6D22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680486" y="4360623"/>
                  <a:ext cx="34776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07E41D5-7490-7CAA-67D8-D9435C5B4361}"/>
                    </a:ext>
                  </a:extLst>
                </p14:cNvPr>
                <p14:cNvContentPartPr/>
                <p14:nvPr/>
              </p14:nvContentPartPr>
              <p14:xfrm>
                <a:off x="7532526" y="4498503"/>
                <a:ext cx="249480" cy="65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07E41D5-7490-7CAA-67D8-D9435C5B436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514526" y="4480863"/>
                  <a:ext cx="2851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9271C04-F238-CB9A-FE52-D5C95B098115}"/>
                    </a:ext>
                  </a:extLst>
                </p14:cNvPr>
                <p14:cNvContentPartPr/>
                <p14:nvPr/>
              </p14:nvContentPartPr>
              <p14:xfrm>
                <a:off x="7208526" y="4494183"/>
                <a:ext cx="343800" cy="540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9271C04-F238-CB9A-FE52-D5C95B09811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190526" y="4476543"/>
                  <a:ext cx="379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AEB895E-4FA6-6D8C-3B67-3090C8DC0026}"/>
                    </a:ext>
                  </a:extLst>
                </p14:cNvPr>
                <p14:cNvContentPartPr/>
                <p14:nvPr/>
              </p14:nvContentPartPr>
              <p14:xfrm>
                <a:off x="8199606" y="4567263"/>
                <a:ext cx="443520" cy="1670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AEB895E-4FA6-6D8C-3B67-3090C8DC002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181606" y="4549263"/>
                  <a:ext cx="4791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5904383-2E5D-54A8-678F-9592F4E6F023}"/>
                    </a:ext>
                  </a:extLst>
                </p14:cNvPr>
                <p14:cNvContentPartPr/>
                <p14:nvPr/>
              </p14:nvContentPartPr>
              <p14:xfrm>
                <a:off x="8724846" y="4593903"/>
                <a:ext cx="237960" cy="120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5904383-2E5D-54A8-678F-9592F4E6F02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707206" y="4575903"/>
                  <a:ext cx="2736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6DA2597-C5C2-1445-07A8-942023555967}"/>
                    </a:ext>
                  </a:extLst>
                </p14:cNvPr>
                <p14:cNvContentPartPr/>
                <p14:nvPr/>
              </p14:nvContentPartPr>
              <p14:xfrm>
                <a:off x="9058206" y="4408863"/>
                <a:ext cx="117000" cy="326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6DA2597-C5C2-1445-07A8-94202355596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040206" y="4391223"/>
                  <a:ext cx="1526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C11D728-DF8F-4C1D-52CE-43692832B3A5}"/>
                    </a:ext>
                  </a:extLst>
                </p14:cNvPr>
                <p14:cNvContentPartPr/>
                <p14:nvPr/>
              </p14:nvContentPartPr>
              <p14:xfrm>
                <a:off x="9231366" y="4573383"/>
                <a:ext cx="144000" cy="181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C11D728-DF8F-4C1D-52CE-43692832B3A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213726" y="4555743"/>
                  <a:ext cx="1796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16DE8E2-B03C-5C1C-2ED7-3A694816E5C5}"/>
                    </a:ext>
                  </a:extLst>
                </p14:cNvPr>
                <p14:cNvContentPartPr/>
                <p14:nvPr/>
              </p14:nvContentPartPr>
              <p14:xfrm>
                <a:off x="9397686" y="4602183"/>
                <a:ext cx="131400" cy="1400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16DE8E2-B03C-5C1C-2ED7-3A694816E5C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379686" y="4584183"/>
                  <a:ext cx="167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32E49C7-3BF7-D6E2-0B07-D347C864792F}"/>
                    </a:ext>
                  </a:extLst>
                </p14:cNvPr>
                <p14:cNvContentPartPr/>
                <p14:nvPr/>
              </p14:nvContentPartPr>
              <p14:xfrm>
                <a:off x="9687486" y="4465743"/>
                <a:ext cx="307800" cy="7966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32E49C7-3BF7-D6E2-0B07-D347C864792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669846" y="4447743"/>
                  <a:ext cx="343440" cy="83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AF50444-841E-8075-6804-93A7D2848C6D}"/>
                    </a:ext>
                  </a:extLst>
                </p14:cNvPr>
                <p14:cNvContentPartPr/>
                <p14:nvPr/>
              </p14:nvContentPartPr>
              <p14:xfrm>
                <a:off x="10251606" y="4595703"/>
                <a:ext cx="306360" cy="1810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AF50444-841E-8075-6804-93A7D2848C6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233966" y="4577703"/>
                  <a:ext cx="3420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DF7279D-F641-EF39-BD0C-68FAB8B151C9}"/>
                    </a:ext>
                  </a:extLst>
                </p14:cNvPr>
                <p14:cNvContentPartPr/>
                <p14:nvPr/>
              </p14:nvContentPartPr>
              <p14:xfrm>
                <a:off x="10656246" y="4554663"/>
                <a:ext cx="382680" cy="183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DF7279D-F641-EF39-BD0C-68FAB8B151C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638606" y="4536663"/>
                  <a:ext cx="4183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972EE4F-FE41-4850-8CD5-73D564AE0FF7}"/>
                    </a:ext>
                  </a:extLst>
                </p14:cNvPr>
                <p14:cNvContentPartPr/>
                <p14:nvPr/>
              </p14:nvContentPartPr>
              <p14:xfrm>
                <a:off x="7205646" y="4976943"/>
                <a:ext cx="667800" cy="268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972EE4F-FE41-4850-8CD5-73D564AE0FF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187646" y="4959303"/>
                  <a:ext cx="7034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9BCE021-E22A-C6F5-5D9F-0F94B6516837}"/>
                    </a:ext>
                  </a:extLst>
                </p14:cNvPr>
                <p14:cNvContentPartPr/>
                <p14:nvPr/>
              </p14:nvContentPartPr>
              <p14:xfrm>
                <a:off x="7815126" y="4983063"/>
                <a:ext cx="48960" cy="39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9BCE021-E22A-C6F5-5D9F-0F94B651683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797486" y="4965063"/>
                  <a:ext cx="846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1508517-6D77-CAD3-00B1-7BFCF9153BB5}"/>
                    </a:ext>
                  </a:extLst>
                </p14:cNvPr>
                <p14:cNvContentPartPr/>
                <p14:nvPr/>
              </p14:nvContentPartPr>
              <p14:xfrm>
                <a:off x="7928886" y="5086383"/>
                <a:ext cx="156240" cy="1663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1508517-6D77-CAD3-00B1-7BFCF9153BB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910886" y="5068743"/>
                  <a:ext cx="1918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5CBBB7D-A34E-0C53-5952-07A67FB60308}"/>
                    </a:ext>
                  </a:extLst>
                </p14:cNvPr>
                <p14:cNvContentPartPr/>
                <p14:nvPr/>
              </p14:nvContentPartPr>
              <p14:xfrm>
                <a:off x="8133366" y="4980183"/>
                <a:ext cx="219600" cy="2685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5CBBB7D-A34E-0C53-5952-07A67FB6030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115726" y="4962543"/>
                  <a:ext cx="2552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60966AE-A876-CE83-59CD-AE097F70BAF8}"/>
                    </a:ext>
                  </a:extLst>
                </p14:cNvPr>
                <p14:cNvContentPartPr/>
                <p14:nvPr/>
              </p14:nvContentPartPr>
              <p14:xfrm>
                <a:off x="8592006" y="5160183"/>
                <a:ext cx="592920" cy="164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60966AE-A876-CE83-59CD-AE097F70BAF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574006" y="5142543"/>
                  <a:ext cx="628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0C90C4A-324F-F7F8-AD89-898B08B8A206}"/>
                    </a:ext>
                  </a:extLst>
                </p14:cNvPr>
                <p14:cNvContentPartPr/>
                <p14:nvPr/>
              </p14:nvContentPartPr>
              <p14:xfrm>
                <a:off x="9222726" y="5056863"/>
                <a:ext cx="62280" cy="2451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0C90C4A-324F-F7F8-AD89-898B08B8A20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204726" y="5039223"/>
                  <a:ext cx="979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554572D-3260-B876-E119-A1ADAC494470}"/>
                    </a:ext>
                  </a:extLst>
                </p14:cNvPr>
                <p14:cNvContentPartPr/>
                <p14:nvPr/>
              </p14:nvContentPartPr>
              <p14:xfrm>
                <a:off x="9173406" y="5098983"/>
                <a:ext cx="183240" cy="475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554572D-3260-B876-E119-A1ADAC49447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155406" y="5081343"/>
                  <a:ext cx="2188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30E4FE4-7DE5-D4D2-464E-372F865FB7DC}"/>
                    </a:ext>
                  </a:extLst>
                </p14:cNvPr>
                <p14:cNvContentPartPr/>
                <p14:nvPr/>
              </p14:nvContentPartPr>
              <p14:xfrm>
                <a:off x="9318486" y="5203383"/>
                <a:ext cx="281520" cy="1540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30E4FE4-7DE5-D4D2-464E-372F865FB7D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300486" y="5185743"/>
                  <a:ext cx="317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DE2352E-40D3-AC9F-4FAA-E46AA208BE38}"/>
                    </a:ext>
                  </a:extLst>
                </p14:cNvPr>
                <p14:cNvContentPartPr/>
                <p14:nvPr/>
              </p14:nvContentPartPr>
              <p14:xfrm>
                <a:off x="9551766" y="5074863"/>
                <a:ext cx="37080" cy="435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DE2352E-40D3-AC9F-4FAA-E46AA208BE3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534126" y="5056863"/>
                  <a:ext cx="72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306E9C7-D6C7-7C06-B563-CBFA9B649B88}"/>
                    </a:ext>
                  </a:extLst>
                </p14:cNvPr>
                <p14:cNvContentPartPr/>
                <p14:nvPr/>
              </p14:nvContentPartPr>
              <p14:xfrm>
                <a:off x="9666246" y="5208423"/>
                <a:ext cx="135360" cy="140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306E9C7-D6C7-7C06-B563-CBFA9B649B8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648246" y="5190423"/>
                  <a:ext cx="171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B017831-C4C2-C21A-D86A-E63408D0757C}"/>
                    </a:ext>
                  </a:extLst>
                </p14:cNvPr>
                <p14:cNvContentPartPr/>
                <p14:nvPr/>
              </p14:nvContentPartPr>
              <p14:xfrm>
                <a:off x="10189326" y="4913583"/>
                <a:ext cx="692280" cy="392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B017831-C4C2-C21A-D86A-E63408D0757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171686" y="4895943"/>
                  <a:ext cx="72792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42BFAC4-5D4A-490A-CD4A-38AF9521E103}"/>
                    </a:ext>
                  </a:extLst>
                </p14:cNvPr>
                <p14:cNvContentPartPr/>
                <p14:nvPr/>
              </p14:nvContentPartPr>
              <p14:xfrm>
                <a:off x="7211406" y="5447463"/>
                <a:ext cx="1451160" cy="396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42BFAC4-5D4A-490A-CD4A-38AF9521E10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193406" y="5429823"/>
                  <a:ext cx="148680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639AFDB-2A7D-5970-4B84-A633882A70E8}"/>
                    </a:ext>
                  </a:extLst>
                </p14:cNvPr>
                <p14:cNvContentPartPr/>
                <p14:nvPr/>
              </p14:nvContentPartPr>
              <p14:xfrm>
                <a:off x="8449086" y="5602623"/>
                <a:ext cx="201960" cy="406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639AFDB-2A7D-5970-4B84-A633882A70E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431086" y="5584623"/>
                  <a:ext cx="237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76CB6DF-3DF8-CCAA-E163-5C2234B562DF}"/>
                    </a:ext>
                  </a:extLst>
                </p14:cNvPr>
                <p14:cNvContentPartPr/>
                <p14:nvPr/>
              </p14:nvContentPartPr>
              <p14:xfrm>
                <a:off x="8967486" y="5673183"/>
                <a:ext cx="894960" cy="4626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76CB6DF-3DF8-CCAA-E163-5C2234B562DF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949846" y="5655543"/>
                  <a:ext cx="93060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C58BAB6-18A1-A5CC-E956-C9D18E6A603F}"/>
                    </a:ext>
                  </a:extLst>
                </p14:cNvPr>
                <p14:cNvContentPartPr/>
                <p14:nvPr/>
              </p14:nvContentPartPr>
              <p14:xfrm>
                <a:off x="10372206" y="5888103"/>
                <a:ext cx="29520" cy="15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C58BAB6-18A1-A5CC-E956-C9D18E6A603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354206" y="5870463"/>
                  <a:ext cx="6516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2E00010-3FA5-1BFA-AC50-88FB025CDAFC}"/>
              </a:ext>
            </a:extLst>
          </p:cNvPr>
          <p:cNvGrpSpPr/>
          <p:nvPr/>
        </p:nvGrpSpPr>
        <p:grpSpPr>
          <a:xfrm>
            <a:off x="2640126" y="6010863"/>
            <a:ext cx="201960" cy="120600"/>
            <a:chOff x="2640126" y="6010863"/>
            <a:chExt cx="201960" cy="12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034A5EE-4A4A-C8DC-5F85-45E730DC829E}"/>
                    </a:ext>
                  </a:extLst>
                </p14:cNvPr>
                <p14:cNvContentPartPr/>
                <p14:nvPr/>
              </p14:nvContentPartPr>
              <p14:xfrm>
                <a:off x="2640126" y="6010863"/>
                <a:ext cx="117000" cy="38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034A5EE-4A4A-C8DC-5F85-45E730DC829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622126" y="5993223"/>
                  <a:ext cx="1526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75C9641-9A08-1964-D319-92BC0A60BD03}"/>
                    </a:ext>
                  </a:extLst>
                </p14:cNvPr>
                <p14:cNvContentPartPr/>
                <p14:nvPr/>
              </p14:nvContentPartPr>
              <p14:xfrm>
                <a:off x="2670726" y="6089703"/>
                <a:ext cx="171360" cy="417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75C9641-9A08-1964-D319-92BC0A60BD0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653086" y="6071703"/>
                  <a:ext cx="20700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E9A40E1-60D4-3D0E-D532-767572A2397B}"/>
              </a:ext>
            </a:extLst>
          </p:cNvPr>
          <p:cNvGrpSpPr/>
          <p:nvPr/>
        </p:nvGrpSpPr>
        <p:grpSpPr>
          <a:xfrm>
            <a:off x="6088566" y="2321223"/>
            <a:ext cx="655200" cy="502200"/>
            <a:chOff x="6088566" y="2321223"/>
            <a:chExt cx="655200" cy="50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9DFF1A3-67BB-A74E-CEEB-9CFF9035C181}"/>
                    </a:ext>
                  </a:extLst>
                </p14:cNvPr>
                <p14:cNvContentPartPr/>
                <p14:nvPr/>
              </p14:nvContentPartPr>
              <p14:xfrm>
                <a:off x="6120246" y="2326983"/>
                <a:ext cx="5400" cy="352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9DFF1A3-67BB-A74E-CEEB-9CFF9035C18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102246" y="2309343"/>
                  <a:ext cx="410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A92FE92-1E7B-11BE-CAF6-716D83FC2768}"/>
                    </a:ext>
                  </a:extLst>
                </p14:cNvPr>
                <p14:cNvContentPartPr/>
                <p14:nvPr/>
              </p14:nvContentPartPr>
              <p14:xfrm>
                <a:off x="6088566" y="2321223"/>
                <a:ext cx="176760" cy="3445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A92FE92-1E7B-11BE-CAF6-716D83FC276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070566" y="2303223"/>
                  <a:ext cx="21240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34BCB4D-553D-CBBB-3555-2E3D804BF240}"/>
                    </a:ext>
                  </a:extLst>
                </p14:cNvPr>
                <p14:cNvContentPartPr/>
                <p14:nvPr/>
              </p14:nvContentPartPr>
              <p14:xfrm>
                <a:off x="6334446" y="2479623"/>
                <a:ext cx="189000" cy="1468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34BCB4D-553D-CBBB-3555-2E3D804BF24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316446" y="2461983"/>
                  <a:ext cx="2246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762D517-5902-7567-B22D-7F086E4B31EC}"/>
                    </a:ext>
                  </a:extLst>
                </p14:cNvPr>
                <p14:cNvContentPartPr/>
                <p14:nvPr/>
              </p14:nvContentPartPr>
              <p14:xfrm>
                <a:off x="6384846" y="2485743"/>
                <a:ext cx="143280" cy="1969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762D517-5902-7567-B22D-7F086E4B31E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367206" y="2468103"/>
                  <a:ext cx="1789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755A928-2BCC-E361-2DC8-DB8A9756537E}"/>
                    </a:ext>
                  </a:extLst>
                </p14:cNvPr>
                <p14:cNvContentPartPr/>
                <p14:nvPr/>
              </p14:nvContentPartPr>
              <p14:xfrm>
                <a:off x="6601206" y="2375223"/>
                <a:ext cx="142560" cy="4482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755A928-2BCC-E361-2DC8-DB8A9756537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583566" y="2357583"/>
                  <a:ext cx="178200" cy="48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71822B04-81F6-2E1F-4312-4AAD08600FED}"/>
              </a:ext>
            </a:extLst>
          </p:cNvPr>
          <p:cNvGrpSpPr/>
          <p:nvPr/>
        </p:nvGrpSpPr>
        <p:grpSpPr>
          <a:xfrm>
            <a:off x="2941806" y="6541143"/>
            <a:ext cx="275400" cy="195120"/>
            <a:chOff x="2941806" y="6541143"/>
            <a:chExt cx="27540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227599F-3A1E-068F-0544-F0AC6C264F8A}"/>
                    </a:ext>
                  </a:extLst>
                </p14:cNvPr>
                <p14:cNvContentPartPr/>
                <p14:nvPr/>
              </p14:nvContentPartPr>
              <p14:xfrm>
                <a:off x="2997966" y="6541143"/>
                <a:ext cx="219240" cy="46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227599F-3A1E-068F-0544-F0AC6C264F8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980326" y="6523503"/>
                  <a:ext cx="2548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7765BD1-B01F-742B-74DE-45076912FDD1}"/>
                    </a:ext>
                  </a:extLst>
                </p14:cNvPr>
                <p14:cNvContentPartPr/>
                <p14:nvPr/>
              </p14:nvContentPartPr>
              <p14:xfrm>
                <a:off x="2941806" y="6672543"/>
                <a:ext cx="237600" cy="63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7765BD1-B01F-742B-74DE-45076912FDD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923806" y="6654543"/>
                  <a:ext cx="27324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A1E4DE53-8F45-6C8E-319B-B31BE569254E}"/>
              </a:ext>
            </a:extLst>
          </p:cNvPr>
          <p:cNvGrpSpPr/>
          <p:nvPr/>
        </p:nvGrpSpPr>
        <p:grpSpPr>
          <a:xfrm>
            <a:off x="3541566" y="5755263"/>
            <a:ext cx="909000" cy="882360"/>
            <a:chOff x="3541566" y="5755263"/>
            <a:chExt cx="90900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C51E571-6E0A-57F9-BD24-D53050150F16}"/>
                    </a:ext>
                  </a:extLst>
                </p14:cNvPr>
                <p14:cNvContentPartPr/>
                <p14:nvPr/>
              </p14:nvContentPartPr>
              <p14:xfrm>
                <a:off x="4052406" y="5896383"/>
                <a:ext cx="193320" cy="27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C51E571-6E0A-57F9-BD24-D53050150F16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034406" y="5878383"/>
                  <a:ext cx="2289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8FED69E-D391-21F4-2D1E-766521B73569}"/>
                    </a:ext>
                  </a:extLst>
                </p14:cNvPr>
                <p14:cNvContentPartPr/>
                <p14:nvPr/>
              </p14:nvContentPartPr>
              <p14:xfrm>
                <a:off x="4435806" y="5755263"/>
                <a:ext cx="14760" cy="295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8FED69E-D391-21F4-2D1E-766521B7356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417806" y="5737263"/>
                  <a:ext cx="504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6C701ED-5DE9-61E8-CAF8-DCCE158F2EB5}"/>
                    </a:ext>
                  </a:extLst>
                </p14:cNvPr>
                <p14:cNvContentPartPr/>
                <p14:nvPr/>
              </p14:nvContentPartPr>
              <p14:xfrm>
                <a:off x="3541566" y="5779743"/>
                <a:ext cx="240480" cy="5000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6C701ED-5DE9-61E8-CAF8-DCCE158F2EB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523926" y="5761743"/>
                  <a:ext cx="27612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1BA0210-1CB0-8977-1E6E-FD5D3D365F02}"/>
                    </a:ext>
                  </a:extLst>
                </p14:cNvPr>
                <p14:cNvContentPartPr/>
                <p14:nvPr/>
              </p14:nvContentPartPr>
              <p14:xfrm>
                <a:off x="3809406" y="6363663"/>
                <a:ext cx="426960" cy="273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1BA0210-1CB0-8977-1E6E-FD5D3D365F0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791766" y="6345663"/>
                  <a:ext cx="462600" cy="30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A65BD457-D4B2-DC16-AB8D-EE2D4D5FFBEE}"/>
              </a:ext>
            </a:extLst>
          </p:cNvPr>
          <p:cNvGrpSpPr/>
          <p:nvPr/>
        </p:nvGrpSpPr>
        <p:grpSpPr>
          <a:xfrm>
            <a:off x="498126" y="4669503"/>
            <a:ext cx="4115520" cy="1073880"/>
            <a:chOff x="498126" y="4669503"/>
            <a:chExt cx="4115520" cy="10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532A849-033E-3C52-03E6-72C0C5F13EEF}"/>
                    </a:ext>
                  </a:extLst>
                </p14:cNvPr>
                <p14:cNvContentPartPr/>
                <p14:nvPr/>
              </p14:nvContentPartPr>
              <p14:xfrm>
                <a:off x="1574526" y="5001423"/>
                <a:ext cx="283680" cy="481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532A849-033E-3C52-03E6-72C0C5F13EE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556886" y="4983783"/>
                  <a:ext cx="31932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0CAEF9B-7192-6D0B-F95F-43951A60EF77}"/>
                    </a:ext>
                  </a:extLst>
                </p14:cNvPr>
                <p14:cNvContentPartPr/>
                <p14:nvPr/>
              </p14:nvContentPartPr>
              <p14:xfrm>
                <a:off x="1564806" y="5329023"/>
                <a:ext cx="88560" cy="17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0CAEF9B-7192-6D0B-F95F-43951A60EF7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546806" y="5311383"/>
                  <a:ext cx="1242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53FCDC4-A7D5-8159-6FB0-53EA1DFB1935}"/>
                    </a:ext>
                  </a:extLst>
                </p14:cNvPr>
                <p14:cNvContentPartPr/>
                <p14:nvPr/>
              </p14:nvContentPartPr>
              <p14:xfrm>
                <a:off x="1201926" y="5237223"/>
                <a:ext cx="134640" cy="5061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53FCDC4-A7D5-8159-6FB0-53EA1DFB193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83926" y="5219223"/>
                  <a:ext cx="17028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58ACF72-36BC-0C09-0874-9FAA0801949F}"/>
                    </a:ext>
                  </a:extLst>
                </p14:cNvPr>
                <p14:cNvContentPartPr/>
                <p14:nvPr/>
              </p14:nvContentPartPr>
              <p14:xfrm>
                <a:off x="1180686" y="5247663"/>
                <a:ext cx="219960" cy="173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58ACF72-36BC-0C09-0874-9FAA0801949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62686" y="5230023"/>
                  <a:ext cx="255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32CF583-8AA1-C18E-BADD-EB618DC3DD8A}"/>
                    </a:ext>
                  </a:extLst>
                </p14:cNvPr>
                <p14:cNvContentPartPr/>
                <p14:nvPr/>
              </p14:nvContentPartPr>
              <p14:xfrm>
                <a:off x="1488846" y="4929423"/>
                <a:ext cx="165960" cy="621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32CF583-8AA1-C18E-BADD-EB618DC3DD8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471206" y="4911783"/>
                  <a:ext cx="201600" cy="6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91DDC82-D4A2-0C89-7FE1-24E38FA0453C}"/>
                    </a:ext>
                  </a:extLst>
                </p14:cNvPr>
                <p14:cNvContentPartPr/>
                <p14:nvPr/>
              </p14:nvContentPartPr>
              <p14:xfrm>
                <a:off x="2001846" y="4905663"/>
                <a:ext cx="197640" cy="569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91DDC82-D4A2-0C89-7FE1-24E38FA0453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983846" y="4887663"/>
                  <a:ext cx="23328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B86DE7F-D0B1-CDFA-1B9C-E6941D18104F}"/>
                    </a:ext>
                  </a:extLst>
                </p14:cNvPr>
                <p14:cNvContentPartPr/>
                <p14:nvPr/>
              </p14:nvContentPartPr>
              <p14:xfrm>
                <a:off x="1648326" y="5245143"/>
                <a:ext cx="269640" cy="37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B86DE7F-D0B1-CDFA-1B9C-E6941D18104F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630686" y="5227143"/>
                  <a:ext cx="3052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A9FB6E0-E972-A2E6-A494-A376605D3ABC}"/>
                    </a:ext>
                  </a:extLst>
                </p14:cNvPr>
                <p14:cNvContentPartPr/>
                <p14:nvPr/>
              </p14:nvContentPartPr>
              <p14:xfrm>
                <a:off x="2610246" y="5280423"/>
                <a:ext cx="128520" cy="50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A9FB6E0-E972-A2E6-A494-A376605D3AB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592606" y="5262423"/>
                  <a:ext cx="164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B4F0A29-2F6E-507B-A315-33D4FD2EC269}"/>
                    </a:ext>
                  </a:extLst>
                </p14:cNvPr>
                <p14:cNvContentPartPr/>
                <p14:nvPr/>
              </p14:nvContentPartPr>
              <p14:xfrm>
                <a:off x="2600526" y="5377263"/>
                <a:ext cx="231840" cy="30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B4F0A29-2F6E-507B-A315-33D4FD2EC26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582886" y="5359623"/>
                  <a:ext cx="267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E69C9F5-2AD2-9FBF-157D-34FC6DF6ED6A}"/>
                    </a:ext>
                  </a:extLst>
                </p14:cNvPr>
                <p14:cNvContentPartPr/>
                <p14:nvPr/>
              </p14:nvContentPartPr>
              <p14:xfrm>
                <a:off x="3266526" y="5094303"/>
                <a:ext cx="463680" cy="224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E69C9F5-2AD2-9FBF-157D-34FC6DF6ED6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248526" y="5076663"/>
                  <a:ext cx="4993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B70ACFA-7FDC-1364-68CC-6856347AF64A}"/>
                    </a:ext>
                  </a:extLst>
                </p14:cNvPr>
                <p14:cNvContentPartPr/>
                <p14:nvPr/>
              </p14:nvContentPartPr>
              <p14:xfrm>
                <a:off x="3930006" y="5162703"/>
                <a:ext cx="200520" cy="59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B70ACFA-7FDC-1364-68CC-6856347AF64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912006" y="5145063"/>
                  <a:ext cx="236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3D99E24-FA24-7297-F1A0-CF68EC418614}"/>
                    </a:ext>
                  </a:extLst>
                </p14:cNvPr>
                <p14:cNvContentPartPr/>
                <p14:nvPr/>
              </p14:nvContentPartPr>
              <p14:xfrm>
                <a:off x="4285326" y="4929423"/>
                <a:ext cx="84240" cy="326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3D99E24-FA24-7297-F1A0-CF68EC418614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267326" y="4911783"/>
                  <a:ext cx="1198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A9A0863-64DA-45BA-F2FF-A1559097042C}"/>
                    </a:ext>
                  </a:extLst>
                </p14:cNvPr>
                <p14:cNvContentPartPr/>
                <p14:nvPr/>
              </p14:nvContentPartPr>
              <p14:xfrm>
                <a:off x="4312686" y="5010783"/>
                <a:ext cx="300960" cy="2728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A9A0863-64DA-45BA-F2FF-A1559097042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294686" y="4992783"/>
                  <a:ext cx="3366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975BA9D-301D-8807-67D6-ADD2000E3472}"/>
                    </a:ext>
                  </a:extLst>
                </p14:cNvPr>
                <p14:cNvContentPartPr/>
                <p14:nvPr/>
              </p14:nvContentPartPr>
              <p14:xfrm>
                <a:off x="498126" y="4669503"/>
                <a:ext cx="3270960" cy="2120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975BA9D-301D-8807-67D6-ADD2000E347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80126" y="4651863"/>
                  <a:ext cx="330660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9F1F00FB-3C8B-3036-2C81-316B8C75BF83}"/>
              </a:ext>
            </a:extLst>
          </p:cNvPr>
          <p:cNvGrpSpPr/>
          <p:nvPr/>
        </p:nvGrpSpPr>
        <p:grpSpPr>
          <a:xfrm>
            <a:off x="3531846" y="3025023"/>
            <a:ext cx="2510280" cy="654840"/>
            <a:chOff x="3531846" y="3025023"/>
            <a:chExt cx="2510280" cy="6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8CD5161-FF8B-52E8-E390-F7ED05A9C769}"/>
                    </a:ext>
                  </a:extLst>
                </p14:cNvPr>
                <p14:cNvContentPartPr/>
                <p14:nvPr/>
              </p14:nvContentPartPr>
              <p14:xfrm>
                <a:off x="3531846" y="3221943"/>
                <a:ext cx="732240" cy="271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8CD5161-FF8B-52E8-E390-F7ED05A9C769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513846" y="3203943"/>
                  <a:ext cx="7678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1EFF8B9-9C6E-665C-7A68-AF112522C17D}"/>
                    </a:ext>
                  </a:extLst>
                </p14:cNvPr>
                <p14:cNvContentPartPr/>
                <p14:nvPr/>
              </p14:nvContentPartPr>
              <p14:xfrm>
                <a:off x="4394406" y="3310503"/>
                <a:ext cx="156600" cy="39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1EFF8B9-9C6E-665C-7A68-AF112522C17D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376406" y="3292503"/>
                  <a:ext cx="1922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47D155A-14A2-39A4-F412-DD2ADD2CF458}"/>
                    </a:ext>
                  </a:extLst>
                </p14:cNvPr>
                <p14:cNvContentPartPr/>
                <p14:nvPr/>
              </p14:nvContentPartPr>
              <p14:xfrm>
                <a:off x="4571526" y="3173703"/>
                <a:ext cx="151560" cy="506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47D155A-14A2-39A4-F412-DD2ADD2CF458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553526" y="3156063"/>
                  <a:ext cx="18720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409D0C5-309D-6A1E-17D5-9ECC9999C3F1}"/>
                    </a:ext>
                  </a:extLst>
                </p14:cNvPr>
                <p14:cNvContentPartPr/>
                <p14:nvPr/>
              </p14:nvContentPartPr>
              <p14:xfrm>
                <a:off x="4830366" y="3165063"/>
                <a:ext cx="851400" cy="269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409D0C5-309D-6A1E-17D5-9ECC9999C3F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812366" y="3147063"/>
                  <a:ext cx="8870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B5FD8CC-1023-B9E5-8876-3F18B9718D65}"/>
                    </a:ext>
                  </a:extLst>
                </p14:cNvPr>
                <p14:cNvContentPartPr/>
                <p14:nvPr/>
              </p14:nvContentPartPr>
              <p14:xfrm>
                <a:off x="5924046" y="3025023"/>
                <a:ext cx="7920" cy="53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B5FD8CC-1023-B9E5-8876-3F18B9718D6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5906406" y="3007023"/>
                  <a:ext cx="435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543D59A-D206-5520-B7D6-0C40144FB3B3}"/>
                    </a:ext>
                  </a:extLst>
                </p14:cNvPr>
                <p14:cNvContentPartPr/>
                <p14:nvPr/>
              </p14:nvContentPartPr>
              <p14:xfrm>
                <a:off x="5831526" y="3198903"/>
                <a:ext cx="210600" cy="241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543D59A-D206-5520-B7D6-0C40144FB3B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813526" y="3180903"/>
                  <a:ext cx="2462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F892B48-8A3F-F2B9-6391-243913E1A013}"/>
                    </a:ext>
                  </a:extLst>
                </p14:cNvPr>
                <p14:cNvContentPartPr/>
                <p14:nvPr/>
              </p14:nvContentPartPr>
              <p14:xfrm>
                <a:off x="4556406" y="3278103"/>
                <a:ext cx="4680" cy="14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F892B48-8A3F-F2B9-6391-243913E1A0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38766" y="3260103"/>
                  <a:ext cx="403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FF2EE2F4-BC4D-351B-5F6A-2E978E68DA78}"/>
              </a:ext>
            </a:extLst>
          </p:cNvPr>
          <p:cNvGrpSpPr/>
          <p:nvPr/>
        </p:nvGrpSpPr>
        <p:grpSpPr>
          <a:xfrm>
            <a:off x="3216126" y="3947703"/>
            <a:ext cx="703080" cy="428760"/>
            <a:chOff x="3216126" y="3947703"/>
            <a:chExt cx="703080" cy="42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72C661C-F321-41AF-0773-FE03A8291400}"/>
                    </a:ext>
                  </a:extLst>
                </p14:cNvPr>
                <p14:cNvContentPartPr/>
                <p14:nvPr/>
              </p14:nvContentPartPr>
              <p14:xfrm>
                <a:off x="3223326" y="4179543"/>
                <a:ext cx="263880" cy="320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72C661C-F321-41AF-0773-FE03A829140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205326" y="4161543"/>
                  <a:ext cx="299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1A2A520-CA31-B3FB-945D-E2D1B7924142}"/>
                    </a:ext>
                  </a:extLst>
                </p14:cNvPr>
                <p14:cNvContentPartPr/>
                <p14:nvPr/>
              </p14:nvContentPartPr>
              <p14:xfrm>
                <a:off x="3216126" y="4286823"/>
                <a:ext cx="396720" cy="89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1A2A520-CA31-B3FB-945D-E2D1B792414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198486" y="4268823"/>
                  <a:ext cx="4323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E1DCD87-F4EF-8867-3F7C-310A209BED17}"/>
                    </a:ext>
                  </a:extLst>
                </p14:cNvPr>
                <p14:cNvContentPartPr/>
                <p14:nvPr/>
              </p14:nvContentPartPr>
              <p14:xfrm>
                <a:off x="3687366" y="3947703"/>
                <a:ext cx="231840" cy="4118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E1DCD87-F4EF-8867-3F7C-310A209BED1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669726" y="3929703"/>
                  <a:ext cx="267480" cy="447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31543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900E78E-C611-55B1-2276-E8E57337168E}"/>
              </a:ext>
            </a:extLst>
          </p:cNvPr>
          <p:cNvGrpSpPr/>
          <p:nvPr/>
        </p:nvGrpSpPr>
        <p:grpSpPr>
          <a:xfrm>
            <a:off x="268086" y="263463"/>
            <a:ext cx="1665720" cy="373680"/>
            <a:chOff x="268086" y="263463"/>
            <a:chExt cx="1665720" cy="3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567A6D7-D557-7D0D-510F-8D32293B9487}"/>
                    </a:ext>
                  </a:extLst>
                </p14:cNvPr>
                <p14:cNvContentPartPr/>
                <p14:nvPr/>
              </p14:nvContentPartPr>
              <p14:xfrm>
                <a:off x="268086" y="263463"/>
                <a:ext cx="220680" cy="373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567A6D7-D557-7D0D-510F-8D32293B948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0446" y="245463"/>
                  <a:ext cx="25632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C2F2F8C-BF3D-8607-497F-E9F9455250E0}"/>
                    </a:ext>
                  </a:extLst>
                </p14:cNvPr>
                <p14:cNvContentPartPr/>
                <p14:nvPr/>
              </p14:nvContentPartPr>
              <p14:xfrm>
                <a:off x="426846" y="472623"/>
                <a:ext cx="156240" cy="16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C2F2F8C-BF3D-8607-497F-E9F9455250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8846" y="454623"/>
                  <a:ext cx="1918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44A1243-00E6-4599-B5FF-30329C4A5983}"/>
                    </a:ext>
                  </a:extLst>
                </p14:cNvPr>
                <p14:cNvContentPartPr/>
                <p14:nvPr/>
              </p14:nvContentPartPr>
              <p14:xfrm>
                <a:off x="619446" y="442023"/>
                <a:ext cx="19080" cy="142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44A1243-00E6-4599-B5FF-30329C4A59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1806" y="424383"/>
                  <a:ext cx="54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4443FF0-1268-E824-E325-AD79881619D1}"/>
                    </a:ext>
                  </a:extLst>
                </p14:cNvPr>
                <p14:cNvContentPartPr/>
                <p14:nvPr/>
              </p14:nvContentPartPr>
              <p14:xfrm>
                <a:off x="642846" y="320703"/>
                <a:ext cx="43560" cy="39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4443FF0-1268-E824-E325-AD79881619D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4846" y="302703"/>
                  <a:ext cx="792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AFA54CF-6913-38F8-8AA4-734BAB061321}"/>
                    </a:ext>
                  </a:extLst>
                </p14:cNvPr>
                <p14:cNvContentPartPr/>
                <p14:nvPr/>
              </p14:nvContentPartPr>
              <p14:xfrm>
                <a:off x="709806" y="438783"/>
                <a:ext cx="187560" cy="151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AFA54CF-6913-38F8-8AA4-734BAB06132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2166" y="420783"/>
                  <a:ext cx="2232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92806DE-3797-009B-FD2D-B7B5B79B8057}"/>
                    </a:ext>
                  </a:extLst>
                </p14:cNvPr>
                <p14:cNvContentPartPr/>
                <p14:nvPr/>
              </p14:nvContentPartPr>
              <p14:xfrm>
                <a:off x="945246" y="332583"/>
                <a:ext cx="158400" cy="287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92806DE-3797-009B-FD2D-B7B5B79B805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7606" y="314583"/>
                  <a:ext cx="1940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AAE64F-7035-89B8-2CEC-C068DB18DB88}"/>
                    </a:ext>
                  </a:extLst>
                </p14:cNvPr>
                <p14:cNvContentPartPr/>
                <p14:nvPr/>
              </p14:nvContentPartPr>
              <p14:xfrm>
                <a:off x="1412526" y="335463"/>
                <a:ext cx="521280" cy="294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AAE64F-7035-89B8-2CEC-C068DB18DB8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94886" y="317823"/>
                  <a:ext cx="5569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3BCA648-8F61-87B4-4F4D-60057A25C98C}"/>
                    </a:ext>
                  </a:extLst>
                </p14:cNvPr>
                <p14:cNvContentPartPr/>
                <p14:nvPr/>
              </p14:nvContentPartPr>
              <p14:xfrm>
                <a:off x="1308486" y="393783"/>
                <a:ext cx="219600" cy="7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3BCA648-8F61-87B4-4F4D-60057A25C98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90846" y="375783"/>
                  <a:ext cx="25524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9294E76-984B-7DA4-C2FA-4877D0919EB0}"/>
              </a:ext>
            </a:extLst>
          </p:cNvPr>
          <p:cNvGrpSpPr/>
          <p:nvPr/>
        </p:nvGrpSpPr>
        <p:grpSpPr>
          <a:xfrm>
            <a:off x="2395326" y="340503"/>
            <a:ext cx="854280" cy="369360"/>
            <a:chOff x="2395326" y="340503"/>
            <a:chExt cx="85428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3EE6622-CC7E-1B8A-7D23-9567B96A1760}"/>
                    </a:ext>
                  </a:extLst>
                </p14:cNvPr>
                <p14:cNvContentPartPr/>
                <p14:nvPr/>
              </p14:nvContentPartPr>
              <p14:xfrm>
                <a:off x="2395326" y="545703"/>
                <a:ext cx="263520" cy="120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3EE6622-CC7E-1B8A-7D23-9567B96A176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77686" y="528063"/>
                  <a:ext cx="299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C5DF139-1EB4-65C3-9F0C-32020AECF5E0}"/>
                    </a:ext>
                  </a:extLst>
                </p14:cNvPr>
                <p14:cNvContentPartPr/>
                <p14:nvPr/>
              </p14:nvContentPartPr>
              <p14:xfrm>
                <a:off x="2580006" y="340503"/>
                <a:ext cx="669600" cy="369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C5DF139-1EB4-65C3-9F0C-32020AECF5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62366" y="322503"/>
                  <a:ext cx="705240" cy="40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9CFE595-5F2E-7A25-E18C-AE01E550B341}"/>
                  </a:ext>
                </a:extLst>
              </p14:cNvPr>
              <p14:cNvContentPartPr/>
              <p14:nvPr/>
            </p14:nvContentPartPr>
            <p14:xfrm>
              <a:off x="3617166" y="462543"/>
              <a:ext cx="391680" cy="617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9CFE595-5F2E-7A25-E18C-AE01E550B34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99526" y="444543"/>
                <a:ext cx="427320" cy="65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9A180AE-4E84-02F2-602D-8E6478B48D1D}"/>
              </a:ext>
            </a:extLst>
          </p:cNvPr>
          <p:cNvGrpSpPr/>
          <p:nvPr/>
        </p:nvGrpSpPr>
        <p:grpSpPr>
          <a:xfrm>
            <a:off x="4372806" y="385863"/>
            <a:ext cx="594360" cy="311400"/>
            <a:chOff x="4372806" y="385863"/>
            <a:chExt cx="59436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48A4ABF-279D-90EB-2A1D-76312C36DC1F}"/>
                    </a:ext>
                  </a:extLst>
                </p14:cNvPr>
                <p14:cNvContentPartPr/>
                <p14:nvPr/>
              </p14:nvContentPartPr>
              <p14:xfrm>
                <a:off x="4393686" y="385863"/>
                <a:ext cx="214200" cy="311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48A4ABF-279D-90EB-2A1D-76312C36DC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76046" y="368223"/>
                  <a:ext cx="2498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D9D2B9A-E4DE-EE1D-CF0F-8F86A00648FA}"/>
                    </a:ext>
                  </a:extLst>
                </p14:cNvPr>
                <p14:cNvContentPartPr/>
                <p14:nvPr/>
              </p14:nvContentPartPr>
              <p14:xfrm>
                <a:off x="4372806" y="559743"/>
                <a:ext cx="109080" cy="10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D9D2B9A-E4DE-EE1D-CF0F-8F86A00648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54806" y="542103"/>
                  <a:ext cx="144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1BF1FAB-DCA6-9945-0F74-6D335616FC96}"/>
                    </a:ext>
                  </a:extLst>
                </p14:cNvPr>
                <p14:cNvContentPartPr/>
                <p14:nvPr/>
              </p14:nvContentPartPr>
              <p14:xfrm>
                <a:off x="4747566" y="534903"/>
                <a:ext cx="219600" cy="33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1BF1FAB-DCA6-9945-0F74-6D335616FC9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29926" y="516903"/>
                  <a:ext cx="255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23A46C3-9C4E-F93C-C7F8-EA207326BCF9}"/>
                    </a:ext>
                  </a:extLst>
                </p14:cNvPr>
                <p14:cNvContentPartPr/>
                <p14:nvPr/>
              </p14:nvContentPartPr>
              <p14:xfrm>
                <a:off x="4804806" y="623823"/>
                <a:ext cx="126000" cy="27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23A46C3-9C4E-F93C-C7F8-EA207326BCF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87166" y="606183"/>
                  <a:ext cx="1616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92F49E0-C622-2688-06A0-4CBAAE1D681C}"/>
              </a:ext>
            </a:extLst>
          </p:cNvPr>
          <p:cNvGrpSpPr/>
          <p:nvPr/>
        </p:nvGrpSpPr>
        <p:grpSpPr>
          <a:xfrm>
            <a:off x="5613726" y="228903"/>
            <a:ext cx="641160" cy="1437840"/>
            <a:chOff x="5613726" y="228903"/>
            <a:chExt cx="641160" cy="143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CB91A67-08DF-8FE1-002B-0BB127C4FA49}"/>
                    </a:ext>
                  </a:extLst>
                </p14:cNvPr>
                <p14:cNvContentPartPr/>
                <p14:nvPr/>
              </p14:nvContentPartPr>
              <p14:xfrm>
                <a:off x="5613726" y="228903"/>
                <a:ext cx="615960" cy="1437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CB91A67-08DF-8FE1-002B-0BB127C4FA4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96086" y="211263"/>
                  <a:ext cx="651600" cy="14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A6611DB-BAC4-44AB-5E00-98CD340335B2}"/>
                    </a:ext>
                  </a:extLst>
                </p14:cNvPr>
                <p14:cNvContentPartPr/>
                <p14:nvPr/>
              </p14:nvContentPartPr>
              <p14:xfrm>
                <a:off x="6216726" y="304143"/>
                <a:ext cx="38160" cy="249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A6611DB-BAC4-44AB-5E00-98CD340335B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99086" y="286143"/>
                  <a:ext cx="73800" cy="28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FE629E9-2D6F-8DE0-D12F-9892799A382A}"/>
                  </a:ext>
                </a:extLst>
              </p14:cNvPr>
              <p14:cNvContentPartPr/>
              <p14:nvPr/>
            </p14:nvContentPartPr>
            <p14:xfrm>
              <a:off x="6835926" y="299463"/>
              <a:ext cx="365040" cy="209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FE629E9-2D6F-8DE0-D12F-9892799A382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817926" y="281463"/>
                <a:ext cx="4006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18A06CB-1257-69C7-AB55-34C764736C60}"/>
                  </a:ext>
                </a:extLst>
              </p14:cNvPr>
              <p14:cNvContentPartPr/>
              <p14:nvPr/>
            </p14:nvContentPartPr>
            <p14:xfrm>
              <a:off x="7817646" y="247623"/>
              <a:ext cx="225720" cy="274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18A06CB-1257-69C7-AB55-34C764736C6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99646" y="229983"/>
                <a:ext cx="26136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F802554-5163-F728-B14A-045B39BB8283}"/>
                  </a:ext>
                </a:extLst>
              </p14:cNvPr>
              <p14:cNvContentPartPr/>
              <p14:nvPr/>
            </p14:nvContentPartPr>
            <p14:xfrm>
              <a:off x="8795766" y="253023"/>
              <a:ext cx="189360" cy="3009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F802554-5163-F728-B14A-045B39BB828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78126" y="235023"/>
                <a:ext cx="22500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F9030BE-1BEA-7C0A-CEAB-511699C3BA39}"/>
                  </a:ext>
                </a:extLst>
              </p14:cNvPr>
              <p14:cNvContentPartPr/>
              <p14:nvPr/>
            </p14:nvContentPartPr>
            <p14:xfrm>
              <a:off x="6277206" y="818223"/>
              <a:ext cx="247680" cy="1886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F9030BE-1BEA-7C0A-CEAB-511699C3BA3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259206" y="800583"/>
                <a:ext cx="2833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01A9AB9-8268-B4AB-C6B6-5AD332211105}"/>
                  </a:ext>
                </a:extLst>
              </p14:cNvPr>
              <p14:cNvContentPartPr/>
              <p14:nvPr/>
            </p14:nvContentPartPr>
            <p14:xfrm>
              <a:off x="7084686" y="857463"/>
              <a:ext cx="40680" cy="1900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01A9AB9-8268-B4AB-C6B6-5AD33221110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066686" y="839823"/>
                <a:ext cx="7632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8D04B30-5D9D-45AA-B1B8-732B2D5F704F}"/>
                  </a:ext>
                </a:extLst>
              </p14:cNvPr>
              <p14:cNvContentPartPr/>
              <p14:nvPr/>
            </p14:nvContentPartPr>
            <p14:xfrm>
              <a:off x="7951926" y="770343"/>
              <a:ext cx="179280" cy="218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8D04B30-5D9D-45AA-B1B8-732B2D5F704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934286" y="752703"/>
                <a:ext cx="2149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B2B4ED4-F407-FCC2-E6C8-691BE2C7C606}"/>
                  </a:ext>
                </a:extLst>
              </p14:cNvPr>
              <p14:cNvContentPartPr/>
              <p14:nvPr/>
            </p14:nvContentPartPr>
            <p14:xfrm>
              <a:off x="8976486" y="719943"/>
              <a:ext cx="205920" cy="2538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B2B4ED4-F407-FCC2-E6C8-691BE2C7C60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958486" y="701943"/>
                <a:ext cx="2415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8D30EDA-D7EA-51DD-B640-9586896E3E34}"/>
                  </a:ext>
                </a:extLst>
              </p14:cNvPr>
              <p14:cNvContentPartPr/>
              <p14:nvPr/>
            </p14:nvContentPartPr>
            <p14:xfrm>
              <a:off x="6178566" y="1320423"/>
              <a:ext cx="262800" cy="238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8D30EDA-D7EA-51DD-B640-9586896E3E3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160566" y="1302783"/>
                <a:ext cx="2984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D3921EE-FA48-F673-511D-107901A16307}"/>
                  </a:ext>
                </a:extLst>
              </p14:cNvPr>
              <p14:cNvContentPartPr/>
              <p14:nvPr/>
            </p14:nvContentPartPr>
            <p14:xfrm>
              <a:off x="7051926" y="1381263"/>
              <a:ext cx="163080" cy="178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D3921EE-FA48-F673-511D-107901A1630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34286" y="1363263"/>
                <a:ext cx="198720" cy="21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5C92C408-9F73-675C-886D-355786971391}"/>
              </a:ext>
            </a:extLst>
          </p:cNvPr>
          <p:cNvGrpSpPr/>
          <p:nvPr/>
        </p:nvGrpSpPr>
        <p:grpSpPr>
          <a:xfrm>
            <a:off x="7971726" y="1277223"/>
            <a:ext cx="173520" cy="243720"/>
            <a:chOff x="7971726" y="1277223"/>
            <a:chExt cx="17352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5777A0F-C03F-94EF-C15B-F564BDC5120E}"/>
                    </a:ext>
                  </a:extLst>
                </p14:cNvPr>
                <p14:cNvContentPartPr/>
                <p14:nvPr/>
              </p14:nvContentPartPr>
              <p14:xfrm>
                <a:off x="8007006" y="1277223"/>
                <a:ext cx="138240" cy="29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5777A0F-C03F-94EF-C15B-F564BDC5120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89006" y="1259223"/>
                  <a:ext cx="1738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C4F1FB-309E-FE33-9536-7AC4BF2B9591}"/>
                    </a:ext>
                  </a:extLst>
                </p14:cNvPr>
                <p14:cNvContentPartPr/>
                <p14:nvPr/>
              </p14:nvContentPartPr>
              <p14:xfrm>
                <a:off x="7971726" y="1279743"/>
                <a:ext cx="170280" cy="241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C4F1FB-309E-FE33-9536-7AC4BF2B959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53726" y="1262103"/>
                  <a:ext cx="205920" cy="27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AF1D07D-7F4B-63B7-20F1-D48E60BF3B6B}"/>
              </a:ext>
            </a:extLst>
          </p:cNvPr>
          <p:cNvGrpSpPr/>
          <p:nvPr/>
        </p:nvGrpSpPr>
        <p:grpSpPr>
          <a:xfrm>
            <a:off x="8897646" y="194703"/>
            <a:ext cx="892440" cy="1433520"/>
            <a:chOff x="8897646" y="194703"/>
            <a:chExt cx="892440" cy="143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D5B3A10-4A07-4E52-5697-732A4092FB89}"/>
                    </a:ext>
                  </a:extLst>
                </p14:cNvPr>
                <p14:cNvContentPartPr/>
                <p14:nvPr/>
              </p14:nvContentPartPr>
              <p14:xfrm>
                <a:off x="8897646" y="1378743"/>
                <a:ext cx="109440" cy="23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D5B3A10-4A07-4E52-5697-732A4092FB8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80006" y="1361103"/>
                  <a:ext cx="145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7E13B53-AC69-4C15-B385-C883039A455E}"/>
                    </a:ext>
                  </a:extLst>
                </p14:cNvPr>
                <p14:cNvContentPartPr/>
                <p14:nvPr/>
              </p14:nvContentPartPr>
              <p14:xfrm>
                <a:off x="9146766" y="1264623"/>
                <a:ext cx="51480" cy="193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7E13B53-AC69-4C15-B385-C883039A455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128766" y="1246983"/>
                  <a:ext cx="871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197734A-CF7C-E699-8C83-00B861DA761F}"/>
                    </a:ext>
                  </a:extLst>
                </p14:cNvPr>
                <p14:cNvContentPartPr/>
                <p14:nvPr/>
              </p14:nvContentPartPr>
              <p14:xfrm>
                <a:off x="9277806" y="1276863"/>
                <a:ext cx="132120" cy="154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197734A-CF7C-E699-8C83-00B861DA761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60166" y="1258863"/>
                  <a:ext cx="1677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B5A4026-62B5-6C05-EF78-DB1811EB277D}"/>
                    </a:ext>
                  </a:extLst>
                </p14:cNvPr>
                <p14:cNvContentPartPr/>
                <p14:nvPr/>
              </p14:nvContentPartPr>
              <p14:xfrm>
                <a:off x="9429726" y="194703"/>
                <a:ext cx="360360" cy="1433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B5A4026-62B5-6C05-EF78-DB1811EB277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12086" y="177063"/>
                  <a:ext cx="396000" cy="146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43067C4-E023-6AF9-AED4-3E5C247B912B}"/>
              </a:ext>
            </a:extLst>
          </p:cNvPr>
          <p:cNvGrpSpPr/>
          <p:nvPr/>
        </p:nvGrpSpPr>
        <p:grpSpPr>
          <a:xfrm>
            <a:off x="9943806" y="232503"/>
            <a:ext cx="280440" cy="315000"/>
            <a:chOff x="9943806" y="232503"/>
            <a:chExt cx="280440" cy="31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F7C8526-DEAB-8C34-115B-732E1D986A52}"/>
                    </a:ext>
                  </a:extLst>
                </p14:cNvPr>
                <p14:cNvContentPartPr/>
                <p14:nvPr/>
              </p14:nvContentPartPr>
              <p14:xfrm>
                <a:off x="9943806" y="271023"/>
                <a:ext cx="34560" cy="169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F7C8526-DEAB-8C34-115B-732E1D986A5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26166" y="253023"/>
                  <a:ext cx="70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CF64282-8077-8B83-8CD6-ADB25B34B8F8}"/>
                    </a:ext>
                  </a:extLst>
                </p14:cNvPr>
                <p14:cNvContentPartPr/>
                <p14:nvPr/>
              </p14:nvContentPartPr>
              <p14:xfrm>
                <a:off x="9967206" y="232503"/>
                <a:ext cx="155160" cy="225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CF64282-8077-8B83-8CD6-ADB25B34B8F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949566" y="214503"/>
                  <a:ext cx="1908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439BA1A-BBDB-06B7-EC3B-29E51FDF89C5}"/>
                    </a:ext>
                  </a:extLst>
                </p14:cNvPr>
                <p14:cNvContentPartPr/>
                <p14:nvPr/>
              </p14:nvContentPartPr>
              <p14:xfrm>
                <a:off x="10204446" y="396303"/>
                <a:ext cx="19800" cy="151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439BA1A-BBDB-06B7-EC3B-29E51FDF89C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186446" y="378303"/>
                  <a:ext cx="5544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2D86E19-35E9-59E2-2AAB-AD500F27CCF9}"/>
              </a:ext>
            </a:extLst>
          </p:cNvPr>
          <p:cNvGrpSpPr/>
          <p:nvPr/>
        </p:nvGrpSpPr>
        <p:grpSpPr>
          <a:xfrm>
            <a:off x="9747246" y="918663"/>
            <a:ext cx="514080" cy="263160"/>
            <a:chOff x="9747246" y="918663"/>
            <a:chExt cx="51408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6EB194F-E74A-3A60-EF50-EFA011E12C26}"/>
                    </a:ext>
                  </a:extLst>
                </p14:cNvPr>
                <p14:cNvContentPartPr/>
                <p14:nvPr/>
              </p14:nvContentPartPr>
              <p14:xfrm>
                <a:off x="9747246" y="918663"/>
                <a:ext cx="249480" cy="234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6EB194F-E74A-3A60-EF50-EFA011E12C2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729246" y="901023"/>
                  <a:ext cx="2851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2F483E2-C9AA-472C-CD78-C92F663F74D8}"/>
                    </a:ext>
                  </a:extLst>
                </p14:cNvPr>
                <p14:cNvContentPartPr/>
                <p14:nvPr/>
              </p14:nvContentPartPr>
              <p14:xfrm>
                <a:off x="10100046" y="1068063"/>
                <a:ext cx="161280" cy="113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2F483E2-C9AA-472C-CD78-C92F663F74D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082406" y="1050423"/>
                  <a:ext cx="19692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A913800-F9BA-07BB-E704-A760A56A6C2B}"/>
              </a:ext>
            </a:extLst>
          </p:cNvPr>
          <p:cNvGrpSpPr/>
          <p:nvPr/>
        </p:nvGrpSpPr>
        <p:grpSpPr>
          <a:xfrm>
            <a:off x="10025886" y="1387023"/>
            <a:ext cx="387720" cy="390600"/>
            <a:chOff x="10025886" y="1387023"/>
            <a:chExt cx="387720" cy="39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DC33D0E-13ED-5748-6E6C-434CC1842530}"/>
                    </a:ext>
                  </a:extLst>
                </p14:cNvPr>
                <p14:cNvContentPartPr/>
                <p14:nvPr/>
              </p14:nvContentPartPr>
              <p14:xfrm>
                <a:off x="10025886" y="1392423"/>
                <a:ext cx="46440" cy="167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DC33D0E-13ED-5748-6E6C-434CC184253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07886" y="1374423"/>
                  <a:ext cx="82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DD0D355-BBAA-165A-5E1F-469C9E15D89B}"/>
                    </a:ext>
                  </a:extLst>
                </p14:cNvPr>
                <p14:cNvContentPartPr/>
                <p14:nvPr/>
              </p14:nvContentPartPr>
              <p14:xfrm>
                <a:off x="10054326" y="1387023"/>
                <a:ext cx="122400" cy="190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DD0D355-BBAA-165A-5E1F-469C9E15D89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36326" y="1369383"/>
                  <a:ext cx="1580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CFE8A35-91E6-A824-A7E5-D4A200CA809B}"/>
                    </a:ext>
                  </a:extLst>
                </p14:cNvPr>
                <p14:cNvContentPartPr/>
                <p14:nvPr/>
              </p14:nvContentPartPr>
              <p14:xfrm>
                <a:off x="10147566" y="1533543"/>
                <a:ext cx="266040" cy="244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CFE8A35-91E6-A824-A7E5-D4A200CA809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29926" y="1515543"/>
                  <a:ext cx="301680" cy="27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69981BF-CE43-B081-823B-4807EEAF8E67}"/>
                  </a:ext>
                </a:extLst>
              </p14:cNvPr>
              <p14:cNvContentPartPr/>
              <p14:nvPr/>
            </p14:nvContentPartPr>
            <p14:xfrm>
              <a:off x="6416886" y="1003623"/>
              <a:ext cx="11880" cy="75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69981BF-CE43-B081-823B-4807EEAF8E6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398886" y="985623"/>
                <a:ext cx="475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416FBA2-3F74-255D-7E9A-2C80D482DAA9}"/>
                  </a:ext>
                </a:extLst>
              </p14:cNvPr>
              <p14:cNvContentPartPr/>
              <p14:nvPr/>
            </p14:nvContentPartPr>
            <p14:xfrm>
              <a:off x="6303846" y="1514103"/>
              <a:ext cx="4680" cy="79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416FBA2-3F74-255D-7E9A-2C80D482DAA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286206" y="1496463"/>
                <a:ext cx="4032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A29C4A05-65FC-E07B-3BAC-A28B223D5EBD}"/>
              </a:ext>
            </a:extLst>
          </p:cNvPr>
          <p:cNvGrpSpPr/>
          <p:nvPr/>
        </p:nvGrpSpPr>
        <p:grpSpPr>
          <a:xfrm>
            <a:off x="6278646" y="1402503"/>
            <a:ext cx="161640" cy="110880"/>
            <a:chOff x="6278646" y="1402503"/>
            <a:chExt cx="161640" cy="11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2E009A9-D3BC-7225-0A95-6EB389EB7A19}"/>
                    </a:ext>
                  </a:extLst>
                </p14:cNvPr>
                <p14:cNvContentPartPr/>
                <p14:nvPr/>
              </p14:nvContentPartPr>
              <p14:xfrm>
                <a:off x="6278646" y="1402503"/>
                <a:ext cx="4320" cy="1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2E009A9-D3BC-7225-0A95-6EB389EB7A1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60646" y="1384863"/>
                  <a:ext cx="399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638C1FA-9E41-6B52-7FF0-582417DBAE15}"/>
                    </a:ext>
                  </a:extLst>
                </p14:cNvPr>
                <p14:cNvContentPartPr/>
                <p14:nvPr/>
              </p14:nvContentPartPr>
              <p14:xfrm>
                <a:off x="6437046" y="1500783"/>
                <a:ext cx="3240" cy="12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638C1FA-9E41-6B52-7FF0-582417DBAE1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19046" y="1483143"/>
                  <a:ext cx="3888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D5E931C-87D1-4445-1AC2-723C2243A497}"/>
              </a:ext>
            </a:extLst>
          </p:cNvPr>
          <p:cNvGrpSpPr/>
          <p:nvPr/>
        </p:nvGrpSpPr>
        <p:grpSpPr>
          <a:xfrm>
            <a:off x="6327246" y="845943"/>
            <a:ext cx="165240" cy="128880"/>
            <a:chOff x="6327246" y="845943"/>
            <a:chExt cx="16524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050583D-D6A6-0096-57B9-568187697570}"/>
                    </a:ext>
                  </a:extLst>
                </p14:cNvPr>
                <p14:cNvContentPartPr/>
                <p14:nvPr/>
              </p14:nvContentPartPr>
              <p14:xfrm>
                <a:off x="6395286" y="939903"/>
                <a:ext cx="9000" cy="2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050583D-D6A6-0096-57B9-56818769757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77646" y="922263"/>
                  <a:ext cx="44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E7BF092-E14D-6FD2-B092-FE00D9241AA9}"/>
                    </a:ext>
                  </a:extLst>
                </p14:cNvPr>
                <p14:cNvContentPartPr/>
                <p14:nvPr/>
              </p14:nvContentPartPr>
              <p14:xfrm>
                <a:off x="6469446" y="845943"/>
                <a:ext cx="3240" cy="6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E7BF092-E14D-6FD2-B092-FE00D9241AA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51446" y="828303"/>
                  <a:ext cx="388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B1E60B0-4922-835B-26CE-5984E9E21110}"/>
                    </a:ext>
                  </a:extLst>
                </p14:cNvPr>
                <p14:cNvContentPartPr/>
                <p14:nvPr/>
              </p14:nvContentPartPr>
              <p14:xfrm>
                <a:off x="6489966" y="962943"/>
                <a:ext cx="2520" cy="11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B1E60B0-4922-835B-26CE-5984E9E2111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72326" y="945303"/>
                  <a:ext cx="38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B2D214C-DCDB-8469-9096-D8EFFBF5D758}"/>
                    </a:ext>
                  </a:extLst>
                </p14:cNvPr>
                <p14:cNvContentPartPr/>
                <p14:nvPr/>
              </p14:nvContentPartPr>
              <p14:xfrm>
                <a:off x="6328326" y="899583"/>
                <a:ext cx="1440" cy="3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B2D214C-DCDB-8469-9096-D8EFFBF5D75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310326" y="881943"/>
                  <a:ext cx="37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D62E075-1A4C-3387-311D-C5DD6DA649F0}"/>
                    </a:ext>
                  </a:extLst>
                </p14:cNvPr>
                <p14:cNvContentPartPr/>
                <p14:nvPr/>
              </p14:nvContentPartPr>
              <p14:xfrm>
                <a:off x="6327246" y="902823"/>
                <a:ext cx="1440" cy="2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D62E075-1A4C-3387-311D-C5DD6DA649F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309246" y="884823"/>
                  <a:ext cx="370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6A01198-FEB2-1611-8F86-0CD7F7167562}"/>
                    </a:ext>
                  </a:extLst>
                </p14:cNvPr>
                <p14:cNvContentPartPr/>
                <p14:nvPr/>
              </p14:nvContentPartPr>
              <p14:xfrm>
                <a:off x="6431286" y="971223"/>
                <a:ext cx="360" cy="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6A01198-FEB2-1611-8F86-0CD7F716756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413646" y="9532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5F68F18-28C3-0A9A-2BCE-D449137BE970}"/>
              </a:ext>
            </a:extLst>
          </p:cNvPr>
          <p:cNvGrpSpPr/>
          <p:nvPr/>
        </p:nvGrpSpPr>
        <p:grpSpPr>
          <a:xfrm>
            <a:off x="100686" y="2850423"/>
            <a:ext cx="2112840" cy="522720"/>
            <a:chOff x="100686" y="2850423"/>
            <a:chExt cx="2112840" cy="52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265010F-DEF8-5C05-AAC8-F3D6676E884E}"/>
                    </a:ext>
                  </a:extLst>
                </p14:cNvPr>
                <p14:cNvContentPartPr/>
                <p14:nvPr/>
              </p14:nvContentPartPr>
              <p14:xfrm>
                <a:off x="100686" y="2850423"/>
                <a:ext cx="213120" cy="226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265010F-DEF8-5C05-AAC8-F3D6676E884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3046" y="2832423"/>
                  <a:ext cx="2487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82E0438-FA1F-EC39-50E0-7CDE4C8C6445}"/>
                    </a:ext>
                  </a:extLst>
                </p14:cNvPr>
                <p14:cNvContentPartPr/>
                <p14:nvPr/>
              </p14:nvContentPartPr>
              <p14:xfrm>
                <a:off x="224886" y="3013863"/>
                <a:ext cx="247680" cy="262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82E0438-FA1F-EC39-50E0-7CDE4C8C644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06886" y="2996223"/>
                  <a:ext cx="2833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ED966B3-46FE-A7C6-8328-6EB7E1E83FA5}"/>
                    </a:ext>
                  </a:extLst>
                </p14:cNvPr>
                <p14:cNvContentPartPr/>
                <p14:nvPr/>
              </p14:nvContentPartPr>
              <p14:xfrm>
                <a:off x="546726" y="3008463"/>
                <a:ext cx="204480" cy="133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ED966B3-46FE-A7C6-8328-6EB7E1E83FA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29086" y="2990463"/>
                  <a:ext cx="240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0C3B1E2-9C7D-A54D-77DA-FC03407621B7}"/>
                    </a:ext>
                  </a:extLst>
                </p14:cNvPr>
                <p14:cNvContentPartPr/>
                <p14:nvPr/>
              </p14:nvContentPartPr>
              <p14:xfrm>
                <a:off x="883326" y="2893263"/>
                <a:ext cx="207360" cy="288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0C3B1E2-9C7D-A54D-77DA-FC03407621B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65686" y="2875263"/>
                  <a:ext cx="2430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DBC2D5F-EBDF-1610-4F9A-EBF93C93F752}"/>
                    </a:ext>
                  </a:extLst>
                </p14:cNvPr>
                <p14:cNvContentPartPr/>
                <p14:nvPr/>
              </p14:nvContentPartPr>
              <p14:xfrm>
                <a:off x="1107246" y="3102423"/>
                <a:ext cx="170640" cy="235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DBC2D5F-EBDF-1610-4F9A-EBF93C93F75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89606" y="3084423"/>
                  <a:ext cx="2062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921E531-EBCE-13D9-FB74-DB5F5721596D}"/>
                    </a:ext>
                  </a:extLst>
                </p14:cNvPr>
                <p14:cNvContentPartPr/>
                <p14:nvPr/>
              </p14:nvContentPartPr>
              <p14:xfrm>
                <a:off x="1385526" y="3077223"/>
                <a:ext cx="176760" cy="12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921E531-EBCE-13D9-FB74-DB5F5721596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367886" y="3059583"/>
                  <a:ext cx="212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1F67331-94BF-B733-5AFC-0C2302009BD5}"/>
                    </a:ext>
                  </a:extLst>
                </p14:cNvPr>
                <p14:cNvContentPartPr/>
                <p14:nvPr/>
              </p14:nvContentPartPr>
              <p14:xfrm>
                <a:off x="1717806" y="2983983"/>
                <a:ext cx="146520" cy="209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1F67331-94BF-B733-5AFC-0C2302009BD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700166" y="2965983"/>
                  <a:ext cx="182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3B9D627-C279-6BA1-B1CA-02CA3282FC59}"/>
                    </a:ext>
                  </a:extLst>
                </p14:cNvPr>
                <p14:cNvContentPartPr/>
                <p14:nvPr/>
              </p14:nvContentPartPr>
              <p14:xfrm>
                <a:off x="1922646" y="2977503"/>
                <a:ext cx="195840" cy="261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3B9D627-C279-6BA1-B1CA-02CA3282FC5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905006" y="2959503"/>
                  <a:ext cx="2314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68E9F87-A664-BAD3-6829-E16FB6470829}"/>
                    </a:ext>
                  </a:extLst>
                </p14:cNvPr>
                <p14:cNvContentPartPr/>
                <p14:nvPr/>
              </p14:nvContentPartPr>
              <p14:xfrm>
                <a:off x="2189046" y="3149223"/>
                <a:ext cx="24480" cy="223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68E9F87-A664-BAD3-6829-E16FB647082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171046" y="3131223"/>
                  <a:ext cx="6012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48B536B-FACB-FC3E-C8E8-E205649B6874}"/>
              </a:ext>
            </a:extLst>
          </p:cNvPr>
          <p:cNvGrpSpPr/>
          <p:nvPr/>
        </p:nvGrpSpPr>
        <p:grpSpPr>
          <a:xfrm>
            <a:off x="2784846" y="2009103"/>
            <a:ext cx="576360" cy="1749960"/>
            <a:chOff x="2784846" y="2009103"/>
            <a:chExt cx="576360" cy="174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BCE8A23-BDB1-DF56-CA72-B572AAE92FAA}"/>
                    </a:ext>
                  </a:extLst>
                </p14:cNvPr>
                <p14:cNvContentPartPr/>
                <p14:nvPr/>
              </p14:nvContentPartPr>
              <p14:xfrm>
                <a:off x="2784846" y="2009103"/>
                <a:ext cx="424800" cy="1749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BCE8A23-BDB1-DF56-CA72-B572AAE92FA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766846" y="1991463"/>
                  <a:ext cx="460440" cy="178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41A6300-DC3B-D526-E822-E3819F4D9661}"/>
                    </a:ext>
                  </a:extLst>
                </p14:cNvPr>
                <p14:cNvContentPartPr/>
                <p14:nvPr/>
              </p14:nvContentPartPr>
              <p14:xfrm>
                <a:off x="3329886" y="2157423"/>
                <a:ext cx="31320" cy="207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41A6300-DC3B-D526-E822-E3819F4D966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312246" y="2139783"/>
                  <a:ext cx="66960" cy="24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89B000A3-43E2-4C05-6C04-4D9F7842F89A}"/>
                  </a:ext>
                </a:extLst>
              </p14:cNvPr>
              <p14:cNvContentPartPr/>
              <p14:nvPr/>
            </p14:nvContentPartPr>
            <p14:xfrm>
              <a:off x="3904086" y="2214663"/>
              <a:ext cx="203760" cy="1602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89B000A3-43E2-4C05-6C04-4D9F7842F89A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886446" y="2197023"/>
                <a:ext cx="23940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D107FE9-0FB7-1057-B574-08D288AA9691}"/>
                  </a:ext>
                </a:extLst>
              </p14:cNvPr>
              <p14:cNvContentPartPr/>
              <p14:nvPr/>
            </p14:nvContentPartPr>
            <p14:xfrm>
              <a:off x="4718406" y="2192703"/>
              <a:ext cx="162720" cy="2077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D107FE9-0FB7-1057-B574-08D288AA9691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700766" y="2175063"/>
                <a:ext cx="19836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D3163C6-1FF1-F5CE-89CC-4C159376278C}"/>
                  </a:ext>
                </a:extLst>
              </p14:cNvPr>
              <p14:cNvContentPartPr/>
              <p14:nvPr/>
            </p14:nvContentPartPr>
            <p14:xfrm>
              <a:off x="5610486" y="2191623"/>
              <a:ext cx="176760" cy="3250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D3163C6-1FF1-F5CE-89CC-4C159376278C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5592846" y="2173623"/>
                <a:ext cx="212400" cy="36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CF0F04E6-2EBE-ACA3-5153-54A6BD310B39}"/>
              </a:ext>
            </a:extLst>
          </p:cNvPr>
          <p:cNvGrpSpPr/>
          <p:nvPr/>
        </p:nvGrpSpPr>
        <p:grpSpPr>
          <a:xfrm>
            <a:off x="98886" y="2194503"/>
            <a:ext cx="2038320" cy="456480"/>
            <a:chOff x="98886" y="2194503"/>
            <a:chExt cx="2038320" cy="45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A6FD017-CB76-62F2-5352-90F93834F3FC}"/>
                    </a:ext>
                  </a:extLst>
                </p14:cNvPr>
                <p14:cNvContentPartPr/>
                <p14:nvPr/>
              </p14:nvContentPartPr>
              <p14:xfrm>
                <a:off x="154686" y="2196303"/>
                <a:ext cx="217080" cy="284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A6FD017-CB76-62F2-5352-90F93834F3F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36686" y="2178303"/>
                  <a:ext cx="2527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3F4595D-E0AC-0392-763E-A0406A4692C6}"/>
                    </a:ext>
                  </a:extLst>
                </p14:cNvPr>
                <p14:cNvContentPartPr/>
                <p14:nvPr/>
              </p14:nvContentPartPr>
              <p14:xfrm>
                <a:off x="308406" y="2401863"/>
                <a:ext cx="265680" cy="189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3F4595D-E0AC-0392-763E-A0406A4692C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90406" y="2383863"/>
                  <a:ext cx="3013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60DBC27-2ADC-A558-ACCA-BCCEEFC8A3C3}"/>
                    </a:ext>
                  </a:extLst>
                </p14:cNvPr>
                <p14:cNvContentPartPr/>
                <p14:nvPr/>
              </p14:nvContentPartPr>
              <p14:xfrm>
                <a:off x="586686" y="2290983"/>
                <a:ext cx="124920" cy="161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60DBC27-2ADC-A558-ACCA-BCCEEFC8A3C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69046" y="2273343"/>
                  <a:ext cx="1605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903D2B8-C26B-F044-A960-8954F9C339AC}"/>
                    </a:ext>
                  </a:extLst>
                </p14:cNvPr>
                <p14:cNvContentPartPr/>
                <p14:nvPr/>
              </p14:nvContentPartPr>
              <p14:xfrm>
                <a:off x="846966" y="2194503"/>
                <a:ext cx="242280" cy="304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903D2B8-C26B-F044-A960-8954F9C339A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28966" y="2176863"/>
                  <a:ext cx="2779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08A75DF-430E-87B8-9219-0FDFB747DC14}"/>
                    </a:ext>
                  </a:extLst>
                </p14:cNvPr>
                <p14:cNvContentPartPr/>
                <p14:nvPr/>
              </p14:nvContentPartPr>
              <p14:xfrm>
                <a:off x="1156566" y="2431023"/>
                <a:ext cx="294480" cy="219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08A75DF-430E-87B8-9219-0FDFB747DC1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38566" y="2413383"/>
                  <a:ext cx="3301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A72D460-C5FA-97C1-D6F6-67E896F61174}"/>
                    </a:ext>
                  </a:extLst>
                </p14:cNvPr>
                <p14:cNvContentPartPr/>
                <p14:nvPr/>
              </p14:nvContentPartPr>
              <p14:xfrm>
                <a:off x="1329366" y="2378463"/>
                <a:ext cx="173160" cy="14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A72D460-C5FA-97C1-D6F6-67E896F6117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311366" y="2360823"/>
                  <a:ext cx="208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489D2ED-D795-F1DF-4F4D-921E363BFE62}"/>
                    </a:ext>
                  </a:extLst>
                </p14:cNvPr>
                <p14:cNvContentPartPr/>
                <p14:nvPr/>
              </p14:nvContentPartPr>
              <p14:xfrm>
                <a:off x="1576686" y="2262903"/>
                <a:ext cx="162720" cy="213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489D2ED-D795-F1DF-4F4D-921E363BFE6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558686" y="2245263"/>
                  <a:ext cx="1983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A30B495-2198-3688-BE5C-E324AE7C9FD7}"/>
                    </a:ext>
                  </a:extLst>
                </p14:cNvPr>
                <p14:cNvContentPartPr/>
                <p14:nvPr/>
              </p14:nvContentPartPr>
              <p14:xfrm>
                <a:off x="1912926" y="2197023"/>
                <a:ext cx="162360" cy="267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A30B495-2198-3688-BE5C-E324AE7C9FD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895286" y="2179383"/>
                  <a:ext cx="1980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CE8DA37-6FA4-2E3C-42DE-B90C6D29453A}"/>
                    </a:ext>
                  </a:extLst>
                </p14:cNvPr>
                <p14:cNvContentPartPr/>
                <p14:nvPr/>
              </p14:nvContentPartPr>
              <p14:xfrm>
                <a:off x="2097246" y="2389263"/>
                <a:ext cx="39960" cy="195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CE8DA37-6FA4-2E3C-42DE-B90C6D29453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079606" y="2371623"/>
                  <a:ext cx="756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A1A89A9-EC31-1E13-BBBC-4230C637674B}"/>
                    </a:ext>
                  </a:extLst>
                </p14:cNvPr>
                <p14:cNvContentPartPr/>
                <p14:nvPr/>
              </p14:nvContentPartPr>
              <p14:xfrm>
                <a:off x="98886" y="2520663"/>
                <a:ext cx="6480" cy="2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A1A89A9-EC31-1E13-BBBC-4230C637674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0886" y="2502663"/>
                  <a:ext cx="4212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33F513F8-8826-A799-342F-D78C6619FDA5}"/>
                  </a:ext>
                </a:extLst>
              </p14:cNvPr>
              <p14:cNvContentPartPr/>
              <p14:nvPr/>
            </p14:nvContentPartPr>
            <p14:xfrm>
              <a:off x="74046" y="3395823"/>
              <a:ext cx="3960" cy="50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33F513F8-8826-A799-342F-D78C6619FDA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6406" y="3377823"/>
                <a:ext cx="396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405C956-4DD7-FAA7-8DD7-B65E613C36EB}"/>
                  </a:ext>
                </a:extLst>
              </p14:cNvPr>
              <p14:cNvContentPartPr/>
              <p14:nvPr/>
            </p14:nvContentPartPr>
            <p14:xfrm>
              <a:off x="3171126" y="2725863"/>
              <a:ext cx="150120" cy="1886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405C956-4DD7-FAA7-8DD7-B65E613C36E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153126" y="2707863"/>
                <a:ext cx="185760" cy="2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D755FA4F-C9EF-4B5C-8C20-5AD2E8EFC62B}"/>
              </a:ext>
            </a:extLst>
          </p:cNvPr>
          <p:cNvGrpSpPr/>
          <p:nvPr/>
        </p:nvGrpSpPr>
        <p:grpSpPr>
          <a:xfrm>
            <a:off x="3682686" y="2593383"/>
            <a:ext cx="398520" cy="220320"/>
            <a:chOff x="3682686" y="2593383"/>
            <a:chExt cx="39852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FE3951B-D507-8049-4B93-0F8845028E8F}"/>
                    </a:ext>
                  </a:extLst>
                </p14:cNvPr>
                <p14:cNvContentPartPr/>
                <p14:nvPr/>
              </p14:nvContentPartPr>
              <p14:xfrm>
                <a:off x="3682686" y="2679783"/>
                <a:ext cx="159480" cy="23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FE3951B-D507-8049-4B93-0F8845028E8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665046" y="2662143"/>
                  <a:ext cx="1951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383AC8F-5D27-FEE8-08D9-7A4353453FDC}"/>
                    </a:ext>
                  </a:extLst>
                </p14:cNvPr>
                <p14:cNvContentPartPr/>
                <p14:nvPr/>
              </p14:nvContentPartPr>
              <p14:xfrm>
                <a:off x="3930006" y="2593383"/>
                <a:ext cx="151200" cy="220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383AC8F-5D27-FEE8-08D9-7A4353453FD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912006" y="2575743"/>
                  <a:ext cx="18684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44F24A0-9EC8-11F2-5A1B-BEB4FF9DC657}"/>
              </a:ext>
            </a:extLst>
          </p:cNvPr>
          <p:cNvGrpSpPr/>
          <p:nvPr/>
        </p:nvGrpSpPr>
        <p:grpSpPr>
          <a:xfrm>
            <a:off x="4634166" y="2686983"/>
            <a:ext cx="407880" cy="230040"/>
            <a:chOff x="4634166" y="2686983"/>
            <a:chExt cx="407880" cy="23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2994940-3933-9F2E-28F7-AF88F02E9B29}"/>
                    </a:ext>
                  </a:extLst>
                </p14:cNvPr>
                <p14:cNvContentPartPr/>
                <p14:nvPr/>
              </p14:nvContentPartPr>
              <p14:xfrm>
                <a:off x="4634166" y="2781303"/>
                <a:ext cx="73800" cy="9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2994940-3933-9F2E-28F7-AF88F02E9B2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616166" y="2763303"/>
                  <a:ext cx="109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6FAF97B-B86E-E857-E4A0-0A4054177DFE}"/>
                    </a:ext>
                  </a:extLst>
                </p14:cNvPr>
                <p14:cNvContentPartPr/>
                <p14:nvPr/>
              </p14:nvContentPartPr>
              <p14:xfrm>
                <a:off x="4822806" y="2686983"/>
                <a:ext cx="219240" cy="230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6FAF97B-B86E-E857-E4A0-0A4054177DF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04806" y="2668983"/>
                  <a:ext cx="254880" cy="26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6E79995C-E68F-C7FA-940F-2CACFA52DEAF}"/>
                  </a:ext>
                </a:extLst>
              </p14:cNvPr>
              <p14:cNvContentPartPr/>
              <p14:nvPr/>
            </p14:nvContentPartPr>
            <p14:xfrm>
              <a:off x="3157086" y="3178383"/>
              <a:ext cx="178920" cy="235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6E79995C-E68F-C7FA-940F-2CACFA52DEA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139086" y="3160743"/>
                <a:ext cx="214560" cy="27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38CEB01-B46B-7902-DCD4-91D7AD3F14B5}"/>
              </a:ext>
            </a:extLst>
          </p:cNvPr>
          <p:cNvGrpSpPr/>
          <p:nvPr/>
        </p:nvGrpSpPr>
        <p:grpSpPr>
          <a:xfrm>
            <a:off x="3777726" y="3185223"/>
            <a:ext cx="410760" cy="250200"/>
            <a:chOff x="3777726" y="3185223"/>
            <a:chExt cx="41076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822FDF3-AF4F-47EE-4650-B53C113B71D7}"/>
                    </a:ext>
                  </a:extLst>
                </p14:cNvPr>
                <p14:cNvContentPartPr/>
                <p14:nvPr/>
              </p14:nvContentPartPr>
              <p14:xfrm>
                <a:off x="3777726" y="3298623"/>
                <a:ext cx="135360" cy="22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822FDF3-AF4F-47EE-4650-B53C113B71D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760086" y="3280623"/>
                  <a:ext cx="171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98559CC-7064-80D9-5FD3-78D90530E94D}"/>
                    </a:ext>
                  </a:extLst>
                </p14:cNvPr>
                <p14:cNvContentPartPr/>
                <p14:nvPr/>
              </p14:nvContentPartPr>
              <p14:xfrm>
                <a:off x="4004526" y="3185223"/>
                <a:ext cx="183960" cy="250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98559CC-7064-80D9-5FD3-78D90530E94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986886" y="3167583"/>
                  <a:ext cx="219600" cy="28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3EFD488-CD14-77DD-A4FF-6809DA2B4550}"/>
              </a:ext>
            </a:extLst>
          </p:cNvPr>
          <p:cNvGrpSpPr/>
          <p:nvPr/>
        </p:nvGrpSpPr>
        <p:grpSpPr>
          <a:xfrm>
            <a:off x="4641006" y="3262623"/>
            <a:ext cx="335880" cy="291960"/>
            <a:chOff x="4641006" y="3262623"/>
            <a:chExt cx="33588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73D368C-5B24-E314-26BD-1B615577EF61}"/>
                    </a:ext>
                  </a:extLst>
                </p14:cNvPr>
                <p14:cNvContentPartPr/>
                <p14:nvPr/>
              </p14:nvContentPartPr>
              <p14:xfrm>
                <a:off x="4641006" y="3358743"/>
                <a:ext cx="160560" cy="10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73D368C-5B24-E314-26BD-1B615577EF6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623006" y="3340743"/>
                  <a:ext cx="196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39F9DD1-AE83-32DD-0844-C6B45AED1324}"/>
                    </a:ext>
                  </a:extLst>
                </p14:cNvPr>
                <p14:cNvContentPartPr/>
                <p14:nvPr/>
              </p14:nvContentPartPr>
              <p14:xfrm>
                <a:off x="4844766" y="3262623"/>
                <a:ext cx="132120" cy="2919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39F9DD1-AE83-32DD-0844-C6B45AED132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26766" y="3244983"/>
                  <a:ext cx="16776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1D7CB3F-D7D6-C89E-761F-E501C46EFB02}"/>
              </a:ext>
            </a:extLst>
          </p:cNvPr>
          <p:cNvGrpSpPr/>
          <p:nvPr/>
        </p:nvGrpSpPr>
        <p:grpSpPr>
          <a:xfrm>
            <a:off x="5543526" y="1844583"/>
            <a:ext cx="1067400" cy="1831680"/>
            <a:chOff x="5543526" y="1844583"/>
            <a:chExt cx="1067400" cy="183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276CA29-B1EA-7BD1-C14D-802634BA4BEC}"/>
                    </a:ext>
                  </a:extLst>
                </p14:cNvPr>
                <p14:cNvContentPartPr/>
                <p14:nvPr/>
              </p14:nvContentPartPr>
              <p14:xfrm>
                <a:off x="5543526" y="2794983"/>
                <a:ext cx="159840" cy="15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276CA29-B1EA-7BD1-C14D-802634BA4BE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525526" y="2777343"/>
                  <a:ext cx="195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5119A69-84B5-0AE0-6136-F7D2127C5B0E}"/>
                    </a:ext>
                  </a:extLst>
                </p14:cNvPr>
                <p14:cNvContentPartPr/>
                <p14:nvPr/>
              </p14:nvContentPartPr>
              <p14:xfrm>
                <a:off x="5835126" y="2690943"/>
                <a:ext cx="124920" cy="47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5119A69-84B5-0AE0-6136-F7D2127C5B0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817126" y="2673303"/>
                  <a:ext cx="1605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D67FCEB-7B0F-03EE-5D92-3C2F60D09C85}"/>
                    </a:ext>
                  </a:extLst>
                </p14:cNvPr>
                <p14:cNvContentPartPr/>
                <p14:nvPr/>
              </p14:nvContentPartPr>
              <p14:xfrm>
                <a:off x="5724246" y="2703183"/>
                <a:ext cx="249840" cy="227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D67FCEB-7B0F-03EE-5D92-3C2F60D09C8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706246" y="2685183"/>
                  <a:ext cx="2854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672CBCA-2856-46D1-D52F-A683F0076F65}"/>
                    </a:ext>
                  </a:extLst>
                </p14:cNvPr>
                <p14:cNvContentPartPr/>
                <p14:nvPr/>
              </p14:nvContentPartPr>
              <p14:xfrm>
                <a:off x="5550366" y="3410583"/>
                <a:ext cx="174240" cy="15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672CBCA-2856-46D1-D52F-A683F0076F6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532366" y="3392583"/>
                  <a:ext cx="209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12CBE3D-6205-EE04-14D8-F723458B505D}"/>
                    </a:ext>
                  </a:extLst>
                </p14:cNvPr>
                <p14:cNvContentPartPr/>
                <p14:nvPr/>
              </p14:nvContentPartPr>
              <p14:xfrm>
                <a:off x="5852766" y="3308703"/>
                <a:ext cx="144360" cy="189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12CBE3D-6205-EE04-14D8-F723458B505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835126" y="3291063"/>
                  <a:ext cx="180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668F162-44CD-9930-BE96-22466CEB64C9}"/>
                    </a:ext>
                  </a:extLst>
                </p14:cNvPr>
                <p14:cNvContentPartPr/>
                <p14:nvPr/>
              </p14:nvContentPartPr>
              <p14:xfrm>
                <a:off x="6079926" y="3316263"/>
                <a:ext cx="210600" cy="145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668F162-44CD-9930-BE96-22466CEB64C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062286" y="3298623"/>
                  <a:ext cx="246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46C1B8E-6F43-8F75-BDD4-C7066E7A8EEA}"/>
                    </a:ext>
                  </a:extLst>
                </p14:cNvPr>
                <p14:cNvContentPartPr/>
                <p14:nvPr/>
              </p14:nvContentPartPr>
              <p14:xfrm>
                <a:off x="6244086" y="1844583"/>
                <a:ext cx="366840" cy="1831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46C1B8E-6F43-8F75-BDD4-C7066E7A8EE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226086" y="1826943"/>
                  <a:ext cx="402480" cy="18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E2020BB-8A09-32DA-4767-A70E6F52FA89}"/>
              </a:ext>
            </a:extLst>
          </p:cNvPr>
          <p:cNvGrpSpPr/>
          <p:nvPr/>
        </p:nvGrpSpPr>
        <p:grpSpPr>
          <a:xfrm>
            <a:off x="165486" y="4142463"/>
            <a:ext cx="627840" cy="390600"/>
            <a:chOff x="165486" y="4142463"/>
            <a:chExt cx="627840" cy="39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518CCC2-50CF-3F0A-09F2-BCB05FA3C6CC}"/>
                    </a:ext>
                  </a:extLst>
                </p14:cNvPr>
                <p14:cNvContentPartPr/>
                <p14:nvPr/>
              </p14:nvContentPartPr>
              <p14:xfrm>
                <a:off x="392286" y="4314903"/>
                <a:ext cx="109800" cy="20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518CCC2-50CF-3F0A-09F2-BCB05FA3C6C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4646" y="4296903"/>
                  <a:ext cx="145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3BD833D-7E9C-15BD-38D5-3AB3A723925F}"/>
                    </a:ext>
                  </a:extLst>
                </p14:cNvPr>
                <p14:cNvContentPartPr/>
                <p14:nvPr/>
              </p14:nvContentPartPr>
              <p14:xfrm>
                <a:off x="609726" y="4239303"/>
                <a:ext cx="30600" cy="181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3BD833D-7E9C-15BD-38D5-3AB3A723925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92086" y="4221303"/>
                  <a:ext cx="662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9AE8320-5059-AB7C-6DD6-71300E7D55AB}"/>
                    </a:ext>
                  </a:extLst>
                </p14:cNvPr>
                <p14:cNvContentPartPr/>
                <p14:nvPr/>
              </p14:nvContentPartPr>
              <p14:xfrm>
                <a:off x="604326" y="4186023"/>
                <a:ext cx="189000" cy="3240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9AE8320-5059-AB7C-6DD6-71300E7D55A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6326" y="4168023"/>
                  <a:ext cx="2246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05A9CA0-77D4-7FA0-D94A-8B9440D895D2}"/>
                    </a:ext>
                  </a:extLst>
                </p14:cNvPr>
                <p14:cNvContentPartPr/>
                <p14:nvPr/>
              </p14:nvContentPartPr>
              <p14:xfrm>
                <a:off x="165486" y="4142463"/>
                <a:ext cx="204120" cy="390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05A9CA0-77D4-7FA0-D94A-8B9440D895D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47486" y="4124463"/>
                  <a:ext cx="239760" cy="42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5ABDDC7-39EB-CA1C-8EFE-65F4B2045DDA}"/>
              </a:ext>
            </a:extLst>
          </p:cNvPr>
          <p:cNvGrpSpPr/>
          <p:nvPr/>
        </p:nvGrpSpPr>
        <p:grpSpPr>
          <a:xfrm>
            <a:off x="907806" y="4229943"/>
            <a:ext cx="498240" cy="343080"/>
            <a:chOff x="907806" y="4229943"/>
            <a:chExt cx="498240" cy="34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70628C4-80F9-558C-92ED-D8B717642C1C}"/>
                    </a:ext>
                  </a:extLst>
                </p14:cNvPr>
                <p14:cNvContentPartPr/>
                <p14:nvPr/>
              </p14:nvContentPartPr>
              <p14:xfrm>
                <a:off x="907806" y="4229943"/>
                <a:ext cx="194040" cy="271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70628C4-80F9-558C-92ED-D8B717642C1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90166" y="4211943"/>
                  <a:ext cx="2296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471725B-B1DD-8C68-645C-47DD6CE0FDBA}"/>
                    </a:ext>
                  </a:extLst>
                </p14:cNvPr>
                <p14:cNvContentPartPr/>
                <p14:nvPr/>
              </p14:nvContentPartPr>
              <p14:xfrm>
                <a:off x="1159446" y="4429023"/>
                <a:ext cx="246600" cy="144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471725B-B1DD-8C68-645C-47DD6CE0FDB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41446" y="4411383"/>
                  <a:ext cx="28224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013E05D6-8B0A-3C6B-444E-06B62B2A2CD4}"/>
              </a:ext>
            </a:extLst>
          </p:cNvPr>
          <p:cNvGrpSpPr/>
          <p:nvPr/>
        </p:nvGrpSpPr>
        <p:grpSpPr>
          <a:xfrm>
            <a:off x="188886" y="4824663"/>
            <a:ext cx="1122480" cy="462600"/>
            <a:chOff x="188886" y="4824663"/>
            <a:chExt cx="112248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7304417-4F9A-C6EE-FF01-84EBC915769B}"/>
                    </a:ext>
                  </a:extLst>
                </p14:cNvPr>
                <p14:cNvContentPartPr/>
                <p14:nvPr/>
              </p14:nvContentPartPr>
              <p14:xfrm>
                <a:off x="360606" y="4973343"/>
                <a:ext cx="121680" cy="7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7304417-4F9A-C6EE-FF01-84EBC915769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42966" y="4955703"/>
                  <a:ext cx="1573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79EDAB9-631F-EC30-6B42-32820E533B7C}"/>
                    </a:ext>
                  </a:extLst>
                </p14:cNvPr>
                <p14:cNvContentPartPr/>
                <p14:nvPr/>
              </p14:nvContentPartPr>
              <p14:xfrm>
                <a:off x="549606" y="4917183"/>
                <a:ext cx="29160" cy="1350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79EDAB9-631F-EC30-6B42-32820E533B7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31966" y="4899183"/>
                  <a:ext cx="648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83591C8-868D-C8B5-D0FB-8F8F3EAC7D6B}"/>
                    </a:ext>
                  </a:extLst>
                </p14:cNvPr>
                <p14:cNvContentPartPr/>
                <p14:nvPr/>
              </p14:nvContentPartPr>
              <p14:xfrm>
                <a:off x="549966" y="4824663"/>
                <a:ext cx="185760" cy="330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83591C8-868D-C8B5-D0FB-8F8F3EAC7D6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31966" y="4806663"/>
                  <a:ext cx="2214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66C270E-EF09-56F8-489A-15A9C34A8B32}"/>
                    </a:ext>
                  </a:extLst>
                </p14:cNvPr>
                <p14:cNvContentPartPr/>
                <p14:nvPr/>
              </p14:nvContentPartPr>
              <p14:xfrm>
                <a:off x="188886" y="4834383"/>
                <a:ext cx="283320" cy="411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66C270E-EF09-56F8-489A-15A9C34A8B3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70886" y="4816383"/>
                  <a:ext cx="31896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86653E0-9FF5-323A-B201-EBFE084C4095}"/>
                    </a:ext>
                  </a:extLst>
                </p14:cNvPr>
                <p14:cNvContentPartPr/>
                <p14:nvPr/>
              </p14:nvContentPartPr>
              <p14:xfrm>
                <a:off x="936966" y="4890903"/>
                <a:ext cx="191160" cy="249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86653E0-9FF5-323A-B201-EBFE084C409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8966" y="4872903"/>
                  <a:ext cx="2268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9611ADF-55DC-B17C-B934-6205C488FCA6}"/>
                    </a:ext>
                  </a:extLst>
                </p14:cNvPr>
                <p14:cNvContentPartPr/>
                <p14:nvPr/>
              </p14:nvContentPartPr>
              <p14:xfrm>
                <a:off x="1082046" y="5063343"/>
                <a:ext cx="229320" cy="223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9611ADF-55DC-B17C-B934-6205C488FCA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64406" y="5045703"/>
                  <a:ext cx="26496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0ECB65A-0292-680C-887E-BAEE6AE0061C}"/>
              </a:ext>
            </a:extLst>
          </p:cNvPr>
          <p:cNvGrpSpPr/>
          <p:nvPr/>
        </p:nvGrpSpPr>
        <p:grpSpPr>
          <a:xfrm>
            <a:off x="2024166" y="4096743"/>
            <a:ext cx="511200" cy="1494360"/>
            <a:chOff x="2024166" y="4096743"/>
            <a:chExt cx="511200" cy="149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0E94BC9-B1BE-28B6-5073-0F037430433C}"/>
                    </a:ext>
                  </a:extLst>
                </p14:cNvPr>
                <p14:cNvContentPartPr/>
                <p14:nvPr/>
              </p14:nvContentPartPr>
              <p14:xfrm>
                <a:off x="2024166" y="4096743"/>
                <a:ext cx="305280" cy="1494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0E94BC9-B1BE-28B6-5073-0F037430433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006166" y="4078743"/>
                  <a:ext cx="340920" cy="15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24B03F3-5E1A-23E2-8718-8D61329CC969}"/>
                    </a:ext>
                  </a:extLst>
                </p14:cNvPr>
                <p14:cNvContentPartPr/>
                <p14:nvPr/>
              </p14:nvContentPartPr>
              <p14:xfrm>
                <a:off x="2510166" y="4321023"/>
                <a:ext cx="25200" cy="184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24B03F3-5E1A-23E2-8718-8D61329CC96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492526" y="4303383"/>
                  <a:ext cx="60840" cy="21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C8FD5EB2-23DB-FE77-F3D1-6594BCE174E5}"/>
                  </a:ext>
                </a:extLst>
              </p14:cNvPr>
              <p14:cNvContentPartPr/>
              <p14:nvPr/>
            </p14:nvContentPartPr>
            <p14:xfrm>
              <a:off x="3154566" y="4348383"/>
              <a:ext cx="350640" cy="1717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C8FD5EB2-23DB-FE77-F3D1-6594BCE174E5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136926" y="4330383"/>
                <a:ext cx="3862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E10D679-DE93-3864-2A90-C179A1B7092B}"/>
                  </a:ext>
                </a:extLst>
              </p14:cNvPr>
              <p14:cNvContentPartPr/>
              <p14:nvPr/>
            </p14:nvContentPartPr>
            <p14:xfrm>
              <a:off x="3925326" y="4235703"/>
              <a:ext cx="189720" cy="2138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E10D679-DE93-3864-2A90-C179A1B7092B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907326" y="4218063"/>
                <a:ext cx="22536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5EE9B01-AC5E-89DB-6E1D-679A301804A2}"/>
                  </a:ext>
                </a:extLst>
              </p14:cNvPr>
              <p14:cNvContentPartPr/>
              <p14:nvPr/>
            </p14:nvContentPartPr>
            <p14:xfrm>
              <a:off x="4626606" y="4186743"/>
              <a:ext cx="173160" cy="3204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5EE9B01-AC5E-89DB-6E1D-679A301804A2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608966" y="4168743"/>
                <a:ext cx="20880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4985016E-AC0F-525F-6439-4DCA23F585A5}"/>
                  </a:ext>
                </a:extLst>
              </p14:cNvPr>
              <p14:cNvContentPartPr/>
              <p14:nvPr/>
            </p14:nvContentPartPr>
            <p14:xfrm>
              <a:off x="2423766" y="4739703"/>
              <a:ext cx="158760" cy="1674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4985016E-AC0F-525F-6439-4DCA23F585A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405766" y="4721703"/>
                <a:ext cx="19440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116DE346-9479-C128-DECF-75766A29290B}"/>
                  </a:ext>
                </a:extLst>
              </p14:cNvPr>
              <p14:cNvContentPartPr/>
              <p14:nvPr/>
            </p14:nvContentPartPr>
            <p14:xfrm>
              <a:off x="3300006" y="4731063"/>
              <a:ext cx="174240" cy="2120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116DE346-9479-C128-DECF-75766A29290B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282006" y="4713063"/>
                <a:ext cx="20988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709E3192-B611-A966-8DD6-F79C2B89E7C2}"/>
                  </a:ext>
                </a:extLst>
              </p14:cNvPr>
              <p14:cNvContentPartPr/>
              <p14:nvPr/>
            </p14:nvContentPartPr>
            <p14:xfrm>
              <a:off x="3945126" y="4753023"/>
              <a:ext cx="245880" cy="1605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709E3192-B611-A966-8DD6-F79C2B89E7C2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927126" y="4735383"/>
                <a:ext cx="281520" cy="19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69678233-BA80-199A-1CF0-2FD9A0D82C5A}"/>
              </a:ext>
            </a:extLst>
          </p:cNvPr>
          <p:cNvGrpSpPr/>
          <p:nvPr/>
        </p:nvGrpSpPr>
        <p:grpSpPr>
          <a:xfrm>
            <a:off x="4550646" y="4671303"/>
            <a:ext cx="186840" cy="289800"/>
            <a:chOff x="4550646" y="4671303"/>
            <a:chExt cx="18684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F499869-3B44-342D-0D8A-E1B48B9EB5BA}"/>
                    </a:ext>
                  </a:extLst>
                </p14:cNvPr>
                <p14:cNvContentPartPr/>
                <p14:nvPr/>
              </p14:nvContentPartPr>
              <p14:xfrm>
                <a:off x="4614726" y="4671303"/>
                <a:ext cx="122760" cy="28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F499869-3B44-342D-0D8A-E1B48B9EB5B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597086" y="4653303"/>
                  <a:ext cx="1584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F084129-E21A-3C8C-5207-D3BC50562BC0}"/>
                    </a:ext>
                  </a:extLst>
                </p14:cNvPr>
                <p14:cNvContentPartPr/>
                <p14:nvPr/>
              </p14:nvContentPartPr>
              <p14:xfrm>
                <a:off x="4550646" y="4700463"/>
                <a:ext cx="161280" cy="260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F084129-E21A-3C8C-5207-D3BC50562BC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532646" y="4682823"/>
                  <a:ext cx="196920" cy="29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0375CC99-FC7F-047F-C5E4-764D0341572B}"/>
                  </a:ext>
                </a:extLst>
              </p14:cNvPr>
              <p14:cNvContentPartPr/>
              <p14:nvPr/>
            </p14:nvContentPartPr>
            <p14:xfrm>
              <a:off x="2351046" y="5255223"/>
              <a:ext cx="147960" cy="1904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0375CC99-FC7F-047F-C5E4-764D0341572B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333406" y="5237583"/>
                <a:ext cx="1836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DB4AEE31-3843-F5CF-EC4C-E849823BF4F2}"/>
                  </a:ext>
                </a:extLst>
              </p14:cNvPr>
              <p14:cNvContentPartPr/>
              <p14:nvPr/>
            </p14:nvContentPartPr>
            <p14:xfrm>
              <a:off x="3182286" y="5285823"/>
              <a:ext cx="118440" cy="2188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DB4AEE31-3843-F5CF-EC4C-E849823BF4F2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3164646" y="5267823"/>
                <a:ext cx="1540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0548A6BA-6BF8-98CA-5350-031D4F08FEB7}"/>
                  </a:ext>
                </a:extLst>
              </p14:cNvPr>
              <p14:cNvContentPartPr/>
              <p14:nvPr/>
            </p14:nvContentPartPr>
            <p14:xfrm>
              <a:off x="3867006" y="5236863"/>
              <a:ext cx="104040" cy="2613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0548A6BA-6BF8-98CA-5350-031D4F08FEB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3849006" y="5218863"/>
                <a:ext cx="139680" cy="29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AF47080-EBAD-2ADF-391D-B10BEF2D065A}"/>
              </a:ext>
            </a:extLst>
          </p:cNvPr>
          <p:cNvGrpSpPr/>
          <p:nvPr/>
        </p:nvGrpSpPr>
        <p:grpSpPr>
          <a:xfrm>
            <a:off x="4506726" y="5283663"/>
            <a:ext cx="398160" cy="177120"/>
            <a:chOff x="4506726" y="5283663"/>
            <a:chExt cx="398160" cy="17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2B2181C-3F5B-85B4-309B-2E21ADF8240D}"/>
                    </a:ext>
                  </a:extLst>
                </p14:cNvPr>
                <p14:cNvContentPartPr/>
                <p14:nvPr/>
              </p14:nvContentPartPr>
              <p14:xfrm>
                <a:off x="4506726" y="5283663"/>
                <a:ext cx="115560" cy="177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2B2181C-3F5B-85B4-309B-2E21ADF8240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489086" y="5265663"/>
                  <a:ext cx="1512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9D7FAEA-894F-F1B6-62DC-F8ED3168B065}"/>
                    </a:ext>
                  </a:extLst>
                </p14:cNvPr>
                <p14:cNvContentPartPr/>
                <p14:nvPr/>
              </p14:nvContentPartPr>
              <p14:xfrm>
                <a:off x="4725606" y="5286183"/>
                <a:ext cx="179280" cy="173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9D7FAEA-894F-F1B6-62DC-F8ED3168B06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707966" y="5268183"/>
                  <a:ext cx="214920" cy="20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A4FA62EA-FE2A-2DDC-1EE8-C3F9232723DA}"/>
                  </a:ext>
                </a:extLst>
              </p14:cNvPr>
              <p14:cNvContentPartPr/>
              <p14:nvPr/>
            </p14:nvContentPartPr>
            <p14:xfrm>
              <a:off x="4958166" y="4094583"/>
              <a:ext cx="313920" cy="15591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A4FA62EA-FE2A-2DDC-1EE8-C3F9232723DA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940166" y="4076583"/>
                <a:ext cx="349560" cy="159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FBD89F98-B4F5-AE26-75BE-7DFD6897D26E}"/>
              </a:ext>
            </a:extLst>
          </p:cNvPr>
          <p:cNvGrpSpPr/>
          <p:nvPr/>
        </p:nvGrpSpPr>
        <p:grpSpPr>
          <a:xfrm>
            <a:off x="5773926" y="4320663"/>
            <a:ext cx="1920600" cy="676800"/>
            <a:chOff x="5773926" y="4320663"/>
            <a:chExt cx="1920600" cy="67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0E4A32B-A24A-3F45-5F30-2C91A2A74FDC}"/>
                    </a:ext>
                  </a:extLst>
                </p14:cNvPr>
                <p14:cNvContentPartPr/>
                <p14:nvPr/>
              </p14:nvContentPartPr>
              <p14:xfrm>
                <a:off x="5773926" y="4795863"/>
                <a:ext cx="1380240" cy="201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0E4A32B-A24A-3F45-5F30-2C91A2A74FD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755926" y="4778223"/>
                  <a:ext cx="14158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06A136E-9185-E14C-3D53-A4CE94807533}"/>
                    </a:ext>
                  </a:extLst>
                </p14:cNvPr>
                <p14:cNvContentPartPr/>
                <p14:nvPr/>
              </p14:nvContentPartPr>
              <p14:xfrm>
                <a:off x="5840166" y="4330383"/>
                <a:ext cx="169920" cy="307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06A136E-9185-E14C-3D53-A4CE9480753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822166" y="4312743"/>
                  <a:ext cx="20556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1110ECB-47CF-7EA5-4CA3-1C548AF39798}"/>
                    </a:ext>
                  </a:extLst>
                </p14:cNvPr>
                <p14:cNvContentPartPr/>
                <p14:nvPr/>
              </p14:nvContentPartPr>
              <p14:xfrm>
                <a:off x="5969046" y="4542423"/>
                <a:ext cx="191160" cy="222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1110ECB-47CF-7EA5-4CA3-1C548AF3979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951046" y="4524783"/>
                  <a:ext cx="2268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CAA4910-392F-7761-DB06-CDFB8E648B20}"/>
                    </a:ext>
                  </a:extLst>
                </p14:cNvPr>
                <p14:cNvContentPartPr/>
                <p14:nvPr/>
              </p14:nvContentPartPr>
              <p14:xfrm>
                <a:off x="6212406" y="4520103"/>
                <a:ext cx="130320" cy="1252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CAA4910-392F-7761-DB06-CDFB8E648B2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194766" y="4502103"/>
                  <a:ext cx="1659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5C7EBC6-90EE-083E-7A78-15D816CD975E}"/>
                    </a:ext>
                  </a:extLst>
                </p14:cNvPr>
                <p14:cNvContentPartPr/>
                <p14:nvPr/>
              </p14:nvContentPartPr>
              <p14:xfrm>
                <a:off x="6473766" y="4359903"/>
                <a:ext cx="151560" cy="261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5C7EBC6-90EE-083E-7A78-15D816CD975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55766" y="4342263"/>
                  <a:ext cx="1872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0F3C1BA-D6AC-A802-8676-D8475B639044}"/>
                    </a:ext>
                  </a:extLst>
                </p14:cNvPr>
                <p14:cNvContentPartPr/>
                <p14:nvPr/>
              </p14:nvContentPartPr>
              <p14:xfrm>
                <a:off x="6631086" y="4538823"/>
                <a:ext cx="129600" cy="190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0F3C1BA-D6AC-A802-8676-D8475B63904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613086" y="4520823"/>
                  <a:ext cx="1652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EA0AE33-268D-60BE-5A60-42C2BD226ACC}"/>
                    </a:ext>
                  </a:extLst>
                </p14:cNvPr>
                <p14:cNvContentPartPr/>
                <p14:nvPr/>
              </p14:nvContentPartPr>
              <p14:xfrm>
                <a:off x="6884526" y="4521903"/>
                <a:ext cx="105840" cy="39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EA0AE33-268D-60BE-5A60-42C2BD226AC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866886" y="4503903"/>
                  <a:ext cx="1414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A3F3BAA-823C-4459-5C21-1F0DC4ADE968}"/>
                    </a:ext>
                  </a:extLst>
                </p14:cNvPr>
                <p14:cNvContentPartPr/>
                <p14:nvPr/>
              </p14:nvContentPartPr>
              <p14:xfrm>
                <a:off x="7054086" y="4400943"/>
                <a:ext cx="106560" cy="209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A3F3BAA-823C-4459-5C21-1F0DC4ADE96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036086" y="4383303"/>
                  <a:ext cx="1422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597D958-1FC6-9EB8-7AEF-ED88DAD5E2CF}"/>
                    </a:ext>
                  </a:extLst>
                </p14:cNvPr>
                <p14:cNvContentPartPr/>
                <p14:nvPr/>
              </p14:nvContentPartPr>
              <p14:xfrm>
                <a:off x="7245246" y="4320663"/>
                <a:ext cx="205200" cy="280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597D958-1FC6-9EB8-7AEF-ED88DAD5E2C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227606" y="4302663"/>
                  <a:ext cx="2408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43A43D4-FD3C-CD35-F4D6-5F1616384EC7}"/>
                    </a:ext>
                  </a:extLst>
                </p14:cNvPr>
                <p14:cNvContentPartPr/>
                <p14:nvPr/>
              </p14:nvContentPartPr>
              <p14:xfrm>
                <a:off x="7544406" y="4538463"/>
                <a:ext cx="150120" cy="138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43A43D4-FD3C-CD35-F4D6-5F1616384EC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526406" y="4520823"/>
                  <a:ext cx="18576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5D024E7-71FB-1DCA-BB58-87CAEC8B5A91}"/>
              </a:ext>
            </a:extLst>
          </p:cNvPr>
          <p:cNvGrpSpPr/>
          <p:nvPr/>
        </p:nvGrpSpPr>
        <p:grpSpPr>
          <a:xfrm>
            <a:off x="7928166" y="3896583"/>
            <a:ext cx="487800" cy="1573200"/>
            <a:chOff x="7928166" y="3896583"/>
            <a:chExt cx="487800" cy="157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3A08C6F-4621-CEA9-A73E-852BA0E32F1F}"/>
                    </a:ext>
                  </a:extLst>
                </p14:cNvPr>
                <p14:cNvContentPartPr/>
                <p14:nvPr/>
              </p14:nvContentPartPr>
              <p14:xfrm>
                <a:off x="7928166" y="3896583"/>
                <a:ext cx="326160" cy="1573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3A08C6F-4621-CEA9-A73E-852BA0E32F1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910166" y="3878943"/>
                  <a:ext cx="361800" cy="16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EC9DB24-0154-39AD-130E-56A3831DE621}"/>
                    </a:ext>
                  </a:extLst>
                </p14:cNvPr>
                <p14:cNvContentPartPr/>
                <p14:nvPr/>
              </p14:nvContentPartPr>
              <p14:xfrm>
                <a:off x="8372046" y="4091703"/>
                <a:ext cx="43920" cy="2098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EC9DB24-0154-39AD-130E-56A3831DE62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354046" y="4073703"/>
                  <a:ext cx="79560" cy="24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5EB25637-3556-C444-CCCC-3AB4A4A5FC11}"/>
                  </a:ext>
                </a:extLst>
              </p14:cNvPr>
              <p14:cNvContentPartPr/>
              <p14:nvPr/>
            </p14:nvContentPartPr>
            <p14:xfrm>
              <a:off x="8964966" y="4137783"/>
              <a:ext cx="240840" cy="20304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5EB25637-3556-C444-CCCC-3AB4A4A5FC11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8946966" y="4120143"/>
                <a:ext cx="2764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60015C3A-3275-44A9-2C87-0F4F7C5F33F6}"/>
                  </a:ext>
                </a:extLst>
              </p14:cNvPr>
              <p14:cNvContentPartPr/>
              <p14:nvPr/>
            </p14:nvContentPartPr>
            <p14:xfrm>
              <a:off x="9632406" y="4086663"/>
              <a:ext cx="227160" cy="24012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60015C3A-3275-44A9-2C87-0F4F7C5F33F6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9614766" y="4068663"/>
                <a:ext cx="26280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1A63A758-4AFF-3EC3-5834-EFF466B15CE5}"/>
                  </a:ext>
                </a:extLst>
              </p14:cNvPr>
              <p14:cNvContentPartPr/>
              <p14:nvPr/>
            </p14:nvContentPartPr>
            <p14:xfrm>
              <a:off x="10404966" y="4044903"/>
              <a:ext cx="208080" cy="31860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1A63A758-4AFF-3EC3-5834-EFF466B15CE5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0387326" y="4026903"/>
                <a:ext cx="24372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6EF15E6A-9898-8AC8-3027-FD413512EF2C}"/>
                  </a:ext>
                </a:extLst>
              </p14:cNvPr>
              <p14:cNvContentPartPr/>
              <p14:nvPr/>
            </p14:nvContentPartPr>
            <p14:xfrm>
              <a:off x="8364846" y="4513623"/>
              <a:ext cx="128160" cy="2134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6EF15E6A-9898-8AC8-3027-FD413512EF2C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8347206" y="4495623"/>
                <a:ext cx="16380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C92EC459-70C3-131B-1E4E-AB4FBB344CEA}"/>
                  </a:ext>
                </a:extLst>
              </p14:cNvPr>
              <p14:cNvContentPartPr/>
              <p14:nvPr/>
            </p14:nvContentPartPr>
            <p14:xfrm>
              <a:off x="9076566" y="4552503"/>
              <a:ext cx="200160" cy="2318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C92EC459-70C3-131B-1E4E-AB4FBB344CEA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9058926" y="4534863"/>
                <a:ext cx="23580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D74E028D-890E-D41B-D124-FAF7E4F4943E}"/>
                  </a:ext>
                </a:extLst>
              </p14:cNvPr>
              <p14:cNvContentPartPr/>
              <p14:nvPr/>
            </p14:nvContentPartPr>
            <p14:xfrm>
              <a:off x="9715926" y="4609023"/>
              <a:ext cx="241560" cy="1839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D74E028D-890E-D41B-D124-FAF7E4F4943E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698286" y="4591383"/>
                <a:ext cx="27720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37F3A29B-40F0-EC7A-2CAA-12A08E42ED88}"/>
                  </a:ext>
                </a:extLst>
              </p14:cNvPr>
              <p14:cNvContentPartPr/>
              <p14:nvPr/>
            </p14:nvContentPartPr>
            <p14:xfrm>
              <a:off x="8310846" y="5033823"/>
              <a:ext cx="172080" cy="2163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37F3A29B-40F0-EC7A-2CAA-12A08E42ED88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8292846" y="5016183"/>
                <a:ext cx="2077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0A96F30B-94EE-7934-7DF8-ABA17B20A380}"/>
                  </a:ext>
                </a:extLst>
              </p14:cNvPr>
              <p14:cNvContentPartPr/>
              <p14:nvPr/>
            </p14:nvContentPartPr>
            <p14:xfrm>
              <a:off x="9047406" y="5091783"/>
              <a:ext cx="218160" cy="19548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0A96F30B-94EE-7934-7DF8-ABA17B20A380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9029406" y="5074143"/>
                <a:ext cx="2538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1924D962-C819-D44F-DF63-801A4D95AB2B}"/>
                  </a:ext>
                </a:extLst>
              </p14:cNvPr>
              <p14:cNvContentPartPr/>
              <p14:nvPr/>
            </p14:nvContentPartPr>
            <p14:xfrm>
              <a:off x="9587406" y="5060463"/>
              <a:ext cx="187560" cy="18360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1924D962-C819-D44F-DF63-801A4D95AB2B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9569766" y="5042823"/>
                <a:ext cx="223200" cy="21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86C2A9D2-B398-3122-45E6-EA2262E56DA9}"/>
              </a:ext>
            </a:extLst>
          </p:cNvPr>
          <p:cNvGrpSpPr/>
          <p:nvPr/>
        </p:nvGrpSpPr>
        <p:grpSpPr>
          <a:xfrm>
            <a:off x="10351326" y="3791103"/>
            <a:ext cx="737640" cy="1618560"/>
            <a:chOff x="10351326" y="3791103"/>
            <a:chExt cx="737640" cy="161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AE74552-DE83-7AEE-D66B-06A786806745}"/>
                    </a:ext>
                  </a:extLst>
                </p14:cNvPr>
                <p14:cNvContentPartPr/>
                <p14:nvPr/>
              </p14:nvContentPartPr>
              <p14:xfrm>
                <a:off x="10457166" y="4505703"/>
                <a:ext cx="129960" cy="2203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AE74552-DE83-7AEE-D66B-06A78680674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439166" y="4488063"/>
                  <a:ext cx="165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BA91CAC-8895-0644-839F-24C240471753}"/>
                    </a:ext>
                  </a:extLst>
                </p14:cNvPr>
                <p14:cNvContentPartPr/>
                <p14:nvPr/>
              </p14:nvContentPartPr>
              <p14:xfrm>
                <a:off x="10588206" y="4457103"/>
                <a:ext cx="273240" cy="63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BA91CAC-8895-0644-839F-24C24047175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570206" y="4439103"/>
                  <a:ext cx="3088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7C5ED9D-3649-B776-CAD2-3629042929AB}"/>
                    </a:ext>
                  </a:extLst>
                </p14:cNvPr>
                <p14:cNvContentPartPr/>
                <p14:nvPr/>
              </p14:nvContentPartPr>
              <p14:xfrm>
                <a:off x="10351326" y="5002503"/>
                <a:ext cx="32760" cy="226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7C5ED9D-3649-B776-CAD2-3629042929A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333686" y="4984503"/>
                  <a:ext cx="684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6DF8A7C-44FA-77CA-A1A9-946AB14850A1}"/>
                    </a:ext>
                  </a:extLst>
                </p14:cNvPr>
                <p14:cNvContentPartPr/>
                <p14:nvPr/>
              </p14:nvContentPartPr>
              <p14:xfrm>
                <a:off x="10502886" y="4997823"/>
                <a:ext cx="232560" cy="1994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6DF8A7C-44FA-77CA-A1A9-946AB14850A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484886" y="4979823"/>
                  <a:ext cx="2682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5B5EBF0-7071-DA29-E359-843E7F29138E}"/>
                    </a:ext>
                  </a:extLst>
                </p14:cNvPr>
                <p14:cNvContentPartPr/>
                <p14:nvPr/>
              </p14:nvContentPartPr>
              <p14:xfrm>
                <a:off x="10762806" y="3791103"/>
                <a:ext cx="326160" cy="16185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5B5EBF0-7071-DA29-E359-843E7F29138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744806" y="3773103"/>
                  <a:ext cx="361800" cy="165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F39A849-5498-038C-2A7C-9B868EDCCC42}"/>
              </a:ext>
            </a:extLst>
          </p:cNvPr>
          <p:cNvGrpSpPr/>
          <p:nvPr/>
        </p:nvGrpSpPr>
        <p:grpSpPr>
          <a:xfrm>
            <a:off x="1109406" y="6047943"/>
            <a:ext cx="1341000" cy="491040"/>
            <a:chOff x="1109406" y="6047943"/>
            <a:chExt cx="1341000" cy="49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2EE87F5-67A4-A671-F58B-0EC724C1E32D}"/>
                    </a:ext>
                  </a:extLst>
                </p14:cNvPr>
                <p14:cNvContentPartPr/>
                <p14:nvPr/>
              </p14:nvContentPartPr>
              <p14:xfrm>
                <a:off x="1109406" y="6047943"/>
                <a:ext cx="319680" cy="4122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2EE87F5-67A4-A671-F58B-0EC724C1E32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91766" y="6029943"/>
                  <a:ext cx="35532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E7C3AFA-CE04-802D-7738-CCA2DA630BB9}"/>
                    </a:ext>
                  </a:extLst>
                </p14:cNvPr>
                <p14:cNvContentPartPr/>
                <p14:nvPr/>
              </p14:nvContentPartPr>
              <p14:xfrm>
                <a:off x="1370766" y="6288783"/>
                <a:ext cx="444240" cy="1911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E7C3AFA-CE04-802D-7738-CCA2DA630BB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352766" y="6271143"/>
                  <a:ext cx="479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145CC39-550C-7264-DEDA-F83B8F77031D}"/>
                    </a:ext>
                  </a:extLst>
                </p14:cNvPr>
                <p14:cNvContentPartPr/>
                <p14:nvPr/>
              </p14:nvContentPartPr>
              <p14:xfrm>
                <a:off x="1892766" y="6180063"/>
                <a:ext cx="76320" cy="3589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145CC39-550C-7264-DEDA-F83B8F77031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875126" y="6162063"/>
                  <a:ext cx="1119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66F1E66-0B08-306B-2F91-19266831FFA1}"/>
                    </a:ext>
                  </a:extLst>
                </p14:cNvPr>
                <p14:cNvContentPartPr/>
                <p14:nvPr/>
              </p14:nvContentPartPr>
              <p14:xfrm>
                <a:off x="1870446" y="6262143"/>
                <a:ext cx="239760" cy="245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66F1E66-0B08-306B-2F91-19266831FFA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852806" y="6244143"/>
                  <a:ext cx="2754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73895BA-1E74-9A52-A419-AFCB342DF0D5}"/>
                    </a:ext>
                  </a:extLst>
                </p14:cNvPr>
                <p14:cNvContentPartPr/>
                <p14:nvPr/>
              </p14:nvContentPartPr>
              <p14:xfrm>
                <a:off x="2249166" y="6325863"/>
                <a:ext cx="131760" cy="460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73895BA-1E74-9A52-A419-AFCB342DF0D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231166" y="6307863"/>
                  <a:ext cx="1674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C328CB3-8923-8248-3303-951503242804}"/>
                    </a:ext>
                  </a:extLst>
                </p14:cNvPr>
                <p14:cNvContentPartPr/>
                <p14:nvPr/>
              </p14:nvContentPartPr>
              <p14:xfrm>
                <a:off x="2206326" y="6419103"/>
                <a:ext cx="244080" cy="30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C328CB3-8923-8248-3303-95150324280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188326" y="6401463"/>
                  <a:ext cx="27972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249B1BC1-688F-85DB-474A-66895890535E}"/>
                  </a:ext>
                </a:extLst>
              </p14:cNvPr>
              <p14:cNvContentPartPr/>
              <p14:nvPr/>
            </p14:nvContentPartPr>
            <p14:xfrm>
              <a:off x="2860086" y="6204183"/>
              <a:ext cx="255240" cy="3463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249B1BC1-688F-85DB-474A-66895890535E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2842086" y="6186543"/>
                <a:ext cx="29088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F0662E17-97C7-95C3-AD41-FD57562B6BF0}"/>
                  </a:ext>
                </a:extLst>
              </p14:cNvPr>
              <p14:cNvContentPartPr/>
              <p14:nvPr/>
            </p14:nvContentPartPr>
            <p14:xfrm>
              <a:off x="3381726" y="6326583"/>
              <a:ext cx="15480" cy="7416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F0662E17-97C7-95C3-AD41-FD57562B6BF0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3364086" y="6308583"/>
                <a:ext cx="51120" cy="10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7487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84C30EE-082E-6531-A505-32A56833D3C2}"/>
              </a:ext>
            </a:extLst>
          </p:cNvPr>
          <p:cNvGrpSpPr/>
          <p:nvPr/>
        </p:nvGrpSpPr>
        <p:grpSpPr>
          <a:xfrm>
            <a:off x="153966" y="170223"/>
            <a:ext cx="464400" cy="459000"/>
            <a:chOff x="153966" y="170223"/>
            <a:chExt cx="464400" cy="45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CDF2C3D-1B58-2BCB-06EE-83AA9EDDA191}"/>
                    </a:ext>
                  </a:extLst>
                </p14:cNvPr>
                <p14:cNvContentPartPr/>
                <p14:nvPr/>
              </p14:nvContentPartPr>
              <p14:xfrm>
                <a:off x="153966" y="279663"/>
                <a:ext cx="209160" cy="265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CDF2C3D-1B58-2BCB-06EE-83AA9EDDA19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5966" y="261663"/>
                  <a:ext cx="2448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A9734D8-35B7-4FA1-C598-323093CA1DB0}"/>
                    </a:ext>
                  </a:extLst>
                </p14:cNvPr>
                <p14:cNvContentPartPr/>
                <p14:nvPr/>
              </p14:nvContentPartPr>
              <p14:xfrm>
                <a:off x="447726" y="170223"/>
                <a:ext cx="170640" cy="459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A9734D8-35B7-4FA1-C598-323093CA1D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0086" y="152583"/>
                  <a:ext cx="206280" cy="49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F58872F-A0B4-83CC-A566-84AA7447EB93}"/>
              </a:ext>
            </a:extLst>
          </p:cNvPr>
          <p:cNvGrpSpPr/>
          <p:nvPr/>
        </p:nvGrpSpPr>
        <p:grpSpPr>
          <a:xfrm>
            <a:off x="1258446" y="231423"/>
            <a:ext cx="257400" cy="355320"/>
            <a:chOff x="1258446" y="231423"/>
            <a:chExt cx="25740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F50DAE3-8538-63E5-E724-3E2A13A52F8D}"/>
                    </a:ext>
                  </a:extLst>
                </p14:cNvPr>
                <p14:cNvContentPartPr/>
                <p14:nvPr/>
              </p14:nvContentPartPr>
              <p14:xfrm>
                <a:off x="1258446" y="231423"/>
                <a:ext cx="253440" cy="355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F50DAE3-8538-63E5-E724-3E2A13A52F8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40806" y="213423"/>
                  <a:ext cx="28908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300D5E6-796B-2596-C0FC-1BE222796223}"/>
                    </a:ext>
                  </a:extLst>
                </p14:cNvPr>
                <p14:cNvContentPartPr/>
                <p14:nvPr/>
              </p14:nvContentPartPr>
              <p14:xfrm>
                <a:off x="1319646" y="421143"/>
                <a:ext cx="196200" cy="44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300D5E6-796B-2596-C0FC-1BE22279622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2006" y="403503"/>
                  <a:ext cx="23184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9E38D08-8D7E-D236-F409-255C8FC84FF8}"/>
              </a:ext>
            </a:extLst>
          </p:cNvPr>
          <p:cNvGrpSpPr/>
          <p:nvPr/>
        </p:nvGrpSpPr>
        <p:grpSpPr>
          <a:xfrm>
            <a:off x="1791246" y="396303"/>
            <a:ext cx="128520" cy="121320"/>
            <a:chOff x="1791246" y="396303"/>
            <a:chExt cx="128520" cy="12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F58A53B-8B1B-6085-4B7B-5B83B27A3613}"/>
                    </a:ext>
                  </a:extLst>
                </p14:cNvPr>
                <p14:cNvContentPartPr/>
                <p14:nvPr/>
              </p14:nvContentPartPr>
              <p14:xfrm>
                <a:off x="1798446" y="396303"/>
                <a:ext cx="110160" cy="17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F58A53B-8B1B-6085-4B7B-5B83B27A361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80806" y="378303"/>
                  <a:ext cx="145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3B28878-8B24-1D05-6B88-EB1B9F809143}"/>
                    </a:ext>
                  </a:extLst>
                </p14:cNvPr>
                <p14:cNvContentPartPr/>
                <p14:nvPr/>
              </p14:nvContentPartPr>
              <p14:xfrm>
                <a:off x="1791246" y="480543"/>
                <a:ext cx="128520" cy="37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3B28878-8B24-1D05-6B88-EB1B9F80914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73606" y="462543"/>
                  <a:ext cx="164160" cy="7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4FDEA5E-B5F8-7AF3-3DEE-4B7AD70C0B5D}"/>
                  </a:ext>
                </a:extLst>
              </p14:cNvPr>
              <p14:cNvContentPartPr/>
              <p14:nvPr/>
            </p14:nvContentPartPr>
            <p14:xfrm>
              <a:off x="2208846" y="109383"/>
              <a:ext cx="371160" cy="1653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4FDEA5E-B5F8-7AF3-3DEE-4B7AD70C0B5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91206" y="91743"/>
                <a:ext cx="406800" cy="168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B4459A1-1B35-2E8C-457F-37F347023C0D}"/>
                  </a:ext>
                </a:extLst>
              </p14:cNvPr>
              <p14:cNvContentPartPr/>
              <p14:nvPr/>
            </p14:nvContentPartPr>
            <p14:xfrm>
              <a:off x="2824806" y="307023"/>
              <a:ext cx="225720" cy="171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B4459A1-1B35-2E8C-457F-37F347023C0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06806" y="289023"/>
                <a:ext cx="26136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04A0EE0-F508-EF69-C264-A3FBFA4045A8}"/>
                  </a:ext>
                </a:extLst>
              </p14:cNvPr>
              <p14:cNvContentPartPr/>
              <p14:nvPr/>
            </p14:nvContentPartPr>
            <p14:xfrm>
              <a:off x="3935406" y="262023"/>
              <a:ext cx="163440" cy="271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04A0EE0-F508-EF69-C264-A3FBFA4045A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17766" y="244383"/>
                <a:ext cx="199080" cy="30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974D065B-8EE6-B2B1-5394-F3EFCD75FC7C}"/>
              </a:ext>
            </a:extLst>
          </p:cNvPr>
          <p:cNvGrpSpPr/>
          <p:nvPr/>
        </p:nvGrpSpPr>
        <p:grpSpPr>
          <a:xfrm>
            <a:off x="4938006" y="288663"/>
            <a:ext cx="337320" cy="209520"/>
            <a:chOff x="4938006" y="288663"/>
            <a:chExt cx="337320" cy="20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6E4DE6C-30D0-5C46-1DE4-124561613FDD}"/>
                    </a:ext>
                  </a:extLst>
                </p14:cNvPr>
                <p14:cNvContentPartPr/>
                <p14:nvPr/>
              </p14:nvContentPartPr>
              <p14:xfrm>
                <a:off x="4938006" y="396303"/>
                <a:ext cx="157320" cy="39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6E4DE6C-30D0-5C46-1DE4-124561613F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20006" y="378303"/>
                  <a:ext cx="1929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2AAD450-D54C-E4FF-7F9B-9B9FC8319EAF}"/>
                    </a:ext>
                  </a:extLst>
                </p14:cNvPr>
                <p14:cNvContentPartPr/>
                <p14:nvPr/>
              </p14:nvContentPartPr>
              <p14:xfrm>
                <a:off x="5246886" y="288663"/>
                <a:ext cx="28440" cy="209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2AAD450-D54C-E4FF-7F9B-9B9FC8319EA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29246" y="270663"/>
                  <a:ext cx="64080" cy="24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C99B89B-275B-7419-17DD-CAAF716B4ECF}"/>
                  </a:ext>
                </a:extLst>
              </p14:cNvPr>
              <p14:cNvContentPartPr/>
              <p14:nvPr/>
            </p14:nvContentPartPr>
            <p14:xfrm>
              <a:off x="6244086" y="417543"/>
              <a:ext cx="172080" cy="21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C99B89B-275B-7419-17DD-CAAF716B4EC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226086" y="399543"/>
                <a:ext cx="2077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E08B3B7-3F95-8D0A-17AE-48D7E60B544A}"/>
                  </a:ext>
                </a:extLst>
              </p14:cNvPr>
              <p14:cNvContentPartPr/>
              <p14:nvPr/>
            </p14:nvContentPartPr>
            <p14:xfrm>
              <a:off x="6669966" y="290823"/>
              <a:ext cx="42120" cy="257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E08B3B7-3F95-8D0A-17AE-48D7E60B544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651966" y="273183"/>
                <a:ext cx="7776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EF1BA5F-351B-8A71-CF54-9FAE31D17F42}"/>
                  </a:ext>
                </a:extLst>
              </p14:cNvPr>
              <p14:cNvContentPartPr/>
              <p14:nvPr/>
            </p14:nvContentPartPr>
            <p14:xfrm>
              <a:off x="2895726" y="748023"/>
              <a:ext cx="28440" cy="212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EF1BA5F-351B-8A71-CF54-9FAE31D17F4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77726" y="730023"/>
                <a:ext cx="6408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DBCA1A6F-F7C2-3528-853F-D0378E3E0D1E}"/>
              </a:ext>
            </a:extLst>
          </p:cNvPr>
          <p:cNvGrpSpPr/>
          <p:nvPr/>
        </p:nvGrpSpPr>
        <p:grpSpPr>
          <a:xfrm>
            <a:off x="3931086" y="745503"/>
            <a:ext cx="318240" cy="200520"/>
            <a:chOff x="3931086" y="745503"/>
            <a:chExt cx="318240" cy="20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00993D-0D0C-DF21-AB4C-20BC9C826C70}"/>
                    </a:ext>
                  </a:extLst>
                </p14:cNvPr>
                <p14:cNvContentPartPr/>
                <p14:nvPr/>
              </p14:nvContentPartPr>
              <p14:xfrm>
                <a:off x="3931086" y="839463"/>
                <a:ext cx="132840" cy="19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00993D-0D0C-DF21-AB4C-20BC9C826C7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13446" y="821463"/>
                  <a:ext cx="168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09B9C26-0D8A-AC69-EF16-8ECAF258C9AB}"/>
                    </a:ext>
                  </a:extLst>
                </p14:cNvPr>
                <p14:cNvContentPartPr/>
                <p14:nvPr/>
              </p14:nvContentPartPr>
              <p14:xfrm>
                <a:off x="4211886" y="745503"/>
                <a:ext cx="37440" cy="200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09B9C26-0D8A-AC69-EF16-8ECAF258C9A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93886" y="727863"/>
                  <a:ext cx="7308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7619A9B-7346-D38D-B96B-B96721934CC3}"/>
              </a:ext>
            </a:extLst>
          </p:cNvPr>
          <p:cNvGrpSpPr/>
          <p:nvPr/>
        </p:nvGrpSpPr>
        <p:grpSpPr>
          <a:xfrm>
            <a:off x="4895166" y="781863"/>
            <a:ext cx="429120" cy="178920"/>
            <a:chOff x="4895166" y="781863"/>
            <a:chExt cx="42912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B39B24B-1FAD-A94E-64FD-0A31D45F5E2D}"/>
                    </a:ext>
                  </a:extLst>
                </p14:cNvPr>
                <p14:cNvContentPartPr/>
                <p14:nvPr/>
              </p14:nvContentPartPr>
              <p14:xfrm>
                <a:off x="4895166" y="856023"/>
                <a:ext cx="143280" cy="12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B39B24B-1FAD-A94E-64FD-0A31D45F5E2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77526" y="838023"/>
                  <a:ext cx="178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9A10997-5FB8-F0FE-06BB-CCBD809FAA41}"/>
                    </a:ext>
                  </a:extLst>
                </p14:cNvPr>
                <p14:cNvContentPartPr/>
                <p14:nvPr/>
              </p14:nvContentPartPr>
              <p14:xfrm>
                <a:off x="5129526" y="781863"/>
                <a:ext cx="194760" cy="178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9A10997-5FB8-F0FE-06BB-CCBD809FAA4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11886" y="763863"/>
                  <a:ext cx="230400" cy="21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0881F20-03E0-49A7-C7B1-4334785ED107}"/>
                  </a:ext>
                </a:extLst>
              </p14:cNvPr>
              <p14:cNvContentPartPr/>
              <p14:nvPr/>
            </p14:nvContentPartPr>
            <p14:xfrm>
              <a:off x="6399606" y="896343"/>
              <a:ext cx="165600" cy="12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0881F20-03E0-49A7-C7B1-4334785ED10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81966" y="878343"/>
                <a:ext cx="2012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3CDD243-0509-5A0E-590D-4A2FFF2923B4}"/>
                  </a:ext>
                </a:extLst>
              </p14:cNvPr>
              <p14:cNvContentPartPr/>
              <p14:nvPr/>
            </p14:nvContentPartPr>
            <p14:xfrm>
              <a:off x="6764286" y="766743"/>
              <a:ext cx="145800" cy="268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3CDD243-0509-5A0E-590D-4A2FFF2923B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746286" y="748743"/>
                <a:ext cx="1814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4A3953E-C5B1-7AAD-124F-EC37DF22E5C4}"/>
                  </a:ext>
                </a:extLst>
              </p14:cNvPr>
              <p14:cNvContentPartPr/>
              <p14:nvPr/>
            </p14:nvContentPartPr>
            <p14:xfrm>
              <a:off x="2853606" y="1210263"/>
              <a:ext cx="164160" cy="190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4A3953E-C5B1-7AAD-124F-EC37DF22E5C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835606" y="1192623"/>
                <a:ext cx="1998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071292A-A036-92FB-FF93-879AFDE524D3}"/>
                  </a:ext>
                </a:extLst>
              </p14:cNvPr>
              <p14:cNvContentPartPr/>
              <p14:nvPr/>
            </p14:nvContentPartPr>
            <p14:xfrm>
              <a:off x="4218006" y="1259583"/>
              <a:ext cx="17280" cy="1260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071292A-A036-92FB-FF93-879AFDE524D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00366" y="1241943"/>
                <a:ext cx="529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9C63BEE-1805-D4B8-16D7-BF5C9CBF54BF}"/>
                  </a:ext>
                </a:extLst>
              </p14:cNvPr>
              <p14:cNvContentPartPr/>
              <p14:nvPr/>
            </p14:nvContentPartPr>
            <p14:xfrm>
              <a:off x="5019726" y="1245903"/>
              <a:ext cx="179640" cy="2138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9C63BEE-1805-D4B8-16D7-BF5C9CBF54B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01726" y="1227903"/>
                <a:ext cx="215280" cy="24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9BA4A4C2-D9C6-FB50-37A1-08AD676E25C5}"/>
              </a:ext>
            </a:extLst>
          </p:cNvPr>
          <p:cNvGrpSpPr/>
          <p:nvPr/>
        </p:nvGrpSpPr>
        <p:grpSpPr>
          <a:xfrm>
            <a:off x="6295206" y="1258143"/>
            <a:ext cx="636120" cy="202680"/>
            <a:chOff x="6295206" y="1258143"/>
            <a:chExt cx="63612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35BEF32-540C-9524-C43F-D45FC7EAB6B2}"/>
                    </a:ext>
                  </a:extLst>
                </p14:cNvPr>
                <p14:cNvContentPartPr/>
                <p14:nvPr/>
              </p14:nvContentPartPr>
              <p14:xfrm>
                <a:off x="6295206" y="1378383"/>
                <a:ext cx="159840" cy="10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35BEF32-540C-9524-C43F-D45FC7EAB6B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77566" y="1360383"/>
                  <a:ext cx="195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A040BDD-5CDF-227D-AB4E-9C9ADB2F4C0C}"/>
                    </a:ext>
                  </a:extLst>
                </p14:cNvPr>
                <p14:cNvContentPartPr/>
                <p14:nvPr/>
              </p14:nvContentPartPr>
              <p14:xfrm>
                <a:off x="6592206" y="1258143"/>
                <a:ext cx="339120" cy="20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A040BDD-5CDF-227D-AB4E-9C9ADB2F4C0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574566" y="1240503"/>
                  <a:ext cx="374760" cy="23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6433925-E583-B79F-B061-326BE9AE7F38}"/>
                  </a:ext>
                </a:extLst>
              </p14:cNvPr>
              <p14:cNvContentPartPr/>
              <p14:nvPr/>
            </p14:nvContentPartPr>
            <p14:xfrm>
              <a:off x="2829126" y="1688343"/>
              <a:ext cx="121680" cy="1980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6433925-E583-B79F-B061-326BE9AE7F3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811126" y="1670343"/>
                <a:ext cx="1573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B414FE3-4FDC-A528-0F0C-8640A96687DA}"/>
                  </a:ext>
                </a:extLst>
              </p14:cNvPr>
              <p14:cNvContentPartPr/>
              <p14:nvPr/>
            </p14:nvContentPartPr>
            <p14:xfrm>
              <a:off x="4216206" y="1720023"/>
              <a:ext cx="184320" cy="1994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B414FE3-4FDC-A528-0F0C-8640A96687D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198566" y="1702023"/>
                <a:ext cx="2199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C5864FB-F0F7-5E07-A843-874B56DAF813}"/>
                  </a:ext>
                </a:extLst>
              </p14:cNvPr>
              <p14:cNvContentPartPr/>
              <p14:nvPr/>
            </p14:nvContentPartPr>
            <p14:xfrm>
              <a:off x="5102166" y="1717503"/>
              <a:ext cx="141480" cy="159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C5864FB-F0F7-5E07-A843-874B56DAF81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084526" y="1699503"/>
                <a:ext cx="17712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77F9C4B-702F-A1C4-B663-CD5C53852E02}"/>
                  </a:ext>
                </a:extLst>
              </p14:cNvPr>
              <p14:cNvContentPartPr/>
              <p14:nvPr/>
            </p14:nvContentPartPr>
            <p14:xfrm>
              <a:off x="6461886" y="1635423"/>
              <a:ext cx="201960" cy="2412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77F9C4B-702F-A1C4-B663-CD5C53852E0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443886" y="1617783"/>
                <a:ext cx="23760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076E3B3-CFDE-610F-AA1F-FAE95213FA16}"/>
                  </a:ext>
                </a:extLst>
              </p14:cNvPr>
              <p14:cNvContentPartPr/>
              <p14:nvPr/>
            </p14:nvContentPartPr>
            <p14:xfrm>
              <a:off x="7042926" y="186783"/>
              <a:ext cx="401040" cy="1771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076E3B3-CFDE-610F-AA1F-FAE95213FA1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025286" y="169143"/>
                <a:ext cx="436680" cy="180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1E9D64F6-7346-2415-D7AC-330BF4F1FFBA}"/>
              </a:ext>
            </a:extLst>
          </p:cNvPr>
          <p:cNvGrpSpPr/>
          <p:nvPr/>
        </p:nvGrpSpPr>
        <p:grpSpPr>
          <a:xfrm>
            <a:off x="471126" y="2454063"/>
            <a:ext cx="1376640" cy="473040"/>
            <a:chOff x="471126" y="2454063"/>
            <a:chExt cx="1376640" cy="47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D48714A-6B7D-18ED-F932-631B02195391}"/>
                    </a:ext>
                  </a:extLst>
                </p14:cNvPr>
                <p14:cNvContentPartPr/>
                <p14:nvPr/>
              </p14:nvContentPartPr>
              <p14:xfrm>
                <a:off x="471126" y="2505903"/>
                <a:ext cx="217080" cy="307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D48714A-6B7D-18ED-F932-631B0219539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3486" y="2488263"/>
                  <a:ext cx="2527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13C0D2A-8EEF-7932-4A88-78513415A6CD}"/>
                    </a:ext>
                  </a:extLst>
                </p14:cNvPr>
                <p14:cNvContentPartPr/>
                <p14:nvPr/>
              </p14:nvContentPartPr>
              <p14:xfrm>
                <a:off x="730686" y="2708943"/>
                <a:ext cx="29160" cy="156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13C0D2A-8EEF-7932-4A88-78513415A6C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2686" y="2690943"/>
                  <a:ext cx="648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613F16E-E06C-76F3-6FE2-8D1CADE8BD10}"/>
                    </a:ext>
                  </a:extLst>
                </p14:cNvPr>
                <p14:cNvContentPartPr/>
                <p14:nvPr/>
              </p14:nvContentPartPr>
              <p14:xfrm>
                <a:off x="904566" y="2610303"/>
                <a:ext cx="312840" cy="159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13F16E-E06C-76F3-6FE2-8D1CADE8BD1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86926" y="2592303"/>
                  <a:ext cx="348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1B51062-2166-E218-78F5-84BA4800077B}"/>
                    </a:ext>
                  </a:extLst>
                </p14:cNvPr>
                <p14:cNvContentPartPr/>
                <p14:nvPr/>
              </p14:nvContentPartPr>
              <p14:xfrm>
                <a:off x="867486" y="2569983"/>
                <a:ext cx="192960" cy="183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1B51062-2166-E218-78F5-84BA4800077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9486" y="2551983"/>
                  <a:ext cx="2286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F2A72BB-5BAE-F7F9-6F19-2068B9F561D7}"/>
                    </a:ext>
                  </a:extLst>
                </p14:cNvPr>
                <p14:cNvContentPartPr/>
                <p14:nvPr/>
              </p14:nvContentPartPr>
              <p14:xfrm>
                <a:off x="1431966" y="2589063"/>
                <a:ext cx="8280" cy="270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F2A72BB-5BAE-F7F9-6F19-2068B9F561D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13966" y="2571063"/>
                  <a:ext cx="439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BE6F29D-197C-AC4D-11E9-FDD6E174E9D3}"/>
                    </a:ext>
                  </a:extLst>
                </p14:cNvPr>
                <p14:cNvContentPartPr/>
                <p14:nvPr/>
              </p14:nvContentPartPr>
              <p14:xfrm>
                <a:off x="1368246" y="2454063"/>
                <a:ext cx="161640" cy="291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BE6F29D-197C-AC4D-11E9-FDD6E174E9D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50246" y="2436423"/>
                  <a:ext cx="1972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098C222-DCE0-9C56-16C7-A2C0601C31FD}"/>
                    </a:ext>
                  </a:extLst>
                </p14:cNvPr>
                <p14:cNvContentPartPr/>
                <p14:nvPr/>
              </p14:nvContentPartPr>
              <p14:xfrm>
                <a:off x="1592166" y="2717223"/>
                <a:ext cx="100800" cy="93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098C222-DCE0-9C56-16C7-A2C0601C31F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74526" y="2699223"/>
                  <a:ext cx="1364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5B4CA3B-C057-3A25-3EBC-30AFB90BD788}"/>
                    </a:ext>
                  </a:extLst>
                </p14:cNvPr>
                <p14:cNvContentPartPr/>
                <p14:nvPr/>
              </p14:nvContentPartPr>
              <p14:xfrm>
                <a:off x="1549686" y="2731623"/>
                <a:ext cx="298080" cy="195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5B4CA3B-C057-3A25-3EBC-30AFB90BD78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531686" y="2713983"/>
                  <a:ext cx="3337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A541AB4-940A-51A7-2272-E4043A708F95}"/>
                    </a:ext>
                  </a:extLst>
                </p14:cNvPr>
                <p14:cNvContentPartPr/>
                <p14:nvPr/>
              </p14:nvContentPartPr>
              <p14:xfrm>
                <a:off x="1393806" y="2484663"/>
                <a:ext cx="46800" cy="315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A541AB4-940A-51A7-2272-E4043A708F9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76166" y="2466663"/>
                  <a:ext cx="824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D905EC4-AB25-3096-1730-D09650365DCE}"/>
                    </a:ext>
                  </a:extLst>
                </p14:cNvPr>
                <p14:cNvContentPartPr/>
                <p14:nvPr/>
              </p14:nvContentPartPr>
              <p14:xfrm>
                <a:off x="1379406" y="2458023"/>
                <a:ext cx="239760" cy="347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D905EC4-AB25-3096-1730-D09650365DC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61406" y="2440023"/>
                  <a:ext cx="275400" cy="38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5D34D41-5CFF-5A75-39CA-26D20D4A9E83}"/>
              </a:ext>
            </a:extLst>
          </p:cNvPr>
          <p:cNvGrpSpPr/>
          <p:nvPr/>
        </p:nvGrpSpPr>
        <p:grpSpPr>
          <a:xfrm>
            <a:off x="2251686" y="2333823"/>
            <a:ext cx="487800" cy="1841400"/>
            <a:chOff x="2251686" y="2333823"/>
            <a:chExt cx="487800" cy="184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4832B32-A5C1-04EE-75BA-BDDC0EF05957}"/>
                    </a:ext>
                  </a:extLst>
                </p14:cNvPr>
                <p14:cNvContentPartPr/>
                <p14:nvPr/>
              </p14:nvContentPartPr>
              <p14:xfrm>
                <a:off x="2251686" y="2333823"/>
                <a:ext cx="421200" cy="1841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4832B32-A5C1-04EE-75BA-BDDC0EF0595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34046" y="2316183"/>
                  <a:ext cx="456840" cy="18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EB9A50A-A886-749B-A3A6-87D34C4CFE95}"/>
                    </a:ext>
                  </a:extLst>
                </p14:cNvPr>
                <p14:cNvContentPartPr/>
                <p14:nvPr/>
              </p14:nvContentPartPr>
              <p14:xfrm>
                <a:off x="2725806" y="2464143"/>
                <a:ext cx="13680" cy="224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EB9A50A-A886-749B-A3A6-87D34C4CFE9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07806" y="2446503"/>
                  <a:ext cx="4932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5B9376F-D01C-B2CC-6F83-9575064C7073}"/>
              </a:ext>
            </a:extLst>
          </p:cNvPr>
          <p:cNvGrpSpPr/>
          <p:nvPr/>
        </p:nvGrpSpPr>
        <p:grpSpPr>
          <a:xfrm>
            <a:off x="3629046" y="2409063"/>
            <a:ext cx="392760" cy="227880"/>
            <a:chOff x="3629046" y="2409063"/>
            <a:chExt cx="39276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3033FD0-C552-479B-7D22-D2C002228521}"/>
                    </a:ext>
                  </a:extLst>
                </p14:cNvPr>
                <p14:cNvContentPartPr/>
                <p14:nvPr/>
              </p14:nvContentPartPr>
              <p14:xfrm>
                <a:off x="3629046" y="2523903"/>
                <a:ext cx="223920" cy="10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3033FD0-C552-479B-7D22-D2C00222852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11046" y="2505903"/>
                  <a:ext cx="259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06349CE-9EF4-E2E9-86F3-2651010A8D59}"/>
                    </a:ext>
                  </a:extLst>
                </p14:cNvPr>
                <p14:cNvContentPartPr/>
                <p14:nvPr/>
              </p14:nvContentPartPr>
              <p14:xfrm>
                <a:off x="4003806" y="2409063"/>
                <a:ext cx="18000" cy="227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06349CE-9EF4-E2E9-86F3-2651010A8D5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85806" y="2391063"/>
                  <a:ext cx="5364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D924184-B62D-2D3D-9C0C-F01E36D26570}"/>
              </a:ext>
            </a:extLst>
          </p:cNvPr>
          <p:cNvGrpSpPr/>
          <p:nvPr/>
        </p:nvGrpSpPr>
        <p:grpSpPr>
          <a:xfrm>
            <a:off x="4742886" y="2452623"/>
            <a:ext cx="644760" cy="203400"/>
            <a:chOff x="4742886" y="2452623"/>
            <a:chExt cx="644760" cy="2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255A336-151A-1119-9180-FE76186F51F8}"/>
                    </a:ext>
                  </a:extLst>
                </p14:cNvPr>
                <p14:cNvContentPartPr/>
                <p14:nvPr/>
              </p14:nvContentPartPr>
              <p14:xfrm>
                <a:off x="4742886" y="2546583"/>
                <a:ext cx="242640" cy="15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255A336-151A-1119-9180-FE76186F51F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24886" y="2528583"/>
                  <a:ext cx="2782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2FE2251-A3EA-4B58-6330-7C0E1AF984E7}"/>
                    </a:ext>
                  </a:extLst>
                </p14:cNvPr>
                <p14:cNvContentPartPr/>
                <p14:nvPr/>
              </p14:nvContentPartPr>
              <p14:xfrm>
                <a:off x="5106486" y="2452623"/>
                <a:ext cx="281160" cy="203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2FE2251-A3EA-4B58-6330-7C0E1AF984E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88846" y="2434623"/>
                  <a:ext cx="316800" cy="23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2EF716E-451D-B7C1-25DD-3C1E77207969}"/>
                  </a:ext>
                </a:extLst>
              </p14:cNvPr>
              <p14:cNvContentPartPr/>
              <p14:nvPr/>
            </p14:nvContentPartPr>
            <p14:xfrm>
              <a:off x="5936646" y="2573583"/>
              <a:ext cx="212040" cy="108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2EF716E-451D-B7C1-25DD-3C1E7720796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918646" y="2555943"/>
                <a:ext cx="2476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473FD24-4362-E6BE-6C7C-5CEBF48352C2}"/>
                  </a:ext>
                </a:extLst>
              </p14:cNvPr>
              <p14:cNvContentPartPr/>
              <p14:nvPr/>
            </p14:nvContentPartPr>
            <p14:xfrm>
              <a:off x="6351366" y="2450463"/>
              <a:ext cx="126360" cy="2703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473FD24-4362-E6BE-6C7C-5CEBF48352C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333726" y="2432823"/>
                <a:ext cx="16200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7567C9E-2E65-7CCF-5255-D2D675510C78}"/>
                  </a:ext>
                </a:extLst>
              </p14:cNvPr>
              <p14:cNvContentPartPr/>
              <p14:nvPr/>
            </p14:nvContentPartPr>
            <p14:xfrm>
              <a:off x="2611326" y="2973543"/>
              <a:ext cx="238680" cy="1915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7567C9E-2E65-7CCF-5255-D2D675510C7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593326" y="2955903"/>
                <a:ext cx="27432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ABC22DA-7DC5-0B42-C5BD-7D25C76F4C20}"/>
                  </a:ext>
                </a:extLst>
              </p14:cNvPr>
              <p14:cNvContentPartPr/>
              <p14:nvPr/>
            </p14:nvContentPartPr>
            <p14:xfrm>
              <a:off x="3746766" y="2936823"/>
              <a:ext cx="221040" cy="252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ABC22DA-7DC5-0B42-C5BD-7D25C76F4C2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728766" y="2918823"/>
                <a:ext cx="256680" cy="28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0DC40876-D1CA-6249-0DB6-878FFA3D116C}"/>
              </a:ext>
            </a:extLst>
          </p:cNvPr>
          <p:cNvGrpSpPr/>
          <p:nvPr/>
        </p:nvGrpSpPr>
        <p:grpSpPr>
          <a:xfrm>
            <a:off x="4684206" y="3006303"/>
            <a:ext cx="432360" cy="255960"/>
            <a:chOff x="4684206" y="3006303"/>
            <a:chExt cx="432360" cy="25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71EA8A7-7AFC-56D8-D8EA-B0F32EF191A1}"/>
                    </a:ext>
                  </a:extLst>
                </p14:cNvPr>
                <p14:cNvContentPartPr/>
                <p14:nvPr/>
              </p14:nvContentPartPr>
              <p14:xfrm>
                <a:off x="4684206" y="3085863"/>
                <a:ext cx="244080" cy="23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71EA8A7-7AFC-56D8-D8EA-B0F32EF191A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66206" y="3068223"/>
                  <a:ext cx="279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A32E88A-4FAF-5D00-A380-ECC87539DAA4}"/>
                    </a:ext>
                  </a:extLst>
                </p14:cNvPr>
                <p14:cNvContentPartPr/>
                <p14:nvPr/>
              </p14:nvContentPartPr>
              <p14:xfrm>
                <a:off x="5077326" y="3006303"/>
                <a:ext cx="39240" cy="255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A32E88A-4FAF-5D00-A380-ECC87539DAA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59326" y="2988663"/>
                  <a:ext cx="74880" cy="29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9335A90-4C4D-886F-017A-8AB472702718}"/>
              </a:ext>
            </a:extLst>
          </p:cNvPr>
          <p:cNvGrpSpPr/>
          <p:nvPr/>
        </p:nvGrpSpPr>
        <p:grpSpPr>
          <a:xfrm>
            <a:off x="5913966" y="2972823"/>
            <a:ext cx="473760" cy="287280"/>
            <a:chOff x="5913966" y="2972823"/>
            <a:chExt cx="47376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2D42FCD-CC08-4423-FC1E-3F1B13189C92}"/>
                    </a:ext>
                  </a:extLst>
                </p14:cNvPr>
                <p14:cNvContentPartPr/>
                <p14:nvPr/>
              </p14:nvContentPartPr>
              <p14:xfrm>
                <a:off x="5913966" y="3084783"/>
                <a:ext cx="268560" cy="33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2D42FCD-CC08-4423-FC1E-3F1B13189C9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95966" y="3067143"/>
                  <a:ext cx="304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A931F89-FEBD-6C82-3714-DE99D2FD82AB}"/>
                    </a:ext>
                  </a:extLst>
                </p14:cNvPr>
                <p14:cNvContentPartPr/>
                <p14:nvPr/>
              </p14:nvContentPartPr>
              <p14:xfrm>
                <a:off x="6349206" y="2972823"/>
                <a:ext cx="38520" cy="287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A931F89-FEBD-6C82-3714-DE99D2FD82A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331206" y="2954823"/>
                  <a:ext cx="74160" cy="32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FF90102-4529-AD4A-523C-BE93536F6E25}"/>
                  </a:ext>
                </a:extLst>
              </p14:cNvPr>
              <p14:cNvContentPartPr/>
              <p14:nvPr/>
            </p14:nvContentPartPr>
            <p14:xfrm>
              <a:off x="2641926" y="3380343"/>
              <a:ext cx="189720" cy="2498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FF90102-4529-AD4A-523C-BE93536F6E2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623926" y="3362343"/>
                <a:ext cx="22536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3949FC6-907E-142B-A3E2-C181BF62EB2A}"/>
                  </a:ext>
                </a:extLst>
              </p14:cNvPr>
              <p14:cNvContentPartPr/>
              <p14:nvPr/>
            </p14:nvContentPartPr>
            <p14:xfrm>
              <a:off x="3899766" y="3484023"/>
              <a:ext cx="28800" cy="1389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3949FC6-907E-142B-A3E2-C181BF62EB2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882126" y="3466383"/>
                <a:ext cx="6444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BF2442D-96CE-FF55-888E-577282A86B6B}"/>
                  </a:ext>
                </a:extLst>
              </p14:cNvPr>
              <p14:cNvContentPartPr/>
              <p14:nvPr/>
            </p14:nvContentPartPr>
            <p14:xfrm>
              <a:off x="4910286" y="3469623"/>
              <a:ext cx="218160" cy="2181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BF2442D-96CE-FF55-888E-577282A86B6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892286" y="3451983"/>
                <a:ext cx="253800" cy="25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89BE89C5-D204-FFAB-78ED-705A5BFE2D22}"/>
              </a:ext>
            </a:extLst>
          </p:cNvPr>
          <p:cNvGrpSpPr/>
          <p:nvPr/>
        </p:nvGrpSpPr>
        <p:grpSpPr>
          <a:xfrm>
            <a:off x="5922966" y="3508143"/>
            <a:ext cx="676800" cy="184320"/>
            <a:chOff x="5922966" y="3508143"/>
            <a:chExt cx="676800" cy="1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2122905-374D-8177-1F23-3D4DBB1053BD}"/>
                    </a:ext>
                  </a:extLst>
                </p14:cNvPr>
                <p14:cNvContentPartPr/>
                <p14:nvPr/>
              </p14:nvContentPartPr>
              <p14:xfrm>
                <a:off x="5922966" y="3618663"/>
                <a:ext cx="254160" cy="9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2122905-374D-8177-1F23-3D4DBB1053B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05326" y="3600663"/>
                  <a:ext cx="2898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6EA137D-4796-A1A7-68E4-019F3F153E99}"/>
                    </a:ext>
                  </a:extLst>
                </p14:cNvPr>
                <p14:cNvContentPartPr/>
                <p14:nvPr/>
              </p14:nvContentPartPr>
              <p14:xfrm>
                <a:off x="6328326" y="3508143"/>
                <a:ext cx="271440" cy="184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6EA137D-4796-A1A7-68E4-019F3F153E9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10686" y="3490143"/>
                  <a:ext cx="307080" cy="21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1A5D06C-2738-EBFE-A927-3D709B678C94}"/>
                  </a:ext>
                </a:extLst>
              </p14:cNvPr>
              <p14:cNvContentPartPr/>
              <p14:nvPr/>
            </p14:nvContentPartPr>
            <p14:xfrm>
              <a:off x="2689446" y="3887943"/>
              <a:ext cx="140760" cy="1951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1A5D06C-2738-EBFE-A927-3D709B678C9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671446" y="3869943"/>
                <a:ext cx="17640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E797009-8704-04FF-9A20-C3A12FB4AA53}"/>
                  </a:ext>
                </a:extLst>
              </p14:cNvPr>
              <p14:cNvContentPartPr/>
              <p14:nvPr/>
            </p14:nvContentPartPr>
            <p14:xfrm>
              <a:off x="3990126" y="3923583"/>
              <a:ext cx="223200" cy="2192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E797009-8704-04FF-9A20-C3A12FB4AA5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972126" y="3905943"/>
                <a:ext cx="25884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9F391EE-2592-3D54-571C-4A1FCB6F0532}"/>
                  </a:ext>
                </a:extLst>
              </p14:cNvPr>
              <p14:cNvContentPartPr/>
              <p14:nvPr/>
            </p14:nvContentPartPr>
            <p14:xfrm>
              <a:off x="5099646" y="4020423"/>
              <a:ext cx="119880" cy="1299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9F391EE-2592-3D54-571C-4A1FCB6F053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082006" y="4002783"/>
                <a:ext cx="15552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EF3ACD1-3483-AD62-0FEE-F184B642DB34}"/>
                  </a:ext>
                </a:extLst>
              </p14:cNvPr>
              <p14:cNvContentPartPr/>
              <p14:nvPr/>
            </p14:nvContentPartPr>
            <p14:xfrm>
              <a:off x="6165246" y="3941223"/>
              <a:ext cx="184680" cy="2714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EF3ACD1-3483-AD62-0FEE-F184B642DB3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147606" y="3923583"/>
                <a:ext cx="22032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A782450-53E8-90AC-67EC-FDAFA5D169F9}"/>
                  </a:ext>
                </a:extLst>
              </p14:cNvPr>
              <p14:cNvContentPartPr/>
              <p14:nvPr/>
            </p14:nvContentPartPr>
            <p14:xfrm>
              <a:off x="6669606" y="2283063"/>
              <a:ext cx="356760" cy="19400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A782450-53E8-90AC-67EC-FDAFA5D169F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651606" y="2265063"/>
                <a:ext cx="392400" cy="19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26A90BBB-A2F7-2B0F-5C03-8E436F161452}"/>
              </a:ext>
            </a:extLst>
          </p:cNvPr>
          <p:cNvGrpSpPr/>
          <p:nvPr/>
        </p:nvGrpSpPr>
        <p:grpSpPr>
          <a:xfrm>
            <a:off x="89166" y="4630263"/>
            <a:ext cx="992160" cy="365400"/>
            <a:chOff x="89166" y="4630263"/>
            <a:chExt cx="99216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5FAD747-F5FF-8158-F5F0-683C56EF9DFB}"/>
                    </a:ext>
                  </a:extLst>
                </p14:cNvPr>
                <p14:cNvContentPartPr/>
                <p14:nvPr/>
              </p14:nvContentPartPr>
              <p14:xfrm>
                <a:off x="89166" y="4630263"/>
                <a:ext cx="163440" cy="256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5FAD747-F5FF-8158-F5F0-683C56EF9DF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526" y="4612623"/>
                  <a:ext cx="1990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CB9CF61-24B2-8D33-1C4A-D8E0DC52C3F5}"/>
                    </a:ext>
                  </a:extLst>
                </p14:cNvPr>
                <p14:cNvContentPartPr/>
                <p14:nvPr/>
              </p14:nvContentPartPr>
              <p14:xfrm>
                <a:off x="276006" y="4840863"/>
                <a:ext cx="121680" cy="144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CB9CF61-24B2-8D33-1C4A-D8E0DC52C3F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8006" y="4822863"/>
                  <a:ext cx="1573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1716C00-7FE0-CC4A-7990-058B1252D964}"/>
                    </a:ext>
                  </a:extLst>
                </p14:cNvPr>
                <p14:cNvContentPartPr/>
                <p14:nvPr/>
              </p14:nvContentPartPr>
              <p14:xfrm>
                <a:off x="488046" y="4800543"/>
                <a:ext cx="94680" cy="32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1716C00-7FE0-CC4A-7990-058B1252D96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70406" y="4782903"/>
                  <a:ext cx="1303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A072AB7-6989-3547-F0BA-A6839EB1CABB}"/>
                    </a:ext>
                  </a:extLst>
                </p14:cNvPr>
                <p14:cNvContentPartPr/>
                <p14:nvPr/>
              </p14:nvContentPartPr>
              <p14:xfrm>
                <a:off x="641766" y="4695423"/>
                <a:ext cx="115560" cy="190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A072AB7-6989-3547-F0BA-A6839EB1CAB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24126" y="4677423"/>
                  <a:ext cx="1512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4C6E2F5-B6EB-C65F-6B08-31AA37931B15}"/>
                    </a:ext>
                  </a:extLst>
                </p14:cNvPr>
                <p14:cNvContentPartPr/>
                <p14:nvPr/>
              </p14:nvContentPartPr>
              <p14:xfrm>
                <a:off x="824286" y="4672743"/>
                <a:ext cx="159840" cy="234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4C6E2F5-B6EB-C65F-6B08-31AA37931B1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06646" y="4655103"/>
                  <a:ext cx="1954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599FCB1-B42D-EBE8-CDC0-1C1B627E6013}"/>
                    </a:ext>
                  </a:extLst>
                </p14:cNvPr>
                <p14:cNvContentPartPr/>
                <p14:nvPr/>
              </p14:nvContentPartPr>
              <p14:xfrm>
                <a:off x="1062606" y="4852383"/>
                <a:ext cx="18720" cy="143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599FCB1-B42D-EBE8-CDC0-1C1B627E601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4606" y="4834743"/>
                  <a:ext cx="5436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1CF4EB7-17EC-394E-A7FE-4F5E54DFA8A9}"/>
              </a:ext>
            </a:extLst>
          </p:cNvPr>
          <p:cNvGrpSpPr/>
          <p:nvPr/>
        </p:nvGrpSpPr>
        <p:grpSpPr>
          <a:xfrm>
            <a:off x="34446" y="5345583"/>
            <a:ext cx="1137368" cy="423360"/>
            <a:chOff x="34446" y="5345583"/>
            <a:chExt cx="1137368" cy="42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3A0B063-6D5D-4428-0EE5-4CB7E8F5898F}"/>
                    </a:ext>
                  </a:extLst>
                </p14:cNvPr>
                <p14:cNvContentPartPr/>
                <p14:nvPr/>
              </p14:nvContentPartPr>
              <p14:xfrm>
                <a:off x="34446" y="5357823"/>
                <a:ext cx="177840" cy="303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3A0B063-6D5D-4428-0EE5-4CB7E8F5898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6446" y="5340183"/>
                  <a:ext cx="2134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C1D3FCC-10B7-8249-B50B-29B43F65E111}"/>
                    </a:ext>
                  </a:extLst>
                </p14:cNvPr>
                <p14:cNvContentPartPr/>
                <p14:nvPr/>
              </p14:nvContentPartPr>
              <p14:xfrm>
                <a:off x="158414" y="5591463"/>
                <a:ext cx="142560" cy="164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C1D3FCC-10B7-8249-B50B-29B43F65E11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0414" y="5573463"/>
                  <a:ext cx="1782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ED8E1B1-1DD8-71C6-864C-F2607512197F}"/>
                    </a:ext>
                  </a:extLst>
                </p14:cNvPr>
                <p14:cNvContentPartPr/>
                <p14:nvPr/>
              </p14:nvContentPartPr>
              <p14:xfrm>
                <a:off x="408254" y="5541423"/>
                <a:ext cx="123480" cy="38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ED8E1B1-1DD8-71C6-864C-F2607512197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0614" y="5523783"/>
                  <a:ext cx="1591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356089E-6052-3959-FCA8-F0E798A6A17A}"/>
                    </a:ext>
                  </a:extLst>
                </p14:cNvPr>
                <p14:cNvContentPartPr/>
                <p14:nvPr/>
              </p14:nvContentPartPr>
              <p14:xfrm>
                <a:off x="576734" y="5414343"/>
                <a:ext cx="160200" cy="236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356089E-6052-3959-FCA8-F0E798A6A17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9094" y="5396703"/>
                  <a:ext cx="1958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025BC5B-8E08-D747-C593-2ECEB1FD3991}"/>
                    </a:ext>
                  </a:extLst>
                </p14:cNvPr>
                <p14:cNvContentPartPr/>
                <p14:nvPr/>
              </p14:nvContentPartPr>
              <p14:xfrm>
                <a:off x="835574" y="5345583"/>
                <a:ext cx="203040" cy="297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025BC5B-8E08-D747-C593-2ECEB1FD399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17934" y="5327583"/>
                  <a:ext cx="2386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295C394-56BB-67C1-F80E-B98C4728A441}"/>
                    </a:ext>
                  </a:extLst>
                </p14:cNvPr>
                <p14:cNvContentPartPr/>
                <p14:nvPr/>
              </p14:nvContentPartPr>
              <p14:xfrm>
                <a:off x="1156694" y="5599023"/>
                <a:ext cx="15120" cy="169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295C394-56BB-67C1-F80E-B98C4728A44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38694" y="5581023"/>
                  <a:ext cx="5076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79F11CE-C989-FBFB-76B6-DD96A01EC111}"/>
              </a:ext>
            </a:extLst>
          </p:cNvPr>
          <p:cNvGrpSpPr/>
          <p:nvPr/>
        </p:nvGrpSpPr>
        <p:grpSpPr>
          <a:xfrm>
            <a:off x="33854" y="6050463"/>
            <a:ext cx="353880" cy="384480"/>
            <a:chOff x="33854" y="6050463"/>
            <a:chExt cx="35388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F3EA762-58F7-2174-CEF2-E5F0D9942C3B}"/>
                    </a:ext>
                  </a:extLst>
                </p14:cNvPr>
                <p14:cNvContentPartPr/>
                <p14:nvPr/>
              </p14:nvContentPartPr>
              <p14:xfrm>
                <a:off x="33854" y="6050463"/>
                <a:ext cx="186840" cy="275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F3EA762-58F7-2174-CEF2-E5F0D9942C3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6214" y="6032463"/>
                  <a:ext cx="2224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6581442-18A8-06E8-4D00-B7D05C192CA2}"/>
                    </a:ext>
                  </a:extLst>
                </p14:cNvPr>
                <p14:cNvContentPartPr/>
                <p14:nvPr/>
              </p14:nvContentPartPr>
              <p14:xfrm>
                <a:off x="281534" y="6250263"/>
                <a:ext cx="106200" cy="184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6581442-18A8-06E8-4D00-B7D05C192CA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63534" y="6232623"/>
                  <a:ext cx="14184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4B13A82-6B20-0053-385A-1DBC98879182}"/>
              </a:ext>
            </a:extLst>
          </p:cNvPr>
          <p:cNvGrpSpPr/>
          <p:nvPr/>
        </p:nvGrpSpPr>
        <p:grpSpPr>
          <a:xfrm>
            <a:off x="563054" y="6035703"/>
            <a:ext cx="665280" cy="370440"/>
            <a:chOff x="563054" y="6035703"/>
            <a:chExt cx="66528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8F4B32B-7424-8769-8459-6C80CE0323DF}"/>
                    </a:ext>
                  </a:extLst>
                </p14:cNvPr>
                <p14:cNvContentPartPr/>
                <p14:nvPr/>
              </p14:nvContentPartPr>
              <p14:xfrm>
                <a:off x="563054" y="6253143"/>
                <a:ext cx="101520" cy="64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8F4B32B-7424-8769-8459-6C80CE0323D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5054" y="6235503"/>
                  <a:ext cx="1371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FF5A3F0-DA5C-6845-D233-840B8C9A72A7}"/>
                    </a:ext>
                  </a:extLst>
                </p14:cNvPr>
                <p14:cNvContentPartPr/>
                <p14:nvPr/>
              </p14:nvContentPartPr>
              <p14:xfrm>
                <a:off x="748454" y="6115983"/>
                <a:ext cx="119880" cy="190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FF5A3F0-DA5C-6845-D233-840B8C9A72A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30814" y="6097983"/>
                  <a:ext cx="155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8B95A35-5344-1B14-1C0F-1CCA2B9B7E09}"/>
                    </a:ext>
                  </a:extLst>
                </p14:cNvPr>
                <p14:cNvContentPartPr/>
                <p14:nvPr/>
              </p14:nvContentPartPr>
              <p14:xfrm>
                <a:off x="975254" y="6035703"/>
                <a:ext cx="202680" cy="305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8B95A35-5344-1B14-1C0F-1CCA2B9B7E0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57254" y="6018063"/>
                  <a:ext cx="2383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62E359B-3343-F386-2FCC-2CD29AF874EE}"/>
                    </a:ext>
                  </a:extLst>
                </p14:cNvPr>
                <p14:cNvContentPartPr/>
                <p14:nvPr/>
              </p14:nvContentPartPr>
              <p14:xfrm>
                <a:off x="1204214" y="6281943"/>
                <a:ext cx="24120" cy="124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62E359B-3343-F386-2FCC-2CD29AF874E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86574" y="6263943"/>
                  <a:ext cx="5976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DE312A5F-4A2C-F3D0-03B4-6709DFBA276D}"/>
                  </a:ext>
                </a:extLst>
              </p14:cNvPr>
              <p14:cNvContentPartPr/>
              <p14:nvPr/>
            </p14:nvContentPartPr>
            <p14:xfrm>
              <a:off x="1696694" y="4458543"/>
              <a:ext cx="446760" cy="21549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DE312A5F-4A2C-F3D0-03B4-6709DFBA276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678694" y="4440903"/>
                <a:ext cx="482400" cy="21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C4C2B4B-EA75-FB84-F6E2-C57953A66E87}"/>
                  </a:ext>
                </a:extLst>
              </p14:cNvPr>
              <p14:cNvContentPartPr/>
              <p14:nvPr/>
            </p14:nvContentPartPr>
            <p14:xfrm>
              <a:off x="2433254" y="4717023"/>
              <a:ext cx="27720" cy="2469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C4C2B4B-EA75-FB84-F6E2-C57953A66E8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415614" y="4699023"/>
                <a:ext cx="6336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18FB0C5-7D1D-19E0-D20D-5BC99E4C8D3A}"/>
                  </a:ext>
                </a:extLst>
              </p14:cNvPr>
              <p14:cNvContentPartPr/>
              <p14:nvPr/>
            </p14:nvContentPartPr>
            <p14:xfrm>
              <a:off x="2349734" y="5387343"/>
              <a:ext cx="129240" cy="1695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18FB0C5-7D1D-19E0-D20D-5BC99E4C8D3A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331734" y="5369343"/>
                <a:ext cx="1648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1F19423-539E-10D5-D645-45C9257C73C0}"/>
                  </a:ext>
                </a:extLst>
              </p14:cNvPr>
              <p14:cNvContentPartPr/>
              <p14:nvPr/>
            </p14:nvContentPartPr>
            <p14:xfrm>
              <a:off x="2412014" y="5811783"/>
              <a:ext cx="123120" cy="1634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1F19423-539E-10D5-D645-45C9257C73C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394374" y="5794143"/>
                <a:ext cx="15876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57E626E6-2CC6-F7FF-A646-05C089AD8AC5}"/>
                  </a:ext>
                </a:extLst>
              </p14:cNvPr>
              <p14:cNvContentPartPr/>
              <p14:nvPr/>
            </p14:nvContentPartPr>
            <p14:xfrm>
              <a:off x="2386094" y="6320823"/>
              <a:ext cx="124200" cy="1299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57E626E6-2CC6-F7FF-A646-05C089AD8AC5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368094" y="6302823"/>
                <a:ext cx="15984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E098D4E-E1B1-6A2E-5DCF-71B533FDAD7B}"/>
              </a:ext>
            </a:extLst>
          </p:cNvPr>
          <p:cNvGrpSpPr/>
          <p:nvPr/>
        </p:nvGrpSpPr>
        <p:grpSpPr>
          <a:xfrm>
            <a:off x="3270254" y="4718823"/>
            <a:ext cx="373680" cy="215280"/>
            <a:chOff x="3270254" y="4718823"/>
            <a:chExt cx="373680" cy="21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2445848-D5AB-7DE1-279C-4EE539BE85F8}"/>
                    </a:ext>
                  </a:extLst>
                </p14:cNvPr>
                <p14:cNvContentPartPr/>
                <p14:nvPr/>
              </p14:nvContentPartPr>
              <p14:xfrm>
                <a:off x="3270254" y="4808103"/>
                <a:ext cx="161640" cy="9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2445848-D5AB-7DE1-279C-4EE539BE85F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252254" y="4790463"/>
                  <a:ext cx="197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3274E65-6AF8-6B82-D536-872E953EB062}"/>
                    </a:ext>
                  </a:extLst>
                </p14:cNvPr>
                <p14:cNvContentPartPr/>
                <p14:nvPr/>
              </p14:nvContentPartPr>
              <p14:xfrm>
                <a:off x="3611534" y="4718823"/>
                <a:ext cx="32400" cy="215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3274E65-6AF8-6B82-D536-872E953EB06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593894" y="4701183"/>
                  <a:ext cx="6804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9E64513-8612-45B2-7698-EDF240E81B30}"/>
              </a:ext>
            </a:extLst>
          </p:cNvPr>
          <p:cNvGrpSpPr/>
          <p:nvPr/>
        </p:nvGrpSpPr>
        <p:grpSpPr>
          <a:xfrm>
            <a:off x="4416134" y="4749063"/>
            <a:ext cx="613440" cy="196560"/>
            <a:chOff x="4416134" y="4749063"/>
            <a:chExt cx="61344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0659565-FBDD-AE8B-D4EE-C49A83CD9D09}"/>
                    </a:ext>
                  </a:extLst>
                </p14:cNvPr>
                <p14:cNvContentPartPr/>
                <p14:nvPr/>
              </p14:nvContentPartPr>
              <p14:xfrm>
                <a:off x="4416134" y="4863543"/>
                <a:ext cx="236880" cy="14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0659565-FBDD-AE8B-D4EE-C49A83CD9D0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398494" y="4845543"/>
                  <a:ext cx="272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1731A3D-411D-A5C8-F5C2-BD96894E6C87}"/>
                    </a:ext>
                  </a:extLst>
                </p14:cNvPr>
                <p14:cNvContentPartPr/>
                <p14:nvPr/>
              </p14:nvContentPartPr>
              <p14:xfrm>
                <a:off x="4809974" y="4749063"/>
                <a:ext cx="219600" cy="196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1731A3D-411D-A5C8-F5C2-BD96894E6C8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91974" y="4731423"/>
                  <a:ext cx="255240" cy="23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7C3C5F69-6E3D-C8AC-D342-2F41F66FB0AB}"/>
                  </a:ext>
                </a:extLst>
              </p14:cNvPr>
              <p14:cNvContentPartPr/>
              <p14:nvPr/>
            </p14:nvContentPartPr>
            <p14:xfrm>
              <a:off x="5804294" y="4786143"/>
              <a:ext cx="164880" cy="356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7C3C5F69-6E3D-C8AC-D342-2F41F66FB0AB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786654" y="4768503"/>
                <a:ext cx="2005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CC92D049-78C1-C2ED-C3B6-87448B0FB334}"/>
                  </a:ext>
                </a:extLst>
              </p14:cNvPr>
              <p14:cNvContentPartPr/>
              <p14:nvPr/>
            </p14:nvContentPartPr>
            <p14:xfrm>
              <a:off x="6190574" y="4637823"/>
              <a:ext cx="159480" cy="3110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CC92D049-78C1-C2ED-C3B6-87448B0FB334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172934" y="4619823"/>
                <a:ext cx="195120" cy="34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94E744E-040C-AAAE-8A57-2A56BF67BEA9}"/>
              </a:ext>
            </a:extLst>
          </p:cNvPr>
          <p:cNvGrpSpPr/>
          <p:nvPr/>
        </p:nvGrpSpPr>
        <p:grpSpPr>
          <a:xfrm>
            <a:off x="3364214" y="5244423"/>
            <a:ext cx="166320" cy="234000"/>
            <a:chOff x="3364214" y="5244423"/>
            <a:chExt cx="166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176F692-C312-3944-7ECA-CFE8E9C5D7EB}"/>
                    </a:ext>
                  </a:extLst>
                </p14:cNvPr>
                <p14:cNvContentPartPr/>
                <p14:nvPr/>
              </p14:nvContentPartPr>
              <p14:xfrm>
                <a:off x="3409574" y="5244423"/>
                <a:ext cx="120960" cy="10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176F692-C312-3944-7ECA-CFE8E9C5D7E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91574" y="5226423"/>
                  <a:ext cx="1566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940A59E-861F-B8DA-52C9-322C71797941}"/>
                    </a:ext>
                  </a:extLst>
                </p14:cNvPr>
                <p14:cNvContentPartPr/>
                <p14:nvPr/>
              </p14:nvContentPartPr>
              <p14:xfrm>
                <a:off x="3364214" y="5287263"/>
                <a:ext cx="149760" cy="191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940A59E-861F-B8DA-52C9-322C7179794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346574" y="5269263"/>
                  <a:ext cx="185400" cy="22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BD8AD88-3540-9373-C3C3-238AD59D1518}"/>
                  </a:ext>
                </a:extLst>
              </p14:cNvPr>
              <p14:cNvContentPartPr/>
              <p14:nvPr/>
            </p14:nvContentPartPr>
            <p14:xfrm>
              <a:off x="4791614" y="5233983"/>
              <a:ext cx="164520" cy="2404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BD8AD88-3540-9373-C3C3-238AD59D1518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773974" y="5215983"/>
                <a:ext cx="20016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49AD8FD5-458B-3444-F141-24936C4269B2}"/>
                  </a:ext>
                </a:extLst>
              </p14:cNvPr>
              <p14:cNvContentPartPr/>
              <p14:nvPr/>
            </p14:nvContentPartPr>
            <p14:xfrm>
              <a:off x="5979254" y="5136783"/>
              <a:ext cx="202680" cy="2804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49AD8FD5-458B-3444-F141-24936C4269B2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961614" y="5119143"/>
                <a:ext cx="23832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CB6FEF2-5F0F-C0B8-08A8-81C0D7CCC23D}"/>
                  </a:ext>
                </a:extLst>
              </p14:cNvPr>
              <p14:cNvContentPartPr/>
              <p14:nvPr/>
            </p14:nvContentPartPr>
            <p14:xfrm>
              <a:off x="3336494" y="5709903"/>
              <a:ext cx="150120" cy="2617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CB6FEF2-5F0F-C0B8-08A8-81C0D7CCC23D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318854" y="5692263"/>
                <a:ext cx="18576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B4A645E-711C-11CF-0BF1-8625D478E799}"/>
                  </a:ext>
                </a:extLst>
              </p14:cNvPr>
              <p14:cNvContentPartPr/>
              <p14:nvPr/>
            </p14:nvContentPartPr>
            <p14:xfrm>
              <a:off x="4608734" y="5724663"/>
              <a:ext cx="158040" cy="2815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B4A645E-711C-11CF-0BF1-8625D478E799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590734" y="5707023"/>
                <a:ext cx="193680" cy="31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B15B72C-DEF4-47FE-F5F9-BFEC65A671E5}"/>
              </a:ext>
            </a:extLst>
          </p:cNvPr>
          <p:cNvGrpSpPr/>
          <p:nvPr/>
        </p:nvGrpSpPr>
        <p:grpSpPr>
          <a:xfrm>
            <a:off x="5836694" y="5722863"/>
            <a:ext cx="248040" cy="214560"/>
            <a:chOff x="5836694" y="5722863"/>
            <a:chExt cx="24804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3576674-BB9C-4690-D0DE-F6DDE5292170}"/>
                    </a:ext>
                  </a:extLst>
                </p14:cNvPr>
                <p14:cNvContentPartPr/>
                <p14:nvPr/>
              </p14:nvContentPartPr>
              <p14:xfrm>
                <a:off x="5836694" y="5722863"/>
                <a:ext cx="37080" cy="214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3576674-BB9C-4690-D0DE-F6DDE529217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818694" y="5705223"/>
                  <a:ext cx="727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FC1179B-1080-A67A-ED3B-BB018B862004}"/>
                    </a:ext>
                  </a:extLst>
                </p14:cNvPr>
                <p14:cNvContentPartPr/>
                <p14:nvPr/>
              </p14:nvContentPartPr>
              <p14:xfrm>
                <a:off x="5943974" y="5777223"/>
                <a:ext cx="140760" cy="1432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FC1179B-1080-A67A-ED3B-BB018B86200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25974" y="5759223"/>
                  <a:ext cx="176400" cy="1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DACACA18-F8D4-4252-0762-BD3FBFE2AB5C}"/>
                  </a:ext>
                </a:extLst>
              </p14:cNvPr>
              <p14:cNvContentPartPr/>
              <p14:nvPr/>
            </p14:nvContentPartPr>
            <p14:xfrm>
              <a:off x="3292934" y="6260703"/>
              <a:ext cx="149400" cy="2764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DACACA18-F8D4-4252-0762-BD3FBFE2AB5C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274934" y="6242703"/>
                <a:ext cx="185040" cy="31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FB7300D-B95A-4988-202A-7863C95D1DA7}"/>
              </a:ext>
            </a:extLst>
          </p:cNvPr>
          <p:cNvGrpSpPr/>
          <p:nvPr/>
        </p:nvGrpSpPr>
        <p:grpSpPr>
          <a:xfrm>
            <a:off x="4710614" y="6247023"/>
            <a:ext cx="330480" cy="232560"/>
            <a:chOff x="4710614" y="6247023"/>
            <a:chExt cx="33048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5668F8F-61B1-43FF-8CBA-0EDE91C6D0FE}"/>
                    </a:ext>
                  </a:extLst>
                </p14:cNvPr>
                <p14:cNvContentPartPr/>
                <p14:nvPr/>
              </p14:nvContentPartPr>
              <p14:xfrm>
                <a:off x="4710614" y="6247023"/>
                <a:ext cx="29160" cy="208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5668F8F-61B1-43FF-8CBA-0EDE91C6D0F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92614" y="6229383"/>
                  <a:ext cx="64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24C1D9A-60C1-9A20-DBE4-87150AA12B32}"/>
                    </a:ext>
                  </a:extLst>
                </p14:cNvPr>
                <p14:cNvContentPartPr/>
                <p14:nvPr/>
              </p14:nvContentPartPr>
              <p14:xfrm>
                <a:off x="4836974" y="6259983"/>
                <a:ext cx="204120" cy="219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24C1D9A-60C1-9A20-DBE4-87150AA12B3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818974" y="6242343"/>
                  <a:ext cx="23976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71C6DA3-12B9-9EF9-04B9-29F5CBC436EA}"/>
              </a:ext>
            </a:extLst>
          </p:cNvPr>
          <p:cNvGrpSpPr/>
          <p:nvPr/>
        </p:nvGrpSpPr>
        <p:grpSpPr>
          <a:xfrm>
            <a:off x="5754254" y="6175743"/>
            <a:ext cx="304200" cy="331920"/>
            <a:chOff x="5754254" y="6175743"/>
            <a:chExt cx="30420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E5D4EE8-27ED-07EE-8E74-EF8A90F944AF}"/>
                    </a:ext>
                  </a:extLst>
                </p14:cNvPr>
                <p14:cNvContentPartPr/>
                <p14:nvPr/>
              </p14:nvContentPartPr>
              <p14:xfrm>
                <a:off x="5754254" y="6212103"/>
                <a:ext cx="65160" cy="203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E5D4EE8-27ED-07EE-8E74-EF8A90F944A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736254" y="6194463"/>
                  <a:ext cx="1008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20D91A7-AE30-A9D8-E53D-83E7E17A4FBC}"/>
                    </a:ext>
                  </a:extLst>
                </p14:cNvPr>
                <p14:cNvContentPartPr/>
                <p14:nvPr/>
              </p14:nvContentPartPr>
              <p14:xfrm>
                <a:off x="5898254" y="6175743"/>
                <a:ext cx="160200" cy="331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20D91A7-AE30-A9D8-E53D-83E7E17A4FB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880614" y="6157743"/>
                  <a:ext cx="19584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BEB36FB-B679-8D20-143A-92F7CA43CDDE}"/>
              </a:ext>
            </a:extLst>
          </p:cNvPr>
          <p:cNvGrpSpPr/>
          <p:nvPr/>
        </p:nvGrpSpPr>
        <p:grpSpPr>
          <a:xfrm>
            <a:off x="6325214" y="4438383"/>
            <a:ext cx="278280" cy="2300400"/>
            <a:chOff x="6325214" y="4438383"/>
            <a:chExt cx="278280" cy="230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B6F9531-B06A-7995-7CCF-27FBEBE4821B}"/>
                    </a:ext>
                  </a:extLst>
                </p14:cNvPr>
                <p14:cNvContentPartPr/>
                <p14:nvPr/>
              </p14:nvContentPartPr>
              <p14:xfrm>
                <a:off x="6325214" y="4581303"/>
                <a:ext cx="10080" cy="18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B6F9531-B06A-7995-7CCF-27FBEBE4821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307574" y="4563663"/>
                  <a:ext cx="45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20671C4-EFDB-A32A-528D-DF010321560B}"/>
                    </a:ext>
                  </a:extLst>
                </p14:cNvPr>
                <p14:cNvContentPartPr/>
                <p14:nvPr/>
              </p14:nvContentPartPr>
              <p14:xfrm>
                <a:off x="6390734" y="4438383"/>
                <a:ext cx="212760" cy="2300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20671C4-EFDB-A32A-528D-DF010321560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372734" y="4420383"/>
                  <a:ext cx="248400" cy="233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0094957F-ECCA-200C-F04E-4710601907F3}"/>
                  </a:ext>
                </a:extLst>
              </p14:cNvPr>
              <p14:cNvContentPartPr/>
              <p14:nvPr/>
            </p14:nvContentPartPr>
            <p14:xfrm>
              <a:off x="6903374" y="5306703"/>
              <a:ext cx="384840" cy="1767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0094957F-ECCA-200C-F04E-4710601907F3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6885374" y="5289063"/>
                <a:ext cx="42048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35609C0-B216-D3FB-8836-20BDA8E842AA}"/>
                  </a:ext>
                </a:extLst>
              </p14:cNvPr>
              <p14:cNvContentPartPr/>
              <p14:nvPr/>
            </p14:nvContentPartPr>
            <p14:xfrm>
              <a:off x="7988054" y="4432263"/>
              <a:ext cx="220680" cy="20764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35609C0-B216-D3FB-8836-20BDA8E842A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970054" y="4414623"/>
                <a:ext cx="256320" cy="21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48D5FA48-0DB3-5A0F-ACAB-D52D5EF25AA4}"/>
                  </a:ext>
                </a:extLst>
              </p14:cNvPr>
              <p14:cNvContentPartPr/>
              <p14:nvPr/>
            </p14:nvContentPartPr>
            <p14:xfrm>
              <a:off x="6952334" y="4872183"/>
              <a:ext cx="122760" cy="2538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48D5FA48-0DB3-5A0F-ACAB-D52D5EF25AA4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934694" y="4854183"/>
                <a:ext cx="158400" cy="28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FF3D6C99-715B-BB3E-A6B8-36CB57E94A75}"/>
              </a:ext>
            </a:extLst>
          </p:cNvPr>
          <p:cNvGrpSpPr/>
          <p:nvPr/>
        </p:nvGrpSpPr>
        <p:grpSpPr>
          <a:xfrm>
            <a:off x="6991934" y="4885863"/>
            <a:ext cx="774720" cy="381960"/>
            <a:chOff x="6991934" y="4885863"/>
            <a:chExt cx="77472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88FE19B-AA56-0F36-A653-5AEED360900C}"/>
                    </a:ext>
                  </a:extLst>
                </p14:cNvPr>
                <p14:cNvContentPartPr/>
                <p14:nvPr/>
              </p14:nvContentPartPr>
              <p14:xfrm>
                <a:off x="6991934" y="4981983"/>
                <a:ext cx="121680" cy="1188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88FE19B-AA56-0F36-A653-5AEED360900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73934" y="4963983"/>
                  <a:ext cx="1573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C4A6B38-908C-1DEB-5393-C13F7AE4C72A}"/>
                    </a:ext>
                  </a:extLst>
                </p14:cNvPr>
                <p14:cNvContentPartPr/>
                <p14:nvPr/>
              </p14:nvContentPartPr>
              <p14:xfrm>
                <a:off x="7142774" y="5039583"/>
                <a:ext cx="118800" cy="1551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C4A6B38-908C-1DEB-5393-C13F7AE4C72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125134" y="5021943"/>
                  <a:ext cx="1544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CC2DB2F-E429-9960-32EC-959B28AE0E4E}"/>
                    </a:ext>
                  </a:extLst>
                </p14:cNvPr>
                <p14:cNvContentPartPr/>
                <p14:nvPr/>
              </p14:nvContentPartPr>
              <p14:xfrm>
                <a:off x="7327454" y="5033463"/>
                <a:ext cx="68040" cy="32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CC2DB2F-E429-9960-32EC-959B28AE0E4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309814" y="5015463"/>
                  <a:ext cx="103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AD73488-C29A-F735-A88C-9503DE7F493F}"/>
                    </a:ext>
                  </a:extLst>
                </p14:cNvPr>
                <p14:cNvContentPartPr/>
                <p14:nvPr/>
              </p14:nvContentPartPr>
              <p14:xfrm>
                <a:off x="7491974" y="4885863"/>
                <a:ext cx="139680" cy="252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AD73488-C29A-F735-A88C-9503DE7F493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474334" y="4867863"/>
                  <a:ext cx="1753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9B2A5A8-87BC-3142-667A-D7CF4561B634}"/>
                    </a:ext>
                  </a:extLst>
                </p14:cNvPr>
                <p14:cNvContentPartPr/>
                <p14:nvPr/>
              </p14:nvContentPartPr>
              <p14:xfrm>
                <a:off x="7626974" y="5065143"/>
                <a:ext cx="139680" cy="2026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9B2A5A8-87BC-3142-667A-D7CF4561B63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609334" y="5047503"/>
                  <a:ext cx="175320" cy="23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E1EBE9F-EC14-27E4-A29C-2D076BA49214}"/>
                  </a:ext>
                </a:extLst>
              </p14:cNvPr>
              <p14:cNvContentPartPr/>
              <p14:nvPr/>
            </p14:nvContentPartPr>
            <p14:xfrm>
              <a:off x="8460374" y="4683543"/>
              <a:ext cx="24120" cy="2574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E1EBE9F-EC14-27E4-A29C-2D076BA49214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8442374" y="4665543"/>
                <a:ext cx="59760" cy="29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174AB7E-4337-AB2D-FE2D-C508BD3CA5A2}"/>
              </a:ext>
            </a:extLst>
          </p:cNvPr>
          <p:cNvGrpSpPr/>
          <p:nvPr/>
        </p:nvGrpSpPr>
        <p:grpSpPr>
          <a:xfrm>
            <a:off x="9009374" y="4665183"/>
            <a:ext cx="316080" cy="222120"/>
            <a:chOff x="9009374" y="4665183"/>
            <a:chExt cx="31608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4C2CCB9-2611-0A81-3E4F-1186E9DD5487}"/>
                    </a:ext>
                  </a:extLst>
                </p14:cNvPr>
                <p14:cNvContentPartPr/>
                <p14:nvPr/>
              </p14:nvContentPartPr>
              <p14:xfrm>
                <a:off x="9009374" y="4784343"/>
                <a:ext cx="128880" cy="12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4C2CCB9-2611-0A81-3E4F-1186E9DD548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991374" y="4766703"/>
                  <a:ext cx="164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9C881C9-E91C-F42F-93A4-42EB88BB75DB}"/>
                    </a:ext>
                  </a:extLst>
                </p14:cNvPr>
                <p14:cNvContentPartPr/>
                <p14:nvPr/>
              </p14:nvContentPartPr>
              <p14:xfrm>
                <a:off x="9304574" y="4665183"/>
                <a:ext cx="20880" cy="2221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9C881C9-E91C-F42F-93A4-42EB88BB75D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286574" y="4647183"/>
                  <a:ext cx="56520" cy="25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38F64BCB-4022-FCF5-4A2D-6C451F2011CA}"/>
              </a:ext>
            </a:extLst>
          </p:cNvPr>
          <p:cNvGrpSpPr/>
          <p:nvPr/>
        </p:nvGrpSpPr>
        <p:grpSpPr>
          <a:xfrm>
            <a:off x="9868334" y="4681023"/>
            <a:ext cx="416160" cy="193320"/>
            <a:chOff x="9868334" y="4681023"/>
            <a:chExt cx="416160" cy="19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3BA4B9E-311F-72AC-1241-8219DCF4D1D9}"/>
                    </a:ext>
                  </a:extLst>
                </p14:cNvPr>
                <p14:cNvContentPartPr/>
                <p14:nvPr/>
              </p14:nvContentPartPr>
              <p14:xfrm>
                <a:off x="9868334" y="4777143"/>
                <a:ext cx="132480" cy="12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3BA4B9E-311F-72AC-1241-8219DCF4D1D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850334" y="4759143"/>
                  <a:ext cx="168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0F5BD9F-764E-AD22-3E85-48F6D4569A95}"/>
                    </a:ext>
                  </a:extLst>
                </p14:cNvPr>
                <p14:cNvContentPartPr/>
                <p14:nvPr/>
              </p14:nvContentPartPr>
              <p14:xfrm>
                <a:off x="10094414" y="4681023"/>
                <a:ext cx="190080" cy="1933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0F5BD9F-764E-AD22-3E85-48F6D4569A9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076774" y="4663023"/>
                  <a:ext cx="225720" cy="22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E2C6DB94-9EF1-A5F4-93FE-46BC2B5BD84C}"/>
                  </a:ext>
                </a:extLst>
              </p14:cNvPr>
              <p14:cNvContentPartPr/>
              <p14:nvPr/>
            </p14:nvContentPartPr>
            <p14:xfrm>
              <a:off x="10782014" y="4728183"/>
              <a:ext cx="121320" cy="212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E2C6DB94-9EF1-A5F4-93FE-46BC2B5BD84C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0764014" y="4710183"/>
                <a:ext cx="1569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08BFD01-C46C-B3C0-F113-EB9C73393A4D}"/>
                  </a:ext>
                </a:extLst>
              </p14:cNvPr>
              <p14:cNvContentPartPr/>
              <p14:nvPr/>
            </p14:nvContentPartPr>
            <p14:xfrm>
              <a:off x="11112494" y="4589583"/>
              <a:ext cx="136080" cy="3135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08BFD01-C46C-B3C0-F113-EB9C73393A4D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1094854" y="4571583"/>
                <a:ext cx="17172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C4497E2B-7605-38A2-7D8B-44F17DAF167D}"/>
                  </a:ext>
                </a:extLst>
              </p14:cNvPr>
              <p14:cNvContentPartPr/>
              <p14:nvPr/>
            </p14:nvContentPartPr>
            <p14:xfrm>
              <a:off x="8392694" y="5257743"/>
              <a:ext cx="148680" cy="19548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C4497E2B-7605-38A2-7D8B-44F17DAF167D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8374694" y="5239743"/>
                <a:ext cx="1843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A265E9CE-89EF-B299-8B1B-5FA1659BD2BD}"/>
                  </a:ext>
                </a:extLst>
              </p14:cNvPr>
              <p14:cNvContentPartPr/>
              <p14:nvPr/>
            </p14:nvContentPartPr>
            <p14:xfrm>
              <a:off x="8393774" y="5227503"/>
              <a:ext cx="170640" cy="2286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A265E9CE-89EF-B299-8B1B-5FA1659BD2BD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375774" y="5209503"/>
                <a:ext cx="20628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7661D8CF-EC0D-3E4F-DB1D-F2EC5B494CB7}"/>
                  </a:ext>
                </a:extLst>
              </p14:cNvPr>
              <p14:cNvContentPartPr/>
              <p14:nvPr/>
            </p14:nvContentPartPr>
            <p14:xfrm>
              <a:off x="9337694" y="5214183"/>
              <a:ext cx="33840" cy="2412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7661D8CF-EC0D-3E4F-DB1D-F2EC5B494CB7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9320054" y="5196543"/>
                <a:ext cx="69480" cy="27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3A1BB5B-D46E-37FC-BE3C-D77486266C22}"/>
              </a:ext>
            </a:extLst>
          </p:cNvPr>
          <p:cNvGrpSpPr/>
          <p:nvPr/>
        </p:nvGrpSpPr>
        <p:grpSpPr>
          <a:xfrm>
            <a:off x="9948614" y="5206623"/>
            <a:ext cx="418320" cy="221400"/>
            <a:chOff x="9948614" y="5206623"/>
            <a:chExt cx="41832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108305B-29D0-F8B8-BABB-B71ADFF5B1CF}"/>
                    </a:ext>
                  </a:extLst>
                </p14:cNvPr>
                <p14:cNvContentPartPr/>
                <p14:nvPr/>
              </p14:nvContentPartPr>
              <p14:xfrm>
                <a:off x="9948614" y="5323263"/>
                <a:ext cx="114840" cy="4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108305B-29D0-F8B8-BABB-B71ADFF5B1C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930974" y="5305263"/>
                  <a:ext cx="150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3847441-234C-89E6-5E8B-EF3BBAAF5201}"/>
                    </a:ext>
                  </a:extLst>
                </p14:cNvPr>
                <p14:cNvContentPartPr/>
                <p14:nvPr/>
              </p14:nvContentPartPr>
              <p14:xfrm>
                <a:off x="10211774" y="5206623"/>
                <a:ext cx="155160" cy="2214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3847441-234C-89E6-5E8B-EF3BBAAF520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194134" y="5188623"/>
                  <a:ext cx="19080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AF17BDF-BEA5-F5AE-8A00-452C6681DC36}"/>
              </a:ext>
            </a:extLst>
          </p:cNvPr>
          <p:cNvGrpSpPr/>
          <p:nvPr/>
        </p:nvGrpSpPr>
        <p:grpSpPr>
          <a:xfrm>
            <a:off x="10888574" y="5104743"/>
            <a:ext cx="507960" cy="289440"/>
            <a:chOff x="10888574" y="5104743"/>
            <a:chExt cx="50796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B50F4B3-10DE-6A3E-91F9-FF48BE4DA322}"/>
                    </a:ext>
                  </a:extLst>
                </p14:cNvPr>
                <p14:cNvContentPartPr/>
                <p14:nvPr/>
              </p14:nvContentPartPr>
              <p14:xfrm>
                <a:off x="10888574" y="5219583"/>
                <a:ext cx="170280" cy="12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B50F4B3-10DE-6A3E-91F9-FF48BE4DA32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870934" y="5201583"/>
                  <a:ext cx="2059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5CA3E8C-3161-2C12-45FD-659E98E4F079}"/>
                    </a:ext>
                  </a:extLst>
                </p14:cNvPr>
                <p14:cNvContentPartPr/>
                <p14:nvPr/>
              </p14:nvContentPartPr>
              <p14:xfrm>
                <a:off x="11220494" y="5104743"/>
                <a:ext cx="176040" cy="289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5CA3E8C-3161-2C12-45FD-659E98E4F07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202854" y="5086743"/>
                  <a:ext cx="211680" cy="32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6A364862-7CA6-850A-C7FB-CADCD2C4C2F1}"/>
                  </a:ext>
                </a:extLst>
              </p14:cNvPr>
              <p14:cNvContentPartPr/>
              <p14:nvPr/>
            </p14:nvContentPartPr>
            <p14:xfrm>
              <a:off x="8404214" y="5786583"/>
              <a:ext cx="140760" cy="1612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6A364862-7CA6-850A-C7FB-CADCD2C4C2F1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8386214" y="5768943"/>
                <a:ext cx="1764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93C019E5-8CD8-9D71-9CF7-A6B2F7D8FD86}"/>
                  </a:ext>
                </a:extLst>
              </p14:cNvPr>
              <p14:cNvContentPartPr/>
              <p14:nvPr/>
            </p14:nvContentPartPr>
            <p14:xfrm>
              <a:off x="9347414" y="5741943"/>
              <a:ext cx="119520" cy="2278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93C019E5-8CD8-9D71-9CF7-A6B2F7D8FD86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329774" y="5723943"/>
                <a:ext cx="1551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2C0FC3AC-EFD8-13C2-F090-50653D110272}"/>
                  </a:ext>
                </a:extLst>
              </p14:cNvPr>
              <p14:cNvContentPartPr/>
              <p14:nvPr/>
            </p14:nvContentPartPr>
            <p14:xfrm>
              <a:off x="10180454" y="5671383"/>
              <a:ext cx="124200" cy="1900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2C0FC3AC-EFD8-13C2-F090-50653D110272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162814" y="5653743"/>
                <a:ext cx="15984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1E6CA217-82CD-0016-D505-F03C1D78435B}"/>
                  </a:ext>
                </a:extLst>
              </p14:cNvPr>
              <p14:cNvContentPartPr/>
              <p14:nvPr/>
            </p14:nvContentPartPr>
            <p14:xfrm>
              <a:off x="11142734" y="5614863"/>
              <a:ext cx="10800" cy="17424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1E6CA217-82CD-0016-D505-F03C1D78435B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124734" y="5596863"/>
                <a:ext cx="4644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D523BA6C-4FF1-F89B-52FA-F569A5418A88}"/>
                  </a:ext>
                </a:extLst>
              </p14:cNvPr>
              <p14:cNvContentPartPr/>
              <p14:nvPr/>
            </p14:nvContentPartPr>
            <p14:xfrm>
              <a:off x="11337134" y="5648703"/>
              <a:ext cx="143640" cy="1335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D523BA6C-4FF1-F89B-52FA-F569A5418A88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1319494" y="5630703"/>
                <a:ext cx="1792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68CFD2E4-87B7-22CB-BE4F-4D5DFFE14937}"/>
                  </a:ext>
                </a:extLst>
              </p14:cNvPr>
              <p14:cNvContentPartPr/>
              <p14:nvPr/>
            </p14:nvContentPartPr>
            <p14:xfrm>
              <a:off x="8409974" y="6265383"/>
              <a:ext cx="141840" cy="2383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68CFD2E4-87B7-22CB-BE4F-4D5DFFE14937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8392334" y="6247383"/>
                <a:ext cx="1774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AE4EEA4F-4F19-BD41-ED41-B98FF950E1F1}"/>
                  </a:ext>
                </a:extLst>
              </p14:cNvPr>
              <p14:cNvContentPartPr/>
              <p14:nvPr/>
            </p14:nvContentPartPr>
            <p14:xfrm>
              <a:off x="9380174" y="6180783"/>
              <a:ext cx="121680" cy="27540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AE4EEA4F-4F19-BD41-ED41-B98FF950E1F1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362174" y="6162783"/>
                <a:ext cx="157320" cy="31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7026AFB9-0EF5-538D-1C9E-BE0C9A0B4F1F}"/>
              </a:ext>
            </a:extLst>
          </p:cNvPr>
          <p:cNvGrpSpPr/>
          <p:nvPr/>
        </p:nvGrpSpPr>
        <p:grpSpPr>
          <a:xfrm>
            <a:off x="10231214" y="6252063"/>
            <a:ext cx="417960" cy="227880"/>
            <a:chOff x="10231214" y="6252063"/>
            <a:chExt cx="41796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BE0A132-63EE-AFDE-670C-8DF6DF68B0BA}"/>
                    </a:ext>
                  </a:extLst>
                </p14:cNvPr>
                <p14:cNvContentPartPr/>
                <p14:nvPr/>
              </p14:nvContentPartPr>
              <p14:xfrm>
                <a:off x="10231214" y="6252063"/>
                <a:ext cx="57240" cy="210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BE0A132-63EE-AFDE-670C-8DF6DF68B0B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213574" y="6234423"/>
                  <a:ext cx="92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2EF009B-AD30-6790-B8B5-8377F0956E4B}"/>
                    </a:ext>
                  </a:extLst>
                </p14:cNvPr>
                <p14:cNvContentPartPr/>
                <p14:nvPr/>
              </p14:nvContentPartPr>
              <p14:xfrm>
                <a:off x="10400774" y="6305703"/>
                <a:ext cx="248400" cy="174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2EF009B-AD30-6790-B8B5-8377F0956E4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382774" y="6287703"/>
                  <a:ext cx="28404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59FD5AC-E3B9-A240-35BE-1E2FBFFD09F2}"/>
              </a:ext>
            </a:extLst>
          </p:cNvPr>
          <p:cNvGrpSpPr/>
          <p:nvPr/>
        </p:nvGrpSpPr>
        <p:grpSpPr>
          <a:xfrm>
            <a:off x="11148494" y="6112743"/>
            <a:ext cx="376200" cy="347760"/>
            <a:chOff x="11148494" y="6112743"/>
            <a:chExt cx="37620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C588EB4-D542-3863-62AE-3355DF4CA911}"/>
                    </a:ext>
                  </a:extLst>
                </p14:cNvPr>
                <p14:cNvContentPartPr/>
                <p14:nvPr/>
              </p14:nvContentPartPr>
              <p14:xfrm>
                <a:off x="11148494" y="6142623"/>
                <a:ext cx="14400" cy="2242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C588EB4-D542-3863-62AE-3355DF4CA91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130854" y="6124983"/>
                  <a:ext cx="500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82189E6-8294-7E69-440A-817DD69BBD17}"/>
                    </a:ext>
                  </a:extLst>
                </p14:cNvPr>
                <p14:cNvContentPartPr/>
                <p14:nvPr/>
              </p14:nvContentPartPr>
              <p14:xfrm>
                <a:off x="11320934" y="6112743"/>
                <a:ext cx="203760" cy="347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82189E6-8294-7E69-440A-817DD69BBD1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303294" y="6095103"/>
                  <a:ext cx="239400" cy="38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25B6F7A-0606-5DE9-9813-261C178E5098}"/>
              </a:ext>
            </a:extLst>
          </p:cNvPr>
          <p:cNvGrpSpPr/>
          <p:nvPr/>
        </p:nvGrpSpPr>
        <p:grpSpPr>
          <a:xfrm>
            <a:off x="6665774" y="4875063"/>
            <a:ext cx="247320" cy="275760"/>
            <a:chOff x="6665774" y="4875063"/>
            <a:chExt cx="24732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6A94BE1-2010-9CDC-8805-67069588D42A}"/>
                    </a:ext>
                  </a:extLst>
                </p14:cNvPr>
                <p14:cNvContentPartPr/>
                <p14:nvPr/>
              </p14:nvContentPartPr>
              <p14:xfrm>
                <a:off x="6665774" y="4875063"/>
                <a:ext cx="73440" cy="225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6A94BE1-2010-9CDC-8805-67069588D42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648134" y="4857423"/>
                  <a:ext cx="1090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18119EA-C991-34FB-16DC-AE7556BA3423}"/>
                    </a:ext>
                  </a:extLst>
                </p14:cNvPr>
                <p14:cNvContentPartPr/>
                <p14:nvPr/>
              </p14:nvContentPartPr>
              <p14:xfrm>
                <a:off x="6783854" y="5038143"/>
                <a:ext cx="75960" cy="112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18119EA-C991-34FB-16DC-AE7556BA342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765854" y="5020503"/>
                  <a:ext cx="1116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96DF71C-933C-109B-5663-A77BFFA37ADF}"/>
                    </a:ext>
                  </a:extLst>
                </p14:cNvPr>
                <p14:cNvContentPartPr/>
                <p14:nvPr/>
              </p14:nvContentPartPr>
              <p14:xfrm>
                <a:off x="6832454" y="4916103"/>
                <a:ext cx="80640" cy="71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96DF71C-933C-109B-5663-A77BFFA37AD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814814" y="4898103"/>
                  <a:ext cx="116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F34F97D-75BE-B4A8-509E-794165022569}"/>
                    </a:ext>
                  </a:extLst>
                </p14:cNvPr>
                <p14:cNvContentPartPr/>
                <p14:nvPr/>
              </p14:nvContentPartPr>
              <p14:xfrm>
                <a:off x="6819134" y="4951743"/>
                <a:ext cx="85320" cy="165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F34F97D-75BE-B4A8-509E-79416502256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801134" y="4933743"/>
                  <a:ext cx="120960" cy="5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7CCA2C5A-3F2A-0218-61A7-60B174041033}"/>
                  </a:ext>
                </a:extLst>
              </p14:cNvPr>
              <p14:cNvContentPartPr/>
              <p14:nvPr/>
            </p14:nvContentPartPr>
            <p14:xfrm>
              <a:off x="11387174" y="4385103"/>
              <a:ext cx="536040" cy="21891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7CCA2C5A-3F2A-0218-61A7-60B174041033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1369534" y="4367463"/>
                <a:ext cx="571680" cy="222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732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F0FE68F-CAB0-50B6-D631-3F0E0C10CC8C}"/>
              </a:ext>
            </a:extLst>
          </p:cNvPr>
          <p:cNvGrpSpPr/>
          <p:nvPr/>
        </p:nvGrpSpPr>
        <p:grpSpPr>
          <a:xfrm>
            <a:off x="252606" y="380463"/>
            <a:ext cx="1434600" cy="473400"/>
            <a:chOff x="252606" y="380463"/>
            <a:chExt cx="143460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90CE6DA-52E7-E36E-E2D5-68F699C760B0}"/>
                    </a:ext>
                  </a:extLst>
                </p14:cNvPr>
                <p14:cNvContentPartPr/>
                <p14:nvPr/>
              </p14:nvContentPartPr>
              <p14:xfrm>
                <a:off x="252606" y="380463"/>
                <a:ext cx="196200" cy="353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90CE6DA-52E7-E36E-E2D5-68F699C760B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606" y="362463"/>
                  <a:ext cx="2318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943A60B-28B9-567B-C8DE-FC11C93F689F}"/>
                    </a:ext>
                  </a:extLst>
                </p14:cNvPr>
                <p14:cNvContentPartPr/>
                <p14:nvPr/>
              </p14:nvContentPartPr>
              <p14:xfrm>
                <a:off x="421086" y="625983"/>
                <a:ext cx="172080" cy="227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943A60B-28B9-567B-C8DE-FC11C93F68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3086" y="607983"/>
                  <a:ext cx="2077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F6C49BE-CEA6-02BC-A552-DDB2F09DED61}"/>
                    </a:ext>
                  </a:extLst>
                </p14:cNvPr>
                <p14:cNvContentPartPr/>
                <p14:nvPr/>
              </p14:nvContentPartPr>
              <p14:xfrm>
                <a:off x="699366" y="604383"/>
                <a:ext cx="154080" cy="37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F6C49BE-CEA6-02BC-A552-DDB2F09DED6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1726" y="586383"/>
                  <a:ext cx="1897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67B28B6-CBBB-3C35-AF83-2F18E06144DE}"/>
                    </a:ext>
                  </a:extLst>
                </p14:cNvPr>
                <p14:cNvContentPartPr/>
                <p14:nvPr/>
              </p14:nvContentPartPr>
              <p14:xfrm>
                <a:off x="964326" y="434823"/>
                <a:ext cx="115200" cy="279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67B28B6-CBBB-3C35-AF83-2F18E06144D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6686" y="416823"/>
                  <a:ext cx="1508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3111C7D-EE90-0300-6447-46B76E66FCAB}"/>
                    </a:ext>
                  </a:extLst>
                </p14:cNvPr>
                <p14:cNvContentPartPr/>
                <p14:nvPr/>
              </p14:nvContentPartPr>
              <p14:xfrm>
                <a:off x="1218486" y="441663"/>
                <a:ext cx="175680" cy="254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3111C7D-EE90-0300-6447-46B76E66FCA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00486" y="424023"/>
                  <a:ext cx="2113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1D7E2B8-0DB8-35B8-25A5-CEB74AA4373F}"/>
                    </a:ext>
                  </a:extLst>
                </p14:cNvPr>
                <p14:cNvContentPartPr/>
                <p14:nvPr/>
              </p14:nvContentPartPr>
              <p14:xfrm>
                <a:off x="1451406" y="644703"/>
                <a:ext cx="235800" cy="137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1D7E2B8-0DB8-35B8-25A5-CEB74AA4373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33406" y="626703"/>
                  <a:ext cx="2714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A1388B0-41C3-572F-07D3-C63F6B8BDF5A}"/>
              </a:ext>
            </a:extLst>
          </p:cNvPr>
          <p:cNvGrpSpPr/>
          <p:nvPr/>
        </p:nvGrpSpPr>
        <p:grpSpPr>
          <a:xfrm>
            <a:off x="278886" y="1091103"/>
            <a:ext cx="1682640" cy="494640"/>
            <a:chOff x="278886" y="1091103"/>
            <a:chExt cx="1682640" cy="49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AFE2C20-E700-F7FD-852C-B12144BE8E43}"/>
                    </a:ext>
                  </a:extLst>
                </p14:cNvPr>
                <p14:cNvContentPartPr/>
                <p14:nvPr/>
              </p14:nvContentPartPr>
              <p14:xfrm>
                <a:off x="278886" y="1109103"/>
                <a:ext cx="176040" cy="321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AFE2C20-E700-F7FD-852C-B12144BE8E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0886" y="1091103"/>
                  <a:ext cx="2116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1683834-97CE-E427-AA4C-CDE9B138BC7F}"/>
                    </a:ext>
                  </a:extLst>
                </p14:cNvPr>
                <p14:cNvContentPartPr/>
                <p14:nvPr/>
              </p14:nvContentPartPr>
              <p14:xfrm>
                <a:off x="510366" y="1374423"/>
                <a:ext cx="140040" cy="211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1683834-97CE-E427-AA4C-CDE9B138BC7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2366" y="1356783"/>
                  <a:ext cx="175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784022D-B827-B3CF-85A8-D50CF1B0D087}"/>
                    </a:ext>
                  </a:extLst>
                </p14:cNvPr>
                <p14:cNvContentPartPr/>
                <p14:nvPr/>
              </p14:nvContentPartPr>
              <p14:xfrm>
                <a:off x="795846" y="1351383"/>
                <a:ext cx="124920" cy="59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784022D-B827-B3CF-85A8-D50CF1B0D08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8206" y="1333383"/>
                  <a:ext cx="1605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63A39A4-FA6E-B987-6B25-F3780DE1CFA3}"/>
                    </a:ext>
                  </a:extLst>
                </p14:cNvPr>
                <p14:cNvContentPartPr/>
                <p14:nvPr/>
              </p14:nvContentPartPr>
              <p14:xfrm>
                <a:off x="1088886" y="1109463"/>
                <a:ext cx="167040" cy="217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63A39A4-FA6E-B987-6B25-F3780DE1CFA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0886" y="1091823"/>
                  <a:ext cx="2026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5685AEA-C062-5F74-CDF0-278E6471A211}"/>
                    </a:ext>
                  </a:extLst>
                </p14:cNvPr>
                <p14:cNvContentPartPr/>
                <p14:nvPr/>
              </p14:nvContentPartPr>
              <p14:xfrm>
                <a:off x="1187526" y="1156983"/>
                <a:ext cx="68760" cy="373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5685AEA-C062-5F74-CDF0-278E6471A21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69886" y="1138983"/>
                  <a:ext cx="1044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62DCE2-F6C1-C123-5DF9-79790B3EA953}"/>
                    </a:ext>
                  </a:extLst>
                </p14:cNvPr>
                <p14:cNvContentPartPr/>
                <p14:nvPr/>
              </p14:nvContentPartPr>
              <p14:xfrm>
                <a:off x="1416126" y="1091103"/>
                <a:ext cx="190440" cy="330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62DCE2-F6C1-C123-5DF9-79790B3EA95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98126" y="1073103"/>
                  <a:ext cx="2260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C3F58F7-1075-660C-0296-C834543ED845}"/>
                    </a:ext>
                  </a:extLst>
                </p14:cNvPr>
                <p14:cNvContentPartPr/>
                <p14:nvPr/>
              </p14:nvContentPartPr>
              <p14:xfrm>
                <a:off x="1678566" y="1337703"/>
                <a:ext cx="282960" cy="162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C3F58F7-1075-660C-0296-C834543ED84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60566" y="1319703"/>
                  <a:ext cx="318600" cy="19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1D77346-AC8D-602A-DC89-D7483F8C1509}"/>
                  </a:ext>
                </a:extLst>
              </p14:cNvPr>
              <p14:cNvContentPartPr/>
              <p14:nvPr/>
            </p14:nvContentPartPr>
            <p14:xfrm>
              <a:off x="2536806" y="243663"/>
              <a:ext cx="271080" cy="2092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1D77346-AC8D-602A-DC89-D7483F8C150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18806" y="225663"/>
                <a:ext cx="306720" cy="21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3D7C398-D849-61D3-9D94-EFE682285F04}"/>
                  </a:ext>
                </a:extLst>
              </p14:cNvPr>
              <p14:cNvContentPartPr/>
              <p14:nvPr/>
            </p14:nvContentPartPr>
            <p14:xfrm>
              <a:off x="3298206" y="370383"/>
              <a:ext cx="36720" cy="214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3D7C398-D849-61D3-9D94-EFE682285F0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80566" y="352743"/>
                <a:ext cx="72360" cy="25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9A9CCE00-E82D-E5D4-2D9B-5023391F545B}"/>
              </a:ext>
            </a:extLst>
          </p:cNvPr>
          <p:cNvGrpSpPr/>
          <p:nvPr/>
        </p:nvGrpSpPr>
        <p:grpSpPr>
          <a:xfrm>
            <a:off x="4030446" y="438063"/>
            <a:ext cx="279720" cy="202320"/>
            <a:chOff x="4030446" y="438063"/>
            <a:chExt cx="27972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CAC2578-C0F5-7273-1B28-62D0AA2464FD}"/>
                    </a:ext>
                  </a:extLst>
                </p14:cNvPr>
                <p14:cNvContentPartPr/>
                <p14:nvPr/>
              </p14:nvContentPartPr>
              <p14:xfrm>
                <a:off x="4030446" y="548943"/>
                <a:ext cx="138240" cy="11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CAC2578-C0F5-7273-1B28-62D0AA2464F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12806" y="530943"/>
                  <a:ext cx="173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C6B98B1-0A0F-42E1-49D3-33E61877BC02}"/>
                    </a:ext>
                  </a:extLst>
                </p14:cNvPr>
                <p14:cNvContentPartPr/>
                <p14:nvPr/>
              </p14:nvContentPartPr>
              <p14:xfrm>
                <a:off x="4280646" y="438063"/>
                <a:ext cx="29520" cy="202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C6B98B1-0A0F-42E1-49D3-33E61877BC0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63006" y="420063"/>
                  <a:ext cx="65160" cy="23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4F0C190-D407-6E7D-2DB1-350A23E56A3C}"/>
                  </a:ext>
                </a:extLst>
              </p14:cNvPr>
              <p14:cNvContentPartPr/>
              <p14:nvPr/>
            </p14:nvContentPartPr>
            <p14:xfrm>
              <a:off x="3199206" y="907143"/>
              <a:ext cx="176760" cy="185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4F0C190-D407-6E7D-2DB1-350A23E56A3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181566" y="889143"/>
                <a:ext cx="2124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A025460-F280-3FBA-A942-9D9FEC28EF11}"/>
                  </a:ext>
                </a:extLst>
              </p14:cNvPr>
              <p14:cNvContentPartPr/>
              <p14:nvPr/>
            </p14:nvContentPartPr>
            <p14:xfrm>
              <a:off x="4275246" y="902823"/>
              <a:ext cx="19440" cy="1663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A025460-F280-3FBA-A942-9D9FEC28EF1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57246" y="884823"/>
                <a:ext cx="5508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71F6C74-6959-5AEE-CADE-F70DCDAC06FA}"/>
                  </a:ext>
                </a:extLst>
              </p14:cNvPr>
              <p14:cNvContentPartPr/>
              <p14:nvPr/>
            </p14:nvContentPartPr>
            <p14:xfrm>
              <a:off x="3243846" y="1367943"/>
              <a:ext cx="181800" cy="207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71F6C74-6959-5AEE-CADE-F70DCDAC06F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225846" y="1350303"/>
                <a:ext cx="21744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880E693-2D14-A6EB-BA8B-47441C061FDA}"/>
                  </a:ext>
                </a:extLst>
              </p14:cNvPr>
              <p14:cNvContentPartPr/>
              <p14:nvPr/>
            </p14:nvContentPartPr>
            <p14:xfrm>
              <a:off x="4141686" y="1355343"/>
              <a:ext cx="171000" cy="1872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880E693-2D14-A6EB-BA8B-47441C061FD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124046" y="1337703"/>
                <a:ext cx="2066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48DF695-A6A2-39C3-3543-57E03DF17C12}"/>
                  </a:ext>
                </a:extLst>
              </p14:cNvPr>
              <p14:cNvContentPartPr/>
              <p14:nvPr/>
            </p14:nvContentPartPr>
            <p14:xfrm>
              <a:off x="5162646" y="1342383"/>
              <a:ext cx="213840" cy="225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48DF695-A6A2-39C3-3543-57E03DF17C1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144646" y="1324383"/>
                <a:ext cx="24948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D5C861F-9EFC-DBED-86B3-D4713E89A179}"/>
                  </a:ext>
                </a:extLst>
              </p14:cNvPr>
              <p14:cNvContentPartPr/>
              <p14:nvPr/>
            </p14:nvContentPartPr>
            <p14:xfrm>
              <a:off x="3226566" y="1921983"/>
              <a:ext cx="160920" cy="214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D5C861F-9EFC-DBED-86B3-D4713E89A17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08926" y="1904343"/>
                <a:ext cx="19656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3CC15BA-4E59-86C3-CDD4-1B02E574F44D}"/>
                  </a:ext>
                </a:extLst>
              </p14:cNvPr>
              <p14:cNvContentPartPr/>
              <p14:nvPr/>
            </p14:nvContentPartPr>
            <p14:xfrm>
              <a:off x="4303686" y="1956183"/>
              <a:ext cx="157320" cy="1965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3CC15BA-4E59-86C3-CDD4-1B02E574F44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286046" y="1938543"/>
                <a:ext cx="192960" cy="23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92548DCF-21A9-854A-8916-64A1BDAD05D6}"/>
              </a:ext>
            </a:extLst>
          </p:cNvPr>
          <p:cNvGrpSpPr/>
          <p:nvPr/>
        </p:nvGrpSpPr>
        <p:grpSpPr>
          <a:xfrm>
            <a:off x="4829286" y="-20577"/>
            <a:ext cx="2593440" cy="2368800"/>
            <a:chOff x="4829286" y="-20577"/>
            <a:chExt cx="2593440" cy="236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4B214CD-2234-22AB-3AD1-4918D1BF9A03}"/>
                    </a:ext>
                  </a:extLst>
                </p14:cNvPr>
                <p14:cNvContentPartPr/>
                <p14:nvPr/>
              </p14:nvContentPartPr>
              <p14:xfrm>
                <a:off x="4829286" y="478743"/>
                <a:ext cx="151560" cy="7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4B214CD-2234-22AB-3AD1-4918D1BF9A0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11286" y="460743"/>
                  <a:ext cx="1872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01227DA-2B73-0BB9-EA5A-578AF8E3B408}"/>
                    </a:ext>
                  </a:extLst>
                </p14:cNvPr>
                <p14:cNvContentPartPr/>
                <p14:nvPr/>
              </p14:nvContentPartPr>
              <p14:xfrm>
                <a:off x="5128086" y="390183"/>
                <a:ext cx="130680" cy="191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01227DA-2B73-0BB9-EA5A-578AF8E3B40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10086" y="372183"/>
                  <a:ext cx="166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FF16EA1-7DF4-444E-332B-F002D4CC464B}"/>
                    </a:ext>
                  </a:extLst>
                </p14:cNvPr>
                <p14:cNvContentPartPr/>
                <p14:nvPr/>
              </p14:nvContentPartPr>
              <p14:xfrm>
                <a:off x="5706966" y="408183"/>
                <a:ext cx="185400" cy="37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FF16EA1-7DF4-444E-332B-F002D4CC464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89326" y="390543"/>
                  <a:ext cx="221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3576B69-97FA-9930-0D53-B2CFA67C526C}"/>
                    </a:ext>
                  </a:extLst>
                </p14:cNvPr>
                <p14:cNvContentPartPr/>
                <p14:nvPr/>
              </p14:nvContentPartPr>
              <p14:xfrm>
                <a:off x="6078846" y="288303"/>
                <a:ext cx="155880" cy="267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3576B69-97FA-9930-0D53-B2CFA67C526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60846" y="270303"/>
                  <a:ext cx="1915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D5B31C2-D41D-4306-003C-268E678C94DB}"/>
                    </a:ext>
                  </a:extLst>
                </p14:cNvPr>
                <p14:cNvContentPartPr/>
                <p14:nvPr/>
              </p14:nvContentPartPr>
              <p14:xfrm>
                <a:off x="4967166" y="921903"/>
                <a:ext cx="120240" cy="18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D5B31C2-D41D-4306-003C-268E678C94D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49526" y="904263"/>
                  <a:ext cx="1558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9AF6F3E-BEAC-CFBF-87BA-4726F890AAAB}"/>
                    </a:ext>
                  </a:extLst>
                </p14:cNvPr>
                <p14:cNvContentPartPr/>
                <p14:nvPr/>
              </p14:nvContentPartPr>
              <p14:xfrm>
                <a:off x="5243286" y="813183"/>
                <a:ext cx="121680" cy="220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9AF6F3E-BEAC-CFBF-87BA-4726F890AAA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225646" y="795183"/>
                  <a:ext cx="1573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D421BC3-77E7-CB8F-3C5D-6032AB1E945C}"/>
                    </a:ext>
                  </a:extLst>
                </p14:cNvPr>
                <p14:cNvContentPartPr/>
                <p14:nvPr/>
              </p14:nvContentPartPr>
              <p14:xfrm>
                <a:off x="5971926" y="890943"/>
                <a:ext cx="167400" cy="23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D421BC3-77E7-CB8F-3C5D-6032AB1E945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53926" y="872943"/>
                  <a:ext cx="203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C8F5B9-A2DD-59E7-C2BB-52A160402656}"/>
                    </a:ext>
                  </a:extLst>
                </p14:cNvPr>
                <p14:cNvContentPartPr/>
                <p14:nvPr/>
              </p14:nvContentPartPr>
              <p14:xfrm>
                <a:off x="6267126" y="759903"/>
                <a:ext cx="212040" cy="245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C8F5B9-A2DD-59E7-C2BB-52A16040265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9486" y="742263"/>
                  <a:ext cx="2476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F63FA56-730E-D1DA-1038-D0D71C720BE8}"/>
                    </a:ext>
                  </a:extLst>
                </p14:cNvPr>
                <p14:cNvContentPartPr/>
                <p14:nvPr/>
              </p14:nvContentPartPr>
              <p14:xfrm>
                <a:off x="5413926" y="1324743"/>
                <a:ext cx="264240" cy="256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F63FA56-730E-D1DA-1038-D0D71C720B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96286" y="1307103"/>
                  <a:ext cx="299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06B892E-2A75-9A9F-3B77-D15B5C89635A}"/>
                    </a:ext>
                  </a:extLst>
                </p14:cNvPr>
                <p14:cNvContentPartPr/>
                <p14:nvPr/>
              </p14:nvContentPartPr>
              <p14:xfrm>
                <a:off x="6215286" y="1294863"/>
                <a:ext cx="159480" cy="204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06B892E-2A75-9A9F-3B77-D15B5C89635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97286" y="1277223"/>
                  <a:ext cx="1951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19A3809-1706-628E-4B34-EEFA5420E76C}"/>
                    </a:ext>
                  </a:extLst>
                </p14:cNvPr>
                <p14:cNvContentPartPr/>
                <p14:nvPr/>
              </p14:nvContentPartPr>
              <p14:xfrm>
                <a:off x="6489246" y="1313943"/>
                <a:ext cx="262440" cy="171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19A3809-1706-628E-4B34-EEFA5420E76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71606" y="1295943"/>
                  <a:ext cx="2980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44CDAF3-4EE7-E3BB-EEF2-0E91B4C27761}"/>
                    </a:ext>
                  </a:extLst>
                </p14:cNvPr>
                <p14:cNvContentPartPr/>
                <p14:nvPr/>
              </p14:nvContentPartPr>
              <p14:xfrm>
                <a:off x="5360286" y="1964823"/>
                <a:ext cx="115560" cy="181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44CDAF3-4EE7-E3BB-EEF2-0E91B4C2776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42646" y="1947183"/>
                  <a:ext cx="1512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197218B-A896-A26B-66EE-FC9B06F1E09F}"/>
                    </a:ext>
                  </a:extLst>
                </p14:cNvPr>
                <p14:cNvContentPartPr/>
                <p14:nvPr/>
              </p14:nvContentPartPr>
              <p14:xfrm>
                <a:off x="5629206" y="1950423"/>
                <a:ext cx="129240" cy="185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197218B-A896-A26B-66EE-FC9B06F1E0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611206" y="1932783"/>
                  <a:ext cx="164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F84019-728F-D459-24C2-A496EA5368D0}"/>
                    </a:ext>
                  </a:extLst>
                </p14:cNvPr>
                <p14:cNvContentPartPr/>
                <p14:nvPr/>
              </p14:nvContentPartPr>
              <p14:xfrm>
                <a:off x="6462606" y="1829823"/>
                <a:ext cx="139320" cy="258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F84019-728F-D459-24C2-A496EA5368D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44606" y="1811823"/>
                  <a:ext cx="1749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8D869E8-D398-2EA9-C7C1-68E4E320036C}"/>
                    </a:ext>
                  </a:extLst>
                </p14:cNvPr>
                <p14:cNvContentPartPr/>
                <p14:nvPr/>
              </p14:nvContentPartPr>
              <p14:xfrm>
                <a:off x="6765726" y="1879863"/>
                <a:ext cx="122400" cy="238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D869E8-D398-2EA9-C7C1-68E4E320036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48086" y="1861863"/>
                  <a:ext cx="1580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5AF961C-E05A-7A39-EA5C-CAD318ECE08A}"/>
                    </a:ext>
                  </a:extLst>
                </p14:cNvPr>
                <p14:cNvContentPartPr/>
                <p14:nvPr/>
              </p14:nvContentPartPr>
              <p14:xfrm>
                <a:off x="6803166" y="-20577"/>
                <a:ext cx="619560" cy="2368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5AF961C-E05A-7A39-EA5C-CAD318ECE08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85166" y="-38217"/>
                  <a:ext cx="655200" cy="240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C960EFB-4F65-8625-E347-42763EE67007}"/>
              </a:ext>
            </a:extLst>
          </p:cNvPr>
          <p:cNvGrpSpPr/>
          <p:nvPr/>
        </p:nvGrpSpPr>
        <p:grpSpPr>
          <a:xfrm>
            <a:off x="-6594" y="2801823"/>
            <a:ext cx="1374248" cy="647640"/>
            <a:chOff x="-6594" y="2801823"/>
            <a:chExt cx="1374248" cy="64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D63E26F-4E2D-7236-9F41-19D1A9BFB0E0}"/>
                    </a:ext>
                  </a:extLst>
                </p14:cNvPr>
                <p14:cNvContentPartPr/>
                <p14:nvPr/>
              </p14:nvContentPartPr>
              <p14:xfrm>
                <a:off x="51726" y="2859783"/>
                <a:ext cx="46080" cy="250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D63E26F-4E2D-7236-9F41-19D1A9BFB0E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086" y="2842143"/>
                  <a:ext cx="817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7DF5277-FE01-85C2-42E3-A0A9CE88AC7A}"/>
                    </a:ext>
                  </a:extLst>
                </p14:cNvPr>
                <p14:cNvContentPartPr/>
                <p14:nvPr/>
              </p14:nvContentPartPr>
              <p14:xfrm>
                <a:off x="-6594" y="2837103"/>
                <a:ext cx="210600" cy="262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7DF5277-FE01-85C2-42E3-A0A9CE88AC7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-24594" y="2819463"/>
                  <a:ext cx="2462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EEE265A-59B7-96F9-A3B1-211D9E326E58}"/>
                    </a:ext>
                  </a:extLst>
                </p14:cNvPr>
                <p14:cNvContentPartPr/>
                <p14:nvPr/>
              </p14:nvContentPartPr>
              <p14:xfrm>
                <a:off x="210614" y="2959863"/>
                <a:ext cx="126360" cy="354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EEE265A-59B7-96F9-A3B1-211D9E326E5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2614" y="2942223"/>
                  <a:ext cx="1620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BAFC5D3-CFDB-6778-13AE-1A543EB81CF3}"/>
                    </a:ext>
                  </a:extLst>
                </p14:cNvPr>
                <p14:cNvContentPartPr/>
                <p14:nvPr/>
              </p14:nvContentPartPr>
              <p14:xfrm>
                <a:off x="636854" y="2802543"/>
                <a:ext cx="48240" cy="245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BAFC5D3-CFDB-6778-13AE-1A543EB81CF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8854" y="2784903"/>
                  <a:ext cx="838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CA59BCF-4C0E-8276-7ED7-75853EEF9644}"/>
                    </a:ext>
                  </a:extLst>
                </p14:cNvPr>
                <p14:cNvContentPartPr/>
                <p14:nvPr/>
              </p14:nvContentPartPr>
              <p14:xfrm>
                <a:off x="482414" y="3077943"/>
                <a:ext cx="334440" cy="51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CA59BCF-4C0E-8276-7ED7-75853EEF964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4414" y="3059943"/>
                  <a:ext cx="3700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1846EAB-7B46-7B32-2E93-2462B234AFA2}"/>
                    </a:ext>
                  </a:extLst>
                </p14:cNvPr>
                <p14:cNvContentPartPr/>
                <p14:nvPr/>
              </p14:nvContentPartPr>
              <p14:xfrm>
                <a:off x="606254" y="3273783"/>
                <a:ext cx="17640" cy="175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1846EAB-7B46-7B32-2E93-2462B234AFA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8614" y="3255783"/>
                  <a:ext cx="532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363BD13-D2BD-4BB1-F2F4-8B935DBB8AB3}"/>
                    </a:ext>
                  </a:extLst>
                </p14:cNvPr>
                <p14:cNvContentPartPr/>
                <p14:nvPr/>
              </p14:nvContentPartPr>
              <p14:xfrm>
                <a:off x="776174" y="3234543"/>
                <a:ext cx="33840" cy="178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363BD13-D2BD-4BB1-F2F4-8B935DBB8AB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8174" y="3216543"/>
                  <a:ext cx="69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68E363D-0C32-B1E6-C776-B93329F80F5D}"/>
                    </a:ext>
                  </a:extLst>
                </p14:cNvPr>
                <p14:cNvContentPartPr/>
                <p14:nvPr/>
              </p14:nvContentPartPr>
              <p14:xfrm>
                <a:off x="961574" y="2801823"/>
                <a:ext cx="197280" cy="289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68E363D-0C32-B1E6-C776-B93329F80F5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3574" y="2783823"/>
                  <a:ext cx="2329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16476A5-5C36-2C0B-A433-F0AC563D66C6}"/>
                    </a:ext>
                  </a:extLst>
                </p14:cNvPr>
                <p14:cNvContentPartPr/>
                <p14:nvPr/>
              </p14:nvContentPartPr>
              <p14:xfrm>
                <a:off x="1221134" y="2978583"/>
                <a:ext cx="146520" cy="239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16476A5-5C36-2C0B-A433-F0AC563D66C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03494" y="2960943"/>
                  <a:ext cx="18216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1218036-AFA5-ECA5-EA00-1B0FB38147CF}"/>
              </a:ext>
            </a:extLst>
          </p:cNvPr>
          <p:cNvGrpSpPr/>
          <p:nvPr/>
        </p:nvGrpSpPr>
        <p:grpSpPr>
          <a:xfrm>
            <a:off x="931694" y="3837903"/>
            <a:ext cx="362160" cy="400680"/>
            <a:chOff x="931694" y="3837903"/>
            <a:chExt cx="36216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25D9BC6-E5F8-1DBE-5B1B-FFB9EB41EEAB}"/>
                    </a:ext>
                  </a:extLst>
                </p14:cNvPr>
                <p14:cNvContentPartPr/>
                <p14:nvPr/>
              </p14:nvContentPartPr>
              <p14:xfrm>
                <a:off x="931694" y="3837903"/>
                <a:ext cx="150120" cy="301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25D9BC6-E5F8-1DBE-5B1B-FFB9EB41EEA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3694" y="3819903"/>
                  <a:ext cx="1857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B26DA56-5B6F-0F16-DAD1-E1A6F1EBAC5D}"/>
                    </a:ext>
                  </a:extLst>
                </p14:cNvPr>
                <p14:cNvContentPartPr/>
                <p14:nvPr/>
              </p14:nvContentPartPr>
              <p14:xfrm>
                <a:off x="1191974" y="4012143"/>
                <a:ext cx="101880" cy="226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B26DA56-5B6F-0F16-DAD1-E1A6F1EBAC5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74334" y="3994503"/>
                  <a:ext cx="13752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8534B71-7B43-1D59-3A19-87D5946EF510}"/>
              </a:ext>
            </a:extLst>
          </p:cNvPr>
          <p:cNvGrpSpPr/>
          <p:nvPr/>
        </p:nvGrpSpPr>
        <p:grpSpPr>
          <a:xfrm>
            <a:off x="2303294" y="2595543"/>
            <a:ext cx="557640" cy="2092680"/>
            <a:chOff x="2303294" y="2595543"/>
            <a:chExt cx="557640" cy="20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4550DEA-916C-CF88-B053-09F0577673E1}"/>
                    </a:ext>
                  </a:extLst>
                </p14:cNvPr>
                <p14:cNvContentPartPr/>
                <p14:nvPr/>
              </p14:nvContentPartPr>
              <p14:xfrm>
                <a:off x="2303294" y="2595543"/>
                <a:ext cx="511200" cy="2092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4550DEA-916C-CF88-B053-09F0577673E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285654" y="2577543"/>
                  <a:ext cx="546840" cy="21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9C06470-E08D-3888-F8D9-AC6ADEE32625}"/>
                    </a:ext>
                  </a:extLst>
                </p14:cNvPr>
                <p14:cNvContentPartPr/>
                <p14:nvPr/>
              </p14:nvContentPartPr>
              <p14:xfrm>
                <a:off x="2850134" y="2814423"/>
                <a:ext cx="10800" cy="167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9C06470-E08D-3888-F8D9-AC6ADEE3262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832494" y="2796423"/>
                  <a:ext cx="4644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BBBDA29-1008-35E8-E793-7E7D07B0A56F}"/>
              </a:ext>
            </a:extLst>
          </p:cNvPr>
          <p:cNvGrpSpPr/>
          <p:nvPr/>
        </p:nvGrpSpPr>
        <p:grpSpPr>
          <a:xfrm>
            <a:off x="3584894" y="2753223"/>
            <a:ext cx="337320" cy="220320"/>
            <a:chOff x="3584894" y="2753223"/>
            <a:chExt cx="33732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D0066AB-527C-1780-A4D2-0DBA8A1A0065}"/>
                    </a:ext>
                  </a:extLst>
                </p14:cNvPr>
                <p14:cNvContentPartPr/>
                <p14:nvPr/>
              </p14:nvContentPartPr>
              <p14:xfrm>
                <a:off x="3584894" y="2866983"/>
                <a:ext cx="154080" cy="15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D0066AB-527C-1780-A4D2-0DBA8A1A006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66894" y="2848983"/>
                  <a:ext cx="189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E22254B-0C57-9BA3-4DB4-464A44026483}"/>
                    </a:ext>
                  </a:extLst>
                </p14:cNvPr>
                <p14:cNvContentPartPr/>
                <p14:nvPr/>
              </p14:nvContentPartPr>
              <p14:xfrm>
                <a:off x="3908534" y="2753223"/>
                <a:ext cx="13680" cy="220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E22254B-0C57-9BA3-4DB4-464A4402648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90894" y="2735223"/>
                  <a:ext cx="4932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5B2E400-9700-2F91-30CC-50F8E23159F4}"/>
              </a:ext>
            </a:extLst>
          </p:cNvPr>
          <p:cNvGrpSpPr/>
          <p:nvPr/>
        </p:nvGrpSpPr>
        <p:grpSpPr>
          <a:xfrm>
            <a:off x="4484894" y="2710383"/>
            <a:ext cx="585000" cy="205920"/>
            <a:chOff x="4484894" y="2710383"/>
            <a:chExt cx="58500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6AC6D17-FD1B-DD83-7B99-B24D2C7E9BA5}"/>
                    </a:ext>
                  </a:extLst>
                </p14:cNvPr>
                <p14:cNvContentPartPr/>
                <p14:nvPr/>
              </p14:nvContentPartPr>
              <p14:xfrm>
                <a:off x="4484894" y="2829903"/>
                <a:ext cx="205200" cy="16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6AC6D17-FD1B-DD83-7B99-B24D2C7E9BA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66894" y="2812263"/>
                  <a:ext cx="240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D9C828F-FB20-18B0-B086-E89AE71ED19D}"/>
                    </a:ext>
                  </a:extLst>
                </p14:cNvPr>
                <p14:cNvContentPartPr/>
                <p14:nvPr/>
              </p14:nvContentPartPr>
              <p14:xfrm>
                <a:off x="4817894" y="2710383"/>
                <a:ext cx="252000" cy="205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D9C828F-FB20-18B0-B086-E89AE71ED19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00254" y="2692743"/>
                  <a:ext cx="287640" cy="24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C582F9A-7024-7B02-2791-3427B932CD73}"/>
                  </a:ext>
                </a:extLst>
              </p14:cNvPr>
              <p14:cNvContentPartPr/>
              <p14:nvPr/>
            </p14:nvContentPartPr>
            <p14:xfrm>
              <a:off x="2810894" y="3286743"/>
              <a:ext cx="159480" cy="1674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C582F9A-7024-7B02-2791-3427B932CD7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792894" y="3269103"/>
                <a:ext cx="19512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64B7853-BE8B-CC89-3B21-00CA07A8A262}"/>
                  </a:ext>
                </a:extLst>
              </p14:cNvPr>
              <p14:cNvContentPartPr/>
              <p14:nvPr/>
            </p14:nvContentPartPr>
            <p14:xfrm>
              <a:off x="3935894" y="3270183"/>
              <a:ext cx="12240" cy="1602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64B7853-BE8B-CC89-3B21-00CA07A8A26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918254" y="3252183"/>
                <a:ext cx="47880" cy="19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062FC7BF-A13F-82D7-FF10-E62B46F1F77C}"/>
              </a:ext>
            </a:extLst>
          </p:cNvPr>
          <p:cNvGrpSpPr/>
          <p:nvPr/>
        </p:nvGrpSpPr>
        <p:grpSpPr>
          <a:xfrm>
            <a:off x="4552934" y="3239943"/>
            <a:ext cx="474480" cy="220320"/>
            <a:chOff x="4552934" y="3239943"/>
            <a:chExt cx="47448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8D86AD4-9D21-0AF8-0E38-0002CDAE0523}"/>
                    </a:ext>
                  </a:extLst>
                </p14:cNvPr>
                <p14:cNvContentPartPr/>
                <p14:nvPr/>
              </p14:nvContentPartPr>
              <p14:xfrm>
                <a:off x="4552934" y="3366663"/>
                <a:ext cx="182880" cy="15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8D86AD4-9D21-0AF8-0E38-0002CDAE052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535294" y="3348663"/>
                  <a:ext cx="2185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31D44F0-48C2-E8CA-C314-7F02F5A2EE9C}"/>
                    </a:ext>
                  </a:extLst>
                </p14:cNvPr>
                <p14:cNvContentPartPr/>
                <p14:nvPr/>
              </p14:nvContentPartPr>
              <p14:xfrm>
                <a:off x="4876214" y="3239943"/>
                <a:ext cx="151200" cy="220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31D44F0-48C2-E8CA-C314-7F02F5A2EE9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58574" y="3221943"/>
                  <a:ext cx="186840" cy="25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53063B9-7F9A-BADA-D0E3-D387AF08DB0D}"/>
                  </a:ext>
                </a:extLst>
              </p14:cNvPr>
              <p14:cNvContentPartPr/>
              <p14:nvPr/>
            </p14:nvContentPartPr>
            <p14:xfrm>
              <a:off x="2772734" y="3811983"/>
              <a:ext cx="224280" cy="2030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53063B9-7F9A-BADA-D0E3-D387AF08DB0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754734" y="3793983"/>
                <a:ext cx="2599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B916B45-B89A-786D-4B57-3DBC88861827}"/>
                  </a:ext>
                </a:extLst>
              </p14:cNvPr>
              <p14:cNvContentPartPr/>
              <p14:nvPr/>
            </p14:nvContentPartPr>
            <p14:xfrm>
              <a:off x="4042454" y="3751863"/>
              <a:ext cx="221400" cy="2210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B916B45-B89A-786D-4B57-3DBC88861827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024454" y="3734223"/>
                <a:ext cx="25704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8D83B86-67FA-67E6-EA7A-45E3FB93F0F5}"/>
                  </a:ext>
                </a:extLst>
              </p14:cNvPr>
              <p14:cNvContentPartPr/>
              <p14:nvPr/>
            </p14:nvContentPartPr>
            <p14:xfrm>
              <a:off x="4797374" y="3723063"/>
              <a:ext cx="179640" cy="2847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8D83B86-67FA-67E6-EA7A-45E3FB93F0F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779374" y="3705063"/>
                <a:ext cx="21528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B5AD8FCB-D61F-C13E-624C-3FE93C221853}"/>
                  </a:ext>
                </a:extLst>
              </p14:cNvPr>
              <p14:cNvContentPartPr/>
              <p14:nvPr/>
            </p14:nvContentPartPr>
            <p14:xfrm>
              <a:off x="5590454" y="3796503"/>
              <a:ext cx="449640" cy="1980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B5AD8FCB-D61F-C13E-624C-3FE93C22185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572454" y="3778503"/>
                <a:ext cx="48528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D96D5EA-227B-A751-D7B0-B938C89B137A}"/>
                  </a:ext>
                </a:extLst>
              </p14:cNvPr>
              <p14:cNvContentPartPr/>
              <p14:nvPr/>
            </p14:nvContentPartPr>
            <p14:xfrm>
              <a:off x="2703254" y="4251543"/>
              <a:ext cx="209520" cy="2512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D96D5EA-227B-A751-D7B0-B938C89B137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685614" y="4233543"/>
                <a:ext cx="24516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7A012D1F-ABF4-0F5C-0D6E-C41362AD7AF8}"/>
                  </a:ext>
                </a:extLst>
              </p14:cNvPr>
              <p14:cNvContentPartPr/>
              <p14:nvPr/>
            </p14:nvContentPartPr>
            <p14:xfrm>
              <a:off x="3623774" y="4291143"/>
              <a:ext cx="250200" cy="2700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7A012D1F-ABF4-0F5C-0D6E-C41362AD7AF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605774" y="4273143"/>
                <a:ext cx="285840" cy="30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1CDE3695-9186-89E1-D314-571B82D0A981}"/>
              </a:ext>
            </a:extLst>
          </p:cNvPr>
          <p:cNvGrpSpPr/>
          <p:nvPr/>
        </p:nvGrpSpPr>
        <p:grpSpPr>
          <a:xfrm>
            <a:off x="5661734" y="2523183"/>
            <a:ext cx="888480" cy="2063160"/>
            <a:chOff x="5661734" y="2523183"/>
            <a:chExt cx="888480" cy="20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0D1BEC2-8B7D-825A-C48B-F520EE761BAE}"/>
                    </a:ext>
                  </a:extLst>
                </p14:cNvPr>
                <p14:cNvContentPartPr/>
                <p14:nvPr/>
              </p14:nvContentPartPr>
              <p14:xfrm>
                <a:off x="5671094" y="2781303"/>
                <a:ext cx="144000" cy="12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0D1BEC2-8B7D-825A-C48B-F520EE761BA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653094" y="2763663"/>
                  <a:ext cx="179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0063B4D-18F3-EC47-D08D-CDD406AF001A}"/>
                    </a:ext>
                  </a:extLst>
                </p14:cNvPr>
                <p14:cNvContentPartPr/>
                <p14:nvPr/>
              </p14:nvContentPartPr>
              <p14:xfrm>
                <a:off x="5971334" y="2658543"/>
                <a:ext cx="182880" cy="315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0063B4D-18F3-EC47-D08D-CDD406AF001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953694" y="2640903"/>
                  <a:ext cx="2185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5EEE3FE-A9EC-FF44-8651-D22831E7DA3A}"/>
                    </a:ext>
                  </a:extLst>
                </p14:cNvPr>
                <p14:cNvContentPartPr/>
                <p14:nvPr/>
              </p14:nvContentPartPr>
              <p14:xfrm>
                <a:off x="5661734" y="3290703"/>
                <a:ext cx="142560" cy="16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5EEE3FE-A9EC-FF44-8651-D22831E7DA3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43734" y="3273063"/>
                  <a:ext cx="1782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CCCC7EB-52B1-254B-A8A1-1652E3EF133F}"/>
                    </a:ext>
                  </a:extLst>
                </p14:cNvPr>
                <p14:cNvContentPartPr/>
                <p14:nvPr/>
              </p14:nvContentPartPr>
              <p14:xfrm>
                <a:off x="5726174" y="3196383"/>
                <a:ext cx="319320" cy="311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CCCC7EB-52B1-254B-A8A1-1652E3EF133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08174" y="3178383"/>
                  <a:ext cx="3549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674CD0C-F2F3-4E78-2A2C-E15765D41D13}"/>
                    </a:ext>
                  </a:extLst>
                </p14:cNvPr>
                <p14:cNvContentPartPr/>
                <p14:nvPr/>
              </p14:nvContentPartPr>
              <p14:xfrm>
                <a:off x="6101294" y="2523183"/>
                <a:ext cx="448920" cy="2063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674CD0C-F2F3-4E78-2A2C-E15765D41D1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083654" y="2505183"/>
                  <a:ext cx="484560" cy="20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98AE371-4849-A7D2-8BA7-D5494C74EC1A}"/>
              </a:ext>
            </a:extLst>
          </p:cNvPr>
          <p:cNvGrpSpPr/>
          <p:nvPr/>
        </p:nvGrpSpPr>
        <p:grpSpPr>
          <a:xfrm>
            <a:off x="289454" y="3916023"/>
            <a:ext cx="411840" cy="665280"/>
            <a:chOff x="289454" y="3916023"/>
            <a:chExt cx="411840" cy="66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4ADC974-C1B8-9A39-FC46-89CBA1350F62}"/>
                    </a:ext>
                  </a:extLst>
                </p14:cNvPr>
                <p14:cNvContentPartPr/>
                <p14:nvPr/>
              </p14:nvContentPartPr>
              <p14:xfrm>
                <a:off x="504014" y="3916023"/>
                <a:ext cx="19800" cy="208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4ADC974-C1B8-9A39-FC46-89CBA1350F6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86014" y="3898023"/>
                  <a:ext cx="554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30B9CE8-AF98-1DA4-8AEA-8AFA3999B379}"/>
                    </a:ext>
                  </a:extLst>
                </p14:cNvPr>
                <p14:cNvContentPartPr/>
                <p14:nvPr/>
              </p14:nvContentPartPr>
              <p14:xfrm>
                <a:off x="374414" y="4123023"/>
                <a:ext cx="281880" cy="59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30B9CE8-AF98-1DA4-8AEA-8AFA3999B37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56414" y="4105383"/>
                  <a:ext cx="3175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12154D8-054A-5D66-DB3E-FBF31D5137A5}"/>
                    </a:ext>
                  </a:extLst>
                </p14:cNvPr>
                <p14:cNvContentPartPr/>
                <p14:nvPr/>
              </p14:nvContentPartPr>
              <p14:xfrm>
                <a:off x="409694" y="4270983"/>
                <a:ext cx="55800" cy="195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12154D8-054A-5D66-DB3E-FBF31D5137A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2054" y="4252983"/>
                  <a:ext cx="914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E4F224E-C62B-E341-0C95-06F2FCA3D7AF}"/>
                    </a:ext>
                  </a:extLst>
                </p14:cNvPr>
                <p14:cNvContentPartPr/>
                <p14:nvPr/>
              </p14:nvContentPartPr>
              <p14:xfrm>
                <a:off x="537134" y="4297263"/>
                <a:ext cx="19440" cy="152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E4F224E-C62B-E341-0C95-06F2FCA3D7A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9494" y="4279263"/>
                  <a:ext cx="55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358B7A6-04D9-BAE7-D46D-37ED63415F48}"/>
                    </a:ext>
                  </a:extLst>
                </p14:cNvPr>
                <p14:cNvContentPartPr/>
                <p14:nvPr/>
              </p14:nvContentPartPr>
              <p14:xfrm>
                <a:off x="289454" y="4267743"/>
                <a:ext cx="192600" cy="313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358B7A6-04D9-BAE7-D46D-37ED63415F4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71814" y="4250103"/>
                  <a:ext cx="2282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E5F442-F137-24C8-2CA3-7EA89E232881}"/>
                    </a:ext>
                  </a:extLst>
                </p14:cNvPr>
                <p14:cNvContentPartPr/>
                <p14:nvPr/>
              </p14:nvContentPartPr>
              <p14:xfrm>
                <a:off x="494294" y="4292943"/>
                <a:ext cx="52560" cy="14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E5F442-F137-24C8-2CA3-7EA89E23288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76294" y="4275303"/>
                  <a:ext cx="882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230BB0F-CD56-7F95-6D29-34E4F8785FD4}"/>
                    </a:ext>
                  </a:extLst>
                </p14:cNvPr>
                <p14:cNvContentPartPr/>
                <p14:nvPr/>
              </p14:nvContentPartPr>
              <p14:xfrm>
                <a:off x="472334" y="4303023"/>
                <a:ext cx="228960" cy="210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230BB0F-CD56-7F95-6D29-34E4F8785FD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4334" y="4285023"/>
                  <a:ext cx="264600" cy="2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AA5C654-5552-ECD9-753D-3DC747D6A0CE}"/>
                  </a:ext>
                </a:extLst>
              </p14:cNvPr>
              <p14:cNvContentPartPr/>
              <p14:nvPr/>
            </p14:nvContentPartPr>
            <p14:xfrm>
              <a:off x="4750574" y="4305183"/>
              <a:ext cx="204480" cy="2714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AA5C654-5552-ECD9-753D-3DC747D6A0C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732934" y="4287183"/>
                <a:ext cx="24012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16877DC-ED6D-7281-028B-3CB869E2B972}"/>
                  </a:ext>
                </a:extLst>
              </p14:cNvPr>
              <p14:cNvContentPartPr/>
              <p14:nvPr/>
            </p14:nvContentPartPr>
            <p14:xfrm>
              <a:off x="5690534" y="3837543"/>
              <a:ext cx="4680" cy="309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16877DC-ED6D-7281-028B-3CB869E2B97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672894" y="3819903"/>
                <a:ext cx="4032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A97C6EEF-4687-F799-77DC-9F9CB0D794B6}"/>
              </a:ext>
            </a:extLst>
          </p:cNvPr>
          <p:cNvGrpSpPr/>
          <p:nvPr/>
        </p:nvGrpSpPr>
        <p:grpSpPr>
          <a:xfrm>
            <a:off x="5873774" y="4224183"/>
            <a:ext cx="302040" cy="333000"/>
            <a:chOff x="5873774" y="4224183"/>
            <a:chExt cx="30204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9C5E972-AC11-3037-A9E5-A34B054A246F}"/>
                    </a:ext>
                  </a:extLst>
                </p14:cNvPr>
                <p14:cNvContentPartPr/>
                <p14:nvPr/>
              </p14:nvContentPartPr>
              <p14:xfrm>
                <a:off x="5873774" y="4224183"/>
                <a:ext cx="302040" cy="219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9C5E972-AC11-3037-A9E5-A34B054A246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856134" y="4206543"/>
                  <a:ext cx="337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B267111-98B8-8FE5-BEB8-EFA0B3E857F3}"/>
                    </a:ext>
                  </a:extLst>
                </p14:cNvPr>
                <p14:cNvContentPartPr/>
                <p14:nvPr/>
              </p14:nvContentPartPr>
              <p14:xfrm>
                <a:off x="6037214" y="4554303"/>
                <a:ext cx="10080" cy="2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B267111-98B8-8FE5-BEB8-EFA0B3E857F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19574" y="4536303"/>
                  <a:ext cx="45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32258CC-BD85-BF27-D96D-DE54D4C16E07}"/>
                    </a:ext>
                  </a:extLst>
                </p14:cNvPr>
                <p14:cNvContentPartPr/>
                <p14:nvPr/>
              </p14:nvContentPartPr>
              <p14:xfrm>
                <a:off x="5907254" y="4447383"/>
                <a:ext cx="2880" cy="15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32258CC-BD85-BF27-D96D-DE54D4C16E0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89614" y="4429383"/>
                  <a:ext cx="38520" cy="5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602EB198-0839-B9B3-02CA-E3EB697E78A1}"/>
                  </a:ext>
                </a:extLst>
              </p14:cNvPr>
              <p14:cNvContentPartPr/>
              <p14:nvPr/>
            </p14:nvContentPartPr>
            <p14:xfrm>
              <a:off x="6062414" y="3881103"/>
              <a:ext cx="14400" cy="126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602EB198-0839-B9B3-02CA-E3EB697E78A1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044414" y="3863103"/>
                <a:ext cx="5004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2BF4629-9D8F-9E4D-581D-E985729B8150}"/>
                  </a:ext>
                </a:extLst>
              </p14:cNvPr>
              <p14:cNvContentPartPr/>
              <p14:nvPr/>
            </p14:nvContentPartPr>
            <p14:xfrm>
              <a:off x="6046574" y="4177023"/>
              <a:ext cx="360" cy="3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2BF4629-9D8F-9E4D-581D-E985729B815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028574" y="415902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AFD3152-350C-BE60-4B58-E6F8A0412AB2}"/>
              </a:ext>
            </a:extLst>
          </p:cNvPr>
          <p:cNvGrpSpPr/>
          <p:nvPr/>
        </p:nvGrpSpPr>
        <p:grpSpPr>
          <a:xfrm>
            <a:off x="209534" y="5428743"/>
            <a:ext cx="1090080" cy="496440"/>
            <a:chOff x="209534" y="5428743"/>
            <a:chExt cx="1090080" cy="49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11DF7A7-9761-FDAB-F136-7A33898C0490}"/>
                    </a:ext>
                  </a:extLst>
                </p14:cNvPr>
                <p14:cNvContentPartPr/>
                <p14:nvPr/>
              </p14:nvContentPartPr>
              <p14:xfrm>
                <a:off x="209534" y="5428743"/>
                <a:ext cx="189720" cy="322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11DF7A7-9761-FDAB-F136-7A33898C049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1894" y="5410743"/>
                  <a:ext cx="2253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798C9EE-490F-E7C3-1B31-B3CD248C1B22}"/>
                    </a:ext>
                  </a:extLst>
                </p14:cNvPr>
                <p14:cNvContentPartPr/>
                <p14:nvPr/>
              </p14:nvContentPartPr>
              <p14:xfrm>
                <a:off x="444254" y="5641863"/>
                <a:ext cx="110160" cy="259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798C9EE-490F-E7C3-1B31-B3CD248C1B2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26614" y="5624223"/>
                  <a:ext cx="1458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B7844E5-880F-8EC5-6A90-38CD05E1CCD0}"/>
                    </a:ext>
                  </a:extLst>
                </p14:cNvPr>
                <p14:cNvContentPartPr/>
                <p14:nvPr/>
              </p14:nvContentPartPr>
              <p14:xfrm>
                <a:off x="711374" y="5624583"/>
                <a:ext cx="109440" cy="50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B7844E5-880F-8EC5-6A90-38CD05E1CCD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93734" y="5606583"/>
                  <a:ext cx="145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FC61546-F242-9C2E-65BB-83D1590F8B6D}"/>
                    </a:ext>
                  </a:extLst>
                </p14:cNvPr>
                <p14:cNvContentPartPr/>
                <p14:nvPr/>
              </p14:nvContentPartPr>
              <p14:xfrm>
                <a:off x="883814" y="5457543"/>
                <a:ext cx="174240" cy="285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FC61546-F242-9C2E-65BB-83D1590F8B6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65814" y="5439543"/>
                  <a:ext cx="2098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9D514C4-7FE1-2E3C-C153-4C3F5FD3430E}"/>
                    </a:ext>
                  </a:extLst>
                </p14:cNvPr>
                <p14:cNvContentPartPr/>
                <p14:nvPr/>
              </p14:nvContentPartPr>
              <p14:xfrm>
                <a:off x="1057334" y="5649423"/>
                <a:ext cx="242280" cy="2757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9D514C4-7FE1-2E3C-C153-4C3F5FD3430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39334" y="5631423"/>
                  <a:ext cx="27792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8F18A89-F16D-E41A-70D6-AF198937A81E}"/>
              </a:ext>
            </a:extLst>
          </p:cNvPr>
          <p:cNvGrpSpPr/>
          <p:nvPr/>
        </p:nvGrpSpPr>
        <p:grpSpPr>
          <a:xfrm>
            <a:off x="-4306" y="5555463"/>
            <a:ext cx="204840" cy="275040"/>
            <a:chOff x="-4306" y="5555463"/>
            <a:chExt cx="20484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4BB7319-35DA-6F6F-B110-A551FBADA7FB}"/>
                    </a:ext>
                  </a:extLst>
                </p14:cNvPr>
                <p14:cNvContentPartPr/>
                <p14:nvPr/>
              </p14:nvContentPartPr>
              <p14:xfrm>
                <a:off x="-4306" y="5555463"/>
                <a:ext cx="70200" cy="227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4BB7319-35DA-6F6F-B110-A551FBADA7F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-22306" y="5537823"/>
                  <a:ext cx="105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FC68AAC-8DF0-351D-8EB5-4EDAF275F951}"/>
                    </a:ext>
                  </a:extLst>
                </p14:cNvPr>
                <p14:cNvContentPartPr/>
                <p14:nvPr/>
              </p14:nvContentPartPr>
              <p14:xfrm>
                <a:off x="104414" y="5707743"/>
                <a:ext cx="70200" cy="122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FC68AAC-8DF0-351D-8EB5-4EDAF275F95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774" y="5690103"/>
                  <a:ext cx="105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A47CAFB-395A-8818-9FA3-1D2FA1D67390}"/>
                    </a:ext>
                  </a:extLst>
                </p14:cNvPr>
                <p14:cNvContentPartPr/>
                <p14:nvPr/>
              </p14:nvContentPartPr>
              <p14:xfrm>
                <a:off x="152654" y="5596503"/>
                <a:ext cx="47880" cy="70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A47CAFB-395A-8818-9FA3-1D2FA1D6739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34654" y="5578863"/>
                  <a:ext cx="8352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6301E01-E75B-A669-C466-75719E744D37}"/>
              </a:ext>
            </a:extLst>
          </p:cNvPr>
          <p:cNvGrpSpPr/>
          <p:nvPr/>
        </p:nvGrpSpPr>
        <p:grpSpPr>
          <a:xfrm>
            <a:off x="2339294" y="5030583"/>
            <a:ext cx="666720" cy="1449000"/>
            <a:chOff x="2339294" y="5030583"/>
            <a:chExt cx="666720" cy="144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E43C439-B62B-5C93-492B-ABE6EDDFE99A}"/>
                    </a:ext>
                  </a:extLst>
                </p14:cNvPr>
                <p14:cNvContentPartPr/>
                <p14:nvPr/>
              </p14:nvContentPartPr>
              <p14:xfrm>
                <a:off x="2339294" y="5030583"/>
                <a:ext cx="631800" cy="1449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E43C439-B62B-5C93-492B-ABE6EDDFE99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321294" y="5012943"/>
                  <a:ext cx="667440" cy="14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2D6DD26-69CA-B638-3049-E464668272A2}"/>
                    </a:ext>
                  </a:extLst>
                </p14:cNvPr>
                <p14:cNvContentPartPr/>
                <p14:nvPr/>
              </p14:nvContentPartPr>
              <p14:xfrm>
                <a:off x="2972894" y="5133183"/>
                <a:ext cx="33120" cy="2260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2D6DD26-69CA-B638-3049-E464668272A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955254" y="5115543"/>
                  <a:ext cx="68760" cy="26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E321380-3A0E-368E-F43C-D6FFB309E602}"/>
              </a:ext>
            </a:extLst>
          </p:cNvPr>
          <p:cNvGrpSpPr/>
          <p:nvPr/>
        </p:nvGrpSpPr>
        <p:grpSpPr>
          <a:xfrm>
            <a:off x="3941654" y="5088183"/>
            <a:ext cx="320760" cy="212760"/>
            <a:chOff x="3941654" y="5088183"/>
            <a:chExt cx="32076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D3951F9-A41C-583A-8DBB-C9A48196349F}"/>
                    </a:ext>
                  </a:extLst>
                </p14:cNvPr>
                <p14:cNvContentPartPr/>
                <p14:nvPr/>
              </p14:nvContentPartPr>
              <p14:xfrm>
                <a:off x="3941654" y="5233623"/>
                <a:ext cx="149760" cy="34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D3951F9-A41C-583A-8DBB-C9A48196349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23654" y="5215623"/>
                  <a:ext cx="1854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4D0B0CE-42C0-E5C8-CEA2-E003F0DC284F}"/>
                    </a:ext>
                  </a:extLst>
                </p14:cNvPr>
                <p14:cNvContentPartPr/>
                <p14:nvPr/>
              </p14:nvContentPartPr>
              <p14:xfrm>
                <a:off x="4240454" y="5088183"/>
                <a:ext cx="21960" cy="212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4D0B0CE-42C0-E5C8-CEA2-E003F0DC284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22814" y="5070183"/>
                  <a:ext cx="5760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868A22A-6D31-1E4F-F309-D28680FCF452}"/>
              </a:ext>
            </a:extLst>
          </p:cNvPr>
          <p:cNvGrpSpPr/>
          <p:nvPr/>
        </p:nvGrpSpPr>
        <p:grpSpPr>
          <a:xfrm>
            <a:off x="4867574" y="5067663"/>
            <a:ext cx="450360" cy="204840"/>
            <a:chOff x="4867574" y="5067663"/>
            <a:chExt cx="45036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E535CEA-F704-B9B9-DF83-7B47A2FDCBC5}"/>
                    </a:ext>
                  </a:extLst>
                </p14:cNvPr>
                <p14:cNvContentPartPr/>
                <p14:nvPr/>
              </p14:nvContentPartPr>
              <p14:xfrm>
                <a:off x="4867574" y="5152263"/>
                <a:ext cx="127080" cy="26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E535CEA-F704-B9B9-DF83-7B47A2FDCBC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849934" y="5134263"/>
                  <a:ext cx="162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C899C73-F31A-B0E1-F93E-51F5D14D5ED8}"/>
                    </a:ext>
                  </a:extLst>
                </p14:cNvPr>
                <p14:cNvContentPartPr/>
                <p14:nvPr/>
              </p14:nvContentPartPr>
              <p14:xfrm>
                <a:off x="5126414" y="5067663"/>
                <a:ext cx="191520" cy="2048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C899C73-F31A-B0E1-F93E-51F5D14D5ED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108414" y="5049663"/>
                  <a:ext cx="227160" cy="24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D1B26E0-39BB-3790-12A0-7C313D03B46F}"/>
                  </a:ext>
                </a:extLst>
              </p14:cNvPr>
              <p14:cNvContentPartPr/>
              <p14:nvPr/>
            </p14:nvContentPartPr>
            <p14:xfrm>
              <a:off x="5745614" y="5126703"/>
              <a:ext cx="150480" cy="435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D1B26E0-39BB-3790-12A0-7C313D03B46F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5727614" y="5108703"/>
                <a:ext cx="1861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E0E293DD-DC32-435F-6D5E-44B012A2CACB}"/>
                  </a:ext>
                </a:extLst>
              </p14:cNvPr>
              <p14:cNvContentPartPr/>
              <p14:nvPr/>
            </p14:nvContentPartPr>
            <p14:xfrm>
              <a:off x="6119654" y="5011863"/>
              <a:ext cx="145080" cy="3222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E0E293DD-DC32-435F-6D5E-44B012A2CACB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101654" y="4993863"/>
                <a:ext cx="18072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BB91B2E1-5A71-6E29-4FAF-BD09B0FD8D2A}"/>
                  </a:ext>
                </a:extLst>
              </p14:cNvPr>
              <p14:cNvContentPartPr/>
              <p14:nvPr/>
            </p14:nvContentPartPr>
            <p14:xfrm>
              <a:off x="2712614" y="5610183"/>
              <a:ext cx="243360" cy="2595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BB91B2E1-5A71-6E29-4FAF-BD09B0FD8D2A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2694974" y="5592543"/>
                <a:ext cx="27900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E4605D5B-39CD-06EC-F3B6-BAF28B4D4E03}"/>
                  </a:ext>
                </a:extLst>
              </p14:cNvPr>
              <p14:cNvContentPartPr/>
              <p14:nvPr/>
            </p14:nvContentPartPr>
            <p14:xfrm>
              <a:off x="4129574" y="5552223"/>
              <a:ext cx="37440" cy="1976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E4605D5B-39CD-06EC-F3B6-BAF28B4D4E03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111574" y="5534583"/>
                <a:ext cx="73080" cy="23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19FA717-056F-D0B9-0F0B-1359E004FC92}"/>
              </a:ext>
            </a:extLst>
          </p:cNvPr>
          <p:cNvGrpSpPr/>
          <p:nvPr/>
        </p:nvGrpSpPr>
        <p:grpSpPr>
          <a:xfrm>
            <a:off x="4847774" y="5448543"/>
            <a:ext cx="428400" cy="239400"/>
            <a:chOff x="4847774" y="5448543"/>
            <a:chExt cx="42840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24B93C0-2D17-D0E8-052E-6D67CA43B220}"/>
                    </a:ext>
                  </a:extLst>
                </p14:cNvPr>
                <p14:cNvContentPartPr/>
                <p14:nvPr/>
              </p14:nvContentPartPr>
              <p14:xfrm>
                <a:off x="4847774" y="5577423"/>
                <a:ext cx="183600" cy="273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24B93C0-2D17-D0E8-052E-6D67CA43B22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829774" y="5559783"/>
                  <a:ext cx="219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B3CD3BB-BEF9-4718-6E86-D42CA187A723}"/>
                    </a:ext>
                  </a:extLst>
                </p14:cNvPr>
                <p14:cNvContentPartPr/>
                <p14:nvPr/>
              </p14:nvContentPartPr>
              <p14:xfrm>
                <a:off x="5152334" y="5448543"/>
                <a:ext cx="123840" cy="2394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B3CD3BB-BEF9-4718-6E86-D42CA187A72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134334" y="5430543"/>
                  <a:ext cx="15948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97F535B-3725-0B89-5937-992ECF30C47A}"/>
              </a:ext>
            </a:extLst>
          </p:cNvPr>
          <p:cNvGrpSpPr/>
          <p:nvPr/>
        </p:nvGrpSpPr>
        <p:grpSpPr>
          <a:xfrm>
            <a:off x="5839934" y="5413983"/>
            <a:ext cx="622080" cy="309240"/>
            <a:chOff x="5839934" y="5413983"/>
            <a:chExt cx="62208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33FE56B-8ADF-4841-F783-91B447239369}"/>
                    </a:ext>
                  </a:extLst>
                </p14:cNvPr>
                <p14:cNvContentPartPr/>
                <p14:nvPr/>
              </p14:nvContentPartPr>
              <p14:xfrm>
                <a:off x="5839934" y="5518743"/>
                <a:ext cx="152280" cy="32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33FE56B-8ADF-4841-F783-91B44723936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22294" y="5500743"/>
                  <a:ext cx="1879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15C879F-D76F-5AD2-8B4F-F3EDA001AFDC}"/>
                    </a:ext>
                  </a:extLst>
                </p14:cNvPr>
                <p14:cNvContentPartPr/>
                <p14:nvPr/>
              </p14:nvContentPartPr>
              <p14:xfrm>
                <a:off x="6092654" y="5413983"/>
                <a:ext cx="369360" cy="309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15C879F-D76F-5AD2-8B4F-F3EDA001AFD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075014" y="5395983"/>
                  <a:ext cx="405000" cy="34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0D6E45A-11D1-2E3A-DD43-5F52673C2B43}"/>
                  </a:ext>
                </a:extLst>
              </p14:cNvPr>
              <p14:cNvContentPartPr/>
              <p14:nvPr/>
            </p14:nvContentPartPr>
            <p14:xfrm>
              <a:off x="2805854" y="6034263"/>
              <a:ext cx="191160" cy="1422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C0D6E45A-11D1-2E3A-DD43-5F52673C2B43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787854" y="6016623"/>
                <a:ext cx="22680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14259A33-F7AD-FFC7-38FC-03A2295495C9}"/>
                  </a:ext>
                </a:extLst>
              </p14:cNvPr>
              <p14:cNvContentPartPr/>
              <p14:nvPr/>
            </p14:nvContentPartPr>
            <p14:xfrm>
              <a:off x="4089614" y="5985303"/>
              <a:ext cx="153000" cy="1688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14259A33-F7AD-FFC7-38FC-03A2295495C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4071974" y="5967303"/>
                <a:ext cx="18864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B72F3CE8-1CA6-DD46-77CF-357C1D021AF9}"/>
                  </a:ext>
                </a:extLst>
              </p14:cNvPr>
              <p14:cNvContentPartPr/>
              <p14:nvPr/>
            </p14:nvContentPartPr>
            <p14:xfrm>
              <a:off x="5231534" y="5940303"/>
              <a:ext cx="211680" cy="2001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B72F3CE8-1CA6-DD46-77CF-357C1D021AF9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5213534" y="5922303"/>
                <a:ext cx="2473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0E50398D-B911-FBBA-F563-EBB6E271B139}"/>
                  </a:ext>
                </a:extLst>
              </p14:cNvPr>
              <p14:cNvContentPartPr/>
              <p14:nvPr/>
            </p14:nvContentPartPr>
            <p14:xfrm>
              <a:off x="6221894" y="5902863"/>
              <a:ext cx="478800" cy="1861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0E50398D-B911-FBBA-F563-EBB6E271B139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204254" y="5885223"/>
                <a:ext cx="5144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38B17193-6751-D2FF-E41F-CF8E5C9DE6FA}"/>
                  </a:ext>
                </a:extLst>
              </p14:cNvPr>
              <p14:cNvContentPartPr/>
              <p14:nvPr/>
            </p14:nvContentPartPr>
            <p14:xfrm>
              <a:off x="2928254" y="6289863"/>
              <a:ext cx="187920" cy="1663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38B17193-6751-D2FF-E41F-CF8E5C9DE6FA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2910614" y="6271863"/>
                <a:ext cx="22356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0C973EE-58D0-0BA5-1108-B6001441E46B}"/>
                  </a:ext>
                </a:extLst>
              </p14:cNvPr>
              <p14:cNvContentPartPr/>
              <p14:nvPr/>
            </p14:nvContentPartPr>
            <p14:xfrm>
              <a:off x="4222454" y="6312543"/>
              <a:ext cx="202680" cy="2012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0C973EE-58D0-0BA5-1108-B6001441E46B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204814" y="6294543"/>
                <a:ext cx="2383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4F8E6310-A162-E118-099B-D8F115A5F64A}"/>
                  </a:ext>
                </a:extLst>
              </p14:cNvPr>
              <p14:cNvContentPartPr/>
              <p14:nvPr/>
            </p14:nvContentPartPr>
            <p14:xfrm>
              <a:off x="5239454" y="6256743"/>
              <a:ext cx="282240" cy="1692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4F8E6310-A162-E118-099B-D8F115A5F64A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221814" y="6238743"/>
                <a:ext cx="317880" cy="20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CC5AC5AC-6DFB-8C3A-C269-10E604C22332}"/>
              </a:ext>
            </a:extLst>
          </p:cNvPr>
          <p:cNvGrpSpPr/>
          <p:nvPr/>
        </p:nvGrpSpPr>
        <p:grpSpPr>
          <a:xfrm>
            <a:off x="6325214" y="4915743"/>
            <a:ext cx="532800" cy="1731600"/>
            <a:chOff x="6325214" y="4915743"/>
            <a:chExt cx="532800" cy="173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D3D8874-883C-F99E-C64F-930D7EB13DD6}"/>
                    </a:ext>
                  </a:extLst>
                </p14:cNvPr>
                <p14:cNvContentPartPr/>
                <p14:nvPr/>
              </p14:nvContentPartPr>
              <p14:xfrm>
                <a:off x="6325214" y="6211383"/>
                <a:ext cx="205920" cy="207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D3D8874-883C-F99E-C64F-930D7EB13DD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307214" y="6193383"/>
                  <a:ext cx="2415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06EAEE0-A470-B54E-CBD8-BE9036B39D42}"/>
                    </a:ext>
                  </a:extLst>
                </p14:cNvPr>
                <p14:cNvContentPartPr/>
                <p14:nvPr/>
              </p14:nvContentPartPr>
              <p14:xfrm>
                <a:off x="6501254" y="4915743"/>
                <a:ext cx="356760" cy="1731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06EAEE0-A470-B54E-CBD8-BE9036B39D4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83254" y="4897743"/>
                  <a:ext cx="392400" cy="176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0AA6B93-A42F-43C7-4865-439AB0B4BD4B}"/>
              </a:ext>
            </a:extLst>
          </p:cNvPr>
          <p:cNvGrpSpPr/>
          <p:nvPr/>
        </p:nvGrpSpPr>
        <p:grpSpPr>
          <a:xfrm>
            <a:off x="8785094" y="1152303"/>
            <a:ext cx="2187000" cy="507600"/>
            <a:chOff x="8785094" y="1152303"/>
            <a:chExt cx="2187000" cy="50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0FEB4D4-7A7D-F82D-0186-5C9EB3C6692C}"/>
                    </a:ext>
                  </a:extLst>
                </p14:cNvPr>
                <p14:cNvContentPartPr/>
                <p14:nvPr/>
              </p14:nvContentPartPr>
              <p14:xfrm>
                <a:off x="8785094" y="1159143"/>
                <a:ext cx="363960" cy="500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0FEB4D4-7A7D-F82D-0186-5C9EB3C6692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767454" y="1141503"/>
                  <a:ext cx="39960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FBC3428-9AD9-797B-B5AC-02600D0E847B}"/>
                    </a:ext>
                  </a:extLst>
                </p14:cNvPr>
                <p14:cNvContentPartPr/>
                <p14:nvPr/>
              </p14:nvContentPartPr>
              <p14:xfrm>
                <a:off x="9226094" y="1394943"/>
                <a:ext cx="442080" cy="187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FBC3428-9AD9-797B-B5AC-02600D0E847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208454" y="1377303"/>
                  <a:ext cx="477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2B8E419-5F8D-AF89-585C-F72C136144A7}"/>
                    </a:ext>
                  </a:extLst>
                </p14:cNvPr>
                <p14:cNvContentPartPr/>
                <p14:nvPr/>
              </p14:nvContentPartPr>
              <p14:xfrm>
                <a:off x="9808214" y="1238703"/>
                <a:ext cx="19080" cy="353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2B8E419-5F8D-AF89-585C-F72C136144A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790574" y="1221063"/>
                  <a:ext cx="5472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5C27458-6380-D6A5-EC0E-59039CB8E4B4}"/>
                    </a:ext>
                  </a:extLst>
                </p14:cNvPr>
                <p14:cNvContentPartPr/>
                <p14:nvPr/>
              </p14:nvContentPartPr>
              <p14:xfrm>
                <a:off x="9875534" y="1346343"/>
                <a:ext cx="254160" cy="2397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5C27458-6380-D6A5-EC0E-59039CB8E4B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857894" y="1328343"/>
                  <a:ext cx="2898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C777BDE-D076-34C1-EBEA-9060F2604244}"/>
                    </a:ext>
                  </a:extLst>
                </p14:cNvPr>
                <p14:cNvContentPartPr/>
                <p14:nvPr/>
              </p14:nvContentPartPr>
              <p14:xfrm>
                <a:off x="10289894" y="1416183"/>
                <a:ext cx="117360" cy="475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C777BDE-D076-34C1-EBEA-9060F260424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271894" y="1398183"/>
                  <a:ext cx="153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58C29B4-C1BE-10EC-239E-865737C583FA}"/>
                    </a:ext>
                  </a:extLst>
                </p14:cNvPr>
                <p14:cNvContentPartPr/>
                <p14:nvPr/>
              </p14:nvContentPartPr>
              <p14:xfrm>
                <a:off x="10277654" y="1465503"/>
                <a:ext cx="224280" cy="36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58C29B4-C1BE-10EC-239E-865737C583F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260014" y="1447503"/>
                  <a:ext cx="2599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193F80D-7A90-5D45-1B20-9E8159082BE7}"/>
                    </a:ext>
                  </a:extLst>
                </p14:cNvPr>
                <p14:cNvContentPartPr/>
                <p14:nvPr/>
              </p14:nvContentPartPr>
              <p14:xfrm>
                <a:off x="10595534" y="1152303"/>
                <a:ext cx="376560" cy="4381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193F80D-7A90-5D45-1B20-9E8159082BE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577894" y="1134303"/>
                  <a:ext cx="412200" cy="47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E260DEBB-D4D0-48D4-2FA6-8ADE3C018B0C}"/>
              </a:ext>
            </a:extLst>
          </p:cNvPr>
          <p:cNvGrpSpPr/>
          <p:nvPr/>
        </p:nvGrpSpPr>
        <p:grpSpPr>
          <a:xfrm>
            <a:off x="9596894" y="2164983"/>
            <a:ext cx="705240" cy="557640"/>
            <a:chOff x="9596894" y="2164983"/>
            <a:chExt cx="705240" cy="55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0F297C4-5473-6135-C2D5-39B1C164C68F}"/>
                    </a:ext>
                  </a:extLst>
                </p14:cNvPr>
                <p14:cNvContentPartPr/>
                <p14:nvPr/>
              </p14:nvContentPartPr>
              <p14:xfrm>
                <a:off x="9596894" y="2164983"/>
                <a:ext cx="214560" cy="5576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0F297C4-5473-6135-C2D5-39B1C164C68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578894" y="2146983"/>
                  <a:ext cx="25020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A6687E1-A0AF-E37D-7CAC-39035F9B6198}"/>
                    </a:ext>
                  </a:extLst>
                </p14:cNvPr>
                <p14:cNvContentPartPr/>
                <p14:nvPr/>
              </p14:nvContentPartPr>
              <p14:xfrm>
                <a:off x="9938894" y="2503023"/>
                <a:ext cx="132840" cy="525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A6687E1-A0AF-E37D-7CAC-39035F9B619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920894" y="2485383"/>
                  <a:ext cx="168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93E58A4-69CD-7100-6F64-349A0B21E15F}"/>
                    </a:ext>
                  </a:extLst>
                </p14:cNvPr>
                <p14:cNvContentPartPr/>
                <p14:nvPr/>
              </p14:nvContentPartPr>
              <p14:xfrm>
                <a:off x="10254974" y="2301063"/>
                <a:ext cx="47160" cy="3121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93E58A4-69CD-7100-6F64-349A0B21E15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237334" y="2283063"/>
                  <a:ext cx="82800" cy="34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AFD1D39E-2685-D11F-083A-EDA4592E0DF9}"/>
              </a:ext>
            </a:extLst>
          </p:cNvPr>
          <p:cNvGrpSpPr/>
          <p:nvPr/>
        </p:nvGrpSpPr>
        <p:grpSpPr>
          <a:xfrm>
            <a:off x="10666454" y="2296023"/>
            <a:ext cx="570600" cy="300600"/>
            <a:chOff x="10666454" y="2296023"/>
            <a:chExt cx="57060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34F8A32-06E7-F6A7-DAF6-4B3407F08860}"/>
                    </a:ext>
                  </a:extLst>
                </p14:cNvPr>
                <p14:cNvContentPartPr/>
                <p14:nvPr/>
              </p14:nvContentPartPr>
              <p14:xfrm>
                <a:off x="10723694" y="2439303"/>
                <a:ext cx="109080" cy="34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34F8A32-06E7-F6A7-DAF6-4B3407F0886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706054" y="2421663"/>
                  <a:ext cx="144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0F3E0D9-42B1-B709-0388-457947A746C8}"/>
                    </a:ext>
                  </a:extLst>
                </p14:cNvPr>
                <p14:cNvContentPartPr/>
                <p14:nvPr/>
              </p14:nvContentPartPr>
              <p14:xfrm>
                <a:off x="10666454" y="2530383"/>
                <a:ext cx="173880" cy="428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0F3E0D9-42B1-B709-0388-457947A746C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648454" y="2512743"/>
                  <a:ext cx="2095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9474CD6-DB19-4711-AEEF-B42F4E150551}"/>
                    </a:ext>
                  </a:extLst>
                </p14:cNvPr>
                <p14:cNvContentPartPr/>
                <p14:nvPr/>
              </p14:nvContentPartPr>
              <p14:xfrm>
                <a:off x="11043734" y="2296023"/>
                <a:ext cx="193320" cy="300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9474CD6-DB19-4711-AEEF-B42F4E15055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025734" y="2278023"/>
                  <a:ext cx="228960" cy="33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59E987E-8F13-E3B4-ADD7-748E4F023155}"/>
              </a:ext>
            </a:extLst>
          </p:cNvPr>
          <p:cNvGrpSpPr/>
          <p:nvPr/>
        </p:nvGrpSpPr>
        <p:grpSpPr>
          <a:xfrm>
            <a:off x="7729574" y="2414463"/>
            <a:ext cx="1528200" cy="484560"/>
            <a:chOff x="7729574" y="2414463"/>
            <a:chExt cx="1528200" cy="48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65E7678-E3FA-CD43-E265-91D9C342DEE3}"/>
                    </a:ext>
                  </a:extLst>
                </p14:cNvPr>
                <p14:cNvContentPartPr/>
                <p14:nvPr/>
              </p14:nvContentPartPr>
              <p14:xfrm>
                <a:off x="7729574" y="2420583"/>
                <a:ext cx="353880" cy="4784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65E7678-E3FA-CD43-E265-91D9C342DEE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711574" y="2402583"/>
                  <a:ext cx="38952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05C2FD9-8A4B-E53D-3819-92FEFF47BD6A}"/>
                    </a:ext>
                  </a:extLst>
                </p14:cNvPr>
                <p14:cNvContentPartPr/>
                <p14:nvPr/>
              </p14:nvContentPartPr>
              <p14:xfrm>
                <a:off x="8057534" y="2414463"/>
                <a:ext cx="600480" cy="4672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05C2FD9-8A4B-E53D-3819-92FEFF47BD6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039894" y="2396463"/>
                  <a:ext cx="63612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51DD658-F825-D59D-B3C3-5BFF80C8C94D}"/>
                    </a:ext>
                  </a:extLst>
                </p14:cNvPr>
                <p14:cNvContentPartPr/>
                <p14:nvPr/>
              </p14:nvContentPartPr>
              <p14:xfrm>
                <a:off x="8586734" y="2586543"/>
                <a:ext cx="246960" cy="232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51DD658-F825-D59D-B3C3-5BFF80C8C94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568734" y="2568903"/>
                  <a:ext cx="2826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993C20F-18BE-A041-BC36-D77FFCEB0824}"/>
                    </a:ext>
                  </a:extLst>
                </p14:cNvPr>
                <p14:cNvContentPartPr/>
                <p14:nvPr/>
              </p14:nvContentPartPr>
              <p14:xfrm>
                <a:off x="8929094" y="2595183"/>
                <a:ext cx="115920" cy="73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993C20F-18BE-A041-BC36-D77FFCEB082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911454" y="2577183"/>
                  <a:ext cx="1515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78D11FE-551E-7C79-488D-FBBFC3A41B65}"/>
                    </a:ext>
                  </a:extLst>
                </p14:cNvPr>
                <p14:cNvContentPartPr/>
                <p14:nvPr/>
              </p14:nvContentPartPr>
              <p14:xfrm>
                <a:off x="8878694" y="2719383"/>
                <a:ext cx="260640" cy="507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78D11FE-551E-7C79-488D-FBBFC3A41B6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861054" y="2701743"/>
                  <a:ext cx="296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B9EE423-47F9-3988-9C01-6029E6FD51AA}"/>
                    </a:ext>
                  </a:extLst>
                </p14:cNvPr>
                <p14:cNvContentPartPr/>
                <p14:nvPr/>
              </p14:nvContentPartPr>
              <p14:xfrm>
                <a:off x="8851694" y="2542983"/>
                <a:ext cx="406080" cy="70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B9EE423-47F9-3988-9C01-6029E6FD51A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833694" y="2525343"/>
                  <a:ext cx="441720" cy="105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39489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3AC6A8DC-9FF1-67E5-F8C9-04321A5434B3}"/>
              </a:ext>
            </a:extLst>
          </p:cNvPr>
          <p:cNvGrpSpPr/>
          <p:nvPr/>
        </p:nvGrpSpPr>
        <p:grpSpPr>
          <a:xfrm>
            <a:off x="3650286" y="370023"/>
            <a:ext cx="800280" cy="377280"/>
            <a:chOff x="3650286" y="370023"/>
            <a:chExt cx="80028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5089F7B-10B4-6EFA-F279-2291AEB13B7E}"/>
                    </a:ext>
                  </a:extLst>
                </p14:cNvPr>
                <p14:cNvContentPartPr/>
                <p14:nvPr/>
              </p14:nvContentPartPr>
              <p14:xfrm>
                <a:off x="3709326" y="370023"/>
                <a:ext cx="741240" cy="377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5089F7B-10B4-6EFA-F279-2291AEB13B7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91686" y="352383"/>
                  <a:ext cx="77688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97CE24A-A894-CD84-7804-A97F2D4DF028}"/>
                    </a:ext>
                  </a:extLst>
                </p14:cNvPr>
                <p14:cNvContentPartPr/>
                <p14:nvPr/>
              </p14:nvContentPartPr>
              <p14:xfrm>
                <a:off x="3650286" y="463263"/>
                <a:ext cx="284760" cy="39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97CE24A-A894-CD84-7804-A97F2D4DF0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32286" y="445623"/>
                  <a:ext cx="32040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396FA5A-026D-C6AB-9F25-5ABDE01E14E0}"/>
              </a:ext>
            </a:extLst>
          </p:cNvPr>
          <p:cNvGrpSpPr/>
          <p:nvPr/>
        </p:nvGrpSpPr>
        <p:grpSpPr>
          <a:xfrm>
            <a:off x="5217006" y="279663"/>
            <a:ext cx="5130360" cy="894240"/>
            <a:chOff x="5217006" y="279663"/>
            <a:chExt cx="5130360" cy="89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6DB699C-899A-2AF1-974D-CBB2EC70D15A}"/>
                    </a:ext>
                  </a:extLst>
                </p14:cNvPr>
                <p14:cNvContentPartPr/>
                <p14:nvPr/>
              </p14:nvContentPartPr>
              <p14:xfrm>
                <a:off x="5217006" y="531663"/>
                <a:ext cx="253080" cy="240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6DB699C-899A-2AF1-974D-CBB2EC70D1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99006" y="513663"/>
                  <a:ext cx="2887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8C2C926-2A3F-D256-1071-068C611E93EF}"/>
                    </a:ext>
                  </a:extLst>
                </p14:cNvPr>
                <p14:cNvContentPartPr/>
                <p14:nvPr/>
              </p14:nvContentPartPr>
              <p14:xfrm>
                <a:off x="5519046" y="550743"/>
                <a:ext cx="196920" cy="176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8C2C926-2A3F-D256-1071-068C611E93E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01406" y="532743"/>
                  <a:ext cx="2325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63BB1F-F9F9-66E2-4C3C-18FDC88573D4}"/>
                    </a:ext>
                  </a:extLst>
                </p14:cNvPr>
                <p14:cNvContentPartPr/>
                <p14:nvPr/>
              </p14:nvContentPartPr>
              <p14:xfrm>
                <a:off x="5778966" y="566943"/>
                <a:ext cx="221760" cy="150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63BB1F-F9F9-66E2-4C3C-18FDC88573D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61326" y="549303"/>
                  <a:ext cx="257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E07888-C4E2-7651-94CE-5A59478B41D4}"/>
                    </a:ext>
                  </a:extLst>
                </p14:cNvPr>
                <p14:cNvContentPartPr/>
                <p14:nvPr/>
              </p14:nvContentPartPr>
              <p14:xfrm>
                <a:off x="6079926" y="384783"/>
                <a:ext cx="149760" cy="415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E07888-C4E2-7651-94CE-5A59478B41D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62286" y="366783"/>
                  <a:ext cx="18540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A661E1A-C089-3E30-B990-3E458E03D813}"/>
                    </a:ext>
                  </a:extLst>
                </p14:cNvPr>
                <p14:cNvContentPartPr/>
                <p14:nvPr/>
              </p14:nvContentPartPr>
              <p14:xfrm>
                <a:off x="6140766" y="525903"/>
                <a:ext cx="219600" cy="242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A661E1A-C089-3E30-B990-3E458E03D81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23126" y="507903"/>
                  <a:ext cx="2552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8AEB55A-203C-7F49-9860-DB8B2A40CF93}"/>
                    </a:ext>
                  </a:extLst>
                </p14:cNvPr>
                <p14:cNvContentPartPr/>
                <p14:nvPr/>
              </p14:nvContentPartPr>
              <p14:xfrm>
                <a:off x="6736566" y="389103"/>
                <a:ext cx="383760" cy="784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8AEB55A-203C-7F49-9860-DB8B2A40CF9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18566" y="371463"/>
                  <a:ext cx="419400" cy="82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12BB7E-D745-10EC-3C2B-AF3620463655}"/>
                    </a:ext>
                  </a:extLst>
                </p14:cNvPr>
                <p14:cNvContentPartPr/>
                <p14:nvPr/>
              </p14:nvContentPartPr>
              <p14:xfrm>
                <a:off x="7644846" y="372543"/>
                <a:ext cx="140040" cy="361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12BB7E-D745-10EC-3C2B-AF362046365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626846" y="354903"/>
                  <a:ext cx="1756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DF1354C-E0A6-7AD8-7C35-2D9625AA826F}"/>
                    </a:ext>
                  </a:extLst>
                </p14:cNvPr>
                <p14:cNvContentPartPr/>
                <p14:nvPr/>
              </p14:nvContentPartPr>
              <p14:xfrm>
                <a:off x="7476006" y="384423"/>
                <a:ext cx="856800" cy="370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DF1354C-E0A6-7AD8-7C35-2D9625AA826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58366" y="366783"/>
                  <a:ext cx="89244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80DE88D-3F13-F4C7-BE5D-B930E0106A9C}"/>
                    </a:ext>
                  </a:extLst>
                </p14:cNvPr>
                <p14:cNvContentPartPr/>
                <p14:nvPr/>
              </p14:nvContentPartPr>
              <p14:xfrm>
                <a:off x="8599206" y="457503"/>
                <a:ext cx="503640" cy="236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80DE88D-3F13-F4C7-BE5D-B930E0106A9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81206" y="439503"/>
                  <a:ext cx="5392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0CB80CB-6AF6-D3F6-1F5E-FD2FC353DB4B}"/>
                    </a:ext>
                  </a:extLst>
                </p14:cNvPr>
                <p14:cNvContentPartPr/>
                <p14:nvPr/>
              </p14:nvContentPartPr>
              <p14:xfrm>
                <a:off x="9161886" y="279663"/>
                <a:ext cx="842760" cy="452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0CB80CB-6AF6-D3F6-1F5E-FD2FC353DB4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43886" y="261663"/>
                  <a:ext cx="87840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172E6EA-7746-BB9C-F7B0-000A54F36789}"/>
                    </a:ext>
                  </a:extLst>
                </p14:cNvPr>
                <p14:cNvContentPartPr/>
                <p14:nvPr/>
              </p14:nvContentPartPr>
              <p14:xfrm>
                <a:off x="10105446" y="499983"/>
                <a:ext cx="241920" cy="198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172E6EA-7746-BB9C-F7B0-000A54F3678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087806" y="481983"/>
                  <a:ext cx="2775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A8F89B-E27C-09A5-B765-F71ECD4B03B7}"/>
                    </a:ext>
                  </a:extLst>
                </p14:cNvPr>
                <p14:cNvContentPartPr/>
                <p14:nvPr/>
              </p14:nvContentPartPr>
              <p14:xfrm>
                <a:off x="10080966" y="283983"/>
                <a:ext cx="97560" cy="51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A8F89B-E27C-09A5-B765-F71ECD4B03B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63326" y="266343"/>
                  <a:ext cx="1332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33A7E7F-F0FA-0E8A-2164-F66FDD8BBC8F}"/>
                    </a:ext>
                  </a:extLst>
                </p14:cNvPr>
                <p14:cNvContentPartPr/>
                <p14:nvPr/>
              </p14:nvContentPartPr>
              <p14:xfrm>
                <a:off x="9434046" y="362103"/>
                <a:ext cx="439200" cy="5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3A7E7F-F0FA-0E8A-2164-F66FDD8BBC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416406" y="344103"/>
                  <a:ext cx="4748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3073BAC-59CC-0083-4687-348B48A0CEE7}"/>
              </a:ext>
            </a:extLst>
          </p:cNvPr>
          <p:cNvGrpSpPr/>
          <p:nvPr/>
        </p:nvGrpSpPr>
        <p:grpSpPr>
          <a:xfrm>
            <a:off x="3253566" y="1058703"/>
            <a:ext cx="944280" cy="1210680"/>
            <a:chOff x="3253566" y="1058703"/>
            <a:chExt cx="944280" cy="12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CA1F9F1-4EA0-D7DF-1F77-006D22FA4B38}"/>
                    </a:ext>
                  </a:extLst>
                </p14:cNvPr>
                <p14:cNvContentPartPr/>
                <p14:nvPr/>
              </p14:nvContentPartPr>
              <p14:xfrm>
                <a:off x="3253566" y="1058703"/>
                <a:ext cx="669960" cy="1210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CA1F9F1-4EA0-D7DF-1F77-006D22FA4B3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35566" y="1041063"/>
                  <a:ext cx="705600" cy="12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28F24FF-FA23-20CF-3CE5-AC862BA8F8F5}"/>
                    </a:ext>
                  </a:extLst>
                </p14:cNvPr>
                <p14:cNvContentPartPr/>
                <p14:nvPr/>
              </p14:nvContentPartPr>
              <p14:xfrm>
                <a:off x="3974286" y="1211703"/>
                <a:ext cx="223560" cy="292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28F24FF-FA23-20CF-3CE5-AC862BA8F8F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56646" y="1193703"/>
                  <a:ext cx="259200" cy="32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D8DA980-EECC-6D82-578D-D71D64B99A13}"/>
                  </a:ext>
                </a:extLst>
              </p14:cNvPr>
              <p14:cNvContentPartPr/>
              <p14:nvPr/>
            </p14:nvContentPartPr>
            <p14:xfrm>
              <a:off x="4666926" y="1244103"/>
              <a:ext cx="356760" cy="270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D8DA980-EECC-6D82-578D-D71D64B99A1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649286" y="1226103"/>
                <a:ext cx="39240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5E18254-8C16-009B-6902-42E039CBF5CC}"/>
                  </a:ext>
                </a:extLst>
              </p14:cNvPr>
              <p14:cNvContentPartPr/>
              <p14:nvPr/>
            </p14:nvContentPartPr>
            <p14:xfrm>
              <a:off x="3963846" y="1681863"/>
              <a:ext cx="175680" cy="236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5E18254-8C16-009B-6902-42E039CBF5C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946206" y="1664223"/>
                <a:ext cx="21132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9A2C6B4-E607-F78D-FF38-D6C9F15931B4}"/>
                  </a:ext>
                </a:extLst>
              </p14:cNvPr>
              <p14:cNvContentPartPr/>
              <p14:nvPr/>
            </p14:nvContentPartPr>
            <p14:xfrm>
              <a:off x="4747926" y="1718223"/>
              <a:ext cx="253440" cy="192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9A2C6B4-E607-F78D-FF38-D6C9F15931B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729926" y="1700223"/>
                <a:ext cx="2890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2EB118A-6A75-C25B-1625-AB26B24609A7}"/>
                  </a:ext>
                </a:extLst>
              </p14:cNvPr>
              <p14:cNvContentPartPr/>
              <p14:nvPr/>
            </p14:nvContentPartPr>
            <p14:xfrm>
              <a:off x="4054566" y="2116743"/>
              <a:ext cx="271080" cy="156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2EB118A-6A75-C25B-1625-AB26B24609A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36566" y="2098743"/>
                <a:ext cx="30672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41CE3D9-A9DB-493C-3E5F-AC4D7905FC17}"/>
                  </a:ext>
                </a:extLst>
              </p14:cNvPr>
              <p14:cNvContentPartPr/>
              <p14:nvPr/>
            </p14:nvContentPartPr>
            <p14:xfrm>
              <a:off x="5090286" y="2083623"/>
              <a:ext cx="53640" cy="1882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41CE3D9-A9DB-493C-3E5F-AC4D7905FC1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72646" y="2065983"/>
                <a:ext cx="89280" cy="22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7AEC8A2A-2B24-A27D-6C78-990242889BEA}"/>
              </a:ext>
            </a:extLst>
          </p:cNvPr>
          <p:cNvGrpSpPr/>
          <p:nvPr/>
        </p:nvGrpSpPr>
        <p:grpSpPr>
          <a:xfrm>
            <a:off x="5506806" y="1034583"/>
            <a:ext cx="1204920" cy="1504800"/>
            <a:chOff x="5506806" y="1034583"/>
            <a:chExt cx="1204920" cy="150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31AAF4C-48B7-25C4-474C-7CC9C23D97B1}"/>
                    </a:ext>
                  </a:extLst>
                </p14:cNvPr>
                <p14:cNvContentPartPr/>
                <p14:nvPr/>
              </p14:nvContentPartPr>
              <p14:xfrm>
                <a:off x="5562246" y="1215303"/>
                <a:ext cx="64080" cy="253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31AAF4C-48B7-25C4-474C-7CC9C23D97B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44606" y="1197303"/>
                  <a:ext cx="997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74EAADC-CE2D-7AE9-FA3D-8C5EBFA4B36E}"/>
                    </a:ext>
                  </a:extLst>
                </p14:cNvPr>
                <p14:cNvContentPartPr/>
                <p14:nvPr/>
              </p14:nvContentPartPr>
              <p14:xfrm>
                <a:off x="6068406" y="1126023"/>
                <a:ext cx="291240" cy="284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74EAADC-CE2D-7AE9-FA3D-8C5EBFA4B3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50406" y="1108023"/>
                  <a:ext cx="3268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009BE45-B0F6-4996-F565-AB9830802F39}"/>
                    </a:ext>
                  </a:extLst>
                </p14:cNvPr>
                <p14:cNvContentPartPr/>
                <p14:nvPr/>
              </p14:nvContentPartPr>
              <p14:xfrm>
                <a:off x="5506806" y="1666383"/>
                <a:ext cx="164520" cy="183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009BE45-B0F6-4996-F565-AB9830802F3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89166" y="1648743"/>
                  <a:ext cx="200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AAF9EA0-3C59-0FA4-D433-D72EBDC9E2F0}"/>
                    </a:ext>
                  </a:extLst>
                </p14:cNvPr>
                <p14:cNvContentPartPr/>
                <p14:nvPr/>
              </p14:nvContentPartPr>
              <p14:xfrm>
                <a:off x="6104406" y="1553703"/>
                <a:ext cx="276120" cy="294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AAF9EA0-3C59-0FA4-D433-D72EBDC9E2F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86406" y="1535703"/>
                  <a:ext cx="3117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B0A9132-3A00-AEB0-49D1-5F1BC5FB7619}"/>
                    </a:ext>
                  </a:extLst>
                </p14:cNvPr>
                <p14:cNvContentPartPr/>
                <p14:nvPr/>
              </p14:nvContentPartPr>
              <p14:xfrm>
                <a:off x="5664846" y="2038263"/>
                <a:ext cx="198720" cy="176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B0A9132-3A00-AEB0-49D1-5F1BC5FB761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47206" y="2020263"/>
                  <a:ext cx="2343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97F2882-8079-837C-872B-9E2475C09C53}"/>
                    </a:ext>
                  </a:extLst>
                </p14:cNvPr>
                <p14:cNvContentPartPr/>
                <p14:nvPr/>
              </p14:nvContentPartPr>
              <p14:xfrm>
                <a:off x="6172806" y="2009823"/>
                <a:ext cx="26640" cy="190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97F2882-8079-837C-872B-9E2475C09C5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154806" y="1992183"/>
                  <a:ext cx="622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912A645-C755-1A7E-ABB1-1AA2C0B596C2}"/>
                    </a:ext>
                  </a:extLst>
                </p14:cNvPr>
                <p14:cNvContentPartPr/>
                <p14:nvPr/>
              </p14:nvContentPartPr>
              <p14:xfrm>
                <a:off x="6211686" y="1034583"/>
                <a:ext cx="500040" cy="1504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912A645-C755-1A7E-ABB1-1AA2C0B596C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94046" y="1016583"/>
                  <a:ext cx="535680" cy="154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2409C47-052D-7F9A-91D2-EFD50A5926E1}"/>
              </a:ext>
            </a:extLst>
          </p:cNvPr>
          <p:cNvGrpSpPr/>
          <p:nvPr/>
        </p:nvGrpSpPr>
        <p:grpSpPr>
          <a:xfrm>
            <a:off x="328206" y="337983"/>
            <a:ext cx="2943360" cy="663120"/>
            <a:chOff x="328206" y="337983"/>
            <a:chExt cx="2943360" cy="66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2192677-BE79-4CD7-4D96-687D8428E950}"/>
                    </a:ext>
                  </a:extLst>
                </p14:cNvPr>
                <p14:cNvContentPartPr/>
                <p14:nvPr/>
              </p14:nvContentPartPr>
              <p14:xfrm>
                <a:off x="328206" y="339063"/>
                <a:ext cx="370800" cy="384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2192677-BE79-4CD7-4D96-687D8428E95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0206" y="321063"/>
                  <a:ext cx="4064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F7557C4-A7B3-7F70-4FEA-66EBC6BA8B68}"/>
                    </a:ext>
                  </a:extLst>
                </p14:cNvPr>
                <p14:cNvContentPartPr/>
                <p14:nvPr/>
              </p14:nvContentPartPr>
              <p14:xfrm>
                <a:off x="908886" y="556143"/>
                <a:ext cx="19800" cy="9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F7557C4-A7B3-7F70-4FEA-66EBC6BA8B6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90886" y="538143"/>
                  <a:ext cx="55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9B946A2-57A8-7300-600A-990FD6B21F8C}"/>
                    </a:ext>
                  </a:extLst>
                </p14:cNvPr>
                <p14:cNvContentPartPr/>
                <p14:nvPr/>
              </p14:nvContentPartPr>
              <p14:xfrm>
                <a:off x="1452486" y="343743"/>
                <a:ext cx="438840" cy="57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9B946A2-57A8-7300-600A-990FD6B21F8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34846" y="326103"/>
                  <a:ext cx="4744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8F88AF0-511F-C0D0-BD53-1F5FD92A45DF}"/>
                    </a:ext>
                  </a:extLst>
                </p14:cNvPr>
                <p14:cNvContentPartPr/>
                <p14:nvPr/>
              </p14:nvContentPartPr>
              <p14:xfrm>
                <a:off x="1646526" y="371103"/>
                <a:ext cx="88920" cy="308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8F88AF0-511F-C0D0-BD53-1F5FD92A45D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28886" y="353463"/>
                  <a:ext cx="1245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D313F4B-A110-D415-A2E5-26FF276631AC}"/>
                    </a:ext>
                  </a:extLst>
                </p14:cNvPr>
                <p14:cNvContentPartPr/>
                <p14:nvPr/>
              </p14:nvContentPartPr>
              <p14:xfrm>
                <a:off x="1802766" y="529863"/>
                <a:ext cx="136440" cy="129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D313F4B-A110-D415-A2E5-26FF276631A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84766" y="512223"/>
                  <a:ext cx="1720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D399B02-5C05-BD98-04F5-C5E1677DAAF6}"/>
                    </a:ext>
                  </a:extLst>
                </p14:cNvPr>
                <p14:cNvContentPartPr/>
                <p14:nvPr/>
              </p14:nvContentPartPr>
              <p14:xfrm>
                <a:off x="2232246" y="337983"/>
                <a:ext cx="494280" cy="663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D399B02-5C05-BD98-04F5-C5E1677DAAF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214246" y="320343"/>
                  <a:ext cx="529920" cy="6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17B442E-D8FD-2BC6-E029-5117707C41E2}"/>
                    </a:ext>
                  </a:extLst>
                </p14:cNvPr>
                <p14:cNvContentPartPr/>
                <p14:nvPr/>
              </p14:nvContentPartPr>
              <p14:xfrm>
                <a:off x="2731926" y="381903"/>
                <a:ext cx="52200" cy="47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17B442E-D8FD-2BC6-E029-5117707C41E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13926" y="363903"/>
                  <a:ext cx="878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0095FED-CAE0-0993-D891-ADEA0B71BBD7}"/>
                    </a:ext>
                  </a:extLst>
                </p14:cNvPr>
                <p14:cNvContentPartPr/>
                <p14:nvPr/>
              </p14:nvContentPartPr>
              <p14:xfrm>
                <a:off x="2805006" y="515823"/>
                <a:ext cx="166320" cy="171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0095FED-CAE0-0993-D891-ADEA0B71BBD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87006" y="497823"/>
                  <a:ext cx="2019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9530566-2446-600C-8261-6265A0DF89F0}"/>
                    </a:ext>
                  </a:extLst>
                </p14:cNvPr>
                <p14:cNvContentPartPr/>
                <p14:nvPr/>
              </p14:nvContentPartPr>
              <p14:xfrm>
                <a:off x="3052686" y="340863"/>
                <a:ext cx="218880" cy="353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9530566-2446-600C-8261-6265A0DF89F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35046" y="322863"/>
                  <a:ext cx="2545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85B6741-82CA-989A-DDEA-984BB029DE5B}"/>
                    </a:ext>
                  </a:extLst>
                </p14:cNvPr>
                <p14:cNvContentPartPr/>
                <p14:nvPr/>
              </p14:nvContentPartPr>
              <p14:xfrm>
                <a:off x="716646" y="342663"/>
                <a:ext cx="428760" cy="401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85B6741-82CA-989A-DDEA-984BB029DE5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006" y="324663"/>
                  <a:ext cx="4644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5022132-ADEA-C971-5823-BEF0A727692B}"/>
                    </a:ext>
                  </a:extLst>
                </p14:cNvPr>
                <p14:cNvContentPartPr/>
                <p14:nvPr/>
              </p14:nvContentPartPr>
              <p14:xfrm>
                <a:off x="956046" y="502863"/>
                <a:ext cx="68040" cy="46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5022132-ADEA-C971-5823-BEF0A727692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8406" y="484863"/>
                  <a:ext cx="10368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01AAF57-C30C-2606-2CD0-5382F0AD7524}"/>
              </a:ext>
            </a:extLst>
          </p:cNvPr>
          <p:cNvGrpSpPr/>
          <p:nvPr/>
        </p:nvGrpSpPr>
        <p:grpSpPr>
          <a:xfrm>
            <a:off x="646446" y="2836023"/>
            <a:ext cx="1460880" cy="596880"/>
            <a:chOff x="646446" y="2836023"/>
            <a:chExt cx="1460880" cy="59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5C2F0D4-6CC8-9C35-7154-CD17E9AE465A}"/>
                    </a:ext>
                  </a:extLst>
                </p14:cNvPr>
                <p14:cNvContentPartPr/>
                <p14:nvPr/>
              </p14:nvContentPartPr>
              <p14:xfrm>
                <a:off x="646446" y="2836023"/>
                <a:ext cx="561240" cy="596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5C2F0D4-6CC8-9C35-7154-CD17E9AE465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8446" y="2818023"/>
                  <a:ext cx="59688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F5415D5-5224-1BE0-5A61-7BFBD42059B9}"/>
                    </a:ext>
                  </a:extLst>
                </p14:cNvPr>
                <p14:cNvContentPartPr/>
                <p14:nvPr/>
              </p14:nvContentPartPr>
              <p14:xfrm>
                <a:off x="1052526" y="3240663"/>
                <a:ext cx="486000" cy="173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F5415D5-5224-1BE0-5A61-7BFBD42059B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4526" y="3223023"/>
                  <a:ext cx="5216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38CC407-4455-FC82-D885-3DE154C895FB}"/>
                    </a:ext>
                  </a:extLst>
                </p14:cNvPr>
                <p14:cNvContentPartPr/>
                <p14:nvPr/>
              </p14:nvContentPartPr>
              <p14:xfrm>
                <a:off x="1560486" y="2965983"/>
                <a:ext cx="108360" cy="407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38CC407-4455-FC82-D885-3DE154C895F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542486" y="2948343"/>
                  <a:ext cx="14400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7B9D005-C162-24D2-D5A2-363173D42F95}"/>
                    </a:ext>
                  </a:extLst>
                </p14:cNvPr>
                <p14:cNvContentPartPr/>
                <p14:nvPr/>
              </p14:nvContentPartPr>
              <p14:xfrm>
                <a:off x="1586406" y="3097383"/>
                <a:ext cx="206640" cy="271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7B9D005-C162-24D2-D5A2-363173D42F9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68406" y="3079383"/>
                  <a:ext cx="2422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AC431CC-C499-2B0D-D604-D746C0E2A1BC}"/>
                    </a:ext>
                  </a:extLst>
                </p14:cNvPr>
                <p14:cNvContentPartPr/>
                <p14:nvPr/>
              </p14:nvContentPartPr>
              <p14:xfrm>
                <a:off x="1921926" y="3204303"/>
                <a:ext cx="101160" cy="5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AC431CC-C499-2B0D-D604-D746C0E2A1B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03926" y="3186303"/>
                  <a:ext cx="1368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2E29EB1-4E55-1358-552A-801F48D2BC65}"/>
                    </a:ext>
                  </a:extLst>
                </p14:cNvPr>
                <p14:cNvContentPartPr/>
                <p14:nvPr/>
              </p14:nvContentPartPr>
              <p14:xfrm>
                <a:off x="1881606" y="3288903"/>
                <a:ext cx="225720" cy="43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2E29EB1-4E55-1358-552A-801F48D2BC6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63606" y="3271263"/>
                  <a:ext cx="26136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BC37B48-5561-4643-7C52-93E03955B6D4}"/>
                  </a:ext>
                </a:extLst>
              </p14:cNvPr>
              <p14:cNvContentPartPr/>
              <p14:nvPr/>
            </p14:nvContentPartPr>
            <p14:xfrm>
              <a:off x="2589726" y="3055623"/>
              <a:ext cx="430200" cy="3031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BC37B48-5561-4643-7C52-93E03955B6D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572086" y="3037983"/>
                <a:ext cx="46584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9BE62E9-384F-D342-C879-67F094CF17A2}"/>
                  </a:ext>
                </a:extLst>
              </p14:cNvPr>
              <p14:cNvContentPartPr/>
              <p14:nvPr/>
            </p14:nvContentPartPr>
            <p14:xfrm>
              <a:off x="3649566" y="3185583"/>
              <a:ext cx="42120" cy="18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9BE62E9-384F-D342-C879-67F094CF17A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631926" y="3167943"/>
                <a:ext cx="77760" cy="5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5640743A-3C71-8D01-9BED-CE9373797A8E}"/>
              </a:ext>
            </a:extLst>
          </p:cNvPr>
          <p:cNvGrpSpPr/>
          <p:nvPr/>
        </p:nvGrpSpPr>
        <p:grpSpPr>
          <a:xfrm>
            <a:off x="249366" y="4146783"/>
            <a:ext cx="989640" cy="421560"/>
            <a:chOff x="249366" y="4146783"/>
            <a:chExt cx="9896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AE61349-FB2F-36A4-6BCD-8F490EA634C7}"/>
                    </a:ext>
                  </a:extLst>
                </p14:cNvPr>
                <p14:cNvContentPartPr/>
                <p14:nvPr/>
              </p14:nvContentPartPr>
              <p14:xfrm>
                <a:off x="249366" y="4146783"/>
                <a:ext cx="355320" cy="421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AE61349-FB2F-36A4-6BCD-8F490EA634C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1366" y="4129143"/>
                  <a:ext cx="39096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B2C3D18-ABC8-57F0-9656-11AA5FE1275D}"/>
                    </a:ext>
                  </a:extLst>
                </p14:cNvPr>
                <p14:cNvContentPartPr/>
                <p14:nvPr/>
              </p14:nvContentPartPr>
              <p14:xfrm>
                <a:off x="715926" y="4259463"/>
                <a:ext cx="208080" cy="264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B2C3D18-ABC8-57F0-9656-11AA5FE1275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7926" y="4241823"/>
                  <a:ext cx="2437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32E1D42-3B0A-279E-05CC-6FA3B5E88747}"/>
                    </a:ext>
                  </a:extLst>
                </p14:cNvPr>
                <p14:cNvContentPartPr/>
                <p14:nvPr/>
              </p14:nvContentPartPr>
              <p14:xfrm>
                <a:off x="1199046" y="4275663"/>
                <a:ext cx="39960" cy="45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32E1D42-3B0A-279E-05CC-6FA3B5E8874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81406" y="4258023"/>
                  <a:ext cx="7560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4974820-74F7-CBFD-7C16-545F37B4966D}"/>
                  </a:ext>
                </a:extLst>
              </p14:cNvPr>
              <p14:cNvContentPartPr/>
              <p14:nvPr/>
            </p14:nvContentPartPr>
            <p14:xfrm>
              <a:off x="5266326" y="3805143"/>
              <a:ext cx="342720" cy="1785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4974820-74F7-CBFD-7C16-545F37B4966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248686" y="3787503"/>
                <a:ext cx="378360" cy="21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BEF7D777-D0C7-D549-EED4-6EE7FB5BE820}"/>
              </a:ext>
            </a:extLst>
          </p:cNvPr>
          <p:cNvGrpSpPr/>
          <p:nvPr/>
        </p:nvGrpSpPr>
        <p:grpSpPr>
          <a:xfrm>
            <a:off x="5318166" y="4233903"/>
            <a:ext cx="442800" cy="610200"/>
            <a:chOff x="5318166" y="4233903"/>
            <a:chExt cx="442800" cy="61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19B92B7-8C91-B346-E8C9-3B330CC577B0}"/>
                    </a:ext>
                  </a:extLst>
                </p14:cNvPr>
                <p14:cNvContentPartPr/>
                <p14:nvPr/>
              </p14:nvContentPartPr>
              <p14:xfrm>
                <a:off x="5318166" y="4233903"/>
                <a:ext cx="241200" cy="242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19B92B7-8C91-B346-E8C9-3B330CC577B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00526" y="4215903"/>
                  <a:ext cx="2768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F1EFEFB-2CBE-A372-7CE1-D3D36CAE8668}"/>
                    </a:ext>
                  </a:extLst>
                </p14:cNvPr>
                <p14:cNvContentPartPr/>
                <p14:nvPr/>
              </p14:nvContentPartPr>
              <p14:xfrm>
                <a:off x="5546406" y="4641423"/>
                <a:ext cx="214560" cy="202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F1EFEFB-2CBE-A372-7CE1-D3D36CAE866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528766" y="4623423"/>
                  <a:ext cx="250200" cy="23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0E138A5-D12B-E725-3B04-1124522F0745}"/>
                  </a:ext>
                </a:extLst>
              </p14:cNvPr>
              <p14:cNvContentPartPr/>
              <p14:nvPr/>
            </p14:nvContentPartPr>
            <p14:xfrm>
              <a:off x="4623726" y="5295903"/>
              <a:ext cx="186840" cy="2847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0E138A5-D12B-E725-3B04-1124522F074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605726" y="5278263"/>
                <a:ext cx="22248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45FCB05-6C73-9265-CB80-FE6123F7CFDF}"/>
                  </a:ext>
                </a:extLst>
              </p14:cNvPr>
              <p14:cNvContentPartPr/>
              <p14:nvPr/>
            </p14:nvContentPartPr>
            <p14:xfrm>
              <a:off x="5522286" y="5234703"/>
              <a:ext cx="238680" cy="3276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45FCB05-6C73-9265-CB80-FE6123F7CFD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504286" y="5216703"/>
                <a:ext cx="274320" cy="36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BEA9AB33-3EFA-6804-DFA3-6C06251EE384}"/>
              </a:ext>
            </a:extLst>
          </p:cNvPr>
          <p:cNvGrpSpPr/>
          <p:nvPr/>
        </p:nvGrpSpPr>
        <p:grpSpPr>
          <a:xfrm>
            <a:off x="4215126" y="3550983"/>
            <a:ext cx="714240" cy="2489040"/>
            <a:chOff x="4215126" y="3550983"/>
            <a:chExt cx="714240" cy="248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CC5CB75-DCDA-EBAE-3283-F40B98000696}"/>
                    </a:ext>
                  </a:extLst>
                </p14:cNvPr>
                <p14:cNvContentPartPr/>
                <p14:nvPr/>
              </p14:nvContentPartPr>
              <p14:xfrm>
                <a:off x="4558926" y="3825303"/>
                <a:ext cx="17280" cy="232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CC5CB75-DCDA-EBAE-3283-F40B9800069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41286" y="3807303"/>
                  <a:ext cx="529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2EB5D67-5F90-BC68-C1A8-DA0D59CB6CFD}"/>
                    </a:ext>
                  </a:extLst>
                </p14:cNvPr>
                <p14:cNvContentPartPr/>
                <p14:nvPr/>
              </p14:nvContentPartPr>
              <p14:xfrm>
                <a:off x="4750086" y="4333983"/>
                <a:ext cx="27720" cy="191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2EB5D67-5F90-BC68-C1A8-DA0D59CB6CF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32086" y="4315983"/>
                  <a:ext cx="63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E3249D7-E7E7-6667-617B-4E917B935F3F}"/>
                    </a:ext>
                  </a:extLst>
                </p14:cNvPr>
                <p14:cNvContentPartPr/>
                <p14:nvPr/>
              </p14:nvContentPartPr>
              <p14:xfrm>
                <a:off x="4630566" y="4755543"/>
                <a:ext cx="298800" cy="180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E3249D7-E7E7-6667-617B-4E917B935F3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12566" y="4737543"/>
                  <a:ext cx="3344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AF27C0A-A527-4A68-1873-A7C60A60442D}"/>
                    </a:ext>
                  </a:extLst>
                </p14:cNvPr>
                <p14:cNvContentPartPr/>
                <p14:nvPr/>
              </p14:nvContentPartPr>
              <p14:xfrm>
                <a:off x="4215126" y="3550983"/>
                <a:ext cx="351000" cy="2489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AF27C0A-A527-4A68-1873-A7C60A60442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97486" y="3532983"/>
                  <a:ext cx="386640" cy="252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7F69C4C-F886-7D91-5458-5F287C8E3C58}"/>
              </a:ext>
            </a:extLst>
          </p:cNvPr>
          <p:cNvGrpSpPr/>
          <p:nvPr/>
        </p:nvGrpSpPr>
        <p:grpSpPr>
          <a:xfrm>
            <a:off x="6186486" y="3546663"/>
            <a:ext cx="1682280" cy="2409120"/>
            <a:chOff x="6186486" y="3546663"/>
            <a:chExt cx="1682280" cy="240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5EE69A-A60F-1340-B704-3443ED28BEBC}"/>
                    </a:ext>
                  </a:extLst>
                </p14:cNvPr>
                <p14:cNvContentPartPr/>
                <p14:nvPr/>
              </p14:nvContentPartPr>
              <p14:xfrm>
                <a:off x="6344886" y="3753303"/>
                <a:ext cx="29880" cy="202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5EE69A-A60F-1340-B704-3443ED28BEB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326886" y="3735663"/>
                  <a:ext cx="655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E7F5645-6318-0E8B-109A-5B0A253FDB08}"/>
                    </a:ext>
                  </a:extLst>
                </p14:cNvPr>
                <p14:cNvContentPartPr/>
                <p14:nvPr/>
              </p14:nvContentPartPr>
              <p14:xfrm>
                <a:off x="6762846" y="3699663"/>
                <a:ext cx="533880" cy="185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E7F5645-6318-0E8B-109A-5B0A253FDB0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44846" y="3682023"/>
                  <a:ext cx="5695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DA63875-161E-1B29-178D-9BF86308CC79}"/>
                    </a:ext>
                  </a:extLst>
                </p14:cNvPr>
                <p14:cNvContentPartPr/>
                <p14:nvPr/>
              </p14:nvContentPartPr>
              <p14:xfrm>
                <a:off x="6250926" y="4179183"/>
                <a:ext cx="320760" cy="163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DA63875-161E-1B29-178D-9BF86308CC7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32926" y="4161543"/>
                  <a:ext cx="356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5BE3548-63B9-90E0-30FC-3A8D9D4D52F4}"/>
                    </a:ext>
                  </a:extLst>
                </p14:cNvPr>
                <p14:cNvContentPartPr/>
                <p14:nvPr/>
              </p14:nvContentPartPr>
              <p14:xfrm>
                <a:off x="7000806" y="4118343"/>
                <a:ext cx="455760" cy="181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5BE3548-63B9-90E0-30FC-3A8D9D4D52F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83166" y="4100703"/>
                  <a:ext cx="4914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E55C275-F360-E0E3-B79E-E4E47117A790}"/>
                    </a:ext>
                  </a:extLst>
                </p14:cNvPr>
                <p14:cNvContentPartPr/>
                <p14:nvPr/>
              </p14:nvContentPartPr>
              <p14:xfrm>
                <a:off x="6186486" y="4660503"/>
                <a:ext cx="213120" cy="241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E55C275-F360-E0E3-B79E-E4E47117A79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168486" y="4642863"/>
                  <a:ext cx="2487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B52A867-5952-FFF0-4B03-712C41530D60}"/>
                    </a:ext>
                  </a:extLst>
                </p14:cNvPr>
                <p14:cNvContentPartPr/>
                <p14:nvPr/>
              </p14:nvContentPartPr>
              <p14:xfrm>
                <a:off x="7104126" y="4586343"/>
                <a:ext cx="213840" cy="267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B52A867-5952-FFF0-4B03-712C41530D6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86126" y="4568703"/>
                  <a:ext cx="2494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138723A-1F3C-F6C1-1906-563ECD4B14DE}"/>
                    </a:ext>
                  </a:extLst>
                </p14:cNvPr>
                <p14:cNvContentPartPr/>
                <p14:nvPr/>
              </p14:nvContentPartPr>
              <p14:xfrm>
                <a:off x="6432006" y="5243703"/>
                <a:ext cx="153000" cy="318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138723A-1F3C-F6C1-1906-563ECD4B14D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14006" y="5226063"/>
                  <a:ext cx="1886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F704477-D3AB-6B66-9E21-D3CAE42111A2}"/>
                    </a:ext>
                  </a:extLst>
                </p14:cNvPr>
                <p14:cNvContentPartPr/>
                <p14:nvPr/>
              </p14:nvContentPartPr>
              <p14:xfrm>
                <a:off x="7064886" y="5193303"/>
                <a:ext cx="295200" cy="294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F704477-D3AB-6B66-9E21-D3CAE42111A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47246" y="5175303"/>
                  <a:ext cx="3308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8AFB89A-EC33-D05C-302B-67D1512F9180}"/>
                    </a:ext>
                  </a:extLst>
                </p14:cNvPr>
                <p14:cNvContentPartPr/>
                <p14:nvPr/>
              </p14:nvContentPartPr>
              <p14:xfrm>
                <a:off x="7342086" y="3546663"/>
                <a:ext cx="526680" cy="2409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8AFB89A-EC33-D05C-302B-67D1512F918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24086" y="3529023"/>
                  <a:ext cx="562320" cy="244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380DE9F-D431-EF7B-309F-9B34A46E740B}"/>
              </a:ext>
            </a:extLst>
          </p:cNvPr>
          <p:cNvGrpSpPr/>
          <p:nvPr/>
        </p:nvGrpSpPr>
        <p:grpSpPr>
          <a:xfrm>
            <a:off x="1883406" y="6247743"/>
            <a:ext cx="1974600" cy="395640"/>
            <a:chOff x="1883406" y="6247743"/>
            <a:chExt cx="197460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EEDDBA6-0256-8C65-8F8F-50E2D14F3DD4}"/>
                    </a:ext>
                  </a:extLst>
                </p14:cNvPr>
                <p14:cNvContentPartPr/>
                <p14:nvPr/>
              </p14:nvContentPartPr>
              <p14:xfrm>
                <a:off x="1883406" y="6247743"/>
                <a:ext cx="811080" cy="376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EEDDBA6-0256-8C65-8F8F-50E2D14F3DD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865766" y="6229743"/>
                  <a:ext cx="8467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30641EE-5ECB-A4AA-A699-EFB193BF7449}"/>
                    </a:ext>
                  </a:extLst>
                </p14:cNvPr>
                <p14:cNvContentPartPr/>
                <p14:nvPr/>
              </p14:nvContentPartPr>
              <p14:xfrm>
                <a:off x="2827326" y="6271503"/>
                <a:ext cx="89280" cy="326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30641EE-5ECB-A4AA-A699-EFB193BF744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809686" y="6253503"/>
                  <a:ext cx="1249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FB242A5-B1E8-DBFA-A29A-766A7346500F}"/>
                    </a:ext>
                  </a:extLst>
                </p14:cNvPr>
                <p14:cNvContentPartPr/>
                <p14:nvPr/>
              </p14:nvContentPartPr>
              <p14:xfrm>
                <a:off x="2860446" y="6375903"/>
                <a:ext cx="251640" cy="222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FB242A5-B1E8-DBFA-A29A-766A7346500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842806" y="6358263"/>
                  <a:ext cx="2872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4FE8651-D9C3-1C05-FC5D-CE6127409995}"/>
                    </a:ext>
                  </a:extLst>
                </p14:cNvPr>
                <p14:cNvContentPartPr/>
                <p14:nvPr/>
              </p14:nvContentPartPr>
              <p14:xfrm>
                <a:off x="3277686" y="6423063"/>
                <a:ext cx="126000" cy="55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4FE8651-D9C3-1C05-FC5D-CE612740999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259686" y="6405063"/>
                  <a:ext cx="1616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7C2A67B-7AA9-E6FC-9CC2-7895C5BF703C}"/>
                    </a:ext>
                  </a:extLst>
                </p14:cNvPr>
                <p14:cNvContentPartPr/>
                <p14:nvPr/>
              </p14:nvContentPartPr>
              <p14:xfrm>
                <a:off x="3313326" y="6513063"/>
                <a:ext cx="94320" cy="24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7C2A67B-7AA9-E6FC-9CC2-7895C5BF703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295686" y="6495423"/>
                  <a:ext cx="129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7EA42EA-906C-5957-4D64-715AEDB5D80F}"/>
                    </a:ext>
                  </a:extLst>
                </p14:cNvPr>
                <p14:cNvContentPartPr/>
                <p14:nvPr/>
              </p14:nvContentPartPr>
              <p14:xfrm>
                <a:off x="3398646" y="6260343"/>
                <a:ext cx="459360" cy="383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7EA42EA-906C-5957-4D64-715AEDB5D80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81006" y="6242703"/>
                  <a:ext cx="495000" cy="41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17809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14</Words>
  <Application>Microsoft Office PowerPoint</Application>
  <PresentationFormat>Widescreen</PresentationFormat>
  <Paragraphs>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Elementary transformation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2</cp:revision>
  <dcterms:created xsi:type="dcterms:W3CDTF">2026-02-02T10:40:38Z</dcterms:created>
  <dcterms:modified xsi:type="dcterms:W3CDTF">2026-02-04T04:03:26Z</dcterms:modified>
</cp:coreProperties>
</file>