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8" r:id="rId3"/>
    <p:sldId id="269" r:id="rId4"/>
    <p:sldId id="270" r:id="rId5"/>
    <p:sldId id="271" r:id="rId6"/>
    <p:sldId id="272" r:id="rId7"/>
    <p:sldId id="274" r:id="rId8"/>
    <p:sldId id="275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04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102 436 976 0 0,'-10'18'2618'0'0,"0"-1"-1"0"0,-18 20 0 0 0,-9 17 1426 0 0,37-54-3977 0 0,-1 0 0 0 0,1 1 0 0 0,0-1 0 0 0,0 0 0 0 0,0 1 0 0 0,-1-1 1 0 0,1 0-1 0 0,0 0 0 0 0,0 1 0 0 0,-1-1 0 0 0,1 0 0 0 0,0 0 0 0 0,-1 0 0 0 0,1 1 0 0 0,0-1 0 0 0,-1 0 0 0 0,1 0 0 0 0,0 0 0 0 0,-1 0 0 0 0,1 0 0 0 0,0 0 0 0 0,-1 0 0 0 0,1 1 0 0 0,-1-1 0 0 0,1 0 0 0 0,0 0 0 0 0,-1 0 0 0 0,1-1 1 0 0,0 1-1 0 0,-1 0 0 0 0,1 0 0 0 0,0 0 0 0 0,-1 0 0 0 0,1 0 0 0 0,0 0 0 0 0,-1 0 0 0 0,1-1 0 0 0,0 1 0 0 0,-1 0 0 0 0,1 0 0 0 0,0 0 0 0 0,-1-1 0 0 0,1 1 0 0 0,0 0 0 0 0,0 0 0 0 0,-1-1 0 0 0,1 1 0 0 0,0 0 0 0 0,0-1 1 0 0,0 1-1 0 0,-1 0 0 0 0,1-1 0 0 0,0 1 0 0 0,0 0 0 0 0,0-1 0 0 0,0 1 0 0 0,0 0 0 0 0,0-1 0 0 0,0 1 0 0 0,0 0 0 0 0,0-1 0 0 0,0 1 0 0 0,0-1 0 0 0,0 1 0 0 0,0-1 0 0 0,3-32-29 0 0,2 0 0 0 0,2 1 1 0 0,1 0-1 0 0,1 0 0 0 0,1 1 0 0 0,2 0 0 0 0,2 1 0 0 0,32-56 0 0 0,-33 67-66 0 0,1 0 1 0 0,0 0-1 0 0,1 2 0 0 0,2 0 0 0 0,31-27 0 0 0,-34 34 20 0 0,-1 0 0 0 0,2 1 0 0 0,-1 1 0 0 0,1 1 1 0 0,0 0-1 0 0,1 0 0 0 0,0 2 0 0 0,29-7 0 0 0,-31 10 26 0 0,1 0-1 0 0,0 1 1 0 0,-1 1 0 0 0,1 0 0 0 0,0 1-1 0 0,-1 1 1 0 0,1 0 0 0 0,-1 1 0 0 0,0 0 0 0 0,0 2-1 0 0,0-1 1 0 0,24 13 0 0 0,-28-12-251 0 0,-1 0 0 0 0,0 1 0 0 0,0 0 0 0 0,-1 1 0 0 0,0 0-1 0 0,0 0 1 0 0,-1 1 0 0 0,8 8 0 0 0,-11-9-420 0 0,1 0 0 0 0,-1 0 0 0 0,0 0 0 0 0,0 0 0 0 0,-1 1 0 0 0,0-1 0 0 0,0 1 0 0 0,-1 0 0 0 0,0 0 0 0 0,-1 0-1 0 0,2 10 1 0 0,-3 3-4515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04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27 1656 0 0,'-13'-26'11254'0'0,"14"41"-10344"0"0,1 0 0 0 0,1-1 0 0 0,4 18 0 0 0,3 11 145 0 0,-1 21-397 0 0,-2 0-1 0 0,-3 93 1 0 0,-21 129-221 0 0,14-250-360 0 0,2-26-147 0 0,-7 112-239 0 0,6-42-5182 0 0,4-70 2390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05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2412 0 0,'13'-39'10337'0'0,"40"160"-5490"0"0,-30-54-4422 0 0,-3 1-1 0 0,16 96 1 0 0,-34-155-413 0 0,0 5 1071 0 0,-8-21-556 0 0,4 2-511 0 0,0 0 0 0 0,1-1 0 0 0,-1 1 0 0 0,1-1-1 0 0,0 1 1 0 0,1-1 0 0 0,-1 1 0 0 0,1-9 0 0 0,6-44-41 0 0,-1 35-14 0 0,0 0 1 0 0,13-31-1 0 0,-16 47 10 0 0,1 1-1 0 0,-1-1 1 0 0,2 1-1 0 0,-1 0 1 0 0,1 0-1 0 0,0 0 1 0 0,0 0-1 0 0,0 1 1 0 0,1-1-1 0 0,0 1 1 0 0,0 1-1 0 0,9-7 1 0 0,-12 10-148 0 0,0 0 1 0 0,0 0-1 0 0,1 0 1 0 0,-1 0-1 0 0,1 1 1 0 0,-1-1-1 0 0,1 1 1 0 0,-1-1-1 0 0,1 1 1 0 0,-1 0 0 0 0,1 0-1 0 0,-1 0 1 0 0,0 1-1 0 0,1-1 1 0 0,-1 1-1 0 0,1-1 1 0 0,-1 1-1 0 0,1 0 1 0 0,-1 0 0 0 0,0 0-1 0 0,3 1 1 0 0,6 4-1438 0 0,-1 1 1 0 0,0-1 0 0 0,11 10 0 0 0,-8-6-1338 0 0,0 0-1470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07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148 927 1628 0 0,'-4'-14'5905'0'0,"-17"-23"2911"0"0,20 37-8765 0 0,1-1-1 0 0,-1 1 0 0 0,1-1 0 0 0,-1 1 0 0 0,1-1 0 0 0,-1 1 0 0 0,1 0 0 0 0,-1-1 0 0 0,1 1 0 0 0,-1 0 0 0 0,1 0 0 0 0,-1-1 0 0 0,0 1 0 0 0,1 0 0 0 0,-1 0 0 0 0,1 0 0 0 0,-1 0 0 0 0,0 0 0 0 0,1 0 0 0 0,-1 0 0 0 0,0 0 0 0 0,1 0 0 0 0,-1 0 0 0 0,1 0 0 0 0,-1 0 0 0 0,0 0 0 0 0,1 1 0 0 0,-1-1 0 0 0,1 0 0 0 0,-1 0 0 0 0,0 1 0 0 0,1-1 0 0 0,-1 0 0 0 0,1 1 0 0 0,-1 0 0 0 0,-8 8 11 0 0,0 0 0 0 0,0 1 0 0 0,2 1 0 0 0,-1-1 0 0 0,1 1 0 0 0,1 0 0 0 0,0 1 0 0 0,-6 15 0 0 0,6-12-59 0 0,1 0-1 0 0,0 1 1 0 0,1 0 0 0 0,1-1-1 0 0,1 1 1 0 0,-1 24-1 0 0,3-35 1 0 0,0 0 0 0 0,0 0-1 0 0,1 0 1 0 0,0 0 0 0 0,0 0-1 0 0,0 0 1 0 0,0 0-1 0 0,4 6 1 0 0,-4-10-2 0 0,-1 1 1 0 0,1-1-1 0 0,0 0 0 0 0,0 0 1 0 0,0 0-1 0 0,0 0 0 0 0,0 0 1 0 0,0 0-1 0 0,0 0 0 0 0,0 0 1 0 0,0 0-1 0 0,1 0 0 0 0,-1-1 1 0 0,0 1-1 0 0,1 0 0 0 0,-1-1 1 0 0,0 1-1 0 0,1-1 0 0 0,-1 1 1 0 0,1-1-1 0 0,-1 0 0 0 0,0 0 1 0 0,1 0-1 0 0,2 0 0 0 0,-4 0-5 0 0,3 0-18 0 0,-1 0 1 0 0,0 0-1 0 0,1 0 1 0 0,-1 0-1 0 0,0-1 1 0 0,1 1-1 0 0,-1-1 1 0 0,0 1-1 0 0,0-1 0 0 0,0 0 1 0 0,1 0-1 0 0,-1 0 1 0 0,0 0-1 0 0,0-1 1 0 0,3-2-1 0 0,23-23-425 0 0,-15 10 295 0 0,-2-2 1 0 0,0 1-1 0 0,-1-1 1 0 0,-1-1-1 0 0,-1 0 1 0 0,10-35-1 0 0,7-18 122 0 0,-24 72-1 0 0,-1 1-8 0 0,1 1 40 0 0,0-1 0 0 0,-1 1 0 0 0,1-1 0 0 0,-1 1 0 0 0,1-1 0 0 0,-1 1 0 0 0,1-1 0 0 0,-1 1 0 0 0,1 0 0 0 0,-1-1 1 0 0,0 1-1 0 0,1 0 0 0 0,-1-1 0 0 0,0 1 0 0 0,1 0 0 0 0,-1-1 0 0 0,0 1 0 0 0,0 0 0 0 0,0 0 0 0 0,0 1 0 0 0,4 20 59 0 0,-4-20-47 0 0,43 219 415 0 0,-43-220-423 0 0,0-1 0 0 0,0 0 0 0 0,0 0 0 0 0,0 1 0 0 0,0-1 1 0 0,0 0-1 0 0,0 0 0 0 0,0 0 0 0 0,0 1 0 0 0,1-1 0 0 0,-1 0 0 0 0,0 0 0 0 0,0 1 0 0 0,0-1 0 0 0,0 0 1 0 0,0 0-1 0 0,0 0 0 0 0,0 0 0 0 0,1 1 0 0 0,-1-1 0 0 0,0 0 0 0 0,0 0 0 0 0,0 0 0 0 0,0 0 0 0 0,1 1 0 0 0,-1-1 1 0 0,0 0-1 0 0,0 0 0 0 0,1 0 0 0 0,-1 0 0 0 0,0 0 0 0 0,0 0 0 0 0,0 0 0 0 0,1 0 0 0 0,-1 0 0 0 0,0 0 1 0 0,0 0-1 0 0,1 0 0 0 0,-1 0 0 0 0,0 0 0 0 0,0 0 0 0 0,0 0 0 0 0,1 0 0 0 0,-1 0 0 0 0,0 0 0 0 0,1 0 1 0 0,10-11 34 0 0,10-24-84 0 0,-20 32 61 0 0,33-63 17 0 0,-22 40-96 0 0,2 1-1 0 0,0 0 1 0 0,29-38 0 0 0,-40 59 32 0 0,1 0 0 0 0,-1 0 1 0 0,1 1-1 0 0,-1-1 1 0 0,1 1-1 0 0,0 0 0 0 0,1 0 1 0 0,-1 0-1 0 0,7-3 1 0 0,-8 5 25 0 0,-1 1 1 0 0,0-1 0 0 0,1 1 0 0 0,-1 0 0 0 0,1 0-1 0 0,-1-1 1 0 0,1 2 0 0 0,-1-1 0 0 0,0 0-1 0 0,1 0 1 0 0,-1 1 0 0 0,1-1 0 0 0,-1 1-1 0 0,0 0 1 0 0,1 0 0 0 0,-1 0 0 0 0,0 0-1 0 0,0 0 1 0 0,0 0 0 0 0,0 1 0 0 0,0-1-1 0 0,3 3 1 0 0,3 3 24 0 0,0 0 1 0 0,0 1-1 0 0,0 0 0 0 0,-1 1 0 0 0,-1-1 1 0 0,1 1-1 0 0,-1 1 0 0 0,-1-1 0 0 0,0 1 0 0 0,5 13 1 0 0,-3-4 139 0 0,-1 1 1 0 0,-1-1-1 0 0,0 1 1 0 0,2 30-1 0 0,-4-30 301 0 0,-3-20-456 0 0,0 0-1 0 0,0 0 1 0 0,0 0-1 0 0,0 0 1 0 0,0 0-1 0 0,0-1 1 0 0,0 1-1 0 0,0 0 1 0 0,0 0-1 0 0,0 0 1 0 0,0 0-1 0 0,0 0 1 0 0,0 0-1 0 0,0 0 0 0 0,0 0 1 0 0,0 0-1 0 0,0 0 1 0 0,1 0-1 0 0,-1 0 1 0 0,0 0-1 0 0,0 0 1 0 0,0 0-1 0 0,0 0 1 0 0,0 0-1 0 0,0 0 1 0 0,0 0-1 0 0,0 0 1 0 0,0 0-1 0 0,0 0 0 0 0,0 0 1 0 0,0 0-1 0 0,0 0 1 0 0,1 0-1 0 0,-1 0 1 0 0,0 0-1 0 0,0 0 1 0 0,0 0-1 0 0,0 0 1 0 0,0 0-1 0 0,0 0 1 0 0,0 0-1 0 0,0 0 1 0 0,0 0-1 0 0,0 0 0 0 0,0 0 1 0 0,0 0-1 0 0,0 0 1 0 0,0 0-1 0 0,1 0 1 0 0,-1 0-1 0 0,0 0 1 0 0,0 0-1 0 0,0 0 1 0 0,0 0-1 0 0,0 0 1 0 0,5-32 108 0 0,-1 7-122 0 0,2 3-43 0 0,1 0-1 0 0,0 0 1 0 0,2 0-1 0 0,1 1 1 0 0,0 1 0 0 0,2-1-1 0 0,0 2 1 0 0,1 0-1 0 0,25-29 1 0 0,-37 47 47 0 0,0 0 0 0 0,0 0 0 0 0,0 0 0 0 0,0 0 0 0 0,0 0-1 0 0,1 0 1 0 0,-1 0 0 0 0,0 0 0 0 0,0 0 0 0 0,1 0 0 0 0,-1 1 0 0 0,1-1 0 0 0,-1 1 0 0 0,0-1 0 0 0,1 1 0 0 0,-1-1-1 0 0,1 1 1 0 0,-1 0 0 0 0,1 0 0 0 0,-1 0 0 0 0,1 0 0 0 0,-1 0 0 0 0,1 0 0 0 0,-1 0 0 0 0,1 0 0 0 0,-1 0 0 0 0,1 1-1 0 0,-1-1 1 0 0,1 1 0 0 0,-1-1 0 0 0,1 1 0 0 0,-1-1 0 0 0,0 1 0 0 0,1 0 0 0 0,-1 0 0 0 0,0 0 0 0 0,0 0 0 0 0,1 0 0 0 0,-1 0-1 0 0,0 0 1 0 0,0 0 0 0 0,0 0 0 0 0,0 0 0 0 0,-1 1 0 0 0,2 1 0 0 0,3 4 22 0 0,-1 1-1 0 0,0-1 1 0 0,-1 1 0 0 0,0 0 0 0 0,0-1 0 0 0,3 15-1 0 0,9 86 139 0 0,-7-42-85 0 0,-8-63-64 0 0,0 0 0 0 0,0 0 0 0 0,1 0 1 0 0,-1-1-1 0 0,1 1 0 0 0,0 0 0 0 0,0-1 0 0 0,0 1 0 0 0,0 0 0 0 0,0-1 0 0 0,0 0 1 0 0,1 1-1 0 0,-1-1 0 0 0,1 0 0 0 0,0 1 0 0 0,0-1 0 0 0,0 0 0 0 0,0 0 1 0 0,3 2-1 0 0,-3-4-2 0 0,0 1 0 0 0,1-1 0 0 0,-1 0 0 0 0,0 0 0 0 0,1 0 0 0 0,-1 0 0 0 0,0 0 0 0 0,0 0 0 0 0,1-1 0 0 0,-1 1 0 0 0,0-1 0 0 0,0 1 0 0 0,0-1 0 0 0,0 0 0 0 0,1 0 0 0 0,1-1 0 0 0,11-6-52 0 0,0 0 1 0 0,-1-1-1 0 0,0-1 0 0 0,-1 0 1 0 0,21-19-1 0 0,-14 9-61 0 0,-1-2-1 0 0,26-34 0 0 0,-35 40 78 0 0,0 0 0 0 0,9-21 0 0 0,-15 30 48 0 0,-1-1 0 0 0,-1 1-1 0 0,1-1 1 0 0,-1 0 0 0 0,0 0 0 0 0,-1 1-1 0 0,1-14 1 0 0,-2 20-9 0 0,0-1-1 0 0,0 0 1 0 0,0 0-1 0 0,0 1 1 0 0,-1-1 0 0 0,1 0-1 0 0,0 1 1 0 0,-1-1-1 0 0,1 0 1 0 0,-1 1 0 0 0,0-1-1 0 0,0 0 1 0 0,1 1-1 0 0,-1-1 1 0 0,0 1 0 0 0,-2-2-1 0 0,3 2-5 0 0,-1 1-1 0 0,0-1 1 0 0,0 0 0 0 0,0 1-1 0 0,0-1 1 0 0,0 1-1 0 0,0-1 1 0 0,1 1 0 0 0,-1 0-1 0 0,0-1 1 0 0,0 1-1 0 0,0 0 1 0 0,-1 0 0 0 0,1 0-1 0 0,0 0 1 0 0,0 0-1 0 0,0 0 1 0 0,0 0-1 0 0,0 0 1 0 0,-1 0 0 0 0,0 1-5 0 0,-1-1-1 0 0,1 1 1 0 0,0 0 0 0 0,0 0 0 0 0,0 0 0 0 0,-1 0 0 0 0,1 1 0 0 0,0-1 0 0 0,0 1-1 0 0,1-1 1 0 0,-1 1 0 0 0,0-1 0 0 0,1 1 0 0 0,-1 0 0 0 0,0 0 0 0 0,1 0 0 0 0,0 0 0 0 0,0 0-1 0 0,-1 0 1 0 0,1 0 0 0 0,0 1 0 0 0,0 1 0 0 0,-1 4 1 0 0,0 1 1 0 0,0-1-1 0 0,1 0 1 0 0,0 0-1 0 0,1 1 1 0 0,0-1-1 0 0,0 0 0 0 0,1 1 1 0 0,0-1-1 0 0,2 8 1 0 0,3 6-5 0 0,1 0 1 0 0,13 26-1 0 0,-10-24 15 0 0,12 41 1 0 0,-21-60 38 0 0,0 0-1 0 0,0 1 1 0 0,-1-1 0 0 0,1 0 0 0 0,-1 0 0 0 0,-1 1 0 0 0,1-1 0 0 0,-1 0 0 0 0,0 0 0 0 0,0 0 0 0 0,0 0 0 0 0,-1 0 0 0 0,0 0 0 0 0,0 0 0 0 0,0 0-1 0 0,-1 0 1 0 0,1-1 0 0 0,-1 0 0 0 0,0 1 0 0 0,0-1 0 0 0,-1 0 0 0 0,-6 7 0 0 0,2-4 24 0 0,0-1 0 0 0,0 0 0 0 0,-1 0 0 0 0,1-1 0 0 0,-1 0 0 0 0,0 0 0 0 0,-1-1 0 0 0,1 0 0 0 0,-1 0 0 0 0,-16 2 0 0 0,25-5-71 0 0,0-1 0 0 0,0 0 0 0 0,0 1 0 0 0,0-1 0 0 0,0 0 0 0 0,0 0 0 0 0,0 0 0 0 0,0 0 0 0 0,0 0 0 0 0,0 0 0 0 0,0 0 0 0 0,-1 0 0 0 0,1-1 0 0 0,0 1 0 0 0,0 0 0 0 0,0 0 0 0 0,0-1 0 0 0,1 1 0 0 0,-1-1 0 0 0,0 1 0 0 0,0-1 0 0 0,0 0 0 0 0,0 1 0 0 0,0-1 0 0 0,0 0 0 0 0,0-1-17 0 0,0 1 1 0 0,1 0 0 0 0,-1-1 0 0 0,1 1 0 0 0,-1-1 0 0 0,1 1 0 0 0,0-1 0 0 0,0 1-1 0 0,-1-1 1 0 0,1 1 0 0 0,0-1 0 0 0,0 1 0 0 0,1-1 0 0 0,-1 1 0 0 0,0-3-1 0 0,2-3-103 0 0,0 0-1 0 0,0 0 0 0 0,1 0 0 0 0,0 1 0 0 0,6-13 0 0 0,29-33-975 0 0,3 1-1 0 0,79-78 1 0 0,-22 26-324 0 0,-34 29 238 0 0,73-108 0 0 0,-109 139 947 0 0,-2-1 1 0 0,-2-2-1 0 0,-2 0 0 0 0,21-65 1 0 0,-37 90 422 0 0,0 0 0 0 0,-2-1 0 0 0,0 1 0 0 0,-2-1 0 0 0,0-31 0 0 0,-2 39 180 0 0,-1 1-1 0 0,0-1 1 0 0,-1 1 0 0 0,-1-1 0 0 0,0 1 0 0 0,-1 0 0 0 0,0 0 0 0 0,-1 0 0 0 0,-12-22 0 0 0,17 34-353 0 0,-1 1 1 0 0,1-1-1 0 0,0 0 1 0 0,-1 1-1 0 0,1-1 0 0 0,-1 0 1 0 0,1 1-1 0 0,-1-1 1 0 0,1 1-1 0 0,-1-1 1 0 0,1 1-1 0 0,-1-1 1 0 0,1 1-1 0 0,-1-1 0 0 0,0 1 1 0 0,1-1-1 0 0,-1 1 1 0 0,0 0-1 0 0,1-1 1 0 0,-1 1-1 0 0,0 0 1 0 0,1 0-1 0 0,-1 0 0 0 0,0-1 1 0 0,0 1-1 0 0,1 0 1 0 0,-1 0-1 0 0,-1 0 1 0 0,1 1-5 0 0,0-1 1 0 0,0 1-1 0 0,0 0 1 0 0,0-1-1 0 0,0 1 1 0 0,0 0-1 0 0,0 0 1 0 0,0-1 0 0 0,0 1-1 0 0,0 0 1 0 0,0 0-1 0 0,0 0 1 0 0,0 0-1 0 0,0 2 1 0 0,-4 5 45 0 0,2 0 0 0 0,-1 0 0 0 0,-3 13-1 0 0,-4 19 235 0 0,1 2 0 0 0,3-1-1 0 0,-2 45 1 0 0,1 129 753 0 0,8-188-905 0 0,56 1697 3846 0 0,-54-1668-3880 0 0,-1-23-25 0 0,10 64 0 0 0,-11-96-78 0 0,0-1 0 0 0,0 1 0 0 0,0 0 0 0 0,0 0 0 0 0,1 0 0 0 0,-1-1 0 0 0,0 1 0 0 0,0 0 0 0 0,1 0 0 0 0,-1-1 0 0 0,0 1 0 0 0,1 0 0 0 0,-1-1 0 0 0,1 1 0 0 0,-1 0 0 0 0,1-1 0 0 0,-1 1 0 0 0,1-1 0 0 0,0 1 0 0 0,-1-1-1 0 0,1 1 1 0 0,-1-1 0 0 0,1 1 0 0 0,0-1 0 0 0,0 0 0 0 0,-1 1 0 0 0,1-1 0 0 0,0 0 0 0 0,0 0 0 0 0,1 1 0 0 0,0-1-2 0 0,0-1 1 0 0,0 1-1 0 0,-1 0 0 0 0,1-1 1 0 0,0 0-1 0 0,0 1 1 0 0,0-1-1 0 0,-1 0 0 0 0,1 0 1 0 0,0 0-1 0 0,-1 0 0 0 0,3-2 1 0 0,5-4-2 0 0,-1-1 1 0 0,0 1-1 0 0,9-13 1 0 0,3-5-3 0 0,-2-1 1 0 0,-1 0 0 0 0,-1-1-1 0 0,-1-1 1 0 0,-1 0 0 0 0,14-46-1 0 0,-22 56 5 0 0,-2 1 1 0 0,0-1-1 0 0,-1 0 0 0 0,-1 0 0 0 0,-1 0 1 0 0,0 0-1 0 0,-2 0 0 0 0,0-1 0 0 0,0 1 1 0 0,-2 0-1 0 0,0 0 0 0 0,-11-29 0 0 0,7 26-11 0 0,-2 2 0 0 0,-1-1 0 0 0,0 1 0 0 0,-1 1 1 0 0,-1 0-1 0 0,-1 0 0 0 0,-1 1 0 0 0,0 1 0 0 0,-1 1 0 0 0,-26-22 0 0 0,-12-3-32 0 0,-2 2 1 0 0,-64-33-1 0 0,42 26-14 0 0,74 43 51 0 0,-4-2-189 0 0,0 0-1 0 0,0 0 1 0 0,1-1-1 0 0,-1 0 1 0 0,-6-7-1 0 0,12 10 81 0 0,-1 0-1 0 0,1 0 0 0 0,0 0 0 0 0,0 1 0 0 0,0-1 0 0 0,0 0 0 0 0,0 0 0 0 0,0-1 1 0 0,0 1-1 0 0,1 0 0 0 0,-1 0 0 0 0,1 0 0 0 0,-1 0 0 0 0,1-1 0 0 0,0 1 0 0 0,0 0 1 0 0,0 0-1 0 0,0-1 0 0 0,0 1 0 0 0,1 0 0 0 0,-1 0 0 0 0,1 0 0 0 0,1-4 0 0 0,2-4-320 0 0,0 1-1 0 0,1 0 1 0 0,0 0 0 0 0,0 1-1 0 0,1-1 1 0 0,0 1-1 0 0,12-11 1 0 0,57-49-2162 0 0,-58 54 2043 0 0,142-106-3370 0 0,-18 16 2444 0 0,-54 27 4301 0 0,-79 68-1380 0 0,1-1-1 0 0,-2 1 1 0 0,9-13 0 0 0,-16 21-1071 0 0,6-2 438 0 0,-7 6-235 0 0,-1 3-421 0 0,-8 22 483 0 0,-14 60 1 0 0,22-78-605 0 0,0 1 0 0 0,1 0 0 0 0,0 0-1 0 0,1 0 1 0 0,0 0 0 0 0,1-1 0 0 0,0 1 0 0 0,0 0 0 0 0,5 14 0 0 0,-5-22-17 0 0,0 0 0 0 0,0 0 0 0 0,0 0 1 0 0,1 0-1 0 0,-1-1 0 0 0,1 1 0 0 0,0 0 1 0 0,0-1-1 0 0,0 1 0 0 0,0-1 0 0 0,0 1 0 0 0,0-1 1 0 0,1 0-1 0 0,-1 0 0 0 0,1 0 0 0 0,0-1 1 0 0,-1 1-1 0 0,7 2 0 0 0,-5-2 4 0 0,1-1 0 0 0,0 0 0 0 0,-1 0 0 0 0,1-1-1 0 0,0 1 1 0 0,0-1 0 0 0,-1 0 0 0 0,1 0 0 0 0,0-1 0 0 0,0 1 0 0 0,7-3 0 0 0,-2 0 3 0 0,0 0 1 0 0,0-1 0 0 0,-1 0-1 0 0,0 0 1 0 0,1-1 0 0 0,-1 0-1 0 0,-1-1 1 0 0,1 0 0 0 0,-1 0-1 0 0,0-1 1 0 0,8-9 0 0 0,-9 8-16 0 0,-1-1 0 0 0,0 0 0 0 0,-1 0 0 0 0,0 0 0 0 0,0-1 0 0 0,-1 0 0 0 0,0 0 0 0 0,-1 0 0 0 0,0 0 0 0 0,-1 0 0 0 0,0-1 0 0 0,1-12 0 0 0,-3 18-10 0 0,0 0 1 0 0,0 0-1 0 0,0 0 1 0 0,0 0-1 0 0,-1 0 1 0 0,0 0-1 0 0,0 0 1 0 0,0 0-1 0 0,0 0 1 0 0,-1 0-1 0 0,0 0 1 0 0,0 1-1 0 0,0-1 1 0 0,-1 1-1 0 0,0-1 1 0 0,0 1 0 0 0,0 0-1 0 0,0 0 1 0 0,0 0-1 0 0,-1 1 1 0 0,0-1-1 0 0,1 1 1 0 0,-1 0-1 0 0,-1 0 1 0 0,1 0-1 0 0,0 1 1 0 0,-7-4-1 0 0,5 4-5 0 0,0 0 0 0 0,0 0 0 0 0,0 0 0 0 0,0 0 0 0 0,0 1 0 0 0,0 0 1 0 0,0 1-1 0 0,-1-1 0 0 0,1 1 0 0 0,0 1 0 0 0,-1-1 0 0 0,1 1 0 0 0,0 0 0 0 0,0 0 0 0 0,0 1 0 0 0,0-1 0 0 0,0 1 0 0 0,0 1 0 0 0,0-1 0 0 0,0 1 0 0 0,1 0 0 0 0,-8 6 0 0 0,1 10-68 0 0,11-18 74 0 0,1 0-1 0 0,-1-1 1 0 0,1 1 0 0 0,-1 0 0 0 0,1 0 0 0 0,0-1-1 0 0,0 1 1 0 0,-1 0 0 0 0,1 0 0 0 0,0 0-1 0 0,0 0 1 0 0,0-1 0 0 0,0 1 0 0 0,0 0-1 0 0,0 0 1 0 0,0 0 0 0 0,0 0 0 0 0,0 0-1 0 0,0-1 1 0 0,1 1 0 0 0,-1 0 0 0 0,0 0-1 0 0,0 0 1 0 0,1 0 0 0 0,0 0 0 0 0,1 1 1 0 0,1 0 0 0 0,0 0 1 0 0,0 0-1 0 0,-1-1 0 0 0,1 1 1 0 0,0-1-1 0 0,0 0 0 0 0,1 0 0 0 0,-1 0 1 0 0,0 0-1 0 0,0 0 0 0 0,0-1 1 0 0,1 0-1 0 0,-1 1 0 0 0,6-2 0 0 0,0 0-16 0 0,0 0 0 0 0,-1-1-1 0 0,17-5 1 0 0,-13 3 5 0 0,65-23-57 0 0,-53 18 6 0 0,1 0-1 0 0,0 1 1 0 0,0 2-1 0 0,32-5 1 0 0,-50 11 57 0 0,1-1 0 0 0,-1 1 1 0 0,1 0-1 0 0,-1 1 0 0 0,1 0 0 0 0,0 0 1 0 0,-1 1-1 0 0,0 0 0 0 0,1 0 1 0 0,-1 1-1 0 0,0-1 0 0 0,0 2 1 0 0,-1-1-1 0 0,1 1 0 0 0,-1 0 1 0 0,1 0-1 0 0,-1 1 0 0 0,0 0 1 0 0,5 5-1 0 0,-8-6 66 0 0,-1-1 1 0 0,1 1-1 0 0,-1 0 0 0 0,1 0 1 0 0,-1 0-1 0 0,0 0 0 0 0,0 1 1 0 0,-1-1-1 0 0,1 0 0 0 0,-1 1 0 0 0,0-1 1 0 0,-1 1-1 0 0,1 0 0 0 0,-1-1 1 0 0,1 1-1 0 0,-1 0 0 0 0,-1-1 1 0 0,1 1-1 0 0,-2 6 0 0 0,1-4 98 0 0,0 0-1 0 0,-1-1 0 0 0,0 1 1 0 0,-1 0-1 0 0,1 0 1 0 0,-1-1-1 0 0,0 1 0 0 0,-1-1 1 0 0,1 0-1 0 0,-1 0 1 0 0,-9 9-1 0 0,12-13-87 0 0,-1-1 1 0 0,0 1-1 0 0,1-1 0 0 0,-1 1 1 0 0,0-1-1 0 0,0 0 0 0 0,0 0 1 0 0,0 0-1 0 0,0 0 0 0 0,0 0 1 0 0,0 0-1 0 0,-5 1 0 0 0,6-2-46 0 0,0 0-1 0 0,0 0 0 0 0,-1 0 1 0 0,1 0-1 0 0,0 0 0 0 0,0-1 1 0 0,-1 1-1 0 0,1 0 0 0 0,0-1 1 0 0,0 1-1 0 0,-1 0 0 0 0,1-1 1 0 0,0 1-1 0 0,0-1 0 0 0,0 0 1 0 0,0 1-1 0 0,-2-2 0 0 0,2 0-32 0 0,-1 0 0 0 0,0 0-1 0 0,1 0 1 0 0,-1 0-1 0 0,1-1 1 0 0,-1 1-1 0 0,1 0 1 0 0,0-1-1 0 0,0 1 1 0 0,0-1-1 0 0,1 1 1 0 0,-1-1-1 0 0,0 1 1 0 0,1-1-1 0 0,0 1 1 0 0,0-1-1 0 0,0 0 1 0 0,0 1-1 0 0,0-1 1 0 0,0-2-1 0 0,3-7-401 0 0,0 0 1 0 0,0 0-1 0 0,1 1 0 0 0,1-1 0 0 0,0 1 0 0 0,0 0 0 0 0,1 1 0 0 0,0-1 0 0 0,1 1 0 0 0,8-9 0 0 0,15-16-2610 0 0,43-39 0 0 0,-58 60 2211 0 0,35-35-4117 0 0,-25 25 799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08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1 700 0 0,'-2'2'7729'0'0,"-1"2"-7306"0"0,0 0-1 0 0,0 0 1 0 0,0 1-1 0 0,0-1 1 0 0,1 1-1 0 0,0 0 0 0 0,0 0 1 0 0,0-1-1 0 0,1 1 1 0 0,-2 10-1 0 0,-7 58 2548 0 0,8-45-2303 0 0,-1 23 102 0 0,3 0 1 0 0,2 0-1 0 0,13 80 0 0 0,-5-83 44 0 0,0-65-733 0 0,-3-12-265 0 0,1 0 0 0 0,0 1 0 0 0,3 0-1 0 0,22-45 1 0 0,-32 72 171 0 0,0-1 0 0 0,0 1 0 0 0,0-1 0 0 0,1 1 0 0 0,-1 0 0 0 0,0 0 0 0 0,1 0-1 0 0,-1 0 1 0 0,0 0 0 0 0,1 0 0 0 0,-1 0 0 0 0,1 0 0 0 0,0 0 0 0 0,1 0 0 0 0,0 0-20 0 0,0 1 7 0 0,0 1 23 0 0,0-1-1 0 0,0 1 1 0 0,0-1 0 0 0,0 1-1 0 0,0 0 1 0 0,-1 1-1 0 0,1-1 1 0 0,0 0 0 0 0,0 1-1 0 0,-1-1 1 0 0,1 1 0 0 0,-1 0-1 0 0,3 3 1 0 0,0 0 2 0 0,0 0 0 0 0,-1 0-1 0 0,1 1 1 0 0,-1 0 0 0 0,5 9 0 0 0,-2 0 100 0 0,-1 1 0 0 0,0-1 0 0 0,-1 1 0 0 0,5 21 0 0 0,-10-35-11 0 0,-2-4-91 0 0,0-2-2 0 0,0 0-1 0 0,0 0 0 0 0,0 0 0 0 0,1 0 0 0 0,0 0 0 0 0,-1-1 0 0 0,1 1 0 0 0,1 0 0 0 0,-1-1 1 0 0,1 1-1 0 0,0-9 0 0 0,0-5-44 0 0,4-31 0 0 0,-1 32 16 0 0,1 0 0 0 0,0 0 0 0 0,1 0 0 0 0,10-24 0 0 0,-12 35 17 0 0,0 1 0 0 0,0-1 0 0 0,0 0 0 0 0,0 1 0 0 0,1 0 0 0 0,0 0 0 0 0,0 0 0 0 0,1 0 0 0 0,-1 1 0 0 0,1-1 0 0 0,0 1 0 0 0,0 0 0 0 0,1 1 0 0 0,-1-1 0 0 0,7-2 0 0 0,-10 5 14 0 0,0 0 1 0 0,0 1-1 0 0,0-1 0 0 0,0 1 1 0 0,0-1-1 0 0,0 1 0 0 0,0 0 1 0 0,0 0-1 0 0,0 0 0 0 0,1 0 1 0 0,-1 0-1 0 0,0 0 0 0 0,0 1 1 0 0,0-1-1 0 0,0 1 0 0 0,0-1 1 0 0,0 1-1 0 0,2 1 0 0 0,-1 0 13 0 0,0 0 1 0 0,0 0-1 0 0,0 0 0 0 0,0 0 0 0 0,-1 1 0 0 0,1-1 0 0 0,-1 1 0 0 0,0 0 0 0 0,4 5 0 0 0,-1 1 63 0 0,-1-1-1 0 0,0 1 0 0 0,0-1 0 0 0,-1 1 0 0 0,0 0 0 0 0,3 19 0 0 0,-4-2 54 0 0,-1 0 1 0 0,-1 0-1 0 0,-4 26 1 0 0,0 21-56 0 0,4-72-153 0 0,0 0 1 0 0,0-1-1 0 0,0 1 1 0 0,0 0-1 0 0,0-1 1 0 0,0 1-1 0 0,0-1 0 0 0,0 1 1 0 0,0 0-1 0 0,0-1 1 0 0,0 1-1 0 0,1-1 1 0 0,-1 1-1 0 0,0 0 1 0 0,0-1-1 0 0,1 1 0 0 0,-1-1 1 0 0,0 1-1 0 0,1-1 1 0 0,-1 1-1 0 0,0-1 1 0 0,1 1-1 0 0,-1-1 0 0 0,1 1 1 0 0,-1-1-1 0 0,1 0 1 0 0,-1 1-1 0 0,1-1 1 0 0,-1 0-1 0 0,1 1 1 0 0,-1-1-1 0 0,1 0 0 0 0,0 0 1 0 0,-1 1-1 0 0,1-1 1 0 0,-1 0-1 0 0,1 0 1 0 0,0 0-1 0 0,-1 0 1 0 0,1 0-1 0 0,0 0 0 0 0,-1 0 1 0 0,1 0-1 0 0,-1 0 1 0 0,1 0-1 0 0,0 0 1 0 0,-1-1-1 0 0,1 1 1 0 0,-1 0-1 0 0,1 0 0 0 0,0 0 1 0 0,-1-1-1 0 0,2 0 1 0 0,2-1-1183 0 0,0 0 0 0 0,0 0 0 0 0,0 0 0 0 0,0-1-1 0 0,4-3 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08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36 1992 0 0,'-4'-36'12158'0'0,"2"41"-11917"0"0,0 0 0 0 0,0-1 0 0 0,1 1-1 0 0,0 0 1 0 0,0 0 0 0 0,0 0 0 0 0,1 0 0 0 0,0 6 0 0 0,-3 13 256 0 0,-4 36 142 0 0,0 71 1 0 0,6-97-543 0 0,0-5-386 0 0,0 62 499 0 0,5-47-3117 0 0,7-4-4609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09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37 316 0 0,'26'-33'10398'0'0,"-26"33"-10321"0"0,0 0 1 0 0,1-1-1 0 0,-1 1 0 0 0,0 0 0 0 0,1 0 0 0 0,-1-1 1 0 0,0 1-1 0 0,0 0 0 0 0,1 0 0 0 0,-1-1 0 0 0,1 1 0 0 0,-1 0 1 0 0,0 0-1 0 0,1 0 0 0 0,-1 0 0 0 0,0 0 0 0 0,1 0 1 0 0,-1 0-1 0 0,1-1 0 0 0,-1 1 0 0 0,0 0 0 0 0,1 0 0 0 0,-1 0 1 0 0,1 1-1 0 0,-1-1 0 0 0,0 0 0 0 0,1 0 0 0 0,-1 0 0 0 0,1 0 1 0 0,-1 0-1 0 0,0 0 0 0 0,1 0 0 0 0,-1 1 0 0 0,0-1 1 0 0,1 0-1 0 0,-1 0 0 0 0,0 1 0 0 0,1-1 0 0 0,-1 0 0 0 0,0 0 1 0 0,0 1-1 0 0,1-1 0 0 0,-1 0 0 0 0,0 1 0 0 0,0-1 0 0 0,0 0 1 0 0,1 1-1 0 0,-1 0 0 0 0,5 15 536 0 0,0 0 0 0 0,-2 0 1 0 0,0 1-1 0 0,2 23 0 0 0,-3 71 25 0 0,-2-86-462 0 0,-3 74 874 0 0,4-111-1048 0 0,1-1-1 0 0,0 1 1 0 0,1 1-1 0 0,0-1 1 0 0,8-17-1 0 0,-5 11-11 0 0,4-8-36 0 0,1 0-1 0 0,26-44 1 0 0,-29 56-5 0 0,2 0 0 0 0,0 1 0 0 0,0 0 1 0 0,2 0-1 0 0,-1 1 0 0 0,15-11 0 0 0,-25 23 47 0 0,0-1-1 0 0,0 0 0 0 0,0 0 1 0 0,1 0-1 0 0,-1 1 0 0 0,0-1 0 0 0,0 0 1 0 0,1 1-1 0 0,-1 0 0 0 0,0-1 0 0 0,1 1 1 0 0,-1 0-1 0 0,1-1 0 0 0,-1 1 1 0 0,0 0-1 0 0,1 0 0 0 0,-1 0 0 0 0,1 0 1 0 0,-1 0-1 0 0,1 1 0 0 0,-1-1 0 0 0,3 1 1 0 0,-2 0 18 0 0,-1 0 0 0 0,1 0 0 0 0,0 0 0 0 0,0 0 0 0 0,-1 1 0 0 0,1-1 0 0 0,-1 0 0 0 0,1 1 0 0 0,-1-1 0 0 0,0 1 0 0 0,0 0 0 0 0,1-1 0 0 0,-1 1 0 0 0,0 0 0 0 0,1 4 0 0 0,4 11 179 0 0,-1 1 0 0 0,-1 0-1 0 0,0 0 1 0 0,-1 0-1 0 0,0 35 1 0 0,-2-33-130 0 0,1 0 1 0 0,0 0-1 0 0,1 0 0 0 0,10 30 1 0 0,-12-48-56 0 0,-1 0 1 0 0,1-1 0 0 0,0 1-1 0 0,0 0 1 0 0,0-1-1 0 0,0 1 1 0 0,1-1 0 0 0,-1 1-1 0 0,0-1 1 0 0,1 0 0 0 0,-1 1-1 0 0,1-1 1 0 0,-1 0 0 0 0,1 0-1 0 0,0 0 1 0 0,-1 0 0 0 0,1 0-1 0 0,0-1 1 0 0,0 1 0 0 0,-1 0-1 0 0,1-1 1 0 0,0 1 0 0 0,0-1-1 0 0,0 0 1 0 0,0 0 0 0 0,0 1-1 0 0,0-1 1 0 0,0-1 0 0 0,-1 1-1 0 0,1 0 1 0 0,0 0 0 0 0,0-1-1 0 0,3 0 1 0 0,3-1-148 0 0,0 0 0 0 0,-1-1 1 0 0,1 0-1 0 0,-1 0 0 0 0,0-1 1 0 0,13-8-1 0 0,-11 5-494 0 0,-1 1 1 0 0,0-2-1 0 0,0 0 0 0 0,-1 0 1 0 0,0 0-1 0 0,0 0 1 0 0,10-19-1 0 0,-11 17-1162 0 0,-1-1 0 0 0,0-1 1 0 0,7-21-1 0 0,-5 4-3403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09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9 2012 0 0,'-44'-3'3376'0'0,"-119"-3"6325"0"0,163 7-9725 0 0,1-1-1 0 0,-1 0 1 0 0,0 0 0 0 0,0 0 0 0 0,1 0 0 0 0,-1 0-1 0 0,0 0 1 0 0,1 0 0 0 0,-1 0 0 0 0,0 1 0 0 0,0-1 0 0 0,1 0-1 0 0,-1 0 1 0 0,0 0 0 0 0,0 1 0 0 0,1-1 0 0 0,-1 0 0 0 0,0 0-1 0 0,0 1 1 0 0,0-1 0 0 0,1 0 0 0 0,-1 0 0 0 0,0 1-1 0 0,0-1 1 0 0,0 0 0 0 0,0 1 0 0 0,0-1 0 0 0,0 0 0 0 0,0 1-1 0 0,0-1 1 0 0,0 0 0 0 0,0 1 0 0 0,0-1 0 0 0,0 0 0 0 0,0 0-1 0 0,0 1 1 0 0,0-1 0 0 0,0 0 0 0 0,0 1 0 0 0,0-1-1 0 0,0 0 1 0 0,0 1 0 0 0,0-1 0 0 0,-1 0 0 0 0,1 0 0 0 0,0 1-1 0 0,0-1 1 0 0,0 0 0 0 0,0 0 0 0 0,-1 1 0 0 0,1-1 0 0 0,0 0-1 0 0,0 0 1 0 0,-1 1 0 0 0,1-1 0 0 0,0 0 0 0 0,0 0-1 0 0,-1 0 1 0 0,1 0 0 0 0,0 0 0 0 0,-1 1 0 0 0,1-1 0 0 0,0 0-1 0 0,-1 0 1 0 0,11 2-1536 0 0,1-1 0 0 0,-1 1 0 0 0,14-1 0 0 0,1-3-3313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09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23 304 0 0,'18'-21'12085'0'0,"-17"20"-11711"0"0,0 0 0 0 0,6 4 2355 0 0,-7-3-2617 0 0,0 0 0 0 0,1 0 0 0 0,-1 1 0 0 0,0-1 1 0 0,0 0-1 0 0,0 1 0 0 0,0-1 0 0 0,0 0 0 0 0,0 0 0 0 0,0 1 0 0 0,0-1 0 0 0,0 38 2042 0 0,-11 191-40 0 0,9-131-1852 0 0,-1-27-207 0 0,-2 27-159 0 0,4 0 0 0 0,16 119-1 0 0,-13-203-659 0 0,0 0 0 0 0,1 1 1 0 0,7 16-1 0 0,-9-27 143 0 0,1 0 1 0 0,0 0 0 0 0,0-1 0 0 0,0 1 0 0 0,0 0 0 0 0,1-1 0 0 0,-1 0 0 0 0,1 1-1 0 0,0-1 1 0 0,0 0 0 0 0,0 0 0 0 0,0-1 0 0 0,0 1 0 0 0,1-1 0 0 0,5 4-1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0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63 1272 0 0,'14'-56'15140'0'0,"-14"49"-12880"0"0,-3 11-2086 0 0,0 1 1 0 0,0 0-1 0 0,0 0 1 0 0,0 0 0 0 0,1 0-1 0 0,-1 0 1 0 0,1 1-1 0 0,1-1 1 0 0,-3 9-1 0 0,-6 53 277 0 0,8-50-363 0 0,1 0-1 0 0,0-1 1 0 0,1 1 0 0 0,4 24-1 0 0,-3-37-70 0 0,-1-1 0 0 0,1 1 0 0 0,0 0-1 0 0,0-1 1 0 0,0 1 0 0 0,1-1 0 0 0,-1 0-1 0 0,1 1 1 0 0,0-1 0 0 0,0 0 0 0 0,0 0-1 0 0,0 0 1 0 0,0 0 0 0 0,1 0 0 0 0,-1-1-1 0 0,1 1 1 0 0,0-1 0 0 0,0 0 0 0 0,0 1-1 0 0,0-1 1 0 0,0-1 0 0 0,0 1 0 0 0,0 0-1 0 0,1-1 1 0 0,-1 0 0 0 0,7 2 0 0 0,3-1 4 0 0,0-1 1 0 0,1 0 0 0 0,-1-1 0 0 0,0 0-1 0 0,0-1 1 0 0,0-1 0 0 0,0 0 0 0 0,0 0 0 0 0,15-6-1 0 0,-11 2 9 0 0,-1 0 0 0 0,1-1 0 0 0,-1 0 0 0 0,-1-2 0 0 0,0 0 0 0 0,20-15-1 0 0,-30 21-16 0 0,0-1-1 0 0,-1 0 0 0 0,0-1 1 0 0,0 1-1 0 0,0-1 1 0 0,0 0-1 0 0,-1 1 0 0 0,1-2 1 0 0,-1 1-1 0 0,3-8 0 0 0,-6 11-9 0 0,1 0-1 0 0,0-1 1 0 0,-1 1-1 0 0,1-1 1 0 0,-1 1-1 0 0,0-1 1 0 0,0 0-1 0 0,0 1 1 0 0,0-1-1 0 0,0 1 1 0 0,-1-1-1 0 0,1 1 1 0 0,-1-1-1 0 0,1 1 1 0 0,-1-1-1 0 0,0 1 1 0 0,0 0-1 0 0,0-1 1 0 0,0 1-1 0 0,-1 0 1 0 0,1 0-1 0 0,-1 0 1 0 0,1 0-1 0 0,-1 0 1 0 0,0 0-1 0 0,-3-3 1 0 0,-1 0-16 0 0,-1-1 0 0 0,-1 1 0 0 0,1 0 0 0 0,-1 0 0 0 0,0 1 0 0 0,0 0 0 0 0,0 1 0 0 0,-16-5 0 0 0,-2 1 285 0 0,-43-4-1 0 0,9 2-2270 0 0,47 7 142 0 0,-1-1-1 0 0,-16-7 1 0 0,27 8 1101 0 0,-1 1-17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0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163 203 2960 0 0,'-34'7'3562'0'0,"7"-1"473"0"0,0-1 1 0 0,-47 1 0 0 0,96-19-3163 0 0,211-68-276 0 0,9 18-478 0 0,-214 56-110 0 0,186-36-2078 0 0,-142 32-1495 0 0,-1 2-3700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1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90 700 0 0,'-9'-22'6182'0'0,"-20"-37"0"0"0,29 59-6144 0 0,-1-1 1 0 0,1 0 0 0 0,-1 1-1 0 0,1-1 1 0 0,-1 1-1 0 0,1-1 1 0 0,-1 0-1 0 0,1 1 1 0 0,-1 0-1 0 0,0-1 1 0 0,1 1-1 0 0,-1-1 1 0 0,0 1 0 0 0,1 0-1 0 0,-1-1 1 0 0,0 1-1 0 0,0 0 1 0 0,1 0-1 0 0,-1 0 1 0 0,0 0-1 0 0,0-1 1 0 0,1 1-1 0 0,-1 0 1 0 0,0 0 0 0 0,0 0-1 0 0,0 1 1 0 0,1-1-1 0 0,-1 0 1 0 0,0 0-1 0 0,0 0 1 0 0,1 1-1 0 0,-1-1 1 0 0,0 0 0 0 0,1 0-1 0 0,-2 1 1 0 0,-20 14 168 0 0,8-1-114 0 0,1 1 0 0 0,1 0 0 0 0,0 1 0 0 0,-18 31 0 0 0,-30 75 96 0 0,50-100-149 0 0,-9 31-1 0 0,17-47-23 0 0,0 0 0 0 0,1 0 0 0 0,0 0 0 0 0,0 0 0 0 0,0 0 0 0 0,1 0-1 0 0,0 0 1 0 0,0 0 0 0 0,1 1 0 0 0,0-1 0 0 0,1 7 0 0 0,-1-11-8 0 0,-1-1 1 0 0,1 1 0 0 0,0-1 0 0 0,-1 1-1 0 0,1-1 1 0 0,0 1 0 0 0,0-1 0 0 0,0 1-1 0 0,0-1 1 0 0,0 0 0 0 0,0 0 0 0 0,1 1-1 0 0,-1-1 1 0 0,0 0 0 0 0,1 0-1 0 0,-1 0 1 0 0,1-1 0 0 0,-1 1 0 0 0,1 0-1 0 0,-1 0 1 0 0,3 0 0 0 0,0 0 2 0 0,-1-1 1 0 0,1 1-1 0 0,0-1 0 0 0,-1 0 1 0 0,1 0-1 0 0,0 0 1 0 0,-1-1-1 0 0,1 1 0 0 0,6-3 1 0 0,0 0-2 0 0,0 0 1 0 0,0-1 0 0 0,-1 0-1 0 0,1-1 1 0 0,-1 0 0 0 0,10-8-1 0 0,-5 2-32 0 0,-1-1-1 0 0,-1 0 1 0 0,0-1-1 0 0,0-1 1 0 0,9-15-1 0 0,0-3 771 0 0,21-45 0 0 0,-38 69-416 0 0,-3 6-304 0 0,0 0 1 0 0,0 0 0 0 0,0 0-1 0 0,0 0 1 0 0,0 0 0 0 0,0 0 0 0 0,1 0-1 0 0,-1 1 1 0 0,1-1 0 0 0,-1 0-1 0 0,1 1 1 0 0,0-1 0 0 0,2 0 0 0 0,-3 3-22 0 0,0 1 0 0 0,1 0 0 0 0,-1 0 0 0 0,0 0 0 0 0,0 0 0 0 0,0 0 0 0 0,0 0 0 0 0,0 3 0 0 0,-1-5-6 0 0,32 116 183 0 0,-28-106-141 0 0,0 1 0 0 0,0-1-1 0 0,1-1 1 0 0,0 1-1 0 0,1-1 1 0 0,0 1-1 0 0,1-2 1 0 0,-1 1 0 0 0,14 12-1 0 0,-15-17-350 0 0,1 1 0 0 0,0-1 0 0 0,0-1-1 0 0,0 1 1 0 0,0-1 0 0 0,11 5 0 0 0,-10-6-824 0 0,0 0 0 0 0,1 0 0 0 0,-1-1 0 0 0,0 0 0 0 0,1 0 0 0 0,14-1 0 0 0,-2-1-5115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1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25 117 860 0 0,'-4'-6'1045'0'0,"1"-1"0"0"0,0 0 0 0 0,0 0 0 0 0,0 0 0 0 0,1 0 0 0 0,0 0-1 0 0,-1-14 1 0 0,2 14-564 0 0,1 0-1 0 0,-1 0 0 0 0,2-1 0 0 0,0-9 0 0 0,0 15-353 0 0,8 16 423 0 0,-2 9-245 0 0,-1 0-1 0 0,-1 0 1 0 0,-2 1-1 0 0,0-1 1 0 0,0 37-1 0 0,1 14-92 0 0,-2-55-174 0 0,-1-2 4 0 0,0-1 1 0 0,2 0 0 0 0,0 0 0 0 0,0 0-1 0 0,2 0 1 0 0,10 26 0 0 0,-14-40-34 0 0,1 0 1 0 0,-1 0 0 0 0,0 0 0 0 0,1 0 0 0 0,-1 0 0 0 0,1 0-1 0 0,0-1 1 0 0,0 1 0 0 0,-1 0 0 0 0,1-1 0 0 0,0 0 0 0 0,0 1-1 0 0,1-1 1 0 0,-1 0 0 0 0,0 0 0 0 0,0 0 0 0 0,4 1-1 0 0,-1-1 5 0 0,-1-1 0 0 0,1 1-1 0 0,0-1 1 0 0,0 0-1 0 0,-1 0 1 0 0,1 0-1 0 0,0-1 1 0 0,7-1-1 0 0,1-1 8 0 0,0-1-1 0 0,0-1 0 0 0,0 0 1 0 0,-1-1-1 0 0,16-9 0 0 0,-11 3 25 0 0,0 0 0 0 0,-1-1-1 0 0,0-1 1 0 0,-1 0 0 0 0,-1-1-1 0 0,0-1 1 0 0,-1 0-1 0 0,-1-1 1 0 0,0 0 0 0 0,-1-1-1 0 0,-1 0 1 0 0,-1-1 0 0 0,0 0-1 0 0,-2 0 1 0 0,0-1-1 0 0,6-30 1 0 0,0-9 1035 0 0,-13 58-1016 0 0,-4 12-18 0 0,-3 8-20 0 0,1 1-1 0 0,1 0 1 0 0,1 0-1 0 0,1 1 1 0 0,1-1-1 0 0,1 1 1 0 0,1 0-1 0 0,0-1 0 0 0,6 32 1 0 0,-5-41-124 0 0,1 1 1 0 0,1-1-1 0 0,0 0 1 0 0,1-1-1 0 0,0 1 1 0 0,1 0-1 0 0,0-1 1 0 0,8 13-1 0 0,-11-21-170 0 0,0 1 0 0 0,0 0 0 0 0,1 0 0 0 0,-1-1 0 0 0,1 1 0 0 0,-1-1 0 0 0,1 0 0 0 0,0 0 0 0 0,0 0 0 0 0,0 0 0 0 0,0 0 0 0 0,0-1 0 0 0,0 1-1 0 0,0-1 1 0 0,1 0 0 0 0,-1 0 0 0 0,0 0 0 0 0,1-1 0 0 0,-1 1 0 0 0,1-1 0 0 0,-1 1 0 0 0,1-1 0 0 0,-1 0 0 0 0,1-1 0 0 0,-1 1 0 0 0,1 0 0 0 0,-1-1 0 0 0,0 0 0 0 0,1 0 0 0 0,-1 0-1 0 0,4-2 1 0 0,9-4-2190 0 0,0-4-521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2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1796 0 0,'7'-24'3048'0'0,"-1"7"644"0"0,12-30 0 0 0,-17 45-3521 0 0,6 2 89 0 0,-7 0-246 0 0,1 0 0 0 0,-1-1 0 0 0,1 1 0 0 0,0 0 0 0 0,-1 0 0 0 0,1 0 0 0 0,-1 0 0 0 0,1 1 0 0 0,0-1 0 0 0,-1 0 0 0 0,1 0 0 0 0,-1 0 0 0 0,1 0-1 0 0,0 1 1 0 0,-1-1 0 0 0,1 0 0 0 0,-1 0 0 0 0,1 1 0 0 0,-1-1 0 0 0,1 0 0 0 0,-1 1 0 0 0,1-1 0 0 0,-1 1 0 0 0,1-1 0 0 0,-1 1 0 0 0,0-1 0 0 0,1 1 0 0 0,-1-1 0 0 0,0 1 0 0 0,1-1 0 0 0,-1 1 0 0 0,1 0 0 0 0,4 9 182 0 0,1 0-1 0 0,-1 0 1 0 0,-1 0 0 0 0,1 0 0 0 0,-2 1-1 0 0,0-1 1 0 0,3 18 0 0 0,-1 6 109 0 0,-1 38 0 0 0,-1-22-6 0 0,0-9 211 0 0,-3-39-310 0 0,12-26-183 0 0,0-4-165 0 0,1-1 0 0 0,1 2 0 0 0,26-38 0 0 0,-30 52 96 0 0,-1 1 1 0 0,2 0 0 0 0,0 0-1 0 0,0 1 1 0 0,1 0-1 0 0,0 1 1 0 0,1 0 0 0 0,21-12-1 0 0,-31 21 48 0 0,0-1 0 0 0,-1 1-1 0 0,1 0 1 0 0,0 0 0 0 0,0 0-1 0 0,0 0 1 0 0,1 0-1 0 0,-1 1 1 0 0,0-1 0 0 0,0 1-1 0 0,0 0 1 0 0,0 0 0 0 0,1 0-1 0 0,-1 0 1 0 0,0 0-1 0 0,0 1 1 0 0,0 0 0 0 0,0 0-1 0 0,0-1 1 0 0,0 2 0 0 0,0-1-1 0 0,0 0 1 0 0,4 3-1 0 0,-3-1 63 0 0,0 0-1 0 0,0 0 1 0 0,-1 1-1 0 0,0-1 0 0 0,1 1 1 0 0,-1 0-1 0 0,0 0 1 0 0,-1 0-1 0 0,1 0 0 0 0,-1 0 1 0 0,0 1-1 0 0,0-1 1 0 0,0 1-1 0 0,1 7 0 0 0,1 8 115 0 0,-1 0 0 0 0,0 0-1 0 0,-2 25 1 0 0,5 29 23 0 0,-6-72-228 0 0,0 0 1 0 0,0-1-1 0 0,1 1 0 0 0,-1 0 0 0 0,0-1 1 0 0,1 1-1 0 0,0 0 0 0 0,-1-1 1 0 0,1 1-1 0 0,0-1 0 0 0,0 0 1 0 0,0 1-1 0 0,0-1 0 0 0,0 1 1 0 0,0-1-1 0 0,0 0 0 0 0,0 0 1 0 0,1 0-1 0 0,-1 0 0 0 0,0 0 1 0 0,4 2-1 0 0,-3-2-74 0 0,1-1 1 0 0,0 1 0 0 0,-1 0 0 0 0,1-1-1 0 0,0 0 1 0 0,-1 1 0 0 0,1-1-1 0 0,0 0 1 0 0,0-1 0 0 0,-1 1-1 0 0,1 0 1 0 0,4-2 0 0 0,3-1-320 0 0,1-1 1 0 0,-1 0-1 0 0,0 0 1 0 0,0-1 0 0 0,15-10-1 0 0,-5 1 17 0 0,0-1 0 0 0,-2-1 0 0 0,1-1 0 0 0,-2 0 0 0 0,0-1-1 0 0,18-28 1 0 0,-18 22 2097 0 0,-2-1 0 0 0,21-45 0 0 0,-20 31 1767 0 0,-15 37-3033 0 0,0 4-366 0 0,1 9 8 0 0,1-1 0 0 0,-2 0 0 0 0,1 1 0 0 0,-1-1 0 0 0,-1 14 0 0 0,0-11-13 0 0,0 1 0 0 0,2-1 0 0 0,2 16 0 0 0,-2-22-17 0 0,0 0 1 0 0,0-1-1 0 0,0 1 1 0 0,1-1-1 0 0,0 0 1 0 0,0 0-1 0 0,5 6 1 0 0,-7-9-55 0 0,1-1 1 0 0,0 0-1 0 0,0 0 1 0 0,1-1 0 0 0,-1 1-1 0 0,0 0 1 0 0,1-1-1 0 0,-1 1 1 0 0,1-1 0 0 0,-1 0-1 0 0,1 0 1 0 0,-1 0-1 0 0,1 0 1 0 0,0 0 0 0 0,0-1-1 0 0,-1 1 1 0 0,1-1-1 0 0,0 0 1 0 0,5 0 0 0 0,1 0-525 0 0,-1 0 1 0 0,1-1-1 0 0,-1 0 1 0 0,1-1-1 0 0,-1 0 1 0 0,15-5-1 0 0,-16 4-803 0 0,1-1 1 0 0,-1 1-1 0 0,-1-1 0 0 0,10-7 0 0 0,1-4-4570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2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45 2392 0 0,'-15'-11'3898'0'0,"-1"2"0"0"0,-29-13 0 0 0,43 21-3544 0 0,-2 1 17 0 0,3-1-343 0 0,0 1 1 0 0,1 0-1 0 0,-1 0 0 0 0,0 0 1 0 0,0 0-1 0 0,0-1 1 0 0,1 1-1 0 0,-1 0 1 0 0,0 0-1 0 0,0 1 0 0 0,0-1 1 0 0,1 0-1 0 0,-1 0 1 0 0,0 0-1 0 0,-1 1 0 0 0,2 0-81 0 0,-1-1 1 0 0,1 1-1 0 0,-1 0 0 0 0,1 0 0 0 0,0 0 0 0 0,0-1 0 0 0,-1 1 0 0 0,1 0 0 0 0,0 0 0 0 0,0 0 0 0 0,0 0 1 0 0,0 0-1 0 0,0-1 0 0 0,0 1 0 0 0,0 0 0 0 0,0 0 0 0 0,1 0 0 0 0,-1 0 0 0 0,0 0 0 0 0,0-1 0 0 0,1 1 0 0 0,-1 0 1 0 0,0 0-1 0 0,1 0 0 0 0,-1-1 0 0 0,1 2 0 0 0,0-1-359 0 0,0 1 1 0 0,1-1-1 0 0,-1 0 0 0 0,0 0 1 0 0,0 0-1 0 0,0 0 0 0 0,1 1 1 0 0,-1-2-1 0 0,1 1 0 0 0,-1 0 1 0 0,1 0-1 0 0,-1 0 1 0 0,1-1-1 0 0,-1 1 0 0 0,1-1 1 0 0,0 1-1 0 0,2 0 0 0 0,17 2-3611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3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42 452 0 0,'1'-2'3085'0'0,"6"-37"13171"0"0,-9 47-15314 0 0,-8 99 1755 0 0,6-46-1876 0 0,-12 108 349 0 0,-17 247-269 0 0,33-414-912 0 0,1 52-148 0 0,-1-51-20 0 0,0 0 0 0 0,1 1 0 0 0,-1-1 1 0 0,1 0-1 0 0,0 0 0 0 0,0 1 0 0 0,0-1 0 0 0,0 0 0 0 0,1 0 0 0 0,-1 0 1 0 0,1 0-1 0 0,3 5 0 0 0,-4-8-54 0 0,1 1-1 0 0,-1 0 1 0 0,0-1-1 0 0,0 1 1 0 0,1-1 0 0 0,-1 1-1 0 0,0-1 1 0 0,0 1 0 0 0,1-1-1 0 0,-1 0 1 0 0,0 0 0 0 0,1 0-1 0 0,-1 1 1 0 0,1-1 0 0 0,-1-1-1 0 0,0 1 1 0 0,1 0 0 0 0,-1 0-1 0 0,0 0 1 0 0,1-1 0 0 0,1 0-1 0 0,27-12-4336 0 0,-15 1-151 0 0,2-4-2279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3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81 1752 0 0,'-83'-2'13366'0'0,"51"-1"-10525"0"0,65-11-1924 0 0,31-1-1214 0 0,75-8 0 0 0,-78 14-3177 0 0,0-2-3525 0 0,-43 8 1594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3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79 2048 0 0,'-4'-10'7237'0'0,"3"10"-7144"0"0,1-1 1 0 0,0 1-1 0 0,0 0 1 0 0,-1 0-1 0 0,1-1 1 0 0,0 1-1 0 0,0 0 0 0 0,0 0 1 0 0,-1-1-1 0 0,1 1 1 0 0,0 0-1 0 0,0-1 1 0 0,0 1-1 0 0,0 0 1 0 0,0-1-1 0 0,0 1 0 0 0,0 0 1 0 0,0-1-1 0 0,0 1 1 0 0,0 0-1 0 0,0-1 1 0 0,0 1-1 0 0,0 0 1 0 0,0-1-1 0 0,0 1 0 0 0,0 0 1 0 0,0-1-1 0 0,0 1 1 0 0,0 0-1 0 0,0-1 1 0 0,0 1-1 0 0,1 0 1 0 0,-1-1-1 0 0,0 1 1 0 0,13 0 1062 0 0,17 14-649 0 0,-18-5-326 0 0,-2 0 0 0 0,1 1-1 0 0,-1 0 1 0 0,-1 0 0 0 0,0 1 0 0 0,0 0 0 0 0,-1 1 0 0 0,0 0 0 0 0,-1 0 0 0 0,8 21 0 0 0,-10-23-30 0 0,-1 1-1 0 0,-1 0 1 0 0,1 0 0 0 0,-2 1-1 0 0,1-1 1 0 0,-2 0 0 0 0,1 1-1 0 0,-2 0 1 0 0,1-1 0 0 0,-2 1-1 0 0,1-1 1 0 0,-2 1 0 0 0,-2 14-1 0 0,3-23-98 0 0,0 0 0 0 0,-1 0-1 0 0,1 0 1 0 0,-1 0-1 0 0,1 0 1 0 0,-1 0 0 0 0,0-1-1 0 0,0 1 1 0 0,0 0-1 0 0,0-1 1 0 0,0 0-1 0 0,-5 4 1 0 0,5-5-4 0 0,-3-1 10 0 0,4 0-57 0 0,1 0 0 0 0,-1 0 0 0 0,0 0 0 0 0,1 0 1 0 0,-1 0-1 0 0,1 0 0 0 0,-1 0 0 0 0,1 0 0 0 0,-1 0 0 0 0,0 0 0 0 0,1 0 0 0 0,-1 0 0 0 0,1 0 0 0 0,-1-1 1 0 0,1 1-1 0 0,-1 0 0 0 0,0 0 0 0 0,1-1 0 0 0,-1 1 0 0 0,1 0 0 0 0,0-1 0 0 0,-2 0 0 0 0,-1-6-9 0 0,0-1-1 0 0,0 1 1 0 0,1-1 0 0 0,0 0-1 0 0,0 0 1 0 0,1 0-1 0 0,0 0 1 0 0,1 0-1 0 0,-1 0 1 0 0,1 0-1 0 0,1 0 1 0 0,0-1-1 0 0,0 1 1 0 0,0 0-1 0 0,1 1 1 0 0,0-1-1 0 0,1 0 1 0 0,3-8-1 0 0,1 1-21 0 0,0 1 0 0 0,0 0 0 0 0,1 0 0 0 0,1 0-1 0 0,0 1 1 0 0,1 1 0 0 0,0-1 0 0 0,19-15 0 0 0,-25 24 22 0 0,0 0 1 0 0,0 1 0 0 0,1 0 0 0 0,-1 0-1 0 0,1 0 1 0 0,0 0 0 0 0,0 1-1 0 0,0 0 1 0 0,0 0 0 0 0,0 0-1 0 0,1 0 1 0 0,-1 1 0 0 0,0 0-1 0 0,1 0 1 0 0,-1 1 0 0 0,1-1 0 0 0,-1 1-1 0 0,1 0 1 0 0,-1 1 0 0 0,1-1-1 0 0,-1 1 1 0 0,0 0 0 0 0,1 1-1 0 0,-1-1 1 0 0,0 1 0 0 0,0 0 0 0 0,0 0-1 0 0,0 1 1 0 0,0 0 0 0 0,0-1-1 0 0,-1 2 1 0 0,1-1 0 0 0,-1 0-1 0 0,0 1 1 0 0,0 0 0 0 0,0 0 0 0 0,0 0-1 0 0,-1 0 1 0 0,0 1 0 0 0,0-1-1 0 0,3 7 1 0 0,-1-1 68 0 0,-1 0 0 0 0,-1 0 0 0 0,4 17 0 0 0,3 8 236 0 0,-9-33-196 0 0,10-25-128 0 0,-3 3-16 0 0,1 1 0 0 0,1 0 0 0 0,1 0 0 0 0,24-32-1 0 0,-27 41 17 0 0,1-1 0 0 0,0 2 0 0 0,1 0 0 0 0,0 0 0 0 0,0 0 0 0 0,1 1 0 0 0,0 1 0 0 0,1 0 0 0 0,11-6 0 0 0,-19 12 28 0 0,0-1 0 0 0,-1 1 0 0 0,1 0 0 0 0,0 0 0 0 0,-1 0 0 0 0,1 0 0 0 0,0 1 1 0 0,0 0-1 0 0,0 0 0 0 0,0 0 0 0 0,0 0 0 0 0,0 0 0 0 0,0 1 0 0 0,-1-1 0 0 0,1 1 0 0 0,0 0 0 0 0,0 0 1 0 0,-1 1-1 0 0,1-1 0 0 0,-1 1 0 0 0,1 0 0 0 0,-1 0 0 0 0,0 0 0 0 0,1 0 0 0 0,-1 1 0 0 0,0-1 0 0 0,0 1 1 0 0,-1 0-1 0 0,1-1 0 0 0,-1 1 0 0 0,4 6 0 0 0,0 0 42 0 0,-1-1 0 0 0,1 2 0 0 0,-2-1 1 0 0,0 1-1 0 0,0-1 0 0 0,0 1 0 0 0,-1 0 0 0 0,-1 1 0 0 0,0-1 1 0 0,1 18-1 0 0,-2-19-25 0 0,-1 4-561 0 0,1 0 0 0 0,4 19 1 0 0,-5-30 61 0 0,1 0 0 0 0,0 1 1 0 0,-1-1-1 0 0,1 1 1 0 0,0-1-1 0 0,0 0 0 0 0,0 0 1 0 0,0 0-1 0 0,1 1 0 0 0,-1-1 1 0 0,1 0-1 0 0,-1-1 1 0 0,1 1-1 0 0,0 0 0 0 0,-1 0 1 0 0,1-1-1 0 0,0 1 1 0 0,0-1-1 0 0,3 2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4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95 804 0 0,'2'-2'857'0'0,"2"-5"1048"0"0,0 0 0 0 0,-1-1 0 0 0,0 1 0 0 0,3-9 1 0 0,-5 14-1679 0 0,-1 0 1 0 0,0 1 0 0 0,1-1-1 0 0,-1 0 1 0 0,0 0 0 0 0,0 0-1 0 0,0 0 1 0 0,0 1 0 0 0,0-1-1 0 0,0 0 1 0 0,-1 0 0 0 0,1 0-1 0 0,-1 0 1 0 0,1 1 0 0 0,-1-1-1 0 0,0 0 1 0 0,1 1 0 0 0,-1-1-1 0 0,0 0 1 0 0,0 1 0 0 0,0-1-1 0 0,0 1 1 0 0,-2-2 0 0 0,2 2-188 0 0,0 1-1 0 0,-1-1 1 0 0,1 1 0 0 0,0-1-1 0 0,0 1 1 0 0,0-1 0 0 0,-1 1 0 0 0,1 0-1 0 0,0 0 1 0 0,-1 0 0 0 0,1 0-1 0 0,0 0 1 0 0,0 0 0 0 0,-1 0 0 0 0,1 0-1 0 0,0 0 1 0 0,0 1 0 0 0,-1-1 0 0 0,1 0-1 0 0,-1 1 1 0 0,-25 10 231 0 0,16-4-210 0 0,1 0 0 0 0,0 0 0 0 0,0 1 0 0 0,1 0 0 0 0,0 1 0 0 0,0 0 0 0 0,-12 17 0 0 0,4-3-1 0 0,2 1-1 0 0,-16 32 1 0 0,26-46-42 0 0,0 0 1 0 0,1 1-1 0 0,0-1 0 0 0,-4 22 0 0 0,8-30-11 0 0,-1 0-1 0 0,1 0 0 0 0,-1 0 0 0 0,1 0 1 0 0,0 0-1 0 0,0 0 0 0 0,0 0 0 0 0,0 0 0 0 0,0 0 1 0 0,1 0-1 0 0,-1 0 0 0 0,1 0 0 0 0,-1 0 1 0 0,1-1-1 0 0,-1 1 0 0 0,1 0 0 0 0,0 0 1 0 0,0 0-1 0 0,0 0 0 0 0,0-1 0 0 0,1 1 1 0 0,-1-1-1 0 0,0 1 0 0 0,1-1 0 0 0,-1 1 0 0 0,1-1 1 0 0,-1 0-1 0 0,1 1 0 0 0,-1-1 0 0 0,1 0 1 0 0,0 0-1 0 0,0 0 0 0 0,2 0 0 0 0,-1 0-12 0 0,1 0 0 0 0,0-1 0 0 0,-1 0 1 0 0,1 0-1 0 0,0 0 0 0 0,-1 0 0 0 0,1 0 0 0 0,0-1 0 0 0,-1 1 0 0 0,1-1 0 0 0,-1 0 0 0 0,1 0 0 0 0,6-4 0 0 0,0 1-152 0 0,-1-1 1 0 0,1-1-1 0 0,10-7 1 0 0,-6 2-100 0 0,-1-1 0 0 0,0 0-1 0 0,-1-1 1 0 0,19-26 0 0 0,-9 7 552 0 0,19-37 1 0 0,-16 30 1192 0 0,-24 37-1321 0 0,0 4-130 0 0,1 0-15 0 0,0 1-1 0 0,0-1 1 0 0,-1 1-1 0 0,1 0 1 0 0,-1-1-1 0 0,0 1 1 0 0,1 0-1 0 0,-1 0 1 0 0,-1 0-1 0 0,2 5 1 0 0,4 40 156 0 0,-1-2-43 0 0,-4-42-188 0 0,0 0-1 0 0,1 0 1 0 0,-1-1-1 0 0,0 1 1 0 0,1 0-1 0 0,0 0 1 0 0,0-1-1 0 0,0 0 1 0 0,0 1 0 0 0,1-1-1 0 0,-1 0 1 0 0,1 0-1 0 0,0 0 1 0 0,0 0-1 0 0,6 4 1 0 0,-4-5-311 0 0,-1 1 1 0 0,1-1 0 0 0,0 0 0 0 0,0-1 0 0 0,0 1 0 0 0,0-1-1 0 0,0 0 1 0 0,0 0 0 0 0,0-1 0 0 0,1 1 0 0 0,-1-1-1 0 0,6-1 1 0 0,-3 1-824 0 0,0-1-1 0 0,1 0 1 0 0,-1-1 0 0 0,9-3-1 0 0,10-4-4454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4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104 192 2404 0 0,'-2'-41'4238'0'0,"-8"-66"8023"0"0,-1 64-8830 0 0,4 77-3173 0 0,-8 218 186 0 0,-4 43-7 0 0,10-227-480 0 0,-21 212-814 0 0,29-265-129 0 0,1 0-1 0 0,3 29 0 0 0,7-9-2574 0 0,-8-31 2607 0 0,-1-1 0 0 0,1 0 0 0 0,0 0 0 0 0,0 0 0 0 0,0 0-1 0 0,0 0 1 0 0,5 4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5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48 408 0 0,'15'-41'8624'0'0,"-15"41"-8533"0"0,0-1-1 0 0,0 1 1 0 0,1-1-1 0 0,-1 1 1 0 0,0 0-1 0 0,1-1 1 0 0,-1 1-1 0 0,1-1 1 0 0,-1 1-1 0 0,0 0 1 0 0,1 0-1 0 0,-1-1 1 0 0,1 1-1 0 0,-1 0 0 0 0,1 0 1 0 0,-1-1-1 0 0,0 1 1 0 0,1 0-1 0 0,-1 0 1 0 0,1 0-1 0 0,-1 0 1 0 0,1 0-1 0 0,-1 0 1 0 0,1 0-1 0 0,0 0 1 0 0,-1 0-1 0 0,1 0 1 0 0,-1 0-1 0 0,1 0 1 0 0,13 3 893 0 0,-14-3-1042 0 0,5 2 355 0 0,-1 0 1 0 0,1 0-1 0 0,0 0 1 0 0,-1 1 0 0 0,0 0-1 0 0,0 0 1 0 0,0 0-1 0 0,0 0 1 0 0,6 8 0 0 0,27 36 1231 0 0,-32-40-1335 0 0,10 14 229 0 0,0 1 1 0 0,-2 1 0 0 0,-1 0 0 0 0,10 27 0 0 0,-18-40-263 0 0,0 0 1 0 0,-1 1-1 0 0,-1-1 1 0 0,0 1-1 0 0,0 0 0 0 0,-1-1 1 0 0,0 1-1 0 0,-1 0 1 0 0,0 0-1 0 0,-1-1 0 0 0,0 1 1 0 0,-4 18-1 0 0,3-25-103 0 0,1 0-1 0 0,-1 1 1 0 0,0-1 0 0 0,0 0-1 0 0,0 0 1 0 0,-1 0-1 0 0,0 0 1 0 0,1 0-1 0 0,-1-1 1 0 0,-1 1 0 0 0,1-1-1 0 0,0 0 1 0 0,-1 0-1 0 0,0 0 1 0 0,1 0-1 0 0,-1-1 1 0 0,0 1 0 0 0,-1-1-1 0 0,-4 2 1 0 0,7-4-46 0 0,-1 0 0 0 0,1 0 0 0 0,0 0 1 0 0,-1 0-1 0 0,1 0 0 0 0,0-1 0 0 0,-1 1 0 0 0,1-1 0 0 0,0 0 1 0 0,0 1-1 0 0,0-1 0 0 0,0 0 0 0 0,0 0 0 0 0,0-1 1 0 0,0 1-1 0 0,0 0 0 0 0,0-1 0 0 0,0 1 0 0 0,1-1 0 0 0,-1 1 1 0 0,1-1-1 0 0,-1 0 0 0 0,1 0 0 0 0,-3-4 0 0 0,3 4-11 0 0,-1 0 0 0 0,1-1 0 0 0,0 1-1 0 0,0-1 1 0 0,0 1 0 0 0,0-1-1 0 0,0 1 1 0 0,1-1 0 0 0,-1 0 0 0 0,1 0-1 0 0,-1 1 1 0 0,1-1 0 0 0,0 0-1 0 0,0 0 1 0 0,1 1 0 0 0,0-4-1 0 0,0 0-45 0 0,0 1 0 0 0,1 0 0 0 0,0 0-1 0 0,0 0 1 0 0,1 0 0 0 0,-1 0-1 0 0,7-7 1 0 0,0 0-375 0 0,1 0-1 0 0,1 1 0 0 0,0 0 1 0 0,1 1-1 0 0,12-9 1 0 0,-4 6-844 0 0,0 1 1 0 0,0 0-1 0 0,1 2 1 0 0,23-9-1 0 0,46-10-6769 0 0,-68 23 4616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5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13 1648 0 0,'8'-13'19558'0'0,"-13"36"-18584"0"0,-4 44 1 0 0,-1 4-431 0 0,5-44-477 0 0,-3 9-257 0 0,2 1 1 0 0,-3 56-1 0 0,9-89-253 0 0,0 0 0 0 0,0 1-1 0 0,1-1 1 0 0,-1 0 0 0 0,1 1 0 0 0,0-1 0 0 0,0 0 0 0 0,1 0 0 0 0,2 6 0 0 0,-3-8-209 0 0,0 0 1 0 0,0-1-1 0 0,1 1 0 0 0,-1 0 1 0 0,0-1-1 0 0,2 2-651 0 0,-1-2 651 0 0,0 1 0 0 0,-1-1 1 0 0,1 0-1 0 0,0 0 1 0 0,3 1-1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5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1420 0 0,'6'-25'8830'0'0,"-6"24"-8735"0"0,0 1-1 0 0,1-1 0 0 0,-1 1 0 0 0,0-1 0 0 0,1 1 1 0 0,-1-1-1 0 0,0 1 0 0 0,1-1 0 0 0,-1 1 1 0 0,0-1-1 0 0,1 1 0 0 0,-1-1 0 0 0,1 1 1 0 0,-1 0-1 0 0,1-1 0 0 0,-1 1 0 0 0,1 0 1 0 0,-1 0-1 0 0,1-1 0 0 0,-1 1 0 0 0,1 0 1 0 0,0 0-1 0 0,-1 0 0 0 0,1 0 0 0 0,-1-1 1 0 0,1 1-1 0 0,0 0 0 0 0,-1 0 0 0 0,1 0 1 0 0,-1 0-1 0 0,1 0 0 0 0,-1 1 0 0 0,2-1 1 0 0,0 1 55 0 0,0 0 0 0 0,0 0 0 0 0,0 0 0 0 0,0 0 1 0 0,0 0-1 0 0,0 1 0 0 0,-1-1 0 0 0,1 1 0 0 0,2 2 1 0 0,2 2 173 0 0,-1 1 0 0 0,0 0 1 0 0,0 0-1 0 0,6 12 0 0 0,-8-10-167 0 0,1-1 0 0 0,-2 1 0 0 0,0 0 0 0 0,0 0 0 0 0,0 0 1 0 0,-1 0-1 0 0,0 0 0 0 0,-1 0 0 0 0,0 0 0 0 0,0 1 0 0 0,-3 11 0 0 0,-1-3 54 0 0,0-1-1 0 0,-1-1 1 0 0,-1 1 0 0 0,-15 29-1 0 0,13-27 63 0 0,8-19-271 0 0,0 0 0 0 0,0 0 0 0 0,1 0 0 0 0,-1 0 0 0 0,0 0 1 0 0,0 0-1 0 0,0 0 0 0 0,0-1 0 0 0,0 1 0 0 0,0 0 1 0 0,0 0-1 0 0,0 0 0 0 0,0 0 0 0 0,0 0 0 0 0,0 0 0 0 0,0 0 1 0 0,0 0-1 0 0,1 0 0 0 0,-1 0 0 0 0,0 0 0 0 0,0 0 1 0 0,0 0-1 0 0,0 0 0 0 0,0 0 0 0 0,0 0 0 0 0,0 0 0 0 0,0 0 1 0 0,0 0-1 0 0,0 0 0 0 0,1 0 0 0 0,-1 0 0 0 0,0 0 1 0 0,0 0-1 0 0,0 0 0 0 0,0 0 0 0 0,0 0 0 0 0,0 0 0 0 0,0 0 1 0 0,0 0-1 0 0,0 0 0 0 0,0 1 0 0 0,0-1 0 0 0,0 0 1 0 0,1 0-1 0 0,-1 0 0 0 0,0 0 0 0 0,0 0 0 0 0,0 0 1 0 0,0 0-1 0 0,0 0 0 0 0,0 0 0 0 0,0 0 0 0 0,0 0 0 0 0,0 0 1 0 0,0 1-1 0 0,0-1 0 0 0,0 0 0 0 0,0 0 0 0 0,0 0 1 0 0,0 0-1 0 0,0 0 0 0 0,0 0 0 0 0,0 0 0 0 0,0 0 0 0 0,0 0 1 0 0,0 1-1 0 0,23-24 44 0 0,-17 16-63 0 0,41-42-6 0 0,114-130-115 0 0,-150 166 156 0 0,-2 0 0 0 0,1-1 1 0 0,9-20-1 0 0,-19 34-19 0 0,0-1 0 0 0,0 0 1 0 0,1 1-1 0 0,-1-1 0 0 0,0 0 0 0 0,0 1 0 0 0,0-1 1 0 0,0 0-1 0 0,0 0 0 0 0,0 1 0 0 0,0-1 1 0 0,-1 0-1 0 0,1 1 0 0 0,0-1 0 0 0,0 0 1 0 0,0 1-1 0 0,-1-1 0 0 0,1 0 0 0 0,0 1 1 0 0,-1-1-1 0 0,1 0 0 0 0,0 1 0 0 0,-1-1 0 0 0,1 1 1 0 0,-1-1-1 0 0,1 1 0 0 0,-1-1 0 0 0,1 1 1 0 0,-1-1-1 0 0,0 1 0 0 0,1-1 0 0 0,-1 1 1 0 0,1 0-1 0 0,-1-1 0 0 0,0 1 0 0 0,1 0 1 0 0,-1 0-1 0 0,0 0 0 0 0,0-1 0 0 0,1 1 1 0 0,-1 0-1 0 0,0 0 0 0 0,1 0 0 0 0,-1 0 0 0 0,0 0 1 0 0,0 0-1 0 0,1 0 0 0 0,-1 0 0 0 0,0 1 1 0 0,1-1-1 0 0,-1 0 0 0 0,0 0 0 0 0,1 1 1 0 0,-2-1-1 0 0,-2 4 13 0 0,-1-1 1 0 0,1 0 0 0 0,0 1-1 0 0,0 0 1 0 0,1 0-1 0 0,-1 0 1 0 0,1 0-1 0 0,0 1 1 0 0,0-1 0 0 0,0 1-1 0 0,1 0 1 0 0,-3 6-1 0 0,2-2 34 0 0,0 0-1 0 0,1-1 0 0 0,0 1 0 0 0,0 0 0 0 0,1 0 0 0 0,0 0 1 0 0,1 13-1 0 0,0-13-4 0 0,1-1-1 0 0,0 0 1 0 0,0 0 0 0 0,1 0-1 0 0,0 0 1 0 0,1 0 0 0 0,0 0-1 0 0,5 9 1 0 0,-6-12-29 0 0,0-1-1 0 0,1 0 1 0 0,0 0 0 0 0,0 0 0 0 0,0 0 0 0 0,1 0-1 0 0,-1-1 1 0 0,1 1 0 0 0,0-1 0 0 0,0 0 0 0 0,0 0 0 0 0,0-1-1 0 0,1 1 1 0 0,4 1 0 0 0,-1-1-136 0 0,1 0-1 0 0,0-1 1 0 0,0 1 0 0 0,0-2 0 0 0,0 0 0 0 0,0 0-1 0 0,1 0 1 0 0,-1-1 0 0 0,0-1 0 0 0,0 0-1 0 0,0 0 1 0 0,0 0 0 0 0,11-4 0 0 0,-12 2-830 0 0,-1 1 0 0 0,1-2 1 0 0,12-6-1 0 0,-14 6-464 0 0,-1 1 0 0 0,1-1-1 0 0,-1-1 1 0 0,9-8 0 0 0,-1-4-4435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6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55 2472 0 0,'-116'-36'22352'0'0,"110"34"-21403"0"0,2 1-555 0 0,0-1 0 0 0,0 1 0 0 0,0-1 0 0 0,0 1 1 0 0,0-1-1 0 0,-5-4 0 0 0,8 5-832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6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0 1660 0 0,'-168'47'18349'0'0,"184"-44"-17669"0"0,24-2-379 0 0,289-5-1691 0 0,-102 0-8059 0 0,-146 4 1702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6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5853 0 0,'24'9'4020'0'0,"-4"-1"-852"0"0,-3-3-632 0 0,-5 0-395 0 0,3 0-609 0 0,-3 0-204 0 0,-2 2 496 0 0,7-2-712 0 0,-2 2-1112 0 0,-1-2-1488 0 0,0 5-1956 0 0,-11-1 455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20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25 131 1188 0 0,'-8'-10'5369'0'0,"3"1"-3308"0"0,3 6-1245 0 0,1-1-1 0 0,-1 1 0 0 0,0 0 0 0 0,1-1 1 0 0,0 1-1 0 0,-1-7 0 0 0,1 9-718 0 0,1-1 1 0 0,0 0-1 0 0,1 1 0 0 0,-1-1 0 0 0,0 0 0 0 0,0 0 0 0 0,1 1 0 0 0,-1-1 1 0 0,1 0-1 0 0,-1 1 0 0 0,1-1 0 0 0,0 1 0 0 0,-1-1 0 0 0,1 1 0 0 0,0-1 1 0 0,0 1-1 0 0,0 0 0 0 0,0-1 0 0 0,2 0 0 0 0,2-3-47 0 0,1 0 0 0 0,-1 1 0 0 0,1-1 0 0 0,0 1 0 0 0,1 1 0 0 0,-1-1 0 0 0,0 1 0 0 0,1 0-1 0 0,0 1 1 0 0,0 0 0 0 0,0 0 0 0 0,0 0 0 0 0,11-1 0 0 0,-4 2-44 0 0,0 0 0 0 0,0 1-1 0 0,0 0 1 0 0,0 1 0 0 0,26 5 0 0 0,-32-5-1 0 0,0 1 1 0 0,0 1-1 0 0,0-1 1 0 0,-1 2 0 0 0,1-1-1 0 0,-1 1 1 0 0,0 0 0 0 0,0 0-1 0 0,0 0 1 0 0,0 1 0 0 0,10 11-1 0 0,-14-13 8 0 0,0 1 0 0 0,0 0 0 0 0,0 0 1 0 0,-1 0-1 0 0,0 0 0 0 0,0 0 0 0 0,0 0 0 0 0,0 0 0 0 0,0 1 0 0 0,-1-1 0 0 0,0 1 0 0 0,0-1 0 0 0,0 1 0 0 0,-1 0 0 0 0,0-1 0 0 0,0 1 0 0 0,0 0 0 0 0,0-1 0 0 0,0 1 0 0 0,-1-1 0 0 0,0 1 1 0 0,-2 6-1 0 0,-1 0 16 0 0,-1 0 0 0 0,0-1 1 0 0,0 1-1 0 0,-1-1 1 0 0,-13 17-1 0 0,11-16 22 0 0,1 1 1 0 0,-1 0-1 0 0,-6 15 1 0 0,12-22 36 0 0,-1 0 1 0 0,0 0 0 0 0,0 0-1 0 0,-9 9 1 0 0,11-13-7 0 0,30 3-111 0 0,-15-3 13 0 0,0 1 1 0 0,0 0 0 0 0,-1 2 0 0 0,1-1-1 0 0,-1 2 1 0 0,0-1 0 0 0,0 2 0 0 0,19 11-1 0 0,-26-14 36 0 0,0 0-1 0 0,0 0 1 0 0,-1 1-1 0 0,1 0 1 0 0,-1 0-1 0 0,0 1 1 0 0,-1 0-1 0 0,1-1 1 0 0,-1 1-1 0 0,0 1 1 0 0,0-1-1 0 0,0 1 1 0 0,4 9-1 0 0,-6-11 62 0 0,-1 0 0 0 0,0 0-1 0 0,0 0 1 0 0,0 0 0 0 0,-1 0 0 0 0,0 0-1 0 0,1 0 1 0 0,-1 0 0 0 0,0 0 0 0 0,-1 0-1 0 0,1 0 1 0 0,-1 0 0 0 0,0 0-1 0 0,0 0 1 0 0,0 0 0 0 0,0 0 0 0 0,-1 0-1 0 0,0 0 1 0 0,0-1 0 0 0,0 1-1 0 0,0-1 1 0 0,-5 6 0 0 0,3-3 17 0 0,-2 0 0 0 0,1-1-1 0 0,0 1 1 0 0,-1-2 0 0 0,0 1 0 0 0,0 0 0 0 0,-1-1 0 0 0,1 0 0 0 0,-1-1 0 0 0,-10 4 0 0 0,2-1 20 0 0,-2-1 0 0 0,1-1 0 0 0,-23 4 0 0 0,33-8-186 0 0,0 1 1 0 0,0-1 0 0 0,0-1-1 0 0,0 1 1 0 0,0-1 0 0 0,0 0 0 0 0,-7-2-1 0 0,-14-9-3628 0 0,27 12 3557 0 0,0-1 1 0 0,-1 1 0 0 0,1-1 0 0 0,0 1-1 0 0,-1 0 1 0 0,1-1 0 0 0,0 1 0 0 0,0-1-1 0 0,0 1 1 0 0,-1-1 0 0 0,1 1 0 0 0,0-1 0 0 0,0 1-1 0 0,0-1 1 0 0,0 1 0 0 0,0-1 0 0 0,0 1-1 0 0,0-1 1 0 0,0 1 0 0 0,0-1 0 0 0,0 1-1 0 0,0 0 1 0 0,0-1 0 0 0,0 1 0 0 0,0-1-1 0 0,1 1 1 0 0,-1-1 0 0 0,0 1 0 0 0,0-1 0 0 0,1 1-1 0 0,-1-1 1 0 0,0 1 0 0 0,0 0 0 0 0,1-1-1 0 0,-1 1 1 0 0,1-1 0 0 0,12-12-4930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8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815 34 2168 0 0,'6'-5'12039'0'0,"-7"4"-11773"0"0,0-1 0 0 0,0 0 1 0 0,0 1-1 0 0,0-1 0 0 0,-1 1 1 0 0,1 0-1 0 0,0-1 0 0 0,-1 1 1 0 0,1 0-1 0 0,-1 0 0 0 0,0 0 1 0 0,1 0-1 0 0,-1 0 0 0 0,0 0 0 0 0,0 0 1 0 0,1 1-1 0 0,-1-1 0 0 0,0 1 1 0 0,0-1-1 0 0,-3 1 0 0 0,-42-6-251 0 0,39 6 267 0 0,-9 0-256 0 0,0 1 0 0 0,0 0 0 0 0,0 2 0 0 0,0 0 0 0 0,-16 5 0 0 0,27-6-20 0 0,-11 2-9 0 0,0 2 0 0 0,1-1 0 0 0,-1 2 0 0 0,2 0 0 0 0,-1 1 0 0 0,1 1 0 0 0,0 0 0 0 0,1 1 0 0 0,0 1 0 0 0,0 0 0 0 0,-18 20 1 0 0,23-20-6 0 0,-1 0 1 0 0,2 1 0 0 0,0 1 0 0 0,0-1 0 0 0,1 1 0 0 0,1 0 0 0 0,0 1 0 0 0,1-1 0 0 0,0 1-1 0 0,1 0 1 0 0,1 0 0 0 0,0 1 0 0 0,1-1 0 0 0,0 18 0 0 0,3 59 138 0 0,21 150 1 0 0,0-16 114 0 0,-29 318 542 0 0,-41-2-35 0 0,39-449-539 0 0,-66 456 765 0 0,24-200-713 0 0,-51 364 288 0 0,80-552-393 0 0,0-12-125 0 0,-5 196 1 0 0,27-329-17 0 0,0-1 0 0 0,1 0 0 0 0,1 1 0 0 0,0-1 0 0 0,6 21 0 0 0,-6-30-8 0 0,0 0-1 0 0,0 0 1 0 0,0 0-1 0 0,1 0 1 0 0,0-1-1 0 0,0 0 1 0 0,0 1 0 0 0,0-1-1 0 0,1 0 1 0 0,0 0-1 0 0,-1-1 1 0 0,1 1-1 0 0,1-1 1 0 0,-1 0-1 0 0,0 0 1 0 0,1 0-1 0 0,0-1 1 0 0,5 3-1 0 0,2-1-5 0 0,1 0-1 0 0,0 0 1 0 0,0-2-1 0 0,0 1 1 0 0,0-2-1 0 0,0 0 1 0 0,16 0-1 0 0,93-11-469 0 0,-117 10 422 0 0,383-73-4723 0 0,-134 2-4252 0 0,-144 36 913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19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38 1576 0 0,'2'-24'7406'0'0,"-3"11"-1536"0"0,-3 40-4530 0 0,-1 79-452 0 0,-4 0 1 0 0,-31 143-1 0 0,39-232-1843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21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82 100 392 0 0,'0'0'4212'0'0,"-8"-23"4803"0"0,8 0-4729 0 0,1 20-4236 0 0,0 1 0 0 0,0-1 0 0 0,0 1 0 0 0,1-1 0 0 0,-1 1 0 0 0,0 0 0 0 0,1 0 0 0 0,-1 0 0 0 0,1 0 0 0 0,0 0 0 0 0,0 0 0 0 0,0 0 0 0 0,0 0 0 0 0,0 1 0 0 0,0-1-1 0 0,0 1 1 0 0,5-3 0 0 0,-3 2-46 0 0,0 0-1 0 0,0 0 0 0 0,1 0 1 0 0,-1 1-1 0 0,1-1 1 0 0,-1 1-1 0 0,1 0 0 0 0,0 1 1 0 0,-1-1-1 0 0,1 1 0 0 0,0 0 1 0 0,0 0-1 0 0,-1 0 0 0 0,1 0 1 0 0,0 1-1 0 0,-1 0 1 0 0,1 0-1 0 0,-1 0 0 0 0,1 1 1 0 0,-1-1-1 0 0,1 1 0 0 0,-1 0 1 0 0,0 1-1 0 0,0-1 0 0 0,0 1 1 0 0,0-1-1 0 0,0 1 1 0 0,-1 0-1 0 0,1 1 0 0 0,-1-1 1 0 0,0 1-1 0 0,0-1 0 0 0,0 1 1 0 0,0 0-1 0 0,-1 0 0 0 0,0 0 1 0 0,0 0-1 0 0,0 1 0 0 0,0-1 1 0 0,0 0-1 0 0,-1 1 1 0 0,0-1-1 0 0,0 1 0 0 0,0 0 1 0 0,-1-1-1 0 0,1 10 0 0 0,-2 0 15 0 0,-1-1-1 0 0,0 0 0 0 0,0 0 0 0 0,-1 0 0 0 0,-1-1 0 0 0,0 1 0 0 0,-1-1 1 0 0,-1 0-1 0 0,1 0 0 0 0,-2 0 0 0 0,-10 14 0 0 0,-4 2 130 0 0,-1 0-1 0 0,-1-2 0 0 0,-26 25 1 0 0,-47 38 962 0 0,94-87-1090 0 0,2-2-19 0 0,0 0 1 0 0,0 1-1 0 0,0-1 1 0 0,0 0-1 0 0,0 1 1 0 0,0-1-1 0 0,0 0 1 0 0,0 1-1 0 0,0-1 1 0 0,0 0-1 0 0,0 1 0 0 0,1-1 1 0 0,-1 0-1 0 0,0 1 1 0 0,0-1-1 0 0,0 0 1 0 0,0 1-1 0 0,1-1 1 0 0,-1 0-1 0 0,0 1 1 0 0,0-1-1 0 0,1 0 1 0 0,-1 0-1 0 0,0 1 1 0 0,0-1-1 0 0,1 0 0 0 0,-1 0 1 0 0,0 0-1 0 0,1 1 1 0 0,-1-1-1 0 0,16 2 23 0 0,22-9 25 0 0,-30 6-39 0 0,239-39 18 0 0,-143 34-2809 0 0,-84 7-1355 0 0,33 6 1 0 0,-47-7 2607 0 0,9 2-4486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22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93 2460 0 0,'-1'-2'2118'0'0,"-11"-75"13033"0"0,11 75-14599 0 0,1 1-437 0 0,0 0 0 0 0,0 0 0 0 0,-1 1 0 0 0,1-1-1 0 0,0 0 1 0 0,-1 0 0 0 0,1 1 0 0 0,-1-1 0 0 0,1 0 0 0 0,0 1-1 0 0,-1-1 1 0 0,0 1 0 0 0,1-1 0 0 0,-1 1 0 0 0,0-2 0 0 0,-7 26-49 0 0,1 1 1 0 0,1 0 0 0 0,-4 36-1 0 0,8-44-56 0 0,0-5-5 0 0,0 0-1 0 0,1 1 1 0 0,1-1-1 0 0,0 0 1 0 0,0 0-1 0 0,4 17 1 0 0,-3-25-1 0 0,0 0-1 0 0,0 0 1 0 0,0 0-1 0 0,1-1 1 0 0,-1 1 0 0 0,1-1-1 0 0,0 1 1 0 0,0-1 0 0 0,1 1-1 0 0,-1-1 1 0 0,1 0-1 0 0,-1 0 1 0 0,1 0 0 0 0,0-1-1 0 0,0 1 1 0 0,0-1 0 0 0,1 1-1 0 0,-1-1 1 0 0,1 0 0 0 0,-1 0-1 0 0,1 0 1 0 0,0-1-1 0 0,4 2 1 0 0,2 0-5 0 0,-1-1-1 0 0,0 0 1 0 0,0-1-1 0 0,1 0 1 0 0,-1 0-1 0 0,1-1 1 0 0,-1 0-1 0 0,1-1 1 0 0,-1 0-1 0 0,0 0 1 0 0,1-1-1 0 0,-1-1 1 0 0,0 1-1 0 0,0-1 1 0 0,0-1 0 0 0,-1 0-1 0 0,11-5 1 0 0,-10 3 4 0 0,1 0 0 0 0,-1-1-1 0 0,0 0 1 0 0,-1-1 0 0 0,0 0 0 0 0,0 0 0 0 0,0 0 0 0 0,-1-1 0 0 0,-1 0 0 0 0,1-1 0 0 0,-1 1 0 0 0,-1-1 0 0 0,0 0 0 0 0,4-12 0 0 0,1-2 66 0 0,5-20 275 0 0,-13 37-350 0 0,-1 11-2 0 0,0 11 6 0 0,-30 266-2568 0 0,22-194-2799 0 0,6-57 373 0 0,2-3-2594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25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99 163 1596 0 0,'-3'-3'735'0'0,"0"0"-1"0"0,0 0 1 0 0,0 0-1 0 0,0 0 1 0 0,0-1-1 0 0,1 1 1 0 0,0-1-1 0 0,0 0 1 0 0,0 0-1 0 0,0 0 1 0 0,0 0-1 0 0,-1-8 1 0 0,2 10-629 0 0,1 0-1 0 0,0 0 1 0 0,0 0 0 0 0,0 0 0 0 0,0 0-1 0 0,1 0 1 0 0,-1 1 0 0 0,0-1 0 0 0,1 0-1 0 0,-1 0 1 0 0,1 0 0 0 0,0 0-1 0 0,0 0 1 0 0,-1 0 0 0 0,1 1 0 0 0,2-4-1 0 0,21-21 916 0 0,-16 20-963 0 0,0 1 0 0 0,1-1-1 0 0,0 2 1 0 0,0-1 0 0 0,0 1-1 0 0,0 0 1 0 0,1 1 0 0 0,0 0-1 0 0,-1 1 1 0 0,1 0 0 0 0,0 1-1 0 0,0 0 1 0 0,0 0 0 0 0,0 1-1 0 0,0 0 1 0 0,0 1 0 0 0,0 0-1 0 0,0 0 1 0 0,0 1 0 0 0,0 1-1 0 0,13 4 1 0 0,-20-6-50 0 0,0 1 0 0 0,-1-1-1 0 0,1 1 1 0 0,0 0 0 0 0,-1 0 0 0 0,0 0-1 0 0,1 0 1 0 0,-1 0 0 0 0,0 0 0 0 0,0 1 0 0 0,0-1-1 0 0,0 1 1 0 0,0-1 0 0 0,-1 1 0 0 0,1 0-1 0 0,-1 0 1 0 0,2 5 0 0 0,-1-3 3 0 0,-2 0 0 0 0,1 0-1 0 0,0 0 1 0 0,-1 0 0 0 0,0 0 0 0 0,0 0-1 0 0,0 0 1 0 0,-1 0 0 0 0,0 0 0 0 0,-1 6 0 0 0,-2 3 8 0 0,-1 0 0 0 0,0 0 1 0 0,-2 0-1 0 0,1-1 0 0 0,-1 0 1 0 0,-14 19-1 0 0,-31 41 210 0 0,51-71-225 0 0,1-2-4 0 0,0 0-1 0 0,0 1 0 0 0,-1-1 0 0 0,1 0 1 0 0,0 1-1 0 0,0-1 0 0 0,-1 0 1 0 0,1 1-1 0 0,0-1 0 0 0,0 0 0 0 0,0 1 1 0 0,0-1-1 0 0,0 1 0 0 0,-1-1 0 0 0,1 0 1 0 0,0 1-1 0 0,0-1 0 0 0,0 1 0 0 0,0-1 1 0 0,0 0-1 0 0,0 1 0 0 0,0-1 0 0 0,1 1 1 0 0,-1-1-1 0 0,0 0 0 0 0,0 1 0 0 0,14 2-17 0 0,11 2-33 0 0,1 1 0 0 0,40 14 0 0 0,-59-17 52 0 0,1 1 0 0 0,-1 0 0 0 0,0 0 0 0 0,0 0 0 0 0,0 0 0 0 0,-1 1 0 0 0,1 1 0 0 0,-1-1 0 0 0,-1 1 0 0 0,1 0 0 0 0,-1 0 0 0 0,0 0-1 0 0,5 9 1 0 0,-8-12 41 0 0,0 1 0 0 0,-1 0-1 0 0,0 0 1 0 0,0 0 0 0 0,0 0-1 0 0,0 0 1 0 0,0 0 0 0 0,-1 0-1 0 0,0 0 1 0 0,0 1 0 0 0,0-1-1 0 0,0 0 1 0 0,-1 0 0 0 0,1 0 0 0 0,-1 0-1 0 0,0 0 1 0 0,0 0 0 0 0,-1 0-1 0 0,1 0 1 0 0,-1 0 0 0 0,0-1-1 0 0,0 1 1 0 0,0-1 0 0 0,-1 1-1 0 0,-3 3 1 0 0,-2 4 171 0 0,-1-1 1 0 0,0 0-1 0 0,-1 0 0 0 0,0-1 1 0 0,0-1-1 0 0,-18 12 0 0 0,7-8-24 0 0,-1 0 0 0 0,0-2 0 0 0,-1 0-1 0 0,0-2 1 0 0,0 0 0 0 0,0-2 0 0 0,-34 5 0 0 0,36-8-490 0 0,0-1 0 0 0,-1-2 0 0 0,1 0 0 0 0,0-1 0 0 0,-22-3 1 0 0,43 4 206 0 0,-1 0 0 0 0,1 0 0 0 0,-1 0 0 0 0,1 0 0 0 0,-1 0 0 0 0,1 0 0 0 0,-1 0 0 0 0,1 0 0 0 0,-1 0 0 0 0,1-1 0 0 0,-1 1 0 0 0,1 0 0 0 0,-1 0 0 0 0,1 0 0 0 0,-1-1 0 0 0,1 1 0 0 0,-1 0 0 0 0,1 0 1 0 0,0-1-1 0 0,-1 1 0 0 0,1 0 0 0 0,-1-1 0 0 0,1 1 0 0 0,0-1 0 0 0,-1 1 0 0 0,1 0 0 0 0,0-1 0 0 0,0 1 0 0 0,-1-1 0 0 0,1 1 0 0 0,0-1 0 0 0,0 1 0 0 0,0-1 0 0 0,-1 1 0 0 0,1-1 0 0 0,0 1 0 0 0,0-1 0 0 0,0 1 0 0 0,0-1 1 0 0,0 1-1 0 0,0-1 0 0 0,0 1 0 0 0,0-1 0 0 0,0 1 0 0 0,0-1 0 0 0,1 1 0 0 0,-1-1 0 0 0,0 1 0 0 0,0-1 0 0 0,0 1 0 0 0,1-1 0 0 0,-1 1 0 0 0,0-1 0 0 0,0 1 0 0 0,1-1 0 0 0,-1 1 0 0 0,0 0 0 0 0,1-1 0 0 0,-1 1 0 0 0,0 0 1 0 0,1-1-1 0 0,0 1 0 0 0,23-21-5163 0 0,-9 12 873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25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169 131 2068 0 0,'5'-5'856'0'0,"14"-12"3902"0"0,0 0 0 0 0,18-23 0 0 0,-36 39-4311 0 0,2-5 576 0 0,-10 8-721 0 0,-12 8-200 0 0,5 2-64 0 0,1 0 1 0 0,0 0-1 0 0,2 1 0 0 0,-1 1 1 0 0,1 0-1 0 0,1 1 1 0 0,1 0-1 0 0,0 0 1 0 0,1 1-1 0 0,-12 33 0 0 0,18-43-31 0 0,0-1 0 0 0,1 1 0 0 0,0 0 0 0 0,0 0-1 0 0,1 0 1 0 0,0 0 0 0 0,0 0 0 0 0,0 0-1 0 0,1 0 1 0 0,-1 0 0 0 0,1 0 0 0 0,1 0-1 0 0,-1 0 1 0 0,1 0 0 0 0,0-1 0 0 0,1 1 0 0 0,-1-1-1 0 0,1 1 1 0 0,0-1 0 0 0,1 0 0 0 0,-1 0-1 0 0,1-1 1 0 0,0 1 0 0 0,0-1 0 0 0,5 5-1 0 0,11 8 6 0 0,0 0-1 0 0,2-2 0 0 0,0 0 0 0 0,31 15 1 0 0,-41-23-9 0 0,7 3-13 0 0,-5-2 34 0 0,-1-1 1 0 0,16 13 0 0 0,-29-20-22 0 0,1 0-1 0 0,-1 1 1 0 0,0-1 0 0 0,0 1 0 0 0,1-1 0 0 0,-1 0-1 0 0,0 1 1 0 0,1-1 0 0 0,-1 1 0 0 0,0-1 0 0 0,0 1 0 0 0,0-1-1 0 0,0 1 1 0 0,0-1 0 0 0,1 1 0 0 0,-1-1 0 0 0,0 1-1 0 0,0-1 1 0 0,0 1 0 0 0,0-1 0 0 0,0 1 0 0 0,-1-1-1 0 0,1 1 1 0 0,0-1 0 0 0,0 1 0 0 0,0-1 0 0 0,0 1-1 0 0,0-1 1 0 0,-1 1 0 0 0,1-1 0 0 0,0 1 0 0 0,0-1-1 0 0,-1 1 1 0 0,-11 12 66 0 0,1-6 31 0 0,-1-1 1 0 0,0 0 0 0 0,0 0-1 0 0,-1-1 1 0 0,1-1 0 0 0,-1 0-1 0 0,0-1 1 0 0,0 0 0 0 0,-19 1-1 0 0,10-2 33 0 0,0-2-1 0 0,1 0 1 0 0,-1-1-1 0 0,0-1 1 0 0,-22-5-1 0 0,42 7-119 0 0,-1-1-1 0 0,0 1 1 0 0,0-1 0 0 0,1 0-1 0 0,-1 0 1 0 0,1 0-1 0 0,-1 0 1 0 0,1 0-1 0 0,-1-1 1 0 0,1 1-1 0 0,0-1 1 0 0,-1 0-1 0 0,1 1 1 0 0,0-1-1 0 0,0 0 1 0 0,0 0 0 0 0,1 0-1 0 0,-1-1 1 0 0,0 1-1 0 0,1 0 1 0 0,-1-1-1 0 0,1 1 1 0 0,-1-4-1 0 0,1 2-14 0 0,0 0-1 0 0,1 0 1 0 0,-1 0-1 0 0,1 0 1 0 0,0-1-1 0 0,0 1 0 0 0,1 0 1 0 0,-1 0-1 0 0,1 0 1 0 0,0 0-1 0 0,0 0 1 0 0,1 1-1 0 0,-1-1 0 0 0,1 0 1 0 0,3-6-1 0 0,8-12-17 0 0,0-1-1 0 0,2 2 0 0 0,31-35 0 0 0,61-51-42 0 0,-48 49 15 0 0,-23 25 32 0 0,-18 18 29 0 0,22-26 1 0 0,-36 36-13 0 0,0 0 0 0 0,0 0 0 0 0,-1 0-1 0 0,0 0 1 0 0,0-1 0 0 0,0 1 0 0 0,0-1 0 0 0,-1 0 0 0 0,0 0 0 0 0,1-7 0 0 0,-2 11-3 0 0,-1 0-1 0 0,0 0 1 0 0,0 1-1 0 0,0-1 1 0 0,0 0 0 0 0,-1 0-1 0 0,1 1 1 0 0,0-1-1 0 0,-1 0 1 0 0,1 1 0 0 0,-1-1-1 0 0,0 0 1 0 0,0 1-1 0 0,1-1 1 0 0,-1 1 0 0 0,0-1-1 0 0,0 1 1 0 0,0 0-1 0 0,0-1 1 0 0,-1 1 0 0 0,1 0-1 0 0,0 0 1 0 0,-1-1-1 0 0,1 1 1 0 0,0 0 0 0 0,-1 0-1 0 0,1 1 1 0 0,-1-1 0 0 0,0 0-1 0 0,1 0 1 0 0,-1 1-1 0 0,0-1 1 0 0,-2 0 0 0 0,-4-1-14 0 0,0 1 1 0 0,0-1-1 0 0,0 1 1 0 0,0 0-1 0 0,-13 1 1 0 0,8 1-238 0 0,1 1 1 0 0,0 0-1 0 0,0 0 0 0 0,0 2 1 0 0,-20 7-1 0 0,24-8-320 0 0,1 0 1 0 0,-1 1 0 0 0,1 0-1 0 0,0 1 1 0 0,0 0-1 0 0,1 0 1 0 0,-1 0-1 0 0,1 0 1 0 0,-7 10-1 0 0,11-13-34 0 0,1-1-1 0 0,-1 1 0 0 0,1 0 0 0 0,0 0 1 0 0,0 0-1 0 0,0 0 0 0 0,0 0 1 0 0,0 1-1 0 0,0 3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20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249 129 1428 0 0,'-5'-5'2653'0'0,"-16"-17"4693"0"0,5-2-3278 0 0,15 22-3977 0 0,0 0 0 0 0,1 0 1 0 0,-1 1-1 0 0,1-1 1 0 0,-1 0-1 0 0,1 0 0 0 0,0 0 1 0 0,0 0-1 0 0,0 0 1 0 0,0 0-1 0 0,0 0 1 0 0,0 0-1 0 0,1 0 0 0 0,-1 0 1 0 0,1 1-1 0 0,-1-1 1 0 0,1 0-1 0 0,0 0 1 0 0,-1 0-1 0 0,1 1 0 0 0,0-1 1 0 0,0 0-1 0 0,0 1 1 0 0,1-1-1 0 0,-1 1 0 0 0,0-1 1 0 0,0 1-1 0 0,3-2 1 0 0,-1 0-70 0 0,-1 1-10 0 0,0 0-1 0 0,0 0 0 0 0,0 0 0 0 0,0 1 0 0 0,0-1 1 0 0,0 1-1 0 0,0-1 0 0 0,1 1 0 0 0,-1 0 0 0 0,1 0 1 0 0,-1 0-1 0 0,1 0 0 0 0,-1 0 0 0 0,1 1 0 0 0,0-1 1 0 0,-1 1-1 0 0,1 0 0 0 0,0-1 0 0 0,-1 1 0 0 0,1 1 1 0 0,0-1-1 0 0,-1 0 0 0 0,1 1 0 0 0,3 0 0 0 0,-2-1-2 0 0,0 1-1 0 0,-1 0 0 0 0,1 0 1 0 0,0 0-1 0 0,-1 0 0 0 0,1 0 1 0 0,-1 1-1 0 0,1 0 0 0 0,-1-1 0 0 0,0 1 1 0 0,0 1-1 0 0,0-1 0 0 0,0 0 1 0 0,0 1-1 0 0,0-1 0 0 0,0 1 1 0 0,-1 0-1 0 0,0 0 0 0 0,1 0 1 0 0,-1 0-1 0 0,0 0 0 0 0,0 1 0 0 0,-1-1 1 0 0,1 1-1 0 0,-1-1 0 0 0,0 1 1 0 0,0-1-1 0 0,0 1 0 0 0,0 0 1 0 0,0-1-1 0 0,-1 1 0 0 0,0 0 1 0 0,0 0-1 0 0,0 0 0 0 0,0-1 0 0 0,0 1 1 0 0,-1 0-1 0 0,-1 5 0 0 0,-1 1 41 0 0,0-1 0 0 0,-1 0 0 0 0,0 0-1 0 0,0 0 1 0 0,-1 0 0 0 0,-11 15 0 0 0,-2 3 247 0 0,17-26-228 0 0,1-1-63 0 0,-1 1-1 0 0,1-1 0 0 0,-1 0 0 0 0,1 1 0 0 0,-1-1 1 0 0,1 0-1 0 0,-1 1 0 0 0,1-1 0 0 0,-1 1 1 0 0,1-1-1 0 0,0 1 0 0 0,-1-1 0 0 0,1 1 0 0 0,0 0 1 0 0,-1-1-1 0 0,1 1 0 0 0,0-1 0 0 0,0 1 0 0 0,0 0 1 0 0,0-1-1 0 0,-1 1 0 0 0,1-1 0 0 0,0 1 0 0 0,0 0 1 0 0,0-1-1 0 0,0 1 0 0 0,0 0 0 0 0,1-1 0 0 0,-1 1 1 0 0,0-1-1 0 0,0 1 0 0 0,0 0 0 0 0,0-1 0 0 0,1 1 1 0 0,-1-1-1 0 0,0 1 0 0 0,1 0 0 0 0,-1-1 1 0 0,0 1-1 0 0,1-1 0 0 0,-1 1 0 0 0,1-1 0 0 0,-1 0 1 0 0,1 1-1 0 0,6 4 8 0 0,22 12-87 0 0,44 34 0 0 0,-66-44 139 0 0,1 0-1 0 0,-1 0 1 0 0,0 0 0 0 0,0 1 0 0 0,-1 0-1 0 0,0 0 1 0 0,0 1 0 0 0,-1 0 0 0 0,0 0-1 0 0,3 10 1 0 0,-7-16 24 0 0,0 1 1 0 0,-1-1-1 0 0,1 1 0 0 0,-1-1 0 0 0,0 0 0 0 0,0 1 1 0 0,0-1-1 0 0,0 1 0 0 0,-1-1 0 0 0,0 0 0 0 0,1 1 1 0 0,-1-1-1 0 0,0 0 0 0 0,-1 0 0 0 0,1 1 0 0 0,0-1 1 0 0,-1 0-1 0 0,0 0 0 0 0,0-1 0 0 0,0 1 0 0 0,0 0 1 0 0,0-1-1 0 0,0 1 0 0 0,-1-1 0 0 0,-2 3 0 0 0,-4 3 51 0 0,1-1 0 0 0,-1 0 0 0 0,-1-1-1 0 0,1 0 1 0 0,-1 0 0 0 0,-15 5-1 0 0,4-3-109 0 0,-1-1 0 0 0,-1-1 0 0 0,1-1 0 0 0,-1-1 0 0 0,-37 1 0 0 0,-29-4-3334 0 0,1-8-6429 0 0,59 3 1508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22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102 104 2156 0 0,'-15'-91'17494'0'0,"15"90"-16955"0"0,0 0-464 0 0,0 1-1 0 0,0-1 1 0 0,0 0-1 0 0,-1 1 1 0 0,1-1 0 0 0,0 1-1 0 0,0-1 1 0 0,0 0-1 0 0,-1 1 1 0 0,1-1-1 0 0,0 1 1 0 0,0-1-1 0 0,-1 1 1 0 0,1-1 0 0 0,-1 1-1 0 0,1-1 1 0 0,0 1-1 0 0,-1-1 1 0 0,0 0-1 0 0,-4 1 395 0 0,2 9-418 0 0,-30 181 329 0 0,-3 25-633 0 0,35-209-112 0 0,-1 53-2553 0 0,6-30-836 0 0,7-5-3370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23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47 2608 0 0,'5'-12'5086'0'0,"2"-20"5432"0"0,-21 52-9110 0 0,-1 13-874 0 0,1 1-1 0 0,-11 44 0 0 0,21-63-490 0 0,1 0 0 0 0,1 0 0 0 0,0 0 0 0 0,1 0 0 0 0,0 1 0 0 0,2-1 0 0 0,-1 0 0 0 0,5 18 0 0 0,-5-28-20 0 0,2-1 0 0 0,-1 1 0 0 0,0 0 1 0 0,1 0-1 0 0,0-1 0 0 0,0 1 1 0 0,1-1-1 0 0,-1 1 0 0 0,1-1 0 0 0,0 0 1 0 0,0 0-1 0 0,0 0 0 0 0,1-1 1 0 0,-1 1-1 0 0,1-1 0 0 0,6 5 0 0 0,-4-5 40 0 0,0 1 0 0 0,0-1 0 0 0,1-1 0 0 0,-1 1-1 0 0,1-1 1 0 0,-1 0 0 0 0,1-1 0 0 0,0 1-1 0 0,0-1 1 0 0,0-1 0 0 0,7 1 0 0 0,-2-2 129 0 0,1 1-1 0 0,-1-2 1 0 0,0 1 0 0 0,1-2 0 0 0,-1 0 0 0 0,0 0-1 0 0,0-1 1 0 0,-1 0 0 0 0,1-1 0 0 0,-1-1 0 0 0,0 0-1 0 0,0 0 1 0 0,10-9 0 0 0,-13 8-95 0 0,0 0 0 0 0,-1-1 0 0 0,1 0 1 0 0,-2 0-1 0 0,1-1 0 0 0,-1 0 0 0 0,0 0 0 0 0,-1 0 0 0 0,0-1 0 0 0,-1 0 1 0 0,0 0-1 0 0,0 0 0 0 0,2-14 0 0 0,-4 17-76 0 0,-1-1-1 0 0,0 1 1 0 0,-1 0 0 0 0,0 0 0 0 0,0 0-1 0 0,0 0 1 0 0,-1 0 0 0 0,0 0-1 0 0,-1 0 1 0 0,1 0 0 0 0,-1 0-1 0 0,-1 0 1 0 0,1 0 0 0 0,-1 1 0 0 0,0-1-1 0 0,-1 1 1 0 0,1 0 0 0 0,-1 0-1 0 0,0 0 1 0 0,-1 1 0 0 0,-6-7-1 0 0,3 5-193 0 0,-1-1-1 0 0,1 2 0 0 0,-2-1 1 0 0,1 1-1 0 0,-1 0 0 0 0,0 1 1 0 0,0 1-1 0 0,-1-1 0 0 0,1 1 0 0 0,-1 1 1 0 0,0 0-1 0 0,0 1 0 0 0,0 0 1 0 0,0 0-1 0 0,0 1 0 0 0,-1 1 0 0 0,-12 1 1 0 0,1 0-1517 0 0,0 1 1 0 0,-40 10 0 0 0,-40 20-6706 0 0,46-10 132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26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93 2344 0 0,'-19'-55'11194'0'0,"18"51"-10620"0"0,0 1 7 0 0,0-1 1 0 0,-1 0-1 0 0,1 0 1 0 0,-1 0 0 0 0,1 1-1 0 0,-1-1 1 0 0,-2-3-1 0 0,3 6-151 0 0,-4 26-365 0 0,2-1-1 0 0,0 1 0 0 0,2-1 0 0 0,1 1 0 0 0,1 0 0 0 0,0-1 1 0 0,9 37-1 0 0,-9-54-50 0 0,2 1 0 0 0,-1-1 0 0 0,1 1 0 0 0,0-1 1 0 0,0 0-1 0 0,1 0 0 0 0,0 0 0 0 0,0 0 0 0 0,0-1 0 0 0,1 1 0 0 0,0-1 0 0 0,1-1 1 0 0,-1 1-1 0 0,1-1 0 0 0,9 7 0 0 0,-10-9-2 0 0,-1 0-1 0 0,1 0 1 0 0,0 0 0 0 0,0-1-1 0 0,0 0 1 0 0,1 0 0 0 0,-1-1 0 0 0,0 0-1 0 0,1 1 1 0 0,-1-2 0 0 0,0 1-1 0 0,1-1 1 0 0,-1 1 0 0 0,1-2-1 0 0,0 1 1 0 0,-1 0 0 0 0,0-1-1 0 0,1 0 1 0 0,-1-1 0 0 0,0 1-1 0 0,1-1 1 0 0,-1 0 0 0 0,6-3 0 0 0,-4 1 27 0 0,-1 0 1 0 0,1 0 0 0 0,-1-1-1 0 0,0 0 1 0 0,-1 0 0 0 0,1 0-1 0 0,-1-1 1 0 0,0 0 0 0 0,0 0-1 0 0,-1 0 1 0 0,1-1 0 0 0,-1 1-1 0 0,5-14 1 0 0,0-3 1050 0 0,-1-1 0 0 0,10-44 0 0 0,-14 47-667 0 0,-7 31-288 0 0,-7 33-39 0 0,-25 160 42 0 0,27-152-688 0 0,-15 126 847 0 0,20-88-4562 0 0,8-2-7159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27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592 38 804 0 0,'-17'-2'7585'0'0,"-3"3"-4212"0"0,26 0-2183 0 0,39-1-1024 0 0,231-28 123 0 0,-179 19 433 0 0,-94 9-704 0 0,0 0-35 0 0,-1 0 15 0 0,1 0 1 0 0,-1 0-1 0 0,0 0 1 0 0,1 1-1 0 0,-1-1 1 0 0,0 1 0 0 0,1-1-1 0 0,-1 1 1 0 0,0 0-1 0 0,0 0 1 0 0,0 0-1 0 0,0 0 1 0 0,0 1-1 0 0,0-1 1 0 0,0 0-1 0 0,0 1 1 0 0,-1-1-1 0 0,1 1 1 0 0,0 0-1 0 0,-1 0 1 0 0,1-1-1 0 0,-1 1 1 0 0,2 4-1 0 0,2 3 31 0 0,-2 0 0 0 0,1 0 0 0 0,-1 0 0 0 0,3 18 0 0 0,3 23 827 0 0,-2 0 0 0 0,1 98 1 0 0,-18 103 1096 0 0,9-241-1908 0 0,-72 672 1586 0 0,-3 59-1159 0 0,69-255-45 0 0,23 1 786 0 0,0 284 803 0 0,-17-711-1085 0 0,-12 68 1 0 0,9-104-550 0 0,-1 0 1 0 0,-1 0-1 0 0,-1 0 1 0 0,-1-1-1 0 0,-17 34 1 0 0,18-46-336 0 0,0 0 0 0 0,0-1 0 0 0,-1 0 0 0 0,-1-1 0 0 0,0 0 0 0 0,0 0 0 0 0,-1-1 0 0 0,0 0 0 0 0,0-1 0 0 0,-20 12 1 0 0,-12 2-206 0 0,-69 25 0 0 0,81-34-104 0 0,-228 78-4547 0 0,83-37-2288 0 0,97-30 1418 0 0,13-4-2995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3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31 526 596 0 0,'-15'-2'8645'0'0,"14"2"-8601"0"0,1 0 0 0 0,-1 0 0 0 0,1 0 0 0 0,-1 0 0 0 0,1 0 0 0 0,-1 0-1 0 0,0 0 1 0 0,1 0 0 0 0,-1 0 0 0 0,1 1 0 0 0,-1-1 0 0 0,1 0 0 0 0,-1 0 0 0 0,1 0 0 0 0,-1 1 0 0 0,1-1 0 0 0,-1 0 0 0 0,1 0 0 0 0,-1 1 0 0 0,1-1 0 0 0,-1 0 0 0 0,1 1 0 0 0,0-1-1 0 0,-1 1 1 0 0,1-1 0 0 0,-1 1 0 0 0,1-1 0 0 0,0 1 0 0 0,0-1 0 0 0,-1 1 0 0 0,1-1 0 0 0,0 1 0 0 0,0-1 0 0 0,0 1 0 0 0,-1-1 0 0 0,1 1 0 0 0,0-1 0 0 0,0 1 0 0 0,0-1 0 0 0,0 1 0 0 0,0 0-1 0 0,0-1 1 0 0,0 1 0 0 0,1 1 96 0 0,29 18 626 0 0,-26-18-649 0 0,0 1-1 0 0,-1-1 0 0 0,1 0 0 0 0,1 0 0 0 0,-1-1 0 0 0,0 1 0 0 0,0-1 0 0 0,1 0 1 0 0,-1 0-1 0 0,6 0 0 0 0,48 2 30 0 0,-51-3-117 0 0,379-33 104 0 0,-248 16-109 0 0,1931-211-41 0 0,-1470 162 195 0 0,-590 64-162 0 0,1 0-1 0 0,-1 0 1 0 0,1-1 0 0 0,-1 0 0 0 0,0 0 0 0 0,0-1 0 0 0,8-6 0 0 0,-8 6-19 0 0,-7 2 1 0 0,-1 0 1 0 0,1 1 0 0 0,-1-1-1 0 0,0 0 1 0 0,0 0 0 0 0,0 0 0 0 0,0 0-1 0 0,0 0 1 0 0,0 0 0 0 0,0 0-1 0 0,-1 0 1 0 0,1 0 0 0 0,-1 0-1 0 0,1 0 1 0 0,-1 0 0 0 0,0 0 0 0 0,0-1-1 0 0,0-1 1 0 0,-5-4-6 0 0,0 1 0 0 0,0-1-1 0 0,-1 2 1 0 0,0-1 0 0 0,0 1 0 0 0,-1 0 0 0 0,1 0-1 0 0,-1 0 1 0 0,-1 1 0 0 0,-10-6 0 0 0,-16-13 23 0 0,-54-39-182 0 0,86 61 136 0 0,8 4-90 0 0,1 0 103 0 0,-1 0 1 0 0,-1 0 0 0 0,1 1-1 0 0,0 0 1 0 0,0 0-1 0 0,-1 0 1 0 0,0 1-1 0 0,0-1 1 0 0,0 1 0 0 0,0 1-1 0 0,0-1 1 0 0,-1 1-1 0 0,6 8 1 0 0,1 0 9 0 0,-2 0 0 0 0,1 2 0 0 0,-2-1-1 0 0,10 22 1 0 0,-14-26 25 0 0,-1 1 0 0 0,0-1-1 0 0,-1 1 1 0 0,0 0 0 0 0,0 0 0 0 0,-1 0-1 0 0,-1 0 1 0 0,0 0 0 0 0,0 0 0 0 0,-1 0-1 0 0,-1 0 1 0 0,1 0 0 0 0,-2-1-1 0 0,0 1 1 0 0,0 0 0 0 0,-1-1 0 0 0,0 0-1 0 0,-6 10 1 0 0,-5 8-374 0 0,-1-1 0 0 0,-2-1 0 0 0,-1 0 0 0 0,0-2 0 0 0,-26 24 0 0 0,20-22-1992 0 0,-32 24 0 0 0,11-16-2058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3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53 312 0 0,'14'-42'10118'0'0,"-14"32"-8642"0"0,-18 291-626 0 0,0 3-2160 0 0,23-229-3995 0 0,-3-41 1568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4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12 193 1668 0 0,'-3'-8'843'0'0,"1"0"1"0"0,0-1-1 0 0,0 1 0 0 0,1 0 0 0 0,0-1 1 0 0,1 1-1 0 0,0 0 0 0 0,0-1 0 0 0,2-13 1 0 0,0 17-754 0 0,-1 0 1 0 0,1 1-1 0 0,0-1 1 0 0,0 1-1 0 0,0 0 1 0 0,0-1-1 0 0,1 1 1 0 0,0 0-1 0 0,0 0 1 0 0,0 1-1 0 0,0-1 1 0 0,0 1-1 0 0,1-1 1 0 0,0 1-1 0 0,-1 0 1 0 0,1 1-1 0 0,1-1 1 0 0,3-2-1 0 0,0 1-58 0 0,0 1 0 0 0,0 0 0 0 0,0 0 0 0 0,0 1 0 0 0,1 0 0 0 0,-1 0 0 0 0,1 1 0 0 0,-1 0-1 0 0,1 1 1 0 0,-1-1 0 0 0,1 2 0 0 0,0-1 0 0 0,13 4 0 0 0,-12-2-17 0 0,-1 0 0 0 0,0 1 1 0 0,0 0-1 0 0,0 0 0 0 0,0 1 0 0 0,-1 0 1 0 0,1 1-1 0 0,-1 0 0 0 0,0 0 0 0 0,-1 0 1 0 0,1 1-1 0 0,7 8 0 0 0,-12-10 1 0 0,0 1-1 0 0,1-1 1 0 0,-2 1 0 0 0,1 0-1 0 0,-1 0 1 0 0,1 0 0 0 0,-1 0-1 0 0,-1 0 1 0 0,1 0 0 0 0,-1 0-1 0 0,0 1 1 0 0,0-1 0 0 0,0 1-1 0 0,-1-1 1 0 0,0 0 0 0 0,0 1-1 0 0,0-1 1 0 0,-1 1 0 0 0,1-1-1 0 0,-1 1 1 0 0,-1-1-1 0 0,1 0 1 0 0,-3 7 0 0 0,-2 3 24 0 0,0-1 1 0 0,-1 0-1 0 0,0 0 1 0 0,-1 0-1 0 0,-1-1 1 0 0,-19 23 0 0 0,8-15 277 0 0,-2-1 0 0 0,0 0 1 0 0,-1-2-1 0 0,-1-1 1 0 0,-37 21-1 0 0,40-33 133 0 0,17-5-210 0 0,13-2-136 0 0,3 2-101 0 0,0 0 0 0 0,1 1 1 0 0,-1 0-1 0 0,0 1 0 0 0,0 0 0 0 0,0 1 0 0 0,0 0 0 0 0,0 1 0 0 0,0 0 0 0 0,16 9 1 0 0,-5-1 8 0 0,-1 0 1 0 0,-1 2 0 0 0,0 1-1 0 0,23 20 1 0 0,13 21-974 0 0,-23-22-1658 0 0,2-2-3551 0 0,-25-23 2374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4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31 112 68 0 0,'-9'-34'7108'0'0,"8"2"-4115"0"0,1 30-2921 0 0,1 1-1 0 0,-1-1 1 0 0,1 1-1 0 0,-1-1 1 0 0,1 0 0 0 0,0 1-1 0 0,0 0 1 0 0,0-1 0 0 0,0 1-1 0 0,0-1 1 0 0,0 1-1 0 0,0 0 1 0 0,0 0 0 0 0,1 0-1 0 0,1-2 1 0 0,22-13 489 0 0,-23 15-535 0 0,0 0 0 0 0,0 0 1 0 0,0 1-1 0 0,0-1 0 0 0,0 1 1 0 0,0-1-1 0 0,0 1 0 0 0,0 0 0 0 0,0 0 1 0 0,0 0-1 0 0,1 0 0 0 0,-1 0 1 0 0,0 0-1 0 0,0 1 0 0 0,0-1 1 0 0,0 1-1 0 0,0-1 0 0 0,0 1 1 0 0,0 0-1 0 0,0 0 0 0 0,0-1 0 0 0,-1 2 1 0 0,1-1-1 0 0,0 0 0 0 0,3 3 1 0 0,-4-2 46 0 0,1 0 0 0 0,0 1 0 0 0,-1-1 0 0 0,1 1 0 0 0,-1-1 0 0 0,0 1 0 0 0,0 0 0 0 0,0 0 0 0 0,0 0 0 0 0,0-1 0 0 0,-1 1 0 0 0,1 0 0 0 0,-1 0 0 0 0,0 0 0 0 0,0 0 0 0 0,0 0 0 0 0,0 0 0 0 0,-1 3 0 0 0,-1 7 204 0 0,-1-1 0 0 0,0 0-1 0 0,0 0 1 0 0,-1-1 0 0 0,-11 21-1 0 0,-35 52 817 0 0,23-41-747 0 0,18-31-253 0 0,7-10-81 0 0,1 0 0 0 0,-1-1 1 0 0,1 1-1 0 0,0 0 0 0 0,0 0 1 0 0,0 0-1 0 0,0 1 0 0 0,0-1 1 0 0,0 0-1 0 0,0 0 1 0 0,0 5-1 0 0,1-7-9 0 0,0 1 0 0 0,0-1-1 0 0,0 0 1 0 0,1 1 0 0 0,-1-1 0 0 0,0 1 0 0 0,0-1-1 0 0,1 0 1 0 0,-1 1 0 0 0,0-1 0 0 0,1 0 0 0 0,-1 0 0 0 0,0 1-1 0 0,1-1 1 0 0,-1 0 0 0 0,1 0 0 0 0,-1 1 0 0 0,0-1 0 0 0,1 0-1 0 0,-1 0 1 0 0,1 0 0 0 0,-1 0 0 0 0,1 0 0 0 0,-1 0-1 0 0,0 0 1 0 0,1 0 0 0 0,-1 0 0 0 0,1 0 0 0 0,-1 0 0 0 0,1 0-1 0 0,-1 0 1 0 0,1 0 0 0 0,-1 0 0 0 0,0 0 0 0 0,1 0-1 0 0,-1 0 1 0 0,1-1 0 0 0,0 1 0 0 0,22-5 28 0 0,-22 5-25 0 0,45-14-1092 0 0,86-39 0 0 0,37-33-7567 0 0,-127 63 4448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4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73 148 1212 0 0,'-3'0'2373'0'0,"-21"-3"2698"0"0,3 1-54 0 0,12 1-4451 0 0,6 0 652 0 0,2 1-677 0 0,-10-3 640 0 0,13 0-1162 0 0,0 1 0 0 0,0 0 0 0 0,0 0 1 0 0,0 0-1 0 0,0 1 0 0 0,0-1 0 0 0,1 0 0 0 0,-1 1 0 0 0,1-1 0 0 0,-1 1 1 0 0,1 0-1 0 0,5-2 0 0 0,43-11 65 0 0,-26 8-58 0 0,99-27-1731 0 0,50-16-7995 0 0,-145 38 5971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5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12 108 1636 0 0,'-9'-24'7134'0'0,"6"1"-4117"0"0,4 21-2957 0 0,-1 0 0 0 0,1-1 0 0 0,-1 1 0 0 0,1 0 0 0 0,0 0 0 0 0,-1 0 0 0 0,1 0 0 0 0,0 0-1 0 0,0 1 1 0 0,1-1 0 0 0,-1 0 0 0 0,0 0 0 0 0,0 1 0 0 0,1-1 0 0 0,-1 1 0 0 0,1-1 0 0 0,0 1 0 0 0,-1 0 0 0 0,1-1 0 0 0,4-1 0 0 0,0 0-37 0 0,0 0 1 0 0,0 0-1 0 0,0 0 0 0 0,0 1 1 0 0,1 0-1 0 0,-1 0 0 0 0,1 1 1 0 0,-1 0-1 0 0,1 0 1 0 0,0 0-1 0 0,0 1 0 0 0,-1 0 1 0 0,1 1-1 0 0,0-1 0 0 0,0 1 1 0 0,-1 0-1 0 0,1 1 1 0 0,11 4-1 0 0,-13-4 0 0 0,0 0 0 0 0,-1 1 1 0 0,1-1-1 0 0,-1 1 0 0 0,0 0 0 0 0,1 0 1 0 0,-2 1-1 0 0,1-1 0 0 0,0 1 0 0 0,-1 0 0 0 0,1 0 1 0 0,-1 0-1 0 0,0 0 0 0 0,-1 1 0 0 0,1-1 1 0 0,-1 1-1 0 0,0 0 0 0 0,0-1 0 0 0,0 1 0 0 0,-1 0 1 0 0,1 0-1 0 0,-1 0 0 0 0,-1 1 0 0 0,2 8 1 0 0,-3 3 102 0 0,0 0 0 0 0,0 0 0 0 0,-2 0 0 0 0,0 0 0 0 0,-1 0 0 0 0,-1-1 0 0 0,0 0 0 0 0,-1 0 0 0 0,-15 27 0 0 0,-10 11 466 0 0,-48 65 0 0 0,71-108-505 0 0,-13 18 76 0 0,10-15-106 0 0,0 2 0 0 0,-10 17 0 0 0,21-31-30 0 0,0-1-22 0 0,0 0 0 0 0,0 0 0 0 0,1 0 0 0 0,-1 0 0 0 0,1 0 0 0 0,-1 0 0 0 0,1 0 0 0 0,-1 0 0 0 0,1 0 0 0 0,-1 0 0 0 0,1 0 0 0 0,0-1 0 0 0,0 1 0 0 0,-1 0 1 0 0,1 0-1 0 0,0-1 0 0 0,0 1 0 0 0,0 0 0 0 0,0-1 0 0 0,0 1 0 0 0,0-1 0 0 0,0 1 0 0 0,0-1 0 0 0,0 0 0 0 0,0 1 0 0 0,0-1 0 0 0,0 0 0 0 0,0 0 0 0 0,0 1 0 0 0,0-1 0 0 0,0 0 0 0 0,0 0 0 0 0,1 0 0 0 0,-1-1 0 0 0,1 1 0 0 0,49-5 58 0 0,-42 3-46 0 0,199-38-2041 0 0,-73-1-5705 0 0,-95 26 2662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5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50 656 0 0,'-37'-45'13829'0'0,"37"45"-13779"0"0,0-1 1 0 0,0 1-1 0 0,-1 0 0 0 0,1-1 0 0 0,0 1 0 0 0,-1 0 0 0 0,1 0 0 0 0,0-1 1 0 0,0 1-1 0 0,-1 0 0 0 0,1 0 0 0 0,0 0 0 0 0,-1-1 0 0 0,1 1 0 0 0,-1 0 0 0 0,1 0 1 0 0,0 0-1 0 0,-1 0 0 0 0,1 0 0 0 0,0 0 0 0 0,-1 0 0 0 0,1 0 0 0 0,-1 0 1 0 0,0 0-1 0 0,0 2-10 0 0,-1 0 0 0 0,1 0 0 0 0,0 0 0 0 0,-1 1 0 0 0,1-1 0 0 0,0 0 0 0 0,1 1 0 0 0,-1-1 0 0 0,0 1 0 0 0,1-1 0 0 0,-1 1 0 0 0,1-1 0 0 0,0 1 0 0 0,0 0 0 0 0,0 2 0 0 0,2 52 293 0 0,0-35-245 0 0,-4 169 464 0 0,-1-60-589 0 0,8-56-5789 0 0,-4-65 2450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6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106 206 1976 0 0,'-2'-13'1691'0'0,"1"0"0"0"0,1 0 0 0 0,0 0 0 0 0,3-20 1 0 0,-2 28-1556 0 0,0 1 1 0 0,0-1 0 0 0,1 0 0 0 0,0 1-1 0 0,0-1 1 0 0,0 1 0 0 0,0 0 0 0 0,1-1-1 0 0,-1 1 1 0 0,1 0 0 0 0,0 1 0 0 0,1-1 0 0 0,-1 0-1 0 0,1 1 1 0 0,5-5 0 0 0,1 1-52 0 0,0 1 1 0 0,0 0-1 0 0,0 0 0 0 0,0 1 1 0 0,1 1-1 0 0,0-1 1 0 0,12-2-1 0 0,-18 6-68 0 0,-1 0-1 0 0,1 1 0 0 0,0-1 1 0 0,0 1-1 0 0,0 0 1 0 0,-1 0-1 0 0,1 0 1 0 0,8 2-1 0 0,-10-1-4 0 0,0 0 0 0 0,-1 0 0 0 0,1 0-1 0 0,0 0 1 0 0,-1 0 0 0 0,1 1 0 0 0,-1-1 0 0 0,0 1-1 0 0,0-1 1 0 0,1 1 0 0 0,-1 0 0 0 0,0 0 0 0 0,0 0-1 0 0,-1 0 1 0 0,4 5 0 0 0,-3-4 14 0 0,-1 0-1 0 0,0 0 1 0 0,0 0 0 0 0,-1 0-1 0 0,1 0 1 0 0,0 0 0 0 0,-1 0-1 0 0,0 0 1 0 0,0 0 0 0 0,0 0 0 0 0,0 0-1 0 0,0 1 1 0 0,-1-1 0 0 0,1 0-1 0 0,-1 0 1 0 0,0 0 0 0 0,0 0-1 0 0,0 0 1 0 0,-3 4 0 0 0,-2 6 44 0 0,-1 1 1 0 0,-14 19-1 0 0,6-13-3 0 0,0-1 0 0 0,-1-1 0 0 0,-2 0 0 0 0,0-1 0 0 0,-23 17 0 0 0,-5-1 2115 0 0,-55 29-1 0 0,71-44-1525 0 0,30-18-657 0 0,0 1 0 0 0,0-1 1 0 0,0 0-1 0 0,0 1 0 0 0,0-1 0 0 0,1 1 1 0 0,-1-1-1 0 0,0 1 0 0 0,0-1 0 0 0,0 1 1 0 0,0-1-1 0 0,1 1 0 0 0,-1-1 0 0 0,0 1 1 0 0,0-1-1 0 0,1 0 0 0 0,-1 1 0 0 0,0-1 0 0 0,1 1 1 0 0,-1-1-1 0 0,0 0 0 0 0,1 1 0 0 0,-1-1 1 0 0,1 0-1 0 0,-1 0 0 0 0,0 1 0 0 0,2-1 1 0 0,12 11-16 0 0,-13-10 15 0 0,61 40-36 0 0,-21-14 44 0 0,57 49-1 0 0,-13-5-3257 0 0,-68-58-637 0 0,27 14 0 0 0,-20-15-2405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6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64 1396 0 0,'-2'-16'8093'0'0,"-9"-28"4553"0"0,7 40-11271 0 0,4 4-1365 0 0,0 0 0 0 0,-1 1 0 0 0,1-1 1 0 0,0 0-1 0 0,0 0 0 0 0,0 1 0 0 0,0-1 0 0 0,-1 0 0 0 0,1 1 1 0 0,0-1-1 0 0,0 0 0 0 0,0 0 0 0 0,0 1 0 0 0,0-1 0 0 0,0 0 1 0 0,0 1-1 0 0,-1-1 0 0 0,1 0 0 0 0,0 1 0 0 0,0-1 1 0 0,0 0-1 0 0,0 1 0 0 0,0-1 0 0 0,1 0 0 0 0,-1 0 0 0 0,0 1 1 0 0,0-1-1 0 0,0 0 0 0 0,0 1 0 0 0,0-1 0 0 0,0 0 0 0 0,0 1 1 0 0,1-1-1 0 0,-1 0 0 0 0,0 0 0 0 0,1 1 0 0 0,10 46-1533 0 0,9 81 1 0 0,-13-7-9322 0 0,-7-84 3251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8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5 1556 0 0,'-12'-5'11668'0'0,"11"6"-11652"0"0,-1 0 1 0 0,1-1 0 0 0,0 1-1 0 0,0 0 1 0 0,0 0-1 0 0,0 0 1 0 0,0 0 0 0 0,0 0-1 0 0,0 0 1 0 0,0 0-1 0 0,0 0 1 0 0,1 0 0 0 0,-1 0-1 0 0,0 0 1 0 0,1 1-1 0 0,-1-1 1 0 0,1 0-1 0 0,-1 0 1 0 0,1 1 0 0 0,-1-1-1 0 0,1 0 1 0 0,0 1-1 0 0,0-1 1 0 0,0 0 0 0 0,0 2-1 0 0,-4 49-10 0 0,3-33 42 0 0,-11 102-280 0 0,-4 74 743 0 0,11-65-8920 0 0,5-119 5234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8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9 191 1824 0 0,'-2'-6'717'0'0,"0"0"1"0"0,1 0-1 0 0,0-1 0 0 0,0 1 0 0 0,0-1 1 0 0,1 1-1 0 0,0-1 0 0 0,1-11 0 0 0,0 12-451 0 0,0 1 1 0 0,1-1-1 0 0,-1 1 0 0 0,1-1 0 0 0,1 1 0 0 0,-1 0 0 0 0,1 0 0 0 0,-1 0 0 0 0,5-6 1 0 0,-2 6-212 0 0,0 0 1 0 0,0 0-1 0 0,0 0 1 0 0,0 0-1 0 0,1 1 1 0 0,0 0-1 0 0,0 0 1 0 0,0 0-1 0 0,0 1 1 0 0,1 0-1 0 0,-1 0 1 0 0,1 0-1 0 0,-1 1 1 0 0,1 0-1 0 0,0 1 1 0 0,0-1-1 0 0,8 1 1 0 0,-5 0-40 0 0,1 0 0 0 0,-1 1 0 0 0,0 1 0 0 0,1 0 0 0 0,-1 0 1 0 0,0 1-1 0 0,0 0 0 0 0,0 1 0 0 0,11 4 0 0 0,-19-6-7 0 0,1 0 0 0 0,0 0 0 0 0,0 1 0 0 0,-1-1 0 0 0,1 1 0 0 0,-1-1 0 0 0,1 1 0 0 0,-1 0 0 0 0,0 0 1 0 0,0 0-1 0 0,0 0 0 0 0,0 1 0 0 0,0-1 0 0 0,0 1 0 0 0,0-1 0 0 0,-1 1 0 0 0,1-1 0 0 0,-1 1 0 0 0,0 0 0 0 0,0 0 0 0 0,0-1 0 0 0,0 1 0 0 0,-1 0 0 0 0,1 0 0 0 0,-1 0 0 0 0,1 0 0 0 0,-1 0 0 0 0,0 0 0 0 0,0 0 1 0 0,0 0-1 0 0,-1 0 0 0 0,1 0 0 0 0,-1 0 0 0 0,-1 5 0 0 0,-2 4 11 0 0,-1-1 0 0 0,0 0 0 0 0,0 0 0 0 0,-1-1 0 0 0,0 0 0 0 0,-1 0 0 0 0,0 0 0 0 0,0-1 0 0 0,-1 0 1 0 0,-10 9-1 0 0,-4 1 213 0 0,0-1 0 0 0,-50 29 0 0 0,37-28 795 0 0,33-18-928 0 0,-7 1 6 0 0,11 3-46 0 0,16 5-57 0 0,133 56 108 0 0,-71-29-1997 0 0,2-5-4656 0 0,-62-25 2628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50 105 1976 0 0,'-22'-27'5979'0'0,"20"25"-5686"0"0,-1 0 0 0 0,1-1 1 0 0,-1 1-1 0 0,1-1 0 0 0,0 0 1 0 0,0 1-1 0 0,1-1 0 0 0,-1 0 1 0 0,0 0-1 0 0,1 0 0 0 0,0 0 1 0 0,0-1-1 0 0,0 1 0 0 0,0 0 1 0 0,0-4-1 0 0,1 6-275 0 0,0 0 0 0 0,0 0 0 0 0,0 0 0 0 0,1 0 0 0 0,-1 0 0 0 0,0 0 0 0 0,1 0 0 0 0,-1 0 0 0 0,1 0 0 0 0,-1 0 0 0 0,1 1 0 0 0,-1-1 0 0 0,1 0 0 0 0,0 0 0 0 0,0 1 0 0 0,-1-1 0 0 0,1 0 0 0 0,0 1 0 0 0,0-1 0 0 0,0 0 0 0 0,-1 1 0 0 0,1-1 0 0 0,0 1 0 0 0,0 0-1 0 0,2-1 1 0 0,21-5 30 0 0,-22 5-26 0 0,0 1-16 0 0,0-1 1 0 0,0 1 0 0 0,0-1 0 0 0,0 1 0 0 0,0 0-1 0 0,0 0 1 0 0,0 0 0 0 0,0 0 0 0 0,0 0 0 0 0,0 1-1 0 0,0-1 1 0 0,0 1 0 0 0,0-1 0 0 0,0 1 0 0 0,0 0 0 0 0,0-1-1 0 0,0 1 1 0 0,0 0 0 0 0,0 0 0 0 0,0 0 0 0 0,-1 1-1 0 0,1-1 1 0 0,-1 0 0 0 0,1 1 0 0 0,-1-1 0 0 0,1 1-1 0 0,-1-1 1 0 0,0 1 0 0 0,1 0 0 0 0,-1 0 0 0 0,0-1-1 0 0,0 1 1 0 0,-1 0 0 0 0,1 0 0 0 0,1 3 0 0 0,-1-1 15 0 0,0 1 1 0 0,0 0 0 0 0,0-1-1 0 0,-1 1 1 0 0,1 0 0 0 0,-1-1-1 0 0,0 1 1 0 0,-1 0-1 0 0,1-1 1 0 0,-1 1 0 0 0,0 0-1 0 0,0-1 1 0 0,-3 9 0 0 0,-36 65 312 0 0,40-77-314 0 0,-1 0-20 0 0,1-1 0 0 0,0 1 0 0 0,-1-1 0 0 0,1 1 0 0 0,0 0 0 0 0,0-1 0 0 0,0 1 0 0 0,0-1 0 0 0,0 1 0 0 0,0-1 0 0 0,0 1 0 0 0,0 0 0 0 0,0-1 0 0 0,0 1 0 0 0,0-1 0 0 0,0 1 0 0 0,0 0 0 0 0,0-1 0 0 0,0 1 0 0 0,0-1 0 0 0,1 1 0 0 0,-1-1 0 0 0,0 1 1 0 0,1-1-1 0 0,-1 1 0 0 0,0-1 0 0 0,1 1 0 0 0,-1 0 0 0 0,18-1-33 0 0,-7-2 19 0 0,-9 2 12 0 0,63-3-92 0 0,-58 3 100 0 0,-1 1-1 0 0,1-1 0 0 0,-1 1 1 0 0,1 1-1 0 0,-1-1 1 0 0,0 1-1 0 0,0 0 1 0 0,0 1-1 0 0,7 3 1 0 0,-12-6 23 0 0,0 1 0 0 0,0 0 0 0 0,0-1 1 0 0,0 1-1 0 0,-1 0 0 0 0,1-1 0 0 0,0 1 1 0 0,0 0-1 0 0,-1 0 0 0 0,1 0 0 0 0,0 0 1 0 0,-1 0-1 0 0,1 0 0 0 0,-1 0 0 0 0,1 0 1 0 0,-1 0-1 0 0,0 0 0 0 0,1 0 0 0 0,-1 0 1 0 0,0 0-1 0 0,0 0 0 0 0,0 0 0 0 0,0 2 1 0 0,0 0 20 0 0,0-1 1 0 0,-1 1-1 0 0,1 0 1 0 0,-1-1-1 0 0,0 1 1 0 0,0 0 0 0 0,0-1-1 0 0,0 1 1 0 0,-3 2-1 0 0,-1 3 45 0 0,0 0-1 0 0,-1-1 0 0 0,0 0 1 0 0,-13 11-1 0 0,1-3-52 0 0,-1-1 0 0 0,0-1 0 0 0,0-1 0 0 0,-25 11 0 0 0,-11-1-3827 0 0,41-21-365 0 0,11-2 3012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9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1 140 1488 0 0,'2'-2'1989'0'0,"66"-29"7826"0"0,1 3-5822 0 0,-18 11-5081 0 0,0 2 0 0 0,67-11 0 0 0,-25 11-6051 0 0,-64 10 2661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39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114 132 1832 0 0,'-51'-34'12252'0'0,"50"33"-12198"0"0,1 0 0 0 0,-1 1 0 0 0,1-1 1 0 0,-1 0-1 0 0,1 0 0 0 0,0 1 0 0 0,-1-1 0 0 0,1 0 1 0 0,0 0-1 0 0,0 0 0 0 0,-1 0 0 0 0,1 0 0 0 0,0 1 0 0 0,0-1 1 0 0,0 0-1 0 0,0 0 0 0 0,0 0 0 0 0,0 0 0 0 0,1 0 1 0 0,-1 0-1 0 0,0 1 0 0 0,0-1 0 0 0,0 0 0 0 0,1 0 0 0 0,-1 0 1 0 0,1 0-1 0 0,-1 1 0 0 0,0-1 0 0 0,1-1 0 0 0,15-19 417 0 0,-8 14-411 0 0,1 1-1 0 0,-1 1 0 0 0,1 0 1 0 0,0 0-1 0 0,0 0 1 0 0,0 1-1 0 0,0 0 0 0 0,21-4 1 0 0,-26 7-58 0 0,0 1 0 0 0,0 0 0 0 0,0-1 0 0 0,1 1 0 0 0,-1 1 0 0 0,0-1 0 0 0,0 1 0 0 0,0-1 0 0 0,0 1 0 0 0,0 0 0 0 0,0 1 0 0 0,0-1 0 0 0,0 1 0 0 0,0 0 0 0 0,0 0 0 0 0,-1 0 0 0 0,1 0 0 0 0,-1 1 0 0 0,1-1 0 0 0,3 5 0 0 0,-5-4 6 0 0,-1 0 1 0 0,0 0-1 0 0,1 0 0 0 0,-1 0 1 0 0,0 0-1 0 0,-1 0 0 0 0,1 1 1 0 0,-1-1-1 0 0,1 0 0 0 0,-1 0 1 0 0,0 1-1 0 0,0-1 1 0 0,0 0-1 0 0,-1 1 0 0 0,1-1 1 0 0,-1 0-1 0 0,-1 4 0 0 0,-2 7 50 0 0,-1 0-1 0 0,-10 20 1 0 0,5-11-9 0 0,9-20-29 0 0,-18 33-19 0 0,18-35-24 0 0,2 0 18 0 0,-1 1-1 0 0,1-1 1 0 0,-1 0 0 0 0,1 0 0 0 0,-1 0 0 0 0,1 0-1 0 0,0 1 1 0 0,-1-1 0 0 0,1 0 0 0 0,0 0 0 0 0,0 0-1 0 0,0 0 1 0 0,0-1 0 0 0,0 1 0 0 0,0 0 0 0 0,0 0-1 0 0,0 0 1 0 0,0-1 0 0 0,2 2 0 0 0,33 15-72 0 0,-15-7 32 0 0,-16-8 54 0 0,0 1 1 0 0,0 1-1 0 0,0-1 0 0 0,0 1 1 0 0,-1 0-1 0 0,1 0 1 0 0,-1 0-1 0 0,0 1 0 0 0,0-1 1 0 0,-1 1-1 0 0,1 0 1 0 0,-1 0-1 0 0,4 9 0 0 0,-6-11 44 0 0,0 0 0 0 0,0 0 0 0 0,0 0 0 0 0,-1 1 0 0 0,1-1 0 0 0,-1 0 0 0 0,0 0-1 0 0,0 1 1 0 0,0-1 0 0 0,0 0 0 0 0,-1 0 0 0 0,1 1 0 0 0,-1-1 0 0 0,0 0 0 0 0,0 0 0 0 0,0 0-1 0 0,0 0 1 0 0,-1 0 0 0 0,1 0 0 0 0,-1 0 0 0 0,1 0 0 0 0,-1 0 0 0 0,0-1 0 0 0,0 1 0 0 0,-1-1-1 0 0,-2 3 1 0 0,-5 4 25 0 0,-1 0 0 0 0,1-1 0 0 0,-2 0-1 0 0,1-1 1 0 0,-1 0 0 0 0,0-1-1 0 0,-1-1 1 0 0,1 0 0 0 0,-18 5 0 0 0,10-5-167 0 0,1-1 1 0 0,-1 0 0 0 0,0-1 0 0 0,0-2 0 0 0,-34 0-1 0 0,51-1-171 0 0,0-1-1 0 0,0 1 0 0 0,0 0 1 0 0,0-1-1 0 0,1 0 0 0 0,-1 0 1 0 0,0 0-1 0 0,0 0 0 0 0,0 0 1 0 0,-3-2-1 0 0,5 2-8 0 0,0 0 0 0 0,0 1 0 0 0,1-1 0 0 0,-1 0 0 0 0,0 0 0 0 0,1 0 1 0 0,-1 0-1 0 0,0 0 0 0 0,1 0 0 0 0,-1 0 0 0 0,1 0 0 0 0,-1 0 0 0 0,1 0 0 0 0,0 0 0 0 0,-1 0 0 0 0,1 0 0 0 0,0 0 1 0 0,0 0-1 0 0,0-1 0 0 0,0 1 0 0 0,0 0 0 0 0,0 0 0 0 0,0 0 0 0 0,0 0 0 0 0,0 0 0 0 0,1 0 0 0 0,-1 0 0 0 0,0 0 1 0 0,1-1-1 0 0,0 0 0 0 0,4-11-4832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40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53 32 0 0,'30'-48'14271'0'0,"-30"48"-14164"0"0,7-5 1299 0 0,-7 5-1377 0 0,0 0-1 0 0,1 0 1 0 0,-1 0-1 0 0,0 1 1 0 0,0-1-1 0 0,0 0 1 0 0,0 0-1 0 0,1 0 1 0 0,-1 0-1 0 0,0 0 1 0 0,0 0-1 0 0,0 0 1 0 0,0 0-1 0 0,1 0 1 0 0,-1 0-1 0 0,0 0 1 0 0,0 1-1 0 0,0-1 1 0 0,0 0-1 0 0,0 0 1 0 0,1 0-1 0 0,-1 0 1 0 0,0 0-1 0 0,0 1 1 0 0,0-1-1 0 0,0 0 1 0 0,0 0-1 0 0,0 0 1 0 0,0 0-1 0 0,0 1 1 0 0,0-1-1 0 0,0 0 1 0 0,1 0-1 0 0,-1 0 1 0 0,0 0-1 0 0,0 1 1 0 0,0-1-1 0 0,0 0 1 0 0,0 0-1 0 0,0 0 1 0 0,-1 1-1 0 0,1-1 1 0 0,0 0-1 0 0,0 0 1 0 0,0 0-1 0 0,0 0 1 0 0,0 1 0 0 0,0-1-1 0 0,0 0 1 0 0,0 0-1 0 0,0 0 1 0 0,0 0-1 0 0,-1 1 1 0 0,1-1-1 0 0,0 0 1 0 0,0 0-1 0 0,0 0 1 0 0,-14 127 2291 0 0,6-31-1844 0 0,-17 135 20 0 0,21-133-5083 0 0,5-88 2317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40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21 163 640 0 0,'0'-7'920'0'0,"0"0"1"0"0,0 0-1 0 0,1 0 1 0 0,0 0-1 0 0,1-1 0 0 0,0 2 1 0 0,0-1-1 0 0,4-9 0 0 0,-4 11-723 0 0,1 1 0 0 0,-1 0-1 0 0,1 0 1 0 0,0 0-1 0 0,0 0 1 0 0,1 0-1 0 0,-1 1 1 0 0,1-1-1 0 0,0 1 1 0 0,0 0-1 0 0,0 0 1 0 0,9-4-1 0 0,1 0-29 0 0,0 1-1 0 0,0 1 0 0 0,0 0 1 0 0,0 1-1 0 0,1 0 0 0 0,24-2 1 0 0,-32 5-113 0 0,-1 1 0 0 0,1-1 0 0 0,-1 1 0 0 0,1 0 0 0 0,-1 1 0 0 0,0 0 0 0 0,1 0 0 0 0,-1 0 0 0 0,0 1 0 0 0,1 0 0 0 0,-1 0 0 0 0,0 0 0 0 0,0 1 0 0 0,0 0 0 0 0,-1 0 0 0 0,1 0 0 0 0,8 8 0 0 0,-11-9 25 0 0,-1 1 1 0 0,0-1-1 0 0,-1 0 1 0 0,1 1-1 0 0,0-1 1 0 0,-1 1 0 0 0,1-1-1 0 0,-1 1 1 0 0,0 0-1 0 0,0 0 1 0 0,0 0-1 0 0,0 0 1 0 0,0 0 0 0 0,-1 0-1 0 0,1-1 1 0 0,-1 7-1 0 0,0-4-9 0 0,-1 1-1 0 0,0-1 1 0 0,0 0-1 0 0,0 0 0 0 0,-1 0 1 0 0,1 0-1 0 0,-1 0 0 0 0,0 0 1 0 0,-3 4-1 0 0,-4 6 32 0 0,-1-1 0 0 0,0 0 0 0 0,-1-1 0 0 0,-23 22-1 0 0,19-22-2 0 0,-1 1-1 0 0,0-2 1 0 0,-1 0 0 0 0,-28 14-1 0 0,-80 28 2848 0 0,118-52-2760 0 0,-14 8 166 0 0,22-4-315 0 0,12 1-39 0 0,17 6 3 0 0,0 2 1 0 0,-1 1 0 0 0,30 22 0 0 0,-35-22-20 0 0,12 9-1184 0 0,6 5-2113 0 0,-34-25 1327 0 0,0 0-1 0 0,1-1 1 0 0,10 4 0 0 0,-1-2-3282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40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2368 0 0,'7'-20'15255'0'0,"-1"43"-14905"0"0,2 32-1 0 0,-5-33-849 0 0,1 1-1 0 0,7 23 1 0 0,-6-31-537 0 0,7 24-5761 0 0,-5-24 216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41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774 114 168 0 0,'29'-54'12280'0'0,"-28"52"-12057"0"0,-1 1 0 0 0,1-1 0 0 0,-1 0 0 0 0,1 1 0 0 0,-1-1 0 0 0,0 1 0 0 0,1-1 0 0 0,-1 0 0 0 0,0 1 0 0 0,0-1 0 0 0,0 0 0 0 0,-1 1 0 0 0,1-1 0 0 0,0 1 0 0 0,-1-1 0 0 0,1 0 0 0 0,-1 1 0 0 0,1-1 0 0 0,-1 1 0 0 0,0-1 0 0 0,1 1 0 0 0,-1-1 0 0 0,0 1 0 0 0,0 0 0 0 0,0-1 0 0 0,0 1 0 0 0,-2-2 0 0 0,-1 1-162 0 0,-1 0 0 0 0,1 0 0 0 0,-1 0 0 0 0,0 0-1 0 0,0 1 1 0 0,1 0 0 0 0,-1 0 0 0 0,0 0 0 0 0,0 0 0 0 0,0 1 0 0 0,-9 0 0 0 0,4 1-52 0 0,0-1 0 0 0,0 2 0 0 0,0-1 0 0 0,0 1 0 0 0,0 1 0 0 0,1 0 0 0 0,-1 0 0 0 0,1 1 0 0 0,-13 6 0 0 0,9-2-15 0 0,-1 1-1 0 0,2 0 1 0 0,-1 0 0 0 0,2 2 0 0 0,-18 17-1 0 0,12-7-4 0 0,0 0 1 0 0,1 1-1 0 0,1 1 0 0 0,2 1 0 0 0,0 0 0 0 0,-16 42 0 0 0,7 2 20 0 0,3 0-1 0 0,-15 102 1 0 0,-3 144 40 0 0,32-261-41 0 0,-128 1593 574 0 0,71-653 390 0 0,21-423-481 0 0,2-28-31 0 0,34-461-453 0 0,-4 102 9 0 0,10-145 13 0 0,1 0-1 0 0,12 67 1 0 0,-14-100-21 0 0,1 0 1 0 0,1 1-1 0 0,-1-1 0 0 0,1 0 0 0 0,0 0 0 0 0,0 0 1 0 0,0-1-1 0 0,1 1 0 0 0,-1 0 0 0 0,1-1 1 0 0,0 0-1 0 0,1 1 0 0 0,-1-1 0 0 0,1-1 0 0 0,0 1 1 0 0,0 0-1 0 0,0-1 0 0 0,0 0 0 0 0,0 0 1 0 0,1 0-1 0 0,0 0 0 0 0,-1-1 0 0 0,1 0 1 0 0,0 0-1 0 0,0 0 0 0 0,0-1 0 0 0,0 1 0 0 0,8 0 1 0 0,15 2-71 0 0,0-1 0 0 0,0-1 0 0 0,1-1 0 0 0,41-4 0 0 0,113-23-1213 0 0,-164 22 1096 0 0,316-69-4476 0 0,-117 13-1933 0 0,-80 21-336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43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1324 0 0,'0'0'7774'0'0,"-11"25"-4110"0"0,23 207-1150 0 0,-12 97-1790 0 0,0-324-1019 0 0,0 0 0 0 0,0-1 1 0 0,1 1-1 0 0,-1 0 0 0 0,1 0 0 0 0,0-1 0 0 0,1 1 1 0 0,-1-1-1 0 0,4 9 0 0 0,-5-13 192 0 0,1 0 0 0 0,-1 1 0 0 0,0-1 0 0 0,1 0-1 0 0,-1 1 1 0 0,0-1 0 0 0,1 0 0 0 0,-1 1 0 0 0,1-1 0 0 0,-1 0 0 0 0,1 0 0 0 0,-1 1 0 0 0,0-1 0 0 0,1 0 0 0 0,-1 0 0 0 0,1 0 0 0 0,-1 0-1 0 0,1 0 1 0 0,-1 1 0 0 0,1-1 0 0 0,0 0 0 0 0,26-9-8277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44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76 168 1188 0 0,'-13'-10'6113'0'0,"0"-2"-3096"0"0,8 9-2322 0 0,0 0 0 0 0,1-1 1 0 0,-1 0-1 0 0,1 0 0 0 0,0 0 1 0 0,0-1-1 0 0,1 1 0 0 0,-1-1 1 0 0,1 0-1 0 0,-5-9 0 0 0,8 13-668 0 0,0-1-1 0 0,0 0 0 0 0,0 1 1 0 0,0-1-1 0 0,0 0 0 0 0,0 1 0 0 0,0-1 1 0 0,0 0-1 0 0,1 1 0 0 0,-1-1 1 0 0,1 0-1 0 0,-1 1 0 0 0,1-1 1 0 0,-1 1-1 0 0,1-1 0 0 0,0 1 0 0 0,0-1 1 0 0,0 1-1 0 0,0 0 0 0 0,0-1 1 0 0,0 1-1 0 0,0 0 0 0 0,0 0 1 0 0,3-2-1 0 0,2-2-2 0 0,1 0 1 0 0,-1 0 0 0 0,12-5-1 0 0,-8 5-26 0 0,0 1-1 0 0,0 0 1 0 0,1 1-1 0 0,-1 0 1 0 0,1 0-1 0 0,0 1 1 0 0,0 1-1 0 0,16-1 1 0 0,-21 2-1 0 0,-1 1 1 0 0,0-1-1 0 0,1 1 1 0 0,-1 0-1 0 0,0 0 0 0 0,0 0 1 0 0,0 1-1 0 0,9 4 1 0 0,-11-5 5 0 0,-1 1-1 0 0,1-1 1 0 0,0 1 0 0 0,-1 0-1 0 0,0 0 1 0 0,1 0 0 0 0,-1 0 0 0 0,0 1-1 0 0,0-1 1 0 0,0 1 0 0 0,-1-1-1 0 0,1 1 1 0 0,-1-1 0 0 0,1 1 0 0 0,-1 0-1 0 0,1 3 1 0 0,0-1 12 0 0,-1-1 0 0 0,-1 0 0 0 0,1 1 0 0 0,-1-1 0 0 0,1 1 0 0 0,-1-1 0 0 0,0 1-1 0 0,-1-1 1 0 0,1 1 0 0 0,-1-1 0 0 0,0 1 0 0 0,0-1 0 0 0,0 0 0 0 0,-1 1 0 0 0,-3 6 0 0 0,-3 5 21 0 0,-2 0 1 0 0,-18 24-1 0 0,-6 9 71 0 0,31-45-100 0 0,-6 14-31 0 0,12-12 4 0 0,10-4 7 0 0,9-4-20 0 0,0 2 1 0 0,0 0-1 0 0,0 2 1 0 0,40 7-1 0 0,-46-6 21 0 0,-1 1 0 0 0,0 1 1 0 0,0 0-1 0 0,0 1 0 0 0,-1 0 0 0 0,0 2 0 0 0,23 14 0 0 0,-34-20 37 0 0,-1 0 0 0 0,1 0 0 0 0,0 1 0 0 0,-1-1 0 0 0,1 1 0 0 0,-1-1 1 0 0,0 1-1 0 0,0 0 0 0 0,0 0 0 0 0,0 0 0 0 0,0 0 0 0 0,-1 0 0 0 0,1 1 0 0 0,-1-1 0 0 0,0 0 0 0 0,0 1 0 0 0,0-1 0 0 0,-1 0 0 0 0,1 1 0 0 0,-1-1 0 0 0,1 1 0 0 0,-1-1 0 0 0,-1 5 0 0 0,0-3 83 0 0,0 1 0 0 0,-1 0 1 0 0,0-1-1 0 0,0 1 0 0 0,0-1 1 0 0,0 0-1 0 0,-1 1 0 0 0,0-1 1 0 0,0-1-1 0 0,-1 1 0 0 0,1 0 1 0 0,-1-1-1 0 0,-5 5 0 0 0,-2 1 22 0 0,0-1 0 0 0,0 0 0 0 0,-1-1 0 0 0,0-1 0 0 0,0 0-1 0 0,-1 0 1 0 0,0-1 0 0 0,-27 8 0 0 0,12-6-62 0 0,0-2 1 0 0,0-1-1 0 0,-38 3 0 0 0,33-9-1141 0 0,32 1 878 0 0,0-1-1 0 0,0 1 0 0 0,-1 0 0 0 0,1 0 0 0 0,0-1 0 0 0,0 1 0 0 0,0-1 0 0 0,1 1 0 0 0,-1-1 0 0 0,0 1 0 0 0,0-1 0 0 0,0 1 0 0 0,0-1 0 0 0,0 0 0 0 0,1 0 0 0 0,-1 1 0 0 0,0-1 0 0 0,0 0 0 0 0,1 0 0 0 0,-1 0 0 0 0,1 0 0 0 0,-1 0 0 0 0,0-1 0 0 0,1 1 29 0 0,0 0-1 0 0,0 0 1 0 0,1 0 0 0 0,-1 0 0 0 0,0 0 0 0 0,0 0 0 0 0,1 0-1 0 0,-1 0 1 0 0,1 0 0 0 0,-1 0 0 0 0,1 0 0 0 0,-1 0-1 0 0,1 0 1 0 0,0 0 0 0 0,-1 0 0 0 0,3-1 0 0 0,-3 1-247 0 0,24-26-5442 0 0,-7 10 719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45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309 140 2544 0 0,'0'-23'11363'0'0,"-1"21"-11097"0"0,0-1 0 0 0,1 0 0 0 0,-1 1 0 0 0,1-1 0 0 0,0 0 0 0 0,0 0 0 0 0,0 1 0 0 0,0-1 0 0 0,1 0 0 0 0,-1 0 0 0 0,1 1 0 0 0,-1-1 0 0 0,1 0 0 0 0,0 1 0 0 0,0-1 1 0 0,0 1-1 0 0,0-1 0 0 0,3-3 0 0 0,-1 2-157 0 0,0 0 1 0 0,1 0-1 0 0,-1 0 1 0 0,1 1-1 0 0,0-1 1 0 0,0 1-1 0 0,1 0 0 0 0,-1 0 1 0 0,7-3-1 0 0,-3 2-134 0 0,1 0-1 0 0,-1 1 0 0 0,1 0 1 0 0,0 0-1 0 0,0 1 0 0 0,0 0 0 0 0,0 0 1 0 0,0 1-1 0 0,0 0 0 0 0,0 1 1 0 0,12 1-1 0 0,-15 0 23 0 0,0 0 1 0 0,0 0-1 0 0,-1 1 0 0 0,1 0 1 0 0,-1 0-1 0 0,1 0 0 0 0,-1 1 1 0 0,0 0-1 0 0,0 0 0 0 0,0 0 1 0 0,0 0-1 0 0,-1 1 0 0 0,1 0 1 0 0,-1 0-1 0 0,0 0 0 0 0,7 9 1 0 0,-8-8 11 0 0,0-1 0 0 0,-1 1 0 0 0,0 0 0 0 0,0 0 1 0 0,0 0-1 0 0,-1 0 0 0 0,1 0 0 0 0,-1 0 0 0 0,-1 0 0 0 0,1 0 0 0 0,-1 1 1 0 0,1-1-1 0 0,-1 0 0 0 0,-1 0 0 0 0,1 0 0 0 0,-1 1 0 0 0,0-1 1 0 0,0 0-1 0 0,-2 5 0 0 0,-2 1 20 0 0,0 0 0 0 0,0 0-1 0 0,-1 0 1 0 0,0-1 0 0 0,-14 18 0 0 0,-9 14 77 0 0,22-30-9 0 0,-9 12 224 0 0,15-23-247 0 0,-1 7 50 0 0,2-8-123 0 0,0 0 1 0 0,0 0-1 0 0,0 1 1 0 0,0-1-1 0 0,0 0 1 0 0,0 0 0 0 0,0 0-1 0 0,0 1 1 0 0,0-1-1 0 0,0 0 1 0 0,0 0-1 0 0,0 0 1 0 0,0 0-1 0 0,0 1 1 0 0,1-1-1 0 0,-1 0 1 0 0,0 0-1 0 0,0 0 1 0 0,0 0-1 0 0,0 1 1 0 0,0-1-1 0 0,0 0 1 0 0,0 0 0 0 0,0 0-1 0 0,1 0 1 0 0,-1 0-1 0 0,0 1 1 0 0,0-1-1 0 0,0 0 1 0 0,0 0-1 0 0,0 0 1 0 0,1 0-1 0 0,-1 0 1 0 0,0 0-1 0 0,0 0 1 0 0,0 0-1 0 0,0 0 1 0 0,1 0-1 0 0,-1 0 1 0 0,0 0 0 0 0,0 0-1 0 0,0 0 1 0 0,1 0-1 0 0,-1 0 1 0 0,0 0-1 0 0,0 0 1 0 0,0 0-1 0 0,0 0 1 0 0,1 0-1 0 0,-1 0 1 0 0,0 0-1 0 0,0 0 1 0 0,2 0-3 0 0,2 1-4 0 0,50 5 0 0 0,-23 6 3 0 0,-17-5-8 0 0,1 1 0 0 0,-1 1 0 0 0,24 19 0 0 0,-33-24 40 0 0,-1 0 1 0 0,1 0 0 0 0,-1 1-1 0 0,-1-1 1 0 0,1 1-1 0 0,-1 0 1 0 0,0 0 0 0 0,0 0-1 0 0,0 1 1 0 0,0-1-1 0 0,-1 1 1 0 0,0 0 0 0 0,0-1-1 0 0,0 8 1 0 0,-1-9 25 0 0,-1 1 0 0 0,0-1 0 0 0,-1 1 0 0 0,1 0-1 0 0,-1-1 1 0 0,0 0 0 0 0,0 1 0 0 0,0-1 0 0 0,-1 1 0 0 0,0-1 0 0 0,0 0 0 0 0,0 0 0 0 0,0 0 0 0 0,0 0 0 0 0,-1 0 0 0 0,0-1-1 0 0,0 1 1 0 0,0-1 0 0 0,0 0 0 0 0,0 1 0 0 0,-7 3 0 0 0,-3 3 24 0 0,0 0 0 0 0,-1-1 0 0 0,0-1 0 0 0,-24 11-1 0 0,1-5-250 0 0,0-1 0 0 0,0-2 0 0 0,-1-1 0 0 0,-71 8 0 0 0,-24-8-3642 0 0,0-8-4792 0 0,84-2 1385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47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73 520 0 0,'0'-1'365'0'0,"1"0"0"0"0,-1 0 1 0 0,0-1-1 0 0,0 1 0 0 0,0 0 0 0 0,0 0 0 0 0,0 0 1 0 0,0-1-1 0 0,0 1 0 0 0,0 0 0 0 0,0 0 0 0 0,-1 0 1 0 0,1-1-1 0 0,0 1 0 0 0,-1 0 0 0 0,1 0 0 0 0,-1 0 1 0 0,0 0-1 0 0,1 0 0 0 0,-1 0 0 0 0,0 0 0 0 0,1 0 1 0 0,-1 0-1 0 0,0 0 0 0 0,0 0 0 0 0,0 1 0 0 0,-1-2 0 0 0,1 1-289 0 0,-1 1 0 0 0,1-1 0 0 0,-1 1 0 0 0,1 0 0 0 0,-1 0 0 0 0,1-1 0 0 0,-1 1 0 0 0,1 0 0 0 0,-1 0 0 0 0,1 0 0 0 0,-1 1 0 0 0,1-1 0 0 0,-1 0 0 0 0,1 1 0 0 0,-1-1 0 0 0,1 0 0 0 0,-1 1 0 0 0,1 0 0 0 0,-1-1 0 0 0,1 1 0 0 0,-3 1 0 0 0,-8 7 14 0 0,1 0 1 0 0,0 0-1 0 0,0 1 0 0 0,1 1 1 0 0,0-1-1 0 0,0 2 0 0 0,1-1 0 0 0,-7 14 1 0 0,-1 2 5 0 0,2 1 1 0 0,-19 50-1 0 0,31-69-76 0 0,-1 1 0 0 0,2 0 0 0 0,-1 0 0 0 0,1 0 0 0 0,1 0 0 0 0,0 0 0 0 0,0 0-1 0 0,1 1 1 0 0,0-1 0 0 0,1 0 0 0 0,0 0 0 0 0,1 0 0 0 0,3 13 0 0 0,-3-17 4 0 0,1 0 0 0 0,-1 0 0 0 0,1 0-1 0 0,0-1 1 0 0,1 1 0 0 0,-1-1 0 0 0,1 0 0 0 0,0 0 0 0 0,0 0 0 0 0,1 0 0 0 0,-1-1 0 0 0,1 0 0 0 0,0 0 0 0 0,0 0 0 0 0,1 0 0 0 0,-1-1-1 0 0,1 0 1 0 0,-1 0 0 0 0,1-1 0 0 0,0 1 0 0 0,0-1 0 0 0,8 1 0 0 0,4 1 78 0 0,0-1 0 0 0,0-1 0 0 0,1 0 0 0 0,-1-2 0 0 0,1 0 0 0 0,-1-1 0 0 0,1-1 0 0 0,31-7 0 0 0,-34 5 126 0 0,-1 0 1 0 0,0-1 0 0 0,0-1-1 0 0,0 0 1 0 0,-1-1 0 0 0,0-1-1 0 0,0 0 1 0 0,-1-1 0 0 0,0-1-1 0 0,17-15 1 0 0,-24 19-139 0 0,-1-1 0 0 0,1 0 0 0 0,-1 0-1 0 0,0 0 1 0 0,-1-1 0 0 0,0 1 0 0 0,0-1 0 0 0,0 0 0 0 0,-1 0 0 0 0,-1-1-1 0 0,1 1 1 0 0,1-12 0 0 0,-2 7-38 0 0,-1 0 1 0 0,-1 1-1 0 0,0-1 0 0 0,0 0 0 0 0,-1 1 0 0 0,-1-1 0 0 0,0 0 0 0 0,-5-13 1 0 0,3 13-48 0 0,0 1 0 0 0,0 0 0 0 0,-1 0 0 0 0,-1 0 0 0 0,0 0 1 0 0,-1 1-1 0 0,0 0 0 0 0,-1 0 0 0 0,0 1 0 0 0,0 0 1 0 0,-1 0-1 0 0,-1 1 0 0 0,0 0 0 0 0,0 1 0 0 0,0 0 0 0 0,-1 1 1 0 0,-17-9-1 0 0,20 13-15 0 0,0 0-1 0 0,0 1 1 0 0,-1 0 0 0 0,1 1 0 0 0,0 0 0 0 0,-1 0 0 0 0,1 1-1 0 0,-1 0 1 0 0,1 1 0 0 0,-1 0 0 0 0,-11 2 0 0 0,16-2-126 0 0,0 0 1 0 0,0 0-1 0 0,0 1 1 0 0,1-1-1 0 0,-1 1 1 0 0,1 0-1 0 0,-1 0 1 0 0,1 0-1 0 0,-1 0 0 0 0,1 1 1 0 0,-5 4-1 0 0,7-5-113 0 0,-1 0 0 0 0,1 0 0 0 0,-1 0 0 0 0,1 1 0 0 0,0-1 0 0 0,-1 1 0 0 0,1-1 0 0 0,1 1 0 0 0,-1-1 0 0 0,0 1 0 0 0,0 0 0 0 0,1-1 0 0 0,0 1 0 0 0,-1 0 0 0 0,1-1 0 0 0,0 1 0 0 0,0 0 0 0 0,1 4 0 0 0,0-4-205 0 0,0-1-1 0 0,0 1 1 0 0,-1-1 0 0 0,1 0 0 0 0,1 1 0 0 0,-1-1 0 0 0,0 0-1 0 0,1 1 1 0 0,-1-1 0 0 0,1 0 0 0 0,-1 0 0 0 0,1 0-1 0 0,3 2 1 0 0,8 6-3815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50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160 131 1028 0 0,'-17'-35'12773'0'0,"5"39"-12566"0"0,10-2-187 0 0,0 0 1 0 0,-1 0-1 0 0,1 1 0 0 0,1-1 1 0 0,-1 1-1 0 0,0 0 0 0 0,0-1 1 0 0,1 1-1 0 0,0 0 1 0 0,-3 6-1 0 0,0 0 1 0 0,-20 43 114 0 0,-35 109 0 0 0,53-141-128 0 0,1 0 1 0 0,1 0-1 0 0,1 1 0 0 0,1-1 1 0 0,1 1-1 0 0,1-1 0 0 0,0 1 0 0 0,2 0 1 0 0,3 21-1 0 0,-3-35 2 0 0,0 0 0 0 0,0 0 0 0 0,0 0 0 0 0,1-1 0 0 0,0 1 1 0 0,0 0-1 0 0,1-1 0 0 0,0 0 0 0 0,0 0 0 0 0,0 0 0 0 0,1-1 0 0 0,0 1 0 0 0,0-1 0 0 0,0 0 0 0 0,1 0 0 0 0,-1-1 0 0 0,1 0 1 0 0,0 0-1 0 0,1 0 0 0 0,-1-1 0 0 0,1 0 0 0 0,-1 0 0 0 0,1 0 0 0 0,0-1 0 0 0,0 0 0 0 0,0-1 0 0 0,0 1 0 0 0,0-1 1 0 0,1-1-1 0 0,-1 1 0 0 0,0-1 0 0 0,0 0 0 0 0,1-1 0 0 0,7-1 0 0 0,1-1 102 0 0,0-1 1 0 0,0-1-1 0 0,0 0 1 0 0,-1-1-1 0 0,1-1 0 0 0,-1 0 1 0 0,-1-1-1 0 0,1 0 0 0 0,-1-1 1 0 0,21-19-1 0 0,-25 18 11 0 0,0 1 0 0 0,-2-1 0 0 0,1-1-1 0 0,-1 1 1 0 0,-1-1 0 0 0,1-1 0 0 0,-2 0 0 0 0,0 1-1 0 0,0-2 1 0 0,-1 1 0 0 0,-1-1 0 0 0,0 0 0 0 0,4-25-1 0 0,-6 13-90 0 0,-1-1 0 0 0,-1 1-1 0 0,-1-1 1 0 0,-2 1 0 0 0,0-1 0 0 0,-2 1-1 0 0,0 0 1 0 0,-2 0 0 0 0,-1 1 0 0 0,-1 0-1 0 0,-1 0 1 0 0,-13-22 0 0 0,19 38-35 0 0,-1 1 0 0 0,1 0 0 0 0,-1 1 1 0 0,0-1-1 0 0,-1 1 0 0 0,0 0 1 0 0,0 0-1 0 0,0 1 0 0 0,-1 0 0 0 0,0 0 1 0 0,0 0-1 0 0,-12-6 0 0 0,15 10-44 0 0,1-1 0 0 0,0 1 0 0 0,-1 0 0 0 0,1 0 0 0 0,-1 0 0 0 0,1 1 0 0 0,-1-1 0 0 0,0 1 0 0 0,1 0 0 0 0,-1 0 0 0 0,1 0 0 0 0,-1 1 0 0 0,1-1 0 0 0,-1 1 0 0 0,1-1 0 0 0,-1 1 0 0 0,1 1 0 0 0,-1-1 0 0 0,1 0 0 0 0,0 1 0 0 0,0-1 0 0 0,-1 1 0 0 0,1 0 0 0 0,1 0 0 0 0,-1 0 0 0 0,0 1 0 0 0,0-1 0 0 0,1 1 0 0 0,-1-1 0 0 0,1 1 0 0 0,-3 5 0 0 0,2-5-215 0 0,1 1 1 0 0,0 0-1 0 0,0-1 1 0 0,0 1-1 0 0,1 0 1 0 0,-1 0-1 0 0,1 0 1 0 0,0 0-1 0 0,0 0 1 0 0,0 0-1 0 0,1 0 1 0 0,-1 1-1 0 0,1-1 0 0 0,0 0 1 0 0,0 0-1 0 0,1 0 1 0 0,0 5-1 0 0,0-4-328 0 0,1 0-1 0 0,-1-1 0 0 0,1 1 0 0 0,-1-1 1 0 0,2 0-1 0 0,-1 0 0 0 0,0 0 0 0 0,1 0 1 0 0,4 6-1 0 0,7 5-3020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51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2176 0 0,'1'19'18025'0'0,"-1"-18"-17813"0"0,158-38 127 0 0,-104 23-299 0 0,-20 5-96 0 0,3 0-1294 0 0,-10 4-2399 0 0,-15 2-362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51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2672 0 0,'20'-34'16907'0'0,"-16"44"-16465"0"0,0 0 0 0 0,-1 1 0 0 0,0-1 0 0 0,-1 1 0 0 0,0 0 0 0 0,1 18 0 0 0,-4 69 129 0 0,-34 237-310 0 0,35-333-399 0 0,-3 27-3427 0 0,9-13-3222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51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1080 0 0,'0'0'21252'0'0,"3"-1"-21058"0"0,106-31 518 0 0,-10 2-611 0 0,-22 11-1103 0 0,-28 5-4758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52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26 1288 0 0,'35'-26'17064'0'0,"-40"28"-16994"0"0,0 0 0 0 0,-1 1 0 0 0,1-1 0 0 0,0 1 0 0 0,0 0-1 0 0,0 0 1 0 0,1 0 0 0 0,-7 6 0 0 0,6-5-22 0 0,-23 17 94 0 0,-41 33 34 0 0,62-48-170 0 0,2 0-1 0 0,-1 0 1 0 0,1 0-1 0 0,0 1 1 0 0,0-1-1 0 0,0 1 1 0 0,1 0-1 0 0,-3 8 0 0 0,6-13 0 0 0,0 0-1 0 0,0-1 0 0 0,1 1 0 0 0,-1 0 0 0 0,1 0 0 0 0,-1 0 0 0 0,1 0 1 0 0,0-1-1 0 0,0 1 0 0 0,0 0 0 0 0,0 0 0 0 0,0 0 0 0 0,0 0 0 0 0,0 0 1 0 0,1 0-1 0 0,-1-1 0 0 0,1 1 0 0 0,-1 0 0 0 0,1 0 0 0 0,0-1 0 0 0,0 1 1 0 0,0 0-1 0 0,0-1 0 0 0,0 1 0 0 0,0-1 0 0 0,2 3 0 0 0,0-1 3 0 0,0 0-1 0 0,1-1 1 0 0,-1 0-1 0 0,1 0 1 0 0,0 0-1 0 0,0 0 1 0 0,-1 0-1 0 0,1-1 1 0 0,0 0-1 0 0,8 2 1 0 0,1 0 28 0 0,13 2-63 0 0,1 1 0 0 0,-1 2 0 0 0,31 13-1 0 0,-50-18 73 0 0,-1 0-1 0 0,0 0 0 0 0,0 1 0 0 0,0 0 0 0 0,0 0 0 0 0,0 0 0 0 0,-1 1 0 0 0,0 0 0 0 0,0 0 0 0 0,0 0 0 0 0,-1 1 0 0 0,1-1 0 0 0,-1 1 1 0 0,-1 0-1 0 0,1 0 0 0 0,-1 1 0 0 0,5 11 0 0 0,-7-13 61 0 0,-1-1 0 0 0,1 1 0 0 0,-1 0-1 0 0,0-1 1 0 0,0 1 0 0 0,0 0 0 0 0,-1-1 0 0 0,1 1 0 0 0,-1-1 0 0 0,0 1 0 0 0,-1-1-1 0 0,1 1 1 0 0,-1-1 0 0 0,0 0 0 0 0,0 1 0 0 0,0-1 0 0 0,0 0 0 0 0,-1 0 0 0 0,0-1 0 0 0,0 1-1 0 0,-4 4 1 0 0,-4 3 85 0 0,0 1 0 0 0,-1-2 0 0 0,0 1 0 0 0,-26 15 0 0 0,29-21-143 0 0,-1 0 1 0 0,1 0-1 0 0,-1-1 1 0 0,0-1-1 0 0,1 1 0 0 0,-2-2 1 0 0,-14 3-1 0 0,22-4-288 0 0,-1-1 1 0 0,1 0-1 0 0,-1-1 1 0 0,1 1-1 0 0,0 0 0 0 0,-1-1 1 0 0,1 0-1 0 0,0 0 1 0 0,-1 0-1 0 0,1 0 0 0 0,0-1 1 0 0,0 1-1 0 0,0-1 1 0 0,0 1-1 0 0,0-1 1 0 0,-5-5-1 0 0,5 4-990 0 0,0 0 1 0 0,0 0-1 0 0,0 0 1 0 0,0 0-1 0 0,1-1 1 0 0,-1 0-1 0 0,-2-6 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5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1 235 1368 0 0,'0'-24'12543'0'0,"0"22"-12214"0"0,0 0-1 0 0,0 1 1 0 0,0-1-1 0 0,0 0 0 0 0,0 1 1 0 0,1-1-1 0 0,-1 0 1 0 0,1 1-1 0 0,-1-1 0 0 0,1 0 1 0 0,0 1-1 0 0,-1-1 1 0 0,1 1-1 0 0,0-1 1 0 0,0 1-1 0 0,2-2 0 0 0,0 0-269 0 0,0 1 0 0 0,0-1-1 0 0,1 1 1 0 0,-1 0-1 0 0,1 0 1 0 0,-1 0 0 0 0,5-1-1 0 0,147-52 609 0 0,-95 36-2224 0 0,83-39 0 0 0,-115 42-1922 0 0,-11 2-2153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53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648 101 436 0 0,'6'-28'15149'0'0,"-4"18"-12837"0"0,-1 10-2291 0 0,0-1 0 0 0,0 0 1 0 0,0 0-1 0 0,1 0 0 0 0,-1 1 1 0 0,0-1-1 0 0,0 1 0 0 0,1-1 0 0 0,-1 1 1 0 0,0-1-1 0 0,1 1 0 0 0,-1 0 0 0 0,2-1 1 0 0,5-1 51 0 0,23-7 24 0 0,0 0 1 0 0,62-8-1 0 0,67 4-70 0 0,-120 11-12 0 0,-22 0-21 0 0,-1 2 1 0 0,1 0-1 0 0,0 1 0 0 0,-1 1 0 0 0,1 0 0 0 0,25 7 0 0 0,-36-6 7 0 0,0-1 1 0 0,0 1-1 0 0,0 1 0 0 0,0-1 1 0 0,-1 1-1 0 0,1 0 0 0 0,-1 1 0 0 0,0-1 1 0 0,0 1-1 0 0,0 0 0 0 0,-1 1 1 0 0,0 0-1 0 0,0-1 0 0 0,0 2 1 0 0,-1-1-1 0 0,0 0 0 0 0,5 11 0 0 0,6 19 52 0 0,-1 0-1 0 0,-2 1 1 0 0,-2 1-1 0 0,-1 0 0 0 0,-2 0 1 0 0,-2 0-1 0 0,0 41 1 0 0,-14 274 284 0 0,7-317-312 0 0,-44 434 228 0 0,22-259-182 0 0,-119 1398 675 0 0,65-504 622 0 0,65-882-1163 0 0,-34 342 1535 0 0,44-547-1364 0 0,0-1 0 0 0,-1 1 0 0 0,0-1 1 0 0,-10 23-1 0 0,11-34-300 0 0,0 0 1 0 0,0-1-1 0 0,-1 1 1 0 0,1-1-1 0 0,-1 1 1 0 0,0-1-1 0 0,-1 0 0 0 0,1-1 1 0 0,-1 1-1 0 0,0-1 1 0 0,0 0-1 0 0,0 0 1 0 0,-1-1-1 0 0,1 1 1 0 0,-9 3-1 0 0,-11 2-56 0 0,-1 0 0 0 0,0-1 0 0 0,-42 6 0 0 0,-83 4-1137 0 0,114-14 701 0 0,-224 18-3867 0 0,84-12-3925 0 0,44-4-2297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57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11 1536 0 0,'-4'-2'1191'0'0,"-1"0"1"0"0,1 1-1 0 0,0-1 1 0 0,0 1-1 0 0,-1 0 0 0 0,1 1 1 0 0,-1-1-1 0 0,1 1 0 0 0,-1-1 1 0 0,1 1-1 0 0,0 1 0 0 0,-9 0 1 0 0,38 12-164 0 0,5-5-800 0 0,0-2-1 0 0,1 0 1 0 0,0-2-1 0 0,60-1 1 0 0,-2 1-256 0 0,-65-1-790 0 0,-2 0-2300 0 0,7-2-9704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57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37 216 0 0,'10'-37'15172'0'0,"-10"51"-12347"0"0,-11 165 403 0 0,2-25-2668 0 0,-4 98-737 0 0,12-145-8214 0 0,-2-89 2405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57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56 1456 0 0,'-143'147'19140'0'0,"144"-146"-19105"0"0,-1-1 1 0 0,0 0-1 0 0,0 1 1 0 0,0-1-1 0 0,0 0 1 0 0,1 1-1 0 0,-1-1 1 0 0,0 0-1 0 0,0 1 1 0 0,1-1-1 0 0,-1 0 1 0 0,0 0-1 0 0,1 1 0 0 0,-1-1 1 0 0,0 0-1 0 0,0 0 1 0 0,1 0-1 0 0,-1 0 1 0 0,0 1-1 0 0,1-1 1 0 0,-1 0-1 0 0,1 0 1 0 0,-1 0-1 0 0,0 0 1 0 0,1 0-1 0 0,-1 0 1 0 0,0 0-1 0 0,1 0 1 0 0,-1 0-1 0 0,1 0 1 0 0,-1 0-1 0 0,0 0 0 0 0,1 0 1 0 0,-1 0-1 0 0,0 0 1 0 0,1 0-1 0 0,-1 0 1 0 0,0-1-1 0 0,1 1 1 0 0,-1 0-1 0 0,18-6 286 0 0,-17 6-293 0 0,105-38 711 0 0,31-10-450 0 0,154-34 0 0 0,-119 50-2823 0 0,-170 31 2351 0 0,0 1 1 0 0,1 0-1 0 0,-1 0 1 0 0,1 0-1 0 0,-1 0 1 0 0,1 0-1 0 0,-1 1 0 0 0,0-1 1 0 0,1 1-1 0 0,-1-1 1 0 0,0 1-1 0 0,1 0 1 0 0,3 2-1 0 0,-5-2-5 0 0,0-1 1 0 0,0 1-1 0 0,0 0 0 0 0,0 0 1 0 0,0 0-1 0 0,-1 0 1 0 0,1 0-1 0 0,0 0 0 0 0,-1 0 1 0 0,1 0-1 0 0,-1 0 0 0 0,1 0 1 0 0,-1 0-1 0 0,1 0 0 0 0,-1 0 1 0 0,1 1-1 0 0,-1-1 0 0 0,0 0 1 0 0,0 0-1 0 0,0 0 0 0 0,0 1 1 0 0,0-1-1 0 0,0 0 0 0 0,0 0 1 0 0,0 1-1 0 0,0-1 0 0 0,-1 0 1 0 0,1 0-1 0 0,-1 2 1 0 0,-1 3-1099 0 0,-1 1 1 0 0,0-1 0 0 0,0 0 0 0 0,-5 9 0 0 0,7-14 1000 0 0,-9 14-3597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58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0 392 0 0,'-129'77'17072'0'0,"127"-76"-16360"0"0,-6 2 1816 0 0,19-7-1232 0 0,-3 2-1165 0 0,0 0-1 0 0,0 0 1 0 0,0 1 0 0 0,0 0 0 0 0,1 0-1 0 0,-1 1 1 0 0,0 0 0 0 0,0 1-1 0 0,1 0 1 0 0,-1 0 0 0 0,0 1 0 0 0,0 0-1 0 0,0 0 1 0 0,13 6 0 0 0,-16-6-113 0 0,-1 0 1 0 0,1 1 0 0 0,-1-1 0 0 0,0 1 0 0 0,0 0-1 0 0,0 0 1 0 0,0 1 0 0 0,0-1 0 0 0,0 1-1 0 0,-1 0 1 0 0,0 0 0 0 0,0 0 0 0 0,0 0 0 0 0,0 1-1 0 0,-1-1 1 0 0,0 1 0 0 0,1 0 0 0 0,-2-1-1 0 0,1 1 1 0 0,-1 0 0 0 0,1 0 0 0 0,-1 0 0 0 0,-1 0-1 0 0,1 0 1 0 0,-1 7 0 0 0,-1 4 21 0 0,0-1 0 0 0,-1 1 0 0 0,-1-1 0 0 0,-1 0 0 0 0,0 0 0 0 0,-1 0 0 0 0,-1-1 0 0 0,0 0 0 0 0,-1 0-1 0 0,0 0 1 0 0,-1-1 0 0 0,0 0 0 0 0,-14 15 0 0 0,-15 16 3 0 0,-3-2 0 0 0,-54 45-1 0 0,50-47-59 0 0,0-2-6 0 0,9-8-1 0 0,27-22 103 0 0,7-6-3 0 0,4-3 31 0 0,86-50-145 0 0,154-64 0 0 0,106-15-5559 0 0,-346 129 5509 0 0,50-17-2578 0 0,-20 6-406 0 0,1 0-3460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06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41 1292 0 0,'-6'-26'6169'0'0,"5"12"-3592"0"0,-1 22-978 0 0,-1 28-765 0 0,-22 272 508 0 0,14-183-1144 0 0,5-72-165 0 0,2-16-376 0 0,1 0 0 0 0,3 50 0 0 0,0-84 638 0 0,2 12-3043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06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77 189 140 0 0,'2'-18'1344'0'0,"2"-1"-1"0"0,0 1 1 0 0,1 0-1 0 0,1 0 1 0 0,1 0-1 0 0,14-27 1 0 0,-19 43-1270 0 0,0-1 0 0 0,0 1 0 0 0,0-1-1 0 0,0 1 1 0 0,1-1 0 0 0,-1 1 0 0 0,1 0 0 0 0,0 0 0 0 0,-1 1 0 0 0,1-1 0 0 0,0 0 0 0 0,0 1-1 0 0,0 0 1 0 0,0-1 0 0 0,0 1 0 0 0,0 0 0 0 0,0 1 0 0 0,1-1 0 0 0,-1 1 0 0 0,0-1 0 0 0,0 1-1 0 0,1 0 1 0 0,-1 0 0 0 0,0 0 0 0 0,0 1 0 0 0,1-1 0 0 0,-1 1 0 0 0,0 0 0 0 0,0-1 0 0 0,0 1-1 0 0,0 1 1 0 0,0-1 0 0 0,6 4 0 0 0,-4-3-43 0 0,-1 0 0 0 0,1 1 0 0 0,-1 0 0 0 0,0 0 0 0 0,0 0 0 0 0,0 1 0 0 0,0-1 0 0 0,0 1 0 0 0,-1 0 0 0 0,1 0 0 0 0,-1 0 0 0 0,0 1 0 0 0,-1-1-1 0 0,1 1 1 0 0,-1-1 0 0 0,0 1 0 0 0,0 0 0 0 0,0 0 0 0 0,-1 0 0 0 0,3 10 0 0 0,-5-1 1 0 0,1 0 1 0 0,-2-1-1 0 0,0 1 0 0 0,0-1 0 0 0,-2 0 0 0 0,1 1 1 0 0,-2-1-1 0 0,-6 13 0 0 0,2-4 13 0 0,-2-1-1 0 0,-1-1 1 0 0,-26 37 0 0 0,27-45 48 0 0,1 1 0 0 0,-1-2 0 0 0,-1 1 0 0 0,0-1 0 0 0,-1-1 0 0 0,0-1 0 0 0,0 1 0 0 0,-1-2 0 0 0,0 0 0 0 0,-28 11 0 0 0,40-19-52 0 0,-19 9 225 0 0,21-9-269 0 0,-1 0-1 0 0,0 1 1 0 0,1-1-1 0 0,-1 1 1 0 0,0-1-1 0 0,1 1 0 0 0,-1-1 1 0 0,1 1-1 0 0,-1-1 1 0 0,1 1-1 0 0,-1-1 1 0 0,1 1-1 0 0,-1 0 1 0 0,1-1-1 0 0,-1 1 0 0 0,1 0 1 0 0,0-1-1 0 0,-1 1 1 0 0,1 0-1 0 0,0-1 1 0 0,0 1-1 0 0,-1 1 1 0 0,3 0 3 0 0,0 1 0 0 0,-1-1 0 0 0,1 0 0 0 0,0 0 0 0 0,0 0 1 0 0,0 0-1 0 0,0 0 0 0 0,0-1 0 0 0,1 1 0 0 0,-1-1 0 0 0,0 1 0 0 0,3 0 1 0 0,-4-2 0 0 0,102 64 71 0 0,49 27-714 0 0,-119-74-2145 0 0,0-1 0 0 0,62 19 0 0 0,-73-29-306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07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82 1672 0 0,'-19'-35'7756'0'0,"10"14"-5606"0"0,8 19-1875 0 0,2 1-49 0 0,-1 0-180 0 0,0-1 1 0 0,1 1 0 0 0,-1 0-1 0 0,0 0 1 0 0,1 0-1 0 0,0 0 1 0 0,-1 0 0 0 0,1 0-1 0 0,-1 0 1 0 0,1 0 0 0 0,0 0-1 0 0,0 1 1 0 0,0-1-1 0 0,-1 0 1 0 0,1 0 0 0 0,0 1-1 0 0,2-2 1 0 0,1 1-6 0 0,-1 0-1 0 0,1 0 1 0 0,0 1 0 0 0,0-1-1 0 0,0 1 1 0 0,0 0 0 0 0,-1 0-1 0 0,1 0 1 0 0,0 1 0 0 0,0-1-1 0 0,0 1 1 0 0,-1 0 0 0 0,1 0-1 0 0,0 0 1 0 0,-1 1 0 0 0,1-1 0 0 0,-1 1-1 0 0,1 0 1 0 0,-1 0 0 0 0,0 0-1 0 0,0 0 1 0 0,0 1 0 0 0,0-1-1 0 0,0 1 1 0 0,0 0 0 0 0,2 3-1 0 0,-1-1 44 0 0,-1 1-1 0 0,1-1 1 0 0,-1 1-1 0 0,0 0 1 0 0,-1-1-1 0 0,1 1 0 0 0,-1 1 1 0 0,0-1-1 0 0,-1 0 1 0 0,0 0-1 0 0,0 1 1 0 0,0-1-1 0 0,-1 0 1 0 0,1 1-1 0 0,-2 8 0 0 0,-2 4 243 0 0,0-1-1 0 0,-1 0 1 0 0,-1-1-1 0 0,-1 1 1 0 0,-12 26-1 0 0,-50 77 792 0 0,37-68-756 0 0,31-52-359 0 0,-1-1-1 0 0,1 1 1 0 0,0-1 0 0 0,-1 1-1 0 0,1-1 1 0 0,0 1-1 0 0,-1-1 1 0 0,1 1-1 0 0,0-1 1 0 0,0 1-1 0 0,0-1 1 0 0,0 1-1 0 0,-1-1 1 0 0,1 1 0 0 0,0-1-1 0 0,0 1 1 0 0,0-1-1 0 0,0 1 1 0 0,0 0-1 0 0,0-1 1 0 0,1 1-1 0 0,-1-1 1 0 0,0 1 0 0 0,0-1-1 0 0,0 1 1 0 0,1 0-1 0 0,0-1 1 0 0,-1 0-1 0 0,1 1 1 0 0,-1-1-1 0 0,1 0 1 0 0,-1 0 0 0 0,1 1-1 0 0,-1-1 1 0 0,1 0-1 0 0,0 0 1 0 0,-1 0-1 0 0,1 0 1 0 0,0 0 0 0 0,-1 0-1 0 0,1 0 1 0 0,-1 0-1 0 0,1 0 1 0 0,1 0-1 0 0,31-11 30 0 0,-29 10-29 0 0,134-50 46 0 0,130-46-1966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12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89 656 0 0,'-26'-27'14822'0'0,"27"25"-14777"0"0,-1-1 0 0 0,1 1 0 0 0,0 0 0 0 0,0-1 0 0 0,0 1 0 0 0,0 0 1 0 0,1 0-1 0 0,-1 0 0 0 0,1 0 0 0 0,-1 0 0 0 0,1 0 0 0 0,-1 0 0 0 0,1 1 0 0 0,0-1 0 0 0,0 1 0 0 0,0-1 0 0 0,0 1 0 0 0,0 0 0 0 0,0-1 0 0 0,0 1 0 0 0,5-1 0 0 0,1-2-36 0 0,0 1-1 0 0,1 0 0 0 0,-1 0 0 0 0,17-2 0 0 0,-15 3-9 0 0,0 1 0 0 0,0 1 0 0 0,0 0 0 0 0,0 1-1 0 0,0-1 1 0 0,0 2 0 0 0,10 2 0 0 0,-17-3 8 0 0,0-1-1 0 0,-1 1 1 0 0,1 0-1 0 0,0 1 1 0 0,-1-1 0 0 0,1 0-1 0 0,-1 1 1 0 0,1 0 0 0 0,-1-1-1 0 0,0 1 1 0 0,0 0 0 0 0,0 0-1 0 0,0 0 1 0 0,0 0 0 0 0,0 1-1 0 0,0-1 1 0 0,-1 0-1 0 0,1 1 1 0 0,-1-1 0 0 0,0 1-1 0 0,0 0 1 0 0,0-1 0 0 0,0 1-1 0 0,0 0 1 0 0,0 0 0 0 0,-1 0-1 0 0,1 0 1 0 0,-1 3 0 0 0,0 4 4 0 0,0 0 0 0 0,-1-1 0 0 0,0 1 0 0 0,0-1 1 0 0,-1 1-1 0 0,-1-1 0 0 0,0 0 0 0 0,0 0 1 0 0,-5 10-1 0 0,-6 9 14 0 0,-26 38 1 0 0,1-3 40 0 0,8-13 21 0 0,30-49-97 0 0,1 0 6 0 0,0-1 0 0 0,-1 0 0 0 0,1 0 0 0 0,0 1 0 0 0,0-1 0 0 0,0 0 0 0 0,0 0 0 0 0,0 1 0 0 0,-1-1 0 0 0,1 0 0 0 0,0 0 0 0 0,0 1 0 0 0,0-1 0 0 0,0 0 0 0 0,0 1 0 0 0,0-1 0 0 0,0 0 0 0 0,0 0 0 0 0,0 1 0 0 0,0-1 0 0 0,0 0 0 0 0,0 1 0 0 0,0-1 0 0 0,0 0 0 0 0,0 1 0 0 0,1-1 0 0 0,-1 0 0 0 0,0 1 0 0 0,11-1-17 0 0,0 0 1 0 0,-1 1-1 0 0,1 0 0 0 0,-1 1 0 0 0,1 0 0 0 0,-1 1 1 0 0,1 0-1 0 0,-1 1 0 0 0,0 0 0 0 0,-1 0 0 0 0,1 1 1 0 0,-1 0-1 0 0,0 1 0 0 0,16 13 0 0 0,-14-10 194 0 0,0 1 0 0 0,-1 0-1 0 0,0 1 1 0 0,-1 0 0 0 0,10 13 0 0 0,-17-21-129 0 0,0 0 1 0 0,-1 1 0 0 0,1-1-1 0 0,-1 0 1 0 0,1 1 0 0 0,-1-1 0 0 0,0 1-1 0 0,0 0 1 0 0,0-1 0 0 0,-1 1-1 0 0,0 0 1 0 0,1-1 0 0 0,-1 1-1 0 0,0 0 1 0 0,-1-1 0 0 0,1 1-1 0 0,-1 0 1 0 0,1-1 0 0 0,-1 1-1 0 0,0 0 1 0 0,0-1 0 0 0,-1 0-1 0 0,1 1 1 0 0,-1-1 0 0 0,-2 4-1 0 0,1-2 45 0 0,0-1-1 0 0,-1 0 1 0 0,0 0-1 0 0,1 0 1 0 0,-1 0-1 0 0,-1 0 1 0 0,1-1-1 0 0,0 1 1 0 0,-1-1-1 0 0,0 0 0 0 0,0-1 1 0 0,-6 3-1 0 0,1-1-8 0 0,1-1 0 0 0,-1-1-1 0 0,0 1 1 0 0,0-2-1 0 0,0 1 1 0 0,-12-1 0 0 0,-8-2-181 0 0,1-1 0 0 0,-1-2 0 0 0,-42-10 1 0 0,71 14-48 0 0,0 0 1 0 0,0 0-1 0 0,0-1 1 0 0,0 1-1 0 0,0 0 1 0 0,0-1 0 0 0,0 1-1 0 0,0 0 1 0 0,0-1-1 0 0,0 0 1 0 0,0 1 0 0 0,0-1-1 0 0,-1-1 1 0 0,2 2 44 0 0,0-1 0 0 0,0 1 1 0 0,-1 0-1 0 0,1-1 0 0 0,0 1 1 0 0,0 0-1 0 0,0-1 0 0 0,0 1 1 0 0,0 0-1 0 0,0-1 0 0 0,0 1 0 0 0,0-1 1 0 0,0 1-1 0 0,0 0 0 0 0,0-1 1 0 0,0 1-1 0 0,0-1 0 0 0,0 1 1 0 0,0 0-1 0 0,0-1 0 0 0,0 1 0 0 0,0 0 1 0 0,1-1-1 0 0,15-17-3184 0 0,-16 18 3282 0 0,25-19-5312 0 0,-10 11 784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13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453 115 1864 0 0,'-54'-25'9834'0'0,"39"17"-7425"0"0,0 0 1 0 0,-25-20-1 0 0,38 27-2293 0 0,3-1-107 0 0,-1 0 1 0 0,1 0-1 0 0,-1 0 0 0 0,1 0 1 0 0,0 1-1 0 0,0-1 1 0 0,0 0-1 0 0,0 0 0 0 0,0 1 1 0 0,0-1-1 0 0,0 0 1 0 0,0 1-1 0 0,1-1 1 0 0,-1 1-1 0 0,1 0 0 0 0,-1-1 1 0 0,1 1-1 0 0,0 0 1 0 0,-1 0-1 0 0,1 0 0 0 0,0 0 1 0 0,0 0-1 0 0,0 0 1 0 0,-1 1-1 0 0,1-1 1 0 0,0 1-1 0 0,0-1 0 0 0,4 1 1 0 0,2-2-27 0 0,0 0 0 0 0,0 1 0 0 0,0 0 0 0 0,1 1 0 0 0,13 1 0 0 0,-17-1 22 0 0,1 1 1 0 0,-1 0-1 0 0,1 0 0 0 0,-1 0 0 0 0,0 1 1 0 0,1 0-1 0 0,-1 0 0 0 0,0 0 0 0 0,0 1 0 0 0,0 0 1 0 0,-1 0-1 0 0,1 0 0 0 0,-1 0 0 0 0,1 1 1 0 0,-1 0-1 0 0,0 0 0 0 0,-1 0 0 0 0,1 0 1 0 0,-1 0-1 0 0,1 1 0 0 0,-1 0 0 0 0,-1-1 1 0 0,1 1-1 0 0,-1 0 0 0 0,1 1 0 0 0,-2-1 1 0 0,1 0-1 0 0,0 0 0 0 0,-1 1 0 0 0,0-1 0 0 0,0 1 1 0 0,-1-1-1 0 0,0 1 0 0 0,0 0 0 0 0,0-1 1 0 0,0 1-1 0 0,-1-1 0 0 0,0 1 0 0 0,0-1 1 0 0,-1 1-1 0 0,-2 7 0 0 0,-9 15 56 0 0,-1 0 1 0 0,-34 50-1 0 0,15-26 698 0 0,32-50-544 0 0,-2 1-86 0 0,5-9-14 0 0,-1 4-123 0 0,1 1 0 0 0,-1-1 1 0 0,1 1-1 0 0,-1-1 0 0 0,1 1 0 0 0,0 0 0 0 0,-1 0 0 0 0,1 0 0 0 0,0 0 0 0 0,0 0 1 0 0,0 0-1 0 0,0 0 0 0 0,0 1 0 0 0,0-1 0 0 0,0 1 0 0 0,0-1 0 0 0,0 1 0 0 0,0 0 0 0 0,0 0 1 0 0,0 0-1 0 0,0 0 0 0 0,0 0 0 0 0,0 0 0 0 0,4 1 0 0 0,3 1-11 0 0,0 0-1 0 0,0 0 0 0 0,0 1 1 0 0,10 4-1 0 0,-6-1 9 0 0,-1 1 0 0 0,1 1 0 0 0,-1-1 0 0 0,0 2 0 0 0,-1 0 0 0 0,14 13 0 0 0,-18-14 21 0 0,1-1-1 0 0,-2 1 0 0 0,1 1 1 0 0,-1-1-1 0 0,0 1 0 0 0,-1 0 1 0 0,0 0-1 0 0,0 1 0 0 0,4 12 1 0 0,-8-18 2 0 0,0 1 0 0 0,0-1 1 0 0,-1 0-1 0 0,1 0 0 0 0,-1 0 1 0 0,0 0-1 0 0,0 0 0 0 0,-1 1 1 0 0,1-1-1 0 0,-1 0 0 0 0,0 0 1 0 0,0 0-1 0 0,0 0 1 0 0,-4 7-1 0 0,2-4 1 0 0,0-1 0 0 0,-1 0 1 0 0,0-1-1 0 0,-1 1 0 0 0,1-1 0 0 0,-1 0 0 0 0,0 0 1 0 0,-7 5-1 0 0,-6 3 8 0 0,-1-1 1 0 0,0 0-1 0 0,0-2 1 0 0,-34 13 0 0 0,8-6-453 0 0,-1-3 0 0 0,-81 16 1 0 0,-99-3-6762 0 0,187-23 3126 0 0,1-3-1949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16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86 888 0 0,'0'0'1599'0'0,"-3"-33"6125"0"0,-7-5-4 0 0,9 36-7467 0 0,0 1-1 0 0,0 0 1 0 0,1-1-1 0 0,-1 1 1 0 0,0 0 0 0 0,0 0-1 0 0,0 0 1 0 0,0-1 0 0 0,0 1-1 0 0,-2-1 1 0 0,2 3-256 0 0,0 1 1 0 0,0-1-1 0 0,0 0 1 0 0,0 0-1 0 0,0 1 1 0 0,1-1-1 0 0,-1 0 1 0 0,0 1-1 0 0,1-1 1 0 0,-1 0-1 0 0,1 1 1 0 0,-1-1-1 0 0,1 1 1 0 0,0-1-1 0 0,-1 4 1 0 0,-2 32-41 0 0,2-15 31 0 0,-15 90-1804 0 0,-13 137-7637 0 0,26-198 2511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25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6 268 0 0,'4'-6'14576'0'0,"-6"8"-14536"0"0,-10 5 2706 0 0,11-6-2763 0 0,0 0 1 0 0,0-1 0 0 0,1 1 0 0 0,-1 0 0 0 0,0 0 0 0 0,1-1 0 0 0,-1 1 0 0 0,1 0 0 0 0,-1 0-1 0 0,1 0 1 0 0,-1 0 0 0 0,1 0 0 0 0,0 0 0 0 0,-1 0 0 0 0,1 0 0 0 0,0 0 0 0 0,0 0 0 0 0,-1 1-1 0 0,0 21-409 0 0,1-20 513 0 0,0-1 187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47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60 684 0 0,'-7'17'14900'0'0,"5"-8"-12417"0"0,7-9-2458 0 0,0-1 0 0 0,-1 1 0 0 0,1-1 1 0 0,0 1-1 0 0,-1-1 0 0 0,1 0 0 0 0,-1-1 0 0 0,1 1 0 0 0,-1-1 1 0 0,5-2-1 0 0,14-5 19 0 0,44-11 130 0 0,-9 2-1672 0 0,-6 5-3993 0 0,-32 6 385 0 0,-8 1 1043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47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63 2228 0 0,'-2'-24'11070'0'0,"3"17"-9743"0"0,2 4-1230 0 0,0 0-1 0 0,0 0 1 0 0,0 0 0 0 0,0 1-1 0 0,1 0 1 0 0,-1-1-1 0 0,1 1 1 0 0,0 0-1 0 0,-1 1 1 0 0,1-1-1 0 0,0 1 1 0 0,0 0-1 0 0,0 0 1 0 0,0 0 0 0 0,0 0-1 0 0,0 1 1 0 0,0-1-1 0 0,1 1 1 0 0,-1 0-1 0 0,0 1 1 0 0,0-1-1 0 0,7 2 1 0 0,-5-1-92 0 0,-1 0 0 0 0,0 0 0 0 0,1 1 0 0 0,-1 0 0 0 0,0 0 0 0 0,0 0 0 0 0,0 0 0 0 0,0 1 0 0 0,-1-1 0 0 0,1 2 1 0 0,-1-1-1 0 0,0 0 0 0 0,1 1 0 0 0,-2-1 0 0 0,1 1 0 0 0,0 0 0 0 0,3 6 0 0 0,-4-4 17 0 0,-1 0 1 0 0,0-1-1 0 0,0 1 1 0 0,-1 0-1 0 0,1 0 1 0 0,-1 0 0 0 0,-1 0-1 0 0,1 0 1 0 0,-1 0-1 0 0,0 1 1 0 0,0-1-1 0 0,-1 0 1 0 0,0 0-1 0 0,0 0 1 0 0,0 0-1 0 0,-4 9 1 0 0,-3 5 89 0 0,1-1 1 0 0,-2 0-1 0 0,-17 28 1 0 0,-48 56 752 0 0,17-24-294 0 0,22-34-277 0 0,35-43-230 0 0,3 1 59 0 0,-3-3-122 0 0,0 1 0 0 0,0-1 0 0 0,1 0 0 0 0,-1 0 0 0 0,0 1 1 0 0,0-1-1 0 0,0 0 0 0 0,0 0 0 0 0,0 1 0 0 0,0-1 0 0 0,1 0 1 0 0,-1 0-1 0 0,0 0 0 0 0,0 1 0 0 0,0-1 0 0 0,1 0 0 0 0,-1 0 0 0 0,0 0 1 0 0,0 0-1 0 0,1 0 0 0 0,-1 1 0 0 0,0-1 0 0 0,0 0 0 0 0,1 0 1 0 0,-1 0-1 0 0,0 0 0 0 0,0 0 0 0 0,1 0 0 0 0,-1 0 0 0 0,0 0 1 0 0,0 0-1 0 0,1 0 0 0 0,-1 0 0 0 0,1 0 0 0 0,41-3-81 0 0,0-1 1 0 0,-1-3-1 0 0,47-13 0 0 0,-14 3-1827 0 0,13-3-2335 0 0,-30 3-1834 0 0,-30 7 1297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48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91 608 0 0,'-28'-4'19184'0'0,"30"3"-18966"0"0,10-5-119 0 0,1 1 0 0 0,-1 1 1 0 0,1-1-1 0 0,1 2 0 0 0,-1 0 1 0 0,15-1-1 0 0,-7 0-50 0 0,169-35 166 0 0,-146 29-3700 0 0,-31 8-402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2:48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1140 0 0,'32'-37'23065'0'0,"-37"76"-22724"0"0,2-6-241 0 0,0-6-42 0 0,0 33-1 0 0,4-52-53 0 0,-1 0 0 0 0,1 0 1 0 0,0 0-1 0 0,1 0 0 0 0,0 0 1 0 0,0 0-1 0 0,1-1 0 0 0,6 13 1 0 0,-8-17-45 0 0,1 1 1 0 0,1-1 0 0 0,-1 0-1 0 0,0 0 1 0 0,1 0 0 0 0,0 0 0 0 0,-1 0-1 0 0,1-1 1 0 0,0 1 0 0 0,0-1 0 0 0,1 0-1 0 0,-1 0 1 0 0,0 0 0 0 0,1 0-1 0 0,-1-1 1 0 0,1 1 0 0 0,0-1 0 0 0,-1 0-1 0 0,1 0 1 0 0,0 0 0 0 0,0 0 0 0 0,0-1-1 0 0,0 0 1 0 0,0 0 0 0 0,-1 0-1 0 0,1 0 1 0 0,0 0 0 0 0,0-1 0 0 0,0 0-1 0 0,4-1 1 0 0,-1 0-62 0 0,0 0 0 0 0,0-1 0 0 0,0 0 1 0 0,-1 0-1 0 0,0 0 0 0 0,1-1 0 0 0,-1 0 0 0 0,-1 0 0 0 0,1-1 0 0 0,0 1 0 0 0,-1-1 1 0 0,0 0-1 0 0,0-1 0 0 0,-1 1 0 0 0,7-11 0 0 0,-3 0 172 0 0,0 0 1 0 0,-1-1-1 0 0,-1 1 0 0 0,0-1 0 0 0,-2 0 1 0 0,0-1-1 0 0,2-18 0 0 0,-5 35 50 0 0,-3 2-115 0 0,1 1-1 0 0,0 0 1 0 0,0 0-1 0 0,0 0 1 0 0,0 0-1 0 0,0 1 1 0 0,1-1-1 0 0,-1 0 0 0 0,1 0 1 0 0,-1 3-1 0 0,0-1-4 0 0,-6 32 65 0 0,0 1 0 0 0,-1 62 0 0 0,8 78-1681 0 0,2-74-1908 0 0,-2-5-4359 0 0,-2-50 388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27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1000 0 0,'0'0'1790'0'0,"5"-33"8566"0"0,-5 19-6447 0 0,0 26-2529 0 0,0 41-1449 0 0,0-42 506 0 0,-3 159 131 0 0,2-86-3075 0 0,0 0-5353 0 0,1-54 1260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30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2 684 0 0,'-14'-1'12482'0'0,"13"1"-12518"0"0,1 0 72 0 0,0 0 0 0 0,0 0 0 0 0,-1 0 0 0 0,1 0 0 0 0,0 0 0 0 0,0 0 1 0 0,-1 0-1 0 0,1 0 0 0 0,0 0 0 0 0,0 0 0 0 0,-1 0 0 0 0,1 0 0 0 0,0 0 0 0 0,-1 0 1 0 0,1 0-1 0 0,0 0 0 0 0,0 0 0 0 0,-1 0 0 0 0,1 0 0 0 0,0 0 0 0 0,0 0 1 0 0,0 0-1 0 0,-1 1 0 0 0,1-1 0 0 0,0 0 0 0 0,0 0 0 0 0,-1 0 0 0 0,1 1 0 0 0,0-1 1 0 0,0 0-1 0 0,0 0 0 0 0,0 0 0 0 0,-1 1 0 0 0,1-1 0 0 0,0 0 0 0 0,0 0 1 0 0,0 1-1 0 0,0-1 0 0 0,0 0 0 0 0,0 0 0 0 0,0 1 0 0 0,0-1 0 0 0,0 0 1 0 0,0 0-1 0 0,0 1 0 0 0,0-1 0 0 0,0 0 0 0 0,0 0 0 0 0,0 1 0 0 0,0-1 0 0 0,0 0 1 0 0,0 0-1 0 0,0 1 0 0 0,0-1 0 0 0,0 0 0 0 0,0 0 0 0 0,0 1 0 0 0,1-1 1 0 0,-1 0-1 0 0,0 0 0 0 0,0 1 0 0 0,0-1 0 0 0,1 2 89 0 0,11-2-2 0 0,1 0-1 0 0,-1 1 0 0 0,18 3 0 0 0,-26-3-124 0 0,43 1 126 0 0,79-6 0 0 0,-74 1-28 0 0,-14-1-1327 0 0,-36 3 305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30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71 109 2052 0 0,'-32'-12'12755'0'0,"30"11"-12278"0"0,0 0 0 0 0,0 0 0 0 0,0 0 1 0 0,1 0-1 0 0,-1 0 0 0 0,0 0 1 0 0,1 0-1 0 0,-1 0 0 0 0,1-1 0 0 0,-1 1 1 0 0,1-1-1 0 0,-2-2 0 0 0,2 2-448 0 0,1 1-1 0 0,0 0 1 0 0,0 0 0 0 0,0 0 0 0 0,0 0-1 0 0,0 0 1 0 0,0 0 0 0 0,1 0-1 0 0,-1 0 1 0 0,0 0 0 0 0,0 0-1 0 0,1 0 1 0 0,-1 0 0 0 0,1 0-1 0 0,-1 0 1 0 0,1 0 0 0 0,-1 0-1 0 0,1 1 1 0 0,-1-1 0 0 0,1 0-1 0 0,0 0 1 0 0,0 0 0 0 0,-1 1-1 0 0,1-1 1 0 0,0 0 0 0 0,0 1-1 0 0,1-1 1 0 0,5-5-33 0 0,0 0 1 0 0,1 1-1 0 0,0 0 0 0 0,0 0 1 0 0,0 1-1 0 0,0 0 0 0 0,1 1 1 0 0,0-1-1 0 0,0 2 1 0 0,0-1-1 0 0,0 1 0 0 0,0 1 1 0 0,0 0-1 0 0,0 0 0 0 0,0 0 1 0 0,1 2-1 0 0,-1-1 0 0 0,17 3 1 0 0,-23-2 1 0 0,1 0 0 0 0,-1 0 0 0 0,1 0-1 0 0,-1 1 1 0 0,1-1 0 0 0,-1 1 0 0 0,0 0 0 0 0,0 0 0 0 0,0 0 0 0 0,0 0 0 0 0,0 1 0 0 0,0-1 0 0 0,-1 1 0 0 0,1 0 0 0 0,-1-1 0 0 0,0 1 0 0 0,0 0 0 0 0,2 4 0 0 0,-2-2 4 0 0,0 0 0 0 0,0 0 0 0 0,-1 0-1 0 0,0 0 1 0 0,0 0 0 0 0,0 0 0 0 0,-1 0 0 0 0,1 1 0 0 0,-1-1 0 0 0,-1 0 0 0 0,0 8 0 0 0,-4 9 12 0 0,-1 1-1 0 0,0-1 1 0 0,-2 0-1 0 0,-15 32 1 0 0,20-49-14 0 0,-31 63-12 0 0,-4-2 0 0 0,-59 79 0 0 0,84-127 7 0 0,7-11-9 0 0,0 1-1 0 0,1 1 1 0 0,0-1-1 0 0,0 1 1 0 0,1-1 0 0 0,-4 13-1 0 0,8-20 18 0 0,0-1 0 0 0,-1 1 0 0 0,1 0 0 0 0,0 0 0 0 0,0 0 0 0 0,0-1-1 0 0,0 1 1 0 0,0 0 0 0 0,0 0 0 0 0,0-1 0 0 0,0 1 0 0 0,0 0 0 0 0,1 0 0 0 0,-1 0 0 0 0,0-1-1 0 0,0 1 1 0 0,1 0 0 0 0,-1-1 0 0 0,0 1 0 0 0,1 0 0 0 0,-1-1 0 0 0,1 1 0 0 0,-1 0 0 0 0,1-1-1 0 0,-1 1 1 0 0,1-1 0 0 0,-1 1 0 0 0,1-1 0 0 0,-1 1 0 0 0,1-1 0 0 0,0 1 0 0 0,-1-1-1 0 0,1 0 1 0 0,0 1 0 0 0,0-1 0 0 0,-1 0 0 0 0,1 0 0 0 0,1 1 0 0 0,28 4 14 0 0,9-8-203 0 0,0-1-1 0 0,0-2 1 0 0,0-2 0 0 0,41-14 0 0 0,9-1-2926 0 0,0 7-3411 0 0,-77 15 2887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31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50 1704 0 0,'0'0'11383'0'0,"-1"0"-11064"0"0,1 1 0 0 0,-1 0-1 0 0,0 0 1 0 0,0 0 0 0 0,1 0 0 0 0,-1 0-1 0 0,0 0 1 0 0,1 0 0 0 0,-1 0 0 0 0,1 0-1 0 0,0 0 1 0 0,-1 2 0 0 0,8-2-217 0 0,1 0 1 0 0,0 0-1 0 0,0-1 0 0 0,-1 0 1 0 0,1 0-1 0 0,0 0 1 0 0,0-1-1 0 0,-1-1 0 0 0,14-3 1 0 0,21-3 170 0 0,-16 4-125 0 0,44-14 0 0 0,-44 11-84 0 0,31-6-1 0 0,-55 13-87 0 0,13-4-914 0 0,-1-1-2431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31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1528 0 0,'7'-11'15978'0'0,"-2"75"-13203"0"0,-5-47-2378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33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93 504 0 0,'-19'-75'9754'0'0,"19"74"-9210"0"0,-1-2 89 0 0,-5-10 1548 0 0,4 13-1309 0 0,1 10-577 0 0,2 96 1581 0 0,-2 107-985 0 0,1-208-899 0 0,-1 129 279 0 0,3-108-605 0 0,0 0 0 0 0,1 0 0 0 0,8 26 0 0 0,-9-45-46 0 0,0-1 0 0 0,0 0 0 0 0,1 0 0 0 0,-1-1 0 0 0,1 1 0 0 0,7 9 0 0 0,-8-13-70 0 0,0 1-1 0 0,0-1 1 0 0,0 0-1 0 0,0 0 0 0 0,1 0 1 0 0,-1 0-1 0 0,0 0 1 0 0,1 0-1 0 0,0 0 0 0 0,-1-1 1 0 0,1 0-1 0 0,0 1 1 0 0,0-1-1 0 0,0 0 1 0 0,6 1-1 0 0,9-1-3753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34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49 105 2180 0 0,'-8'-6'5929'0'0,"4"4"-4482"0"0,-1-1 0 0 0,1 1-1 0 0,-1 0 1 0 0,0 0 0 0 0,-8-1-1 0 0,10 2-1331 0 0,1 0 181 0 0,5 1-281 0 0,73-10 2 0 0,0-2 0 0 0,122-38 0 0 0,-151 39-3358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3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 2548 0 0,'-16'4'4737'0'0,"11"-3"-4431"0"0,0 1 0 0 0,0 0 0 0 0,1 1 0 0 0,-1-1 0 0 0,0 1 0 0 0,1 0 0 0 0,0 0 0 0 0,0 0 0 0 0,0 1 0 0 0,0 0 0 0 0,0-1 0 0 0,1 1 0 0 0,0 1 0 0 0,-1-1 0 0 0,1 0 0 0 0,-3 7 0 0 0,-5 11-7 0 0,0 1 1 0 0,-9 26 0 0 0,16-39-150 0 0,-1 4-79 0 0,1 0 0 0 0,0 0 0 0 0,1 0 0 0 0,-1 23 0 0 0,3-29-45 0 0,1 0 0 0 0,0 0 0 0 0,0 0 0 0 0,1 0 0 0 0,0 0 0 0 0,0 0 0 0 0,1 0 0 0 0,0-1 0 0 0,6 15 0 0 0,-6-19-7 0 0,-1 0 1 0 0,1-1 0 0 0,0 1-1 0 0,0-1 1 0 0,0 0 0 0 0,1 1-1 0 0,-1-1 1 0 0,0 0 0 0 0,1 0-1 0 0,0-1 1 0 0,-1 1 0 0 0,1 0 0 0 0,0-1-1 0 0,0 0 1 0 0,0 0 0 0 0,0 1-1 0 0,0-2 1 0 0,0 1 0 0 0,5 1-1 0 0,8 0 297 0 0,0-1 0 0 0,30-1-1 0 0,0 0-100 0 0,-39 1-130 0 0,1 0 1 0 0,-1 0-1 0 0,0 0 0 0 0,0 1 0 0 0,0 0 0 0 0,0 1 1 0 0,0 0-1 0 0,-1 0 0 0 0,1 0 0 0 0,-1 1 0 0 0,0 0 1 0 0,0 0-1 0 0,0 0 0 0 0,0 1 0 0 0,-1 0 0 0 0,1 0 1 0 0,-1 0-1 0 0,-1 1 0 0 0,1 0 0 0 0,-1 0 0 0 0,0 0 1 0 0,0 0-1 0 0,-1 1 0 0 0,0-1 0 0 0,0 1 0 0 0,-1 0 1 0 0,1 0-1 0 0,-1 0 0 0 0,-1 0 0 0 0,1 0 0 0 0,-1 1 1 0 0,-1-1-1 0 0,0 11 0 0 0,-1-4 101 0 0,-1 0-1 0 0,0-1 1 0 0,-2 1 0 0 0,1-1 0 0 0,-2 0-1 0 0,0 0 1 0 0,0 0 0 0 0,-1-1 0 0 0,-1 0-1 0 0,0 0 1 0 0,-13 18 0 0 0,14-23-137 0 0,0 1-1 0 0,-1-1 1 0 0,1 0 0 0 0,-1-1 0 0 0,-1 0 0 0 0,1 0 0 0 0,-1 0 0 0 0,0-1 0 0 0,-1 0-1 0 0,1-1 1 0 0,-1 1 0 0 0,0-2 0 0 0,0 1 0 0 0,0-1 0 0 0,0-1 0 0 0,0 0-1 0 0,-15 2 1 0 0,17-4-354 0 0,-1-1-1 0 0,0 1 0 0 0,0-1 0 0 0,1-1 1 0 0,-1 0-1 0 0,1 0 0 0 0,-1 0 0 0 0,1-1 1 0 0,0 0-1 0 0,0 0 0 0 0,-11-8 1 0 0,5 3-1582 0 0,1 0 0 0 0,1-1 0 0 0,0-1 0 0 0,0 0 0 0 0,-12-15 0 0 0,11 10-2430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34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90 2172 0 0,'-3'1'2170'0'0,"-70"18"6949"0"0,71-19-8841 0 0,-5 2 639 0 0,23-2-894 0 0,1-2 0 0 0,-1 0 0 0 0,1-1 0 0 0,-1-1 1 0 0,0 0-1 0 0,20-9 0 0 0,0 2-550 0 0,-35 10 505 0 0,108-32-3098 0 0,-38 8-1732 0 0,-35 11 959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36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92 1848 0 0,'-15'-3'9568'0'0,"-12"1"-5282"0"0,25 2-3192 0 0,5 0-966 0 0,38-3 283 0 0,0-2 0 0 0,0-2 0 0 0,68-20 0 0 0,-1 0-83 0 0,-82 20-266 0 0,-19 5-62 0 0,-1 0-1 0 0,1 0 1 0 0,0 1-1 0 0,0-1 1 0 0,0 2-1 0 0,0-1 1 0 0,0 1-1 0 0,10 0 1 0 0,-13 1 0 0 0,-1 0 0 0 0,1 0 1 0 0,-1 0-1 0 0,0 0 0 0 0,1 1 1 0 0,-1-1-1 0 0,0 1 0 0 0,0 0 0 0 0,0 0 1 0 0,0 0-1 0 0,0 0 0 0 0,-1 0 1 0 0,1 1-1 0 0,-1-1 0 0 0,1 1 1 0 0,-1 0-1 0 0,0 0 0 0 0,0 0 0 0 0,0 0 1 0 0,2 5-1 0 0,0-2 0 0 0,8 17 106 0 0,-1 0 0 0 0,-2 0 0 0 0,0 1 0 0 0,-1 0 0 0 0,5 29 0 0 0,15 127 614 0 0,-28-177-718 0 0,21 518 1112 0 0,-20-278-959 0 0,16 64 1 0 0,99 541 0 0 0,-80-662-21 0 0,59 338 44 0 0,-89-471-17 0 0,-2 1 0 0 0,-3-1-1 0 0,-2 1 1 0 0,-2 0-1 0 0,-3 0 1 0 0,-2-1 0 0 0,-14 52-1 0 0,6-39 338 0 0,9-32 738 0 0,-19 56-1 0 0,25-89-950 0 0,-7 12 368 0 0,-1-8-585 0 0,0 0 1 0 0,1-1-1 0 0,-1 0 1 0 0,-1-1-1 0 0,1 0 0 0 0,-19 3 1 0 0,-64 6-765 0 0,55-9 198 0 0,-467 17-9881 0 0,406-20 7647 0 0,-3 0-1802 0 0,-3 0-2133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42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14 224 0 0,'0'0'-76'0'0,"4"-14"20"0"0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44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43 344 556 0 0,'0'0'4939'0'0,"-15"-1"-492"0"0,12 3-4002 0 0,0-1 1 0 0,0 2-1 0 0,0-1 1 0 0,0 0-1 0 0,0 0 1 0 0,0 1-1 0 0,-2 3 1 0 0,4-4-413 0 0,5 0 2 0 0,-3-2-35 0 0,-1 1 1 0 0,0-1-1 0 0,0 0 0 0 0,0 1 0 0 0,1-1 1 0 0,-1 0-1 0 0,0 1 0 0 0,0-1 0 0 0,1 0 1 0 0,-1 0-1 0 0,0 0 0 0 0,1 1 0 0 0,-1-1 1 0 0,0 0-1 0 0,1 0 0 0 0,-1 0 0 0 0,0 0 1 0 0,1 1-1 0 0,-1-1 0 0 0,1 0 0 0 0,-1 0 1 0 0,0 0-1 0 0,1 0 0 0 0,-1 0 0 0 0,0 0 1 0 0,1 0-1 0 0,-1 0 0 0 0,1 0 0 0 0,154 3 33 0 0,156-16 0 0 0,-245 9-21 0 0,1136-96 32 0 0,-600 45-40 0 0,-248 13 152 0 0,-308 30-98 0 0,-44 11-58 0 0,1 0 1 0 0,0-1 0 0 0,-1 1-1 0 0,1 0 1 0 0,-1-1-1 0 0,1 1 1 0 0,-1-1-1 0 0,0 0 1 0 0,0 0-1 0 0,0 0 1 0 0,0 0 0 0 0,0 0-1 0 0,2-4 1 0 0,-3 5-3 0 0,-1-1-1 0 0,1 1 1 0 0,-1-1 0 0 0,1 1 0 0 0,-1-1 0 0 0,0 0 0 0 0,0 1 0 0 0,0-1 0 0 0,0 0 0 0 0,0 1 0 0 0,0-1-1 0 0,0 0 1 0 0,0 1 0 0 0,-1-1 0 0 0,1 1 0 0 0,-1-1 0 0 0,1 0 0 0 0,-1 1 0 0 0,1-1 0 0 0,-1 1 0 0 0,-2-3 0 0 0,-20-27-10 0 0,20 28 10 0 0,-34-41-130 0 0,36 42 75 0 0,-5-2-124 0 0,7 3 119 0 0,6 5 67 0 0,-2 0 0 0 0,0 1-1 0 0,-1-1 1 0 0,0 1 0 0 0,0 0-1 0 0,0 1 1 0 0,-1-1 0 0 0,1 1-1 0 0,-1 0 1 0 0,-1 0 0 0 0,1 0-1 0 0,-1 0 1 0 0,0 0 0 0 0,0 0-1 0 0,-1 0 1 0 0,0 1 0 0 0,0-1-1 0 0,0 1 1 0 0,-1-1 0 0 0,0 1-1 0 0,-1 7 1 0 0,-2 0 0 0 0,-1 1 1 0 0,0-1-1 0 0,-1 0 1 0 0,0 0-1 0 0,-1-1 1 0 0,-1 1-1 0 0,0-1 1 0 0,-12 15-1 0 0,-9 10-383 0 0,-40 42 0 0 0,15-25-2508 0 0,-76 61-1 0 0,60-60-1769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53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75 320 0 0,'-2'-8'1356'0'0,"-1"0"0"0"0,1 1-1 0 0,-2-1 1 0 0,1 1 0 0 0,-1 0 0 0 0,0 0 0 0 0,-7-10-1 0 0,10 16-1078 0 0,1 1-264 0 0,0 0 0 0 0,0-1 0 0 0,0 1 0 0 0,0 0 0 0 0,0 0 0 0 0,0 0 0 0 0,-1-1 0 0 0,1 1 0 0 0,0 0 0 0 0,0 0 0 0 0,0 0-1 0 0,0 0 1 0 0,0-1 0 0 0,0 1 0 0 0,-1 0 0 0 0,1 0 0 0 0,0 0 0 0 0,0 0 0 0 0,0 0 0 0 0,0-1 0 0 0,-1 1 0 0 0,1 0 0 0 0,0 0 0 0 0,0 0 0 0 0,0 0 0 0 0,-1 0 0 0 0,1 0 0 0 0,0 0 0 0 0,0 0 0 0 0,0 0 0 0 0,-1 0 0 0 0,1 0-1 0 0,0 0 1 0 0,0 0 0 0 0,0 0 0 0 0,-1 0 0 0 0,1 0 0 0 0,0 0 0 0 0,0 0 0 0 0,-1 0 0 0 0,1 0 0 0 0,0 0 0 0 0,-7 10 230 0 0,-1 15-45 0 0,-8 101 229 0 0,-2 175 0 0 0,20-110-588 0 0,11-64-5169 0 0,-11-112 2898 0 0,-2-4-536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53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0 258 1656 0 0,'2'-15'838'0'0,"-1"0"0"0"0,2 0 0 0 0,0 1 0 0 0,1-1 0 0 0,0 1 0 0 0,12-25 0 0 0,-12 30-651 0 0,1 1 1 0 0,0-1-1 0 0,1 1 1 0 0,0 1-1 0 0,0-1 1 0 0,1 1-1 0 0,0 0 1 0 0,0 0-1 0 0,0 1 1 0 0,1 0-1 0 0,12-7 1 0 0,-9 7-97 0 0,0 1 1 0 0,0 0 0 0 0,0 1 0 0 0,1 0 0 0 0,0 1-1 0 0,0 0 1 0 0,0 1 0 0 0,0 0 0 0 0,15 0 0 0 0,-21 2-69 0 0,0 0 1 0 0,0 1 0 0 0,0-1-1 0 0,-1 1 1 0 0,1 1 0 0 0,0-1-1 0 0,0 1 1 0 0,0 0 0 0 0,6 3-1 0 0,-8-3-10 0 0,-1 0 0 0 0,0 0 0 0 0,0 1 0 0 0,0-1 0 0 0,0 0-1 0 0,-1 1 1 0 0,1 0 0 0 0,-1 0 0 0 0,1 0 0 0 0,-1 0 0 0 0,0 0-1 0 0,0 0 1 0 0,0 0 0 0 0,-1 1 0 0 0,3 6 0 0 0,-2-4-4 0 0,-1 0 0 0 0,0 0 1 0 0,-1 1-1 0 0,0-1 0 0 0,0 0 1 0 0,0 0-1 0 0,0 0 0 0 0,-1 0 1 0 0,0 1-1 0 0,-1-1 0 0 0,1 0 1 0 0,-1 0-1 0 0,0-1 0 0 0,-4 9 1 0 0,-4 5 16 0 0,0 0 0 0 0,-23 32 0 0 0,12-22 78 0 0,-1-2 0 0 0,-2 0-1 0 0,0-1 1 0 0,-2-1 0 0 0,-1-2-1 0 0,-1 0 1 0 0,-47 28 0 0 0,66-47 51 0 0,11-5 28 0 0,-1 0-155 0 0,1 1 0 0 0,-1-1-1 0 0,1 1 1 0 0,-1-1 0 0 0,1 1-1 0 0,0 0 1 0 0,-1-1 0 0 0,1 1-1 0 0,-1 0 1 0 0,1 0 0 0 0,3 1 0 0 0,13 3 114 0 0,1 1 1 0 0,-2 0-1 0 0,1 1 1 0 0,0 2-1 0 0,-1-1 1 0 0,0 2-1 0 0,-1 0 1 0 0,22 17-1 0 0,-10-4-674 0 0,-1 2 0 0 0,-1 0 0 0 0,38 47-1 0 0,-22-21-5495 0 0,-27-36 2456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54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65 372 0 0,'3'-39'9061'0'0,"-4"38"-8500"0"0,1-1-1 0 0,0 0 1 0 0,0 1 0 0 0,0-1 0 0 0,0 0 0 0 0,0 0 0 0 0,0 1 0 0 0,0-1 0 0 0,1 0 0 0 0,-1 0 0 0 0,1 1 0 0 0,-1-1 0 0 0,2-1 0 0 0,-1 5-411 0 0,0 1 0 0 0,0-1 0 0 0,-1 1 1 0 0,1 0-1 0 0,0-1 0 0 0,-1 1 0 0 0,0-1 1 0 0,1 1-1 0 0,-1 0 0 0 0,-1 2 1 0 0,2 1 159 0 0,0 63 642 0 0,-10 95 0 0 0,0 7-2819 0 0,9-163 1311 0 0,0-1 1 0 0,1 1 0 0 0,0-1-1 0 0,2 9 1 0 0,-2-13-565 0 0,0 0 0 0 0,0-1 0 0 0,1 1-1 0 0,-1 0 1 0 0,0 0 0 0 0,1-1 0 0 0,1 4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54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33 190 392 0 0,'-1'-3'2494'0'0,"-22"-36"7743"0"0,19 29-9072 0 0,0 1-273 0 0,4 8-866 0 0,1 0-1 0 0,-1 0 0 0 0,1 1 0 0 0,-1-1 1 0 0,1 0-1 0 0,-1 0 0 0 0,1 1 0 0 0,0-1 0 0 0,-1 0 1 0 0,1 1-1 0 0,0-1 0 0 0,0 1 0 0 0,-1-1 1 0 0,1 1-1 0 0,0-1 0 0 0,1 0 0 0 0,39-18-399 0 0,1 2 0 0 0,0 2 0 0 0,70-16 0 0 0,-12 3-7142 0 0,-78 21 3323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55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43 124 2452 0 0,'-39'-42'9391'0'0,"38"41"-9339"0"0,1 0 0 0 0,0 0 0 0 0,-1 0 0 0 0,1 0 0 0 0,0 0 0 0 0,-1 0 0 0 0,1 0 0 0 0,0 0 0 0 0,0 1 0 0 0,0-1 0 0 0,0 0 1 0 0,0 0-1 0 0,0 0 0 0 0,0 0 0 0 0,0 0 0 0 0,0 0 0 0 0,1 0 0 0 0,-1 0 0 0 0,0 0 0 0 0,0 0 0 0 0,1 0 0 0 0,-1 0 0 0 0,2-1 0 0 0,11-19 401 0 0,-9 18-426 0 0,-1 0-1 0 0,1-1 1 0 0,-1 1-1 0 0,1 0 1 0 0,0 1-1 0 0,0-1 1 0 0,1 1-1 0 0,-1 0 1 0 0,0 0-1 0 0,1 0 1 0 0,0 0-1 0 0,-1 1 1 0 0,1 0-1 0 0,0 0 1 0 0,-1 0-1 0 0,1 0 1 0 0,0 1-1 0 0,0 0 1 0 0,0 0-1 0 0,0 0 1 0 0,-1 1-1 0 0,1-1 1 0 0,0 1-1 0 0,6 2 1 0 0,-8-2-19 0 0,1 1 1 0 0,0-1-1 0 0,0 1 1 0 0,-1 0-1 0 0,1 0 1 0 0,-1 0-1 0 0,0 0 0 0 0,0 1 1 0 0,1-1-1 0 0,-1 1 1 0 0,-1 0-1 0 0,1 0 1 0 0,0 0-1 0 0,-1 0 1 0 0,0 1-1 0 0,1-1 1 0 0,-1 0-1 0 0,-1 1 0 0 0,1 0 1 0 0,0-1-1 0 0,-1 1 1 0 0,0 0-1 0 0,0 0 1 0 0,0 0-1 0 0,0 0 1 0 0,-1 0-1 0 0,1 0 0 0 0,-1 0 1 0 0,-1 7-1 0 0,-1 6 17 0 0,-1 0 0 0 0,-1 0 0 0 0,-1 0 0 0 0,0-1 0 0 0,-1 1 0 0 0,-1-1 0 0 0,-11 19 0 0 0,-5 14 93 0 0,21-45-106 0 0,-2 3-3 0 0,3-7-9 0 0,1 0-1 0 0,0 0 1 0 0,0 1-1 0 0,0-1 1 0 0,0 0-1 0 0,0 0 1 0 0,0 1 0 0 0,0-1-1 0 0,0 0 1 0 0,0 0-1 0 0,0 1 1 0 0,0-1-1 0 0,0 0 1 0 0,0 0 0 0 0,0 1-1 0 0,0-1 1 0 0,0 0-1 0 0,0 1 1 0 0,0-1-1 0 0,0 0 1 0 0,0 0 0 0 0,0 0-1 0 0,0 1 1 0 0,0-1-1 0 0,1 0 1 0 0,-1 0-1 0 0,0 1 1 0 0,0-1 0 0 0,0 0-1 0 0,0 0 1 0 0,1 0-1 0 0,-1 1 1 0 0,0-1-1 0 0,0 0 1 0 0,0 0 0 0 0,1 0-1 0 0,-1 0 1 0 0,0 0-1 0 0,0 0 1 0 0,1 1-1 0 0,-1-1 1 0 0,0 0 0 0 0,0 0-1 0 0,1 0 1 0 0,-1 0-1 0 0,1 0 1 0 0,13 3-29 0 0,-14-3 28 0 0,21 3-26 0 0,-1 0 0 0 0,0 1-1 0 0,32 12 1 0 0,-42-12 29 0 0,0 1-1 0 0,0 0 1 0 0,-1 0 0 0 0,0 1-1 0 0,0 0 1 0 0,0 0-1 0 0,11 12 1 0 0,-17-16 47 0 0,-1 1 1 0 0,0-1-1 0 0,0 1 0 0 0,0-1 0 0 0,0 1 1 0 0,0 0-1 0 0,-1 0 0 0 0,1-1 1 0 0,-1 1-1 0 0,0 0 0 0 0,0 0 0 0 0,0 0 1 0 0,0 1-1 0 0,0-1 0 0 0,-1 0 1 0 0,1 0-1 0 0,-1 0 0 0 0,0 1 0 0 0,0 2 1 0 0,-1-1 51 0 0,0 0 0 0 0,0 0-1 0 0,-1 0 1 0 0,1-1 0 0 0,-1 1 0 0 0,0-1 0 0 0,-1 1 0 0 0,1-1 0 0 0,-1 0 0 0 0,0 1-1 0 0,-4 4 1 0 0,0-1 30 0 0,-1 0-1 0 0,0 0 1 0 0,-1-1-1 0 0,1 0 1 0 0,-1 0-1 0 0,-1-1 1 0 0,1-1-1 0 0,-1 1 1 0 0,0-2-1 0 0,-17 7 1 0 0,17-9-68 0 0,0 0 1 0 0,1 0-1 0 0,-1-1 1 0 0,-1 0-1 0 0,1-1 1 0 0,-14-1-1 0 0,19 1-253 0 0,0-1-1 0 0,-1 0 0 0 0,1 0 0 0 0,0-1 0 0 0,0 1 0 0 0,0-1 1 0 0,0 0-1 0 0,0 0 0 0 0,0-1 0 0 0,0 1 0 0 0,1-1 0 0 0,-1 0 1 0 0,-4-5-1 0 0,8 7 48 0 0,1 0 0 0 0,-1 0 0 0 0,1 0 0 0 0,-1 0 0 0 0,1 0-1 0 0,-1 0 1 0 0,1 1 0 0 0,0-1 0 0 0,0 0 0 0 0,0 0 0 0 0,-1 0 0 0 0,1 0 0 0 0,0 0 0 0 0,0 0 0 0 0,0 0 0 0 0,0 0 0 0 0,1 0 0 0 0,-1 0 0 0 0,0 0 0 0 0,0 0 0 0 0,1 0 0 0 0,-1 0-1 0 0,0 0 1 0 0,1 0 0 0 0,0-2 0 0 0,14-19-5082 0 0,-7 11 515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55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44 1508 0 0,'3'-44'12249'0'0,"-4"46"-12112"0"0,0 0 1 0 0,0 0 0 0 0,0 0 0 0 0,0 0 0 0 0,1 0 0 0 0,-1 1-1 0 0,1-1 1 0 0,-1 0 0 0 0,1 0 0 0 0,-1 0 0 0 0,1 1-1 0 0,0 2 1 0 0,0-1 79 0 0,-14 142 232 0 0,4 150 0 0 0,13-236-3040 0 0,1-20-3539 0 0,-2-25 592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55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83 227 740 0 0,'0'-11'801'0'0,"1"-1"0"0"0,0 0 0 0 0,0 0 0 0 0,1 1-1 0 0,1-1 1 0 0,0 1 0 0 0,0-1 0 0 0,1 1 0 0 0,0 0 0 0 0,9-15 0 0 0,-8 20-691 0 0,-1-1 1 0 0,1 1-1 0 0,0 0 0 0 0,0 0 1 0 0,1 1-1 0 0,-1-1 1 0 0,1 1-1 0 0,1 1 1 0 0,-1-1-1 0 0,1 1 0 0 0,-1 0 1 0 0,1 0-1 0 0,1 1 1 0 0,-1 0-1 0 0,0 0 1 0 0,11-2-1 0 0,-15 4-80 0 0,0 1 0 0 0,0-1-1 0 0,-1 0 1 0 0,1 1 0 0 0,0 0-1 0 0,0 0 1 0 0,0 0 0 0 0,0 0 0 0 0,0 0-1 0 0,0 1 1 0 0,0-1 0 0 0,0 1 0 0 0,0 0-1 0 0,0 0 1 0 0,0 0 0 0 0,0 0 0 0 0,-1 0-1 0 0,1 1 1 0 0,0-1 0 0 0,-1 1 0 0 0,1 0-1 0 0,-1-1 1 0 0,0 1 0 0 0,0 0 0 0 0,0 1-1 0 0,0-1 1 0 0,4 5 0 0 0,-4-4 20 0 0,0 1 1 0 0,0 0 0 0 0,0 1-1 0 0,-1-1 1 0 0,1 0 0 0 0,-1 0-1 0 0,0 1 1 0 0,0-1-1 0 0,-1 0 1 0 0,1 1 0 0 0,-1-1-1 0 0,0 1 1 0 0,0-1 0 0 0,0 1-1 0 0,-1-1 1 0 0,0 1 0 0 0,-1 6-1 0 0,-4 6-11 0 0,-1-1 0 0 0,-1 1 0 0 0,0-1 0 0 0,-1-1 0 0 0,0 0-1 0 0,-1 0 1 0 0,-1-1 0 0 0,-1 0 0 0 0,-17 17 0 0 0,4-9 627 0 0,0 0 0 0 0,-1-2 0 0 0,-1-1 0 0 0,-33 18 0 0 0,12-15 922 0 0,46-21-1538 0 0,13 10-58 0 0,18 2-14 0 0,23 10 6 0 0,75 44 0 0 0,-91-43-483 0 0,72 43-2225 0 0,-34-28-4361 0 0,-48-27 1331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56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81 836 0 0,'-24'-37'10816'0'0,"8"17"-7658"0"0,16 19-3121 0 0,0 1-1 0 0,-1 0 1 0 0,1-1 0 0 0,0 1-1 0 0,0 0 1 0 0,-1-1 0 0 0,1 1-1 0 0,0-1 1 0 0,0 1 0 0 0,-1 0-1 0 0,1-1 1 0 0,0 1 0 0 0,0-1 0 0 0,0 1-1 0 0,0-1 1 0 0,0 1 0 0 0,0-1-1 0 0,0 1 1 0 0,-1 0 0 0 0,1-1-1 0 0,1 1 1 0 0,-1-1 0 0 0,0 1-1 0 0,0-1 1 0 0,0 1 0 0 0,0-1-1 0 0,0 1 1 0 0,0-1 0 0 0,0 1-1 0 0,1 0 1 0 0,-1-1 0 0 0,0 1-1 0 0,0-1 1 0 0,1 1 0 0 0,-1 0-1 0 0,0-1 1 0 0,0 1 0 0 0,1 0-1 0 0,-1-1 1 0 0,0 1 0 0 0,1 0-1 0 0,0-1 1 0 0,12-4 172 0 0,-13 5-203 0 0,3-1 62 0 0,13 3 40 0 0,-14-2-82 0 0,0 0 0 0 0,0 0 0 0 0,1 1 0 0 0,-1-1 0 0 0,0 1 0 0 0,0 0 0 0 0,0 0 0 0 0,0 0 0 0 0,0 0 0 0 0,0 0 0 0 0,0 0 1 0 0,0 1-1 0 0,0-1 0 0 0,0 0 0 0 0,0 1 0 0 0,-1 0 0 0 0,1-1 0 0 0,-1 1 0 0 0,1 0 0 0 0,-1 0 0 0 0,0 0 0 0 0,0 0 0 0 0,0 0 0 0 0,0 0 0 0 0,0 0 0 0 0,0 0 0 0 0,0 0 0 0 0,-1 1 0 0 0,1-1 0 0 0,-1 0 0 0 0,1 0 0 0 0,-1 5 0 0 0,0 0 136 0 0,0 1 0 0 0,0-1 1 0 0,0 0-1 0 0,-1 1 0 0 0,0-1 0 0 0,-1 1 0 0 0,0-1 0 0 0,-3 9 0 0 0,-9 12 235 0 0,0-1-1 0 0,-2-1 0 0 0,-1 0 0 0 0,-21 25 1 0 0,23-31-268 0 0,14-20-127 0 0,1 0 0 0 0,0 0 1 0 0,0 1-1 0 0,-1-1 0 0 0,1 0 0 0 0,0 0 0 0 0,0 1 0 0 0,-1-1 0 0 0,1 0 0 0 0,0 1 1 0 0,0-1-1 0 0,0 1 0 0 0,-1-1 0 0 0,1 0 0 0 0,0 1 0 0 0,0-1 0 0 0,0 0 0 0 0,0 1 0 0 0,0-1 1 0 0,0 1-1 0 0,0-1 0 0 0,0 0 0 0 0,0 1 0 0 0,0-1 0 0 0,0 1 0 0 0,0-1 0 0 0,0 0 0 0 0,0 1 1 0 0,0-1-1 0 0,1 1 0 0 0,-1-1 0 0 0,0 0 0 0 0,0 1 0 0 0,1-1 0 0 0,13 4 27 0 0,23-10-63 0 0,214-76-4274 0 0,-173 53 104 0 0,-39 12-1319 0 0,-23 10 686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58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30 1020 0 0,'-5'-22'9975'0'0,"1"14"-8312"0"0,3 10-1612 0 0,0-1 0 0 0,-1 1 1 0 0,1-1-1 0 0,0 1 0 0 0,0 0 0 0 0,0-1 1 0 0,0 1-1 0 0,0 0 0 0 0,0 0 1 0 0,1 0-1 0 0,-1 0 0 0 0,0 0 0 0 0,1 0 1 0 0,0 0-1 0 0,-1 2 0 0 0,-5 44 342 0 0,4-30-259 0 0,-17 120 104 0 0,-18 148 444 0 0,27-94-3650 0 0,12-159-2009 0 0,-2-20 401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58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13 223 240 0 0,'-3'-10'1127'0'0,"0"1"0"0"0,1-1 0 0 0,0 0-1 0 0,1 0 1 0 0,0 1 0 0 0,0-1 0 0 0,2-16 0 0 0,-1 21-1033 0 0,1 0-1 0 0,0 1 1 0 0,1-1-1 0 0,-1 1 1 0 0,1-1 0 0 0,0 1-1 0 0,0 0 1 0 0,1 0-1 0 0,-1 0 1 0 0,1 0 0 0 0,0 0-1 0 0,-1 0 1 0 0,2 1 0 0 0,-1-1-1 0 0,0 1 1 0 0,1 0-1 0 0,0 0 1 0 0,4-3 0 0 0,4-1-42 0 0,1 0 0 0 0,-1 1 0 0 0,1 0 1 0 0,1 1-1 0 0,-1 1 0 0 0,0 0 0 0 0,1 0 1 0 0,0 2-1 0 0,0 0 0 0 0,0 0 0 0 0,0 1 1 0 0,0 1-1 0 0,0 0 0 0 0,1 1 0 0 0,24 5 1 0 0,-34-5-38 0 0,1 1 0 0 0,0 0 0 0 0,0 1 0 0 0,-1-1 0 0 0,1 1 0 0 0,-1 0 0 0 0,0 0 0 0 0,0 1 0 0 0,0-1 0 0 0,4 5 0 0 0,-6-6-3 0 0,-1 1 0 0 0,0-1 0 0 0,-1 0-1 0 0,1 1 1 0 0,0 0 0 0 0,-1-1 0 0 0,1 1 0 0 0,-1 0 0 0 0,0-1 0 0 0,0 1 0 0 0,0 0 0 0 0,0 0-1 0 0,-1 0 1 0 0,1 0 0 0 0,-1 0 0 0 0,0 0 0 0 0,0 0 0 0 0,0 0 0 0 0,0 0 0 0 0,0 0 0 0 0,0 0 0 0 0,-2 4-1 0 0,-3 8 9 0 0,0 0-1 0 0,-1 0 1 0 0,0 0-1 0 0,-1-1 1 0 0,-1 0-1 0 0,0-1 0 0 0,-1 0 1 0 0,-1 0-1 0 0,-20 21 1 0 0,11-15 15 0 0,0-2 1 0 0,-2 0-1 0 0,1-1 1 0 0,-2-1-1 0 0,-28 15 1 0 0,41-26 255 0 0,-1 0 1 0 0,0 0-1 0 0,-14 2 0 0 0,-5 3 658 0 0,14-4-642 0 0,14-5-296 0 0,0 0 0 0 0,0 0-1 0 0,-1 1 1 0 0,1-1 0 0 0,0 0-1 0 0,0 1 1 0 0,0-1 0 0 0,0 1 0 0 0,-1 0-1 0 0,1-1 1 0 0,0 1 0 0 0,0 0-1 0 0,-1 1 1 0 0,2-1-11 0 0,0 0-1 0 0,0 0 1 0 0,0 0-1 0 0,1 0 1 0 0,-1 0-1 0 0,0 0 1 0 0,1 0-1 0 0,-1 0 1 0 0,1 0 0 0 0,-1 0-1 0 0,1-1 1 0 0,-1 1-1 0 0,1 0 1 0 0,0 0-1 0 0,-1 0 1 0 0,1-1-1 0 0,0 1 1 0 0,0 0 0 0 0,-1-1-1 0 0,1 1 1 0 0,0-1-1 0 0,2 1 1 0 0,226 203-312 0 0,-188-167-518 0 0,-27-25-527 0 0,1-1 1 0 0,0 0 0 0 0,0-2 0 0 0,1 1-1 0 0,24 9 1 0 0,-15-9-2237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59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93 1944 0 0,'-23'-21'4884'0'0,"16"15"-3517"0"0,0-1 0 0 0,0 0 0 0 0,0 0 0 0 0,-6-9 0 0 0,13 15-1351 0 0,0 1 0 0 0,0-1 1 0 0,0 1-1 0 0,0-1 1 0 0,-1 1-1 0 0,1-1 1 0 0,0 1-1 0 0,0-1 1 0 0,0 1-1 0 0,0-1 0 0 0,0 1 1 0 0,0-1-1 0 0,0 1 1 0 0,0-1-1 0 0,0 1 1 0 0,1-1-1 0 0,-1 1 1 0 0,0 0-1 0 0,0-1 0 0 0,0 1 1 0 0,0-1-1 0 0,1 1 1 0 0,-1-1-1 0 0,0 1 1 0 0,0-1-1 0 0,1 1 1 0 0,-1 0-1 0 0,0-1 0 0 0,1 1 1 0 0,-1 0-1 0 0,0-1 1 0 0,1 1-1 0 0,-1 0 1 0 0,1 0-1 0 0,-1-1 1 0 0,1 1-1 0 0,0 0 0 0 0,20-9 240 0 0,-18 7-241 0 0,1 1-5 0 0,24 3 59 0 0,-24-1-65 0 0,0-1 0 0 0,-1 1 0 0 0,1 0 0 0 0,0 0 0 0 0,-1 0 0 0 0,1 0 0 0 0,-1 1 0 0 0,0-1 0 0 0,1 1 0 0 0,-1 0 0 0 0,0 0 1 0 0,0 0-1 0 0,0 0 0 0 0,0 1 0 0 0,-1-1 0 0 0,1 1 0 0 0,-1 0 0 0 0,3 3 0 0 0,-3-2 5 0 0,0 0 0 0 0,0-1 0 0 0,0 1-1 0 0,-1 1 1 0 0,0-1 0 0 0,1 0 0 0 0,-2 0 0 0 0,1 0 0 0 0,0 1-1 0 0,-1-1 1 0 0,0 0 0 0 0,0 1 0 0 0,0-1 0 0 0,0 0 0 0 0,-2 6-1 0 0,-1 3 19 0 0,-1 0-1 0 0,-1 0 1 0 0,0 0-1 0 0,0 0 1 0 0,-2-1-1 0 0,1 0 1 0 0,-1-1-1 0 0,-1 1 1 0 0,-11 12-1 0 0,-19 31 659 0 0,37-54-629 0 0,1 1-42 0 0,-2 3-13 0 0,2-3-7 0 0,11-2-20 0 0,0 1 0 0 0,0 1 0 0 0,-1 0 0 0 0,1 1 0 0 0,-1 0 0 0 0,1 0 0 0 0,-1 1 0 0 0,0 1 0 0 0,0-1 0 0 0,-1 1 0 0 0,14 10 0 0 0,-18-11 107 0 0,0-1 1 0 0,0 1-1 0 0,0 0 0 0 0,-1 0 0 0 0,1 0 0 0 0,-1 1 1 0 0,0 0-1 0 0,0 0 0 0 0,-1 0 0 0 0,1 0 1 0 0,-1 0-1 0 0,-1 1 0 0 0,1-1 0 0 0,-1 1 0 0 0,1 0 1 0 0,-2 0-1 0 0,1 0 0 0 0,-1 0 0 0 0,0 0 0 0 0,0 0 1 0 0,0 10-1 0 0,-2-9 54 0 0,0 0 0 0 0,-1 0 0 0 0,0 0 0 0 0,0 0 0 0 0,0 0 0 0 0,-1-1 0 0 0,0 1 1 0 0,0-1-1 0 0,-1 1 0 0 0,0-1 0 0 0,0 0 0 0 0,0-1 0 0 0,-1 1 0 0 0,0-1 0 0 0,0 0 0 0 0,0 0 0 0 0,-1 0 0 0 0,0-1 0 0 0,0 0 1 0 0,0 0-1 0 0,0 0 0 0 0,-12 5 0 0 0,4-3-55 0 0,0-1 0 0 0,0 0 0 0 0,0-1 0 0 0,-1 0 0 0 0,1-2 0 0 0,-1 1 0 0 0,0-2 0 0 0,0 0 0 0 0,0 0 1 0 0,-16-3-1 0 0,23 2-171 0 0,0-1 0 0 0,0-1 1 0 0,1 1-1 0 0,-1-1 1 0 0,0-1-1 0 0,1 1 1 0 0,-10-6-1 0 0,16 8-57 0 0,-1-1 0 0 0,1 0 0 0 0,-1-1 0 0 0,1 1 0 0 0,-1 0 0 0 0,1 0 0 0 0,0 0 0 0 0,0-1 0 0 0,0 1 0 0 0,0-1 0 0 0,0 1 0 0 0,0-1 0 0 0,0 1 0 0 0,0-1 0 0 0,0 0 0 0 0,1 1 0 0 0,-1-1 0 0 0,1 0 0 0 0,-1 0 0 0 0,1 1 0 0 0,0-1 0 0 0,-1 0 0 0 0,1 0 0 0 0,0 0 0 0 0,0 1 0 0 0,0-1 0 0 0,1 0 0 0 0,-1 0 1 0 0,0 0-1 0 0,1 1 0 0 0,-1-1 0 0 0,1 0 0 0 0,0 1 0 0 0,-1-1 0 0 0,1 0 0 0 0,0 1 0 0 0,1-3 0 0 0,4-5-1403 0 0,-1 0 0 0 0,2 0 0 0 0,7-9 0 0 0,-11 14 578 0 0,13-16-4431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59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10 106 112 0 0,'-10'3'17704'0'0,"171"-49"-17018"0"0,4-1-5751 0 0,-159 45 3703 0 0,-1 1 1 0 0,1-2-1 0 0,-1 1 1 0 0,9-5-1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00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29 2836 0 0,'-2'-2'2183'0'0,"-40"-22"9461"0"0,27 22-10487 0 0,14 3-1102 0 0,0 1-1 0 0,-1-1 1 0 0,1 1-1 0 0,1-1 1 0 0,-1 1-1 0 0,0 0 1 0 0,0 0-1 0 0,0-1 1 0 0,1 1-1 0 0,-1 0 1 0 0,1 0-1 0 0,0 0 1 0 0,-1-1-1 0 0,1 1 1 0 0,0 0-1 0 0,0 0 1 0 0,0 2-1 0 0,3 41 327 0 0,-1-25-263 0 0,16 399-1449 0 0,-13-378-1777 0 0,1-17-3707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00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68 2640 0 0,'0'-3'2369'0'0,"1"-53"12180"0"0,0 47-13355 0 0,2 46-1125 0 0,0 1 1 0 0,-5 49 0 0 0,-12 78-8 0 0,12-150-44 0 0,-9 151-1731 0 0,10-111-2095 0 0,1 1-4106 0 0,0-44 2712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00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21 216 2664 0 0,'-5'-16'2491'0'0,"1"6"-1353"0"0,1 1 0 0 0,1-1 0 0 0,0 1 0 0 0,0-1 0 0 0,0-14-1 0 0,2 20-1046 0 0,0 0 0 0 0,1 0 0 0 0,0 0 0 0 0,-1 1 0 0 0,2-1 0 0 0,-1 0 0 0 0,0 1 0 0 0,1-1 0 0 0,-1 1 0 0 0,1-1 0 0 0,0 1 0 0 0,0 0 0 0 0,0 0 0 0 0,1 0 0 0 0,-1 0 0 0 0,1 0 0 0 0,0 0 0 0 0,3-2 0 0 0,3-2-34 0 0,1 0 1 0 0,-1 1-1 0 0,1 0 1 0 0,1 0-1 0 0,-1 1 1 0 0,1 1-1 0 0,0 0 1 0 0,0 0 0 0 0,18-3-1 0 0,-21 5-42 0 0,0 1-1 0 0,1 0 1 0 0,-1 0-1 0 0,1 1 1 0 0,-1 0-1 0 0,1 1 1 0 0,-1-1 0 0 0,1 2-1 0 0,-1-1 1 0 0,0 1-1 0 0,1 0 1 0 0,-1 1-1 0 0,13 6 1 0 0,-18-7-2 0 0,0-1-1 0 0,0 1 1 0 0,0 0-1 0 0,-1 0 1 0 0,1 1-1 0 0,-1-1 1 0 0,1 0-1 0 0,-1 1 1 0 0,0 0-1 0 0,0-1 1 0 0,0 1-1 0 0,0 0 1 0 0,-1 0-1 0 0,1 0 1 0 0,-1 0-1 0 0,1 0 1 0 0,0 6-1 0 0,-1-4 6 0 0,0 1 0 0 0,-1-1-1 0 0,0 1 1 0 0,0 0 0 0 0,0-1-1 0 0,0 1 1 0 0,-1-1 0 0 0,0 1-1 0 0,-3 9 1 0 0,-2 1 11 0 0,-1 0 0 0 0,0-1 0 0 0,-1 0 0 0 0,0-1 0 0 0,-1 1 0 0 0,-11 12 0 0 0,5-9 106 0 0,0 0-1 0 0,-32 27 1 0 0,30-31 1519 0 0,-30 17 0 0 0,17-9-806 0 0,29-21-857 0 0,2 3 10 0 0,0 1-1 0 0,0-1 1 0 0,1 0-1 0 0,-1 0 1 0 0,1 0 0 0 0,0 0-1 0 0,0 0 1 0 0,4 5-1 0 0,-5-7 0 0 0,29 44-910 0 0,65 75-1 0 0,-71-92 547 0 0,-11-14-1140 0 0,-1-1 1 0 0,19 14 0 0 0,12 2-4320 0 0,-20-16 1094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01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82 1988 0 0,'-32'-70'15143'0'0,"31"68"-14803"0"0,1 2-307 0 0,0 0-1 0 0,0 0 1 0 0,0-1-1 0 0,-1 1 1 0 0,1 0 0 0 0,0-1-1 0 0,0 1 1 0 0,0 0-1 0 0,0-1 1 0 0,0 1 0 0 0,0 0-1 0 0,0-1 1 0 0,0 1 0 0 0,-1 0-1 0 0,1-1 1 0 0,0 1-1 0 0,0 0 1 0 0,0-1 0 0 0,1 1-1 0 0,-1 0 1 0 0,0-1 0 0 0,0 1-1 0 0,0 0 1 0 0,0-1-1 0 0,0 0 1 0 0,3 1-16 0 0,0 0-1 0 0,0 0 1 0 0,0 0-1 0 0,0 0 1 0 0,0 0-1 0 0,0 1 1 0 0,0 0-1 0 0,0-1 1 0 0,-1 1 0 0 0,1 0-1 0 0,0 0 1 0 0,0 0-1 0 0,-1 1 1 0 0,1-1-1 0 0,-1 1 1 0 0,1-1-1 0 0,-1 1 1 0 0,0 0 0 0 0,1 0-1 0 0,-1 0 1 0 0,0 0-1 0 0,2 3 1 0 0,1 2-2 0 0,1-1 0 0 0,-1 1 0 0 0,-1 0-1 0 0,1 0 1 0 0,-1 0 0 0 0,-1 1 0 0 0,4 8 0 0 0,-4-6 108 0 0,-1 0 0 0 0,0 0 0 0 0,-1 0 0 0 0,0 0 0 0 0,-1 0 0 0 0,0 0 0 0 0,0 0 0 0 0,-1 0 0 0 0,0 0 0 0 0,-1 0 0 0 0,0 0 0 0 0,-1-1 0 0 0,0 1 0 0 0,-8 17 0 0 0,-6 7 508 0 0,-2 0-1 0 0,-34 48 0 0 0,30-49-228 0 0,-18 25 260 0 0,40-56-600 0 0,3 2 14 0 0,-2-3-75 0 0,0-1 0 0 0,0 0 1 0 0,0 0-1 0 0,0 1 0 0 0,0-1 1 0 0,0 0-1 0 0,0 0 1 0 0,0 1-1 0 0,0-1 0 0 0,0 0 1 0 0,0 0-1 0 0,0 1 1 0 0,0-1-1 0 0,0 0 0 0 0,0 0 1 0 0,0 1-1 0 0,1-1 1 0 0,-1 0-1 0 0,0 0 0 0 0,0 0 1 0 0,0 1-1 0 0,0-1 0 0 0,1 0 1 0 0,-1 0-1 0 0,0 0 1 0 0,0 1-1 0 0,0-1 0 0 0,1 0 1 0 0,-1 0-1 0 0,0 0 1 0 0,0 0-1 0 0,1 0 0 0 0,-1 0 1 0 0,0 0-1 0 0,0 0 1 0 0,1 1-1 0 0,-1-1 0 0 0,0 0 1 0 0,0 0-1 0 0,1 0 0 0 0,-1 0 1 0 0,72-10 66 0 0,75-20 0 0 0,-58 10-87 0 0,364-63-1495 0 0,-428 77-306 0 0,-23 6 992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05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581 135 1580 0 0,'2'-5'1280'0'0,"0"0"-1"0"0,0-1 1 0 0,-1 1-1 0 0,1 0 1 0 0,-1 0 0 0 0,0-9-1 0 0,0 10-1183 0 0,-1 2 379 0 0,-6-30 1550 0 0,2 27-1977 0 0,0 0 1 0 0,0 0-1 0 0,-1 1 0 0 0,0 0 0 0 0,1 0 0 0 0,-1 0 0 0 0,-1 0 1 0 0,1 1-1 0 0,-1 0 0 0 0,1 0 0 0 0,-10-4 0 0 0,13 7-64 0 0,-14 0-30 0 0,12 1 36 0 0,1 0 1 0 0,-1 0-1 0 0,0 0 1 0 0,1 0 0 0 0,-1 1-1 0 0,1 0 1 0 0,-1 0 0 0 0,1 0-1 0 0,0 0 1 0 0,0 0-1 0 0,0 1 1 0 0,0-1 0 0 0,0 1-1 0 0,-2 3 1 0 0,-8 8-24 0 0,2 0 1 0 0,0 0-1 0 0,1 1 0 0 0,0 1 1 0 0,1 0-1 0 0,1 0 1 0 0,-9 24-1 0 0,-1 13-7 0 0,-13 58 1 0 0,-22 205 237 0 0,27 4 156 0 0,14-157-165 0 0,-14 162 345 0 0,-77 892 2121 0 0,18-137-1159 0 0,81-741-1182 0 0,5-214-42 0 0,-3-75-238 0 0,2-48-17 0 0,0 0-18 0 0,0 6 14 0 0,0-7-3 0 0,0 0 1 0 0,0 0-1 0 0,0 0 0 0 0,0 0 1 0 0,0 1-1 0 0,0-1 0 0 0,0 0 1 0 0,1 0-1 0 0,-1 0 0 0 0,0 0 1 0 0,1 0-1 0 0,-1 0 0 0 0,0 0 1 0 0,1 0-1 0 0,-1 0 0 0 0,1 0 1 0 0,0 0-1 0 0,-1 0 0 0 0,1 0 0 0 0,0 0 1 0 0,0 0-1 0 0,-1-1 0 0 0,1 1 1 0 0,0 0-1 0 0,0-1 0 0 0,0 1 1 0 0,0 0-1 0 0,0-1 0 0 0,1 1 1 0 0,2 0 7 0 0,-1 0 1 0 0,1-1-1 0 0,-1 0 0 0 0,1 0 1 0 0,-1 0-1 0 0,1 0 1 0 0,4-1-1 0 0,-3 1-17 0 0,51-8 35 0 0,-1-3 0 0 0,0-2-1 0 0,66-25 1 0 0,-49 14-261 0 0,-67 23 172 0 0,296-98-3383 0 0,-107 18-5201 0 0,-146 58 3548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10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0 139 748 0 0,'3'-5'856'0'0,"3"-12"742"0"0,2 1 1 0 0,0 1 0 0 0,0-1 0 0 0,2 1 0 0 0,14-18-1 0 0,-20 28-1369 0 0,7-9 1620 0 0,-10 14-1806 0 0,-1-1 0 0 0,0 1 0 0 0,1 0 0 0 0,-1 0 0 0 0,0 0 0 0 0,1-1 0 0 0,-1 1 0 0 0,0 0-1 0 0,1 0 1 0 0,-1 0 0 0 0,0 0 0 0 0,1 0 0 0 0,-1 0 0 0 0,1 0 0 0 0,-1 0 0 0 0,0 0 0 0 0,1 0 0 0 0,-1 0 0 0 0,1 0 0 0 0,-1 0 0 0 0,0 0 0 0 0,1 0 0 0 0,-1 0-1 0 0,0 1 1 0 0,1-1 0 0 0,-1 0 0 0 0,0 0 0 0 0,1 0 0 0 0,-1 0 0 0 0,0 1 0 0 0,1-1 0 0 0,-1 0 0 0 0,0 0 0 0 0,0 1 0 0 0,1-1 0 0 0,-1 0 0 0 0,0 1 0 0 0,0-1-1 0 0,1 0 1 0 0,-1 1 0 0 0,0-1 0 0 0,0 0 0 0 0,0 1 0 0 0,0-1 0 0 0,4 9 251 0 0,0-1-1 0 0,-1 1 1 0 0,-1-1 0 0 0,1 1 0 0 0,-2 0-1 0 0,1 0 1 0 0,-1 0 0 0 0,0 0-1 0 0,-1 12 1 0 0,-8 89 381 0 0,6-91-550 0 0,-1 9-121 0 0,-1 2-308 0 0,1 0 1 0 0,1 1-1 0 0,2-1 0 0 0,4 33 1 0 0,-4-60 29 0 0,1 0 0 0 0,0 0 1 0 0,0 0-1 0 0,0 0 0 0 0,0 0 1 0 0,0 0-1 0 0,1 0 0 0 0,-1 0 0 0 0,1 0 1 0 0,0 0-1 0 0,3 3 0 0 0,-4-5-135 0 0,1 1 0 0 0,-1-1-1 0 0,1 1 1 0 0,0-1 0 0 0,0 0 0 0 0,-1 0-1 0 0,1 0 1 0 0,0 0 0 0 0,0 0 0 0 0,0 0-1 0 0,0 0 1 0 0,0-1 0 0 0,1 1-1 0 0,-1-1 1 0 0,0 1 0 0 0,0-1 0 0 0,4 0-1 0 0,11-1-3963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11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42 148 0 0,'28'-31'10793'0'0,"-29"35"-10486"0"0,0 0 0 0 0,-1 0 0 0 0,1 0-1 0 0,-1 0 1 0 0,0 0 0 0 0,0-1 0 0 0,0 1 0 0 0,-1-1 0 0 0,-2 4 0 0 0,-3 4 281 0 0,-12 21 329 0 0,2 0-1 0 0,-25 60 1 0 0,36-72-818 0 0,0 0-1 0 0,1 1 1 0 0,1-1 0 0 0,1 1 0 0 0,1 0-1 0 0,0 28 1 0 0,2-43-84 0 0,2 0 1 0 0,-1 0-1 0 0,1 1 1 0 0,0-1-1 0 0,0 0 0 0 0,1 0 1 0 0,0 0-1 0 0,0 0 1 0 0,0 0-1 0 0,1-1 0 0 0,-1 1 1 0 0,2-1-1 0 0,-1 0 1 0 0,0 1-1 0 0,1-1 0 0 0,0-1 1 0 0,0 1-1 0 0,8 6 0 0 0,-7-7 21 0 0,1 0-1 0 0,0 0 0 0 0,0-1 0 0 0,0 0 0 0 0,0 0 1 0 0,0 0-1 0 0,1-1 0 0 0,-1 0 0 0 0,1 0 0 0 0,0-1 1 0 0,0 0-1 0 0,-1 0 0 0 0,1 0 0 0 0,0-1 0 0 0,0 0 1 0 0,10-1-1 0 0,0-2 39 0 0,-1-1 1 0 0,-1 0-1 0 0,1-1 1 0 0,0 0-1 0 0,-1-1 0 0 0,0-1 1 0 0,-1-1-1 0 0,1 0 1 0 0,-2-1-1 0 0,1 0 1 0 0,-1-1-1 0 0,0 0 1 0 0,-1-1-1 0 0,-1-1 1 0 0,13-14-1 0 0,-11 10-30 0 0,-1 0-1 0 0,0-1 1 0 0,-1 0-1 0 0,-1-1 1 0 0,-1 0-1 0 0,0-1 1 0 0,-2 0 0 0 0,0 0-1 0 0,-1 0 1 0 0,-1-1-1 0 0,5-38 1 0 0,-9 52-28 0 0,-1 0 0 0 0,0 0 0 0 0,0 0 0 0 0,-1-1 0 0 0,1 1-1 0 0,-1 0 1 0 0,-1 0 0 0 0,1 0 0 0 0,-1 0 0 0 0,0 0 0 0 0,-1 0 0 0 0,-5-9 0 0 0,6 11-16 0 0,-1 0 0 0 0,0 0-1 0 0,0 1 1 0 0,-1-1 0 0 0,1 1 0 0 0,-1 0-1 0 0,1 0 1 0 0,-1 0 0 0 0,0 0 0 0 0,0 1-1 0 0,0-1 1 0 0,-1 1 0 0 0,1 0 0 0 0,-1 1-1 0 0,1-1 1 0 0,-1 1 0 0 0,-5-2 0 0 0,-5 1-214 0 0,-1 0 1 0 0,1 1-1 0 0,-1 1 1 0 0,0 0 0 0 0,1 1-1 0 0,-1 1 1 0 0,0 0-1 0 0,1 1 1 0 0,0 1-1 0 0,-28 10 1 0 0,16-3-1611 0 0,-37 21 0 0 0,-22 21-5400 0 0,62-38 2001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12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49 84 0 0,'-11'-10'3134'0'0,"-24"-23"3355"0"0,33 32-6100 0 0,-13-4 536 0 0,10 6-853 0 0,-1 0 0 0 0,1 0 0 0 0,0 1 0 0 0,0 0 0 0 0,0 0 0 0 0,-1 0 0 0 0,2 1 0 0 0,-1-1 0 0 0,0 1 0 0 0,0 0 0 0 0,1 0 0 0 0,0 1 0 0 0,0 0 0 0 0,0-1 0 0 0,0 1 1 0 0,0 1-1 0 0,-4 5 0 0 0,-6 9 175 0 0,1 0 0 0 0,-20 37 1 0 0,26-42-201 0 0,1 0-1 0 0,1 0 1 0 0,0 0 0 0 0,0 1 0 0 0,2 0 0 0 0,-1 0 0 0 0,2 0-1 0 0,0 0 1 0 0,1 0 0 0 0,1 0 0 0 0,1 20 0 0 0,0-28-13 0 0,0 1 0 0 0,0-1 0 0 0,1 0 0 0 0,0 1 0 0 0,0-1 0 0 0,1 0 0 0 0,0 0 1 0 0,0-1-1 0 0,1 1 0 0 0,0-1 0 0 0,0 1 0 0 0,0-1 0 0 0,1 0 0 0 0,0-1 0 0 0,0 1 1 0 0,0-1-1 0 0,1 0 0 0 0,-1 0 0 0 0,1-1 0 0 0,1 1 0 0 0,-1-1 0 0 0,1-1 0 0 0,-1 1 1 0 0,13 3-1 0 0,-8-3 77 0 0,0-2 0 0 0,1 1 1 0 0,-1-1-1 0 0,1-1 1 0 0,0 0-1 0 0,-1-1 0 0 0,1 0 1 0 0,0-1-1 0 0,-1 0 0 0 0,1-1 1 0 0,-1 0-1 0 0,17-6 1 0 0,-13 3 76 0 0,0 0 0 0 0,0-1 0 0 0,-1-1-1 0 0,1-1 1 0 0,-1 0 0 0 0,-1-1 0 0 0,0 0 0 0 0,19-17 0 0 0,-25 19-160 0 0,0 0-1 0 0,0-1 0 0 0,-1 0 0 0 0,0 0 0 0 0,0-1 1 0 0,-1 1-1 0 0,0-1 0 0 0,0-1 0 0 0,-1 1 1 0 0,0 0-1 0 0,-1-1 0 0 0,0 0 0 0 0,0 0 1 0 0,-1 0-1 0 0,-1 0 0 0 0,0 0 0 0 0,0-1 1 0 0,-1 1-1 0 0,0 0 0 0 0,0 0 0 0 0,-1 0 0 0 0,-1-1 1 0 0,0 1-1 0 0,0 0 0 0 0,-1 0 0 0 0,0 1 1 0 0,-1-1-1 0 0,0 1 0 0 0,-1 0 0 0 0,0 0 1 0 0,0 0-1 0 0,-1 0 0 0 0,0 1 0 0 0,0 0 1 0 0,-1 0-1 0 0,0 1 0 0 0,0 0 0 0 0,-1 0 0 0 0,-8-6 1 0 0,7 7-67 0 0,0 1 1 0 0,0 0-1 0 0,-1 0 1 0 0,1 1 0 0 0,-1 0-1 0 0,0 1 1 0 0,-1 0-1 0 0,1 0 1 0 0,-15-1-1 0 0,17 3-509 0 0,-1 1-1 0 0,0 0 1 0 0,0 0-1 0 0,0 1 0 0 0,1 0 1 0 0,-17 4-1 0 0,23-4 25 0 0,0 0 0 0 0,1 0 0 0 0,-1 0 1 0 0,1 0-1 0 0,-1 0 0 0 0,1 0 0 0 0,-1 0 0 0 0,1 0 0 0 0,0 1 0 0 0,0-1 0 0 0,-1 1 0 0 0,1-1 0 0 0,-1 3 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14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24 684 0 0,'-12'-23'24920'0'0,"11"23"-25268"0"0,1 0 341 0 0,0 0-1 0 0,-1 0 0 0 0,1 1 1 0 0,0-1-1 0 0,0 0 1 0 0,-1 0-1 0 0,1 1 0 0 0,0-1 1 0 0,0 0-1 0 0,0 0 1 0 0,-1 1-1 0 0,1-1 0 0 0,0 0 1 0 0,0 0-1 0 0,0 1 1 0 0,0-1-1 0 0,0 0 0 0 0,-1 1 1 0 0,1-1-1 0 0,0 0 1 0 0,0 1-1 0 0,0-1 0 0 0,0 0 1 0 0,0 1-1 0 0,0-1 1 0 0,0 0-1 0 0,0 1 0 0 0,0 0 1 0 0,1 13-22 0 0,0-12 26 0 0,3 299-186 0 0,-6-138 246 0 0,2-113 641 0 0,0-49-586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17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7 1116 0 0,'-7'-7'13428'0'0,"4"9"-13324"0"0,1-1 1 0 0,0 1-1 0 0,-1-1 1 0 0,1 1-1 0 0,0 0 0 0 0,0 0 1 0 0,0 0-1 0 0,0 0 1 0 0,0 0-1 0 0,1 0 0 0 0,-1 0 1 0 0,0 1-1 0 0,1-1 1 0 0,0 1-1 0 0,-2 3 0 0 0,-17 49-369 0 0,11-29 364 0 0,-5 10-100 0 0,2 0 0 0 0,1 1 0 0 0,2 1 0 0 0,1 0 0 0 0,3 0 0 0 0,-2 44 0 0 0,7-73 6 0 0,0 1-1 0 0,1-1 1 0 0,0 1 0 0 0,1-1 0 0 0,0 0 0 0 0,1 0 0 0 0,0 0-1 0 0,0 0 1 0 0,1 0 0 0 0,6 11 0 0 0,-7-15 10 0 0,1 1-1 0 0,0-1 1 0 0,0 0 0 0 0,0 0 0 0 0,1-1-1 0 0,-1 1 1 0 0,1-1 0 0 0,0 0 0 0 0,0-1 0 0 0,1 1-1 0 0,-1-1 1 0 0,1 0 0 0 0,0 0 0 0 0,0-1-1 0 0,-1 1 1 0 0,9 1 0 0 0,3-1 121 0 0,0 0 1 0 0,-1-1 0 0 0,1-1-1 0 0,1-1 1 0 0,-1 0 0 0 0,0-1-1 0 0,0-1 1 0 0,-1-1 0 0 0,32-8-1 0 0,-33 6 81 0 0,0 0 0 0 0,-1 0-1 0 0,0-2 1 0 0,0 1-1 0 0,-1-2 1 0 0,1 0-1 0 0,-2-1 1 0 0,1 0-1 0 0,-1 0 1 0 0,-1-2-1 0 0,14-13 1 0 0,-20 17-143 0 0,0 0 0 0 0,-1-1 0 0 0,1 1 0 0 0,-1-1 0 0 0,-1 1 0 0 0,0-1 1 0 0,0 0-1 0 0,0 0 0 0 0,-1-1 0 0 0,0 1 0 0 0,0-1 0 0 0,-1 1 0 0 0,-1-1 0 0 0,1 1 0 0 0,-1-1 0 0 0,-1 1 0 0 0,1-1 1 0 0,-1 1-1 0 0,-1-1 0 0 0,0 1 0 0 0,0 0 0 0 0,-6-16 0 0 0,2 11-60 0 0,0-1 0 0 0,-1 1 0 0 0,0 1 0 0 0,-1-1 0 0 0,0 1 0 0 0,-1 1 0 0 0,0-1 0 0 0,-1 1 0 0 0,-1 1 0 0 0,1 0 0 0 0,-1 1 0 0 0,-22-15 0 0 0,11 12-539 0 0,0 0 1 0 0,-1 2-1 0 0,-1 0 1 0 0,-36-9-1 0 0,-48-3-8222 0 0,91 19 5209 0 0,0-1-1346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19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459 21 1260 0 0,'11'-16'15633'0'0,"-12"15"-15609"0"0,0 1 1 0 0,1 0-1 0 0,-1-1 0 0 0,1 1 1 0 0,-1-1-1 0 0,0 1 0 0 0,1 0 1 0 0,-1-1-1 0 0,0 1 1 0 0,0 0-1 0 0,1 0 0 0 0,-1-1 1 0 0,0 1-1 0 0,0 0 0 0 0,1 0 1 0 0,-1 0-1 0 0,0 0 0 0 0,0 0 1 0 0,1 0-1 0 0,-1 0 1 0 0,-1 1-1 0 0,2-1-45 0 0,-3 0 3 0 0,-17 19 33 0 0,8-9-1 0 0,1 5-13 0 0,1 0 0 0 0,0 1 1 0 0,1 0-1 0 0,0 1 0 0 0,2-1 0 0 0,-10 31 1 0 0,10-22-8 0 0,0 1 0 0 0,2 0 0 0 0,1 0 1 0 0,0 29-1 0 0,4-44 14 0 0,0-1-1 0 0,1 1 1 0 0,0 0-1 0 0,0 0 1 0 0,1-1-1 0 0,1 1 1 0 0,0-1 0 0 0,0 0-1 0 0,1 0 1 0 0,0 0-1 0 0,1 0 1 0 0,7 10 0 0 0,-9-14 38 0 0,1-1 0 0 0,0 0 0 0 0,1 0 0 0 0,-1-1 0 0 0,1 1 0 0 0,0-1 1 0 0,0 0-1 0 0,0 0 0 0 0,1 0 0 0 0,-1-1 0 0 0,1 0 0 0 0,0 0 1 0 0,0 0-1 0 0,0-1 0 0 0,0 0 0 0 0,1 0 0 0 0,-1-1 0 0 0,0 0 1 0 0,1 0-1 0 0,-1 0 0 0 0,9 0 0 0 0,-7-2 95 0 0,1 1 1 0 0,-1-1-1 0 0,1 0 0 0 0,-1-1 0 0 0,1 0 1 0 0,-1 0-1 0 0,0-1 0 0 0,0 0 0 0 0,0-1 1 0 0,0 1-1 0 0,0-2 0 0 0,8-5 1 0 0,-7 3-3 0 0,0 0 0 0 0,-1-1 1 0 0,0 0-1 0 0,0 0 1 0 0,-1-1-1 0 0,0 0 1 0 0,0 0-1 0 0,9-17 0 0 0,-10 12-73 0 0,1 1-1 0 0,-2-1 1 0 0,1-1-1 0 0,-2 1 1 0 0,0-1-1 0 0,-1 0 1 0 0,-1 0-1 0 0,0 0 1 0 0,0 0-1 0 0,-2 0 1 0 0,0 0-1 0 0,-1-1 1 0 0,0 1-1 0 0,-5-19 1 0 0,4 26-64 0 0,0 0-1 0 0,-1 0 1 0 0,0 0 0 0 0,-1 1 0 0 0,1-1-1 0 0,-1 1 1 0 0,-1 0 0 0 0,0 0 0 0 0,0 0-1 0 0,0 0 1 0 0,0 1 0 0 0,-13-11 0 0 0,9 11-70 0 0,0-1 0 0 0,0 2 0 0 0,-1-1 1 0 0,1 1-1 0 0,-1 1 0 0 0,-1 0 0 0 0,1 0 0 0 0,-21-4 1 0 0,0 4-479 0 0,0 1 0 0 0,0 1 0 0 0,-1 1 0 0 0,1 2 1 0 0,0 2-1 0 0,-32 5 0 0 0,-124 29-7291 0 0,85-14-101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22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54 1168 0 0,'2'0'2469'0'0,"11"0"687"0"0,-10-1-2249 0 0,-1 1-549 0 0,0 0 0 0 0,0 0 0 0 0,0 0 0 0 0,-1-1 0 0 0,1 1 0 0 0,0-1 0 0 0,0 0 0 0 0,0 1 0 0 0,0-1 0 0 0,2-1 486 0 0,-4-8 533 0 0,-4 6-1324 0 0,-1 0-1 0 0,1 1 1 0 0,-1-1-1 0 0,0 1 0 0 0,0 0 1 0 0,0 1-1 0 0,-1-1 1 0 0,1 1-1 0 0,0 0 1 0 0,-1 0-1 0 0,0 1 0 0 0,1-1 1 0 0,-1 1-1 0 0,0 1 1 0 0,0-1-1 0 0,1 1 1 0 0,-1 0-1 0 0,-9 1 0 0 0,1 0-61 0 0,-1 1-1 0 0,1 0 0 0 0,0 1 0 0 0,0 1 1 0 0,0 0-1 0 0,-22 9 0 0 0,28-8 1 0 0,-1-1 0 0 0,1 2 1 0 0,0-1-1 0 0,1 1 0 0 0,-1 0 0 0 0,-11 14 0 0 0,15-17 5 0 0,1 1 0 0 0,0 0 1 0 0,0 1-1 0 0,0-1 0 0 0,0 0 1 0 0,1 1-1 0 0,-1-1 0 0 0,1 1 0 0 0,1 0 1 0 0,-1 0-1 0 0,0 0 0 0 0,1 0 1 0 0,0 0-1 0 0,0 6 0 0 0,1-8 6 0 0,0-1-1 0 0,0 0 0 0 0,0 0 1 0 0,1 0-1 0 0,-1 1 0 0 0,1-1 1 0 0,-1 0-1 0 0,1 0 0 0 0,0 0 1 0 0,0 0-1 0 0,0 0 0 0 0,0 0 1 0 0,0 0-1 0 0,0 0 0 0 0,0-1 1 0 0,1 1-1 0 0,-1 0 0 0 0,4 2 1 0 0,-2-2 1 0 0,0 1 1 0 0,1-1-1 0 0,-1 0 1 0 0,1-1-1 0 0,0 1 1 0 0,0 0 0 0 0,-1-1-1 0 0,1 0 1 0 0,7 1-1 0 0,2 0 6 0 0,0-1 0 0 0,1-1 0 0 0,-1 0 0 0 0,0 0 0 0 0,16-4 0 0 0,-19 3 6 0 0,1-1 1 0 0,-1-1-1 0 0,1 0 0 0 0,-1-1 1 0 0,0 1-1 0 0,18-11 1 0 0,-23 10 76 0 0,1 1 1 0 0,-1-1 0 0 0,0 0-1 0 0,0 0 1 0 0,-1 0 0 0 0,1-1-1 0 0,-1 0 1 0 0,0 0-1 0 0,-1 0 1 0 0,1 0 0 0 0,-1 0-1 0 0,0-1 1 0 0,3-6 0 0 0,1-10 1075 0 0,0 0 1 0 0,6-43-1 0 0,-13 64-1106 0 0,-2 23-49 0 0,14 329-1611 0 0,3-118-8967 0 0,-13-200 5721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23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41 1184 0 0,'-2'1'1936'0'0,"-40"20"7417"0"0,40-20-8547 0 0,-21 12 4575 0 0,21-11-4746 0 0,8-2-267 0 0,17-1-180 0 0,29-6-239 0 0,293-59 223 0 0,-312 63-102 0 0,-31 3-58 0 0,1-1-111 0 0,13 0-2284 0 0,-10 3 1881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23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43 2344 0 0,'4'-11'7324'0'0,"0"-4"-3703"0"0,-3 13-3093 0 0,6-7 744 0 0,-5 8-1242 0 0,0 0 0 0 0,0 0-1 0 0,0 1 1 0 0,1-1 0 0 0,-1 1 0 0 0,0-1 0 0 0,0 1 0 0 0,0 0 0 0 0,1-1 0 0 0,-1 1 0 0 0,0 0 0 0 0,1 1 0 0 0,-1-1-1 0 0,0 0 1 0 0,0 1 0 0 0,0-1 0 0 0,1 1 0 0 0,-1 0 0 0 0,3 1 0 0 0,-3-1-5 0 0,1 1 1 0 0,-1 0-1 0 0,1 0 0 0 0,-1 0 1 0 0,0 0-1 0 0,0 1 1 0 0,0-1-1 0 0,0 1 1 0 0,0-1-1 0 0,0 1 0 0 0,-1 0 1 0 0,3 4-1 0 0,-1 1 62 0 0,0-1 0 0 0,-1 1 0 0 0,0 0-1 0 0,0 0 1 0 0,-1 0 0 0 0,0 0 0 0 0,-1 0 0 0 0,1 0 0 0 0,-1 0-1 0 0,-2 11 1 0 0,-3 1 122 0 0,0 1 0 0 0,-1-1 0 0 0,-1 0-1 0 0,-1-1 1 0 0,-20 34 0 0 0,-63 85 632 0 0,78-114-739 0 0,10-10-35 0 0,3-14-64 0 0,0 0-1 0 0,0 0 0 0 0,0 1 0 0 0,0-1 0 0 0,0 0 0 0 0,0 1 0 0 0,0-1 0 0 0,0 0 0 0 0,0 0 0 0 0,0 1 0 0 0,0-1 0 0 0,0 0 0 0 0,1 1 0 0 0,-1-1 0 0 0,0 0 1 0 0,0 0-1 0 0,0 1 0 0 0,1-1 0 0 0,-1 0 0 0 0,0 0 0 0 0,0 0 0 0 0,0 1 0 0 0,1-1 0 0 0,-1 0 0 0 0,0 0 0 0 0,1 0 0 0 0,-1 0 0 0 0,0 0 0 0 0,0 0 0 0 0,1 1 1 0 0,-1-1-1 0 0,0 0 0 0 0,1 0 0 0 0,26 1 18 0 0,-1-1 0 0 0,0-1 0 0 0,1-1 0 0 0,36-8 0 0 0,-14 3-8 0 0,70-11-2066 0 0,141-13-7398 0 0,-240 30 3944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24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72 152 1844 0 0,'0'0'1906'0'0,"-20"-23"6991"0"0,-19-2 1342 0 0,31 19-9572 0 0,7 6-658 0 0,1 0 0 0 0,0 0 1 0 0,0 0-1 0 0,0 0 0 0 0,0 0 1 0 0,-1 0-1 0 0,1 0 1 0 0,0 0-1 0 0,0 0 0 0 0,0 0 1 0 0,0 0-1 0 0,-1 0 0 0 0,1 0 1 0 0,0 0-1 0 0,0-1 0 0 0,0 1 1 0 0,0 0-1 0 0,-1 0 1 0 0,1 0-1 0 0,0 0 0 0 0,0 0 1 0 0,0-1-1 0 0,0 1 0 0 0,0 0 1 0 0,0 0-1 0 0,0 0 0 0 0,0 0 1 0 0,-1-1-1 0 0,1 1 1 0 0,0 0-1 0 0,0 0 0 0 0,0 0 1 0 0,0 0-1 0 0,0-1 0 0 0,0 1 1 0 0,0 0-1 0 0,0 0 0 0 0,0 0 1 0 0,0-1-1 0 0,0 1 1 0 0,0 0-1 0 0,0 0 0 0 0,0 0 1 0 0,1 0-1 0 0,-1-1 0 0 0,0 1 1 0 0,0 0-1 0 0,0 0 0 0 0,0 0 1 0 0,0-1-1 0 0,108-23 16 0 0,103-30 260 0 0,-203 51-279 0 0,1 1 0 0 0,0 0 1 0 0,-1 0-1 0 0,1 0 0 0 0,0 1 0 0 0,14 1 0 0 0,-20 0-27 0 0,-2 0 12 0 0,-1 1 1 0 0,1 0-1 0 0,-1 0 1 0 0,1 0 0 0 0,-1-1-1 0 0,1 1 1 0 0,-1 0 0 0 0,1 0-1 0 0,-1 0 1 0 0,0 0 0 0 0,0 0-1 0 0,1 0 1 0 0,-1 0 0 0 0,0 0-1 0 0,0 0 1 0 0,0 0-1 0 0,0 0 1 0 0,0 0 0 0 0,0 0-1 0 0,-2 26-39 0 0,1-20 35 0 0,-12 134 304 0 0,-34 146 0 0 0,23-153-2127 0 0,4 1-3473 0 0,14-103-2359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25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10 115 1292 0 0,'0'0'2076'0'0,"-9"-30"7900"0"0,16 27-9922 0 0,0 0 0 0 0,0 1-1 0 0,0 0 1 0 0,1 0 0 0 0,-1 1 0 0 0,1 0 0 0 0,-1 0 0 0 0,9 1 0 0 0,7-3 50 0 0,140-21 733 0 0,154-16-316 0 0,-315 39-524 0 0,0 1 0 0 0,0-1 1 0 0,1 1-1 0 0,-1 0 0 0 0,0 0 0 0 0,1 0 1 0 0,-1 0-1 0 0,0 0 0 0 0,0 0 1 0 0,1 1-1 0 0,-1-1 0 0 0,0 1 0 0 0,0-1 1 0 0,0 1-1 0 0,3 1 0 0 0,0 1-17 0 0,-3-2 21 0 0,0 0 0 0 0,0 0-1 0 0,0 1 1 0 0,0-1 0 0 0,0 1-1 0 0,0-1 1 0 0,0 1 0 0 0,-1 0-1 0 0,1 0 1 0 0,-1 0 0 0 0,1 0-1 0 0,-1 0 1 0 0,2 3 0 0 0,11 28 37 0 0,-5 2 40 0 0,-1 0 0 0 0,-1 1 0 0 0,2 61 0 0 0,-8 112 292 0 0,-2-163-267 0 0,-1 99 249 0 0,5 602 669 0 0,148 777 511 0 0,-133-1380-1247 0 0,41 431 485 0 0,-58-566-771 0 0,3 151 746 0 0,-5-125-307 0 0,-2 0 0 0 0,-11 53 0 0 0,12-77-333 0 0,-1 0 1 0 0,-1 0-1 0 0,0 0 0 0 0,0-1 1 0 0,-1 0-1 0 0,0 0 0 0 0,-1 0 1 0 0,-13 16-1 0 0,7-13-58 0 0,1-1-1 0 0,-2 0 1 0 0,1-1 0 0 0,-2-1-1 0 0,-19 13 1 0 0,-13 4-332 0 0,-82 35 0 0 0,-56 11-2456 0 0,166-66 2338 0 0,-167 57-7943 0 0,81-30-496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34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48 0 0,'1'12'2144'0'0,"3"3"-940"0"0,-3-1-676 0 0,1-4-2016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37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96 0 0,'0'0'1096'0'0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40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9 340 0 0,'0'0'1268'0'0,"-3"-8"-2176"0"0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08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812 109 284 0 0,'0'-10'4505'0'0,"-15"-23"1614"0"0,11 23-3634 0 0,-17-20 3381 0 0,20 29-5837 0 0,1 0 0 0 0,0 1 1 0 0,0-1-1 0 0,0 0 0 0 0,0 1 0 0 0,-1-1 0 0 0,1 0 0 0 0,0 1 0 0 0,-1-1 1 0 0,1 1-1 0 0,0-1 0 0 0,-1 1 0 0 0,1-1 0 0 0,-1 1 0 0 0,1-1 0 0 0,-1 1 1 0 0,1-1-1 0 0,-1 1 0 0 0,1 0 0 0 0,-1-1 0 0 0,1 1 0 0 0,-1 0 0 0 0,0-1 1 0 0,1 1-1 0 0,-1 0 0 0 0,1 0 0 0 0,-1 0 0 0 0,0 0 0 0 0,0-1 0 0 0,-24-6 198 0 0,13 5-224 0 0,0 1-1 0 0,0 0 1 0 0,0 1 0 0 0,0 0-1 0 0,0 1 1 0 0,0 0 0 0 0,-13 4 0 0 0,7-1-24 0 0,0 1 0 0 0,0 1 1 0 0,1 0-1 0 0,-22 11 1 0 0,28-10 2 0 0,0 1 1 0 0,0-1 0 0 0,1 2-1 0 0,0-1 1 0 0,1 1-1 0 0,0 1 1 0 0,0 0 0 0 0,1 0-1 0 0,0 1 1 0 0,1 0 0 0 0,0 0-1 0 0,0 1 1 0 0,-7 20 0 0 0,-2 13 2 0 0,1-1 0 0 0,-11 69 0 0 0,-11 169 93 0 0,21-138-63 0 0,-37 726 48 0 0,32-363-70 0 0,-81 582 51 0 0,66-762 34 0 0,-19 323-127 0 0,50-541 242 0 0,10 119 1 0 0,0-169-19 0 0,1 21-95 0 0,-6-78-39 0 0,16 16 61 0 0,2-13-86 0 0,-1-2 1 0 0,1 1-1 0 0,0-2 1 0 0,-1-1-1 0 0,1 0 1 0 0,0-1-1 0 0,19-2 1 0 0,131-24-994 0 0,-126 18 394 0 0,179-44-3748 0 0,-78 6-2131 0 0,-65 16 89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10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40 2012 0 0,'1'-14'5851'0'0,"-1"13"-5798"0"0,-1-17 3996 0 0,2 18-3999 0 0,-1-1 0 0 0,0 1 0 0 0,0 0 0 0 0,0 0 0 0 0,0 0 0 0 0,0-1 0 0 0,0 1 0 0 0,0 0 0 0 0,-1 0 0 0 0,1-1 0 0 0,0 1-1 0 0,0 0 1 0 0,0 0 0 0 0,0 0 0 0 0,0-1 0 0 0,0 1 0 0 0,0 0 0 0 0,0 0 0 0 0,0 0 0 0 0,-1-1 0 0 0,1 1 0 0 0,0 0 0 0 0,0 0 0 0 0,0 0 0 0 0,0 0 0 0 0,-1 0 0 0 0,1-1 0 0 0,0 1 0 0 0,0 0 0 0 0,0 0 0 0 0,-1 0 0 0 0,1 0 0 0 0,0 0 0 0 0,0 0 0 0 0,0 0 0 0 0,-1 0 0 0 0,1 0 0 0 0,0 0 0 0 0,0 0 0 0 0,-1 0 0 0 0,1 0-1 0 0,0 0 1 0 0,0 0 0 0 0,-1 0 0 0 0,1 0 0 0 0,0 0 0 0 0,0 0 0 0 0,0 0 0 0 0,-1 0 0 0 0,1 0 0 0 0,0 0 0 0 0,0 0 0 0 0,0 0 0 0 0,-1 1 0 0 0,1-1 0 0 0,0 0 0 0 0,0 0 0 0 0,0 0 0 0 0,0 0 0 0 0,-1 0 0 0 0,1 1 0 0 0,0-1 0 0 0,0 0 0 0 0,0 1 0 0 0,-2 1 46 0 0,1 1 0 0 0,0-1 1 0 0,0 1-1 0 0,0 0 0 0 0,1-1 0 0 0,-1 1 1 0 0,0 0-1 0 0,1 0 0 0 0,0 3 1 0 0,-2 6 64 0 0,-27 206 679 0 0,21-107-3275 0 0,6-37-5558 0 0,2-55 3648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10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165 150 300 0 0,'0'-3'1660'0'0,"2"-39"4233"0"0,-2 38-5409 0 0,0 1 1 0 0,-1 0 0 0 0,1-1 0 0 0,-1 1 0 0 0,0 0 0 0 0,0 0-1 0 0,0 0 1 0 0,0 0 0 0 0,-1 0 0 0 0,1 0 0 0 0,-4-5 0 0 0,4 6-77 0 0,-15 0 504 0 0,10 6-800 0 0,0 0 1 0 0,0 1-1 0 0,0-1 0 0 0,1 1 0 0 0,0 0 0 0 0,0 1 0 0 0,1-1 0 0 0,-1 1 0 0 0,1 0 0 0 0,0 0 0 0 0,-4 9 1 0 0,-4 9 64 0 0,-15 43 1 0 0,19-45-146 0 0,2 0 1 0 0,0 0-1 0 0,1 1 1 0 0,-1 23-1 0 0,5-38-17 0 0,0 0-1 0 0,1 0 0 0 0,0-1 0 0 0,1 1 0 0 0,-1 0 1 0 0,2 0-1 0 0,-1-1 0 0 0,1 1 0 0 0,0-1 0 0 0,0 1 1 0 0,1-1-1 0 0,0 0 0 0 0,1 0 0 0 0,-1 0 0 0 0,9 11 1 0 0,-9-15-4 0 0,0-1 1 0 0,0 1 0 0 0,0-1 0 0 0,1 0 0 0 0,-1 1 0 0 0,1-1 0 0 0,-1-1 0 0 0,1 1 0 0 0,0-1 0 0 0,0 1-1 0 0,0-1 1 0 0,0 0 0 0 0,0 0 0 0 0,0-1 0 0 0,0 1 0 0 0,0-1 0 0 0,0 0 0 0 0,0 0 0 0 0,0 0 0 0 0,0-1-1 0 0,0 1 1 0 0,0-1 0 0 0,5-1 0 0 0,9-3 13 0 0,-1 0 0 0 0,1-2 0 0 0,27-13 0 0 0,-29 12 28 0 0,0-2 1 0 0,0 0-1 0 0,-1 0 0 0 0,-1-1 1 0 0,0-1-1 0 0,0-1 1 0 0,-1 0-1 0 0,-1 0 0 0 0,21-30 1 0 0,-26 33-5 0 0,-1-1 0 0 0,0 0 0 0 0,0 0 0 0 0,-1 0 0 0 0,0-1 0 0 0,-1 0 0 0 0,0 0 0 0 0,-1 0 0 0 0,-1 0 0 0 0,0 0 0 0 0,0-1-1 0 0,-1 1 1 0 0,-1 0 0 0 0,0-1 0 0 0,-3-19 0 0 0,2 25-55 0 0,-1 1 1 0 0,0 0-1 0 0,0-1 0 0 0,-1 1 0 0 0,1 0 0 0 0,-1 0 0 0 0,-1 1 0 0 0,1-1 0 0 0,-1 0 0 0 0,0 1 0 0 0,0 0 0 0 0,-1 0 0 0 0,1 0 0 0 0,-1 1 0 0 0,0 0 0 0 0,0 0 0 0 0,-1 0 1 0 0,-11-6-1 0 0,13 7-226 0 0,-1 1 0 0 0,0 1 0 0 0,0-1 0 0 0,0 0 0 0 0,0 1 0 0 0,0 0 0 0 0,0 0 0 0 0,0 1 0 0 0,0 0 0 0 0,0-1 1 0 0,0 1-1 0 0,0 1 0 0 0,0-1 0 0 0,0 1 0 0 0,0 0 0 0 0,0 0 0 0 0,0 1 0 0 0,0-1 0 0 0,0 1 0 0 0,1 0 0 0 0,-1 1 0 0 0,0-1 1 0 0,1 1-1 0 0,0-1 0 0 0,-6 6 0 0 0,-20 20-5029 0 0,15-11 284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3:11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193 139 2028 0 0,'-1'-2'531'0'0,"0"1"-1"0"0,1 0 1 0 0,-2-1-1 0 0,1 1 1 0 0,0 0-1 0 0,0-1 0 0 0,0 1 1 0 0,-1 0-1 0 0,1 0 1 0 0,0 0-1 0 0,-1 0 1 0 0,-2-1-1 0 0,-23-6 3057 0 0,19 7-3030 0 0,-1 0 0 0 0,0 1 1 0 0,-16 1-1 0 0,24 0-535 0 0,-1-1 0 0 0,0 1 0 0 0,0 0 0 0 0,0-1 0 0 0,1 1 0 0 0,-1 0 0 0 0,0 0 0 0 0,1 0 0 0 0,-1 0 1 0 0,1 0-1 0 0,-1 1 0 0 0,1-1 0 0 0,-1 0 0 0 0,1 1 0 0 0,0-1 0 0 0,-2 3 0 0 0,-15 26 85 0 0,16-25-75 0 0,-7 13 1 0 0,2-1 1 0 0,0 2-1 0 0,1-1 1 0 0,1 1-1 0 0,0 0 0 0 0,2 0 1 0 0,0 0-1 0 0,0 33 0 0 0,2-38-21 0 0,2 0-1 0 0,0 0 1 0 0,0-1-1 0 0,2 1 0 0 0,0 0 1 0 0,0 0-1 0 0,1-1 1 0 0,1 0-1 0 0,0 0 1 0 0,1 0-1 0 0,0-1 0 0 0,14 21 1 0 0,-17-29 2 0 0,0 0 0 0 0,0 0 0 0 0,1-1 0 0 0,-1 1 0 0 0,1-1-1 0 0,0 0 1 0 0,0 0 0 0 0,0 0 0 0 0,1-1 0 0 0,-1 0 0 0 0,1 1 0 0 0,-1-1 0 0 0,1-1 0 0 0,9 3 0 0 0,-7-3 51 0 0,0 0 0 0 0,0 0 0 0 0,0-1 0 0 0,1 0-1 0 0,-1-1 1 0 0,0 1 0 0 0,0-1 0 0 0,1-1 0 0 0,8-2 0 0 0,-1-1 150 0 0,-1-1 0 0 0,1-1 1 0 0,-1 0-1 0 0,-1 0 0 0 0,1-1 1 0 0,-1-1-1 0 0,-1-1 0 0 0,20-18 0 0 0,-23 19-120 0 0,0-2-1 0 0,-1 1 1 0 0,0-1-1 0 0,-1 0 1 0 0,0-1-1 0 0,-1 1 0 0 0,0-1 1 0 0,-1-1-1 0 0,-1 1 1 0 0,1-1-1 0 0,-2 0 1 0 0,0 0-1 0 0,-1 0 0 0 0,0 0 1 0 0,-1 0-1 0 0,0 0 1 0 0,-1-1-1 0 0,0 1 1 0 0,-1 0-1 0 0,-5-20 0 0 0,4 20-188 0 0,-1 1 0 0 0,-1 0 0 0 0,0 0-1 0 0,-1 0 1 0 0,0 0 0 0 0,0 1 0 0 0,-1 0 0 0 0,-1 0-1 0 0,0 0 1 0 0,-1 1 0 0 0,0 0 0 0 0,0 0-1 0 0,-1 1 1 0 0,0 0 0 0 0,-1 1 0 0 0,1 0-1 0 0,-2 1 1 0 0,1 0 0 0 0,-1 0 0 0 0,0 1 0 0 0,-17-7-1 0 0,18 10-935 0 0,-1 0 0 0 0,-20-3 0 0 0,-4 2-3783 0 0,23 2 1882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43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0 556 0 0,'0'0'1536'0'0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43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1 732 0 0,'0'0'2444'0'0,"17"2"-3928"0"0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48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237 459 1488 0 0,'0'0'6142'0'0,"-17"1"-4463"0"0,-12-2-616 0 0,25 1-856 0 0,2 0-35 0 0,-25 2 483 0 0,24-2-535 0 0,0 0-20 0 0,-42 1 500 0 0,42-1-458 0 0,0 1-6 0 0,-31 1 385 0 0,31-1-433 0 0,-1-1-7 0 0,-53 3 234 0 0,55-3-331 0 0,5 0-152 0 0,60-3 184 0 0,70-13 0 0 0,-46 4-32 0 0,1316-108-240 0 0,-1361 117 246 0 0,126-8 3 0 0,396-38 254 0 0,-561 49-243 0 0,15-2 47 0 0,31-9 1 0 0,-48 11-52 0 0,1 0-1 0 0,-1-1 1 0 0,0 1-1 0 0,1 0 1 0 0,-1-1 0 0 0,0 0-1 0 0,0 1 1 0 0,1-1 0 0 0,-1 0-1 0 0,0 0 1 0 0,0 0-1 0 0,0 0 1 0 0,0 0 0 0 0,0 0-1 0 0,0 0 1 0 0,0 0 0 0 0,0 0-1 0 0,0 0 1 0 0,-1 0-1 0 0,1-1 1 0 0,0 1 0 0 0,-1 0-1 0 0,1 0 1 0 0,-1-1 0 0 0,1 1-1 0 0,-1-1 1 0 0,0 1-1 0 0,1 0 1 0 0,-1-1 0 0 0,0 1-1 0 0,0-1 1 0 0,0-1 0 0 0,-1 0 0 0 0,1 0 0 0 0,-1 1 0 0 0,0-1 0 0 0,0 1 0 0 0,0-1 0 0 0,-1 1 0 0 0,1-1 0 0 0,0 1 0 0 0,-1 0 0 0 0,0 0 0 0 0,1 0 0 0 0,-1 0 0 0 0,0 0 0 0 0,0 0 0 0 0,-4-3 0 0 0,-18-12-20 0 0,-99-78-4 0 0,122 94 20 0 0,-1-1 0 0 0,1 1 0 0 0,-1-1 0 0 0,1 1 0 0 0,-1-1 0 0 0,1 1 0 0 0,0-1 0 0 0,0 0 0 0 0,0 1 0 0 0,0-1 0 0 0,0 0 0 0 0,0 0-1 0 0,1 0 1 0 0,-1 0 0 0 0,1 0 0 0 0,-1 0 0 0 0,1 0 0 0 0,-1 0 0 0 0,1 0 0 0 0,0-3 0 0 0,1 4-1 0 0,-1 0 0 0 0,0 1 0 0 0,0-1-1 0 0,1 0 1 0 0,-1 0 0 0 0,1 1 0 0 0,-1-1-1 0 0,1 0 1 0 0,-1 1 0 0 0,1-1 0 0 0,-1 0-1 0 0,1 1 1 0 0,0-1 0 0 0,-1 1 0 0 0,1-1-1 0 0,0 1 1 0 0,-1-1 0 0 0,1 1 0 0 0,0 0 0 0 0,0-1-1 0 0,-1 1 1 0 0,1 0 0 0 0,0-1 0 0 0,0 1-1 0 0,0 0 1 0 0,-1 0 0 0 0,1 0 0 0 0,0 0-1 0 0,0 0 1 0 0,0 0 0 0 0,0 0 0 0 0,0 0 0 0 0,11 1-6 0 0,-1 1 1 0 0,0 0 0 0 0,0 0 0 0 0,0 1 0 0 0,0 0 0 0 0,-1 1-1 0 0,1 0 1 0 0,-1 1 0 0 0,0 0 0 0 0,0 1 0 0 0,-1 0 0 0 0,0 1-1 0 0,0-1 1 0 0,0 2 0 0 0,-1-1 0 0 0,0 1 0 0 0,0 1 0 0 0,-1-1-1 0 0,0 1 1 0 0,9 15 0 0 0,-14-19 19 0 0,1 0-1 0 0,-1 0 1 0 0,-1 0 0 0 0,1 0-1 0 0,-1 0 1 0 0,0 1 0 0 0,0-1-1 0 0,0 0 1 0 0,-1 1-1 0 0,0-1 1 0 0,0 0 0 0 0,-1 9-1 0 0,-1-5-11 0 0,0-1 0 0 0,0 1 0 0 0,-1-1 0 0 0,0 0 0 0 0,0 0 0 0 0,-1 0 0 0 0,-5 8 0 0 0,-4 3-514 0 0,-1-1 0 0 0,-1 0 1 0 0,0-1-1 0 0,-35 30 1 0 0,2-10-2777 0 0,-12 3-1410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4:54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 1200 0 0,'-1'10'9905'0'0,"-3"-1"-8665"0"0,0 1-448 0 0,5-10-783 0 0,-1 0 0 0 0,0 0 0 0 0,0 0 0 0 0,0 1 0 0 0,0-1 0 0 0,1 0 0 0 0,-1 0 0 0 0,0 0 0 0 0,0 0 0 0 0,0 1 0 0 0,1-1 0 0 0,-1 0 0 0 0,0 0 0 0 0,0 0 0 0 0,1 0 0 0 0,-1 0 0 0 0,0 0 0 0 0,0 0 0 0 0,1 0 0 0 0,-1 0 0 0 0,0 0 0 0 0,0 0 0 0 0,1 0 0 0 0,-1 0 0 0 0,0 0-1 0 0,0 0 1 0 0,1 0 0 0 0,-1 0 0 0 0,0 0 0 0 0,0 0 0 0 0,1 0 0 0 0,-1 0 0 0 0,3-1 15 0 0,0 1-4 0 0,204-22 139 0 0,-111 11-58 0 0,-94 10-85 0 0,59-3 284 0 0,-59 3-172 0 0,5 0 598 0 0,-2 1-2851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01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98 127 996 0 0,'-7'-6'1963'0'0,"-30"-28"5996"0"0,34 32-7486 0 0,0-1 0 0 0,0 1 0 0 0,-1-1 0 0 0,1 1 0 0 0,-8-3 0 0 0,2 0 424 0 0,8 4-569 0 0,-13-6 636 0 0,12 2-671 0 0,11 1-321 0 0,137-16 97 0 0,-7 0 25 0 0,-102 15-33 0 0,-23 2-408 0 0,-7 3-2608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04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24 496 0 0,'-8'-8'4904'0'0,"-7"-7"-1043"0"0,14 15-3829 0 0,1 0-1 0 0,-1 0 0 0 0,1-1 0 0 0,-1 1 1 0 0,1 0-1 0 0,-1 0 0 0 0,1 0 0 0 0,-1 0 1 0 0,1 0-1 0 0,-1 0 0 0 0,1 0 0 0 0,0 0 1 0 0,-1 0-1 0 0,1 1 0 0 0,-1-1 0 0 0,1 0 0 0 0,-1 0 1 0 0,1 0-1 0 0,-1 0 0 0 0,1 1 0 0 0,0-1 1 0 0,-1 0-1 0 0,1 0 0 0 0,-1 1 0 0 0,1-1 1 0 0,0 0-1 0 0,-1 1 0 0 0,1-1 0 0 0,0 0 1 0 0,0 1-1 0 0,-1-1 0 0 0,1 1 0 0 0,0-1 1 0 0,0 0-1 0 0,-1 1 0 0 0,1-1 0 0 0,0 1 1 0 0,0-1-1 0 0,0 1 0 0 0,0-1 0 0 0,0 1 1 0 0,-10 27 433 0 0,2 0 1 0 0,-9 52-1 0 0,14-61-395 0 0,-9 43 66 0 0,-40 257 80 0 0,49-289-784 0 0,-5 31-1720 0 0,0-21-2070 0 0,4-26 1584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05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82 1172 0 0,'-47'25'12343'0'0,"64"-25"-12164"0"0,1-1-1 0 0,-1-2 1 0 0,1 1-1 0 0,-1-2 1 0 0,24-8-1 0 0,4 0-55 0 0,264-50 15 0 0,-272 55-347 0 0,-33 6-126 0 0,1 0 0 0 0,-1 0-1 0 0,1 1 1 0 0,0-1 0 0 0,-1 1 0 0 0,1 0 0 0 0,0 0-1 0 0,-1 1 1 0 0,1-1 0 0 0,0 1 0 0 0,5 2 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05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136 110 1704 0 0,'-35'34'16682'0'0,"35"-33"-16668"0"0,0-1 0 0 0,0 0 0 0 0,0 0 0 0 0,0 0 1 0 0,-1 1-1 0 0,1-1 0 0 0,0 0 0 0 0,0 0 0 0 0,0 0 0 0 0,0 1 1 0 0,0-1-1 0 0,0 0 0 0 0,0 0 0 0 0,0 0 0 0 0,-1 1 0 0 0,1-1 1 0 0,0 0-1 0 0,0 0 0 0 0,0 0 0 0 0,0 0 0 0 0,-1 1 1 0 0,1-1-1 0 0,0 0 0 0 0,0 0 0 0 0,0 0 0 0 0,-1 0 0 0 0,1 0 1 0 0,0 0-1 0 0,0 0 0 0 0,0 0 0 0 0,-1 0 0 0 0,1 0 0 0 0,0 0 1 0 0,0 0-1 0 0,-1 0 0 0 0,1 0 0 0 0,0 0 0 0 0,0 0 0 0 0,0 0 1 0 0,-1 0-1 0 0,1 0 0 0 0,0 0 0 0 0,0 0 0 0 0,-1 0 0 0 0,1 0 1 0 0,0 0-1 0 0,0 0 0 0 0,-1-1 0 0 0,-14-5 480 0 0,8 3-560 0 0,-21-10 118 0 0,-13-3-848 0 0,67 5 445 0 0,289-55-193 0 0,-223 46 631 0 0,-42 8 276 0 0,-48 11-274 0 0,-3 9-165 0 0,-1 0 58 0 0,0 0 0 0 0,0 0 0 0 0,0-1 0 0 0,-1 1 0 0 0,0-1 0 0 0,-4 8-1 0 0,-8 24 7 0 0,-14 52-202 0 0,-22 79 668 0 0,42-134-1638 0 0,2 0 0 0 0,-4 65 0 0 0,11-56-1870 0 0,5-17-1919 0 0,0-14 523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06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34 1556 0 0,'5'-24'7400'0'0,"-4"15"-4470"0"0,-7 27-2280 0 0,-6 35-636 0 0,-30 111 209 0 0,-30 157-392 0 0,68-253-2031 0 0,8-25-3462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07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30 188 492 0 0,'0'-9'759'0'0,"1"-1"-1"0"0,-1 1 1 0 0,2 0-1 0 0,-1 0 1 0 0,1 0 0 0 0,0 0-1 0 0,1 0 1 0 0,0 0-1 0 0,1 1 1 0 0,0-1-1 0 0,5-8 1 0 0,-5 11-663 0 0,0 1-1 0 0,1-1 1 0 0,-1 1-1 0 0,1 0 1 0 0,0 1-1 0 0,0-1 1 0 0,0 1-1 0 0,1 0 1 0 0,0 1-1 0 0,0-1 1 0 0,0 1 0 0 0,0 0-1 0 0,0 0 1 0 0,0 1-1 0 0,14-3 1 0 0,-14 3-77 0 0,1 1 0 0 0,0 0 0 0 0,0 1 0 0 0,0-1 0 0 0,-1 1 0 0 0,1 1 1 0 0,0-1-1 0 0,0 1 0 0 0,0 0 0 0 0,-1 1 0 0 0,1 0 0 0 0,0 0 0 0 0,-1 0 0 0 0,0 1 0 0 0,1 0 1 0 0,-1 0-1 0 0,0 0 0 0 0,9 8 0 0 0,-11-8-16 0 0,0 1 0 0 0,-1-1 0 0 0,1 1 1 0 0,-1 0-1 0 0,0 0 0 0 0,0 0 0 0 0,0 1 0 0 0,0-1 1 0 0,-1 1-1 0 0,0-1 0 0 0,0 1 0 0 0,0 0 0 0 0,0 0 1 0 0,-1 0-1 0 0,0 0 0 0 0,0 0 0 0 0,0 0 0 0 0,-1 0 0 0 0,1 1 1 0 0,-1-1-1 0 0,-1 0 0 0 0,1 0 0 0 0,-1 0 0 0 0,0 0 1 0 0,-1 7-1 0 0,-3 2-8 0 0,0-1-1 0 0,-1 0 1 0 0,0 0 0 0 0,-1 0 0 0 0,0 0 0 0 0,-1-1 0 0 0,0 0 0 0 0,-19 18 0 0 0,12-13 40 0 0,-1-2 0 0 0,-1 0 1 0 0,-1-1-1 0 0,-37 23 0 0 0,-49 14 3073 0 0,103-50-2949 0 0,-6 2 95 0 0,5-3-253 0 0,1 0 0 0 0,-1 1 0 0 0,1-1 0 0 0,0 1 0 0 0,-1-1 0 0 0,1 1 0 0 0,-1 0 0 0 0,1 0 0 0 0,0 0 0 0 0,-1-1 0 0 0,1 1 1 0 0,0 0-1 0 0,0 1 0 0 0,-2 0 0 0 0,4 2-9 0 0,1 1 1 0 0,14 10-70 0 0,-5-5 51 0 0,30 25-57 0 0,-39-35 90 0 0,0 4 70 0 0,1-1-1 0 0,0 0 1 0 0,0 0 0 0 0,0 0 0 0 0,0-1 0 0 0,0 1 0 0 0,7 4 1785 0 0,-9-6-1823 0 0,21 18-103 0 0,132 120 115 0 0,-126-118 0 0 0,1-1 0 0 0,1-1 0 0 0,61 28 1 0 0,-32-21 279 0 0,-57-25-287 0 0,1-1-18 0 0,-2 1-24 0 0,0-1 1 0 0,0 0-1 0 0,0 1 1 0 0,0-1-1 0 0,0 0 1 0 0,0 0-1 0 0,0 0 1 0 0,0 0-1 0 0,0 0 1 0 0,0 0-1 0 0,0 0 1 0 0,0 0-1 0 0,0 0 1 0 0,0 0-1 0 0,0 0 1 0 0,0 0 0 0 0,0-1-1 0 0,0 1 1 0 0,0-1-1 0 0,0 1 1 0 0,0 0-1 0 0,0-1 1 0 0,-1 0-1 0 0,1 1 1 0 0,0-1-1 0 0,0 1 1 0 0,0-1-1 0 0,-1 0 1 0 0,1 0-1 0 0,0 1 1 0 0,-1-1 0 0 0,1 0-1 0 0,-1 0 1 0 0,1 0-1 0 0,0-2 1 0 0,3-3-403 0 0,-1 0 1 0 0,0 0-1 0 0,0-1 1 0 0,2-11-1 0 0,-2 11-2143 0 0,-2-1-1 0 0,1 0 0 0 0,0-13 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08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55 744 0 0,'0'0'5487'0'0,"-27"1"4169"0"0,35-11-8828 0 0,14-10-1201 0 0,-15 16 359 0 0,-1 1 0 0 0,1 0 0 0 0,0 0 0 0 0,1 0 0 0 0,-1 1 0 0 0,0 0 0 0 0,1 0 0 0 0,-1 0 0 0 0,1 1 0 0 0,0 1 0 0 0,-1-1 0 0 0,1 1 0 0 0,12 2 0 0 0,-19-2 13 0 0,1 0 1 0 0,0 0-1 0 0,-1 0 0 0 0,1 1 0 0 0,-1-1 1 0 0,1 1-1 0 0,-1-1 0 0 0,1 1 0 0 0,-1 0 1 0 0,1-1-1 0 0,-1 1 0 0 0,0 0 0 0 0,1 0 1 0 0,-1 0-1 0 0,0 0 0 0 0,0 0 0 0 0,1 0 1 0 0,-1 0-1 0 0,0 1 0 0 0,0-1 1 0 0,0 0-1 0 0,-1 1 0 0 0,1-1 0 0 0,0 0 1 0 0,0 1-1 0 0,-1-1 0 0 0,1 1 0 0 0,-1-1 1 0 0,1 1-1 0 0,-1 0 0 0 0,0-1 0 0 0,0 1 1 0 0,1 2-1 0 0,-1 1 15 0 0,0 0 0 0 0,-1 0 0 0 0,0 0 0 0 0,1 0 0 0 0,-1 0 0 0 0,-1 0 0 0 0,1-1 0 0 0,-5 10 0 0 0,-1-1 14 0 0,-1 0 0 0 0,0-1 0 0 0,-18 21 0 0 0,5-7 90 0 0,20-25-105 0 0,1-1-15 0 0,1 0 0 0 0,-1 0 0 0 0,0 0-1 0 0,1 0 1 0 0,-1 0 0 0 0,0 0 0 0 0,1 0-1 0 0,-1 1 1 0 0,0-1 0 0 0,0 0 0 0 0,1 0 0 0 0,-1 0-1 0 0,0 0 1 0 0,0 0 0 0 0,1 0 0 0 0,-1 1-1 0 0,0-1 1 0 0,0 0 0 0 0,1 0 0 0 0,-1 0 0 0 0,0 1-1 0 0,0-1 1 0 0,0 0 0 0 0,0 0 0 0 0,1 1-1 0 0,-1-1 1 0 0,0 0 0 0 0,0 0 0 0 0,0 1 0 0 0,0-1-1 0 0,0 0 1 0 0,0 1 0 0 0,0-1 0 0 0,0 0-1 0 0,0 0 1 0 0,0 1 0 0 0,0-1 0 0 0,0 0-1 0 0,0 1 1 0 0,0-1 0 0 0,0 0 0 0 0,0 1 0 0 0,0-1-1 0 0,0 0 1 0 0,0 0 0 0 0,0 1 0 0 0,0-1-1 0 0,0 0 1 0 0,-1 0 0 0 0,1 1 0 0 0,0-1 0 0 0,0 0-1 0 0,0 0 1 0 0,0 1 0 0 0,-1-1 0 0 0,1 0-1 0 0,0 0 1 0 0,0 0 0 0 0,-1 1 0 0 0,1-1 0 0 0,0 0-1 0 0,0 0 1 0 0,-1 0 0 0 0,1 0 0 0 0,-1 0-1 0 0,8 0-12 0 0,-1 0 0 0 0,0 1 0 0 0,0-1 0 0 0,0 1-1 0 0,1 1 1 0 0,-1-1 0 0 0,0 1 0 0 0,-1 0 0 0 0,1 0-1 0 0,0 0 1 0 0,0 1 0 0 0,-1 0 0 0 0,0 0 0 0 0,8 7-1 0 0,-4-4 27 0 0,0 2 0 0 0,0-1-1 0 0,-1 1 1 0 0,0 0-1 0 0,-1 1 1 0 0,1 0 0 0 0,5 10-1 0 0,-11-16 6 0 0,-1 0-1 0 0,1 0 1 0 0,-1-1 0 0 0,0 1-1 0 0,0 0 1 0 0,0 0 0 0 0,0 1-1 0 0,-1-1 1 0 0,1 0 0 0 0,-1 0-1 0 0,1 0 1 0 0,-1 0 0 0 0,0 1-1 0 0,-1-1 1 0 0,1 0 0 0 0,0 0-1 0 0,-1 0 1 0 0,0 0 0 0 0,1 1-1 0 0,-1-1 1 0 0,-1 0 0 0 0,1-1-1 0 0,0 1 1 0 0,-1 0 0 0 0,1 0-1 0 0,-1 0 1 0 0,0-1 0 0 0,0 1-1 0 0,0-1 1 0 0,0 0 0 0 0,-1 1-1 0 0,1-1 1 0 0,0 0 0 0 0,-5 2-1 0 0,0 2 7 0 0,-1-1 0 0 0,0 0 0 0 0,0-1-1 0 0,0 0 1 0 0,0-1 0 0 0,-1 1 0 0 0,1-1 0 0 0,-1-1 0 0 0,0 0-1 0 0,-18 2 1 0 0,14-3-226 0 0,1-1 0 0 0,-1 0 0 0 0,0-1 0 0 0,-17-3 0 0 0,0-7-2628 0 0,4-7-3512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10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527 52 1440 0 0,'12'-17'11411'0'0,"-11"11"-9786"0"0,-5 3-1574 0 0,0 0 0 0 0,0 0 0 0 0,0 0 0 0 0,-1 0 0 0 0,0 1 0 0 0,1 0 0 0 0,-1 0 0 0 0,0 1 1 0 0,0-1-1 0 0,0 1 0 0 0,0 0 0 0 0,0 0 0 0 0,-1 0 0 0 0,1 1 0 0 0,0 0 0 0 0,-9 1 0 0 0,10-1-55 0 0,0 0 0 0 0,0 1 0 0 0,-1-1 0 0 0,1 1 0 0 0,0 0 0 0 0,0 1 0 0 0,0-1 0 0 0,0 1 0 0 0,0-1 0 0 0,1 1 0 0 0,-1 0-1 0 0,0 1 1 0 0,1-1 0 0 0,-5 4 0 0 0,8-6 5 0 0,-8 8-11 0 0,1 0 0 0 0,1 0 0 0 0,-1 1 0 0 0,1 0 0 0 0,1 0 0 0 0,-1 0 0 0 0,2 1-1 0 0,-1 0 1 0 0,1 0 0 0 0,1 0 0 0 0,0 0 0 0 0,-2 11 0 0 0,0 9-25 0 0,1 0 0 0 0,0 60-1 0 0,7 70 668 0 0,-1 91-46 0 0,-53 543 629 0 0,28-554-918 0 0,-49 605 188 0 0,3-99-112 0 0,19-246 1087 0 0,37-357-1217 0 0,-15 195 226 0 0,27-322-439 0 0,0-14-21 0 0,1 0 0 0 0,-1 0 1 0 0,1 0-1 0 0,0 0 0 0 0,0 0 0 0 0,0 0 0 0 0,0 0 0 0 0,0 0 1 0 0,0 0-1 0 0,0 0 0 0 0,1 0 0 0 0,-1 0 0 0 0,1 0 0 0 0,0 0 1 0 0,-1 0-1 0 0,1 0 0 0 0,0 0 0 0 0,0 0 0 0 0,0-1 0 0 0,0 1 1 0 0,1 0-1 0 0,1 2 0 0 0,4-2 26 0 0,5-3-91 0 0,-1 0 0 0 0,0-1 0 0 0,1 0 0 0 0,-1 0 0 0 0,0-1 0 0 0,15-7 1 0 0,67-34-876 0 0,-48 21 370 0 0,251-125-3993 0 0,-103 45-1431 0 0,-76 40-272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10:55:12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13323,'-45'617'0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15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95 1080 0 0,'-2'-4'1142'0'0,"-1"-1"1"0"0,1 1-1 0 0,-1 0 0 0 0,0 0 0 0 0,0 0 0 0 0,0 0 1 0 0,-7-6-1 0 0,8 8-783 0 0,0 1 123 0 0,-3-3 297 0 0,5 3-726 0 0,-1 1-1 0 0,1-1 1 0 0,0 1 0 0 0,-1-1 0 0 0,1 1-1 0 0,-1-1 1 0 0,1 1 0 0 0,-1-1 0 0 0,1 1-1 0 0,-1 0 1 0 0,1-1 0 0 0,-1 1 0 0 0,1 0-1 0 0,-1 0 1 0 0,0-1 0 0 0,1 1 0 0 0,-1 0-1 0 0,1 0 1 0 0,-1 0 0 0 0,0 0 0 0 0,1 0-1 0 0,-1 0 1 0 0,1 0 0 0 0,-2 0 0 0 0,-2 1-32 0 0,1 0 1 0 0,-1 1-1 0 0,1 0 1 0 0,0 0-1 0 0,0 0 1 0 0,-1 0 0 0 0,1 1-1 0 0,0-1 1 0 0,1 1-1 0 0,-1 0 1 0 0,0-1-1 0 0,1 1 1 0 0,0 1 0 0 0,-4 4-1 0 0,-5 11 55 0 0,-12 26 0 0 0,18-34-41 0 0,-5 10 3 0 0,1 0 1 0 0,0 1 0 0 0,2 0-1 0 0,0 0 1 0 0,2 1 0 0 0,-3 29-1 0 0,7-43 39 0 0,1 0 0 0 0,0 0 0 0 0,0 0 0 0 0,1 0 0 0 0,1 0 0 0 0,-1 0 0 0 0,1 0 0 0 0,4 11 0 0 0,-3-14 21 0 0,0 0 0 0 0,0-1-1 0 0,0 1 1 0 0,1 0 0 0 0,0-1-1 0 0,0 0 1 0 0,0 0 0 0 0,0 0-1 0 0,1 0 1 0 0,0-1 0 0 0,0 1-1 0 0,9 4 1 0 0,-4-3 9 0 0,0-1 0 0 0,0 0 0 0 0,1 0-1 0 0,0-2 1 0 0,0 1 0 0 0,0-1 0 0 0,1-1 0 0 0,-1 0 0 0 0,1 0-1 0 0,-1-1 1 0 0,1-1 0 0 0,-1 0 0 0 0,1 0 0 0 0,-1-1 0 0 0,1-1-1 0 0,17-4 1 0 0,-18 3 1 0 0,1 0-1 0 0,0-1 1 0 0,-1-1-1 0 0,1 0 1 0 0,-1 0-1 0 0,0-1 1 0 0,-1-1-1 0 0,0 1 0 0 0,0-2 1 0 0,0 0-1 0 0,-1 0 1 0 0,0 0-1 0 0,0-1 1 0 0,-1 0-1 0 0,9-15 1 0 0,-8 10-79 0 0,-1-1 0 0 0,0-1 0 0 0,-2 1 0 0 0,0-2 0 0 0,0 1 0 0 0,-2 0 0 0 0,0-1 0 0 0,0 0 0 0 0,-2 0 0 0 0,0 0 0 0 0,-1-23 0 0 0,-1 32-42 0 0,0 0-1 0 0,-1 0 1 0 0,0 0 0 0 0,-1 0-1 0 0,0 0 1 0 0,0 0 0 0 0,0 1-1 0 0,-1-1 1 0 0,0 1 0 0 0,-1-1-1 0 0,0 1 1 0 0,0 0 0 0 0,0 0-1 0 0,-1 1 1 0 0,0 0 0 0 0,0-1-1 0 0,-1 1 1 0 0,1 1 0 0 0,-1-1-1 0 0,-1 1 1 0 0,1 0-1 0 0,-1 1 1 0 0,0-1 0 0 0,0 2-1 0 0,-14-7 1 0 0,8 5-279 0 0,0 1 1 0 0,0 0-1 0 0,0 1 0 0 0,0 1 1 0 0,-20-2-1 0 0,28 4-211 0 0,0 0 1 0 0,0 0 0 0 0,-1 0-1 0 0,1 0 1 0 0,0 1-1 0 0,0 0 1 0 0,0 0 0 0 0,0 1-1 0 0,0-1 1 0 0,0 1 0 0 0,0 0-1 0 0,0 0 1 0 0,1 1-1 0 0,-1-1 1 0 0,1 1 0 0 0,-8 6-1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15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320 119 1260 0 0,'1'-2'2031'0'0,"3"-2"-889"0"0,-1 0 0 0 0,1 0-1 0 0,-1 0 1 0 0,0 0 0 0 0,-1-1 0 0 0,3-5 0 0 0,-4 8-932 0 0,0 0 1 0 0,0 0-1 0 0,0 0 1 0 0,-1 0-1 0 0,1 0 0 0 0,-1 0 1 0 0,1 0-1 0 0,-1 0 1 0 0,0 0-1 0 0,0-1 1 0 0,0 1-1 0 0,0 0 1 0 0,0 0-1 0 0,-1 0 0 0 0,1 0 1 0 0,-1 0-1 0 0,1 0 1 0 0,-1-1-1 0 0,-1-2 1 0 0,0 2-161 0 0,1 1 1 0 0,-1-1 0 0 0,0 1-1 0 0,1 0 1 0 0,-1-1 0 0 0,0 1 0 0 0,-1 0-1 0 0,1 0 1 0 0,0 0 0 0 0,-1 1-1 0 0,1-1 1 0 0,-1 0 0 0 0,1 1-1 0 0,-1 0 1 0 0,1-1 0 0 0,-1 1-1 0 0,0 0 1 0 0,0 1 0 0 0,0-1-1 0 0,-5-1 1 0 0,3 2-52 0 0,0 0 1 0 0,-1 1-1 0 0,1-1 1 0 0,-1 1-1 0 0,1 0 0 0 0,0 0 1 0 0,0 1-1 0 0,-1-1 0 0 0,1 1 1 0 0,0 0-1 0 0,-6 4 1 0 0,-7 5-13 0 0,1 1 1 0 0,0 0 0 0 0,1 1-1 0 0,0 1 1 0 0,1 1 0 0 0,1 0-1 0 0,0 1 1 0 0,1 0 0 0 0,1 1-1 0 0,0 1 1 0 0,1 0 0 0 0,1 0-1 0 0,1 1 1 0 0,-12 34 0 0 0,19-47 19 0 0,1 0 0 0 0,-1 0 0 0 0,1 0 0 0 0,0 0 0 0 0,1 0 1 0 0,-1 0-1 0 0,1 0 0 0 0,1 0 0 0 0,0 10 0 0 0,0-14 2 0 0,-1 0 0 0 0,1 1 0 0 0,0-1 0 0 0,0 0-1 0 0,0 0 1 0 0,0 0 0 0 0,0 1 0 0 0,0-1 0 0 0,0 0 0 0 0,1-1-1 0 0,-1 1 1 0 0,1 0 0 0 0,0 0 0 0 0,-1-1 0 0 0,1 1 0 0 0,0-1-1 0 0,0 1 1 0 0,0-1 0 0 0,0 0 0 0 0,0 1 0 0 0,0-1 0 0 0,0-1 0 0 0,1 1-1 0 0,-1 0 1 0 0,0 0 0 0 0,5 0 0 0 0,1 0 108 0 0,0 0 0 0 0,0 0 0 0 0,1-1 0 0 0,-1 0 0 0 0,0 0 0 0 0,0-1 1 0 0,0 0-1 0 0,0-1 0 0 0,0 0 0 0 0,0 0 0 0 0,9-4 0 0 0,-5 1-2 0 0,0-1 1 0 0,0-1-1 0 0,-1 0 0 0 0,0 0 0 0 0,0-1 0 0 0,11-11 1 0 0,8-12 50 0 0,-2-1 0 0 0,-1-1 0 0 0,27-45-1 0 0,-45 65-128 0 0,77-120 1565 0 0,-85 132-1633 0 0,-1 2 31 0 0,1 1-1 0 0,-1-1 1 0 0,0 1 0 0 0,1-1 0 0 0,-1 1 0 0 0,0-1-1 0 0,0 1 1 0 0,0-1 0 0 0,0 1 0 0 0,-1-1-1 0 0,1 1 1 0 0,0-1 0 0 0,-1 2 0 0 0,-17 104 91 0 0,-4 126 1 0 0,6-49-1610 0 0,9-123 8 0 0,-7 66-2945 0 0,5-43-1748 0 0,5-43 955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18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92 488 0 0,'-4'-39'7084'0'0,"4"38"-6347"0"0,-6-27 2899 0 0,0 35-3612 0 0,0 0-1 0 0,1 0 1 0 0,0 1 0 0 0,0 0-1 0 0,1 0 1 0 0,-5 11-1 0 0,-18 56-9 0 0,21-56-22 0 0,-1 3 13 0 0,1 0-1 0 0,1 1 1 0 0,1-1-1 0 0,-2 36 0 0 0,5-50 8 0 0,1 0 0 0 0,0 0 0 0 0,1 1 0 0 0,-1-1-1 0 0,2 0 1 0 0,-1 0 0 0 0,1 0 0 0 0,0 0 0 0 0,1 0-1 0 0,0 0 1 0 0,0-1 0 0 0,1 1 0 0 0,0-1 0 0 0,0 0-1 0 0,10 12 1 0 0,-9-14 35 0 0,1 0 1 0 0,1 0-1 0 0,-1 0 0 0 0,1-1 1 0 0,-1 0-1 0 0,1-1 0 0 0,1 1 1 0 0,-1-1-1 0 0,0-1 0 0 0,1 1 1 0 0,-1-1-1 0 0,1-1 0 0 0,0 1 1 0 0,-1-1-1 0 0,1-1 0 0 0,0 1 0 0 0,12-2 1 0 0,-3 0 97 0 0,-1-1 0 0 0,0-1 0 0 0,0 0 0 0 0,0-1 0 0 0,-1 0 0 0 0,1-1 0 0 0,21-11 0 0 0,-28 11-72 0 0,0-1 0 0 0,0 1 0 0 0,-1-2 0 0 0,1 1 0 0 0,-2-1 0 0 0,1 0-1 0 0,-1-1 1 0 0,0 0 0 0 0,0 0 0 0 0,-1 0 0 0 0,7-14 0 0 0,-6 11-32 0 0,-1-1 1 0 0,-1 0 0 0 0,0-1 0 0 0,-1 0 0 0 0,0 1-1 0 0,-1-1 1 0 0,-1-1 0 0 0,2-21 0 0 0,-3 23-36 0 0,-1 1 1 0 0,-1-1 0 0 0,0 0 0 0 0,0 1-1 0 0,-1-1 1 0 0,-1 1 0 0 0,0 0-1 0 0,-1 0 1 0 0,1 0 0 0 0,-7-11 0 0 0,6 14-10 0 0,-1 0 1 0 0,0 1 0 0 0,0-1-1 0 0,-1 1 1 0 0,0 0 0 0 0,0 1-1 0 0,-1 0 1 0 0,1-1 0 0 0,-1 2 0 0 0,-1-1-1 0 0,1 1 1 0 0,-1 0 0 0 0,-14-6-1 0 0,18 9-158 0 0,0 0 0 0 0,-1 0 0 0 0,1 1 0 0 0,-1 0-1 0 0,1-1 1 0 0,-1 1 0 0 0,1 1 0 0 0,-1-1-1 0 0,0 1 1 0 0,1 0 0 0 0,-1 0 0 0 0,1 0-1 0 0,-1 0 1 0 0,0 1 0 0 0,1 0 0 0 0,-1 0 0 0 0,1 0-1 0 0,-1 1 1 0 0,1-1 0 0 0,0 1 0 0 0,-6 3-1 0 0,9-4-64 0 0,1 0-1 0 0,-1 0 0 0 0,1 0 0 0 0,-1 0 0 0 0,1 0 0 0 0,-1-1 0 0 0,1 1 1 0 0,0 0-1 0 0,0 0 0 0 0,-1 0 0 0 0,1 0 0 0 0,0 1 0 0 0,0-1 0 0 0,0 0 1 0 0,0 0-1 0 0,0 0 0 0 0,0 0 0 0 0,0 0 0 0 0,0 0 0 0 0,1 0 0 0 0,-1 0 1 0 0,0 0-1 0 0,1 0 0 0 0,-1 0 0 0 0,1 1 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1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15 1860 0 0,'21'-13'11263'0'0,"-15"11"-10012"0"0,-5 5-1150 0 0,1-1-1 0 0,-1 1 1 0 0,0-1-1 0 0,0 1 1 0 0,0 0-1 0 0,0 0 1 0 0,-1-1-1 0 0,1 1 1 0 0,-1 0-1 0 0,0 0 1 0 0,0 0-1 0 0,0 0 1 0 0,0 4 0 0 0,-6 46 727 0 0,3-34-648 0 0,-30 281 922 0 0,28-262-1045 0 0,-2 15-1463 0 0,9-20-3753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19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64 1556 0 0,'-24'-9'15227'0'0,"24"9"-15215"0"0,0 0 0 0 0,0 0-1 0 0,0 0 1 0 0,0 0 0 0 0,0 0 0 0 0,0 0 0 0 0,0 0 0 0 0,1 0 0 0 0,-1 0-1 0 0,0 0 1 0 0,0 0 0 0 0,0 0 0 0 0,0 0 0 0 0,0 0 0 0 0,0 0 0 0 0,0 0-1 0 0,0 0 1 0 0,0 0 0 0 0,0-1 0 0 0,0 1 0 0 0,0 0 0 0 0,0 0 0 0 0,0 0-1 0 0,0 0 1 0 0,0 0 0 0 0,0 0 0 0 0,0 0 0 0 0,0 0 0 0 0,0 0 0 0 0,0 0-1 0 0,0 0 1 0 0,0 0 0 0 0,0-1 0 0 0,0 1 0 0 0,0 0 0 0 0,0 0 0 0 0,0 0-1 0 0,0 0 1 0 0,0 0 0 0 0,0 0 0 0 0,0 0 0 0 0,0 0 0 0 0,0 0 0 0 0,0 0-1 0 0,0 0 1 0 0,0 0 0 0 0,0-1 0 0 0,0 1 0 0 0,0 0 0 0 0,0 0 0 0 0,0 0-1 0 0,-1 0 1 0 0,1 0 0 0 0,0 0 0 0 0,0 0 0 0 0,0 0 0 0 0,0 0 0 0 0,0 0-1 0 0,0 0 1 0 0,0 0 0 0 0,13-4 265 0 0,28-3-245 0 0,-30 5 52 0 0,42-6 0 0 0,83-17 451 0 0,-134 24-440 0 0,0 1-79 0 0,1-1-607 0 0,21-3 869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19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2048 0 0,'0'-34'10694'0'0,"1"31"-10551"0"0,0-1 1 0 0,0 1 0 0 0,0 0-1 0 0,1 0 1 0 0,-1 0-1 0 0,1 0 1 0 0,0 0-1 0 0,0 0 1 0 0,0 1-1 0 0,0-1 1 0 0,0 0 0 0 0,0 1-1 0 0,1 0 1 0 0,0-1-1 0 0,-1 1 1 0 0,1 0-1 0 0,0 0 1 0 0,0 1-1 0 0,0-1 1 0 0,0 1 0 0 0,0-1-1 0 0,6-1 1 0 0,2 0-97 0 0,0-1 1 0 0,0 2-1 0 0,0-1 1 0 0,0 1 0 0 0,1 1-1 0 0,13 0 1 0 0,8 2-22 0 0,-22 4-22 0 0,-3 0 1 0 0,-6-4 12 0 0,1 0 1 0 0,0 1 0 0 0,-1 0 0 0 0,0-1 0 0 0,1 1 0 0 0,-1 0 0 0 0,0 0 0 0 0,0 0 0 0 0,0 0 0 0 0,0 1 0 0 0,0-1 0 0 0,0 1 0 0 0,-1-1 0 0 0,1 1 0 0 0,-1-1 0 0 0,0 1 0 0 0,2 4 0 0 0,-2-3 10 0 0,0 1 1 0 0,-1 0-1 0 0,1 0 0 0 0,-1-1 0 0 0,0 1 0 0 0,0 0 0 0 0,0 0 0 0 0,-1 0 1 0 0,-2 8-1 0 0,-1 3 25 0 0,-2-1 0 0 0,0 0 0 0 0,-1-1 0 0 0,0 0 0 0 0,-13 20 1 0 0,-7 3 81 0 0,-45 48 0 0 0,-3 4-13 0 0,75-89-111 0 0,-1 1 0 0 0,1 0 0 0 0,-1-1 0 0 0,1 1 0 0 0,-1 0 1 0 0,1-1-1 0 0,-1 1 0 0 0,1 0 0 0 0,0 0 0 0 0,-1-1 1 0 0,1 1-1 0 0,0 0 0 0 0,0 0 0 0 0,0 0 0 0 0,-1-1 0 0 0,1 1 1 0 0,0 0-1 0 0,0 0 0 0 0,0 0 0 0 0,0 0 0 0 0,1-1 0 0 0,-1 1 1 0 0,0 0-1 0 0,0 0 0 0 0,0 0 0 0 0,1 1 0 0 0,0-1 5 0 0,0 0 0 0 0,0 0 0 0 0,0 0-1 0 0,1 0 1 0 0,-1 0 0 0 0,0 0-1 0 0,0 0 1 0 0,1 0 0 0 0,-1 0 0 0 0,1-1-1 0 0,-1 1 1 0 0,0 0 0 0 0,3 0 0 0 0,5 1 44 0 0,1 0 1 0 0,-1 0 0 0 0,15 0 0 0 0,-23-2-55 0 0,42 2-231 0 0,0-3 0 0 0,-1-1 0 0 0,49-10 0 0 0,5-4-10513 0 0,-80 13 6281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20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101 127 1504 0 0,'-6'-6'9748'0'0,"4"10"-9505"0"0,0 1-1 0 0,-1-1 1 0 0,1 0-1 0 0,1 1 1 0 0,-1-1-1 0 0,1 1 1 0 0,0 0-1 0 0,-1 6 1 0 0,-4 12 304 0 0,5-20-501 0 0,-52 175 1573 0 0,47-152-1534 0 0,1 0 0 0 0,1 1 0 0 0,1-1 0 0 0,2 53-1 0 0,2-70-63 0 0,0-1 0 0 0,0 1 0 0 0,1-1 0 0 0,0 0 0 0 0,0 1-1 0 0,1-1 1 0 0,0 0 0 0 0,0-1 0 0 0,1 1 0 0 0,5 8 0 0 0,-6-12 10 0 0,0 0 0 0 0,0 0 0 0 0,1-1 1 0 0,-1 0-1 0 0,1 1 0 0 0,0-1 0 0 0,0-1 1 0 0,0 1-1 0 0,0 0 0 0 0,0-1 0 0 0,0 0 1 0 0,1 0-1 0 0,-1 0 0 0 0,1-1 0 0 0,0 1 1 0 0,-1-1-1 0 0,1 0 0 0 0,0 0 0 0 0,6-1 1 0 0,4 1 41 0 0,1-2 1 0 0,0 0 0 0 0,0-1 0 0 0,0-1 0 0 0,-1 0 0 0 0,0-1 0 0 0,1-1 0 0 0,-1 0 0 0 0,-1-1-1 0 0,1-1 1 0 0,-1 0 0 0 0,0-1 0 0 0,20-15 0 0 0,-14 8-41 0 0,-2 0-1 0 0,0-1 1 0 0,0-1-1 0 0,-2-1 1 0 0,0 0-1 0 0,-1-1 1 0 0,-1-1-1 0 0,15-26 1 0 0,-22 33-19 0 0,-1 0 0 0 0,0-1 1 0 0,-1 1-1 0 0,-1-1 0 0 0,0 0 0 0 0,-1-1 0 0 0,0 1 0 0 0,-1-1 1 0 0,-1 1-1 0 0,0-1 0 0 0,-1 1 0 0 0,-4-29 0 0 0,2 32-12 0 0,0 0 1 0 0,-1 1-1 0 0,0-1 0 0 0,-1 1 0 0 0,0 0 0 0 0,-1 0 0 0 0,0 0 0 0 0,0 1 0 0 0,-1 0 0 0 0,0 0 0 0 0,-1 0 0 0 0,0 1 1 0 0,0 0-1 0 0,-1 0 0 0 0,0 1 0 0 0,-1 0 0 0 0,-16-11 0 0 0,10 9 5 0 0,1 2 0 0 0,-1 0 0 0 0,0 0-1 0 0,-1 2 1 0 0,1 0 0 0 0,-1 0 0 0 0,0 2 0 0 0,-1 0-1 0 0,-22-1 1 0 0,30 3-163 0 0,-1 1 0 0 0,1 0 0 0 0,0 1 0 0 0,-1 0 0 0 0,1 0 0 0 0,0 1 0 0 0,0 0 0 0 0,0 1 0 0 0,0 0 0 0 0,0 0 0 0 0,1 1 0 0 0,-1 0 0 0 0,1 0 0 0 0,0 1 0 0 0,0 0 0 0 0,1 1 0 0 0,-14 12 0 0 0,19-16-47 0 0,0 0-1 0 0,0 1 0 0 0,0 0 1 0 0,0-1-1 0 0,0 1 0 0 0,1 0 0 0 0,-1 0 1 0 0,1 0-1 0 0,0 0 0 0 0,0 0 0 0 0,0 0 1 0 0,0 0-1 0 0,0 1 0 0 0,1-1 1 0 0,-1 0-1 0 0,1 0 0 0 0,0 5 0 0 0,0-5-333 0 0,1 1 0 0 0,0 0 0 0 0,-1-1 0 0 0,1 1 0 0 0,1 0 0 0 0,-1-1 0 0 0,0 0 0 0 0,1 1 0 0 0,2 3 0 0 0,5 7-3757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21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21 2332 0 0,'0'0'1936'0'0,"0"-11"1688"0"0,0 10-3522 0 0,1 1-1 0 0,-1 0 1 0 0,0-1 0 0 0,0 1 0 0 0,0 0 0 0 0,0-1 0 0 0,0 1-1 0 0,0 0 1 0 0,0-1 0 0 0,0 1 0 0 0,0 0 0 0 0,0 0-1 0 0,0-1 1 0 0,0 1 0 0 0,0 0 0 0 0,0-1 0 0 0,-1 1-1 0 0,1 0 1 0 0,0-1 0 0 0,0 1 0 0 0,0 0 0 0 0,0-1 0 0 0,0 1-1 0 0,-1 0 1 0 0,1 0 0 0 0,0-1 102 0 0,-1 1-103 0 0,1 0 1 0 0,0 0 0 0 0,0-1 0 0 0,-1 1 0 0 0,-7 5 127 0 0,0 0 0 0 0,0 0 1 0 0,0 1-1 0 0,1 0 0 0 0,0 1 1 0 0,0-1-1 0 0,0 1 0 0 0,1 1 1 0 0,-8 10-1 0 0,-4 10 180 0 0,-22 41 0 0 0,28-44-292 0 0,1 0 0 0 0,0 0 1 0 0,-10 44-1 0 0,18-58-84 0 0,1 0 0 0 0,0 0 0 0 0,1 0 0 0 0,0 0 0 0 0,1 1 0 0 0,0-1 0 0 0,1 0 0 0 0,0 0 0 0 0,0 1 0 0 0,2-1-1 0 0,4 17 1 0 0,-5-23-15 0 0,0-1 0 0 0,0 1 0 0 0,1-1 0 0 0,-1 1 0 0 0,1-1 0 0 0,0 0 0 0 0,0 0 0 0 0,0-1 0 0 0,1 1 0 0 0,-1 0 0 0 0,1-1 0 0 0,0 0 0 0 0,0 0 0 0 0,0 0 0 0 0,0-1 0 0 0,1 1 0 0 0,-1-1 0 0 0,1 0 0 0 0,-1 0 0 0 0,7 1 0 0 0,-4-1 3 0 0,1-1-1 0 0,-1 0 0 0 0,1 0 0 0 0,0-1 1 0 0,-1 0-1 0 0,1 0 0 0 0,-1-1 1 0 0,1 0-1 0 0,0-1 0 0 0,-1 1 0 0 0,0-1 1 0 0,13-5-1 0 0,-7 0-6 0 0,1 1 0 0 0,-1-2 1 0 0,-1 0-1 0 0,1-1 0 0 0,-1 0 1 0 0,-1-1-1 0 0,0 0 0 0 0,0 0 1 0 0,-1-2-1 0 0,0 1 0 0 0,13-22 1 0 0,-13 19-5 0 0,-2-1 0 0 0,0 0 0 0 0,-1-1 0 0 0,0 1 0 0 0,-1-1 0 0 0,-1 0 0 0 0,-1-1 0 0 0,0 1 0 0 0,-1-1 0 0 0,1-20 0 0 0,-3 30-8 0 0,-1 0-1 0 0,0 0 0 0 0,0-1 1 0 0,-1 1-1 0 0,0 0 0 0 0,-1 0 1 0 0,1 0-1 0 0,-1 0 0 0 0,0 0 1 0 0,-1 0-1 0 0,0 0 0 0 0,0 1 1 0 0,0 0-1 0 0,-1-1 0 0 0,0 1 0 0 0,0 0 1 0 0,-1 1-1 0 0,0-1 0 0 0,0 1 1 0 0,0 0-1 0 0,0 0 0 0 0,-1 1 1 0 0,0-1-1 0 0,0 1 0 0 0,0 0 1 0 0,0 1-1 0 0,-1 0 0 0 0,1 0 1 0 0,-1 0-1 0 0,0 1 0 0 0,0-1 1 0 0,-13-1-1 0 0,8 2-146 0 0,0 0 0 0 0,0 1 0 0 0,0 0 0 0 0,-24 2 0 0 0,30-1-269 0 0,1 1-1 0 0,-1 1 1 0 0,0-1 0 0 0,0 1-1 0 0,-6 2 1 0 0,9-3-239 0 0,0 1 0 0 0,0 0-1 0 0,0-1 1 0 0,1 1 0 0 0,-1 0 0 0 0,0 1 0 0 0,1-1 0 0 0,-1 0 0 0 0,-3 5 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2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27 2004 0 0,'-87'-6'12387'0'0,"84"5"-11739"0"0,1 1-84 0 0,-25-1 1835 0 0,24 1-1600 0 0,-7 0-621 0 0,8 3-51 0 0,8-1-28 0 0,22 1 78 0 0,0-2 0 0 0,-1-1 0 0 0,51-6 0 0 0,-42 3-136 0 0,64-12 17 0 0,-98 15 8 0 0,14-2 68 0 0,-11 1-773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22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42 872 0 0,'0'-14'3220'0'0,"-4"-14"713"0"0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23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94 260 1648 0 0,'-13'8'15407'0'0,"22"-9"-14459"0"0,14-4-821 0 0,-8-1-5 0 0,0 0 0 0 0,0 0 0 0 0,-1-1 1 0 0,0-1-1 0 0,0 0 0 0 0,-1-1 0 0 0,19-17 0 0 0,-17 11-49 0 0,0 0-1 0 0,-1-1 1 0 0,-1-1-1 0 0,-1 0 1 0 0,13-22-1 0 0,16-26 1527 0 0,-40 63-1665 0 0,-1 5-73 0 0,0 0 133 0 0,0-1-1 0 0,0 1 1 0 0,0-1 0 0 0,0 1 0 0 0,0-1 0 0 0,-1 1-1 0 0,1-1 1 0 0,-3 5 0 0 0,-62 236-322 0 0,49-169 318 0 0,-9 99-1 0 0,10-37 164 0 0,11-90-424 0 0,4-44 137 0 0,-3 12-656 0 0,1-11 742 0 0,0-1 1 0 0,0 1-1 0 0,0 0 0 0 0,-1-1 0 0 0,1 0 1 0 0,-1 1-1 0 0,1-1 0 0 0,-1 0 0 0 0,0 0 1 0 0,0-1-1 0 0,0 1 0 0 0,0-1 0 0 0,0 1 1 0 0,-1-1-1 0 0,-3 1 0 0 0,-61 16-36 0 0,-28 13 852 0 0,61-19-577 0 0,33-11-76 0 0,32 2 21 0 0,470-88 95 0 0,-391 62-1119 0 0,-98 18-1097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24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183 133 684 0 0,'-8'-14'4167'0'0,"-27"-49"3710"0"0,34 61-7426 0 0,-4-9 1152 0 0,3 8-1470 0 0,2 2-90 0 0,-1 1 0 0 0,1-1 0 0 0,0 0 1 0 0,-1 1-1 0 0,1-1 0 0 0,0 0 1 0 0,0 1-1 0 0,-1-1 0 0 0,1 0 1 0 0,0 0-1 0 0,0 1 0 0 0,0-1 1 0 0,0 0-1 0 0,0 0 0 0 0,0 1 0 0 0,0-1 1 0 0,0 0-1 0 0,0 0 0 0 0,0 0 1 0 0,0 1-1 0 0,1-1 0 0 0,-1 0 1 0 0,0 1-1 0 0,1-1 0 0 0,-1 0 1 0 0,0 0-1 0 0,1 1 0 0 0,-1-1 1 0 0,1 1-1 0 0,-1-1 0 0 0,1 0 0 0 0,-1 1 1 0 0,1-1-1 0 0,-1 1 0 0 0,1-1 1 0 0,-1 1-1 0 0,1-1 0 0 0,0 1 1 0 0,-1 0-1 0 0,1-1 0 0 0,0 1 1 0 0,0 0-1 0 0,-1 0 0 0 0,2-1 1 0 0,12-2-32 0 0,-1 0-1 0 0,1 0 1 0 0,0 2 0 0 0,0 0 0 0 0,0 0 0 0 0,-1 1 0 0 0,22 3 0 0 0,97 22-55 0 0,-118-22 43 0 0,0 2 0 0 0,-1-1 0 0 0,0 2 0 0 0,0 0 0 0 0,0 0 0 0 0,-1 1 0 0 0,1 1 0 0 0,-2 0-1 0 0,1 0 1 0 0,-1 1 0 0 0,-1 1 0 0 0,1 0 0 0 0,-2 0 0 0 0,10 13 0 0 0,-4-1 86 0 0,-1 0 0 0 0,-1 1 0 0 0,-1 0 0 0 0,-1 1 0 0 0,-1 1 1 0 0,11 42-1 0 0,-4 1 180 0 0,-3 1 1 0 0,-4 0 0 0 0,-2 1 0 0 0,-3 103-1 0 0,-36 281-154 0 0,8-188 257 0 0,8-45-63 0 0,-24 468 1844 0 0,28-365-852 0 0,-6 505-669 0 0,18-818-596 0 0,-1 280 284 0 0,-4-211 445 0 0,-23 127-1 0 0,12-140-254 0 0,-3 0 0 0 0,-29 69-1 0 0,43-127-439 0 0,0 0 0 0 0,-1-1 0 0 0,0 1 0 0 0,-1-1 0 0 0,0 0 0 0 0,0 0 0 0 0,-1-1 0 0 0,0 0-1 0 0,0 0 1 0 0,0-1 0 0 0,-1 0 0 0 0,-10 6 0 0 0,-13 7-1408 0 0,-67 29 0 0 0,70-36 75 0 0,-73 30-3665 0 0,28-19-1810 0 0,-4-3-3213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42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70 184 0 0,'0'-2'1607'0'0,"-2"-47"5237"0"0,2 48-6271 0 0,-6-16 2165 0 0,-53 369 197 0 0,55-309-3193 0 0,-10 124-29 0 0,14-136-3807 0 0,7 50 1 0 0,-6-70 348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42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1644 0 0,'2'-6'624'0'0,"0"-1"0"0"0,0 1 0 0 0,0 0 0 0 0,1 0 0 0 0,0 0 0 0 0,0 0 0 0 0,1 1 0 0 0,7-10 0 0 0,-7 10-442 0 0,1 1 0 0 0,-1 0 1 0 0,1 0-1 0 0,0 0 0 0 0,0 0 1 0 0,1 1-1 0 0,-1 0 1 0 0,1 0-1 0 0,-1 0 0 0 0,1 1 1 0 0,0-1-1 0 0,0 2 0 0 0,0-1 1 0 0,0 1-1 0 0,7-1 1 0 0,5 0 23 0 0,-1 0 0 0 0,1 2 0 0 0,0 0 1 0 0,33 6-1 0 0,-42-5-133 0 0,0 1 0 0 0,-1 0-1 0 0,0 1 1 0 0,1 0 0 0 0,-1 0 0 0 0,0 1 0 0 0,0 0-1 0 0,-1 0 1 0 0,1 1 0 0 0,-1 0 0 0 0,12 11-1 0 0,-16-13-28 0 0,-1-1-1 0 0,0 1 0 0 0,0-1 1 0 0,0 1-1 0 0,0 0 0 0 0,0 0 1 0 0,-1 0-1 0 0,0 0 0 0 0,1 0 1 0 0,-1 0-1 0 0,0 1 0 0 0,0-1 0 0 0,-1 0 1 0 0,1 1-1 0 0,0 3 0 0 0,-1-1 4 0 0,-1 0 0 0 0,1 0 0 0 0,-1 0 0 0 0,0 0 0 0 0,0-1 0 0 0,-1 1 0 0 0,1 0-1 0 0,-4 5 1 0 0,-3 6 54 0 0,-1-2 0 0 0,0 1 0 0 0,-1-1 1 0 0,-20 23-1 0 0,15-21-47 0 0,-1 0 1 0 0,-1-2 0 0 0,-36 27 0 0 0,-63 30 1399 0 0,101-63-999 0 0,-41 17 942 0 0,55-25-1369 0 0,-1 0-11 0 0,-6 2-10 0 0,6-2-23 0 0,2 0-2 0 0,0 0 16 0 0,1 0 0 0 0,-1 1-1 0 0,0-1 1 0 0,1 0-1 0 0,-1 0 1 0 0,1 0-1 0 0,-1 0 1 0 0,1 0 0 0 0,0 0-1 0 0,-1 0 1 0 0,1 0-1 0 0,0 0 1 0 0,0-1-1 0 0,0 1 1 0 0,0 0-1 0 0,-1 0 1 0 0,1-1 0 0 0,2 2-1 0 0,25 13-9 0 0,-12-7-22 0 0,37 24 36 0 0,-1 2 1 0 0,51 45-1 0 0,-24-1-3027 0 0,-40-37-3621 0 0,-26-28 1560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43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63 744 0 0,'-6'-24'7342'0'0,"5"23"-7223"0"0,1-1 0 0 0,0 1 1 0 0,0-1-1 0 0,1 1 0 0 0,-1-1 0 0 0,0 1 0 0 0,0-1 1 0 0,1 1-1 0 0,-1-1 0 0 0,1 1 0 0 0,-1 0 0 0 0,1-1 1 0 0,-1 1-1 0 0,1-1 0 0 0,0 1 0 0 0,0 0 0 0 0,0 0 0 0 0,0 0 1 0 0,0-1-1 0 0,0 1 0 0 0,0 0 0 0 0,0 0 0 0 0,0 0 1 0 0,1 0-1 0 0,-1 1 0 0 0,0-1 0 0 0,0 0 0 0 0,1 0 1 0 0,-1 1-1 0 0,1-1 0 0 0,-1 1 0 0 0,1-1 0 0 0,-1 1 1 0 0,1 0-1 0 0,-1 0 0 0 0,1-1 0 0 0,-1 1 0 0 0,1 0 0 0 0,-1 0 1 0 0,1 0-1 0 0,-1 1 0 0 0,3-1 0 0 0,0 1-64 0 0,0 0 0 0 0,1 0 0 0 0,-1 0 0 0 0,0 0 0 0 0,0 1 0 0 0,0-1 0 0 0,0 1 0 0 0,0 0 0 0 0,0 1 0 0 0,0-1 0 0 0,-1 1-1 0 0,1-1 1 0 0,-1 1 0 0 0,4 4 0 0 0,-3-1 29 0 0,0 0 0 0 0,0 0 0 0 0,0 1 0 0 0,-1-1-1 0 0,0 1 1 0 0,0 0 0 0 0,-1 0 0 0 0,0 0 0 0 0,0 0-1 0 0,-1 1 1 0 0,1-1 0 0 0,-2 0 0 0 0,1 1 0 0 0,-1-1-1 0 0,0 0 1 0 0,-1 1 0 0 0,1-1 0 0 0,-2 0 0 0 0,1 0-1 0 0,-4 10 1 0 0,-4 13 313 0 0,-2-1 0 0 0,-1 0 0 0 0,-24 40 0 0 0,22-43-201 0 0,7-13-138 0 0,-41 72 353 0 0,47-83-376 0 0,1-2-30 0 0,0 0 0 0 0,-1 1 1 0 0,1-1-1 0 0,0 1 0 0 0,0-1 0 0 0,0 0 1 0 0,0 1-1 0 0,0-1 0 0 0,0 0 0 0 0,0 1 1 0 0,0-1-1 0 0,0 1 0 0 0,0-1 0 0 0,0 0 1 0 0,0 1-1 0 0,0-1 0 0 0,1 0 0 0 0,-1 1 1 0 0,0-1-1 0 0,0 0 0 0 0,0 1 0 0 0,0-1 1 0 0,1 0-1 0 0,-1 1 0 0 0,0-1 0 0 0,0 0 1 0 0,1 1-1 0 0,-1-1 0 0 0,1 0 0 0 0,4 1 1 0 0,1-1 0 0 0,0 1 0 0 0,-1-1 0 0 0,1-1 0 0 0,-1 1 0 0 0,1-1 1 0 0,9-3-1 0 0,46-16 48 0 0,-20 6-37 0 0,328-78-8099 0 0,-323 81 7353 0 0,-21 4-2357 0 0,1-1-973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43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124 117 2260 0 0,'-53'-5'7818'0'0,"-17"2"-1331"0"0,141-2-6175 0 0,1-3 1 0 0,118-28-1 0 0,-141 25-478 0 0,-8 3-639 0 0,47-11-2110 0 0,-76 15 655 0 0,0 0 0 0 0,18-10-1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43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10 2532 0 0,'-26'-8'5951'0'0,"11"7"-2530"0"0,13 1-3303 0 0,1 1 0 0 0,0 0 0 0 0,-1-1 0 0 0,1 1 0 0 0,0 0 0 0 0,0 0 0 0 0,0 0 0 0 0,0 0 0 0 0,0 0 0 0 0,0 0 0 0 0,0 0 0 0 0,0 0 0 0 0,0 0 0 0 0,0 0 1 0 0,1 1-1 0 0,-1-1 0 0 0,0 0 0 0 0,1 1 0 0 0,-1-1 0 0 0,1 0 0 0 0,-1 1 0 0 0,1-1 0 0 0,0 1 0 0 0,-1 1 0 0 0,-2 45 823 0 0,3-24-554 0 0,-2 235 434 0 0,2-254-836 0 0,1 20-1098 0 0,8 41 0 0 0,-7-55-1279 0 0,1 1 0 0 0,9 21 0 0 0,-7-20-2791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44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84 1480 0 0,'-8'-12'3243'0'0,"0"1"-1"0"0,1-1 1 0 0,-9-19 0 0 0,16 30-3214 0 0,0 0 1 0 0,0 1 0 0 0,0-1 0 0 0,0 1 0 0 0,0-1 0 0 0,0 0 0 0 0,0 1-1 0 0,0-1 1 0 0,0 1 0 0 0,0-1 0 0 0,1 0 0 0 0,-1 1 0 0 0,0-1-1 0 0,0 1 1 0 0,0-1 0 0 0,1 1 0 0 0,-1-1 0 0 0,0 0 0 0 0,1 1-1 0 0,-1-1 1 0 0,0 1 0 0 0,1 0 0 0 0,-1-1 0 0 0,1 1 0 0 0,-1-1-1 0 0,1 1 1 0 0,-1 0 0 0 0,1-1 0 0 0,-1 1 0 0 0,1 0 0 0 0,-1-1-1 0 0,1 1 1 0 0,-1 0 0 0 0,1 0 0 0 0,0 0 0 0 0,-1-1 0 0 0,1 1-1 0 0,-1 0 1 0 0,1 0 0 0 0,0 0 0 0 0,-1 0 0 0 0,1 0 0 0 0,0 0-1 0 0,0 0 1 0 0,27 1 118 0 0,-27-1-124 0 0,6 0-11 0 0,0 1 0 0 0,0 1 0 0 0,0-1-1 0 0,0 1 1 0 0,0 1 0 0 0,0-1 0 0 0,-1 1-1 0 0,1 0 1 0 0,-1 0 0 0 0,0 1 0 0 0,0 0-1 0 0,0 0 1 0 0,0 1 0 0 0,-1-1 0 0 0,1 1-1 0 0,-1 0 1 0 0,-1 1 0 0 0,9 11 0 0 0,-9-10-3 0 0,0 0 1 0 0,0 0 0 0 0,-1 1 0 0 0,0 0 0 0 0,0-1 0 0 0,-1 1 0 0 0,0 0-1 0 0,0 0 1 0 0,-1 1 0 0 0,0-1 0 0 0,-1 0 0 0 0,1 0 0 0 0,-2 1 0 0 0,1-1-1 0 0,-1 0 1 0 0,-2 9 0 0 0,-1 0 23 0 0,-2 1 0 0 0,0-1 0 0 0,0 0 0 0 0,-2 0 0 0 0,0-1 0 0 0,-12 18 0 0 0,-68 84 645 0 0,24-37-212 0 0,30-40-287 0 0,33-39-152 0 0,1-2-24 0 0,0 1 0 0 0,0-1 0 0 0,0 1 0 0 0,0-1-1 0 0,0 0 1 0 0,0 1 0 0 0,0-1 0 0 0,0 1 0 0 0,1-1-1 0 0,-1 0 1 0 0,0 1 0 0 0,0-1 0 0 0,0 1 0 0 0,1-1-1 0 0,-1 0 1 0 0,0 1 0 0 0,1-1 0 0 0,-1 0 0 0 0,0 1 0 0 0,1-1-1 0 0,-1 0 1 0 0,0 0 0 0 0,1 1 0 0 0,-1-1 0 0 0,0 0-1 0 0,1 0 1 0 0,-1 0 0 0 0,1 0 0 0 0,0 1 0 0 0,19 0 56 0 0,24-10-15 0 0,-36 7-35 0 0,216-47-77 0 0,-73 21-4766 0 0,-97 18-1964 0 0,-38 7 2684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44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94 128 0 0,'-17'-23'4406'0'0,"9"10"-1680"0"0,-1 1 0 0 0,-1 0 0 0 0,-21-20-1 0 0,29 31-2503 0 0,1 1-180 0 0,0 1 1 0 0,-1-1-1 0 0,1 1 0 0 0,0-1 0 0 0,0 1 0 0 0,-1 0 0 0 0,1 0 0 0 0,0 0 0 0 0,0-1 0 0 0,0 1 0 0 0,0 0 0 0 0,0 0 0 0 0,0 1 0 0 0,0-1 0 0 0,0 0 0 0 0,0 0 0 0 0,1 0 0 0 0,-1 1 0 0 0,0-1 0 0 0,1 0 0 0 0,-1 1 1 0 0,1-1-1 0 0,-1 0 0 0 0,1 1 0 0 0,0-1 0 0 0,0 1 0 0 0,-1 1 0 0 0,-7 54 294 0 0,7-38-209 0 0,-45 445 636 0 0,42-345-2257 0 0,4-100-1890 0 0,7 38-1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44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35 307 68 0 0,'-3'-17'1924'0'0,"0"0"0"0"0,1 0 0 0 0,1-1 0 0 0,0 1-1 0 0,3-20 1 0 0,-1 30-1724 0 0,0-1-1 0 0,1 1 1 0 0,0 0-1 0 0,0 1 1 0 0,1-1-1 0 0,0 0 1 0 0,0 1-1 0 0,0-1 1 0 0,1 1-1 0 0,0 0 1 0 0,0 0-1 0 0,1 0 1 0 0,-1 1-1 0 0,1 0 1 0 0,7-6-1 0 0,-1 2-91 0 0,1 0 0 0 0,0 1-1 0 0,0 0 1 0 0,1 1 0 0 0,0 1 0 0 0,0 0-1 0 0,0 0 1 0 0,29-6 0 0 0,-35 10-93 0 0,1 1 1 0 0,0 0-1 0 0,-1 0 1 0 0,1 1-1 0 0,0 0 1 0 0,0 0-1 0 0,-1 1 1 0 0,11 2-1 0 0,-14-2-4 0 0,1 0-1 0 0,0 1 0 0 0,-1 0 0 0 0,1 0 0 0 0,-1 0 1 0 0,1 1-1 0 0,-1-1 0 0 0,0 1 0 0 0,0 0 1 0 0,0 0-1 0 0,-1 0 0 0 0,1 1 0 0 0,5 7 0 0 0,-6-8 0 0 0,-1 0 0 0 0,0 1 0 0 0,0-1-1 0 0,0 1 1 0 0,-1-1 0 0 0,1 1 0 0 0,-1 0-1 0 0,0 0 1 0 0,0 0 0 0 0,0 0-1 0 0,0 0 1 0 0,-1 0 0 0 0,0 7 0 0 0,0-4 1 0 0,-1 0 0 0 0,0 0 0 0 0,-1 0 1 0 0,1 0-1 0 0,-1 0 0 0 0,-1 0 0 0 0,-3 8 1 0 0,-2 0 5 0 0,-1 0 0 0 0,0 0 1 0 0,-1-1-1 0 0,-1-1 1 0 0,-19 21-1 0 0,8-12 127 0 0,-1-2-1 0 0,-1 0 0 0 0,-1-2 1 0 0,0 0-1 0 0,-1-2 0 0 0,-1-1 1 0 0,-33 13-1 0 0,13-8 1148 0 0,46-20-1251 0 0,-1 1-21 0 0,2-1-22 0 0,-1 1 0 0 0,0-1 0 0 0,0 0 0 0 0,1 1 0 0 0,-1-1 0 0 0,0 0 0 0 0,1 1 0 0 0,-1-1 0 0 0,1 1 0 0 0,-1-1 0 0 0,0 1 0 0 0,1-1 0 0 0,-1 1 0 0 0,1-1 0 0 0,-1 1 0 0 0,1 0 0 0 0,0-1 0 0 0,-1 1 0 0 0,1 0 0 0 0,0-1 0 0 0,-1 1 0 0 0,1 1 0 0 0,3 3 4 0 0,0 0 0 0 0,0 0 0 0 0,1-1 0 0 0,-1 0 0 0 0,1 1 0 0 0,0-1 0 0 0,1-1 0 0 0,-1 1 0 0 0,1 0 0 0 0,-1-1 0 0 0,7 3 0 0 0,8 7 4 0 0,154 111 216 0 0,-81-68-1771 0 0,4-10-3938 0 0,-68-36 1593 0 0,0-3-1820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45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95 2700 0 0,'-31'-13'8235'0'0,"-34"-21"-1"0"0,64 33-7810 0 0,0 0-306 0 0,0 0 1 0 0,0-1-1 0 0,0 1 0 0 0,0-1 1 0 0,0 1-1 0 0,1-1 0 0 0,-1 1 1 0 0,0-1-1 0 0,1 0 0 0 0,-1-1 1 0 0,9-3-74 0 0,-6 3-30 0 0,1 1-1 0 0,0 0 1 0 0,0 0 0 0 0,0 0-1 0 0,0 1 1 0 0,0-1 0 0 0,0 1 0 0 0,0-1-1 0 0,0 1 1 0 0,1 0 0 0 0,-1 0-1 0 0,1 1 1 0 0,-1-1 0 0 0,0 1 0 0 0,8-1-1 0 0,-4 1-25 0 0,0-1-1 0 0,0 1 0 0 0,1 0 0 0 0,-1 1 1 0 0,0 0-1 0 0,0 0 0 0 0,12 4 1 0 0,-16-5 7 0 0,-1 1 1 0 0,1 0-1 0 0,-1 0 1 0 0,0 1 0 0 0,0-1-1 0 0,1 0 1 0 0,-1 1-1 0 0,0-1 1 0 0,0 1 0 0 0,0 0-1 0 0,-1-1 1 0 0,1 1-1 0 0,0 0 1 0 0,-1 0 0 0 0,1 0-1 0 0,-1 1 1 0 0,0-1-1 0 0,1 0 1 0 0,-1 0 0 0 0,0 1-1 0 0,-1-1 1 0 0,1 1-1 0 0,0-1 1 0 0,-1 1 0 0 0,1-1-1 0 0,-1 4 1 0 0,1 0 4 0 0,-2 0 0 0 0,1 0 0 0 0,-1 0-1 0 0,1 0 1 0 0,-2 0 0 0 0,1 0 0 0 0,-1 0 0 0 0,0 0 0 0 0,0-1 0 0 0,0 1 0 0 0,-1-1-1 0 0,-4 7 1 0 0,-5 6 6 0 0,-1 0 0 0 0,-16 17 0 0 0,-4 4 42 0 0,1-3 38 0 0,31-35-111 0 0,1-1 21 0 0,0 0 1 0 0,0 1-1 0 0,0-1 1 0 0,-1 0-1 0 0,1 0 1 0 0,0 1-1 0 0,0-1 1 0 0,0 0-1 0 0,0 1 1 0 0,0-1-1 0 0,0 1 0 0 0,0-1 1 0 0,0 0-1 0 0,0 1 1 0 0,0-1-1 0 0,0 0 1 0 0,0 1-1 0 0,0-1 1 0 0,0 0-1 0 0,0 1 1 0 0,0-1-1 0 0,0 0 0 0 0,0 1 1 0 0,1-1-1 0 0,-1 0 1 0 0,0 0-1 0 0,0 1 1 0 0,0-1-1 0 0,1 0 1 0 0,-1 1-1 0 0,0-1 1 0 0,0 0-1 0 0,0 0 0 0 0,1 1 1 0 0,-1-1-1 0 0,0 0 1 0 0,1 0-1 0 0,-1 0 1 0 0,0 0-1 0 0,1 1 1 0 0,-1-1-1 0 0,0 0 1 0 0,0 0-1 0 0,1 0 1 0 0,-1 0-1 0 0,1 0 0 0 0,-1 0 1 0 0,0 0-1 0 0,1 0 1 0 0,-1 0-1 0 0,0 0 1 0 0,1 0-1 0 0,0 0 1 0 0,13 3-40 0 0,0 0-1 0 0,1 1 1 0 0,-1 1 0 0 0,-1 0 0 0 0,19 10 0 0 0,-26-12 43 0 0,-1 0 0 0 0,0 0 1 0 0,1 1-1 0 0,-1 0 0 0 0,0 0 0 0 0,-1 0 0 0 0,1 1 0 0 0,-1 0 1 0 0,0 0-1 0 0,0 0 0 0 0,0 0 0 0 0,-1 0 0 0 0,0 1 0 0 0,0 0 0 0 0,3 7 1 0 0,-6-10 15 0 0,1 1 0 0 0,-1-1 1 0 0,1 1-1 0 0,-1-1 0 0 0,-1 0 1 0 0,1 1-1 0 0,0-1 1 0 0,-1 1-1 0 0,0-1 0 0 0,1 0 1 0 0,-1 1-1 0 0,-1-1 0 0 0,1 0 1 0 0,0 0-1 0 0,-1 0 1 0 0,1 0-1 0 0,-1 0 0 0 0,-3 4 1 0 0,-1 1 17 0 0,0 0 0 0 0,-1 0 0 0 0,0 0 1 0 0,0-1-1 0 0,-9 6 0 0 0,-3 1-45 0 0,0-2 0 0 0,-1 0 0 0 0,-1-1 0 0 0,0-2 1 0 0,0 0-1 0 0,-1-1 0 0 0,0-1 0 0 0,-29 6 0 0 0,2-5-1186 0 0,0-1 1 0 0,-90 0-1 0 0,54-11-2534 0 0,29-7-2241 0 0,27 4 448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49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521 45 256 0 0,'0'0'13855'0'0,"-10"3"-11139"0"0,-17-16-2379 0 0,18 9-330 0 0,-2-1-1 0 0,1 1 1 0 0,0 0-1 0 0,-1 1 1 0 0,-20-4 0 0 0,20 5-19 0 0,0 0 0 0 0,-1 0 0 0 0,1 1 0 0 0,-13 1 0 0 0,11 0-12 0 0,10 0 18 0 0,0 0-4 0 0,-6 0 0 0 0,3 0 0 0 0,0 0-1 0 0,0 0 0 0 0,0 0 0 0 0,1 1 1 0 0,-1 0-1 0 0,0 0 0 0 0,0 0 1 0 0,-6 3-1 0 0,6 0-1 0 0,0-1 0 0 0,0 1 0 0 0,1 0 0 0 0,0 0 0 0 0,-1 1 0 0 0,2 0 0 0 0,-1 0 0 0 0,0 0 0 0 0,1 0 0 0 0,0 1 0 0 0,-3 6 0 0 0,-16 32-80 0 0,17-32 75 0 0,4-10 13 0 0,1 0 1 0 0,0 0-1 0 0,0 1 0 0 0,0-1 1 0 0,1 0-1 0 0,-1 0 0 0 0,0 0 1 0 0,0 5-1 0 0,3 42-30 0 0,-2-45 32 0 0,1 9-6 0 0,6 98-5 0 0,8 256-6 0 0,-39 245-101 0 0,6-176 141 0 0,14-277-56 0 0,-22 285 877 0 0,12-248-548 0 0,12-164-283 0 0,-47 573 976 0 0,26-284-817 0 0,20-260-168 0 0,-4 78 29 0 0,15 195 0 0 0,-8-325-10 0 0,1 1 0 0 0,1-1 0 0 0,-1 0 0 0 0,2 0-1 0 0,-1 0 1 0 0,8 17 0 0 0,-8-23-9 0 0,0 0 0 0 0,0-1 0 0 0,0 1 0 0 0,0 0 0 0 0,0-1 0 0 0,0 0 0 0 0,1 1 0 0 0,-1-1 0 0 0,1 0 0 0 0,-1 0 0 0 0,1-1 0 0 0,0 1 0 0 0,0-1 0 0 0,0 1 0 0 0,0-1 0 0 0,0 0 0 0 0,0 0 0 0 0,0 0 0 0 0,1 0 0 0 0,-1-1 0 0 0,0 1 0 0 0,0-1 0 0 0,6 0 0 0 0,26-1 14 0 0,-1-2 0 0 0,1-2 0 0 0,52-13 0 0 0,-54 11-50 0 0,479-133-3218 0 0,-365 95 1311 0 0,123-41-4497 0 0,-133 37 1049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54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24 976 0 0,'4'-23'12413'0'0,"-5"40"-9973"0"0,-2 36-1922 0 0,-27 619 845 0 0,30-657-1926 0 0,0 45-1059 0 0,4-21-6712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54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56 149 2188 0 0,'-1'-6'481'0'0,"1"1"0"0"0,0 0 0 0 0,0 0 0 0 0,0-1 0 0 0,1 1 1 0 0,-1 0-1 0 0,1 0 0 0 0,0 0 0 0 0,1 0 0 0 0,-1 0 0 0 0,1 0 0 0 0,0 0 0 0 0,0 0 0 0 0,1 1 0 0 0,2-5 0 0 0,-1 4-394 0 0,0 0 1 0 0,0 0-1 0 0,1 0 1 0 0,-1 1-1 0 0,1 0 1 0 0,0 0-1 0 0,0 0 1 0 0,0 0-1 0 0,0 1 0 0 0,1 0 1 0 0,0 0-1 0 0,-1 0 1 0 0,1 1-1 0 0,0 0 1 0 0,0 0-1 0 0,0 1 1 0 0,1-1-1 0 0,7 0 0 0 0,-11 2-74 0 0,-1 0-1 0 0,1 0 1 0 0,0 0-1 0 0,0 0 1 0 0,-1 0-1 0 0,1 1 0 0 0,0-1 1 0 0,0 1-1 0 0,-1 0 1 0 0,1 0-1 0 0,-1 0 1 0 0,1 0-1 0 0,-1 0 0 0 0,1 0 1 0 0,-1 1-1 0 0,1-1 1 0 0,-1 1-1 0 0,0-1 1 0 0,0 1-1 0 0,0 0 1 0 0,0 0-1 0 0,0 0 0 0 0,-1 0 1 0 0,1 1-1 0 0,0-1 1 0 0,-1 0-1 0 0,0 1 1 0 0,1-1-1 0 0,-1 1 0 0 0,0-1 1 0 0,0 1-1 0 0,-1-1 1 0 0,1 1-1 0 0,0 3 1 0 0,1 4 35 0 0,-1-1 0 0 0,0 1 1 0 0,0 0-1 0 0,-1 0 0 0 0,-1 0 1 0 0,0 0-1 0 0,-3 17 0 0 0,-7 16 8 0 0,-1 0 0 0 0,-32 72 0 0 0,33-91 13 0 0,-1-1 0 0 0,-1 0 0 0 0,-1-1 0 0 0,-1 0 1 0 0,-1-1-1 0 0,-19 19 0 0 0,-6-12 801 0 0,39-27-747 0 0,0-1-20 0 0,-21-2 300 0 0,21 1-330 0 0,2 0-73 0 0,0 1-1 0 0,0 0 1 0 0,0-1 0 0 0,1 1 0 0 0,-1-1-1 0 0,0 1 1 0 0,0 0 0 0 0,0-1 0 0 0,1 1-1 0 0,-1-1 1 0 0,0 1 0 0 0,0 0 0 0 0,1-1-1 0 0,-1 1 1 0 0,0 0 0 0 0,1 0 0 0 0,-1-1-1 0 0,0 1 1 0 0,1 0 0 0 0,-1 0 0 0 0,0-1-1 0 0,1 1 1 0 0,-1 0 0 0 0,1 0-1 0 0,-1 0 1 0 0,0 0 0 0 0,1 0 0 0 0,5 0-4 0 0,-1 1 1 0 0,1 0 0 0 0,-1 0 0 0 0,1 0 0 0 0,-1 1-1 0 0,0 0 1 0 0,1 0 0 0 0,-1 0 0 0 0,0 1-1 0 0,0 0 1 0 0,-1 0 0 0 0,8 6 0 0 0,-2-2-7 0 0,68 51 293 0 0,77 77 1 0 0,-62-53-1991 0 0,3-4-4959 0 0,-75-64 2343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5:55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35 2852 0 0,'-6'-34'17628'0'0,"4"50"-17138"0"0,-6 217 883 0 0,20-79-3908 0 0,-9-132 398 0 0,11 35-1 0 0,5-9-5551 0 0,-12-34 2249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02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44 936 0 0,'-2'-13'6115'0'0,"-3"-9"938"0"0,6 22-7032 0 0,-1 0-1 0 0,0 0 1 0 0,0 0-1 0 0,0-1 0 0 0,1 1 1 0 0,-1 0-1 0 0,0 0 1 0 0,0 0-1 0 0,1 0 1 0 0,-1 0-1 0 0,0-1 1 0 0,0 1-1 0 0,1 0 1 0 0,-1 0-1 0 0,0 0 1 0 0,0 0-1 0 0,1 0 1 0 0,-1 0-1 0 0,0 0 1 0 0,1 0-1 0 0,-1 0 1 0 0,0 0-1 0 0,0 0 0 0 0,1 0 1 0 0,-1 0-1 0 0,0 1 1 0 0,1-1-1 0 0,-1 0 1 0 0,0 0-1 0 0,0 0 1 0 0,1 0-1 0 0,-1 0 1 0 0,0 0-1 0 0,0 1 1 0 0,20 4 12 0 0,-1 0 0 0 0,0-1 0 0 0,1-1 0 0 0,0-1 0 0 0,33 0 0 0 0,98-15 111 0 0,-45 2 36 0 0,-89 8-262 0 0,-13 3-61 0 0,18-3-2152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02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288 102 808 0 0,'14'-19'8083'0'0,"-14"18"-7822"0"0,1-1-1 0 0,-1 0 1 0 0,1 0-1 0 0,-1 0 0 0 0,0 0 1 0 0,0 0-1 0 0,0 0 0 0 0,0 0 1 0 0,0 0-1 0 0,0 0 0 0 0,-1 1 1 0 0,1-1-1 0 0,0 0 0 0 0,-1 0 1 0 0,0 0-1 0 0,1 0 0 0 0,-1 1 1 0 0,0-1-1 0 0,0 0 0 0 0,0 0 1 0 0,0 1-1 0 0,0-1 0 0 0,0 1 1 0 0,-1-1-1 0 0,1 1 0 0 0,-1 0 1 0 0,1-1-1 0 0,0 1 0 0 0,-4-2 1 0 0,0 0-135 0 0,0-1 0 0 0,-1 1-1 0 0,1 1 1 0 0,-1-1 0 0 0,1 1 0 0 0,-1 0 0 0 0,0 0 0 0 0,-10-2 0 0 0,4 3-65 0 0,1-1 1 0 0,-1 1-1 0 0,1 1 1 0 0,-19 1-1 0 0,25 0-62 0 0,0 0 0 0 0,-1 1 0 0 0,1-1 0 0 0,0 1 0 0 0,0 0 0 0 0,0 1 0 0 0,0-1 0 0 0,1 1 0 0 0,-1 0 0 0 0,1 0 0 0 0,-7 6 0 0 0,3-2-6 0 0,1 1 0 0 0,0-1-1 0 0,0 2 1 0 0,1-1-1 0 0,0 1 1 0 0,0-1 0 0 0,1 2-1 0 0,0-1 1 0 0,1 0 0 0 0,0 1-1 0 0,1 0 1 0 0,-4 16-1 0 0,5-17 2 0 0,0 0 0 0 0,1 0 0 0 0,1 0 0 0 0,-1 0 0 0 0,2 0-1 0 0,-1 0 1 0 0,1 0 0 0 0,0 0 0 0 0,1 0 0 0 0,0 0-1 0 0,1 0 1 0 0,-1-1 0 0 0,2 1 0 0 0,7 14 0 0 0,-10-20 6 0 0,1-1 1 0 0,0 0 0 0 0,-1 1 0 0 0,1-1 0 0 0,0 0 0 0 0,0 0 0 0 0,1 0 0 0 0,-1 0-1 0 0,0 0 1 0 0,1 0 0 0 0,-1-1 0 0 0,1 1 0 0 0,-1-1 0 0 0,1 0 0 0 0,0 1-1 0 0,0-1 1 0 0,3 0 0 0 0,-1 0 3 0 0,0 0-1 0 0,0-1 1 0 0,0 1-1 0 0,0-1 0 0 0,0-1 1 0 0,1 1-1 0 0,-1-1 1 0 0,0 0-1 0 0,7-2 1 0 0,-2 0 2 0 0,-1 0-1 0 0,1-1 1 0 0,-1-1 0 0 0,0 1-1 0 0,0-1 1 0 0,0-1 0 0 0,-1 0 0 0 0,0 0-1 0 0,11-11 1 0 0,-10 7-7 0 0,0-1 0 0 0,-1 0 0 0 0,-1 0-1 0 0,0-1 1 0 0,8-18 0 0 0,19-64 883 0 0,-26 71-89 0 0,-7 22-656 0 0,-1-2-21 0 0,5-16 145 0 0,-5 17-94 0 0,0 17-19 0 0,-1 123 284 0 0,1 141-103 0 0,7-156-297 0 0,0 47 78 0 0,-6-159-1827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03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31 1576 0 0,'1'-2'2516'0'0,"5"-26"8553"0"0,-5 39-9026 0 0,-9 149 1380 0 0,0-29-2982 0 0,3-9-371 0 0,0 77 271 0 0,9-66-3565 0 0,-4-119 1580 0 0,-3 5-6238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03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55 209 1536 0 0,'-3'-26'4185'0'0,"1"17"-2614"0"0,1-1 0 0 0,1 1 0 0 0,0-19 0 0 0,0 24-1429 0 0,1 1 0 0 0,0-1 0 0 0,0 1 0 0 0,0-1 0 0 0,0 1-1 0 0,0-1 1 0 0,1 1 0 0 0,0 0 0 0 0,0-1 0 0 0,-1 1 0 0 0,2 0 0 0 0,-1 0 0 0 0,0 1-1 0 0,3-4 1 0 0,4-2 17 0 0,1 0-1 0 0,-1 1 1 0 0,1 0-1 0 0,0 1 1 0 0,1 0-1 0 0,-1 1 1 0 0,1-1-1 0 0,0 2 1 0 0,20-6-1 0 0,-24 8-131 0 0,1 0 0 0 0,-1 1 0 0 0,0 0 0 0 0,0 0 0 0 0,1 0 0 0 0,-1 1 0 0 0,0 0-1 0 0,1 1 1 0 0,-1 0 0 0 0,0 0 0 0 0,0 0 0 0 0,1 1 0 0 0,-1 0 0 0 0,0 0 0 0 0,0 1-1 0 0,-1 0 1 0 0,8 4 0 0 0,-12-5-12 0 0,1-1-1 0 0,-1 1 1 0 0,0 0 0 0 0,1 0-1 0 0,-1 1 1 0 0,0-1 0 0 0,-1 0-1 0 0,1 1 1 0 0,0-1-1 0 0,0 1 1 0 0,-1-1 0 0 0,0 1-1 0 0,0 0 1 0 0,1 0 0 0 0,-1-1-1 0 0,-1 1 1 0 0,2 5 0 0 0,-1-2 0 0 0,-1 0 1 0 0,0 0-1 0 0,0 0 1 0 0,-1 0 0 0 0,0 0-1 0 0,0 0 1 0 0,0 0-1 0 0,-3 8 1 0 0,-4 5 2 0 0,0 0 1 0 0,-1-1-1 0 0,-1-1 1 0 0,-15 22-1 0 0,3-11 180 0 0,-1-1-1 0 0,-1 0 1 0 0,-2-2-1 0 0,-1-1 1 0 0,0-1 0 0 0,-2-2-1 0 0,0 0 1 0 0,-40 19-1 0 0,68-39-181 0 0,0-1-1 0 0,0 0 1 0 0,0 1 0 0 0,0-1-1 0 0,0 1 1 0 0,0 0-1 0 0,0-1 1 0 0,0 1-1 0 0,0 0 1 0 0,0-1-1 0 0,0 1 1 0 0,0 0 0 0 0,1 0-1 0 0,-1 0 1 0 0,0 0-1 0 0,0 0 1 0 0,1 0-1 0 0,-1 0 1 0 0,1 0-1 0 0,-1 0 1 0 0,1 0 0 0 0,-1 2-1 0 0,2-1-9 0 0,-1-1 0 0 0,1 0 0 0 0,0 1-1 0 0,0-1 1 0 0,0 0 0 0 0,0 1 0 0 0,0-1 0 0 0,0 0 0 0 0,0 0-1 0 0,0 0 1 0 0,1 0 0 0 0,-1 0 0 0 0,2 1 0 0 0,2 1-14 0 0,266 215-640 0 0,-256-206-215 0 0,0 0 0 0 0,1-2 0 0 0,19 11 0 0 0,24 5-5776 0 0,-33-17 874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04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146 131 2264 0 0,'-32'-23'6867'0'0,"24"18"-5494"0"0,1 0 0 0 0,-1-1-1 0 0,1 1 1 0 0,0-1 0 0 0,-6-7 0 0 0,13 12-1334 0 0,-1 0 1 0 0,1 0-1 0 0,0 0 1 0 0,-1 0-1 0 0,1 0 0 0 0,-1 0 1 0 0,1 0-1 0 0,0 0 1 0 0,0 0-1 0 0,0 0 1 0 0,0 0-1 0 0,0 0 1 0 0,0 0-1 0 0,0 0 1 0 0,0 0-1 0 0,0 0 1 0 0,0 0-1 0 0,0 0 1 0 0,1-1-1 0 0,-1 2 1 0 0,0-1-1 0 0,1 0 1 0 0,-1 0-1 0 0,1 0 1 0 0,-1 0-1 0 0,1 0 1 0 0,-1 0-1 0 0,1 0 1 0 0,0 0-1 0 0,0 1 1 0 0,-1-1-1 0 0,1 0 0 0 0,0 1 1 0 0,1-2-1 0 0,31-21 148 0 0,-30 21-132 0 0,0 1-51 0 0,0-1-1 0 0,0 1 1 0 0,1 0-1 0 0,-1 0 1 0 0,0 0-1 0 0,1 1 1 0 0,-1-1-1 0 0,1 1 1 0 0,-1-1-1 0 0,1 1 1 0 0,-1 0-1 0 0,1 1 1 0 0,-1-1-1 0 0,1 1 1 0 0,-1-1-1 0 0,1 1 1 0 0,-1 0-1 0 0,0 0 1 0 0,1 1-1 0 0,-1-1 1 0 0,3 2-1 0 0,-2-1 1 0 0,1 1 0 0 0,-1-1 0 0 0,0 1-1 0 0,-1 0 1 0 0,1 0 0 0 0,0 0-1 0 0,-1 0 1 0 0,1 1 0 0 0,-1 0 0 0 0,0-1-1 0 0,0 1 1 0 0,-1 0 0 0 0,1 0 0 0 0,2 8-1 0 0,-2-4 14 0 0,-1 0 0 0 0,0 1 0 0 0,0-1 0 0 0,-1 1 0 0 0,0 0 0 0 0,0-1-1 0 0,-2 16 1 0 0,-1-4 97 0 0,-11 41 0 0 0,11-54-26 0 0,1 1 0 0 0,0 0 0 0 0,-1 13 0 0 0,2-19-85 0 0,15-2-96 0 0,30 1-28 0 0,-32 1 97 0 0,1 2 0 0 0,-1 0 0 0 0,0 0 0 0 0,0 2 0 0 0,-1-1 0 0 0,1 1-1 0 0,-1 1 1 0 0,-1 0 0 0 0,18 15 0 0 0,-21-16 90 0 0,0 1 0 0 0,0 1 0 0 0,-1-1-1 0 0,0 1 1 0 0,0 0 0 0 0,-1 1 0 0 0,0 0 0 0 0,0 0 0 0 0,-1 0 0 0 0,-1 1 0 0 0,1-1-1 0 0,-2 1 1 0 0,5 15 0 0 0,-7-19 125 0 0,0 1-1 0 0,0-1 1 0 0,-1 1-1 0 0,0-1 1 0 0,0 1-1 0 0,-1-1 1 0 0,0 0 0 0 0,0 1-1 0 0,0-1 1 0 0,-1 0-1 0 0,-4 11 1 0 0,2-8-10 0 0,0 0 0 0 0,-1 0 0 0 0,0-1 1 0 0,-1 1-1 0 0,0-1 0 0 0,0-1 0 0 0,-9 9 0 0 0,3-5-86 0 0,0-1 0 0 0,-1 0 0 0 0,0 0-1 0 0,-1-1 1 0 0,0-1 0 0 0,0-1 0 0 0,-1 0-1 0 0,0 0 1 0 0,-19 5 0 0 0,17-8-540 0 0,-1-1-1 0 0,1 0 1 0 0,-1-1-1 0 0,1-1 1 0 0,-1 0-1 0 0,-24-3 1 0 0,29 0-701 0 0,0 0 0 0 0,0-1-1 0 0,-20-7 1 0 0,23 7-256 0 0,1-1 1 0 0,1 0-1 0 0,-1-1 0 0 0,1 0 0 0 0,-12-9 0 0 0,0-3-5073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05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 1572 0 0,'11'-4'11627'0'0,"-10"5"-11489"0"0,0 1 0 0 0,0 0 0 0 0,0 0 0 0 0,0 0 0 0 0,0 0 0 0 0,-1 0 0 0 0,1 0 0 0 0,-1 0 0 0 0,1 0 0 0 0,-1 0 0 0 0,0 0 0 0 0,1 3 1 0 0,-1 32 735 0 0,0-26-694 0 0,-23 396 1724 0 0,17-361-1812 0 0,-1 15-162 0 0,4-25-2861 0 0,4-29 1046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06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76 32 0 0,'0'-3'2313'0'0,"0"0"-1752"0"0,0-1 1 0 0,0 1-1 0 0,0 0 1 0 0,-1-1-1 0 0,0 1 1 0 0,1-1 0 0 0,-1 1-1 0 0,0 0 1 0 0,-1-1-1 0 0,1 1 1 0 0,-1 0-1 0 0,1 0 1 0 0,-1 0-1 0 0,0 0 1 0 0,-2-3-1 0 0,2 4-446 0 0,0 1 0 0 0,0-1 0 0 0,0 1 0 0 0,0-1 0 0 0,-1 1-1 0 0,1-1 1 0 0,0 1 0 0 0,-1 0 0 0 0,1 0 0 0 0,-1 0 0 0 0,1 1 0 0 0,-1-1-1 0 0,1 1 1 0 0,-1-1 0 0 0,0 1 0 0 0,1 0 0 0 0,-1 0 0 0 0,0 0 0 0 0,1 0-1 0 0,-5 1 1 0 0,-2 1-48 0 0,1 0 0 0 0,1 0 0 0 0,-1 1 0 0 0,0 0 0 0 0,0 0 0 0 0,1 1 0 0 0,0 0 0 0 0,0 0 0 0 0,0 1 0 0 0,-10 9 0 0 0,-3 4 60 0 0,-33 39 0 0 0,30-30-72 0 0,2 1 0 0 0,1 1 0 0 0,1 1 1 0 0,-18 37-1 0 0,31-54-43 0 0,0 0 1 0 0,1 0 0 0 0,0 0 0 0 0,1 1-1 0 0,1-1 1 0 0,0 1 0 0 0,1 0-1 0 0,1 0 1 0 0,0 0 0 0 0,1 0-1 0 0,0 0 1 0 0,1 0 0 0 0,4 20-1 0 0,-4-28-2 0 0,1-1 1 0 0,-1 0-1 0 0,1 1 0 0 0,1-1 0 0 0,-1 0 0 0 0,1-1 0 0 0,0 1 0 0 0,0 0 0 0 0,0-1 0 0 0,0 1 1 0 0,1-1-1 0 0,0 0 0 0 0,0 0 0 0 0,0-1 0 0 0,6 5 0 0 0,-3-4-2 0 0,0 0 0 0 0,0-1 0 0 0,0 1 0 0 0,1-2 1 0 0,-1 1-1 0 0,1-1 0 0 0,0 0 0 0 0,-1 0 0 0 0,15 0 0 0 0,-3-1 50 0 0,0-2-1 0 0,1 0 1 0 0,-1-1-1 0 0,1-1 1 0 0,-1 0 0 0 0,0-2-1 0 0,34-12 1 0 0,-38 10 40 0 0,0-1 0 0 0,0 0 0 0 0,0-1 0 0 0,-1 0 0 0 0,0-1 0 0 0,-1-1 0 0 0,0 0 0 0 0,-1 0-1 0 0,0-2 1 0 0,-1 1 0 0 0,13-19 0 0 0,-19 23-48 0 0,1 0 0 0 0,-1-1 0 0 0,-1 1 1 0 0,1-1-1 0 0,-1 0 0 0 0,-1-1 0 0 0,0 1 0 0 0,0 0 0 0 0,-1-1 0 0 0,0 0 0 0 0,-1 1 0 0 0,0-1 0 0 0,0 0 0 0 0,-1 0 0 0 0,0 1 0 0 0,-1-1 0 0 0,0 0 0 0 0,-1 0 0 0 0,0 1 0 0 0,-5-18 0 0 0,3 20-98 0 0,0 0 0 0 0,0 0 1 0 0,0 0-1 0 0,-1 1 0 0 0,0-1 0 0 0,0 1 1 0 0,-1 0-1 0 0,1 1 0 0 0,-1-1 0 0 0,-1 1 1 0 0,1 0-1 0 0,-1 1 0 0 0,1-1 0 0 0,-2 1 1 0 0,1 1-1 0 0,-13-6 0 0 0,4 4-103 0 0,-1-1-1 0 0,1 2 0 0 0,-1 0 1 0 0,0 1-1 0 0,-1 1 1 0 0,-26 0-1 0 0,41 2-230 0 0,-1-1-1 0 0,0 2 1 0 0,0-1-1 0 0,0 0 1 0 0,1 1 0 0 0,-1-1-1 0 0,0 1 1 0 0,1 0-1 0 0,-1 1 1 0 0,0-1-1 0 0,-3 2 1 0 0,0 4-1590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08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56 864 0 0,'-1'-2'1716'0'0,"-4"-6"-36"0"0,2 3-889 0 0,0 0 0 0 0,0 0 0 0 0,0 1 0 0 0,0 0 0 0 0,-8-7 0 0 0,10 10-696 0 0,-1-1 0 0 0,0 1 0 0 0,1 0 0 0 0,-1 0 0 0 0,0 0 0 0 0,0 0 0 0 0,0 1 0 0 0,0-1 1 0 0,0 0-1 0 0,0 1 0 0 0,0-1 0 0 0,0 1 0 0 0,0 0 0 0 0,0 0 0 0 0,0 0 0 0 0,0 0 0 0 0,0 0 0 0 0,0 0 0 0 0,0 0 0 0 0,-4 2 0 0 0,-3 1 7 0 0,0 0 0 0 0,0 1 1 0 0,1 1-1 0 0,0-1 0 0 0,0 1 0 0 0,0 1 0 0 0,0-1 0 0 0,1 2 0 0 0,0-1 0 0 0,0 1 0 0 0,1 0 0 0 0,0 0 0 0 0,0 0 0 0 0,-5 9 0 0 0,-8 13 42 0 0,2 1 0 0 0,-22 50 0 0 0,29-55-115 0 0,0 1-1 0 0,2-1 0 0 0,0 2 1 0 0,2-1-1 0 0,1 1 0 0 0,1-1 1 0 0,0 34-1 0 0,4-47-9 0 0,1-1 0 0 0,0 1 1 0 0,1-1-1 0 0,0 0 0 0 0,1 1 0 0 0,0-1 1 0 0,9 20-1 0 0,-8-24 14 0 0,0 0 0 0 0,1-1 0 0 0,0 1 0 0 0,0-1-1 0 0,0 0 1 0 0,1-1 0 0 0,0 1 0 0 0,0-1 0 0 0,1-1 0 0 0,-1 1 0 0 0,1-1 0 0 0,10 6 0 0 0,-8-7 57 0 0,1 1-1 0 0,0-2 1 0 0,0 1-1 0 0,0-1 1 0 0,1-1-1 0 0,-1 1 1 0 0,1-2-1 0 0,0 0 1 0 0,-1 0 0 0 0,1-1-1 0 0,0 0 1 0 0,-1-1-1 0 0,1 0 1 0 0,0-1-1 0 0,-1 0 1 0 0,12-4 0 0 0,-5 1 91 0 0,0-1 1 0 0,0 0 0 0 0,0-2 0 0 0,-1 0 0 0 0,-1 0-1 0 0,1-2 1 0 0,-1 0 0 0 0,24-21 0 0 0,-29 20-106 0 0,0 0-1 0 0,0-1 1 0 0,-1 0 0 0 0,-1 0 0 0 0,0-1 0 0 0,0 0-1 0 0,-2 0 1 0 0,1-1 0 0 0,-2 0 0 0 0,0 0 0 0 0,-1-1-1 0 0,0 1 1 0 0,-1-1 0 0 0,0 0 0 0 0,0-20 0 0 0,-3 22-62 0 0,1-1 1 0 0,-2 1 0 0 0,0-1-1 0 0,0 1 1 0 0,-2-1 0 0 0,1 1 0 0 0,-2 0-1 0 0,0 0 1 0 0,0 0 0 0 0,-1 0-1 0 0,-1 1 1 0 0,0 0 0 0 0,-1 0 0 0 0,0 0-1 0 0,-1 1 1 0 0,0 0 0 0 0,-11-11-1 0 0,14 17-17 0 0,-1 0-1 0 0,-1 0 1 0 0,1 1-1 0 0,0 0 1 0 0,-1 0-1 0 0,0 1 0 0 0,0-1 1 0 0,0 1-1 0 0,0 1 1 0 0,-1-1-1 0 0,1 2 1 0 0,-1-1-1 0 0,1 1 0 0 0,-1 0 1 0 0,1 0-1 0 0,-1 1 1 0 0,0 0-1 0 0,-10 1 1 0 0,13 0-150 0 0,0-1 0 0 0,0 1 0 0 0,0 1 1 0 0,0-1-1 0 0,0 1 0 0 0,1 0 0 0 0,-1 0 0 0 0,1 0 1 0 0,-1 0-1 0 0,1 1 0 0 0,0 0 0 0 0,0 0 1 0 0,0 0-1 0 0,0 0 0 0 0,1 1 0 0 0,-1-1 0 0 0,1 1 1 0 0,0 0-1 0 0,0 0 0 0 0,0 0 0 0 0,0 1 0 0 0,1-1 1 0 0,0 1-1 0 0,0-1 0 0 0,0 1 0 0 0,0 0 1 0 0,1-1-1 0 0,0 1 0 0 0,-1 6 0 0 0,1-6-324 0 0,1 1 0 0 0,0-1 1 0 0,0 0-1 0 0,0 0 0 0 0,1 0 0 0 0,-1 0 0 0 0,1 0 0 0 0,1 0 0 0 0,-1 0 0 0 0,1 0 0 0 0,-1 0 0 0 0,1 0 0 0 0,1 0 1 0 0,-1-1-1 0 0,1 1 0 0 0,3 4 0 0 0,8 7-2771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08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2024 0 0,'51'-35'11562'0'0,"-41"31"-9887"0"0,-9 4-1606 0 0,-1-1 0 0 0,0 1 0 0 0,1 0 0 0 0,-1 0 0 0 0,0 0 0 0 0,1 0 0 0 0,-1 0-1 0 0,0 0 1 0 0,1 0 0 0 0,-1 0 0 0 0,0 0 0 0 0,1 0 0 0 0,-1 0 0 0 0,0 0-1 0 0,1 0 1 0 0,-1 0 0 0 0,0 0 0 0 0,1 1 0 0 0,-1-1 0 0 0,0 0 0 0 0,1 0-1 0 0,-1 0 1 0 0,0 0 0 0 0,1 1 0 0 0,-1-1 0 0 0,0 0 0 0 0,0 0 0 0 0,1 1-1 0 0,-1-1 1 0 0,0 0 0 0 0,0 0 0 0 0,0 1 0 0 0,1-1 0 0 0,-1 1 0 0 0,2 26 402 0 0,-2 1 0 0 0,0 0 0 0 0,-5 32 0 0 0,-1 5-277 0 0,-13 138 244 0 0,-2 60-3234 0 0,23-223-486 0 0,5-14-2709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09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251 153 1264 0 0,'-1'-2'1830'0'0,"-1"-2"-1258"0"0,0 0-1 0 0,0 1 0 0 0,0-1 0 0 0,0 1 0 0 0,-1-1 1 0 0,0 1-1 0 0,1 0 0 0 0,-1 0 0 0 0,0 0 1 0 0,0 0-1 0 0,-1 1 0 0 0,1-1 0 0 0,-8-3 1 0 0,10 6-525 0 0,-1-1 1 0 0,1 1-1 0 0,-1-1 1 0 0,0 1-1 0 0,1 0 1 0 0,-1 0-1 0 0,1 0 1 0 0,-1 0-1 0 0,0 0 1 0 0,1 0-1 0 0,-1 0 1 0 0,0 0-1 0 0,1 1 1 0 0,-1-1-1 0 0,1 1 1 0 0,-4 1-1 0 0,-21 12 292 0 0,15-6-246 0 0,1 0 0 0 0,0 0 1 0 0,1 1-1 0 0,0 1 1 0 0,1-1-1 0 0,0 1 0 0 0,0 1 1 0 0,1-1-1 0 0,-7 14 0 0 0,4-4-40 0 0,1 0 0 0 0,0 1 0 0 0,2 0-1 0 0,-8 32 1 0 0,14-45-36 0 0,-1 0-1 0 0,1 0 0 0 0,0 0 1 0 0,1 0-1 0 0,0 0 1 0 0,0 0-1 0 0,1 0 0 0 0,0-1 1 0 0,0 1-1 0 0,1 0 1 0 0,0 0-1 0 0,0-1 0 0 0,1 1 1 0 0,7 13-1 0 0,-6-15 4 0 0,0 0 0 0 0,0 0 0 0 0,1-1-1 0 0,0 0 1 0 0,0 1 0 0 0,0-2 0 0 0,0 1 0 0 0,1-1 0 0 0,0 1-1 0 0,0-1 1 0 0,0-1 0 0 0,0 0 0 0 0,1 1 0 0 0,-1-2-1 0 0,1 1 1 0 0,11 2 0 0 0,-1-1 41 0 0,0-2 1 0 0,0 0-1 0 0,0 0 0 0 0,0-2 1 0 0,0 0-1 0 0,1-1 0 0 0,30-5 1 0 0,-25 1 87 0 0,1-1 1 0 0,-1-1 0 0 0,0-1-1 0 0,42-21 1 0 0,-54 22-85 0 0,1 0 0 0 0,-2-1 1 0 0,1-1-1 0 0,-1 1 1 0 0,0-1-1 0 0,-1-1 0 0 0,0 0 1 0 0,-1 0-1 0 0,0-1 0 0 0,0 0 1 0 0,-1 0-1 0 0,-1-1 0 0 0,0 0 1 0 0,0 0-1 0 0,-1-1 0 0 0,-1 1 1 0 0,0-1-1 0 0,-1 0 1 0 0,0 0-1 0 0,-1 0 0 0 0,0 0 1 0 0,-1-1-1 0 0,-1 1 0 0 0,0 0 1 0 0,-1-1-1 0 0,0 1 0 0 0,-1 0 1 0 0,0 0-1 0 0,-1 0 0 0 0,-1 0 1 0 0,0 0-1 0 0,-1 1 1 0 0,0-1-1 0 0,-1 1 0 0 0,-8-13 1 0 0,9 18-62 0 0,-1 1 1 0 0,1-1 0 0 0,-1 1 0 0 0,0 0 0 0 0,0 1 0 0 0,-1 0 0 0 0,1 0 0 0 0,-1 0 0 0 0,0 1-1 0 0,-1-1 1 0 0,1 2 0 0 0,-1-1 0 0 0,1 1 0 0 0,-1 0 0 0 0,0 1 0 0 0,0 0 0 0 0,-13-1-1 0 0,11 1-174 0 0,0 1 0 0 0,0 1 0 0 0,0 0 0 0 0,-1 0 0 0 0,1 1 0 0 0,0 1 0 0 0,0-1 0 0 0,0 2 0 0 0,0-1-1 0 0,0 1 1 0 0,1 1 0 0 0,-1 0 0 0 0,-17 10 0 0 0,24-12-87 0 0,0 0 1 0 0,0 1-1 0 0,0 0 0 0 0,0 0 0 0 0,0-1 1 0 0,0 2-1 0 0,1-1 0 0 0,-1 0 1 0 0,1 0-1 0 0,0 1 0 0 0,0-1 0 0 0,-2 8 1 0 0,2-8-306 0 0,1 1 1 0 0,1-1-1 0 0,-1 0 0 0 0,0 0 1 0 0,1 1-1 0 0,0-1 0 0 0,0 1 1 0 0,0-1-1 0 0,1 6 1 0 0,3 5-3398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10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13 2548 0 0,'24'-9'4996'0'0,"-21"8"-3774"0"0,-2 1-979 0 0,-1-1-1 0 0,1 1 1 0 0,0 0-1 0 0,0 0 1 0 0,-1-1 0 0 0,1 1-1 0 0,0 0 1 0 0,0 0-1 0 0,0 0 1 0 0,-1 0-1 0 0,1 0 1 0 0,0 0-1 0 0,0 0 1 0 0,0 0 0 0 0,1 1-1 0 0,-4 6-58 0 0,1 0 0 0 0,-1 0 0 0 0,0 0-1 0 0,-1 0 1 0 0,0 0 0 0 0,0 0 0 0 0,-4 6 0 0 0,-6 14 87 0 0,-7 21 94 0 0,-23 90-1 0 0,40-122-323 0 0,0-1 0 0 0,0 1 0 0 0,1 0 0 0 0,2 0 0 0 0,-1 0 0 0 0,2 0-1 0 0,0 0 1 0 0,1-1 0 0 0,0 1 0 0 0,6 20 0 0 0,-6-31 17 0 0,0 0 0 0 0,0 0 0 0 0,0-1 0 0 0,1 1 0 0 0,-1 0 0 0 0,1-1 0 0 0,0 0 0 0 0,1 1 0 0 0,-1-1 0 0 0,1 0 0 0 0,0-1 0 0 0,0 1 0 0 0,0-1 0 0 0,0 0 0 0 0,0 1 0 0 0,1-2 0 0 0,0 1-1 0 0,-1-1 1 0 0,1 1 0 0 0,0-1 0 0 0,8 1 0 0 0,-6-1 67 0 0,0-1 0 0 0,1 0 0 0 0,-1 0 0 0 0,1-1 0 0 0,-1 0 0 0 0,1 0 0 0 0,-1-1 0 0 0,0 0 0 0 0,1 0 0 0 0,-1-1 0 0 0,0 0 0 0 0,0 0 0 0 0,0-1 0 0 0,13-6 0 0 0,-12 4-41 0 0,0 0 0 0 0,0-1-1 0 0,0 0 1 0 0,-1-1 0 0 0,0 1 0 0 0,0-2-1 0 0,0 1 1 0 0,-1-1 0 0 0,0 1-1 0 0,-1-2 1 0 0,0 1 0 0 0,0-1-1 0 0,-1 1 1 0 0,0-1 0 0 0,0-1-1 0 0,-1 1 1 0 0,0 0 0 0 0,-1-1-1 0 0,2-14 1 0 0,-1 5-59 0 0,-1-1 0 0 0,-1 0 0 0 0,-1 0 0 0 0,-1 1 0 0 0,-1-1 0 0 0,0 0 0 0 0,-2 1 0 0 0,-10-35 0 0 0,9 42-53 0 0,0 0 0 0 0,0 1 0 0 0,-1 0-1 0 0,0 0 1 0 0,-1 1 0 0 0,-13-16 0 0 0,13 19-479 0 0,0 0 0 0 0,0 0 0 0 0,0 0 1 0 0,-1 1-1 0 0,-9-6 0 0 0,3 10-1628 0 0,6 3-528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06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287 162 80 0 0,'3'-9'1841'0'0,"0"0"1"0"0,0 0-1 0 0,-1 1 1 0 0,0-2-1 0 0,-1 1 0 0 0,0-14 1 0 0,-1 23-1818 0 0,0 0 0 0 0,0-1 0 0 0,0 1 1 0 0,0 0-1 0 0,0-1 0 0 0,0 1 0 0 0,0 0 0 0 0,0-1 0 0 0,0 1 0 0 0,-1 0 1 0 0,1 0-1 0 0,0-1 0 0 0,0 1 0 0 0,0 0 0 0 0,-1 0 0 0 0,1-1 1 0 0,0 1-1 0 0,0 0 0 0 0,-1 0 0 0 0,1 0 0 0 0,0-1 0 0 0,0 1 1 0 0,-1 0-1 0 0,1 0 0 0 0,0 0 0 0 0,-1 0 0 0 0,1 0 0 0 0,0-1 1 0 0,0 1-1 0 0,-1 0 0 0 0,1 0 0 0 0,0 0 0 0 0,-1 0 0 0 0,1 0 1 0 0,0 0-1 0 0,-1 0 0 0 0,1 0 0 0 0,0 0 0 0 0,-1 0 0 0 0,1 1 1 0 0,0-1-1 0 0,-1 0 0 0 0,1 0 0 0 0,0 0 0 0 0,-1 0 0 0 0,1 1 1 0 0,-16 6 344 0 0,-11 17-213 0 0,2 1-1 0 0,1 1 0 0 0,0 2 1 0 0,2 0-1 0 0,1 1 0 0 0,2 1 1 0 0,-20 41-1 0 0,34-62-137 0 0,1 1 0 0 0,0 0-1 0 0,0 0 1 0 0,1 0 0 0 0,1 0 0 0 0,-1 0-1 0 0,2 1 1 0 0,0-1 0 0 0,-1 12 0 0 0,2-18 19 0 0,1 0 0 0 0,-1 0 0 0 0,1 0 1 0 0,-1 0-1 0 0,1 0 0 0 0,0 0 1 0 0,1 0-1 0 0,-1 0 0 0 0,1-1 0 0 0,-1 1 1 0 0,1-1-1 0 0,0 1 0 0 0,1-1 1 0 0,-1 0-1 0 0,1 1 0 0 0,-1-1 0 0 0,1-1 1 0 0,0 1-1 0 0,0 0 0 0 0,0-1 1 0 0,0 1-1 0 0,0-1 0 0 0,1 0 0 0 0,-1 0 1 0 0,1 0-1 0 0,6 2 0 0 0,3 0 48 0 0,0 0 0 0 0,0-1 0 0 0,1-1 1 0 0,-1 0-1 0 0,1-1 0 0 0,0-1 0 0 0,-1 0 0 0 0,19-2 0 0 0,12-4 97 0 0,52-14 0 0 0,-69 13 23 0 0,-1-1-1 0 0,0-1 0 0 0,0-1 1 0 0,-1-1-1 0 0,-1-2 0 0 0,0 0 1 0 0,33-25-1 0 0,-47 30-109 0 0,0-1 1 0 0,0 0-1 0 0,-1-1 1 0 0,0 0-1 0 0,-1 0 0 0 0,0-1 1 0 0,11-19-1 0 0,-15 22-65 0 0,0 0 1 0 0,-1 0-1 0 0,0-1 0 0 0,-1 1 1 0 0,1-1-1 0 0,-2 0 0 0 0,1 0 0 0 0,-1 0 1 0 0,0 0-1 0 0,-1 0 0 0 0,0 0 1 0 0,-2-11-1 0 0,1 12-22 0 0,-1 0 0 0 0,0 1 0 0 0,0 0 1 0 0,0-1-1 0 0,-1 1 0 0 0,0 0 0 0 0,-1 0 0 0 0,1 0 1 0 0,-1 1-1 0 0,-1-1 0 0 0,-5-6 0 0 0,3 5-19 0 0,-1 0 0 0 0,-1 0 0 0 0,0 1 0 0 0,0 0 1 0 0,0 0-1 0 0,-20-10 0 0 0,10 8-202 0 0,-1 1 1 0 0,-1 0-1 0 0,1 2 0 0 0,-1 0 1 0 0,0 1-1 0 0,-1 2 1 0 0,-31-3-1 0 0,16 6-858 0 0,-1 0 0 0 0,1 3 0 0 0,-61 11-1 0 0,-40 22-5814 0 0,78-17 1316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08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399 172 2300 0 0,'2'-16'5185'0'0,"-1"10"-4049"0"0,-1 1-1 0 0,0-1 0 0 0,0 0 1 0 0,0 0-1 0 0,-1 0 0 0 0,1 0 0 0 0,-2 0 1 0 0,1 0-1 0 0,-5-12 661 0 0,1 11-1164 0 0,3 8-607 0 0,-1 1 0 0 0,0 0 1 0 0,0 0-1 0 0,1 1 0 0 0,-1-1 0 0 0,1 0 0 0 0,0 1 0 0 0,0 0 0 0 0,0-1 0 0 0,0 1 1 0 0,-2 3-1 0 0,-20 41 34 0 0,16-31-30 0 0,-71 152 78 0 0,70-145-95 0 0,1 1 0 0 0,1 0 0 0 0,1 0 0 0 0,2 1 0 0 0,-4 34 0 0 0,8-54-1 0 0,0 0-1 0 0,0 0 1 0 0,0 0 0 0 0,1-1 0 0 0,-1 1-1 0 0,1 0 1 0 0,0 0 0 0 0,1 0 0 0 0,-1 0-1 0 0,1-1 1 0 0,0 1 0 0 0,0 0 0 0 0,0-1-1 0 0,1 0 1 0 0,0 0 0 0 0,0 0 0 0 0,6 7-1 0 0,-5-7 2 0 0,1 0 0 0 0,0-1 0 0 0,0 0-1 0 0,0 0 1 0 0,0 0 0 0 0,0-1-1 0 0,0 1 1 0 0,1-1 0 0 0,-1-1 0 0 0,1 1-1 0 0,0-1 1 0 0,-1 0 0 0 0,1 0 0 0 0,11 0-1 0 0,4-2 36 0 0,-1 0-1 0 0,1-2 1 0 0,-1 0-1 0 0,0-1 1 0 0,0-1 0 0 0,0-1-1 0 0,-1-1 1 0 0,0-1-1 0 0,0 0 1 0 0,-1-2-1 0 0,0 0 1 0 0,0-1 0 0 0,-1 0-1 0 0,-1-2 1 0 0,0 0-1 0 0,15-16 1 0 0,-18 16 10 0 0,-1 0 0 0 0,0-1 0 0 0,-1-1 0 0 0,-1 0 0 0 0,-1 0 0 0 0,0-1 0 0 0,0 0 0 0 0,6-21 0 0 0,-11 25-35 0 0,0-1-1 0 0,-1 0 1 0 0,0 0 0 0 0,-1-1-1 0 0,0 1 1 0 0,-2 0-1 0 0,1-1 1 0 0,-2 1 0 0 0,1 0-1 0 0,-2-1 1 0 0,-5-22-1 0 0,5 28-21 0 0,0 0 0 0 0,-1 0-1 0 0,-1 0 1 0 0,1 0 0 0 0,-1 0-1 0 0,0 1 1 0 0,-1-1 0 0 0,0 1-1 0 0,0 0 1 0 0,-1 1 0 0 0,0-1-1 0 0,0 1 1 0 0,0 1 0 0 0,-1-1-1 0 0,-10-7 1 0 0,5 7-76 0 0,1-1 0 0 0,-1 2 0 0 0,-1 0 0 0 0,1 0 0 0 0,-1 1 0 0 0,0 1 0 0 0,0 0-1 0 0,0 0 1 0 0,-19 0 0 0 0,0 2-577 0 0,1 1 0 0 0,-1 2 0 0 0,0 1 0 0 0,1 1 0 0 0,-60 17 0 0 0,35-3-2495 0 0,2 2 0 0 0,-69 35 0 0 0,67-25-2953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10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3116 0 0,'60'-32'12231'0'0,"-59"31"-11538"0"0,0 1-650 0 0,-1 0 0 0 0,1-1 0 0 0,-1 1 1 0 0,1 0-1 0 0,-1-1 0 0 0,1 1 0 0 0,-1 0 0 0 0,1 0 0 0 0,-1 0 0 0 0,1 0 0 0 0,0 0 1 0 0,-1-1-1 0 0,1 1 0 0 0,-1 0 0 0 0,1 0 0 0 0,-1 0 0 0 0,1 0 0 0 0,0 0 0 0 0,-1 1 0 0 0,1-1 1 0 0,-1 0-1 0 0,1 0 0 0 0,-1 0 0 0 0,1 0 0 0 0,-1 1 0 0 0,1-1 0 0 0,0 0 0 0 0,-1 1 0 0 0,0-1 1 0 0,1 0-1 0 0,-1 1 0 0 0,1-1 0 0 0,-1 0 0 0 0,1 1 0 0 0,-1-1 0 0 0,0 1 0 0 0,1-1 0 0 0,-1 1 1 0 0,0-1-1 0 0,1 1 0 0 0,-1-1 0 0 0,0 1 0 0 0,0-1 0 0 0,0 1 0 0 0,1 0 0 0 0,-1-1 0 0 0,0 1 1 0 0,0-1-1 0 0,0 1 0 0 0,0 0 0 0 0,0 36 162 0 0,0-30-56 0 0,-20 170 353 0 0,3-48-372 0 0,13-86-560 0 0,1 0 1 0 0,3 0-1 0 0,7 63 0 0 0,3-61-2262 0 0,4-19-3413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0:56:11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1249 20 1956 0 0,'-9'8'5450'0'0,"6"-6"-5093"0"0,-11 8 3684 0 0,13-9-3925 0 0,1-1-1 0 0,0 0 0 0 0,0 0 0 0 0,0 1 1 0 0,0-1-1 0 0,-1 0 0 0 0,1 1 0 0 0,0-1 1 0 0,0 0-1 0 0,0 1 0 0 0,0-1 1 0 0,0 0-1 0 0,0 1 0 0 0,0-1 0 0 0,0 0 1 0 0,0 1-1 0 0,0-1 0 0 0,0 0 0 0 0,0 1 1 0 0,0-1-1 0 0,0 0 0 0 0,0 1 1 0 0,0-1-1 0 0,1 0 0 0 0,-1 1 0 0 0,0-1 1 0 0,0 0-1 0 0,0 1 0 0 0,1 0 346 0 0,0-1-346 0 0,2 1 21 0 0,1 0 1 0 0,-1-1-1 0 0,1 0 0 0 0,-1 0 0 0 0,1 0 0 0 0,-1 0 0 0 0,1 0 0 0 0,-1-1 0 0 0,0 1 0 0 0,6-2 0 0 0,-7 1-109 0 0,365-46 1750 0 0,-362 46-1776 0 0,8 1-10 0 0,-1 1 5 0 0,-8-1 5 0 0,0 0-1 0 0,0 1 0 0 0,0-1 0 0 0,0 1 0 0 0,0 0 1 0 0,0 0-1 0 0,0 0 0 0 0,-1 1 0 0 0,1-1 0 0 0,0 1 1 0 0,-1 0-1 0 0,1 0 0 0 0,-1 0 0 0 0,0 0 1 0 0,0 1-1 0 0,1-1 0 0 0,2 5 0 0 0,-3-3 1 0 0,0 1 0 0 0,0 1 0 0 0,0-1 0 0 0,0 0-1 0 0,-1 1 1 0 0,0-1 0 0 0,2 10 0 0 0,-2-7 0 0 0,11 38 27 0 0,-3 2 1 0 0,6 72 0 0 0,-4 100 58 0 0,-10-152-99 0 0,-11 769 746 0 0,-2-495-417 0 0,3 365 100 0 0,31-1-289 0 0,48 62 131 0 0,-30-367 525 0 0,-41-395-771 0 0,17 231 399 0 0,-16-187-72 0 0,-2 0 0 0 0,-13 85 0 0 0,12-125-228 0 0,0-1-1 0 0,0-1 0 0 0,-1 1 0 0 0,-1 0 1 0 0,1-1-1 0 0,-1 1 0 0 0,-1-1 1 0 0,0 0-1 0 0,0 0 0 0 0,0-1 0 0 0,-8 8 1 0 0,4-6-38 0 0,-1 1 0 0 0,-1-1 0 0 0,1-1 1 0 0,-1 0-1 0 0,-1-1 0 0 0,-21 11 0 0 0,-7-2-67 0 0,0-2-1 0 0,0-1 0 0 0,-76 12 1 0 0,-480 53-3836 0 0,424-61 1995 0 0,-395 44-8351 0 0,365-42 3287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34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21 124 0 0,'0'0'397'0'0,"-10"-6"-181"0"0,-30-8-224 0 0,37 13 0 0 0,0 1 21 0 0,-8 0 0 0 0,8 0-29 0 0,1 0-12 0 0,-6 2 27 0 0,5-2-4 0 0,-1 1 0 0 0,0 0 0 0 0,0 1 0 0 0,1-1 0 0 0,-1 1 0 0 0,1-1 1 0 0,-1 1-1 0 0,1 0 0 0 0,0 0 0 0 0,0 1 0 0 0,0-1 0 0 0,0 1 0 0 0,0-1 0 0 0,-5 7 0 0 0,1 0-286 0 0,0-4 166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35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16 0 0,'0'0'2784'0'0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36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93 612 0 0,'0'0'2234'0'0,"2"-35"-1146"0"0,-2 20-939 0 0,4-8 118 0 0,-4 22-109 0 0,0-9-356 0 0,0 1-1312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37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1 668 0 0,'0'0'3193'0'0,"-3"7"-1805"0"0,7-14-3248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39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2 196 0 0,'-6'6'3535'0'0,"10"-12"-4458"0"0,-2 5 519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39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1 284 0 0,'0'0'3950'0'0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40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1 316 0 0,'0'0'2824'0'0,"1"0"-2782"0"0,0 0 1 0 0,0 0-1 0 0,0 0 1 0 0,0 1-1 0 0,-1-1 1 0 0,1 0-1 0 0,0 0 1 0 0,0 1-1 0 0,0-1 1 0 0,0 1-1 0 0,0-1 1 0 0,1 2-1 0 0,-4 3-948 0 0,1-3 524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41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8 272 0 0,'0'0'5151'0'0,"2"-1"-7344"0"0,8-5 1367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41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1 828 0 0,'0'0'4011'0'0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41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1 424 0 0,'0'0'1224'0'0,"13"0"1048"0"0,4 3-519 0 0,-2-1-1045 0 0,-6 3-688 0 0,-14 3-2849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44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 1124 0 0,'0'0'2836'0'0,"-5"-7"-2872"0"0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47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96 536 0 0,'-2'-33'4921'0'0,"0"-28"-95"0"0,2 60-4717 0 0,-1 33-119 0 0,-3 227 150 0 0,4-257-115 0 0,-1 20 474 0 0,2-14-1546 0 0,3-28-6548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48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24 388 1008 0 0,'1'-21'1642'0'0,"0"1"1"0"0,2-1-1 0 0,9-37 1 0 0,-5 32-1272 0 0,2-1 0 0 0,1 1 0 0 0,2 1 0 0 0,22-39 1 0 0,-29 55-353 0 0,1 0 0 0 0,0 0 1 0 0,1 0-1 0 0,-1 1 0 0 0,2 0 1 0 0,-1 1-1 0 0,1-1 0 0 0,0 1 1 0 0,1 1-1 0 0,-1 0 0 0 0,11-6 1 0 0,-17 11 7 0 0,14 1 306 0 0,-15 1-312 0 0,0 0 1 0 0,1 0 0 0 0,-1 0 0 0 0,0 0 0 0 0,0 0 0 0 0,0 0-1 0 0,0 0 1 0 0,0 0 0 0 0,0 1 0 0 0,0-1 0 0 0,0 0 0 0 0,-1 1-1 0 0,1-1 1 0 0,0 1 0 0 0,-1-1 0 0 0,1 1 0 0 0,-1-1 0 0 0,1 3-1 0 0,-1 1 16 0 0,1 0 0 0 0,-1 0 0 0 0,0 0 0 0 0,0 0 0 0 0,-2 9 0 0 0,-2 5 6 0 0,-1 0 1 0 0,-8 21-1 0 0,11-35-37 0 0,-6 15 10 0 0,-2 0 0 0 0,0-1 1 0 0,-1 1-1 0 0,-1-2 1 0 0,-1 0-1 0 0,0 0 1 0 0,-31 29-1 0 0,37-41 60 0 0,0-1 0 0 0,-1 0 0 0 0,1 0 0 0 0,-1-1 0 0 0,-17 7 0 0 0,3-5 326 0 0,19-6-142 0 0,-1-1-209 0 0,4 1-48 0 0,-1 0-1 0 0,1 0 0 0 0,0 0 0 0 0,0 0 1 0 0,-1 0-1 0 0,1 0 0 0 0,0 0 0 0 0,-1 0 0 0 0,1 0 1 0 0,0 0-1 0 0,0-1 0 0 0,-1 1 0 0 0,1 0 0 0 0,0 0 1 0 0,0 0-1 0 0,-1 0 0 0 0,1 0 0 0 0,0 0 1 0 0,0 0-1 0 0,0-1 0 0 0,-1 1 0 0 0,1 0 0 0 0,0 0 1 0 0,0 0-1 0 0,0-1 0 0 0,-1 1 0 0 0,1 0 0 0 0,0 0 1 0 0,0-1-1 0 0,0 1 0 0 0,0-1-1 0 0,0 0 1 0 0,0 1-1 0 0,0-1 1 0 0,0 0-1 0 0,0 1 0 0 0,0-1 1 0 0,1 0-1 0 0,-1 1 0 0 0,0-1 1 0 0,0 1-1 0 0,1-1 0 0 0,-1 0 1 0 0,0 1-1 0 0,1-1 0 0 0,-1 1 1 0 0,1-1-1 0 0,-1 1 0 0 0,1-1 1 0 0,-1 1-1 0 0,1-1 0 0 0,-1 1 1 0 0,1-1-1 0 0,-1 1 1 0 0,1 0-1 0 0,0-1 0 0 0,-1 1 1 0 0,1 0-1 0 0,-1 0 0 0 0,1-1 1 0 0,1 1-1 0 0,0 0 1 0 0,0 0-1 0 0,0 0 1 0 0,0 1-1 0 0,-1-1 1 0 0,1 1-1 0 0,0-1 1 0 0,0 1 0 0 0,0 0-1 0 0,-1-1 1 0 0,1 1-1 0 0,2 2 1 0 0,5 3 28 0 0,-1 0 0 0 0,1 1 0 0 0,9 9 0 0 0,37 51 217 0 0,-27-34-162 0 0,8 22 14 0 0,-35-54-90 0 0,12 20-26 0 0,-12-20 75 0 0,25 17-845 0 0,-1-16-1021 0 0,-22-2 1350 0 0,29-3-4862 0 0,-19 2 3571 0 0,-11 0 1446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49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47 844 0 0,'0'0'4689'0'0,"20"-23"-1592"0"0,-13 19-2987 0 0,-1 1 0 0 0,1 0 1 0 0,0 0-1 0 0,-1 1 0 0 0,1 0 0 0 0,0 0 0 0 0,13-1 0 0 0,-16 2-44 0 0,1 1-1 0 0,-1 0 0 0 0,0 0 0 0 0,1 0 1 0 0,-1 0-1 0 0,0 1 0 0 0,1 0 0 0 0,-1 0 1 0 0,0 0-1 0 0,0 0 0 0 0,0 1 0 0 0,0 0 1 0 0,7 3-1 0 0,-9-3-18 0 0,0-1 0 0 0,-1 1 0 0 0,1 0 0 0 0,-1 0 0 0 0,1 0 1 0 0,-1 0-1 0 0,0 0 0 0 0,1 0 0 0 0,-1 0 0 0 0,0 0 0 0 0,0 1 0 0 0,-1-1 0 0 0,1 0 0 0 0,0 1 0 0 0,-1-1 0 0 0,1 0 1 0 0,-1 1-1 0 0,0 3 0 0 0,0 0 41 0 0,0 0 0 0 0,0 1 0 0 0,-1-1 0 0 0,1 0 0 0 0,-4 12 0 0 0,-3 0 87 0 0,0 0-1 0 0,-1-1 1 0 0,-1 0-1 0 0,-1 0 0 0 0,-11 15 1 0 0,-65 74 475 0 0,81-100-617 0 0,-11 15 37 0 0,-7 12 23 0 0,22-32-48 0 0,1 0-41 0 0,0-1 0 0 0,0 1 0 0 0,1-1 0 0 0,-1 0 0 0 0,0 1 0 0 0,0-1 0 0 0,1 0-1 0 0,-1 1 1 0 0,0-1 0 0 0,0 0 0 0 0,1 1 0 0 0,-1-1 0 0 0,0 0 0 0 0,1 0 0 0 0,-1 1 0 0 0,0-1 0 0 0,1 0 0 0 0,-1 0 0 0 0,0 0 0 0 0,1 1 0 0 0,-1-1 0 0 0,1 0 0 0 0,0 0 0 0 0,8-1 20 0 0,0 0 1 0 0,0 0-1 0 0,12-4 1 0 0,67-25-2 0 0,40-17-3 0 0,-102 37-22 0 0,-2 2 9 0 0,-22 8-7 0 0,0-1 4 0 0,7-1-96 0 0,-1 0-1 0 0,0-1 0 0 0,11-5 1 0 0,-18 7-300 0 0,16-27-8149 0 0,-12 18 6217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49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27 192 1012 0 0,'0'0'1392'0'0,"-27"-14"8416"0"0,315-82-9149 0 0,-287 96-665 0 0,-1 0 0 0 0,1-1 0 0 0,0 1 0 0 0,0 0 0 0 0,-1-1 0 0 0,1 1 0 0 0,0-1 0 0 0,0 1 0 0 0,-1-1 0 0 0,1 0 0 0 0,-1 1 0 0 0,1-1 0 0 0,0 1 0 0 0,-1-1 0 0 0,1 0 0 0 0,-1 0 0 0 0,0 1-1 0 0,1-1 1 0 0,-1 0 0 0 0,0 0 0 0 0,1 0 0 0 0,-1 1 0 0 0,0-1 0 0 0,0 0 0 0 0,0 0 0 0 0,1 0 0 0 0,-1 0 0 0 0,0 0 0 0 0,0 1 0 0 0,0-1 0 0 0,-1 0 0 0 0,1 0 0 0 0,0 0 0 0 0,0-1 0 0 0,-2-3-35 0 0,0 0-1 0 0,0 1 1 0 0,0-1 0 0 0,-6-8 0 0 0,0 0 49 0 0,-1 3-51 0 0,5 9 25 0 0,7 9 71 0 0,0-2-4 0 0,-1 1 0 0 0,0 0 0 0 0,0 0 0 0 0,-1 0 0 0 0,0 1 0 0 0,0-1 0 0 0,0 0 0 0 0,-1 0 0 0 0,0 1 0 0 0,-1-1 0 0 0,1 0 0 0 0,-1 0 0 0 0,-3 8 0 0 0,-4 16-84 0 0,-19 49 0 0 0,20-62-86 0 0,-13 32-3185 0 0,-48 84 0 0 0,39-83-627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51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118 386 504 0 0,'0'0'1144'0'0,"-4"-11"2358"0"0,-14-20 2732 0 0,9 56-5115 0 0,-16 233 913 0 0,13-165 867 0 0,11-93-2872 0 0,0-1 0 0 0,0 0-1 0 0,-1 0 1 0 0,1 0 0 0 0,0-1-1 0 0,0 1 1 0 0,0 0-1 0 0,1 0 1 0 0,-1 0 0 0 0,0-1-1 0 0,0 1 1 0 0,1 0 0 0 0,-1-1-1 0 0,1 1 1 0 0,-1-1 0 0 0,1 1-1 0 0,-1-1 1 0 0,1-2 0 0 0,-2-2 7 0 0,-6-20-6 0 0,1 0-1 0 0,1 0 1 0 0,2 0 0 0 0,0-1 0 0 0,1-27-1 0 0,3 15-55 0 0,1-1-1 0 0,12-69 1 0 0,-8 76 11 0 0,2 0 0 0 0,1 0 0 0 0,2 0 0 0 0,1 1 0 0 0,24-50 0 0 0,-30 75 10 0 0,-1 1 0 0 0,1-1-1 0 0,0 1 1 0 0,1 0 0 0 0,-1 0-1 0 0,1 0 1 0 0,1 1 0 0 0,-1 0-1 0 0,12-7 1 0 0,-17 11 5 0 0,1 1 0 0 0,0-1 0 0 0,0 1 0 0 0,0 0 0 0 0,-1-1 0 0 0,1 1-1 0 0,0 0 1 0 0,0 0 0 0 0,0 0 0 0 0,0 0 0 0 0,-1 1 0 0 0,1-1 0 0 0,0 0 0 0 0,0 1 0 0 0,0-1 0 0 0,-1 1 0 0 0,1 0 0 0 0,0-1-1 0 0,-1 1 1 0 0,1 0 0 0 0,-1 0 0 0 0,1 0 0 0 0,-1 0 0 0 0,1 1 0 0 0,1 1 0 0 0,0 3 7 0 0,0 0 0 0 0,0 0 0 0 0,0 0 0 0 0,-1 1 0 0 0,0-1 0 0 0,0 1 0 0 0,-1-1 0 0 0,0 1 1 0 0,0 0-1 0 0,0 0 0 0 0,-1-1 0 0 0,0 1 0 0 0,-1 0 0 0 0,1 0 0 0 0,-1-1 0 0 0,-1 1 0 0 0,-1 8 0 0 0,-5 13 27 0 0,-2 0 0 0 0,-19 42 0 0 0,21-51-4 0 0,-1-1-1 0 0,-1 0 0 0 0,-1 0 0 0 0,-1-1 1 0 0,0 0-1 0 0,-1-1 0 0 0,-23 22 0 0 0,28-31-11 0 0,-5 5 68 0 0,13-11-85 0 0,-1-1 0 0 0,1 0 1 0 0,0 1-1 0 0,0-1 0 0 0,0 1 0 0 0,-1-1 0 0 0,1 0 0 0 0,0 1 1 0 0,0-1-1 0 0,0 1 0 0 0,0-1 0 0 0,0 1 0 0 0,0-1 0 0 0,0 1 1 0 0,0-1-1 0 0,0 0 0 0 0,0 1 0 0 0,0-1 0 0 0,0 1 0 0 0,0-1 1 0 0,0 1-1 0 0,0-1 0 0 0,1 1 0 0 0,-1-1 0 0 0,0 0 1 0 0,0 1-1 0 0,0-1 0 0 0,1 1 0 0 0,-1-1 0 0 0,0 1 0 0 0,2 1-8 0 0,2-1 1 0 0,23 2 10 0 0,-9 0-4 0 0,0 0 0 0 0,-1 2 0 0 0,1 0 0 0 0,-1 1 0 0 0,23 11-1 0 0,-22-9 14 0 0,10 7 15 0 0,10 11-3871 0 0,-33-25 2285 0 0,-3-1 877 0 0,1 1-1 0 0,-1-1 1 0 0,1 0-1 0 0,0 1 1 0 0,-1-1-1 0 0,1-1 0 0 0,-1 1 1 0 0,1 0-1 0 0,-1-1 1 0 0,5 0-1 0 0,3-2-2303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52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93 52 0 0,'0'0'1577'0'0,"-14"-27"6702"0"0,13 26-8097 0 0,0-1 0 0 0,0 1 0 0 0,0-1 0 0 0,1 1 0 0 0,-1-1 0 0 0,0 1 0 0 0,1-1 0 0 0,-1 1 0 0 0,1-1 0 0 0,0 0 0 0 0,0 1 0 0 0,-1-1 0 0 0,1 0 0 0 0,0 1 0 0 0,0-1 0 0 0,1 0 0 0 0,-1 1 0 0 0,0-1 0 0 0,0 0 0 0 0,2-2 0 0 0,-2 3-165 0 0,1-1 1 0 0,0 0 0 0 0,0 0-1 0 0,0 1 1 0 0,0-1-1 0 0,0 1 1 0 0,0-1 0 0 0,0 1-1 0 0,1-1 1 0 0,-1 1-1 0 0,1-1 1 0 0,-1 1 0 0 0,1 0-1 0 0,-1 0 1 0 0,1 0-1 0 0,0 0 1 0 0,-1 0 0 0 0,1 0-1 0 0,0 1 1 0 0,0-1 0 0 0,0 0-1 0 0,0 1 1 0 0,-1-1-1 0 0,1 1 1 0 0,0 0 0 0 0,0 0-1 0 0,0 0 1 0 0,0 0-1 0 0,4 0 1 0 0,-3 0-11 0 0,-1 0 3 0 0,0 0-1 0 0,0 0 0 0 0,0 0 1 0 0,0 0-1 0 0,0 0 0 0 0,0 1 1 0 0,-1-1-1 0 0,1 0 0 0 0,0 1 1 0 0,0 0-1 0 0,0-1 0 0 0,-1 1 1 0 0,1 0-1 0 0,0 0 0 0 0,2 2 1 0 0,-2-2 7 0 0,-1 0 1 0 0,1 0-1 0 0,-1 0 0 0 0,1 0 1 0 0,-1 0-1 0 0,0 0 1 0 0,1 1-1 0 0,-1-1 1 0 0,0 0-1 0 0,0 1 1 0 0,0-1-1 0 0,0 1 0 0 0,0 0 1 0 0,0-1-1 0 0,0 1 1 0 0,-1 0-1 0 0,1-1 1 0 0,0 1-1 0 0,-1 0 1 0 0,1 3-1 0 0,-1-1 7 0 0,0 0-1 0 0,0 1 1 0 0,0-1 0 0 0,-1 0-1 0 0,1 1 1 0 0,-1-1 0 0 0,0 0-1 0 0,-3 7 1 0 0,-2 3 17 0 0,0-1 0 0 0,-1 1-1 0 0,-1-1 1 0 0,-10 14 0 0 0,-17 24 591 0 0,34-50-522 0 0,1 0-73 0 0,-1 0 0 0 0,1-1-1 0 0,-1 1 1 0 0,1-1 0 0 0,-1 1 0 0 0,1 0-1 0 0,-1-1 1 0 0,1 1 0 0 0,0 0 0 0 0,0 0-1 0 0,-1-1 1 0 0,1 1 0 0 0,0 0 0 0 0,0 1 0 0 0,2-1-33 0 0,0 0 0 0 0,1 0 0 0 0,0 0 1 0 0,-1 0-1 0 0,1-1 0 0 0,-1 1 0 0 0,1-1 1 0 0,0 1-1 0 0,-1-1 0 0 0,1 0 0 0 0,0 0 1 0 0,0 0-1 0 0,-1-1 0 0 0,4 0 1 0 0,32 2 29 0 0,-30 0-1 0 0,1 0 1 0 0,0 1-1 0 0,0 0 0 0 0,-1 0 0 0 0,1 1 0 0 0,-1 0 1 0 0,1 1-1 0 0,-1 0 0 0 0,12 8 0 0 0,-13-7 49 0 0,-5-4-24 0 0,0 0 0 0 0,0 1 0 0 0,-1-1 0 0 0,1 1 0 0 0,-1 0 0 0 0,1 0-1 0 0,-1-1 1 0 0,0 1 0 0 0,1 0 0 0 0,-1 0 0 0 0,0 0 0 0 0,0 0 0 0 0,0 0 0 0 0,-1 1-1 0 0,1-1 1 0 0,-1 0 0 0 0,2 5 0 0 0,-2-3 10 0 0,0 0-1 0 0,1 0 1 0 0,-1 0-1 0 0,-1 0 1 0 0,1 0 0 0 0,-1 0-1 0 0,1 0 1 0 0,-3 5-1 0 0,1-3-30 0 0,0-1-1 0 0,0 0 0 0 0,0 0 0 0 0,-1 0 1 0 0,0 0-1 0 0,0-1 0 0 0,0 1 0 0 0,-1-1 1 0 0,0 0-1 0 0,0 0 0 0 0,0 0 0 0 0,0 0 0 0 0,0-1 1 0 0,-1 1-1 0 0,-9 4 0 0 0,7-5 2 0 0,0 0-1 0 0,-1 0 1 0 0,0 0 0 0 0,1-1-1 0 0,-1-1 1 0 0,0 1-1 0 0,0-1 1 0 0,0 0 0 0 0,0-1-1 0 0,-16-1 1 0 0,-65-15-58 0 0,88 16-60 0 0,0 0 1 0 0,1 0 0 0 0,-1 0-1 0 0,0-1 1 0 0,1 1-1 0 0,-1 0 1 0 0,1 0 0 0 0,-1 0-1 0 0,0 0 1 0 0,1-1-1 0 0,-1 1 1 0 0,1 0 0 0 0,-1 0-1 0 0,1-1 1 0 0,-1 1-1 0 0,1-1 1 0 0,-1 1 0 0 0,1 0-1 0 0,-1-1 1 0 0,1 1-1 0 0,-1-1 1 0 0,1 1 0 0 0,0-1-1 0 0,-1 1 1 0 0,1-1 0 0 0,0 1-1 0 0,-1-2 1 0 0,1 1-101 0 0,0-1 0 0 0,0 1 0 0 0,0 0 0 0 0,0 0 0 0 0,1 0 1 0 0,-1 0-1 0 0,0 0 0 0 0,0 0 0 0 0,1-1 0 0 0,-1 1 0 0 0,1 0 0 0 0,-1 0 0 0 0,1 0 1 0 0,0-1-1 0 0,28-31-6738 0 0,-15 20 1533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53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8 189 1368 0 0,'-7'9'11886'0'0,"41"-20"-12916"0"0,-13 4 1715 0 0,75-22-505 0 0,36-9-91 0 0,-119 35-69 0 0,0 0 1 0 0,0-1-1 0 0,18-8 0 0 0,-30 12 0 0 0,2-1-5 0 0,7 0 15 0 0,-7 1-1 0 0,8-4 48 0 0,-5 0-62 0 0,-5 3 33 0 0,-1 0-34 0 0,-3-6-10 0 0,1 4-3 0 0,-1 0 1 0 0,0 1 0 0 0,0-1-1 0 0,0 1 1 0 0,-7-4 0 0 0,0 0-10 0 0,-2-4-12 0 0,10 9 22 0 0,-15-17-47 0 0,16 18 46 0 0,1-1-1 0 0,-1 1 1 0 0,1-1 0 0 0,0 1 0 0 0,-1-1-1 0 0,1 0 1 0 0,0 1 0 0 0,-1-1 0 0 0,1 1-1 0 0,0-1 1 0 0,0 0 0 0 0,-1 1 0 0 0,1-1 0 0 0,0 0-1 0 0,0 1 1 0 0,0-1 0 0 0,0 0 0 0 0,0 1-1 0 0,0-2 1 0 0,0 2-1 0 0,1-1-1 0 0,-1 1 1 0 0,0 0 0 0 0,0 0 0 0 0,0-1-1 0 0,0 1 1 0 0,1 0 0 0 0,-1 0-1 0 0,0-1 1 0 0,0 1 0 0 0,1 0-1 0 0,-1 0 1 0 0,0 0 0 0 0,1-1 0 0 0,-1 1-1 0 0,0 0 1 0 0,0 0 0 0 0,1 0-1 0 0,-1 0 1 0 0,0 0 0 0 0,1 0-1 0 0,-1 0 1 0 0,0 0 0 0 0,1 0-1 0 0,-1-1 1 0 0,0 1 0 0 0,1 1 0 0 0,1-1 1 0 0,-1 0 0 0 0,0 0 1 0 0,1 1-1 0 0,-1-1 0 0 0,0 0 1 0 0,0 1-1 0 0,1 0 0 0 0,-1-1 1 0 0,0 1-1 0 0,0 0 0 0 0,0-1 1 0 0,0 1-1 0 0,0 0 0 0 0,0 0 1 0 0,0 0-1 0 0,0 0 0 0 0,0 0 1 0 0,0 0-1 0 0,0 0 0 0 0,-1 0 1 0 0,1 0-1 0 0,0 1 0 0 0,0 0 1 0 0,1 5-1 0 0,0 0 1 0 0,0 1 0 0 0,-1-1 0 0 0,0 0 0 0 0,0 0 0 0 0,-1 1-1 0 0,0-1 1 0 0,0 1 0 0 0,-1-1 0 0 0,0 0 0 0 0,0 0-1 0 0,-4 13 1 0 0,-3 7-1728 0 0,-22 52-1 0 0,16-49-1471 0 0,-3 3-1259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53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4 0 0,'0'0'360'0'0,"7"-7"-484"0"0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8:55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8 0 0,'0'0'3288'0'0,"-1"9"-1380"0"0,-6-3-1639 0 0,-3 3-2206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16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47 997 492 0 0,'0'0'1701'0'0,"-3"0"-1080"0"0,-9-3 1116 0 0,-12-3 3102 0 0,24 6-4779 0 0,-1-1 0 0 0,1 1 0 0 0,-1 0 1 0 0,1 0-1 0 0,0-1 0 0 0,-1 1 0 0 0,1 0 1 0 0,0-1-1 0 0,-1 1 0 0 0,1 0 0 0 0,0-1 0 0 0,-1 1 1 0 0,1-1-1 0 0,0 1 0 0 0,-1 0 0 0 0,1-1 1 0 0,0 1-1 0 0,0-1 0 0 0,0 1 0 0 0,-1-1 1 0 0,1 1-1 0 0,0-1 0 0 0,0 1 0 0 0,0-1 1 0 0,0 1-1 0 0,0-1 0 0 0,0 0 0 0 0,14-12 806 0 0,-12 12-994 0 0,28-18 185 0 0,1 1-1 0 0,53-22 1 0 0,-48 23-48 0 0,1 0-6 0 0,77-37 27 0 0,135-42-1 0 0,-186 76-15 0 0,125-35 2 0 0,491-93 100 0 0,-536 118-111 0 0,66-17 55 0 0,340-123 0 0 0,-317 74 20 0 0,-178 68-56 0 0,-52 27-25 0 0,-1 1 5 0 0,1-1-1 0 0,-1 1 1 0 0,0 0-1 0 0,1 0 0 0 0,-1-1 1 0 0,0 1-1 0 0,0 0 1 0 0,1-1-1 0 0,-1 1 1 0 0,0-1-1 0 0,0 0 1 0 0,0 1-1 0 0,2-2 1 0 0,5-2 28 0 0,-6 3 54 0 0,-3-1-95 0 0,1 2 9 0 0,0-1 0 0 0,0 1 0 0 0,0-1 0 0 0,-1 1 0 0 0,1 0 0 0 0,0-1 0 0 0,0 1 0 0 0,0-1 0 0 0,-1 1-1 0 0,1-1 1 0 0,0 1 0 0 0,-1-1 0 0 0,1 1 0 0 0,0 0 0 0 0,-1-1 0 0 0,1 1 0 0 0,0 0 0 0 0,-1-1 0 0 0,1 1 0 0 0,0 0 0 0 0,-1-1 0 0 0,1 1 0 0 0,-1 0-1 0 0,1 0 1 0 0,-1 0 0 0 0,1-1 0 0 0,-1 1 0 0 0,1 0 0 0 0,-1 0 0 0 0,1 0 0 0 0,-1 0 0 0 0,-18-3 0 0 0,-4-5-2 0 0,1 0 0 0 0,0-2 0 0 0,-22-12 0 0 0,22 12 2 0 0,-16-10-47 0 0,36 20 27 0 0,4 12-36 0 0,12 8 67 0 0,-1 1 0 0 0,-1 1-1 0 0,-1 0 1 0 0,0 1 0 0 0,-2 0-1 0 0,-1 1 1 0 0,8 37 0 0 0,-10-29-13 0 0,-2 1 0 0 0,-1-1 0 0 0,-2 1 0 0 0,0 0 0 0 0,-7 44 0 0 0,1-40-791 0 0,-16 60 0 0 0,11-64-1657 0 0,-28 63 0 0 0,6-31-1188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19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4 240 0 0,'0'0'3621'0'0,"12"-4"-5228"0"0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20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0 316 0 0,'0'0'1436'0'0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23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0 212 0 0,'0'0'3241'0'0,"-12"5"-3204"0"0,12 26-1306 0 0,0-29 532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25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7 524 0 0,'0'0'831'0'0,"-12"-4"2645"0"0,12 4-3507 0 0,-1 0 0 0 0,1-1-1 0 0,-1 1 1 0 0,1 0 0 0 0,-1 0-1 0 0,1 0 1 0 0,-1-1 0 0 0,1 1 0 0 0,-1 0-1 0 0,1 0 1 0 0,-1 0 0 0 0,1 0-1 0 0,-1 0 1 0 0,1 0 0 0 0,-1 0 0 0 0,0 0-1 0 0,1 0 1 0 0,-1 0 0 0 0,1 0-1 0 0,-1 1 1 0 0,1-1 0 0 0,-1 0 0 0 0,1 0-1 0 0,-1 0 1 0 0,1 1 0 0 0,-1-1-1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25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0 268 0 0,'0'0'332'0'0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30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64 0 0,'0'0'2736'0'0,"0"0"-2690"0"0,1 0 1 0 0,-1-1 0 0 0,1 1 0 0 0,0 0 0 0 0,-1 0 0 0 0,1 0-1 0 0,0 0 1 0 0,-1 0 0 0 0,1 0 0 0 0,0 0 0 0 0,-1 0 0 0 0,1 0-1 0 0,0 0 1 0 0,-1 0 0 0 0,1 0 0 0 0,1 1 0 0 0,-2 3-243 0 0,0-1 0 0 0,0 0 0 0 0,0 1 1 0 0,0-1-1 0 0,-1 1 0 0 0,1-1 0 0 0,-2 4 1 0 0,-1 1-475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29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0 268 0 0,'0'0'1268'0'0,"7"5"-1312"0"0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29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9 760 0 0,'0'0'3260'0'0,"5"-8"-3396"0"0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32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5 536 0 0,'0'0'1092'0'0,"-7"-5"112"0"0,2 12-2964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38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1 172 0 0,'-4'8'2840'0'0,"-4"-3"-2824"0"0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39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12 152 0 0,'2'9'3400'0'0,"8"-15"-2828"0"0,2 1-456 0 0,-2 0-372 0 0,6 0-1344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39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2 372 0 0,'14'-2'4356'0'0,"-19"11"-4156"0"0,-4 1-1020 0 0,-5 2-884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39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17 496 0 0,'0'0'4444'0'0,"17"-2"-4036"0"0,-5-3-243 0 0,3-1-686 0 0,-1 2-1611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40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5 488 0 0,'0'0'1273'0'0,"2"0"-350"0"0,5-1-498 0 0,14-2 2849 0 0,-11 2-5941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44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40 0 0,'29'17'3772'0'0,"-29"0"-5432"0"0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45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80 0 0,'21'-8'14922'0'0,"-22"0"-17819"0"0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48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53 259 476 0 0,'-3'-10'889'0'0,"3"8"-260"0"0,-10-21 5292 0 0,9 27-5853 0 0,0 0 0 0 0,0-1 0 0 0,0 1-1 0 0,0 0 1 0 0,1-1 0 0 0,-1 1 0 0 0,1 0-1 0 0,0 0 1 0 0,0 0 0 0 0,1 6 0 0 0,0 6-18 0 0,13 277 3037 0 0,-19-296-3024 0 0,4 3-61 0 0,1 0 0 0 0,0 0 0 0 0,-1 0 0 0 0,1 0 0 0 0,-1 0 0 0 0,1 0 0 0 0,-1 0 0 0 0,1-1 0 0 0,0 1 0 0 0,-1 0 0 0 0,1 0 0 0 0,0 0 0 0 0,-1 0 0 0 0,1-1 0 0 0,-1 1 0 0 0,1 0 0 0 0,0 0 0 0 0,-1-1 0 0 0,1 1 1 0 0,0 0-1 0 0,0-1 0 0 0,-1 1 0 0 0,1 0 0 0 0,0-1 0 0 0,0 1 0 0 0,0-1 0 0 0,-1 0 0 0 0,-9-34-1 0 0,2-1 0 0 0,2 0 0 0 0,1 0 0 0 0,1-1 0 0 0,2 0 1 0 0,2 1-1 0 0,1-1 0 0 0,2 0 0 0 0,9-38 0 0 0,-9 58-13 0 0,2 0-1 0 0,0 0 0 0 0,13-26 1 0 0,-15 37 9 0 0,1-1-1 0 0,-1 1 1 0 0,1 0 0 0 0,0 0 0 0 0,1 1-1 0 0,0-1 1 0 0,-1 1 0 0 0,2 0 0 0 0,-1 1-1 0 0,1-1 1 0 0,8-5 0 0 0,-12 9 1 0 0,0 1 1 0 0,-1-1 0 0 0,1 1-1 0 0,0-1 1 0 0,-1 1 0 0 0,1 0-1 0 0,0 0 1 0 0,-1-1-1 0 0,1 1 1 0 0,0 0 0 0 0,0 1-1 0 0,-1-1 1 0 0,1 0 0 0 0,0 0-1 0 0,-1 1 1 0 0,1-1-1 0 0,2 2 1 0 0,0-1 4 0 0,-1 1 0 0 0,0-1-1 0 0,0 1 1 0 0,0 0 0 0 0,0 0-1 0 0,0 0 1 0 0,0 0 0 0 0,0 0 0 0 0,-1 1-1 0 0,1-1 1 0 0,-1 1 0 0 0,0-1 0 0 0,3 5-1 0 0,-1-1 0 0 0,0 0 4 0 0,-1 0-1 0 0,0 1 1 0 0,0-1-1 0 0,0 1 1 0 0,-1-1 0 0 0,0 1-1 0 0,0 0 1 0 0,0 0-1 0 0,-1 0 1 0 0,0 0-1 0 0,-1 0 1 0 0,1 0 0 0 0,-1 0-1 0 0,-1 0 1 0 0,-1 13-1 0 0,-1-5 20 0 0,-1 1 0 0 0,0-1-1 0 0,-1 0 1 0 0,-1-1 0 0 0,-13 28-1 0 0,13-34-15 0 0,1 1 0 0 0,-1-1 0 0 0,-1 0 0 0 0,0 0 0 0 0,-12 10-1 0 0,13-11 4 0 0,-3 1-5 0 0,0 0-6 0 0,5-5 1 0 0,0 0 1 0 0,1 0-1 0 0,-1 0 0 0 0,0 0 1 0 0,-7 2-1 0 0,-14 9 20 0 0,23-13-76 0 0,-6 5-6 0 0,17 2 47 0 0,18 5-15 0 0,-26-13 28 0 0,31 13-3 0 0,8 4 17 0 0,-1 2 1 0 0,0 1-1 0 0,66 47 0 0 0,-87-55 16 0 0,-15-10-15 0 0,1 3 2 0 0,5 3-10 0 0,-7-7-54 0 0,-1 0 1 0 0,1 0-1 0 0,-1 0 1 0 0,0 1-1 0 0,1-1 1 0 0,-1 0 0 0 0,0 1-1 0 0,0-1 1 0 0,0 1-1 0 0,0-1 1 0 0,0 1-1 0 0,0 0 1 0 0,0 2-1 0 0,0-3-357 0 0,0 4-1229 0 0,-1-5 1445 0 0,-1 1 1 0 0,1-1-1 0 0,0 1 1 0 0,0-1-1 0 0,0 1 1 0 0,1-1-1 0 0,-1 1 1 0 0,0-1-1 0 0,0 1 1 0 0,0-1-1 0 0,0 1 1 0 0,0-1-1 0 0,1 1 1 0 0,-1-1-1 0 0,0 1 1 0 0,0-1-1 0 0,1 1 1 0 0,-1-1-1 0 0,4 4-1500 0 0,-1-4 1567 0 0,0 0 0 0 0,0 0 0 0 0,0-1 0 0 0,0 1 0 0 0,0-1 0 0 0,0 0-1 0 0,0 0 1 0 0,0 1 0 0 0,0-2 0 0 0,0 1 0 0 0,0 0 0 0 0,5-4 0 0 0,-7 4 83 0 0,2 0 76 0 0,-1 0 1 0 0,0 0 0 0 0,0 0 0 0 0,1-1 0 0 0,-1 1-1 0 0,0-1 1 0 0,0 1 0 0 0,-1-1 0 0 0,1 0 0 0 0,0 0 0 0 0,2-2-1 0 0,-4 3-26 0 0,28-26 1215 0 0,-27 26-1089 0 0,16-12 2842 0 0,-16 15-2882 0 0,0-1-1 0 0,0 1 1 0 0,-1 0-1 0 0,1-1 1 0 0,0 1 0 0 0,0 0-1 0 0,-1 0 1 0 0,1-1 0 0 0,-1 1-1 0 0,0 0 1 0 0,1 0-1 0 0,-1 0 1 0 0,0 2 0 0 0,0 32 503 0 0,-1-18-403 0 0,-12 217 759 0 0,9-184-895 0 0,3-39-102 0 0,0-4-32 0 0,0 1 0 0 0,1-1-1 0 0,-1 1 1 0 0,2 0 0 0 0,-1-1-1 0 0,1 1 1 0 0,0-1 0 0 0,5 14-1 0 0,-6-21-373 0 0,5 0-1585 0 0,-4-1 1896 0 0,0 0 1 0 0,-1 0-1 0 0,1 0 1 0 0,0 0 0 0 0,0 0-1 0 0,0 0 1 0 0,0 0 0 0 0,0 0-1 0 0,-1 0 1 0 0,1 0 0 0 0,0-1-1 0 0,0 1 1 0 0,0 0 0 0 0,0 0-1 0 0,-1-1 1 0 0,1 1 0 0 0,0 0-1 0 0,0-1 1 0 0,-1 1-1 0 0,2-2 1 0 0,9-9-2097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48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3 128 720 0 0,'-3'-7'9193'0'0,"98"-6"-8821"0"0,159-44 1 0 0,-192 40 507 0 0,-60 17-694 0 0,9-5 295 0 0,-4 1 136 0 0,-55-9-528 0 0,3 5-75 0 0,35 7-24 0 0,-2-1-52 0 0,11 2 23 0 0,3 0 1 0 0,34 11 17 0 0,-33-10-4 0 0,0 1 1 0 0,0 0 0 0 0,-1-1 0 0 0,1 1 0 0 0,0 0-1 0 0,0 1 1 0 0,-1-1 0 0 0,1 0 0 0 0,-1 1 0 0 0,0-1 0 0 0,0 1-1 0 0,0 0 1 0 0,0 0 0 0 0,0-1 0 0 0,-1 1 0 0 0,1 1-1 0 0,-1-1 1 0 0,0 0 0 0 0,0 0 0 0 0,0 0 0 0 0,0 1 0 0 0,0-1-1 0 0,-1 0 1 0 0,1 1 0 0 0,-1-1 0 0 0,0 0 0 0 0,0 1 0 0 0,-1-1-1 0 0,0 4 1 0 0,-1 11-727 0 0,-2-1-1 0 0,0 0 0 0 0,-1 0 1 0 0,-8 21-1 0 0,12-35 599 0 0,-14 33-2386 0 0,-2 3-636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50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136 182 488 0 0,'0'0'1579'0'0,"-21"-9"3152"0"0,19 10-4616 0 0,0 1-1 0 0,1-1 1 0 0,-1 1-1 0 0,1 0 1 0 0,-1 0 0 0 0,1 0-1 0 0,0 0 1 0 0,0 0-1 0 0,0 0 1 0 0,0 0 0 0 0,0 0-1 0 0,0 0 1 0 0,0 0-1 0 0,1 0 1 0 0,-1 1 0 0 0,1 2-1 0 0,-5 46 530 0 0,4-29-391 0 0,-16 279 362 0 0,11-159-529 0 0,3-78-42 0 0,2-38 78 0 0,1-21 5 0 0,0-8 60 0 0,1-119-134 0 0,-1 9-68 0 0,6 29-39 0 0,19-102 0 0 0,-16 143 63 0 0,1 0-1 0 0,3 1 1 0 0,1 0-1 0 0,24-46 1 0 0,-36 85-10 0 0,-1-1 0 0 0,1 0 1 0 0,0 1-1 0 0,0-1 1 0 0,0 1-1 0 0,0 0 1 0 0,0 0-1 0 0,1-1 0 0 0,-1 2 1 0 0,1-1-1 0 0,0 0 1 0 0,0 0-1 0 0,0 1 1 0 0,0 0-1 0 0,7-4 1 0 0,-8 5 11 0 0,1 2 4 0 0,-2-1-19 0 0,0 1 1 0 0,1 0 0 0 0,-1-1-1 0 0,0 1 1 0 0,0 0-1 0 0,0 0 1 0 0,1 0 0 0 0,-1 0-1 0 0,0 0 1 0 0,0 0-1 0 0,0 0 1 0 0,-1 0 0 0 0,1 1-1 0 0,0-1 1 0 0,0 0 0 0 0,-1 0-1 0 0,1 1 1 0 0,0-1-1 0 0,-1 1 1 0 0,0-1 0 0 0,1 0-1 0 0,-1 1 1 0 0,0-1-1 0 0,1 1 1 0 0,-1-1 0 0 0,0 3-1 0 0,0 10-2 0 0,-1 0 1 0 0,0 0-1 0 0,-1 0 0 0 0,0 0 0 0 0,-1 0 0 0 0,-9 25 1 0 0,-39 78 151 0 0,33-79-110 0 0,-1-1-13 0 0,-45 65 1 0 0,3-9 1 0 0,55-84-25 0 0,5-8-1 0 0,0 0 0 0 0,0 1 0 0 0,0-1 1 0 0,0 0-1 0 0,1 0 0 0 0,-1 1 0 0 0,0-1 0 0 0,1 0 1 0 0,-1 1-1 0 0,1-1 0 0 0,-1 1 0 0 0,1-1 0 0 0,0 1 0 0 0,0-1 1 0 0,-1 1-1 0 0,1 1 0 0 0,1 0 0 0 0,1-1 1 0 0,-1 1-1 0 0,0-1 0 0 0,1 1 0 0 0,0-1 1 0 0,-1 0-1 0 0,1 0 0 0 0,0 0 0 0 0,0 0 1 0 0,0 0-1 0 0,0 0 0 0 0,0-1 1 0 0,1 1-1 0 0,-1-1 0 0 0,3 2 0 0 0,53 32 36 0 0,-33-21 0 0 0,0 1-1 0 0,31 26 0 0 0,9 19-201 0 0,11 10-5768 0 0,-67-61 3393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50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123 116 952 0 0,'-11'-17'3402'0'0,"9"16"-3257"0"0,1-1 1 0 0,-1 0-1 0 0,1 1 0 0 0,-1-1 0 0 0,1 0 0 0 0,0 0 0 0 0,0 0 0 0 0,0 0 0 0 0,0 0 0 0 0,0 0 0 0 0,1 0 0 0 0,-1-1 1 0 0,1 1-1 0 0,-1 0 0 0 0,1 0 0 0 0,0 0 0 0 0,0-1 0 0 0,0 1 0 0 0,0 0 0 0 0,0 0 0 0 0,0-1 0 0 0,1 1 0 0 0,-1 0 1 0 0,1 0-1 0 0,-1 0 0 0 0,1 0 0 0 0,0 0 0 0 0,0-1 0 0 0,0 2 0 0 0,2-5 0 0 0,-2 4-121 0 0,1 0-1 0 0,0-1 1 0 0,0 1-1 0 0,0 0 0 0 0,0 0 1 0 0,0 0-1 0 0,0 0 1 0 0,0 0-1 0 0,0 0 1 0 0,1 0-1 0 0,-1 1 1 0 0,1-1-1 0 0,-1 1 1 0 0,1 0-1 0 0,4-2 1 0 0,-5 3 41 0 0,14 3 204 0 0,-15-2-252 0 0,0 0 0 0 0,0 1 1 0 0,1-1-1 0 0,-1 1 1 0 0,0-1-1 0 0,0 1 1 0 0,0-1-1 0 0,0 1 1 0 0,-1 0-1 0 0,1 0 1 0 0,0-1-1 0 0,-1 1 1 0 0,1 0-1 0 0,-1 0 1 0 0,1 3-1 0 0,-1 1 4 0 0,0-1 0 0 0,0 0 0 0 0,0 1 0 0 0,-1-1 0 0 0,-2 8 0 0 0,-1 2 7 0 0,-1 0 0 0 0,0-1-1 0 0,-9 17 1 0 0,-10 13 20 0 0,-9 16-84 0 0,33-59 24 0 0,0 1 8 0 0,0 6 22 0 0,1-4-4 0 0,2-1-12 0 0,-1 0 0 0 0,1 0 0 0 0,0 0 0 0 0,1 0 0 0 0,-1-1 0 0 0,0 1 1 0 0,1-1-1 0 0,-1 0 0 0 0,8 4 0 0 0,36 17 51 0 0,-34-18 87 0 0,0 1 0 0 0,21 14 0 0 0,-33-19-77 0 0,1 1 0 0 0,-1-1 0 0 0,1 0 0 0 0,-1 0 0 0 0,0 1-1 0 0,0-1 1 0 0,1 1 0 0 0,-1-1 0 0 0,0 1 0 0 0,0-1 0 0 0,-1 1 0 0 0,1 0 0 0 0,0-1 0 0 0,0 1 0 0 0,-1 0 0 0 0,1 0 0 0 0,-1 0 0 0 0,0-1 0 0 0,1 1 0 0 0,-1 3 0 0 0,0-2-5 0 0,-1 0 0 0 0,1 1-1 0 0,-1-1 1 0 0,0 0 0 0 0,0 0-1 0 0,0 0 1 0 0,0 0 0 0 0,-1 0-1 0 0,1 0 1 0 0,-1 0 0 0 0,-1 2-1 0 0,-2 1-18 0 0,1 0-1 0 0,-1 0 0 0 0,0-1 1 0 0,0 0-1 0 0,-1 0 0 0 0,1 0 1 0 0,-1-1-1 0 0,0 0 1 0 0,-11 6-1 0 0,3-5-12 0 0,0 0 1 0 0,-1-1-1 0 0,1 0 1 0 0,-1-1-1 0 0,0-1 0 0 0,0-1 1 0 0,-28 0-1 0 0,42 0-96 0 0,0-1 0 0 0,0 0 0 0 0,0 0 0 0 0,0 0 0 0 0,0 0 0 0 0,-1-1 0 0 0,1 1 0 0 0,0 0 0 0 0,0 0 0 0 0,0-1 0 0 0,0 1 0 0 0,0 0 0 0 0,0-1 0 0 0,0 1 0 0 0,0-1 0 0 0,0 1 0 0 0,0-1 0 0 0,1 0 0 0 0,-1 1 0 0 0,0-1 0 0 0,0 0 0 0 0,0 0 0 0 0,1 1 0 0 0,-1-1 0 0 0,0 0 0 0 0,1 0 0 0 0,-1 0 0 0 0,1 0 0 0 0,-1 0 0 0 0,1 0 0 0 0,-1 0 0 0 0,1 0 0 0 0,0 0 0 0 0,-1 0-1 0 0,1 0 1 0 0,0 0 0 0 0,0-1 0 0 0,0 1 0 0 0,0-2 0 0 0,0-2-616 0 0,1 1-1 0 0,0-1 1 0 0,0 0-1 0 0,0 1 1 0 0,0-1-1 0 0,1 1 1 0 0,2-6-1 0 0,1-2-1825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51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0 178 992 0 0,'0'0'1257'0'0,"20"-12"3333"0"0,-1 8-3876 0 0,211-45 1133 0 0,-227 48-1798 0 0,4-2-11 0 0,-7 3-37 0 0,1-1 1 0 0,-1 1 0 0 0,1 0 0 0 0,0 0 0 0 0,-1 0 0 0 0,1 0 0 0 0,-1 0-1 0 0,1-1 1 0 0,0 1 0 0 0,-1 0 0 0 0,1-1 0 0 0,-1 1 0 0 0,1 0-1 0 0,-1-1 1 0 0,1 1 0 0 0,-1 0 0 0 0,1-1 0 0 0,-1 1 0 0 0,0-1-1 0 0,1 1 1 0 0,-1-1 0 0 0,1 1 0 0 0,-1-1 0 0 0,0 1 0 0 0,0-1 0 0 0,1 0-1 0 0,-1 0 1 0 0,1-4-4 0 0,-1 3 3 0 0,0-1-1 0 0,0 1 1 0 0,0 0-1 0 0,0 0 1 0 0,0 0-1 0 0,0 0 1 0 0,-1 0-1 0 0,1 0 0 0 0,-1 0 1 0 0,1 0-1 0 0,-1-1 1 0 0,0 2-1 0 0,0-1 1 0 0,0 0-1 0 0,0 0 1 0 0,0 0-1 0 0,0 0 0 0 0,-3-3 1 0 0,-29-39 2065 0 0,32 42-1925 0 0,-8-3 285 0 0,7 15-387 0 0,1 0 1 0 0,0 0-1 0 0,1 0 0 0 0,0 0 0 0 0,2 17 0 0 0,-1 5 11 0 0,-9 114-1165 0 0,-14-2-4493 0 0,10-88 2272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51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80 0 0,'0'0'536'0'0,"-16"0"-892"0"0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58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20 0 0,'0'0'580'0'0,"-2"7"232"0"0,-6-2-1292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39:59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 0 0,'0'0'3944'0'0,"11"4"-3864"0"0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09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0 244 0 0,'0'0'1899'0'0,"8"25"-2595"0"0,-2-31 185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10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1 436 0 0,'0'0'2036'0'0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12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 0 0,'0'0'264'0'0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12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1 152 0 0,'0'0'1688'0'0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15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0 488 0 0,'0'0'2900'0'0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15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60 0 0,'0'0'4778'0'0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16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1 328 0 0,'0'0'4008'0'0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16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1 468 0 0,'12'3'200'0'0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17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0 152 0 0,'0'0'800'0'0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18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1 340 652 0 0,'8'-17'592'0'0,"-1"0"-152"0"0,3-2-104 0 0,-1 2-64 0 0,3-1-60 0 0,1-4-44 0 0,2 1-184 0 0,1 1 156 0 0,-1-1-168 0 0,4-1 148 0 0,-1 2-172 0 0,3-2 148 0 0,2-2-168 0 0,1 6 116 0 0,0-1-264 0 0,1-1-632 0 0,2-2 264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19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277 392 1392 0 0,'-7'-60'8413'0'0,"7"58"-7839"0"0,0 1-449 0 0,0 1 1 0 0,0-1-1 0 0,0 1 0 0 0,0-1 1 0 0,0 1-1 0 0,0-1 1 0 0,0 1-1 0 0,-1-1 0 0 0,1 1 1 0 0,0-1-1 0 0,0 1 1 0 0,-1-1-1 0 0,1 1 0 0 0,0 0 1 0 0,-1-1-1 0 0,1 1 0 0 0,0-1 1 0 0,-1 1-1 0 0,-2 4-28 0 0,1 1 0 0 0,0 0 0 0 0,0 1 0 0 0,1-1 0 0 0,-1 0 0 0 0,1 0 0 0 0,0 1 0 0 0,0-1 0 0 0,1 0 0 0 0,0 11 0 0 0,-1 3 96 0 0,-64 398 1045 0 0,57-372-1195 0 0,-3 25 40 0 0,-37 119-1 0 0,47-186-53 0 0,-2 6 192 0 0,0 0 1 0 0,-1-1 0 0 0,0 0 0 0 0,-5 9 0 0 0,7-15-90 0 0,0-3-19 0 0,-1-1-97 0 0,0 0 0 0 0,1 0 0 0 0,-1 0 0 0 0,1 0 0 0 0,0-1 0 0 0,0 1 0 0 0,0-1-1 0 0,0 0 1 0 0,0 1 0 0 0,0-1 0 0 0,1 0 0 0 0,-1 0 0 0 0,1 0 0 0 0,0 0 0 0 0,0 0 0 0 0,0-1 0 0 0,-1-2 0 0 0,-2-14 11 0 0,-4-31 0 0 0,7 46-22 0 0,-3-51 1 0 0,1 0 0 0 0,3 0-1 0 0,2 0 1 0 0,3 0 0 0 0,18-83-1 0 0,-6 68-10 0 0,3 1 0 0 0,3 1 0 0 0,56-117 0 0 0,-59 148-19 0 0,32-47 1 0 0,-40 69-3 0 0,0 0 0 0 0,1 0 1 0 0,1 2-1 0 0,30-27 0 0 0,-42 40 23 0 0,0-1 0 0 0,0 1 0 0 0,0-1 0 0 0,0 1 0 0 0,0 0-1 0 0,0 0 1 0 0,0 0 0 0 0,1 0 0 0 0,-1 0 0 0 0,0 0 0 0 0,1 1 0 0 0,-1-1 0 0 0,0 1-1 0 0,1-1 1 0 0,-1 1 0 0 0,1 0 0 0 0,-1 0 0 0 0,0 0 0 0 0,1 1 0 0 0,-1-1 0 0 0,1 0-1 0 0,-1 1 1 0 0,4 1 0 0 0,-4-1 3 0 0,1 1 1 0 0,-1-1-1 0 0,1 1 0 0 0,-1 0 0 0 0,0 0 0 0 0,1 0 1 0 0,-1 1-1 0 0,0-1 0 0 0,-1 0 0 0 0,1 1 0 0 0,0-1 1 0 0,-1 1-1 0 0,1 0 0 0 0,-1-1 0 0 0,0 1 0 0 0,0 0 0 0 0,0 0 1 0 0,1 4-1 0 0,0 5 2 0 0,0 0-1 0 0,-1 0 1 0 0,0 0 0 0 0,-1 0-1 0 0,0 1 1 0 0,-1-1-1 0 0,-4 22 1 0 0,-4 3-33 0 0,-14 42 0 0 0,6-29 25 0 0,-2-2 0 0 0,-2 0 0 0 0,-2-1-1 0 0,-2-1 1 0 0,-2-1 0 0 0,-41 50 0 0 0,60-85 28 0 0,0 0 1 0 0,-1-1-1 0 0,0 0 0 0 0,-1-1 1 0 0,0 0-1 0 0,-14 8 0 0 0,20-13-10 0 0,0-1-1 0 0,-1 0 0 0 0,1 0 1 0 0,0-1-1 0 0,-1 1 1 0 0,0-1-1 0 0,1 0 0 0 0,-1 0 1 0 0,0-1-1 0 0,0 1 0 0 0,1-1 1 0 0,-1 0-1 0 0,0 0 1 0 0,0-1-1 0 0,0 1 0 0 0,1-1 1 0 0,-1 0-1 0 0,0 0 0 0 0,1-1 1 0 0,-6-2-1 0 0,6 3-9 0 0,-18-12-3 0 0,-3-6-166 0 0,24 18 141 0 0,11 6-35 0 0,15 17 75 0 0,0 2 1 0 0,-2 1-1 0 0,0 1 1 0 0,22 36-1 0 0,67 122 430 0 0,-71-112-2179 0 0,65 89 0 0 0,-100-154 237 0 0,0 1 1 0 0,1-1 0 0 0,-1 0-1 0 0,16 11 1 0 0,-11-11-2671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20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90 340 0 0,'-1'-5'1130'0'0,"0"1"1"0"0,0-1-1 0 0,0 0 0 0 0,1 0 0 0 0,-1 1 1 0 0,1-1-1 0 0,0 0 0 0 0,2-9 0 0 0,-2 12-1009 0 0,0 0-1 0 0,1 1 1 0 0,-1-1-1 0 0,1 1 1 0 0,0-1-1 0 0,0 1 1 0 0,-1-1 0 0 0,1 1-1 0 0,0-1 1 0 0,0 1-1 0 0,0 0 1 0 0,1 0-1 0 0,-1-1 1 0 0,0 1-1 0 0,0 0 1 0 0,1 0-1 0 0,-1 0 1 0 0,0 0-1 0 0,1 0 1 0 0,1 0-1 0 0,0-1 12 0 0,1 1 0 0 0,0-1 0 0 0,0 1 0 0 0,0 0 0 0 0,0 0 0 0 0,4-1 0 0 0,-5 2-95 0 0,-1 0-1 0 0,0 0 1 0 0,1 0 0 0 0,-1 1 0 0 0,0-1 0 0 0,1 0 0 0 0,-1 1 0 0 0,0 0 0 0 0,0-1 0 0 0,0 1 0 0 0,1 0 0 0 0,-1 0 0 0 0,0 0 0 0 0,0 0 0 0 0,0 1 0 0 0,0-1 0 0 0,-1 1-1 0 0,1-1 1 0 0,0 1 0 0 0,0-1 0 0 0,-1 1 0 0 0,1 0 0 0 0,-1 0 0 0 0,0 0 0 0 0,1 0 0 0 0,-1 0 0 0 0,0 0 0 0 0,0 0 0 0 0,-1 0 0 0 0,2 4 0 0 0,2 5 40 0 0,-2-1 0 0 0,1 1 0 0 0,-1-1 0 0 0,-1 1 0 0 0,0 11 0 0 0,-2 6 106 0 0,-1-1 0 0 0,-2 1 0 0 0,0-1 0 0 0,-2 0 0 0 0,-13 36 0 0 0,6-18 57 0 0,-22 78 442 0 0,35-122-657 0 0,0 0 0 0 0,-1 0 0 0 0,1 0 0 0 0,0 0 0 0 0,0 0 0 0 0,0 0 1 0 0,0 0-1 0 0,0 0 0 0 0,0 0 0 0 0,0 0 0 0 0,0 0 0 0 0,0 0 0 0 0,0 0 0 0 0,0 0 1 0 0,1 0-1 0 0,-1 0 0 0 0,0 0 0 0 0,1 0 0 0 0,-1 0 0 0 0,1 0 0 0 0,-1 0 0 0 0,2 1 1 0 0,-1-1-13 0 0,0-1 1 0 0,-1 1 0 0 0,1-1-1 0 0,0 0 1 0 0,0 1-1 0 0,0-1 1 0 0,0 0 0 0 0,0 0-1 0 0,0 1 1 0 0,0-1 0 0 0,0 0-1 0 0,0 0 1 0 0,0 0 0 0 0,0 0-1 0 0,0 0 1 0 0,0-1 0 0 0,0 1-1 0 0,2 0 1 0 0,4-3 19 0 0,1 0 0 0 0,-1 0 1 0 0,0 0-1 0 0,8-5 0 0 0,-13 7-13 0 0,200-124-2020 0 0,-124 75-1432 0 0,3-4-2892 0 0,-56 36 1867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20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71 296 1792 0 0,'-56'-29'8902'0'0,"55"29"-8762"0"0,0-1 1 0 0,0 1-1 0 0,0-1 1 0 0,0 0 0 0 0,0 1-1 0 0,0-1 1 0 0,0 0-1 0 0,1 1 1 0 0,-1-1-1 0 0,0 0 1 0 0,0 0 0 0 0,0 0-1 0 0,1 0 1 0 0,-1 0-1 0 0,0-1 1 0 0,0 1-68 0 0,1 0 0 0 0,0 1 0 0 0,0-1 1 0 0,0 1-1 0 0,0-1 0 0 0,0 1 0 0 0,0-1 0 0 0,0 1 0 0 0,0-1 0 0 0,1 0 1 0 0,-1 1-1 0 0,0-1 0 0 0,0 1 0 0 0,0-1 0 0 0,0 1 0 0 0,1-1 1 0 0,-1 1-1 0 0,0-1 0 0 0,1 1 0 0 0,-1-1 0 0 0,0 1 0 0 0,1-1 0 0 0,2-1 80 0 0,0-1 0 0 0,-1 1 0 0 0,1 0-1 0 0,0 0 1 0 0,0 1 0 0 0,1-1 0 0 0,5-2-1 0 0,17-5 97 0 0,1 1-1 0 0,0 2 0 0 0,35-5 0 0 0,85-2-1408 0 0,-84 8-1487 0 0,-62 5 2539 0 0,0 0 0 0 0,1 0-1 0 0,-1 0 1 0 0,0 0 0 0 0,0 0-1 0 0,0 0 1 0 0,0-1 0 0 0,1 1 0 0 0,-1 0-1 0 0,0-1 1 0 0,0 1 0 0 0,0-1-1 0 0,0 0 1 0 0,0 1 0 0 0,0-1 0 0 0,0 0-1 0 0,0 1 1 0 0,0-1 0 0 0,0 0-1 0 0,-1 0 1 0 0,2-1 0 0 0,-2 1 52 0 0,1 0-1 0 0,-1 0 1 0 0,0 0 0 0 0,0-1-1 0 0,1 1 1 0 0,-1 0 0 0 0,0 0 0 0 0,0 0-1 0 0,0 0 1 0 0,-1 0 0 0 0,1 0 0 0 0,0-1-1 0 0,0 1 1 0 0,-1 0 0 0 0,1 0-1 0 0,0 0 1 0 0,-1 0 0 0 0,0-1 0 0 0,-4-7 6 0 0,0 1 1 0 0,-1 0-1 0 0,1 0 1 0 0,-9-8-1 0 0,5 6-25 0 0,-7-10 1378 0 0,-1 0 0 0 0,-24-18 2495 0 0,41 46-2523 0 0,7 24-812 0 0,0-1-172 0 0,-1 28-170 0 0,-2 93 0 0 0,-13-11-3420 0 0,5-104-418 0 0,-10 41 0 0 0,3-34-1080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21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55 312 956 0 0,'-4'-63'10197'0'0,"6"65"-10090"0"0,-1 0-1 0 0,0 0 1 0 0,0 0-1 0 0,0 0 1 0 0,0 0-1 0 0,0 0 1 0 0,-1 1 0 0 0,1-1-1 0 0,-1 0 1 0 0,1 0-1 0 0,-1 1 1 0 0,0 3-1 0 0,1-2 62 0 0,54 522 2135 0 0,-52-495-2266 0 0,-2-18 170 0 0,0 0 0 0 0,-2 26 0 0 0,1-37-64 0 0,0-2-132 0 0,0 0 1 0 0,0 1-1 0 0,-1-1 1 0 0,1 0-1 0 0,0 0 0 0 0,0 1 1 0 0,0-1-1 0 0,0 0 1 0 0,0 0-1 0 0,-1 1 0 0 0,1-1 1 0 0,0 0-1 0 0,0 0 0 0 0,0 0 1 0 0,-1 1-1 0 0,1-1 1 0 0,0 0-1 0 0,0 0 0 0 0,-1 0 1 0 0,1 0-1 0 0,0 1 1 0 0,-1-1-1 0 0,1 0 0 0 0,0 0 1 0 0,0 0-1 0 0,-1 0 0 0 0,1 0 1 0 0,-8-10 49 0 0,1-1 1 0 0,1 0 0 0 0,0 0-1 0 0,0-1 1 0 0,-5-15 0 0 0,-17-67-39 0 0,21 66-13 0 0,-3-9-3 0 0,1 0-1 0 0,3-1 0 0 0,1 0 1 0 0,1-1-1 0 0,3 1 1 0 0,1 0-1 0 0,1-1 0 0 0,3 1 1 0 0,1 0-1 0 0,1 0 0 0 0,22-67 1 0 0,-21 85-5 0 0,2 1 0 0 0,0-1 0 0 0,13-18 0 0 0,-16 28-10 0 0,0 1 0 0 0,1 1 0 0 0,0-1 0 0 0,0 1 0 0 0,1 1 0 0 0,0-1 0 0 0,16-10 1 0 0,-22 16 3 0 0,-1 1 0 0 0,1 0 1 0 0,0 0-1 0 0,0 0 0 0 0,0 0 1 0 0,0 0-1 0 0,0 0 0 0 0,0 0 1 0 0,0 1-1 0 0,0-1 1 0 0,0 1-1 0 0,0-1 0 0 0,0 1 1 0 0,0 0-1 0 0,0 0 0 0 0,1 0 1 0 0,-1 0-1 0 0,0 0 1 0 0,0 0-1 0 0,0 1 0 0 0,0-1 1 0 0,0 1-1 0 0,0-1 0 0 0,0 1 1 0 0,0 0-1 0 0,0 0 0 0 0,0 0 1 0 0,0 0-1 0 0,0 0 1 0 0,3 3-1 0 0,-2-1-2 0 0,0 1 1 0 0,0-1 0 0 0,-1 1-1 0 0,1 0 1 0 0,-1 0-1 0 0,0 0 1 0 0,0 0-1 0 0,0 1 1 0 0,-1-1-1 0 0,1 0 1 0 0,-1 1-1 0 0,0-1 1 0 0,0 6-1 0 0,1 9-12 0 0,0 1 0 0 0,-2 0-1 0 0,-1-1 1 0 0,0 1 0 0 0,-2-1-1 0 0,0 1 1 0 0,-6 18 0 0 0,2-12-9 0 0,-1-1-1 0 0,-2 0 1 0 0,0 0 0 0 0,-23 38-1 0 0,29-57 51 0 0,0 0-1 0 0,0-1 1 0 0,0 1-1 0 0,-1-1 1 0 0,0 0-1 0 0,0 0 1 0 0,-1-1-1 0 0,1 1 1 0 0,-1-1-1 0 0,0 0 1 0 0,0-1-1 0 0,0 1 1 0 0,-1-1-1 0 0,1 0 1 0 0,-1-1-1 0 0,0 0 1 0 0,0 0-1 0 0,-8 1 1 0 0,13-2 47 0 0,5 1-61 0 0,0 0 0 0 0,0 0 0 0 0,1 0 1 0 0,-1-1-1 0 0,0 1 0 0 0,8 1 0 0 0,-1 2 49 0 0,23 14 73 0 0,-1 1 0 0 0,-1 2 1 0 0,-1 2-1 0 0,41 41 0 0 0,96 122-3355 0 0,-81-86-4150 0 0,-68-80 3019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21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42 84 0 0,'-8'-12'7378'0'0,"-21"-17"2804"0"0,28 29-10161 0 0,1 0 1 0 0,0 0 0 0 0,0 0-1 0 0,0 0 1 0 0,-1 0-1 0 0,1 0 1 0 0,0 0 0 0 0,0 0-1 0 0,0 0 1 0 0,0 0 0 0 0,-1 0-1 0 0,1 0 1 0 0,0 0 0 0 0,0 0-1 0 0,0 1 1 0 0,0-1 0 0 0,-1 0-1 0 0,1 0 1 0 0,0 0 0 0 0,0 0-1 0 0,0 0 1 0 0,0 0-1 0 0,0 1 1 0 0,0-1 0 0 0,-1 0-1 0 0,1 0 1 0 0,0 0 0 0 0,0 0-1 0 0,0 0 1 0 0,0 1 0 0 0,0-1-1 0 0,0 0 1 0 0,0 0 0 0 0,0 0-1 0 0,0 0 1 0 0,0 1 0 0 0,0-1-1 0 0,0 0 1 0 0,0 0-1 0 0,0 0 1 0 0,0 1 0 0 0,0-1-1 0 0,0 0 1 0 0,0 0 0 0 0,0 0-1 0 0,0 0 1 0 0,0 1 0 0 0,0-1-1 0 0,0 0 1 0 0,0 14 562 0 0,5 23-148 0 0,2 1 0 0 0,23 71 1 0 0,40 70-2284 0 0,-43-129-1692 0 0,-7-22-3835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22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38 263 2600 0 0,'-2'-1'2287'0'0,"-7"-7"1362"0"0,7 5-2523 0 0,-1 1 0 0 0,0 0 0 0 0,0 0 0 0 0,0 0 0 0 0,0 1 1 0 0,-7-3-1 0 0,46-8 1047 0 0,416-121-667 0 0,-418 118-2651 0 0,-32 14 725 0 0,-2-12-788 0 0,-8 8 954 0 0,0 0 0 0 0,-1 1 0 0 0,0 0 1 0 0,0 1-1 0 0,-1 0 0 0 0,-12-2 0 0 0,-15-6 111 0 0,-27-12 1284 0 0,62 22-667 0 0,-6 9 139 0 0,7-8-580 0 0,0 1-1 0 0,1-1 1 0 0,-1 1 0 0 0,1 0-1 0 0,-1-1 1 0 0,1 1-1 0 0,-1 0 1 0 0,1-1 0 0 0,-1 1-1 0 0,1 0 1 0 0,-1 0 0 0 0,1-1-1 0 0,0 1 1 0 0,0 0-1 0 0,-1 0 1 0 0,1 0 0 0 0,0 0-1 0 0,0 0 1 0 0,0-1-1 0 0,0 1 1 0 0,0 0 0 0 0,0 0-1 0 0,0 0 1 0 0,0 0 0 0 0,0 0-1 0 0,0-1 1 0 0,1 2-1 0 0,3 97 718 0 0,0 26-1138 0 0,-13 34-3099 0 0,-3-51-1764 0 0,-2 0-2515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24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66 348 1624 0 0,'-3'0'1839'0'0,"-42"-3"3926"0"0,42 3-4849 0 0,-11 0 953 0 0,49-1-1724 0 0,0-2 1 0 0,-1-2-1 0 0,49-12 0 0 0,103-38-119 0 0,-157 46 2 0 0,-25 7-28 0 0,46-12-732 0 0,-1-3 1 0 0,0-2-1 0 0,72-41 1 0 0,-119 59 626 0 0,1 0 1 0 0,-1-1-1 0 0,1 0 1 0 0,-1 0 0 0 0,1 1-1 0 0,-1-1 1 0 0,0-1-1 0 0,0 1 1 0 0,0 0 0 0 0,0 0-1 0 0,0-1 1 0 0,-1 1-1 0 0,1-1 1 0 0,-1 0 0 0 0,0 1-1 0 0,1-1 1 0 0,0-4-1 0 0,-2 5 81 0 0,0 0 0 0 0,0-1 0 0 0,-1 1 1 0 0,1 0-1 0 0,0 0 0 0 0,-1 0 0 0 0,0 0 0 0 0,1 0 0 0 0,-1 0 0 0 0,0 0 0 0 0,0 0 0 0 0,0 0 0 0 0,0 0 0 0 0,-1 0 0 0 0,1 0 0 0 0,0 1 0 0 0,-1-1 0 0 0,1 0 0 0 0,-1 1 0 0 0,0 0 0 0 0,1-1 0 0 0,-1 1 0 0 0,-3-2 0 0 0,-7-6 616 0 0,-1 0 0 0 0,0 1 0 0 0,0 0 1 0 0,-28-11 1173 0 0,41 19-1744 0 0,0 1 0 0 0,0-1 0 0 0,0 0 0 0 0,-1 1 0 0 0,1-1 0 0 0,0 0 0 0 0,0 1 0 0 0,0-1 0 0 0,0 1 0 0 0,0-1 0 0 0,0 0 0 0 0,0 1-1 0 0,0-1 1 0 0,0 0 0 0 0,0 1 0 0 0,1-1 0 0 0,-1 0 0 0 0,0 1 0 0 0,0-1 0 0 0,0 1 0 0 0,0-1 0 0 0,0 0 0 0 0,1 0 0 0 0,-1 1 0 0 0,0-1 0 0 0,0 0 0 0 0,1 1 0 0 0,-1-1 0 0 0,0 0 0 0 0,1 1 0 0 0,7 12 407 0 0,-7-12-403 0 0,6 9 76 0 0,0 0 0 0 0,-1 1 0 0 0,0 0 0 0 0,-1 0 0 0 0,0 1 0 0 0,-1-1 0 0 0,0 1 0 0 0,0 0-1 0 0,-1 0 1 0 0,-1 1 0 0 0,0-1 0 0 0,-1 0 0 0 0,-1 1 0 0 0,1-1 0 0 0,-2 0 0 0 0,-2 15-1 0 0,-1 6-338 0 0,-3 0 0 0 0,0 0-1 0 0,-3-1 1 0 0,-22 55-1 0 0,-73 125-5232 0 0,32-88 261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39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88 152 0 0,'21'16'2187'0'0,"-21"-15"-2161"0"0,0-1 0 0 0,1 0-1 0 0,-1 1 1 0 0,1-1 0 0 0,-1 0-1 0 0,1 0 1 0 0,-1 0 0 0 0,1 0-1 0 0,-1 1 1 0 0,1-1 0 0 0,-1 0-1 0 0,1 0 1 0 0,-1 0 0 0 0,1 0-1 0 0,-1 0 1 0 0,1 0-1 0 0,-1 0 1 0 0,1 0 0 0 0,-1 0-1 0 0,1-1 1 0 0,-1 1 0 0 0,1 0-1 0 0,-1 0 1 0 0,0 0 0 0 0,1 0-1 0 0,-1-1 1 0 0,1 1 0 0 0,-1 0-1 0 0,1-1 1 0 0,-1 1 0 0 0,0 0-1 0 0,1-1 1 0 0,-1 1-1 0 0,0 0 1 0 0,1-1 0 0 0,-1 1-1 0 0,0-1 1 0 0,1 1 0 0 0,-1 0-1 0 0,0-1 1 0 0,0 1 0 0 0,1-2-1 0 0,-1 1 135 0 0,-7-39 608 0 0,-22-10-700 0 0,28 48-81 0 0,1 2-28 0 0,0 0 8 0 0,0 0-1 0 0,0-1 1 0 0,0 1 0 0 0,0 0 0 0 0,-1 0-1 0 0,1-1 1 0 0,0 1 0 0 0,0 0 0 0 0,0 0-1 0 0,0-1 1 0 0,0 1 0 0 0,-1 0 0 0 0,1 0-1 0 0,0 0 1 0 0,0-1 0 0 0,0 1 0 0 0,-1 0-1 0 0,1 0 1 0 0,0 0 0 0 0,0 0 0 0 0,-1 0-1 0 0,1 0 1 0 0,0-1 0 0 0,0 1 0 0 0,-1 0-1 0 0,1 0 1 0 0,0 0 0 0 0,0 0 0 0 0,-1 0-1 0 0,1 0 1 0 0,0 0 0 0 0,-1 0 0 0 0,1 0-1 0 0,0 0 1 0 0,0 0 0 0 0,-1 0 0 0 0,1 0-1 0 0,0 1 1 0 0,0-1 0 0 0,-1 0 0 0 0,1 0-1 0 0,0 0 1 0 0,0 0 0 0 0,0 0 0 0 0,-1 0-1 0 0,1 1 1 0 0,0-1 0 0 0,0 0 0 0 0,-1 0-1 0 0,1 0 1 0 0,0 1 0 0 0,0-1 0 0 0,0 0-1 0 0,0 0 1 0 0,0 0 0 0 0,-1 1 0 0 0,1-1-1 0 0,0 0 1 0 0,0 0 0 0 0,0 1 0 0 0,0-1-1 0 0,0 0 1 0 0,0 0 0 0 0,0 1 0 0 0,0-1-1 0 0,0 0 1 0 0,0 1 0 0 0,-2 7-670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57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21 327 80 0 0,'0'0'3526'0'0,"-1"-8"-2262"0"0,3 29-469 0 0,-1-1 0 0 0,-4 39 0 0 0,1 10 4022 0 0,-7-114-4853 0 0,7 49 65 0 0,-1-10 91 0 0,2-41-86 0 0,-1 35-40 0 0,1 0 0 0 0,1 0 0 0 0,0 0 0 0 0,1 0 0 0 0,1 0 0 0 0,-1 1 0 0 0,2-1 0 0 0,-1 0 0 0 0,6-11 0 0 0,-1 8-21 0 0,1 1 0 0 0,1-1 0 0 0,0 1 0 0 0,1 1 0 0 0,0 0 0 0 0,1 0 0 0 0,1 1 0 0 0,0 1 0 0 0,0 0 0 0 0,1 0 0 0 0,0 1 0 0 0,1 1 0 0 0,15-8 1 0 0,-3 3-7 0 0,1 2 0 0 0,0 0 0 0 0,1 2 0 0 0,0 1 0 0 0,0 1 1 0 0,46-6-1 0 0,-43 11 30 0 0,0 0 0 0 0,0 2 1 0 0,0 2-1 0 0,44 6 1 0 0,-56-4 39 0 0,0 0 1 0 0,-1 2 0 0 0,0 0 0 0 0,0 1 0 0 0,0 1 0 0 0,-1 1 0 0 0,0 0 0 0 0,23 15 0 0 0,-35-19-97 0 0,-1-1-1 0 0,0 1 0 0 0,0 0 1 0 0,0 0-1 0 0,0 0 0 0 0,-1 0 1 0 0,0 1-1 0 0,0 0 0 0 0,0-1 0 0 0,0 1 1 0 0,-1 0-1 0 0,1 0 0 0 0,-1 1 1 0 0,-1-1-1 0 0,1 0 0 0 0,-1 1 1 0 0,0-1-1 0 0,0 1 0 0 0,0-1 0 0 0,-1 1 1 0 0,0-1-1 0 0,0 1 0 0 0,-1-1 1 0 0,0 8-1 0 0,-1-2-496 0 0,-1 0 0 0 0,0 0 0 0 0,0-1 0 0 0,-1 1 0 0 0,0-1 0 0 0,-1 0 0 0 0,0-1 0 0 0,-1 1 0 0 0,0-1 0 0 0,0 0 0 0 0,-12 13 0 0 0,5-9-756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57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29 1308 0 0,'-10'-29'9327'0'0,"15"38"-9051"0"0,-1 1-1 0 0,0-1 1 0 0,-1 0 0 0 0,0 1-1 0 0,0 0 1 0 0,-1 0 0 0 0,-1 0-1 0 0,1 10 1 0 0,-1 84 859 0 0,-5-50-779 0 0,-2 1 1 0 0,-21 83 0 0 0,-47 101-1965 0 0,67-219 833 0 0,-17 37-1216 0 0,22-52 1431 0 0,0-1-1 0 0,0 0 0 0 0,-1-1 0 0 0,0 1 1 0 0,0 0-1 0 0,0-1 0 0 0,0 1 0 0 0,0-1 1 0 0,-1 0-1 0 0,-6 4 0 0 0,-1-2-1814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58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163 223 1408 0 0,'-14'-2'1671'0'0,"-15"-2"824"0"0,-1 1 1 0 0,-33 2 0 0 0,62 1-2466 0 0,0 0 0 0 0,-1 0 0 0 0,1 0 0 0 0,0 0 0 0 0,-1 1 0 0 0,1-1 1 0 0,0 1-1 0 0,-1-1 0 0 0,1 1 0 0 0,0-1 0 0 0,0 1 0 0 0,0 0 0 0 0,-1-1 1 0 0,1 1-1 0 0,0 0 0 0 0,0 0 0 0 0,-1 1 0 0 0,2-1-14 0 0,-1 0 0 0 0,1 0-1 0 0,-1-1 1 0 0,1 1 0 0 0,0 0 0 0 0,0 0 0 0 0,-1 0-1 0 0,1 0 1 0 0,0 0 0 0 0,0 0 0 0 0,0 0 0 0 0,0-1 0 0 0,0 1-1 0 0,0 0 1 0 0,0 0 0 0 0,0 0 0 0 0,0 0 0 0 0,1 0-1 0 0,-1 0 1 0 0,0 0 0 0 0,1-1 0 0 0,-1 1 0 0 0,0 0-1 0 0,1 0 1 0 0,-1 0 0 0 0,1-1 0 0 0,-1 1 0 0 0,2 1-1 0 0,1 2 47 0 0,1 0 0 0 0,0 0 0 0 0,0 0 0 0 0,0-1 0 0 0,1 0 0 0 0,-1 1 0 0 0,1-2 0 0 0,-1 1 0 0 0,1 0-1 0 0,0-1 1 0 0,8 3 0 0 0,8 1 30 0 0,33 6-1 0 0,-39-9-35 0 0,24 4-119 0 0,0-2-1 0 0,1-2 0 0 0,-1-2 0 0 0,1-1 0 0 0,-1-2 0 0 0,0-2 1 0 0,77-17-1 0 0,-102 18-73 0 0,-1-1 0 0 0,1-1 0 0 0,-1-1 0 0 0,0 0-1 0 0,0 0 1 0 0,-1-1 0 0 0,22-17 0 0 0,-26 17 72 0 0,0-1-1 0 0,0 0 0 0 0,0 0 1 0 0,-1-1-1 0 0,-1 0 0 0 0,0 0 1 0 0,0 0-1 0 0,0-1 0 0 0,-1 0 1 0 0,6-18-1 0 0,-2-3 967 0 0,10-60 1 0 0,-18 90-677 0 0,0 3-156 0 0,-1 0 0 0 0,1 0 0 0 0,-1 1 0 0 0,1-1-1 0 0,-1 0 1 0 0,0 1 0 0 0,0-1 0 0 0,0 0 0 0 0,0 4 0 0 0,-15 210 1497 0 0,7-134-1357 0 0,7-54 0 0 0,3-23-104 0 0,5-19-101 0 0,7-23-88 0 0,1 1 0 0 0,23-38 0 0 0,-28 56 40 0 0,1 1-1 0 0,1 1 1 0 0,1 0 0 0 0,0 0 0 0 0,30-26-1 0 0,-40 40 52 0 0,0-1-1 0 0,0 1 1 0 0,-1 0-1 0 0,1 0 1 0 0,1 1-1 0 0,-1-1 1 0 0,0 1-1 0 0,0-1 1 0 0,1 1-1 0 0,-1 0 1 0 0,0 0-1 0 0,1 1 1 0 0,-1-1 0 0 0,1 1-1 0 0,-1-1 1 0 0,1 1-1 0 0,-1 0 1 0 0,6 1-1 0 0,-6 0 24 0 0,0 0-1 0 0,-1 0 1 0 0,1 0-1 0 0,-1 0 1 0 0,1 0 0 0 0,-1 1-1 0 0,1-1 1 0 0,-1 1-1 0 0,0 0 1 0 0,1 0 0 0 0,-1 0-1 0 0,0 0 1 0 0,0 0-1 0 0,-1 0 1 0 0,1 0 0 0 0,0 0-1 0 0,-1 1 1 0 0,1-1-1 0 0,-1 1 1 0 0,0-1 0 0 0,0 1-1 0 0,0 0 1 0 0,1 3-1 0 0,2 10 77 0 0,-1 0 0 0 0,-1-1-1 0 0,0 1 1 0 0,-1 0-1 0 0,-1 24 1 0 0,1 26-804 0 0,0-55-272 0 0,-1-8 577 0 0,0 0 0 0 0,0 0-1 0 0,0 0 1 0 0,1 0 0 0 0,-1 0 0 0 0,1-1 0 0 0,0 1 0 0 0,0 0 0 0 0,0 0 0 0 0,1 0 0 0 0,1 2 0 0 0,4-2-2793 0 0,-6-3 3061 0 0,-1 0 1 0 0,1 0-1 0 0,0 0 1 0 0,-1 0-1 0 0,1 0 0 0 0,-1 0 1 0 0,1 0-1 0 0,0-1 1 0 0,-1 1-1 0 0,1 0 0 0 0,-1 0 1 0 0,1-1-1 0 0,0 1 1 0 0,-1 0-1 0 0,2-1 0 0 0,8-8-1885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0:59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7 179 1564 0 0,'-5'-102'12891'0'0,"5"100"-12513"0"0,-1-5 433 0 0,3 5-147 0 0,5 8-140 0 0,4 9-356 0 0,-2 0-1 0 0,0 1 0 0 0,-1 0 1 0 0,0 0-1 0 0,-1 1 0 0 0,7 26 1 0 0,-5-16-58 0 0,22 47 0 0 0,-28-69-112 0 0,-1 0 20 0 0,0 0 0 0 0,0 0 0 0 0,1-1 0 0 0,0 1 0 0 0,0-1 1 0 0,0 0-1 0 0,1 0 0 0 0,-1 0 0 0 0,1 0 0 0 0,0-1 0 0 0,0 0 0 0 0,5 4 0 0 0,-8-7-15 0 0,0 0 0 0 0,0 0 0 0 0,0 0 0 0 0,0 0 0 0 0,0 0 0 0 0,0 0 0 0 0,0 0 0 0 0,0 0 0 0 0,0 0 0 0 0,0 0 0 0 0,0-1 0 0 0,0 1 0 0 0,0 0 0 0 0,0-1 0 0 0,0 1-1 0 0,0-1 1 0 0,0 1 0 0 0,0-1 0 0 0,-1 0 0 0 0,1 1 0 0 0,0-1 0 0 0,0 0 0 0 0,17-17 3 0 0,1-7-45 0 0,-2 0-1 0 0,21-40 1 0 0,-27 42-20 0 0,2 1 0 0 0,0 1 0 0 0,2 0 0 0 0,26-29 0 0 0,-38 46 36 0 0,8-5-21 0 0,-8 9 38 0 0,0-1-1 0 0,1 0 1 0 0,-1 1-1 0 0,1-1 1 0 0,-1 1-1 0 0,0 0 1 0 0,5 1-1 0 0,8 1 9 0 0,-1 1 0 0 0,1 0-1 0 0,-1 1 1 0 0,24 10 0 0 0,20 5 16 0 0,-40-14 2 0 0,0-1 0 0 0,0-1 0 0 0,0 0 0 0 0,25-1 0 0 0,-7-3 1 0 0,-25-2-23 0 0,-2-1-9 0 0,-7 3-27 0 0,-1 0 0 0 0,0-1-1 0 0,1 1 1 0 0,-1 0 0 0 0,0-1 0 0 0,1 1 0 0 0,-1-1 0 0 0,0 0 0 0 0,0 1 0 0 0,0-1 0 0 0,0 0 0 0 0,-1 0 0 0 0,1-1 0 0 0,0 1 0 0 0,-1 0-1 0 0,0 0 1 0 0,1-1 0 0 0,-1 1 0 0 0,0-1 0 0 0,0 1 0 0 0,-1-1 0 0 0,1 1 0 0 0,0-5 0 0 0,0 2-11 0 0,0 0 1 0 0,-1 0-1 0 0,0 0 1 0 0,0 0-1 0 0,0-1 1 0 0,0 1-1 0 0,-1 0 1 0 0,0 0-1 0 0,0 0 1 0 0,0 0-1 0 0,-3-5 1 0 0,4 9 43 0 0,-1 0 0 0 0,1 0 1 0 0,-1 0-1 0 0,1 0 1 0 0,-1 0-1 0 0,1 0 1 0 0,-1 0-1 0 0,0 1 1 0 0,1-1-1 0 0,-1 0 1 0 0,0 0-1 0 0,0 1 1 0 0,1-1-1 0 0,-1 0 1 0 0,0 1-1 0 0,0-1 1 0 0,0 1-1 0 0,0-1 1 0 0,0 1-1 0 0,0-1 1 0 0,0 1-1 0 0,0 0 1 0 0,0-1-1 0 0,0 1 0 0 0,0 0 1 0 0,0 0-1 0 0,0 0 1 0 0,0 0-1 0 0,0 0 1 0 0,0 0-1 0 0,0 0 1 0 0,0 0-1 0 0,0 1 1 0 0,-1-1-1 0 0,1 0 1 0 0,-1 1-1 0 0,-2 1 1 0 0,0-1-1 0 0,1 1 0 0 0,-1 0 1 0 0,0 0-1 0 0,1 1 0 0 0,0-1 1 0 0,-1 1-1 0 0,-2 3 0 0 0,-6 8 20 0 0,0 0 1 0 0,1 1-1 0 0,1 0 0 0 0,1 0 1 0 0,0 1-1 0 0,1 1 0 0 0,1-1 0 0 0,0 1 1 0 0,1 1-1 0 0,-6 27 0 0 0,11-40-12 0 0,0 1-1 0 0,1 0 0 0 0,0-1 1 0 0,-1 1-1 0 0,2 0 1 0 0,-1 0-1 0 0,1-1 0 0 0,0 1 1 0 0,0 0-1 0 0,0-1 1 0 0,1 1-1 0 0,0-1 0 0 0,3 7 1 0 0,-3-9-2 0 0,-1 0 1 0 0,1 0-1 0 0,1 0 0 0 0,-1 0 1 0 0,0 0-1 0 0,1-1 0 0 0,-1 1 1 0 0,1-1-1 0 0,0 0 1 0 0,0 0-1 0 0,0 0 0 0 0,0 0 1 0 0,0 0-1 0 0,0-1 1 0 0,0 0-1 0 0,1 1 0 0 0,-1-1 1 0 0,1 0-1 0 0,-1 0 0 0 0,1-1 1 0 0,-1 1-1 0 0,6-1 1 0 0,10 0-3 0 0,-1-1 0 0 0,0-1 0 0 0,1-1 0 0 0,-1 0 1 0 0,0-1-1 0 0,-1-2 0 0 0,1 1 0 0 0,-1-2 1 0 0,0 0-1 0 0,0-1 0 0 0,-1-1 0 0 0,0-1 1 0 0,-1 0-1 0 0,0-1 0 0 0,0 0 0 0 0,-1-1 1 0 0,-1-1-1 0 0,0 0 0 0 0,-1-1 0 0 0,0 0 1 0 0,14-24-1 0 0,-23 32-2 0 0,1-1-1 0 0,-1 0 1 0 0,0 0 0 0 0,0 0 0 0 0,-1 0-1 0 0,0 0 1 0 0,0-1 0 0 0,-1 1 0 0 0,0-1-1 0 0,0 1 1 0 0,-1-1 0 0 0,0 0 0 0 0,0 1-1 0 0,-1-1 1 0 0,-2-11 0 0 0,3 17-1 0 0,-1 1 1 0 0,1 0-1 0 0,0 0 1 0 0,-1 0-1 0 0,1-1 0 0 0,-1 1 1 0 0,1 0-1 0 0,-1 0 1 0 0,0 0-1 0 0,1 0 1 0 0,-1 0-1 0 0,0 0 0 0 0,0 0 1 0 0,0 0-1 0 0,-1-1 1 0 0,2 2 1 0 0,-1 0-1 0 0,1-1 1 0 0,-1 1 0 0 0,1 0 0 0 0,-1 0 0 0 0,1 0-1 0 0,-1 0 1 0 0,1 0 0 0 0,-1 0 0 0 0,1 0 0 0 0,-1-1-1 0 0,1 2 1 0 0,-1-1 0 0 0,1 0 0 0 0,-1 0 0 0 0,1 0-1 0 0,-1 0 1 0 0,1 0 0 0 0,-1 0 0 0 0,1 0 0 0 0,-1 1-1 0 0,1-1 1 0 0,-1 0 0 0 0,1 0 0 0 0,-1 1 0 0 0,-1 0-2 0 0,1 0 1 0 0,0 1 0 0 0,0-1 0 0 0,0 0 0 0 0,0 1 0 0 0,0-1 0 0 0,0 0 0 0 0,0 1 0 0 0,0 0 0 0 0,1-1 0 0 0,-1 1 0 0 0,1-1 0 0 0,-1 1-1 0 0,1 0 1 0 0,-1-1 0 0 0,1 1 0 0 0,0 0 0 0 0,0-1 0 0 0,0 1 0 0 0,0 0 0 0 0,0 2 0 0 0,1 0 6 0 0,-1-1 1 0 0,1 0-1 0 0,0 1 1 0 0,0-1-1 0 0,0 0 0 0 0,0 0 1 0 0,1 1-1 0 0,-1-1 1 0 0,1 0-1 0 0,0-1 1 0 0,0 1-1 0 0,0 0 1 0 0,0 0-1 0 0,1-1 0 0 0,4 5 1 0 0,-2-3-1 0 0,0-1 1 0 0,1 1 0 0 0,0-1-1 0 0,-1-1 1 0 0,1 1-1 0 0,0-1 1 0 0,0 0 0 0 0,7 2-1 0 0,10 0-7 0 0,1 0 0 0 0,0-2 0 0 0,37-1 0 0 0,-61-1 4 0 0,32 1 29 0 0,0-2 1 0 0,0-2 0 0 0,0 0-1 0 0,-1-3 1 0 0,55-15 0 0 0,-84 20-18 0 0,7-3-48 0 0,-44 39 120 0 0,-39 53 0 0 0,63-74-68 0 0,0 2 0 0 0,2-1-1 0 0,0 1 1 0 0,0 1 0 0 0,2-1-1 0 0,0 1 1 0 0,-5 19 0 0 0,11-28-12 0 0,-8 41-15 0 0,8-47 12 0 0,1 0 1 0 0,0 0-1 0 0,0 0 0 0 0,0 0 1 0 0,0 0-1 0 0,1 0 0 0 0,-1 0 1 0 0,0 0-1 0 0,1 0 1 0 0,0 0-1 0 0,-1-1 0 0 0,1 1 1 0 0,0 0-1 0 0,0 0 0 0 0,0 0 1 0 0,0-1-1 0 0,0 1 0 0 0,0 0 1 0 0,1-1-1 0 0,1 3 1 0 0,1-2 0 0 0,0 0 1 0 0,-1 0 0 0 0,1 0 0 0 0,0-1 0 0 0,0 0 0 0 0,0 1 0 0 0,0-1 0 0 0,0-1 0 0 0,0 1 0 0 0,0 0 0 0 0,0-1 0 0 0,1 0 0 0 0,-1 0 0 0 0,0 0-1 0 0,5-2 1 0 0,8 0-2 0 0,0-2 0 0 0,20-6 0 0 0,-31 8 1 0 0,19-7 4 0 0,-1 0 1 0 0,0-2-1 0 0,-1 0 1 0 0,0-2-1 0 0,28-20 0 0 0,-21 10-11 0 0,-1 0 0 0 0,-1-2 0 0 0,28-33-1 0 0,-51 53 12 0 0,0 0 0 0 0,-1 0 0 0 0,0-1 0 0 0,0 0 0 0 0,0 0 0 0 0,-1 0 0 0 0,0 0 0 0 0,0-1 0 0 0,0 1 0 0 0,-1-1 0 0 0,0 0 0 0 0,-1 0 0 0 0,2-8 0 0 0,-3 14-10 0 0,0-1 0 0 0,-1 1-1 0 0,1-1 1 0 0,0 1 0 0 0,-1-1 0 0 0,1 1-1 0 0,-1-1 1 0 0,0 1 0 0 0,1-1 0 0 0,-1 1-1 0 0,0 0 1 0 0,0 0 0 0 0,0-1 0 0 0,0 1-1 0 0,0 0 1 0 0,0 0 0 0 0,0 0 0 0 0,0 0-1 0 0,-1 0 1 0 0,1 0 0 0 0,0 0 0 0 0,-1 0-1 0 0,1 1 1 0 0,-1-1 0 0 0,1 0 0 0 0,0 1-1 0 0,-1-1 1 0 0,-2 1 0 0 0,2-1-15 0 0,-10 18-73 0 0,12-13 92 0 0,1 0-1 0 0,0-1 0 0 0,-1 1 1 0 0,2-1-1 0 0,-1 0 1 0 0,0 1-1 0 0,0-1 0 0 0,1 0 1 0 0,0 0-1 0 0,0 0 1 0 0,0 0-1 0 0,0 0 0 0 0,3 3 1 0 0,38 39 50 0 0,-17-20-13 0 0,-14-13-6 0 0,-3-2 6 0 0,0 0 1 0 0,11 15-1 0 0,-18-22 36 0 0,-1 0 1 0 0,1-1 0 0 0,0 1-1 0 0,-1 0 1 0 0,0 0 0 0 0,0 0-1 0 0,0 0 1 0 0,0 0 0 0 0,0 0-1 0 0,-1 0 1 0 0,1 0 0 0 0,-1 0-1 0 0,0 0 1 0 0,0 0 0 0 0,-1 6-1 0 0,0-5-5 0 0,0 0-1 0 0,-1-1 0 0 0,0 1 1 0 0,0 0-1 0 0,0-1 0 0 0,0 0 1 0 0,0 1-1 0 0,-1-1 0 0 0,1 0 1 0 0,-1 0-1 0 0,0 0 0 0 0,0-1 0 0 0,0 1 1 0 0,0-1-1 0 0,-1 1 0 0 0,1-1 1 0 0,-1 0-1 0 0,-3 1 0 0 0,-5 3 35 0 0,1-1 0 0 0,-1-1 0 0 0,1 0 0 0 0,-21 4 0 0 0,22-7-84 0 0,0 0 1 0 0,0 0 0 0 0,0-1 0 0 0,0 0 0 0 0,0-1 0 0 0,0 0 0 0 0,1-1 0 0 0,-15-3 0 0 0,23 5-122 0 0,0 0 1 0 0,0-1 0 0 0,0 1-1 0 0,0 0 1 0 0,0 0 0 0 0,0-1-1 0 0,0 1 1 0 0,0-1 0 0 0,0 1-1 0 0,0-1 1 0 0,0 1 0 0 0,0-1-1 0 0,0 0 1 0 0,0 1 0 0 0,1-1-1 0 0,-1 0 1 0 0,0 0 0 0 0,1 0-1 0 0,-1 1 1 0 0,0-1 0 0 0,1 0-1 0 0,-1 0 1 0 0,1 0 0 0 0,-1 0-1 0 0,1 0 1 0 0,0 0 0 0 0,-1 0-1 0 0,1 0 1 0 0,0 0 0 0 0,0 0-1 0 0,0 0 1 0 0,-1-1 0 0 0,1 1-1 0 0,0 0 1 0 0,1 0 0 0 0,-1 0-1 0 0,0 0 1 0 0,0 0 0 0 0,0 0-1 0 0,1 0 1 0 0,-1 0 0 0 0,0 0-1 0 0,1 0 1 0 0,-1 0 0 0 0,1 0-1 0 0,-1 0 1 0 0,1 0 0 0 0,-1 0 0 0 0,1 1-1 0 0,0-1 1 0 0,1-1-1 0 0,2-3-751 0 0,1 0 0 0 0,0 0 0 0 0,1 0 0 0 0,-1 1 0 0 0,12-8 0 0 0,17-8-3328 0 0,-17 10 985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00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20 148 744 0 0,'40'-19'11756'0'0,"-38"19"-11508"0"0,0 1-1 0 0,0-1 1 0 0,0 0-1 0 0,-1 1 0 0 0,1-1 1 0 0,0 1-1 0 0,0 0 0 0 0,-1 0 1 0 0,1-1-1 0 0,2 3 0 0 0,1 2 11 0 0,-1-1-1 0 0,1 1 0 0 0,1-1 0 0 0,-1-1 0 0 0,1 1 0 0 0,-1-1 1 0 0,1 1-1 0 0,10 2 0 0 0,-12-4-232 0 0,0-1 0 0 0,0 0 1 0 0,1-1-1 0 0,-1 1 0 0 0,0-1 0 0 0,0 0 1 0 0,1 0-1 0 0,-1 0 0 0 0,0 0 0 0 0,1-1 0 0 0,-1 0 1 0 0,0 0-1 0 0,0 0 0 0 0,1 0 0 0 0,5-4 1 0 0,-5 3-22 0 0,-1 0 0 0 0,1 0 0 0 0,-1-1 0 0 0,0 1 0 0 0,0-1 0 0 0,0 0 0 0 0,-1 0 1 0 0,1-1-1 0 0,-1 1 0 0 0,0-1 0 0 0,1 0 0 0 0,-2 1 0 0 0,1-1 0 0 0,0-1 0 0 0,-1 1 0 0 0,0 0 0 0 0,0-1 1 0 0,0 1-1 0 0,0-1 0 0 0,-1 1 0 0 0,0-1 0 0 0,0 0 0 0 0,0 0 0 0 0,0-5 0 0 0,0 6-11 0 0,-1 1 0 0 0,0 0-1 0 0,0-1 1 0 0,0 1-1 0 0,0 0 1 0 0,0-1 0 0 0,0 1-1 0 0,-1 0 1 0 0,0 0 0 0 0,0-1-1 0 0,0 1 1 0 0,0 0 0 0 0,0 0-1 0 0,0 0 1 0 0,-1 0-1 0 0,0 0 1 0 0,1 0 0 0 0,-4-4-1 0 0,3 6 5 0 0,1 1-1 0 0,-1-1 0 0 0,1 0 0 0 0,-1 1 1 0 0,1-1-1 0 0,-1 0 0 0 0,1 1 1 0 0,-1 0-1 0 0,0-1 0 0 0,1 1 1 0 0,-1 0-1 0 0,0 0 0 0 0,1 0 0 0 0,-1 0 1 0 0,1 0-1 0 0,-1 0 0 0 0,0 1 1 0 0,-1-1-1 0 0,-28 9-15 0 0,18-4 21 0 0,2 0 0 0 0,-1 1 0 0 0,1 1 0 0 0,0 0 0 0 0,0 1 0 0 0,0 0 1 0 0,1 0-1 0 0,-15 18 0 0 0,13-14 72 0 0,2 1 0 0 0,0 0 0 0 0,0 1 0 0 0,1 0 0 0 0,1 1 0 0 0,-10 22 0 0 0,16-30-13 0 0,-1 0 1 0 0,1 0-1 0 0,1 0 1 0 0,-1 0 0 0 0,1 1-1 0 0,0-1 1 0 0,1 1-1 0 0,0-1 1 0 0,0 1 0 0 0,3 14-1 0 0,-3-18-38 0 0,1-1 0 0 0,0 1-1 0 0,0-1 1 0 0,1 1 0 0 0,-1-1-1 0 0,1 1 1 0 0,0-1 0 0 0,0 0-1 0 0,0 0 1 0 0,0 0 0 0 0,0 0-1 0 0,1 0 1 0 0,-1 0 0 0 0,1-1-1 0 0,0 1 1 0 0,0-1-1 0 0,0 0 1 0 0,0 0 0 0 0,0 0-1 0 0,0 0 1 0 0,0 0 0 0 0,1-1-1 0 0,5 3 1 0 0,9 0 8 0 0,-1-1-1 0 0,1 0 1 0 0,-1-1 0 0 0,1-1-1 0 0,0 0 1 0 0,0-2 0 0 0,20-2-1 0 0,44-12-1724 0 0,-5-8-3680 0 0,-58 16 1233 0 0,0-1-2062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01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209 580 224 0 0,'-3'-69'10430'0'0,"2"58"-8948"0"0,-1 0 1 0 0,0 0 0 0 0,-8-21-1 0 0,10 31-1132 0 0,-4 1-225 0 0,-1 2-97 0 0,0 0 0 0 0,0 0 1 0 0,0 0-1 0 0,0 1 0 0 0,1 0 1 0 0,-1 0-1 0 0,1 0 0 0 0,0 0 1 0 0,0 1-1 0 0,0-1 0 0 0,0 1 0 0 0,0 0 1 0 0,-4 7-1 0 0,-10 13 32 0 0,-16 29 0 0 0,25-39-27 0 0,-2 4 5 0 0,1 1 0 0 0,-15 36 0 0 0,22-48-36 0 0,1 0 0 0 0,0 0-1 0 0,0 0 1 0 0,0 1 0 0 0,1-1-1 0 0,0 0 1 0 0,1 1 0 0 0,0-1-1 0 0,0 1 1 0 0,0-1 0 0 0,3 13-1 0 0,-2-18 0 0 0,-1 1 0 0 0,1-1 0 0 0,0 0 0 0 0,0 1 0 0 0,1-1-1 0 0,-1 0 1 0 0,0 0 0 0 0,1 0 0 0 0,-1 0 0 0 0,1 0 0 0 0,0 0 0 0 0,-1 0-1 0 0,1 0 1 0 0,0 0 0 0 0,0-1 0 0 0,4 3 0 0 0,-2-2 4 0 0,0-1-1 0 0,0 1 1 0 0,0 0 0 0 0,0-1-1 0 0,1 0 1 0 0,-1 0 0 0 0,0 0-1 0 0,9 0 1 0 0,0-1 6 0 0,1-1-1 0 0,-1-1 1 0 0,0 1 0 0 0,0-2-1 0 0,19-6 1 0 0,-20 6-15 0 0,0-2 1 0 0,0 0-1 0 0,0 0 1 0 0,-1-1 0 0 0,0-1-1 0 0,0 0 1 0 0,0 0-1 0 0,-1-1 1 0 0,0 0-1 0 0,14-16 1 0 0,-18 16-81 0 0,0 0 0 0 0,0 0 0 0 0,-1 0 0 0 0,0 0 1 0 0,0-1-1 0 0,-1 0 0 0 0,0 0 0 0 0,-1 0 0 0 0,0 0 1 0 0,-1-1-1 0 0,1 0 0 0 0,-2 1 0 0 0,1-1 0 0 0,-1-16 1 0 0,-2 8-11 0 0,0 0 0 0 0,-1 1 1 0 0,-1-1-1 0 0,-1 0 0 0 0,0 1 0 0 0,-1 0 1 0 0,-8-17-1 0 0,8 23 67 0 0,0 0 0 0 0,-1 0 0 0 0,0 1 0 0 0,0-1 0 0 0,-1 1-1 0 0,-1 1 1 0 0,0 0 0 0 0,0 0 0 0 0,0 0 0 0 0,-1 1 0 0 0,-13-9 0 0 0,18 15 19 0 0,1 0-1 0 0,0 0 1 0 0,0 0 0 0 0,-1 1 0 0 0,1-1 0 0 0,-1 1 0 0 0,0 0-1 0 0,1 0 1 0 0,-1 0 0 0 0,0 1 0 0 0,1-1 0 0 0,-1 1 0 0 0,0 0-1 0 0,0 0 1 0 0,1 0 0 0 0,-1 1 0 0 0,-5 0 0 0 0,3 1 2 0 0,1 0 0 0 0,0 0 0 0 0,0 1-1 0 0,0-1 1 0 0,0 1 0 0 0,0 0 0 0 0,0 0 0 0 0,1 1 0 0 0,0-1 0 0 0,-7 8 0 0 0,2-1 5 0 0,1 0 1 0 0,0 1-1 0 0,0 0 0 0 0,1 0 1 0 0,1 1-1 0 0,0 0 0 0 0,0 0 0 0 0,2 1 1 0 0,-5 13-1 0 0,8-20 9 0 0,-1 1-1 0 0,1-1 1 0 0,0 1-1 0 0,1-1 1 0 0,-1 1-1 0 0,1 0 1 0 0,1-1-1 0 0,-1 1 1 0 0,1 0-1 0 0,0-1 1 0 0,1 1-1 0 0,0-1 1 0 0,0 1 0 0 0,5 11-1 0 0,-4-13 1 0 0,1 0-1 0 0,-1 0 1 0 0,1-1 0 0 0,-1 1-1 0 0,1-1 1 0 0,1 0 0 0 0,-1 0 0 0 0,0 0-1 0 0,1-1 1 0 0,0 1 0 0 0,0-1-1 0 0,0 0 1 0 0,0-1 0 0 0,1 1-1 0 0,-1-1 1 0 0,1 0 0 0 0,7 2-1 0 0,3-1-6 0 0,0-1 0 0 0,0 0 0 0 0,1-1 0 0 0,-1 0 0 0 0,0-2-1 0 0,1 0 1 0 0,-1 0 0 0 0,0-2 0 0 0,30-8 0 0 0,-18 2-4 0 0,0-1 1 0 0,0-1-1 0 0,-1-2 1 0 0,39-23-1 0 0,-43 20 0 0 0,-1 0-1 0 0,0-2 1 0 0,-1 0-1 0 0,0-2 0 0 0,-2 0 1 0 0,-1-1-1 0 0,0-1 0 0 0,17-29 1 0 0,-16 20 30 0 0,-2-1 0 0 0,-1 0 0 0 0,-2-1 1 0 0,-1-1-1 0 0,16-68 0 0 0,-14 36 428 0 0,-15 64-445 0 0,-6 25 39 0 0,-46 194 515 0 0,-104 476 996 0 0,53 8 178 0 0,99-655-1622 0 0,2 0 0 0 0,2 0 0 0 0,1 1 0 0 0,3-1 0 0 0,2-1 0 0 0,18 72 0 0 0,-23-114-105 0 0,0 0-1 0 0,0-1 1 0 0,0 1-1 0 0,0-1 1 0 0,0 1 0 0 0,0-1-1 0 0,1 1 1 0 0,-1-1-1 0 0,1 0 1 0 0,0 1 0 0 0,0-1-1 0 0,0 0 1 0 0,0 0 0 0 0,0-1-1 0 0,0 1 1 0 0,0 0-1 0 0,0-1 1 0 0,1 1 0 0 0,4 1-1 0 0,-5-2-4 0 0,0 0 0 0 0,1-1 1 0 0,-1 0-1 0 0,1 0 0 0 0,-1 0 0 0 0,0 0 0 0 0,1 0 0 0 0,-1 0 0 0 0,1 0 1 0 0,-1-1-1 0 0,0 1 0 0 0,1-1 0 0 0,-1 0 0 0 0,0 0 0 0 0,0 0 0 0 0,0 0 0 0 0,1 0 1 0 0,-1 0-1 0 0,0 0 0 0 0,0-1 0 0 0,-1 1 0 0 0,4-3 0 0 0,3-4-2 0 0,-1 1-1 0 0,0-2 0 0 0,-1 1 0 0 0,1 0 1 0 0,-2-1-1 0 0,1 0 0 0 0,-1-1 1 0 0,0 1-1 0 0,-1-1 0 0 0,0 0 0 0 0,-1 0 1 0 0,0 0-1 0 0,-1-1 0 0 0,0 1 1 0 0,0-1-1 0 0,0-12 0 0 0,-2 6 2 0 0,0 1-1 0 0,-1-1 1 0 0,0 1-1 0 0,-2-1 1 0 0,1 1-1 0 0,-2 0 1 0 0,0 0 0 0 0,-2 1-1 0 0,-11-28 1 0 0,3 19-4 0 0,-1 0 0 0 0,-1 0-1 0 0,-1 1 1 0 0,0 1 0 0 0,-2 1 0 0 0,-34-29 0 0 0,-142-100-43 0 0,143 112 21 0 0,13 11 18 0 0,-52-41-40 0 0,80 59 19 0 0,1-1-1 0 0,0 0 1 0 0,0 0-1 0 0,1-1 0 0 0,-13-22 1 0 0,19 27 8 0 0,0 0 1 0 0,0 0 0 0 0,1 0 0 0 0,0 0 0 0 0,0 0 0 0 0,1 0-1 0 0,0-1 1 0 0,0 1 0 0 0,0-1 0 0 0,1 1 0 0 0,0-1-1 0 0,0 1 1 0 0,1-1 0 0 0,0 1 0 0 0,0-1 0 0 0,0 1 0 0 0,1 0-1 0 0,0 0 1 0 0,0-1 0 0 0,1 1 0 0 0,-1 1 0 0 0,1-1 0 0 0,1 0-1 0 0,3-5 1 0 0,5-6-219 0 0,1 1 1 0 0,0 0-1 0 0,1 1 0 0 0,1 0 1 0 0,1 1-1 0 0,23-16 0 0 0,7-2-754 0 0,2 2 1 0 0,2 2-1 0 0,0 3 0 0 0,71-25 1 0 0,222-54-6758 0 0,-255 81 3805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02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399 135 1460 0 0,'2'-7'974'0'0,"-1"0"0"0"0,1 0 1 0 0,-2 0-1 0 0,1-1 0 0 0,-1 1 0 0 0,0 0 0 0 0,-1-15 0 0 0,0 19-779 0 0,0-1-1 0 0,0 1 1 0 0,0-1-1 0 0,-1 1 1 0 0,1-1-1 0 0,-1 1 1 0 0,0 0 0 0 0,0 0-1 0 0,0 0 1 0 0,0 0-1 0 0,-1 0 1 0 0,1 0-1 0 0,-1 0 1 0 0,0 1-1 0 0,0-1 1 0 0,-5-3-1 0 0,5 5-149 0 0,-1 0 0 0 0,1 0 0 0 0,0 0-1 0 0,-1 0 1 0 0,1 0 0 0 0,-1 1 0 0 0,1 0-1 0 0,0 0 1 0 0,-1 0 0 0 0,1 0 0 0 0,-1 0-1 0 0,1 0 1 0 0,-1 1 0 0 0,1 0 0 0 0,0 0-1 0 0,-5 1 1 0 0,-6 3-13 0 0,0 1 0 0 0,0 0-1 0 0,1 0 1 0 0,0 1-1 0 0,0 1 1 0 0,1 0 0 0 0,0 1-1 0 0,0 0 1 0 0,-12 14 0 0 0,-1 2 54 0 0,1 2-1 0 0,-35 49 1 0 0,50-63-57 0 0,1 0 0 0 0,1 0 0 0 0,0 0 0 0 0,-8 25 0 0 0,13-35-17 0 0,1 1-1 0 0,0-1 0 0 0,0 1 1 0 0,0 0-1 0 0,0 0 1 0 0,1-1-1 0 0,-1 1 1 0 0,1 0-1 0 0,0 0 0 0 0,0 0 1 0 0,1-1-1 0 0,-1 1 1 0 0,1 0-1 0 0,0 0 0 0 0,0-1 1 0 0,0 1-1 0 0,0 0 1 0 0,1-1-1 0 0,-1 0 0 0 0,1 1 1 0 0,0-1-1 0 0,0 0 1 0 0,4 5-1 0 0,-3-5-8 0 0,1 0 1 0 0,-1-1-1 0 0,1 0 0 0 0,0 0 1 0 0,0 0-1 0 0,-1 0 0 0 0,2 0 1 0 0,-1-1-1 0 0,0 1 0 0 0,0-1 1 0 0,0 0-1 0 0,1-1 0 0 0,-1 1 0 0 0,0-1 1 0 0,1 0-1 0 0,-1 0 0 0 0,0 0 1 0 0,1 0-1 0 0,-1-1 0 0 0,0 0 1 0 0,0 0-1 0 0,6-2 0 0 0,2 0-3 0 0,0-2-1 0 0,0 1 1 0 0,-1-2-1 0 0,1 1 1 0 0,-1-2-1 0 0,14-10 1 0 0,-14 8-15 0 0,-1 0 1 0 0,-1-1-1 0 0,1 0 1 0 0,-1 0-1 0 0,-1-1 1 0 0,0-1-1 0 0,-1 1 1 0 0,0-1 0 0 0,8-20-1 0 0,-5 6 286 0 0,0 0-1 0 0,-2-1 1 0 0,8-46-1 0 0,-13 49 140 0 0,-3 21-245 0 0,-4 16-121 0 0,-2 8-7 0 0,2 1 0 0 0,0-1-1 0 0,2 1 1 0 0,0 26 0 0 0,2-35-8 0 0,0 0 0 0 0,2 1 0 0 0,-1-2 0 0 0,2 1 0 0 0,0 0 0 0 0,0 0 0 0 0,1-1 0 0 0,8 16 0 0 0,-10-24-172 0 0,0 0 0 0 0,0 0 0 0 0,1 0 1 0 0,0 0-1 0 0,0-1 0 0 0,0 0 1 0 0,0 1-1 0 0,1-1 0 0 0,-1 0 0 0 0,1-1 1 0 0,0 1-1 0 0,0-1 0 0 0,0 1 1 0 0,0-1-1 0 0,0 0 0 0 0,0-1 1 0 0,9 4-1 0 0,-6-4-700 0 0,0 0 0 0 0,-1 0 1 0 0,1 0-1 0 0,0-1 0 0 0,-1 0 1 0 0,1 0-1 0 0,7-2 0 0 0,10-1-3830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02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48 153 892 0 0,'-4'-1'586'0'0,"1"0"0"0"0,-1-1 0 0 0,0 1 0 0 0,0-1 0 0 0,1 1 0 0 0,-1-1 0 0 0,1 0 0 0 0,-6-4 0 0 0,8 5-492 0 0,0 0-1 0 0,1 0 1 0 0,-1 1 0 0 0,0-1 0 0 0,0 0 0 0 0,1 0 0 0 0,-1 0-1 0 0,1 0 1 0 0,-1 0 0 0 0,1 0 0 0 0,-1 0 0 0 0,1 0 0 0 0,-1 0-1 0 0,1 0 1 0 0,0 0 0 0 0,0 0 0 0 0,0 0 0 0 0,-1 0 0 0 0,1 0-1 0 0,0-1 1 0 0,0 1 0 0 0,0 0 0 0 0,1 0 0 0 0,-1 0 0 0 0,0 0-1 0 0,0 0 1 0 0,1 0 0 0 0,-1 0 0 0 0,0 0 0 0 0,1 0 0 0 0,-1 0-1 0 0,2-2 1 0 0,0 2 24 0 0,0-1 0 0 0,0 0-1 0 0,0 1 1 0 0,0-1-1 0 0,1 1 1 0 0,-1 0 0 0 0,1 0-1 0 0,-1-1 1 0 0,1 2 0 0 0,-1-1-1 0 0,1 0 1 0 0,-1 0 0 0 0,1 1-1 0 0,0 0 1 0 0,-1-1 0 0 0,1 1-1 0 0,0 0 1 0 0,3 1 0 0 0,1 0-4 0 0,-1 1 1 0 0,1 0-1 0 0,0 0 0 0 0,-1 1 1 0 0,0 0-1 0 0,0 0 1 0 0,0 0-1 0 0,0 1 0 0 0,0 0 1 0 0,-1 0-1 0 0,1 0 1 0 0,-1 1-1 0 0,0 0 0 0 0,8 9 1 0 0,-7-5-26 0 0,0-1 0 0 0,-1 1 0 0 0,0 0 1 0 0,0 0-1 0 0,-1 1 0 0 0,0-1 0 0 0,-1 1 1 0 0,0 0-1 0 0,3 15 0 0 0,-6-22-66 0 0,1 0 0 0 0,-1 0 0 0 0,0 0 1 0 0,0 0-1 0 0,-1 0 0 0 0,1 0 0 0 0,0 0 0 0 0,-2 4 0 0 0,-1 4 74 0 0,3-10-97 0 0,1-1 1 0 0,-1 0 0 0 0,0 1 0 0 0,0-1-1 0 0,0 0 1 0 0,0 1 0 0 0,0-1 0 0 0,0 0-1 0 0,0 0 1 0 0,0 1 0 0 0,0-1 0 0 0,0 0-1 0 0,0 1 1 0 0,-1-1 0 0 0,1 0 0 0 0,0 1-1 0 0,0-1 1 0 0,0 0 0 0 0,0 0 0 0 0,0 1 0 0 0,0-1-1 0 0,-1 0 1 0 0,1 0 0 0 0,0 1 0 0 0,0-1-1 0 0,-1 0 1 0 0,1 0 0 0 0,0 1 0 0 0,0-1-1 0 0,-1 0 1 0 0,1 0 0 0 0,0 0 0 0 0,0 0-1 0 0,-1 1 1 0 0,1-1 0 0 0,0 0 0 0 0,-1 0-1 0 0,1 0 1 0 0,0 0 0 0 0,0 0 0 0 0,-1 0-1 0 0,1 0 1 0 0,0 0 0 0 0,-1 0 0 0 0,1 0-1 0 0,0 0 1 0 0,-1 0 0 0 0,1 0 0 0 0,0 0-1 0 0,-1 0 1 0 0,1 0 0 0 0,0 0 0 0 0,0-1-1 0 0,-1 1 1 0 0,1 0 0 0 0,0 0 0 0 0,-1 0-1 0 0,1 0 1 0 0,0-1 0 0 0,0 1 0 0 0,-1 0-1 0 0,1 0 1 0 0,0-1 0 0 0,0 1 0 0 0,0 0-1 0 0,0 0 1 0 0,-1-1 0 0 0,1 1 0 0 0,-11-16-31 0 0,9 10-5 0 0,0 1 0 0 0,1-1-1 0 0,0 0 1 0 0,0 1-1 0 0,0-1 1 0 0,1 0 0 0 0,0 0-1 0 0,1-8 1 0 0,8-44-196 0 0,-6 49 212 0 0,-1 1 0 0 0,1 0-1 0 0,1 0 1 0 0,0 0 0 0 0,0 0 0 0 0,0 1-1 0 0,1 0 1 0 0,0 0 0 0 0,0 0 0 0 0,1 0 0 0 0,0 1-1 0 0,0 0 1 0 0,0 0 0 0 0,14-9 0 0 0,-14 11 47 0 0,0 1 0 0 0,0 0 0 0 0,0 0 1 0 0,1 0-1 0 0,-1 1 0 0 0,0-1 0 0 0,1 2 1 0 0,0-1-1 0 0,-1 1 0 0 0,1 0 0 0 0,0 0 1 0 0,0 1-1 0 0,0 0 0 0 0,0 0 0 0 0,-1 1 1 0 0,1-1-1 0 0,0 1 0 0 0,0 1 0 0 0,8 2 1 0 0,-5 0 15 0 0,1 1 0 0 0,-1 0 0 0 0,0 0 0 0 0,0 1-1 0 0,0 0 1 0 0,-1 1 0 0 0,0 0 0 0 0,11 12 0 0 0,-15-15-18 0 0,-1 0 0 0 0,0 1 0 0 0,0 0-1 0 0,-1 0 1 0 0,0 0 0 0 0,0 0-1 0 0,0 1 1 0 0,0-1 0 0 0,-1 1 0 0 0,0 0-1 0 0,0-1 1 0 0,0 1 0 0 0,-1 0-1 0 0,0 0 1 0 0,0 0 0 0 0,0 0 0 0 0,-1 10-1 0 0,0-12-7 0 0,-1 0 0 0 0,0 0 0 0 0,1 0 0 0 0,-1 0 0 0 0,-1 0 0 0 0,1 0 0 0 0,0 0 0 0 0,-1 0 0 0 0,0-1 0 0 0,0 1 0 0 0,0 0 0 0 0,-1-1 0 0 0,1 0 0 0 0,-1 1 0 0 0,1-1 0 0 0,-1 0 0 0 0,-6 4 0 0 0,7-6-34 0 0,0-1-6 0 0,0 0-1 0 0,1 0 1 0 0,0 0 0 0 0,0-1 0 0 0,0 1-1 0 0,-1 0 1 0 0,1-1 0 0 0,0 1 0 0 0,0-1-1 0 0,0 1 1 0 0,0-1 0 0 0,0 0 0 0 0,0 1-1 0 0,0-1 1 0 0,0 0 0 0 0,0 0 0 0 0,0 1-1 0 0,0-1 1 0 0,0 0 0 0 0,1 0-1 0 0,-1 0 1 0 0,0 0 0 0 0,1 0 0 0 0,-1 0-1 0 0,0-3 1 0 0,0 1-31 0 0,0 0 0 0 0,0 0 0 0 0,1-1 0 0 0,0 1 0 0 0,-1 0 0 0 0,1-1 0 0 0,0 1 0 0 0,1 0 0 0 0,0-5 0 0 0,0-2-27 0 0,2 1 1 0 0,-1-1 0 0 0,1 1-1 0 0,1 0 1 0 0,0 0-1 0 0,5-9 1 0 0,-2 6 81 0 0,0 1-1 0 0,2 1 1 0 0,-1-1-1 0 0,1 1 1 0 0,1 1 0 0 0,-1 0-1 0 0,2 0 1 0 0,-1 1 0 0 0,1 0-1 0 0,1 1 1 0 0,-1 0 0 0 0,1 1-1 0 0,0 0 1 0 0,24-7 0 0 0,-31 12 47 0 0,-1 0 0 0 0,1 0 0 0 0,0 0 1 0 0,0 1-1 0 0,-1 0 0 0 0,1 0 1 0 0,0 0-1 0 0,0 1 0 0 0,0-1 0 0 0,-1 1 1 0 0,9 2-1 0 0,-10-2-31 0 0,0 0 0 0 0,-1 0-1 0 0,1 1 1 0 0,0-1 0 0 0,0 1 0 0 0,-1-1 0 0 0,1 1-1 0 0,-1 0 1 0 0,1 0 0 0 0,-1 0 0 0 0,0 0 0 0 0,1 0-1 0 0,-1 1 1 0 0,0-1 0 0 0,-1 1 0 0 0,1-1 0 0 0,0 1-1 0 0,-1 0 1 0 0,2 4 0 0 0,1 6 15 0 0,-2 1-1 0 0,0-1 1 0 0,-1 1 0 0 0,0 0 0 0 0,-1-1-1 0 0,-1 16 1 0 0,1 36-2624 0 0,0-63 2353 0 0,1 0 0 0 0,-1 1 0 0 0,1-1-1 0 0,-1 0 1 0 0,1 0 0 0 0,0 0 0 0 0,-1 0-1 0 0,1 0 1 0 0,0 0 0 0 0,1 0-1 0 0,-1 0 1 0 0,0 0 0 0 0,0 0 0 0 0,1 0-1 0 0,-1-1 1 0 0,1 1 0 0 0,0-1 0 0 0,-1 1-1 0 0,1-1 1 0 0,0 0 0 0 0,0 1 0 0 0,0-1-1 0 0,0 0 1 0 0,0 0 0 0 0,0-1-1 0 0,0 1 1 0 0,0 0 0 0 0,0-1 0 0 0,1 1-1 0 0,-1-1 1 0 0,0 1 0 0 0,0-1 0 0 0,0 0-1 0 0,4 0 1 0 0,19-2-1291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04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157 713 224 0 0,'15'-10'3131'0'0,"27"-24"1"0"0,-36 30-2365 0 0,-1-1 1 0 0,0 0 0 0 0,-1-1 0 0 0,1 1-1 0 0,-1-1 1 0 0,0 0 0 0 0,5-12-1 0 0,-8 17-667 0 0,0 0 0 0 0,-1 0 0 0 0,1-1-1 0 0,-1 1 1 0 0,0 0 0 0 0,1 0 0 0 0,-1-1-1 0 0,0 1 1 0 0,0 0 0 0 0,0 0-1 0 0,0-1 1 0 0,0 1 0 0 0,0 0 0 0 0,0-1-1 0 0,0 1 1 0 0,0 0 0 0 0,-1 0-1 0 0,1-1 1 0 0,0 1 0 0 0,-1 0 0 0 0,1 0-1 0 0,-1 0 1 0 0,0-1 0 0 0,0 0-1 0 0,0 1-78 0 0,0 1 0 0 0,0-1 0 0 0,0 1 0 0 0,0-1 0 0 0,0 1-1 0 0,0 0 1 0 0,0 0 0 0 0,0-1 0 0 0,0 1 0 0 0,0 0 0 0 0,0 0 0 0 0,1 0-1 0 0,-1 0 1 0 0,0 0 0 0 0,0 0 0 0 0,0 0 0 0 0,0 0 0 0 0,0 1-1 0 0,0-1 1 0 0,0 0 0 0 0,0 1 0 0 0,-1 0 0 0 0,-23 9 100 0 0,24-10-113 0 0,-15 9 20 0 0,0 0-1 0 0,0 1 1 0 0,1 1 0 0 0,1 0-1 0 0,0 1 1 0 0,0 1-1 0 0,1 0 1 0 0,1 1 0 0 0,0 0-1 0 0,1 1 1 0 0,1 0 0 0 0,0 1-1 0 0,-15 33 1 0 0,24-44-22 0 0,-1-1 1 0 0,1 1-1 0 0,0-1 1 0 0,0 1 0 0 0,0-1-1 0 0,1 1 1 0 0,0 0-1 0 0,0 7 1 0 0,0-11-8 0 0,0 1 0 0 0,0-1 1 0 0,1 1-1 0 0,-1-1 0 0 0,1 1 0 0 0,-1-1 0 0 0,1 1 1 0 0,-1-1-1 0 0,1 0 0 0 0,-1 1 0 0 0,1-1 1 0 0,0 0-1 0 0,0 0 0 0 0,0 1 0 0 0,0-1 0 0 0,0 0 1 0 0,0 0-1 0 0,0 0 0 0 0,0 0 0 0 0,0 0 1 0 0,1 0-1 0 0,-1-1 0 0 0,0 1 0 0 0,1 0 0 0 0,-1 0 1 0 0,0-1-1 0 0,1 1 0 0 0,-1-1 0 0 0,1 0 0 0 0,-1 1 1 0 0,1-1-1 0 0,2 0 0 0 0,3 1-38 0 0,0-1-1 0 0,1-1 0 0 0,-1 1 1 0 0,0-1-1 0 0,0-1 1 0 0,0 1-1 0 0,0-1 0 0 0,0 0 1 0 0,-1-1-1 0 0,1 1 1 0 0,0-2-1 0 0,-1 1 0 0 0,0 0 1 0 0,10-9-1 0 0,4-4-179 0 0,0-1 0 0 0,30-36 0 0 0,-11 11 199 0 0,-13 18 72 0 0,-25 23-19 0 0,0 1-24 0 0,-1 0 0 0 0,1 0 1 0 0,0 0-1 0 0,-1 0 0 0 0,1 1 0 0 0,0-1 0 0 0,-1 0 1 0 0,1 0-1 0 0,0 1 0 0 0,-1-1 0 0 0,1 1 0 0 0,0-1 0 0 0,-1 0 1 0 0,1 1-1 0 0,-1-1 0 0 0,1 1 0 0 0,-1-1 0 0 0,1 1 1 0 0,-1-1-1 0 0,1 1 0 0 0,-1 0 0 0 0,0-1 0 0 0,1 1 0 0 0,-1 0 1 0 0,0-1-1 0 0,1 1 0 0 0,-1 0 0 0 0,0-1 0 0 0,0 1 1 0 0,0 0-1 0 0,1 0 0 0 0,-1-1 0 0 0,0 2 0 0 0,3 29 366 0 0,-3-25-283 0 0,1 14 70 0 0,0-3-55 0 0,0 0 0 0 0,1 0-1 0 0,1-1 1 0 0,1 1-1 0 0,5 17 1 0 0,-7-30-95 0 0,-1 0 0 0 0,1-1 0 0 0,0 1 0 0 0,0-1 0 0 0,0 1 0 0 0,1-1 0 0 0,-1 1 0 0 0,1-1 0 0 0,0 0 0 0 0,-1 0 0 0 0,1-1 0 0 0,1 1 0 0 0,-1 0 0 0 0,0-1 0 0 0,1 0 0 0 0,-1 0 0 0 0,1 0 0 0 0,0 0 0 0 0,0-1 0 0 0,-1 1 0 0 0,1-1 0 0 0,0 0 0 0 0,0 0 0 0 0,0-1 1 0 0,1 1-1 0 0,4 0 0 0 0,3-1-26 0 0,-1-1 1 0 0,1 1 0 0 0,-1-2 0 0 0,0 1 0 0 0,1-2 0 0 0,-1 1 0 0 0,0-2 0 0 0,18-7-1 0 0,-13 3-287 0 0,0 0-1 0 0,0-1 1 0 0,-1-1-1 0 0,27-24 1 0 0,-16 9-347 0 0,0-1 0 0 0,-2-2 1 0 0,-1 0-1 0 0,35-59 0 0 0,-20 20 428 0 0,-3-2 1 0 0,-4-1-1 0 0,-2-1 0 0 0,-3-2 0 0 0,17-86 0 0 0,-36 128 1053 0 0,-1 0 1 0 0,2-60-1 0 0,-8 89-602 0 0,-9 23-53 0 0,-20 107 582 0 0,-23 221-1 0 0,48-316-671 0 0,2 0 0 0 0,1 1 0 0 0,2-1 0 0 0,1 1 0 0 0,9 46 0 0 0,-9-73-56 0 0,0 0-1 0 0,0 0 1 0 0,0 0-1 0 0,1 0 1 0 0,1 0-1 0 0,-1-1 1 0 0,1 0-1 0 0,0 1 1 0 0,0-1-1 0 0,1-1 1 0 0,0 1-1 0 0,0-1 0 0 0,0 0 1 0 0,8 6-1 0 0,-8-7-21 0 0,0-1 0 0 0,1 0 0 0 0,-1-1 0 0 0,1 1 0 0 0,0-1 0 0 0,-1 0 0 0 0,1-1 0 0 0,0 1 0 0 0,0-1 0 0 0,0 0-1 0 0,0-1 1 0 0,0 1 0 0 0,0-1 0 0 0,0-1 0 0 0,0 1 0 0 0,0-1 0 0 0,11-2 0 0 0,-5-1-8 0 0,0 0-1 0 0,0 0 1 0 0,-1-1 0 0 0,0-1 0 0 0,0 0-1 0 0,0 0 1 0 0,0-1 0 0 0,-1-1 0 0 0,-1 1-1 0 0,11-12 1 0 0,-7 7-2 0 0,-1-1 0 0 0,-1-1 1 0 0,0 1-1 0 0,-1-2 0 0 0,-1 0 0 0 0,13-26 1 0 0,-20 35 8 0 0,0 1 1 0 0,0-1 0 0 0,-1 0 0 0 0,0 0 0 0 0,0 0 0 0 0,0 0 0 0 0,-1 0 0 0 0,1 0 0 0 0,-1 0 0 0 0,-1 0 0 0 0,-1-10 0 0 0,0 5 3 0 0,-1 1 1 0 0,0 0-1 0 0,-1 0 1 0 0,0 1-1 0 0,-8-16 1 0 0,12 24-11 0 0,-1 1 0 0 0,1-1 0 0 0,0 1 0 0 0,0 0 0 0 0,0-1 0 0 0,0 1 0 0 0,-1 0 0 0 0,1-1 0 0 0,0 1 0 0 0,0 0 0 0 0,-1-1 1 0 0,1 1-1 0 0,0 0 0 0 0,0 0 0 0 0,-1-1 0 0 0,1 1 0 0 0,0 0 0 0 0,-1 0 0 0 0,1-1 0 0 0,0 1 0 0 0,-1 0 0 0 0,1 0 1 0 0,0 0-1 0 0,-1 0 0 0 0,1 0 0 0 0,-1 0 0 0 0,1-1 0 0 0,0 1 0 0 0,-1 0 0 0 0,1 0 0 0 0,-1 0 0 0 0,1 0 0 0 0,0 0 0 0 0,-1 1 1 0 0,1-1-1 0 0,-1 0 0 0 0,1 0 0 0 0,0 0 0 0 0,-1 0 0 0 0,1 0 0 0 0,0 0 0 0 0,-1 1 0 0 0,1-1 0 0 0,-1 0 0 0 0,0 1 4 0 0,0 0-9 0 0,1-1 1 0 0,0 1 0 0 0,0-1-1 0 0,0 1 1 0 0,0-1-1 0 0,0 1 1 0 0,0 0-1 0 0,0-1 1 0 0,0 1 0 0 0,0-1-1 0 0,0 1 1 0 0,0-1-1 0 0,0 1 1 0 0,0 0-1 0 0,0-1 1 0 0,1 1 0 0 0,-1-1-1 0 0,0 1 1 0 0,0-1-1 0 0,1 1 1 0 0,-1-1-1 0 0,0 1 1 0 0,1-1 0 0 0,-1 0-1 0 0,1 1 1 0 0,-1-1-1 0 0,0 1 1 0 0,1-1-1 0 0,11 14-74 0 0,-8-10 66 0 0,1 0 1 0 0,1-1-1 0 0,-1 1 1 0 0,0-1-1 0 0,1 0 1 0 0,0-1-1 0 0,-1 1 0 0 0,1-1 1 0 0,0 0-1 0 0,0-1 1 0 0,0 0-1 0 0,0 0 1 0 0,10 1-1 0 0,5-1-1 0 0,0-1-1 0 0,32-3 1 0 0,-40 1 32 0 0,-1 0 0 0 0,0 0 0 0 0,0-2 0 0 0,0 1 0 0 0,15-8 0 0 0,-21 8-14 0 0,0 1 1 0 0,0-1 0 0 0,-1-1 0 0 0,1 1-1 0 0,-1-1 1 0 0,0 0 0 0 0,0 0 0 0 0,0-1-1 0 0,-1 1 1 0 0,0-1 0 0 0,1 0 0 0 0,3-7 0 0 0,2-14 45 0 0,-10 25-49 0 0,1 0 0 0 0,-1 0 1 0 0,0 1-1 0 0,0-1 1 0 0,0 0-1 0 0,-1 0 0 0 0,1 0 1 0 0,0 0-1 0 0,0 0 0 0 0,0 0 1 0 0,-1 0-1 0 0,1 0 0 0 0,0 0 1 0 0,-1 0-1 0 0,1 0 1 0 0,-1 1-1 0 0,1-1 0 0 0,-1 0 1 0 0,0 0-1 0 0,1 1 0 0 0,-1-1 1 0 0,0 0-1 0 0,-1 0 1 0 0,1-1 3 0 0,-2 2-5 0 0,1 0-2 0 0,-1 0-1 0 0,1 0 1 0 0,0 0 0 0 0,-1 0-1 0 0,1 0 1 0 0,0 1 0 0 0,-1-1 0 0 0,1 1-1 0 0,0-1 1 0 0,0 1 0 0 0,-1 0-1 0 0,1 0 1 0 0,0 0 0 0 0,0 0 0 0 0,0 0-1 0 0,0 0 1 0 0,0 1 0 0 0,0-1-1 0 0,1 1 1 0 0,-1-1 0 0 0,0 1 0 0 0,1 0-1 0 0,-3 2 1 0 0,-3 5 17 0 0,-4 4 66 0 0,0 1 0 0 0,1 0 0 0 0,1 1 0 0 0,0 0 0 0 0,1 0 1 0 0,1 1-1 0 0,0 0 0 0 0,1 0 0 0 0,1 1 0 0 0,0 0 1 0 0,2 0-1 0 0,0 0 0 0 0,0 0 0 0 0,1 20 0 0 0,2-30-63 0 0,0 0 0 0 0,1 0 0 0 0,0-1-1 0 0,0 1 1 0 0,0 0 0 0 0,1 0 0 0 0,0-1-1 0 0,0 1 1 0 0,1-1 0 0 0,0 0 0 0 0,0 0-1 0 0,0 0 1 0 0,1 0 0 0 0,0 0 0 0 0,8 8-1 0 0,-7-8-102 0 0,1-1 1 0 0,1 0-1 0 0,-1 0 0 0 0,0-1 0 0 0,1 0 0 0 0,0 0 1 0 0,0 0-1 0 0,0-1 0 0 0,1 0 0 0 0,-1-1 0 0 0,1 0 1 0 0,-1 0-1 0 0,12 1 0 0 0,-6-1-393 0 0,0-1 0 0 0,1-1 1 0 0,-1 0-1 0 0,0-1 0 0 0,0 0 0 0 0,1-1 0 0 0,-1-1 1 0 0,0 0-1 0 0,-1 0 0 0 0,1-2 0 0 0,-1 1 0 0 0,1-2 1 0 0,-2 1-1 0 0,1-2 0 0 0,0 0 0 0 0,18-15 0 0 0,-17 11 98 0 0,0 0-1 0 0,-1-1 1 0 0,0-1-1 0 0,-1 0 1 0 0,12-19-1 0 0,-13 17 665 0 0,-1-1-1 0 0,0-1 1 0 0,-1 0-1 0 0,10-32 1 0 0,-2-25 7456 0 0,-16 74-7676 0 0,-14 67 2110 0 0,6-32-1864 0 0,1 0 1 0 0,2 0 0 0 0,1 0-1 0 0,2 37 1 0 0,2-66-463 0 0,1 0 1 0 0,0-1 0 0 0,0 1-1 0 0,0 0 1 0 0,1-1-1 0 0,-1 1 1 0 0,2-1-1 0 0,-1 1 1 0 0,0-1-1 0 0,1 0 1 0 0,0 0 0 0 0,0 0-1 0 0,1 0 1 0 0,6 7-1 0 0,-5-8-603 0 0,0 1 0 0 0,0-1 0 0 0,1 0 0 0 0,-1 0 0 0 0,1 0 0 0 0,0-1 0 0 0,0 0 0 0 0,1 0 0 0 0,-1-1 0 0 0,1 0 0 0 0,-1 0 0 0 0,9 2 0 0 0,7-1-4745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05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1 124 268 0 0,'0'-2'2106'0'0,"0"-1"-1814"0"0,0 1 0 0 0,0-1 0 0 0,1 0 0 0 0,-1 1-1 0 0,1-1 1 0 0,-1 1 0 0 0,1-1 0 0 0,0 1 0 0 0,0-1 0 0 0,0 1 0 0 0,0 0-1 0 0,1 0 1 0 0,-1-1 0 0 0,1 1 0 0 0,-1 0 0 0 0,1 0 0 0 0,0 0-1 0 0,0 0 1 0 0,0 1 0 0 0,0-1 0 0 0,0 0 0 0 0,0 1 0 0 0,0 0-1 0 0,0-1 1 0 0,1 1 0 0 0,-1 0 0 0 0,0 0 0 0 0,1 0 0 0 0,-1 0 0 0 0,1 1-1 0 0,-1-1 1 0 0,4 0 0 0 0,0 1-73 0 0,0 0-1 0 0,0 1 1 0 0,0-1-1 0 0,0 1 1 0 0,0 0-1 0 0,0 1 1 0 0,0-1-1 0 0,0 1 1 0 0,0 0-1 0 0,-1 1 1 0 0,1-1-1 0 0,-1 1 1 0 0,0 0-1 0 0,0 1 1 0 0,0-1-1 0 0,0 1 1 0 0,8 8-1 0 0,-9-8-135 0 0,-1-1-1 0 0,0 1 0 0 0,0 0 0 0 0,-1 0 0 0 0,1 0 1 0 0,-1 0-1 0 0,0 0 0 0 0,0 1 0 0 0,0-1 0 0 0,-1 1 0 0 0,1 0 1 0 0,-1-1-1 0 0,0 1 0 0 0,0 0 0 0 0,-1 0 0 0 0,0-1 1 0 0,0 1-1 0 0,0 0 0 0 0,0 0 0 0 0,-1 0 0 0 0,1-1 1 0 0,-1 1-1 0 0,-3 9 0 0 0,-4 2 30 0 0,0 0-1 0 0,0-1 1 0 0,-2 0 0 0 0,0 0-1 0 0,-18 21 1 0 0,18-25-21 0 0,9-10-89 0 0,12-18-57 0 0,0 1 12 0 0,1 0 0 0 0,1 0 0 0 0,24-22 0 0 0,-9 8 8 0 0,12-12 0 0 0,-18 19 144 0 0,-1 0 1 0 0,-1-1-1 0 0,31-48 1 0 0,-44 52 174 0 0,-7 20-279 0 0,0 0 0 0 0,0-1 0 0 0,0 1-1 0 0,0 0 1 0 0,0-1 0 0 0,0 1 0 0 0,0 0 0 0 0,0-1-1 0 0,0 1 1 0 0,0 0 0 0 0,0-1 0 0 0,0 1 0 0 0,-1 0-1 0 0,1 0 1 0 0,0-1 0 0 0,0 1 0 0 0,0 0-1 0 0,0-1 1 0 0,-1 1 0 0 0,1 0 0 0 0,0 0 0 0 0,0-1-1 0 0,-1 1 1 0 0,1 0 0 0 0,0 0 0 0 0,0 0-1 0 0,-1 0 1 0 0,1-1 0 0 0,0 1 0 0 0,-1 0 0 0 0,-1 0-2 0 0,1 0 0 0 0,-1 0 0 0 0,0 1 0 0 0,1-1 0 0 0,-1 1 0 0 0,0-1 0 0 0,1 1 0 0 0,-1-1 0 0 0,1 1 0 0 0,-1 0 0 0 0,1 0 0 0 0,-1 0 0 0 0,1 0 0 0 0,0 0 0 0 0,0 0 0 0 0,-1 0 0 0 0,1 0 0 0 0,0 1 0 0 0,-1 1 0 0 0,-10 10 52 0 0,1 1 0 0 0,0 1 0 0 0,1-1 0 0 0,1 2-1 0 0,0-1 1 0 0,-11 29 0 0 0,17-35 5 0 0,0 0-1 0 0,1 0 1 0 0,-1 0-1 0 0,2 0 1 0 0,-1 0 0 0 0,1 0-1 0 0,1 0 1 0 0,0 0-1 0 0,0 1 1 0 0,0-1-1 0 0,1 0 1 0 0,1 0 0 0 0,0 0-1 0 0,5 16 1 0 0,-5-20-39 0 0,1 0 1 0 0,0-1 0 0 0,0 1-1 0 0,0-1 1 0 0,0 1-1 0 0,1-1 1 0 0,0 0 0 0 0,0-1-1 0 0,0 1 1 0 0,0-1-1 0 0,1 1 1 0 0,-1-1-1 0 0,1 0 1 0 0,0-1 0 0 0,-1 1-1 0 0,1-1 1 0 0,1 0-1 0 0,-1 0 1 0 0,0-1 0 0 0,0 1-1 0 0,1-1 1 0 0,-1-1-1 0 0,1 1 1 0 0,-1-1 0 0 0,9 0-1 0 0,-5 0-342 0 0,0 0 0 0 0,-1-1 0 0 0,1 0 0 0 0,0-1 0 0 0,0 0 0 0 0,15-6 0 0 0,-18 6-403 0 0,0-1 0 0 0,0 0 0 0 0,-1 0 0 0 0,1-1 0 0 0,-1 1-1 0 0,0-1 1 0 0,0 0 0 0 0,0-1 0 0 0,6-6 0 0 0,-1-4-3119 0 0,1-3-1569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05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51 1652 0 0,'-63'-21'9207'0'0,"-1"0"-3977"0"0,62 20-5487 0 0,-21-6-8074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05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0 1668 0 0,'-182'26'11117'0'0,"170"-23"-9378"0"0,22 1-1224 0 0,24 0-222 0 0,184 6-910 0 0,21 0-6593 0 0,-170-9 2109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06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1090 744 0 0,'-6'-1'602'0'0,"1"1"0"0"0,-1 0 0 0 0,0 1 1 0 0,0-1-1 0 0,0 1 0 0 0,0 0 0 0 0,0 1 0 0 0,1-1 0 0 0,-1 1 0 0 0,1 0 0 0 0,-7 3 0 0 0,11-4-78 0 0,1-1-446 0 0,-1 1-1 0 0,1-1 0 0 0,0 0 0 0 0,-1 1 0 0 0,1-1 0 0 0,0 0 0 0 0,0 1 1 0 0,-1-1-1 0 0,1 1 0 0 0,0-1 0 0 0,0 0 0 0 0,0 1 0 0 0,0-1 0 0 0,-1 1 1 0 0,1-1-1 0 0,0 0 0 0 0,0 1 0 0 0,0-1 0 0 0,0 1 0 0 0,0-1 0 0 0,0 1 0 0 0,0-1 1 0 0,0 1-1 0 0,0-1 0 0 0,0 0 0 0 0,0 1 0 0 0,1-1 0 0 0,-1 1 0 0 0,0-1 1 0 0,0 1-1 0 0,0-1 0 0 0,0 0 0 0 0,1 1 0 0 0,-1-1 0 0 0,0 0 0 0 0,1 1 1 0 0,-1-1-1 0 0,0 0 0 0 0,0 1 0 0 0,1-1 0 0 0,-1 0 0 0 0,0 1 0 0 0,1-1 0 0 0,-1 0 1 0 0,1 0-1 0 0,3 0 76 0 0,1 0 1 0 0,-1 0 0 0 0,1-1 0 0 0,-1 1-1 0 0,0-1 1 0 0,0 0 0 0 0,1-1-1 0 0,-1 1 1 0 0,0-1 0 0 0,0 0-1 0 0,0 0 1 0 0,-1 0 0 0 0,1 0-1 0 0,0-1 1 0 0,-1 0 0 0 0,4-3 0 0 0,6-5-102 0 0,-1 0 1 0 0,-1-1 0 0 0,11-14-1 0 0,5-12-85 0 0,-2 0-1 0 0,-1-2 0 0 0,-2 0 1 0 0,-2-1-1 0 0,-2-2 0 0 0,-2 0 1 0 0,-1 0-1 0 0,10-54 0 0 0,-12 28-201 0 0,-3-1-1 0 0,-3 0 1 0 0,-3 0 0 0 0,-8-117-1 0 0,-12 45-83 0 0,16 143 316 0 0,-1-1 0 0 0,1 0 0 0 0,0 0 0 0 0,0 0-1 0 0,0 1 1 0 0,0-1 0 0 0,0 0 0 0 0,0 0 0 0 0,-1 0 0 0 0,1 1 0 0 0,0-1 0 0 0,0 0 0 0 0,0 0 0 0 0,-1 0 0 0 0,1 0 0 0 0,0 0 0 0 0,0 1 0 0 0,-1-1-1 0 0,1 0 1 0 0,0 0 0 0 0,0 0 0 0 0,-1 0 0 0 0,1 0 0 0 0,0 0 0 0 0,0 0 0 0 0,-1 0 0 0 0,1 0 0 0 0,0 0 0 0 0,0 0 0 0 0,-1 0 0 0 0,1 0 0 0 0,0 0-1 0 0,0 0 1 0 0,-1 0 0 0 0,1 0 0 0 0,0 0 0 0 0,0 0 0 0 0,0 0 0 0 0,-1-1 0 0 0,1 1 0 0 0,0 0 0 0 0,0 0 0 0 0,-1 0 0 0 0,1 0 0 0 0,0-1-1 0 0,0 1 1 0 0,0 0 0 0 0,0 0 0 0 0,-1 0 0 0 0,1-1 0 0 0,0 1 0 0 0,0 0 0 0 0,0 0 0 0 0,0 0 0 0 0,0-1 0 0 0,0 1 0 0 0,0 0 0 0 0,0 0 0 0 0,-1-1-1 0 0,1 1 1 0 0,0 0 0 0 0,0 0 0 0 0,0-1 0 0 0,0 1 0 0 0,0 0 0 0 0,0 0 0 0 0,0-1 0 0 0,-9 19-77 0 0,-11 76 105 0 0,-12 145 1 0 0,21-139 35 0 0,-67 501 605 0 0,-28-6 361 0 0,1 6-99 0 0,105-599-925 0 0,-6 80 49 0 0,6-72-31 0 0,1 0 0 0 0,-1 0 1 0 0,2 0-1 0 0,-1 0 0 0 0,1 0 1 0 0,4 9-1 0 0,-5-17-9 0 0,-1 0 0 0 0,1 0 0 0 0,0 0 1 0 0,0-1-1 0 0,0 1 0 0 0,0 0 0 0 0,0-1 0 0 0,0 1 0 0 0,0-1 0 0 0,0 1 0 0 0,1-1 1 0 0,-1 0-1 0 0,1 1 0 0 0,-1-1 0 0 0,1 0 0 0 0,-1 0 0 0 0,1 0 0 0 0,0 0 0 0 0,0 0 0 0 0,-1-1 1 0 0,3 2-1 0 0,-1-2 2 0 0,1 1-1 0 0,-1-1 1 0 0,0 0 0 0 0,1 0 0 0 0,-1 0 0 0 0,1 0 0 0 0,-1-1 0 0 0,0 1-1 0 0,1-1 1 0 0,-1 0 0 0 0,4-1 0 0 0,7-4 21 0 0,0-1 1 0 0,0 0-1 0 0,-1-1 0 0 0,14-9 0 0 0,-25 15-29 0 0,21-16 104 0 0,0-1 1 0 0,-1-2-1 0 0,-1 0 1 0 0,-1-1-1 0 0,-1-1 0 0 0,-1-1 1 0 0,-1-1-1 0 0,-1 0 1 0 0,-1-1-1 0 0,19-49 1 0 0,-25 54 11 0 0,-2 0 0 0 0,-1 0 0 0 0,-1-1 0 0 0,-1 1 0 0 0,0-1 1 0 0,-2 0-1 0 0,0 0 0 0 0,-3-39 0 0 0,-2 32-72 0 0,-1 1-1 0 0,-2 0 1 0 0,-1 0-1 0 0,0 1 1 0 0,-2 0-1 0 0,-16-31 1 0 0,4 16-48 0 0,-3 1 0 0 0,-1 1 0 0 0,-2 1 1 0 0,-1 1-1 0 0,-2 2 0 0 0,-2 1 0 0 0,-1 1 1 0 0,-40-30-1 0 0,-9 1-11 0 0,-32-27-64 0 0,112 88 59 0 0,0 1 0 0 0,0-1 0 0 0,0 0 0 0 0,1 0 0 0 0,-1 0-1 0 0,1 0 1 0 0,-1 0 0 0 0,1 0 0 0 0,0 0 0 0 0,0 0 0 0 0,0 0-1 0 0,0-1 1 0 0,0 1 0 0 0,0 0 0 0 0,1-1 0 0 0,-1 1 0 0 0,1-1-1 0 0,0 1 1 0 0,0 0 0 0 0,0-1 0 0 0,0 1 0 0 0,0-1 0 0 0,0-2-1 0 0,2 0-141 0 0,0 0 0 0 0,-1 1 0 0 0,2-1 0 0 0,-1 1 0 0 0,0 0 0 0 0,1 0 0 0 0,0 0 0 0 0,0 0 0 0 0,0 0 0 0 0,7-6 0 0 0,3-2-649 0 0,1 0 0 0 0,0 1 1 0 0,0 1-1 0 0,25-13 1 0 0,68-27-3976 0 0,-71 34 2256 0 0,-6 2-617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07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1360 0 0,'1'-4'1406'0'0,"0"0"0"0"0,1 1 0 0 0,-1-1-1 0 0,1 1 1 0 0,2-6 0 0 0,1 8-1264 0 0,-1 0 0 0 0,1 1 0 0 0,0-1-1 0 0,-1 1 1 0 0,1 0 0 0 0,0 0 0 0 0,0 0 0 0 0,-1 1 0 0 0,1 0 0 0 0,0 0 0 0 0,-1 0 0 0 0,1 0 0 0 0,-1 1-1 0 0,1-1 1 0 0,-1 1 0 0 0,7 4 0 0 0,3 1 24 0 0,-1 1-1 0 0,0 1 1 0 0,-1-1 0 0 0,13 12-1 0 0,-10-6 24 0 0,0 1 0 0 0,0 0 0 0 0,-1 1 0 0 0,-1 0 0 0 0,18 31 0 0 0,-27-40-124 0 0,-1 0 0 0 0,1 1-1 0 0,-2-1 1 0 0,1 1 0 0 0,-1 0 0 0 0,0-1 0 0 0,0 1 0 0 0,-1 0-1 0 0,0 0 1 0 0,-1 0 0 0 0,0 0 0 0 0,0 0 0 0 0,0 0 0 0 0,-1 0-1 0 0,-1 0 1 0 0,1 0 0 0 0,-1 0 0 0 0,-3 8 0 0 0,1-6 23 0 0,0 0 0 0 0,-1 0 0 0 0,0-1 1 0 0,-1 1-1 0 0,0-1 0 0 0,0-1 0 0 0,-1 1 0 0 0,0-1 1 0 0,0 0-1 0 0,-1 0 0 0 0,0-1 0 0 0,-11 8 1 0 0,17-14-45 0 0,0 0 0 0 0,0 0 0 0 0,0-1 0 0 0,0 1 0 0 0,0 0 1 0 0,0-1-1 0 0,0 0 0 0 0,-1 1 0 0 0,1-1 0 0 0,0 0 0 0 0,0 0 1 0 0,-3 0-1 0 0,4 0-41 0 0,0 0 0 0 0,1 0 0 0 0,-1-1 1 0 0,0 1-1 0 0,0 0 0 0 0,0 0 0 0 0,0-1 1 0 0,0 1-1 0 0,1-1 0 0 0,-1 1 0 0 0,0-1 0 0 0,0 1 1 0 0,1-1-1 0 0,-1 1 0 0 0,0-1 0 0 0,1 1 1 0 0,-1-1-1 0 0,0 0 0 0 0,1 0 0 0 0,-1 1 0 0 0,1-1 1 0 0,-1 0-1 0 0,1 0 0 0 0,-1 0 0 0 0,1 1 1 0 0,0-1-1 0 0,0 0 0 0 0,-1 0 0 0 0,1 0 0 0 0,0 0 1 0 0,0-1-1 0 0,0-9-19 0 0,0 1-1 0 0,1 0 1 0 0,0 0 0 0 0,1 0 0 0 0,0 0 0 0 0,1 1-1 0 0,-1-1 1 0 0,2 1 0 0 0,0-1 0 0 0,0 1-1 0 0,1 0 1 0 0,0 0 0 0 0,0 1 0 0 0,8-10 0 0 0,-3 5 28 0 0,0 1 0 0 0,1 0 0 0 0,0 1 0 0 0,1 0 0 0 0,1 0 0 0 0,-1 2 0 0 0,2-1 0 0 0,20-10 0 0 0,-30 18-20 0 0,1-1 0 0 0,0 1 0 0 0,0 1 1 0 0,-1-1-1 0 0,1 1 0 0 0,0 0 1 0 0,0 0-1 0 0,0 0 0 0 0,1 1 0 0 0,7-1 1 0 0,-11 2 1 0 0,0-1 1 0 0,0 0-1 0 0,0 1 1 0 0,0 0-1 0 0,0-1 1 0 0,0 1-1 0 0,0 0 1 0 0,0 0-1 0 0,0 0 1 0 0,0 0-1 0 0,0 0 1 0 0,-1 1 0 0 0,1-1-1 0 0,0 1 1 0 0,-1-1-1 0 0,1 1 1 0 0,-1-1-1 0 0,0 1 1 0 0,0 0-1 0 0,1 0 1 0 0,-1-1-1 0 0,0 1 1 0 0,0 0-1 0 0,-1 0 1 0 0,1 0-1 0 0,0 0 1 0 0,0 3 0 0 0,1 6 25 0 0,-1 1 1 0 0,0-1 0 0 0,0 0-1 0 0,-1 0 1 0 0,-1 0 0 0 0,0 0-1 0 0,0 0 1 0 0,-6 21 0 0 0,4-21-5 0 0,1 1 1 0 0,0-1-1 0 0,0 1 1 0 0,1-1-1 0 0,1 1 1 0 0,0-1-1 0 0,1 1 1 0 0,1 12-1 0 0,-1-22-11 0 0,0 0 0 0 0,-1 0-1 0 0,1 0 1 0 0,0 0 0 0 0,0 0 0 0 0,0 0-1 0 0,0 0 1 0 0,0 0 0 0 0,0-1 0 0 0,1 1-1 0 0,-1 0 1 0 0,1-1 0 0 0,-1 1 0 0 0,1-1-1 0 0,-1 0 1 0 0,1 1 0 0 0,0-1 0 0 0,3 2-1 0 0,-1-2 2 0 0,0 1-1 0 0,0-1 1 0 0,0 0-1 0 0,0 0 0 0 0,0 0 1 0 0,1-1-1 0 0,-1 1 0 0 0,8-1 1 0 0,4-2-6 0 0,0 0 0 0 0,0 0 0 0 0,29-10 1 0 0,-29 6 3 0 0,-1 0 0 0 0,0-1 0 0 0,-1 0 0 0 0,0-1 0 0 0,0-1 0 0 0,-1 0 0 0 0,0-1 0 0 0,0 0 0 0 0,17-19 0 0 0,-19 18 33 0 0,-1-1-1 0 0,-1 1 1 0 0,0-2 0 0 0,-1 1-1 0 0,0-1 1 0 0,-1 0-1 0 0,0-1 1 0 0,-1 0 0 0 0,-1 0-1 0 0,6-24 1 0 0,-10 33-34 0 0,0 0-1 0 0,0 0 1 0 0,-1-1 0 0 0,0 1-1 0 0,0-1 1 0 0,0 1 0 0 0,-1 0 0 0 0,0 0-1 0 0,0-1 1 0 0,0 1 0 0 0,-1 0-1 0 0,-2-8 1 0 0,2 11-4 0 0,1-1 0 0 0,-1 1 1 0 0,1-1-1 0 0,-1 1 0 0 0,0-1 0 0 0,0 1 0 0 0,0 0 1 0 0,0 0-1 0 0,0 0 0 0 0,0 0 0 0 0,-1 0 0 0 0,1 1 0 0 0,-1-1 1 0 0,1 1-1 0 0,-1-1 0 0 0,1 1 0 0 0,-1 0 0 0 0,0 0 0 0 0,0 0 1 0 0,0 1-1 0 0,0-1 0 0 0,1 0 0 0 0,-6 1 0 0 0,-2 0-6 0 0,1 1-1 0 0,0 0 1 0 0,0 0 0 0 0,0 1-1 0 0,0 1 1 0 0,0-1-1 0 0,0 1 1 0 0,0 1-1 0 0,1 0 1 0 0,-1 0-1 0 0,1 0 1 0 0,-14 11 0 0 0,4-1-31 0 0,1 0 0 0 0,1 0 0 0 0,0 2 0 0 0,-18 22 0 0 0,22-23 53 0 0,0 1-1 0 0,1 0 0 0 0,1 1 1 0 0,-12 26-1 0 0,19-36-93 0 0,1-1 1 0 0,0 1-1 0 0,0-1 0 0 0,1 1 0 0 0,0 0 1 0 0,0 0-1 0 0,0 8 0 0 0,1-11-104 0 0,0 0 0 0 0,1 0 0 0 0,-1-1 0 0 0,1 1 0 0 0,0 0 0 0 0,0 0 0 0 0,1-1 0 0 0,-1 1 0 0 0,1-1 0 0 0,-1 1 0 0 0,1-1 0 0 0,0 0 0 0 0,5 6 0 0 0,-4-5-125 0 0,1-1 1 0 0,0 1-1 0 0,0-1 1 0 0,0 0-1 0 0,0-1 0 0 0,0 1 1 0 0,0-1-1 0 0,1 0 1 0 0,-1 0-1 0 0,1 0 0 0 0,9 2 1 0 0,-4-2-712 0 0,1 0 0 0 0,0 0 1 0 0,0-1-1 0 0,15-1 0 0 0,1-1-2170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07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72 1536 0 0,'29'-71'12349'0'0,"-22"93"-11448"0"0,-9 1-469 0 0,0 0-1 0 0,-9 37 1 0 0,0 1-124 0 0,-16 60 131 0 0,16-82-109 0 0,10-37-240 0 0,7-22-106 0 0,8-14-106 0 0,2 0 1 0 0,27-45-1 0 0,-37 70 99 0 0,0 1-1 0 0,1-1 0 0 0,-1 1 1 0 0,2 0-1 0 0,-1 0 1 0 0,1 1-1 0 0,0 0 1 0 0,0 1-1 0 0,1-1 1 0 0,0 2-1 0 0,0-1 1 0 0,1 1-1 0 0,12-4 1 0 0,-19 8 21 0 0,0 0 1 0 0,0 1 0 0 0,0 0 0 0 0,0-1-1 0 0,0 1 1 0 0,0 0 0 0 0,0 1 0 0 0,1-1-1 0 0,-1 1 1 0 0,0-1 0 0 0,0 1 0 0 0,0 0 0 0 0,0 0-1 0 0,-1 0 1 0 0,1 0 0 0 0,0 1 0 0 0,0-1-1 0 0,-1 1 1 0 0,1 0 0 0 0,-1-1 0 0 0,1 1-1 0 0,-1 0 1 0 0,0 1 0 0 0,0-1 0 0 0,0 0 0 0 0,0 1-1 0 0,2 2 1 0 0,2 3 30 0 0,0 1-1 0 0,-1 0 0 0 0,0 0 1 0 0,0 0-1 0 0,-1 0 1 0 0,5 18-1 0 0,-6-14 29 0 0,0 0-1 0 0,-1 0 1 0 0,-1 0-1 0 0,0 1 1 0 0,-1-1-1 0 0,0 0 1 0 0,-1 0-1 0 0,-1 1 1 0 0,0-1-1 0 0,-7 23 1 0 0,9-35-36 0 0,-1-3-51 0 0,1 0 6 0 0,-1-1 1 0 0,1 1-1 0 0,0-1 0 0 0,0 1 0 0 0,1-1 1 0 0,-1 1-1 0 0,0-1 0 0 0,1 1 0 0 0,-1 0 0 0 0,1-1 1 0 0,0 1-1 0 0,0 0 0 0 0,2-4 0 0 0,-1-1-74 0 0,4-13 24 0 0,1 0 1 0 0,1 1 0 0 0,0 0 0 0 0,1 1-1 0 0,2 0 1 0 0,0 0 0 0 0,0 1 0 0 0,2 0-1 0 0,0 1 1 0 0,1 1 0 0 0,0 0 0 0 0,1 1-1 0 0,25-18 1 0 0,-39 30 84 0 0,1 1 0 0 0,0 0 0 0 0,0-1 0 0 0,0 1 0 0 0,0 0 0 0 0,0 0 0 0 0,0 0 0 0 0,0 0 0 0 0,1 1 0 0 0,-1-1 0 0 0,0 1 0 0 0,0-1 0 0 0,1 1 0 0 0,-1 0 0 0 0,0-1 0 0 0,0 1 0 0 0,1 1 0 0 0,-1-1 0 0 0,0 0 0 0 0,1 0 0 0 0,-1 1 0 0 0,0-1 0 0 0,0 1 0 0 0,0 0 0 0 0,1 0 0 0 0,-1 0 1 0 0,0 0-1 0 0,0 0 0 0 0,0 0 0 0 0,0 0 0 0 0,-1 1 0 0 0,1-1 0 0 0,0 1 0 0 0,-1-1 0 0 0,1 1 0 0 0,0 0 0 0 0,-1 0 0 0 0,0-1 0 0 0,0 1 0 0 0,1 0 0 0 0,-1 0 0 0 0,1 4 0 0 0,2 2 106 0 0,-1 1 0 0 0,0-1-1 0 0,0 0 1 0 0,-1 1 0 0 0,0-1 0 0 0,0 1 0 0 0,-1 0 0 0 0,0 0 0 0 0,-1-1 0 0 0,-1 13 0 0 0,-5 23 241 0 0,3-28-272 0 0,0-1 0 0 0,2 1 0 0 0,0 0 0 0 0,1 19 0 0 0,0-33-77 0 0,0-1 0 0 0,1 0-1 0 0,-1 1 1 0 0,0-1 0 0 0,1 0-1 0 0,-1 1 1 0 0,1-1 0 0 0,-1 0-1 0 0,1 1 1 0 0,0-1 0 0 0,-1 0-1 0 0,1 0 1 0 0,0 0 0 0 0,0 0-1 0 0,0 0 1 0 0,0 0 0 0 0,0 0-1 0 0,0 0 1 0 0,0 0 0 0 0,2 1 0 0 0,-1-1-60 0 0,0 0 1 0 0,1 0 0 0 0,-1-1 0 0 0,1 1-1 0 0,-1 0 1 0 0,1-1 0 0 0,-1 0 0 0 0,1 1 0 0 0,-1-1-1 0 0,5-1 1 0 0,6 0-530 0 0,-1-1-1 0 0,1-1 1 0 0,20-7-1 0 0,-25 8 184 0 0,223-74-8258 0 0,-175 56 4397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10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278 745 1724 0 0,'-2'0'1828'0'0,"-40"-1"4431"0"0,39 2-5772 0 0,0-1-137 0 0,2 0-270 0 0,-1 0-1 0 0,0 1 1 0 0,1-1-1 0 0,-1 1 1 0 0,0-1-1 0 0,1 1 1 0 0,-1 0-1 0 0,1-1 1 0 0,-1 1-1 0 0,1 0 1 0 0,-1 0-1 0 0,1 0 1 0 0,0 0-1 0 0,-1 0 1 0 0,1 0-1 0 0,0 1 1 0 0,0-1-1 0 0,0 0 1 0 0,0 1-1 0 0,-2 1 1 0 0,3-1 176 0 0,-1-2-196 0 0,1 1-1 0 0,-1 0 1 0 0,0 0-1 0 0,1-1 1 0 0,-1 1-1 0 0,1 0 1 0 0,0 0-1 0 0,-1 0 1 0 0,1 0-1 0 0,-1 0 1 0 0,1-1-1 0 0,0 1 1 0 0,0 0-1 0 0,0 0 1 0 0,0 0-1 0 0,-1 0 1 0 0,1 0-1 0 0,0 0 1 0 0,1 0-1 0 0,-1 0 1 0 0,0 0-1 0 0,0 0 0 0 0,1 2 1 0 0,1-2-19 0 0,1 0 0 0 0,0 0 0 0 0,0 0 0 0 0,0-1 0 0 0,-1 1 0 0 0,1-1 0 0 0,0 0 0 0 0,0 1-1 0 0,0-1 1 0 0,0-1 0 0 0,0 1 0 0 0,0 0 0 0 0,0-1 0 0 0,-1 1 0 0 0,1-1 0 0 0,0 0 0 0 0,4-2 0 0 0,1 0-19 0 0,1 0 0 0 0,-1-1 1 0 0,0 0-1 0 0,13-10 0 0 0,-16 10-25 0 0,-1 0-1 0 0,-1-1 1 0 0,1 1-1 0 0,-1-1 1 0 0,1 0-1 0 0,-1 0 1 0 0,-1 0-1 0 0,1 0 1 0 0,-1 0-1 0 0,0-1 1 0 0,0 1-1 0 0,0-1 1 0 0,-1 0 0 0 0,0 1-1 0 0,1-9 1 0 0,-1 11-5 0 0,-1-1 0 0 0,0 0 1 0 0,1 1-1 0 0,-1-1 0 0 0,0 1 1 0 0,-1-1-1 0 0,1 1 0 0 0,0-1 1 0 0,-1 1-1 0 0,0-1 0 0 0,0 1 1 0 0,0-1-1 0 0,0 1 0 0 0,-1 0 1 0 0,1 0-1 0 0,-1-1 0 0 0,0 1 1 0 0,0 0-1 0 0,0 1 0 0 0,0-1 1 0 0,-1 0-1 0 0,1 0 0 0 0,-1 1 1 0 0,1 0-1 0 0,-6-4 0 0 0,3 4 1 0 0,0 1 1 0 0,1 0-1 0 0,-1 0 0 0 0,0 0 0 0 0,0 0 0 0 0,0 1 0 0 0,0 0 0 0 0,0 0 0 0 0,0 0 0 0 0,0 1 0 0 0,1-1 0 0 0,-1 1 1 0 0,0 0-1 0 0,0 1 0 0 0,1-1 0 0 0,-1 1 0 0 0,0 0 0 0 0,-6 4 0 0 0,-2 1 17 0 0,1 0-1 0 0,1 0 0 0 0,0 1 1 0 0,0 1-1 0 0,-16 15 1 0 0,12-7 23 0 0,0 1 0 0 0,1 0 0 0 0,0 1 1 0 0,-20 40-1 0 0,29-48-26 0 0,-1 1 0 0 0,2 0 1 0 0,0 0-1 0 0,0 0 0 0 0,1 1 0 0 0,0-1 1 0 0,1 1-1 0 0,1 0 0 0 0,0-1 0 0 0,1 20 1 0 0,0-28-2 0 0,0-1 0 0 0,1 0 0 0 0,-1 0 0 0 0,1 0 0 0 0,0 0 1 0 0,0 0-1 0 0,0 0 0 0 0,0 0 0 0 0,0 0 0 0 0,1 0 0 0 0,-1 0 0 0 0,1-1 0 0 0,0 1 1 0 0,0 0-1 0 0,0-1 0 0 0,0 0 0 0 0,0 1 0 0 0,0-1 0 0 0,1 0 0 0 0,-1 0 1 0 0,6 3-1 0 0,-3-3 12 0 0,1 0 0 0 0,0 0 0 0 0,0 0 0 0 0,0-1 0 0 0,0 0 0 0 0,0 0 0 0 0,0 0 0 0 0,1-1 0 0 0,-1 0 0 0 0,9-1 0 0 0,10-2 9 0 0,1-1 0 0 0,-1-1 0 0 0,0-1 0 0 0,0-2 0 0 0,-1 0 0 0 0,0-2 0 0 0,39-21 0 0 0,-34 15-82 0 0,-1-2 0 0 0,0-1 1 0 0,-2-1-1 0 0,0-2 1 0 0,34-36-1 0 0,-38 33-144 0 0,-2-2-1 0 0,-1 0 1 0 0,-1-1-1 0 0,-1 0 1 0 0,-2-2-1 0 0,-1 0 1 0 0,16-51-1 0 0,-15 31 45 0 0,-2-1 1 0 0,-3 0-1 0 0,-2-1 0 0 0,2-57 0 0 0,-8 88 125 0 0,-1-1-1 0 0,-2 1 0 0 0,0-1 0 0 0,-1 1 1 0 0,-1-1-1 0 0,-7-25 0 0 0,10 45 27 0 0,0 1 0 0 0,-1 0 0 0 0,1 0 0 0 0,0 0 0 0 0,-1 0 0 0 0,1 0 0 0 0,-1-1 0 0 0,1 1-1 0 0,-1 0 1 0 0,0 0 0 0 0,1 0 0 0 0,-1 1 0 0 0,0-1 0 0 0,0 0 0 0 0,0 0 0 0 0,0 0 0 0 0,0 0 0 0 0,0 1 0 0 0,0-1 0 0 0,0 0-1 0 0,0 1 1 0 0,-2-1 0 0 0,2 0 2 0 0,0 2 0 0 0,0-1 1 0 0,-1 0-1 0 0,1 0 0 0 0,0 0 0 0 0,0 1 0 0 0,0-1 0 0 0,0 0 0 0 0,-1 1 0 0 0,1-1 0 0 0,0 1 0 0 0,0-1 0 0 0,0 1 0 0 0,0 0 0 0 0,0-1 1 0 0,0 1-1 0 0,0 0 0 0 0,-1 1 0 0 0,-3 4 5 0 0,0 0 0 0 0,0 0 0 0 0,0 1 0 0 0,1 0 1 0 0,-6 12-1 0 0,-16 44 319 0 0,3 0-1 0 0,3 2 1 0 0,2 1 0 0 0,4 0 0 0 0,-11 113 0 0 0,22-136-149 0 0,1 0 1 0 0,3 47-1 0 0,1-76-141 0 0,-1 1 0 0 0,2-1 0 0 0,0 1-1 0 0,0-1 1 0 0,1 0 0 0 0,1 0 0 0 0,1-1 0 0 0,0 1 0 0 0,15 23-1 0 0,-17-31-22 0 0,0-1-1 0 0,0 0 1 0 0,1 0 0 0 0,-1 0-1 0 0,1-1 1 0 0,1 0-1 0 0,-1 0 1 0 0,0 0-1 0 0,1-1 1 0 0,0 1-1 0 0,0-1 1 0 0,0-1-1 0 0,7 3 1 0 0,-4-2-2 0 0,0-1 1 0 0,0 0-1 0 0,0-1 0 0 0,0 0 1 0 0,0-1-1 0 0,1 0 0 0 0,-1 0 1 0 0,16-3-1 0 0,-11 1-10 0 0,-1-1 0 0 0,-1-1 0 0 0,1 0 0 0 0,0-1 0 0 0,-1 0 0 0 0,0-1 0 0 0,0 0 0 0 0,-1-1 0 0 0,0 0 0 0 0,0-1 0 0 0,0 0 0 0 0,-1 0 0 0 0,10-12 0 0 0,-8 6-18 0 0,-1 0-1 0 0,0-1 0 0 0,-1 0 0 0 0,-1-1 0 0 0,0 0 0 0 0,-2-1 0 0 0,1 1 0 0 0,-2-1 0 0 0,0-1 0 0 0,-1 1 1 0 0,4-35-1 0 0,-8 42 33 0 0,-1 10-11 0 0,0-1 0 0 0,0 0 1 0 0,0 0-1 0 0,0 0 0 0 0,1 0 0 0 0,-1 1 0 0 0,0-1 0 0 0,0 0 1 0 0,-1 0-1 0 0,1 0 0 0 0,0 0 0 0 0,0 1 0 0 0,0-1 0 0 0,-1 0 1 0 0,1 0-1 0 0,0 0 0 0 0,-1 1 0 0 0,1-1 0 0 0,0 0 0 0 0,-1 1 1 0 0,1-1-1 0 0,-1 0 0 0 0,1 1 0 0 0,-1-1 0 0 0,0 0 0 0 0,1 1 0 0 0,-1-1 1 0 0,1 1-1 0 0,-1-1 0 0 0,0 1 0 0 0,-1-1 0 0 0,1 1 3 0 0,0 0-1 0 0,-1 0 0 0 0,1 0 1 0 0,0 0-1 0 0,0 1 0 0 0,0-1 1 0 0,-1 0-1 0 0,1 1 0 0 0,0-1 1 0 0,0 1-1 0 0,0-1 0 0 0,0 1 1 0 0,-1 1-1 0 0,-8 5 22 0 0,0 1 1 0 0,1 0-1 0 0,0 1 0 0 0,1 0 1 0 0,0 0-1 0 0,1 1 0 0 0,-1 0 1 0 0,-10 21-1 0 0,14-24-13 0 0,1-1 0 0 0,0 0-1 0 0,0 1 1 0 0,1 0 0 0 0,0-1 0 0 0,0 1 0 0 0,1 0 0 0 0,-1 0-1 0 0,2 0 1 0 0,-1 0 0 0 0,1 0 0 0 0,0 0 0 0 0,0 1 0 0 0,1-1 0 0 0,0 0-1 0 0,0 0 1 0 0,3 8 0 0 0,-3-11-7 0 0,1-1-1 0 0,0 0 1 0 0,-1 0-1 0 0,1 0 1 0 0,0 0-1 0 0,0-1 0 0 0,1 1 1 0 0,-1 0-1 0 0,1-1 1 0 0,-1 0-1 0 0,1 1 1 0 0,0-1-1 0 0,-1 0 1 0 0,6 2-1 0 0,-2-1 4 0 0,-1-1 0 0 0,1 0-1 0 0,0 0 1 0 0,0 0 0 0 0,1-1 0 0 0,-1 0-1 0 0,9 1 1 0 0,2-2-27 0 0,0 0 0 0 0,-1-1 1 0 0,1-1-1 0 0,-1-1 0 0 0,20-5 0 0 0,-20 3-129 0 0,-1 0-1 0 0,0-2 0 0 0,0 1 0 0 0,0-2 0 0 0,-1 0 0 0 0,0-1 1 0 0,-1 0-1 0 0,0-1 0 0 0,20-19 0 0 0,3-10-353 0 0,52-70-1 0 0,-57 69 471 0 0,-7 20-49 0 0,-22 19 84 0 0,13 5 96 0 0,-12-3-65 0 0,0 0 0 0 0,-1 1 1 0 0,1 0-1 0 0,-1-1 1 0 0,1 1-1 0 0,-1 0 1 0 0,0 0-1 0 0,1 1 1 0 0,-1-1-1 0 0,0 0 1 0 0,-1 1-1 0 0,1-1 1 0 0,0 1-1 0 0,-1-1 1 0 0,1 1-1 0 0,-1 0 1 0 0,1 3-1 0 0,3 6 196 0 0,-1 1 0 0 0,3 18 0 0 0,-4-15-49 0 0,0 0-1 0 0,-2 0 1 0 0,0 1-1 0 0,0-1 1 0 0,-2 0 0 0 0,0 1-1 0 0,-1-1 1 0 0,0 0 0 0 0,-1 0-1 0 0,-1 0 1 0 0,-1 0-1 0 0,0-1 1 0 0,-1 1 0 0 0,-12 20-1 0 0,5-21 342 0 0,13-15-513 0 0,0 0 1 0 0,-1 0-1 0 0,1 0 1 0 0,0 1 0 0 0,-1-1-1 0 0,1 0 1 0 0,0 0-1 0 0,-1 0 1 0 0,1 0-1 0 0,0 0 1 0 0,-1 0 0 0 0,1 0-1 0 0,0 0 1 0 0,-1 0-1 0 0,1 0 1 0 0,0 0-1 0 0,-1 0 1 0 0,1 0 0 0 0,0 0-1 0 0,-1 0 1 0 0,1 0-1 0 0,0 0 1 0 0,-1 0-1 0 0,1-1 1 0 0,0 1 0 0 0,-1 0-1 0 0,1-1 1 0 0,-1 0-4 0 0,0 0 1 0 0,0 0 0 0 0,1 0-1 0 0,-1-1 1 0 0,1 1 0 0 0,-1 0 0 0 0,1 0-1 0 0,-1-1 1 0 0,1 1 0 0 0,0 0-1 0 0,-1-1 1 0 0,1 1 0 0 0,0-1-1 0 0,0 1 1 0 0,0 0 0 0 0,0-1 0 0 0,1 1-1 0 0,-1-3 1 0 0,3-10-37 0 0,1 1 0 0 0,0-1 1 0 0,0 1-1 0 0,2 0 0 0 0,-1 0 0 0 0,2 1 0 0 0,0 0 1 0 0,9-13-1 0 0,-5 10-39 0 0,0 1 1 0 0,1-1-1 0 0,1 2 0 0 0,0 0 1 0 0,26-19-1 0 0,-31 26 53 0 0,1 1-1 0 0,0 0 0 0 0,0 0 0 0 0,0 1 1 0 0,1 1-1 0 0,-1-1 0 0 0,1 1 1 0 0,0 1-1 0 0,0 0 0 0 0,0 0 1 0 0,0 1-1 0 0,0 0 0 0 0,0 1 1 0 0,19 2-1 0 0,-22-1 27 0 0,-1 0 1 0 0,0 0-1 0 0,-1 1 0 0 0,1-1 1 0 0,0 1-1 0 0,0 1 0 0 0,-1-1 1 0 0,1 1-1 0 0,-1 0 0 0 0,0 0 1 0 0,0 1-1 0 0,0 0 0 0 0,0 0 1 0 0,-1 0-1 0 0,1 0 0 0 0,-1 0 1 0 0,0 1-1 0 0,-1 0 0 0 0,1 0 1 0 0,-1 0-1 0 0,0 0 0 0 0,0 1 1 0 0,0-1-1 0 0,-1 1 0 0 0,3 11 1 0 0,-3-7 15 0 0,0 0 1 0 0,-1-1 0 0 0,-1 1 0 0 0,0 0-1 0 0,0 0 1 0 0,-1 0 0 0 0,0 0 0 0 0,0 0-1 0 0,-1-1 1 0 0,-1 1 0 0 0,0 0 0 0 0,0-1 0 0 0,-1 0-1 0 0,0 0 1 0 0,0 0 0 0 0,-7 9 0 0 0,11-17-20 0 0,0-1 0 0 0,-1 1 1 0 0,1 0-1 0 0,-1 0 1 0 0,1 0-1 0 0,-1 0 0 0 0,1 0 1 0 0,-1-1-1 0 0,1 1 1 0 0,-1 0-1 0 0,0 0 1 0 0,1-1-1 0 0,-1 1 0 0 0,0 0 1 0 0,0-1-1 0 0,0 1 1 0 0,1-1-1 0 0,-1 1 0 0 0,0-1 1 0 0,0 1-1 0 0,0-1 1 0 0,0 0-1 0 0,0 0 0 0 0,0 1 1 0 0,0-1-1 0 0,0 0 1 0 0,0 0-1 0 0,0 0 1 0 0,0 0-1 0 0,0 0 0 0 0,0 0 1 0 0,0 0-1 0 0,-1-1 1 0 0,1 0-8 0 0,0-1 0 0 0,1 1 0 0 0,0-1 0 0 0,-1 1 0 0 0,1-1 0 0 0,0 0 0 0 0,0 1 0 0 0,0-1 0 0 0,0 1 0 0 0,0-1 0 0 0,0 0 0 0 0,0 1 0 0 0,1-4 0 0 0,4-13-7 0 0,1 0-1 0 0,1 0 0 0 0,0 0 0 0 0,1 1 1 0 0,1 0-1 0 0,1 1 0 0 0,0 0 1 0 0,1 0-1 0 0,1 1 0 0 0,0 1 1 0 0,1 0-1 0 0,0 0 0 0 0,1 1 0 0 0,1 1 1 0 0,0 1-1 0 0,19-12 0 0 0,-28 20-10 0 0,-1 0 1 0 0,1 1-1 0 0,-1-1 0 0 0,1 1 0 0 0,0 1 0 0 0,0-1 0 0 0,0 1 1 0 0,0 0-1 0 0,0 0 0 0 0,0 0 0 0 0,0 1 0 0 0,0 0 0 0 0,7 1 1 0 0,-10 0 18 0 0,0-1 0 0 0,0 1 0 0 0,0 0 0 0 0,0 0 0 0 0,0 1 1 0 0,0-1-1 0 0,0 1 0 0 0,0-1 0 0 0,-1 1 0 0 0,1 0 0 0 0,0 0 1 0 0,-1 0-1 0 0,0 0 0 0 0,1 1 0 0 0,-1-1 0 0 0,0 0 0 0 0,0 1 1 0 0,0 0-1 0 0,-1 0 0 0 0,1-1 0 0 0,0 1 0 0 0,-1 0 0 0 0,0 0 1 0 0,0 0-1 0 0,2 7 0 0 0,-2-3 34 0 0,0 1-1 0 0,0 1 1 0 0,0-1 0 0 0,-1 0-1 0 0,0 0 1 0 0,-1 0 0 0 0,0 0-1 0 0,-2 9 1 0 0,-20 65 69 0 0,17-63-90 0 0,4-13-9 0 0,0 0-1 0 0,0 0 1 0 0,1 1-1 0 0,0-1 1 0 0,0 1-1 0 0,0-1 1 0 0,1 0-1 0 0,0 8 1 0 0,1-13-3 0 0,-1 1 0 0 0,1-1 0 0 0,-1 0 0 0 0,1 0 1 0 0,0 0-1 0 0,-1 0 0 0 0,1 0 0 0 0,0 0 0 0 0,0 0 1 0 0,0 0-1 0 0,0 0 0 0 0,0 0 0 0 0,0 0 0 0 0,0 0 1 0 0,0-1-1 0 0,0 1 0 0 0,0 0 0 0 0,0-1 0 0 0,0 1 1 0 0,1-1-1 0 0,-1 1 0 0 0,0-1 0 0 0,0 0 0 0 0,3 1 1 0 0,30 4 16 0 0,-22-5-26 0 0,0-1-1 0 0,1 0 0 0 0,-1-1 0 0 0,0 0 0 0 0,-1 0 1 0 0,1-2-1 0 0,0 1 0 0 0,20-11 0 0 0,-1-2-347 0 0,52-34 1 0 0,-66 38 245 0 0,0-1 0 0 0,-1 0 0 0 0,0-2 1 0 0,16-18-1 0 0,-25 24 79 0 0,0 1 1 0 0,0-2-1 0 0,-1 1 1 0 0,0-1-1 0 0,-1 1 1 0 0,0-2-1 0 0,0 1 1 0 0,-1 0-1 0 0,4-16 0 0 0,-8 25 29 0 0,0 0-1 0 0,1 0 0 0 0,-1 0 0 0 0,0 0 1 0 0,0 0-1 0 0,0 0 0 0 0,0 0 0 0 0,0 0 1 0 0,0 0-1 0 0,0 0 0 0 0,0 0 0 0 0,0 0 1 0 0,0 1-1 0 0,-1-1 0 0 0,1 0 0 0 0,0 0 1 0 0,-1 0-1 0 0,1 0 0 0 0,0 0 0 0 0,-1 0 1 0 0,1 1-1 0 0,-2-3 0 0 0,1 3 0 0 0,0 0 1 0 0,0-1-1 0 0,0 1 0 0 0,1-1 1 0 0,-1 1-1 0 0,0 0 0 0 0,0 0 0 0 0,0-1 1 0 0,0 1-1 0 0,0 0 0 0 0,0 0 1 0 0,0 0-1 0 0,0 0 0 0 0,0 0 1 0 0,0 0-1 0 0,0 1 0 0 0,0-1 1 0 0,-1 0-1 0 0,-3 2-2 0 0,1-1 0 0 0,-1 1 0 0 0,0 0 0 0 0,1 1 1 0 0,-1-1-1 0 0,1 1 0 0 0,-6 4 0 0 0,-1 3 26 0 0,1 0 0 0 0,0 1-1 0 0,0 0 1 0 0,1 0 0 0 0,-13 23 0 0 0,17-25-24 0 0,1-1 0 0 0,0 1 1 0 0,0 0-1 0 0,0 0 0 0 0,1 0 1 0 0,1 1-1 0 0,0-1 0 0 0,0 1 1 0 0,-1 16-1 0 0,3-22 5 0 0,1-1-1 0 0,-1 1 1 0 0,0 0 0 0 0,1 0-1 0 0,0 0 1 0 0,0-1-1 0 0,0 1 1 0 0,0-1 0 0 0,1 1-1 0 0,-1-1 1 0 0,1 1-1 0 0,0-1 1 0 0,0 0 0 0 0,0 1-1 0 0,0-1 1 0 0,4 3-1 0 0,-1-2 4 0 0,-1 0 0 0 0,1 0 0 0 0,0-1 0 0 0,0 0 0 0 0,0 0 0 0 0,0 0 0 0 0,1 0 0 0 0,-1-1 0 0 0,10 3 0 0 0,0-2-6 0 0,0 0-1 0 0,0 0 0 0 0,1-2 1 0 0,-1 0-1 0 0,0-1 1 0 0,1 0-1 0 0,19-3 1 0 0,-23 1-141 0 0,0-1 0 0 0,0 0 0 0 0,0-1 0 0 0,-1 0 0 0 0,1 0 0 0 0,-1-1 0 0 0,0-1 0 0 0,0 0 0 0 0,-1 0 0 0 0,13-11 0 0 0,-9 5-104 0 0,-1 0 0 0 0,-1-1 1 0 0,0-1-1 0 0,-1 0 0 0 0,0 0 1 0 0,12-23-1 0 0,-14 22 126 0 0,-2 0 23 0 0,1 1 0 0 0,1 0 1 0 0,0 1-1 0 0,1 0 0 0 0,1 0 1 0 0,13-12-1 0 0,-22 24 90 0 0,1 0-1 0 0,-1 0 1 0 0,1 0 0 0 0,0 0-1 0 0,0 0 1 0 0,-1 1 0 0 0,1-1 0 0 0,0 1-1 0 0,0 0 1 0 0,0-1 0 0 0,0 1 0 0 0,0 1-1 0 0,-1-1 1 0 0,1 0 0 0 0,0 1 0 0 0,5 1-1 0 0,-1 1 77 0 0,0 0 0 0 0,0 1 1 0 0,0 0-1 0 0,0 0 0 0 0,-1 1 0 0 0,1 0 0 0 0,-1 0 0 0 0,0 0 0 0 0,-1 1 0 0 0,0 0 0 0 0,6 7 0 0 0,-1 1 72 0 0,0 0 0 0 0,-2 1 0 0 0,1 0 0 0 0,5 17 1 0 0,-11-25-84 0 0,0-1 1 0 0,-1 2 0 0 0,0-1 0 0 0,-1 0 0 0 0,1 0 0 0 0,-2 1 0 0 0,1 12 0 0 0,-1-16-29 0 0,0 0 1 0 0,-1 1 0 0 0,1-1-1 0 0,-1-1 1 0 0,0 1 0 0 0,-1 0-1 0 0,1 0 1 0 0,0 0 0 0 0,-1 0-1 0 0,0-1 1 0 0,0 1 0 0 0,0-1 0 0 0,0 0-1 0 0,-1 1 1 0 0,-3 3 0 0 0,5-6-27 0 0,1-1 1 0 0,-1 1-1 0 0,1 0 1 0 0,-1-1-1 0 0,0 1 0 0 0,1-1 1 0 0,-1 1-1 0 0,0 0 1 0 0,1-1-1 0 0,-1 0 1 0 0,0 1-1 0 0,1-1 1 0 0,-1 1-1 0 0,0-1 1 0 0,0 0-1 0 0,0 1 1 0 0,1-1-1 0 0,-1 0 1 0 0,0 0-1 0 0,0 0 0 0 0,0 0 1 0 0,0 0-1 0 0,0 0 1 0 0,1 0-1 0 0,-1 0 1 0 0,0 0-1 0 0,0 0 1 0 0,0 0-1 0 0,0-1 1 0 0,1 1-1 0 0,-1 0 1 0 0,0 0-1 0 0,0-1 0 0 0,0 1 1 0 0,1-1-1 0 0,-1 1 1 0 0,0-1-1 0 0,1 1 1 0 0,-1-1-1 0 0,0 1 1 0 0,0-2-1 0 0,-1 0-4 0 0,1 0 0 0 0,-1-1 0 0 0,1 1 0 0 0,0 0 0 0 0,0-1 0 0 0,0 1 0 0 0,0-1 0 0 0,0 1 0 0 0,0-1 0 0 0,1 0 0 0 0,-1-3 0 0 0,1-3-61 0 0,0 0 0 0 0,1 0 0 0 0,0 1 0 0 0,1-1 0 0 0,0 1 0 0 0,0-1 0 0 0,1 1 0 0 0,0 0 0 0 0,0 0 0 0 0,1 0 0 0 0,0 0 0 0 0,0 1 0 0 0,9-11 0 0 0,-2 3-3 0 0,0 1 1 0 0,1 1-1 0 0,1-1 0 0 0,0 2 0 0 0,22-16 0 0 0,-25 21 63 0 0,1 0 1 0 0,0 0-1 0 0,0 1 0 0 0,0 1 0 0 0,1 0 0 0 0,0 1 1 0 0,0 0-1 0 0,0 0 0 0 0,14-1 0 0 0,-22 4 41 0 0,0 1 0 0 0,0-1-1 0 0,-1 1 1 0 0,1 0 0 0 0,0 0 0 0 0,0 1-1 0 0,0-1 1 0 0,0 1 0 0 0,-1 0 0 0 0,1 0-1 0 0,0 0 1 0 0,-1 0 0 0 0,1 1 0 0 0,-1-1-1 0 0,1 1 1 0 0,-1 0 0 0 0,0 0 0 0 0,1 0-1 0 0,-1 1 1 0 0,0-1 0 0 0,-1 1 0 0 0,1 0-1 0 0,0 0 1 0 0,-1 0 0 0 0,1 0 0 0 0,-1 0-1 0 0,0 0 1 0 0,0 0 0 0 0,1 5 0 0 0,1 2 20 0 0,0-1 0 0 0,-1 1 0 0 0,-1 0 1 0 0,0 1-1 0 0,0-1 0 0 0,-1 0 0 0 0,0 1 1 0 0,-1-1-1 0 0,-1 14 0 0 0,0-12-60 0 0,1 0-1 0 0,0 0 0 0 0,2 23 1 0 0,-1-32-116 0 0,-1 0 1 0 0,1 0-1 0 0,0-1 1 0 0,0 1-1 0 0,0 0 1 0 0,0 0-1 0 0,0-1 1 0 0,1 1 0 0 0,-1-1-1 0 0,1 1 1 0 0,0-1-1 0 0,-1 1 1 0 0,1-1-1 0 0,0 0 1 0 0,0 0-1 0 0,1 0 1 0 0,-1 0-1 0 0,0 0 1 0 0,1-1-1 0 0,-1 1 1 0 0,5 1-1 0 0,-2-1-108 0 0,-1-1 0 0 0,1 0 0 0 0,-1 0 0 0 0,1-1 0 0 0,0 1 0 0 0,-1-1 0 0 0,1 0 0 0 0,0 0-1 0 0,-1 0 1 0 0,1-1 0 0 0,0 0 0 0 0,-1 0 0 0 0,1 0 0 0 0,-1-1 0 0 0,1 1 0 0 0,-1-1 0 0 0,0 0 0 0 0,0 0 0 0 0,1 0 0 0 0,-2-1 0 0 0,1 0-1 0 0,4-3 1 0 0,9-8-429 0 0,0-1 0 0 0,-1 0-1 0 0,18-23 1 0 0,-28 31 537 0 0,28-34-14 0 0,-3-1 0 0 0,-1-2 1 0 0,23-47-1 0 0,63-145 3336 0 0,-81 160-1624 0 0,26-69 5781 0 0,-63 150-7158 0 0,1 0 0 0 0,-1 0 0 0 0,0 0 0 0 0,0-1 0 0 0,-4 8 0 0 0,0 0 108 0 0,-149 381 3944 0 0,153-388-4224 0 0,-16 41 300 0 0,2 2 1 0 0,3 0 0 0 0,-12 69-1 0 0,24-107-292 0 0,0-5 1 0 0,1 1 1 0 0,-1 0-1 0 0,1 0 0 0 0,0 0 0 0 0,0 0 0 0 0,2 6 0 0 0,-2-10-41 0 0,1-1 0 0 0,-1 1 0 0 0,1-1-1 0 0,-1 1 1 0 0,1-1 0 0 0,0 0 0 0 0,-1 1 0 0 0,1-1 0 0 0,0 0 0 0 0,0 0-1 0 0,0 1 1 0 0,0-1 0 0 0,0 0 0 0 0,0 0 0 0 0,1 0 0 0 0,-1 0 0 0 0,0 0-1 0 0,1 0 1 0 0,-1-1 0 0 0,0 1 0 0 0,1 0 0 0 0,-1-1 0 0 0,1 1 0 0 0,-1-1-1 0 0,1 1 1 0 0,-1-1 0 0 0,1 0 0 0 0,-1 0 0 0 0,1 0 0 0 0,1 0 0 0 0,7 0-364 0 0,-1 0 0 0 0,1-1 1 0 0,0-1-1 0 0,-1 1 1 0 0,0-2-1 0 0,1 1 0 0 0,-1-1 1 0 0,0-1-1 0 0,0 0 1 0 0,0 0-1 0 0,-1 0 0 0 0,10-8 1 0 0,-4 3-1303 0 0,0-1 1 0 0,-1 0-1 0 0,-1-1 1 0 0,0-1-1 0 0,0 0 1 0 0,15-21-1 0 0,-13 12-3439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11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43 1700 0 0,'-140'-24'14470'0'0,"164"14"-13740"0"0,262 1-1189 0 0,-217 10-2117 0 0,8 0-6186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12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275 228 996 0 0,'6'-20'2440'0'0,"1"1"0"0"0,19-37-1 0 0,-17 39-1423 0 0,-1 1 0 0 0,-1-2-1 0 0,-1 1 1 0 0,5-20 0 0 0,-10 36-982 0 0,-1 0 0 0 0,0 0 0 0 0,1 0 1 0 0,-1 0-1 0 0,0 1 0 0 0,0-1 0 0 0,0 0 1 0 0,0 0-1 0 0,0 0 0 0 0,0 0 0 0 0,0 0 0 0 0,0 0 1 0 0,0 0-1 0 0,0 0 0 0 0,0 0 0 0 0,-1 1 0 0 0,1-1 1 0 0,0 0-1 0 0,-1 0 0 0 0,1 0 0 0 0,0 0 0 0 0,-1 1 1 0 0,1-1-1 0 0,-1 0 0 0 0,1 0 0 0 0,-1 1 0 0 0,0-1 1 0 0,1 0-1 0 0,-2 0 0 0 0,1 1-10 0 0,-1-1 0 0 0,0 1 1 0 0,1 0-1 0 0,-1 0 0 0 0,1 0 0 0 0,-1 0 1 0 0,0 0-1 0 0,1 0 0 0 0,-1 0 0 0 0,1 0 1 0 0,-1 1-1 0 0,0-1 0 0 0,1 0 0 0 0,-3 2 1 0 0,-8 3-5 0 0,1 0 1 0 0,0 1-1 0 0,-12 9 1 0 0,-10 8-6 0 0,0 2-1 0 0,2 1 1 0 0,1 1-1 0 0,1 2 1 0 0,1 1-1 0 0,-26 37 1 0 0,51-62-7 0 0,-1 0-1 0 0,1 0 1 0 0,0 1 0 0 0,0-1 0 0 0,1 1-1 0 0,0 0 1 0 0,0 0 0 0 0,0 0-1 0 0,-1 10 1 0 0,2-14-6 0 0,1 0 0 0 0,0 0 0 0 0,0 0 0 0 0,0 0 0 0 0,1-1 1 0 0,-1 1-1 0 0,0 0 0 0 0,1 0 0 0 0,-1 0 0 0 0,1-1 0 0 0,-1 1 0 0 0,1 0 0 0 0,0-1 0 0 0,0 1 0 0 0,0 0 0 0 0,0-1 0 0 0,0 1 1 0 0,0-1-1 0 0,0 1 0 0 0,0-1 0 0 0,1 0 0 0 0,-1 1 0 0 0,0-1 0 0 0,1 0 0 0 0,-1 0 0 0 0,1 0 0 0 0,0 0 0 0 0,-1 0 0 0 0,1-1 1 0 0,0 1-1 0 0,-1 0 0 0 0,1-1 0 0 0,0 1 0 0 0,0-1 0 0 0,3 1 0 0 0,4 0-6 0 0,0 0-1 0 0,0-1 1 0 0,1 0-1 0 0,-1 0 1 0 0,0-1-1 0 0,0 0 1 0 0,0-1 0 0 0,1 0-1 0 0,-2 0 1 0 0,1-1-1 0 0,0 0 1 0 0,0-1-1 0 0,-1 0 1 0 0,9-5-1 0 0,12-9-12 0 0,0-1 0 0 0,35-32 0 0 0,-56 44 20 0 0,68-65 203 0 0,-75 71-180 0 0,0 2-104 0 0,-1-1 69 0 0,1 0-1 0 0,0 0 0 0 0,-1 1 0 0 0,0-1 0 0 0,1 0 0 0 0,-1 1 0 0 0,1-1 0 0 0,-1 1 0 0 0,1-1 0 0 0,-1 1 0 0 0,0-1 0 0 0,1 1 0 0 0,-1-1 0 0 0,0 1 1 0 0,1-1-1 0 0,-1 1 0 0 0,0 0 0 0 0,-22 126 69 0 0,21-122-39 0 0,0 0 1 0 0,1 0-1 0 0,0 0 1 0 0,0 0-1 0 0,1 0 1 0 0,-1 0-1 0 0,1 0 0 0 0,0 0 1 0 0,0 0-1 0 0,1 0 1 0 0,-1 0-1 0 0,1 0 1 0 0,0-1-1 0 0,1 1 1 0 0,-1-1-1 0 0,4 6 0 0 0,-3-7 7 0 0,0 0 0 0 0,-1 0-1 0 0,1-1 1 0 0,0 1-1 0 0,1-1 1 0 0,-1 1-1 0 0,0-1 1 0 0,1 0 0 0 0,-1 0-1 0 0,1-1 1 0 0,0 1-1 0 0,-1-1 1 0 0,1 0-1 0 0,0 0 1 0 0,0 0 0 0 0,0 0-1 0 0,0 0 1 0 0,0-1-1 0 0,0 0 1 0 0,7 0-1 0 0,-1-1-9 0 0,0-1-1 0 0,0 1 0 0 0,1-2 0 0 0,-1 0 1 0 0,0 0-1 0 0,-1 0 0 0 0,1-1 0 0 0,-1-1 1 0 0,1 0-1 0 0,-1 0 0 0 0,-1 0 0 0 0,1-2 1 0 0,-1 1-1 0 0,0-1 0 0 0,0 0 0 0 0,-1 0 1 0 0,0-1-1 0 0,10-14 0 0 0,-6 6 9 0 0,-1 0 1 0 0,-1 0-1 0 0,-1-1 0 0 0,0 0 1 0 0,-1 0-1 0 0,-1-1 0 0 0,-1 0 1 0 0,0 0-1 0 0,3-30 1 0 0,-8 44-31 0 0,0 1 0 0 0,0-1 0 0 0,0 0 0 0 0,-1 0 0 0 0,1 1 0 0 0,-1-1 1 0 0,0 0-1 0 0,0 1 0 0 0,0-1 0 0 0,0 1 0 0 0,-1-1 0 0 0,0 1 0 0 0,1 0 1 0 0,-1-1-1 0 0,-1 1 0 0 0,1 0 0 0 0,0 0 0 0 0,-1 0 0 0 0,1 1 0 0 0,-1-1 1 0 0,0 1-1 0 0,0-1 0 0 0,0 1 0 0 0,0 0 0 0 0,0 0 0 0 0,0 0 0 0 0,-1 1 1 0 0,1-1-1 0 0,-1 1 0 0 0,1 0 0 0 0,-1 0 0 0 0,0 0 0 0 0,1 0 0 0 0,-1 0 1 0 0,0 1-1 0 0,0 0 0 0 0,1 0 0 0 0,-1 0 0 0 0,0 0 0 0 0,0 0 0 0 0,1 1 1 0 0,-1 0-1 0 0,0 0 0 0 0,1 0 0 0 0,-1 0 0 0 0,1 0 0 0 0,-1 1 0 0 0,1 0 1 0 0,0-1-1 0 0,-1 1 0 0 0,1 0 0 0 0,-5 5 0 0 0,7-6 5 0 0,0 0 0 0 0,0 1 0 0 0,0-1 0 0 0,0 0 0 0 0,1 0 1 0 0,-1 0-1 0 0,0 0 0 0 0,1 1 0 0 0,-1-1 0 0 0,1 0 0 0 0,0 0 0 0 0,-1 1 0 0 0,1-1 0 0 0,0 0 0 0 0,0 1 0 0 0,0-1 0 0 0,0 0 0 0 0,0 1 0 0 0,0-1 0 0 0,0 0 1 0 0,0 1-1 0 0,0-1 0 0 0,1 0 0 0 0,-1 1 0 0 0,0-1 0 0 0,1 0 0 0 0,-1 1 0 0 0,1-1 0 0 0,0 0 0 0 0,-1 0 0 0 0,1 0 0 0 0,0 0 0 0 0,0 0 0 0 0,0 0 0 0 0,0 0 0 0 0,0 0 1 0 0,0 0-1 0 0,0 0 0 0 0,1 1 0 0 0,3 2-15 0 0,-1-1 1 0 0,1 1 0 0 0,0-1-1 0 0,0 0 1 0 0,0 0 0 0 0,0 0-1 0 0,9 2 1 0 0,1 0 9 0 0,-1-2 0 0 0,1 0 0 0 0,0-1-1 0 0,0 0 1 0 0,0-1 0 0 0,0-1 0 0 0,27-3 0 0 0,-31 2 32 0 0,0-2 1 0 0,-1 1 0 0 0,1-1 0 0 0,-1-1 0 0 0,1 0 0 0 0,-1 0 0 0 0,-1-1 0 0 0,1-1 0 0 0,-1 1 0 0 0,1-2 0 0 0,11-9 0 0 0,7-14 18 0 0,-26 30-82 0 0,-5 0-6 0 0,1 1 44 0 0,-1 0-1 0 0,1 0 1 0 0,0 0-1 0 0,0 0 1 0 0,0 0-1 0 0,0 1 1 0 0,0-1-1 0 0,0 0 1 0 0,0 1-1 0 0,0 0 1 0 0,0-1-1 0 0,0 1 1 0 0,-2 4-1 0 0,0-2 16 0 0,-22 23-73 0 0,2 0 1 0 0,-25 36-1 0 0,37-45 100 0 0,1 0 0 0 0,0 1 0 0 0,2 0 0 0 0,0 1-1 0 0,-7 23 1 0 0,15-37-24 0 0,-1-1 0 0 0,1 0 0 0 0,0 1 0 0 0,0-1 1 0 0,1 1-1 0 0,0-1 0 0 0,0 1 0 0 0,0 0 0 0 0,2 9 0 0 0,-1-12-6 0 0,-1-1 0 0 0,1 1 0 0 0,0-1 0 0 0,0 0 0 0 0,0 0 0 0 0,1 1 0 0 0,-1-1 0 0 0,0 0 0 0 0,1 0 0 0 0,0 0 0 0 0,-1 0 0 0 0,1-1 0 0 0,0 1 0 0 0,0 0 0 0 0,0-1 0 0 0,0 1 0 0 0,0-1 0 0 0,0 0 0 0 0,0 1 0 0 0,1-1 0 0 0,-1 0 1 0 0,0 0-1 0 0,5 1 0 0 0,5 0 1 0 0,0 0 1 0 0,1-1-1 0 0,-1 0 0 0 0,0 0 1 0 0,0-2-1 0 0,1 1 1 0 0,-1-2-1 0 0,0 1 1 0 0,0-2-1 0 0,0 1 1 0 0,0-2-1 0 0,-1 0 1 0 0,22-10-1 0 0,-11 3 7 0 0,0-1-1 0 0,-1-1 1 0 0,-1-1 0 0 0,0-1 0 0 0,34-33-1 0 0,-35 28 45 0 0,22-29 1 0 0,-34 40-64 0 0,-1 0 0 0 0,0 0 0 0 0,-1-1 0 0 0,0 0 1 0 0,0 0-1 0 0,2-10 0 0 0,-6 18 12 0 0,-1 1-17 0 0,0 1 0 0 0,0 0 0 0 0,0-1 0 0 0,0 1 0 0 0,0 0 0 0 0,0 0 0 0 0,0-1 0 0 0,0 1 0 0 0,0 0 0 0 0,0-1 1 0 0,0 1-1 0 0,0 0 0 0 0,0-1 0 0 0,0 1 0 0 0,0 0 0 0 0,0-1 0 0 0,0 1 0 0 0,-1 0 0 0 0,1 0 0 0 0,0-1 0 0 0,0 1 0 0 0,0 0 1 0 0,0 0-1 0 0,-1-1 0 0 0,1 1 0 0 0,0 0 0 0 0,0 0 0 0 0,-1-1 0 0 0,1 1 0 0 0,0 0 0 0 0,-1 0 0 0 0,-4 3-12 0 0,-1 1 0 0 0,1 0 0 0 0,1 0 0 0 0,-1 1 0 0 0,0 0 0 0 0,1-1 0 0 0,0 1-1 0 0,0 1 1 0 0,1-1 0 0 0,-1 1 0 0 0,-4 10 0 0 0,1-2-19 0 0,1 1 0 0 0,1-1-1 0 0,0 1 1 0 0,-2 16 0 0 0,6-27 38 0 0,0 1-1 0 0,0-1 1 0 0,1 0 0 0 0,0 0-1 0 0,0 1 1 0 0,0-1 0 0 0,0 0-1 0 0,1 0 1 0 0,-1 1 0 0 0,1-1-1 0 0,0 0 1 0 0,0 0 0 0 0,1 0 0 0 0,2 5-1 0 0,-2-6 0 0 0,0 0 1 0 0,0 0-1 0 0,0-1 0 0 0,1 1 0 0 0,-1-1 1 0 0,1 0-1 0 0,0 0 0 0 0,0 0 0 0 0,0 0 1 0 0,0 0-1 0 0,0 0 0 0 0,0-1 0 0 0,0 1 1 0 0,0-1-1 0 0,1 0 0 0 0,-1 0 0 0 0,7 1 1 0 0,4 0 4 0 0,1-1 0 0 0,0 0 1 0 0,0 0-1 0 0,-1-2 0 0 0,1 0 1 0 0,0-1-1 0 0,-1 0 0 0 0,1-1 1 0 0,-1 0-1 0 0,0-2 0 0 0,0 1 1 0 0,0-2-1 0 0,-1 0 1 0 0,0 0-1 0 0,17-12 0 0 0,-10 5 24 0 0,-1-1-1 0 0,0-1 1 0 0,-1 0-1 0 0,-1-2 1 0 0,0 0 0 0 0,-1-1-1 0 0,-1 0 1 0 0,21-36-1 0 0,-80 170 874 0 0,-73 238 3092 0 0,9-24-2104 0 0,74-238-1362 0 0,-59 112-1 0 0,76-174-253 0 0,-1 0 0 0 0,-1 0 0 0 0,-1-2 0 0 0,-2 0 1 0 0,-1-2-1 0 0,-1 0 0 0 0,-32 26 0 0 0,50-47-187 0 0,-1-1 0 0 0,1 1 0 0 0,-1-1 0 0 0,0-1 0 0 0,0 1 0 0 0,0-1 0 0 0,0 0 1 0 0,0-1-1 0 0,-1 1 0 0 0,1-2 0 0 0,-1 1 0 0 0,0-1 0 0 0,-9 1 0 0 0,13-2-70 0 0,1-1 0 0 0,-1 1 1 0 0,0-1-1 0 0,0 1 0 0 0,1-1 0 0 0,-1 0 0 0 0,1-1 1 0 0,-1 1-1 0 0,1 0 0 0 0,-1-1 0 0 0,1 0 1 0 0,0 0-1 0 0,0 0 0 0 0,0 0 0 0 0,0-1 0 0 0,0 1 1 0 0,0-1-1 0 0,0 1 0 0 0,1-1 0 0 0,0 0 0 0 0,-1 0 1 0 0,1 0-1 0 0,0 0 0 0 0,1-1 0 0 0,-1 1 0 0 0,0-1 1 0 0,1 1-1 0 0,-2-8 0 0 0,0 1-7 0 0,1 0-1 0 0,1 0 1 0 0,0-1-1 0 0,0 1 1 0 0,1 0-1 0 0,0-1 1 0 0,1 1-1 0 0,0-1 1 0 0,1 1 0 0 0,0 0-1 0 0,0 0 1 0 0,1 0-1 0 0,8-18 1 0 0,0 5-26 0 0,0 0 1 0 0,2 0 0 0 0,0 2 0 0 0,24-30-1 0 0,-10 19-550 0 0,1 2-1 0 0,2 0 0 0 0,0 2 1 0 0,2 2-1 0 0,69-45 1 0 0,-57 45-2019 0 0,59-24 1 0 0,53-7-5932 0 0,-101 39 2706 0 0,-29 9 1175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13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1084 0 0,'1'-4'359'0'0,"1"-1"0"0"0,0 1 1 0 0,0-1-1 0 0,1 1 0 0 0,-1 0 0 0 0,1 0 0 0 0,0 0 0 0 0,0 0 0 0 0,1 1 1 0 0,-1-1-1 0 0,1 1 0 0 0,-1 0 0 0 0,1 0 0 0 0,0 0 0 0 0,0 0 0 0 0,6-2 0 0 0,-8 4-263 0 0,1 0-1 0 0,0 0 1 0 0,0 1-1 0 0,0-1 1 0 0,0 1-1 0 0,0-1 1 0 0,-1 1-1 0 0,1 0 1 0 0,0 0-1 0 0,0 0 0 0 0,0 1 1 0 0,0-1-1 0 0,0 1 1 0 0,0-1-1 0 0,-1 1 1 0 0,1 0-1 0 0,0 0 1 0 0,0 1-1 0 0,-1-1 1 0 0,1 0-1 0 0,-1 1 0 0 0,1-1 1 0 0,-1 1-1 0 0,0 0 1 0 0,0 0-1 0 0,1 0 1 0 0,2 4-1 0 0,0 1 60 0 0,0-1-1 0 0,-1 1 0 0 0,0 0 1 0 0,0 0-1 0 0,0 1 0 0 0,-1-1 1 0 0,0 1-1 0 0,-1-1 0 0 0,0 1 1 0 0,0 0-1 0 0,-1 0 0 0 0,2 15 1 0 0,-2-6 10 0 0,-1 0 0 0 0,-1 0 0 0 0,0 0 0 0 0,-1 0 0 0 0,-5 19 0 0 0,2-17 2 0 0,-1-1 1 0 0,0 1 0 0 0,-2-1 0 0 0,0-1 0 0 0,-1 1 0 0 0,-1-1 0 0 0,0-1 0 0 0,-1 0 0 0 0,-1-1 0 0 0,-25 27 0 0 0,36-42-157 0 0,1 0-1 0 0,-1 1 1 0 0,1-1 0 0 0,-1 1-1 0 0,1-1 1 0 0,-1 1 0 0 0,1-1 0 0 0,-1 0-1 0 0,1 1 1 0 0,-1-1 0 0 0,0 0-1 0 0,1 0 1 0 0,-1 0 0 0 0,0 1-1 0 0,1-1 1 0 0,-1 0 0 0 0,0 0-1 0 0,1 0 1 0 0,-1 0 0 0 0,0 0-1 0 0,1 0 1 0 0,-1 0 0 0 0,0 0 0 0 0,1 0-1 0 0,-1-1 1 0 0,1 1 0 0 0,-1 0-1 0 0,0 0 1 0 0,1 0 0 0 0,-1-1-1 0 0,0 1 1 0 0,1 0 0 0 0,-1-1-1 0 0,1 1 1 0 0,-1-1 0 0 0,1 1 0 0 0,-1 0-1 0 0,1-1 1 0 0,-1 1 0 0 0,1-1-1 0 0,0 1 1 0 0,-1-1 0 0 0,1 0-1 0 0,0 1 1 0 0,-1-1 0 0 0,1 1-1 0 0,0-1 1 0 0,0 0 0 0 0,-1 1-1 0 0,1-1 1 0 0,0 0 0 0 0,0 1 0 0 0,0-1-1 0 0,0 0 1 0 0,0 1 0 0 0,0-1-1 0 0,0 1 1 0 0,0-1 0 0 0,0 0-1 0 0,0 0 1 0 0,2-7-4 0 0,-1 0 0 0 0,1 0 0 0 0,0 0 0 0 0,0 0 0 0 0,1 1 0 0 0,0-1 1 0 0,1 1-1 0 0,6-11 0 0 0,2-1-50 0 0,25-30 1 0 0,-19 29 7 0 0,-1 1-1 0 0,2 1 1 0 0,1 0 0 0 0,41-27 0 0 0,-51 38 22 0 0,0 1 1 0 0,0 0-1 0 0,1 1 1 0 0,0 0-1 0 0,0 1 1 0 0,1 0-1 0 0,-1 1 1 0 0,1 0-1 0 0,0 1 1 0 0,0 0-1 0 0,0 1 1 0 0,0 0 0 0 0,12 1-1 0 0,-19 0 19 0 0,0 1-1 0 0,0 0 1 0 0,0 0 0 0 0,0 0-1 0 0,0 0 1 0 0,0 1 0 0 0,0 0 0 0 0,0 0-1 0 0,-1 0 1 0 0,1 1 0 0 0,-1 0-1 0 0,0 0 1 0 0,1 0 0 0 0,-1 0-1 0 0,-1 0 1 0 0,1 1 0 0 0,0 0-1 0 0,-1-1 1 0 0,0 1 0 0 0,0 1-1 0 0,0-1 1 0 0,0 0 0 0 0,-1 1 0 0 0,4 7-1 0 0,-4-3 15 0 0,1 0 0 0 0,-1-1 0 0 0,0 1 0 0 0,-1 0-1 0 0,0 0 1 0 0,-1 0 0 0 0,0 0 0 0 0,0 1 0 0 0,-1-1 0 0 0,0 0 0 0 0,0 0-1 0 0,-1-1 1 0 0,-3 11 0 0 0,-2 0 83 0 0,-16 29 0 0 0,18-37-63 0 0,4-9-45 0 0,-5-1-97 0 0,0 0-70 0 0,6-13 24 0 0,4 0 111 0 0,0 0-1 0 0,0 0 0 0 0,1 1 0 0 0,1-1 0 0 0,0 1 0 0 0,0 0 0 0 0,1 1 0 0 0,1-1 1 0 0,14-15-1 0 0,-2 5-44 0 0,2 0 0 0 0,0 2 1 0 0,29-21-1 0 0,-28 24 65 0 0,1 1-1 0 0,30-15 1 0 0,-45 26 13 0 0,0 0 0 0 0,0 1 0 0 0,0 0 0 0 0,1 0 0 0 0,-1 1 0 0 0,0 0 0 0 0,1 1-1 0 0,0 0 1 0 0,18 1 0 0 0,-26 0 24 0 0,0 0 0 0 0,1 0-1 0 0,-1 1 1 0 0,0-1 0 0 0,0 1 0 0 0,0-1-1 0 0,0 1 1 0 0,1 0 0 0 0,-1 0-1 0 0,0 0 1 0 0,0 0 0 0 0,0 0 0 0 0,-1 0-1 0 0,1 1 1 0 0,0-1 0 0 0,0 1-1 0 0,-1-1 1 0 0,1 1 0 0 0,-1 0 0 0 0,3 2-1 0 0,-3-1 15 0 0,1 0 0 0 0,-1 1-1 0 0,0-1 1 0 0,0 0 0 0 0,0 1-1 0 0,-1-1 1 0 0,1 0-1 0 0,-1 1 1 0 0,0-1 0 0 0,0 0-1 0 0,0 1 1 0 0,-1 3 0 0 0,-1 9 47 0 0,-2 0-1 0 0,0 0 1 0 0,-1 0 0 0 0,-9 20 0 0 0,13-34-88 0 0,-28 56 137 0 0,21-42-916 0 0,0 0-1 0 0,0 0 1 0 0,-7 27-1 0 0,14-42 594 0 0,1 1 0 0 0,0-1 0 0 0,-1 1 0 0 0,1-1-1 0 0,0 1 1 0 0,0-1 0 0 0,0 1 0 0 0,0-1 0 0 0,0 1-1 0 0,0-1 1 0 0,0 1 0 0 0,1-1 0 0 0,-1 1-1 0 0,1-1 1 0 0,-1 1 0 0 0,1-1 0 0 0,0 2 0 0 0,0-2-49 0 0,-1-1 0 0 0,1 1 0 0 0,-1-1 0 0 0,1 1 0 0 0,0-1 1 0 0,-1 1-1 0 0,1-1 0 0 0,0 1 0 0 0,-1-1 0 0 0,1 0 0 0 0,0 1 1 0 0,0-1-1 0 0,-1 0 0 0 0,1 0 0 0 0,1 1 0 0 0,17 2-2667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15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228 724 2180 0 0,'32'-48'5919'0'0,"-30"44"-5378"0"0,1-1 0 0 0,-1 1 0 0 0,-1-1 0 0 0,1 1 1 0 0,-1-1-1 0 0,1 0 0 0 0,-1 0 0 0 0,0-9 0 0 0,-1 13-517 0 0,0 1-1 0 0,0-1 1 0 0,0 0-1 0 0,0 1 1 0 0,0-1-1 0 0,-1 1 1 0 0,1-1-1 0 0,0 0 1 0 0,-1 1-1 0 0,1-1 1 0 0,0 1-1 0 0,-1-1 1 0 0,1 1-1 0 0,0-1 0 0 0,-1 1 1 0 0,1 0-1 0 0,-1-1 1 0 0,1 1-1 0 0,-1-1 1 0 0,1 1-1 0 0,-1 0 1 0 0,1-1-1 0 0,-1 1 1 0 0,0 0-1 0 0,1 0 1 0 0,-1 0-1 0 0,1-1 1 0 0,-1 1-1 0 0,0 0 1 0 0,1 0-1 0 0,-1 0 1 0 0,1 0-1 0 0,-1 0 1 0 0,0 0-1 0 0,0 0 1 0 0,-21 2 194 0 0,12 2-177 0 0,-1 0 1 0 0,1 0-1 0 0,0 1 1 0 0,0 0-1 0 0,1 1 1 0 0,-1 0-1 0 0,1 0 1 0 0,-15 16-1 0 0,3-2-2 0 0,2 1-1 0 0,-21 29 0 0 0,33-41-38 0 0,0 0 0 0 0,1 0-1 0 0,0 1 1 0 0,1 0 0 0 0,0 0 0 0 0,1 1-1 0 0,0-1 1 0 0,-5 22 0 0 0,9-14-26 0 0,5-11 46 0 0,-2-5-49 0 0,0 0 1 0 0,0-1 0 0 0,0 1-1 0 0,0-1 1 0 0,1 0 0 0 0,-1 0 0 0 0,0 0-1 0 0,1 0 1 0 0,-1-1 0 0 0,0 1-1 0 0,1-1 1 0 0,-1 0 0 0 0,1 0 0 0 0,-1 0-1 0 0,1 0 1 0 0,-1-1 0 0 0,0 1-1 0 0,1-1 1 0 0,-1 0 0 0 0,0 0-1 0 0,1 0 1 0 0,2-2 0 0 0,-2 1-28 0 0,17-6-209 0 0,-1-1 0 0 0,0-1-1 0 0,-1-1 1 0 0,0-1 0 0 0,0 0 0 0 0,24-23 0 0 0,-20 15 228 0 0,-1-2 0 0 0,-1-1 0 0 0,-1 0 0 0 0,19-30 1 0 0,-16 22 518 0 0,-22 29-389 0 0,-13 20-38 0 0,-7 15 225 0 0,2 0 0 0 0,2 2 0 0 0,0 0 0 0 0,3 0 0 0 0,1 2 0 0 0,-8 45 0 0 0,17-75-256 0 0,1-1-1 0 0,1 1 1 0 0,-1-1-1 0 0,1 0 1 0 0,0 1 0 0 0,0-1-1 0 0,3 12 1 0 0,-3-15-17 0 0,1-1 0 0 0,-1 0 0 0 0,1 0 0 0 0,0 0 1 0 0,0 0-1 0 0,0-1 0 0 0,0 1 0 0 0,0 0 0 0 0,0 0 0 0 0,0 0 0 0 0,1-1 1 0 0,-1 1-1 0 0,1-1 0 0 0,-1 1 0 0 0,1-1 0 0 0,0 0 0 0 0,-1 1 1 0 0,1-1-1 0 0,0 0 0 0 0,0 0 0 0 0,0 0 0 0 0,0-1 0 0 0,0 1 1 0 0,0 0-1 0 0,0-1 0 0 0,3 1 0 0 0,5 0 2 0 0,-1 0 1 0 0,0-1-1 0 0,1-1 0 0 0,-1 1 1 0 0,0-1-1 0 0,0-1 0 0 0,1 0 1 0 0,-1 0-1 0 0,0-1 0 0 0,-1 0 1 0 0,10-5-1 0 0,11-6 4 0 0,50-34 0 0 0,-44 23-37 0 0,-2-1-1 0 0,0-2 1 0 0,-2-2-1 0 0,-1-1 1 0 0,-2-1 0 0 0,-1-1-1 0 0,-1-2 1 0 0,40-72 0 0 0,-29 34-59 0 0,-2-1 1 0 0,-4-2 0 0 0,37-140-1 0 0,-42 82 155 0 0,-21 104-26 0 0,-5 30-46 0 0,0-1 1 0 0,0 1 0 0 0,0-1 0 0 0,0 1-1 0 0,0-1 1 0 0,1 1 0 0 0,-1-1 0 0 0,0 1 0 0 0,0-1-1 0 0,0 1 1 0 0,0-1 0 0 0,-1 1 0 0 0,1 0-1 0 0,0-1 1 0 0,0 1 0 0 0,0-1 0 0 0,0 1-1 0 0,0-1 1 0 0,-1 1 0 0 0,1-1 0 0 0,0 1-1 0 0,0-1 1 0 0,-1 1 0 0 0,1-1 0 0 0,-9 4 56 0 0,-11 16 59 0 0,-13 41-46 0 0,2 2-1 0 0,-33 96 0 0 0,23-54-197 0 0,35-91 132 0 0,-84 218 222 0 0,75-182 4 0 0,1 0 1 0 0,-13 93 0 0 0,26-136-201 0 0,0 0 0 0 0,1 1 0 0 0,0-1-1 0 0,0 0 1 0 0,0 0 0 0 0,1 1 0 0 0,0-1 0 0 0,1 0 0 0 0,-1 0 0 0 0,1 0 0 0 0,0 0 0 0 0,1 0 0 0 0,3 7 0 0 0,-4-10-17 0 0,1 1 1 0 0,-1-1 0 0 0,1 0-1 0 0,0-1 1 0 0,0 1 0 0 0,0 0-1 0 0,0-1 1 0 0,0 0 0 0 0,0 0-1 0 0,1 0 1 0 0,-1 0-1 0 0,1 0 1 0 0,-1 0 0 0 0,1-1-1 0 0,0 0 1 0 0,0 0 0 0 0,0 0-1 0 0,0 0 1 0 0,-1-1 0 0 0,1 1-1 0 0,0-1 1 0 0,5 0 0 0 0,7-1-26 0 0,-1-1 1 0 0,0 0-1 0 0,1-1 1 0 0,-1-1-1 0 0,0 0 1 0 0,-1-1-1 0 0,1-1 1 0 0,-1 0-1 0 0,0-1 1 0 0,0-1-1 0 0,16-11 1 0 0,-1-2-10 0 0,-1-2-1 0 0,-1 0 1 0 0,45-49 0 0 0,-56 53 102 0 0,0-1 0 0 0,20-34-1 0 0,-32 47-62 0 0,0 1-1 0 0,0-1 0 0 0,-1 0 1 0 0,0 0-1 0 0,-1 0 0 0 0,0 0 0 0 0,0-1 1 0 0,0 1-1 0 0,-1-1 0 0 0,0 1 1 0 0,0-1-1 0 0,-1 1 0 0 0,-1-9 1 0 0,1 14-23 0 0,0-1 1 0 0,-1 1 0 0 0,1-1-1 0 0,-1 1 1 0 0,0-1 0 0 0,0 1 0 0 0,0 0-1 0 0,0-1 1 0 0,0 1 0 0 0,0 0-1 0 0,-1 0 1 0 0,1 0 0 0 0,-1 0 0 0 0,0 0-1 0 0,1 0 1 0 0,-1 0 0 0 0,0 1-1 0 0,0-1 1 0 0,0 1 0 0 0,0-1 0 0 0,-5-1-1 0 0,5 2 0 0 0,0 0-1 0 0,0 1 1 0 0,-1-1-1 0 0,1 1 0 0 0,0 0 1 0 0,-1-1-1 0 0,1 1 1 0 0,0 0-1 0 0,0 1 1 0 0,-1-1-1 0 0,1 0 0 0 0,0 1 1 0 0,0-1-1 0 0,-1 1 1 0 0,1-1-1 0 0,0 1 1 0 0,0 0-1 0 0,0 0 0 0 0,0 0 1 0 0,0 1-1 0 0,0-1 1 0 0,0 0-1 0 0,-2 3 1 0 0,2-3-6 0 0,1 0 0 0 0,0 0 1 0 0,0 0-1 0 0,0 0 1 0 0,0 0-1 0 0,0 0 1 0 0,0 0-1 0 0,0 0 0 0 0,0 0 1 0 0,0 0-1 0 0,1 1 1 0 0,-1-1-1 0 0,0 0 1 0 0,1 1-1 0 0,-1-1 0 0 0,1 0 1 0 0,-1 1-1 0 0,1-1 1 0 0,0 1-1 0 0,0-1 1 0 0,-1 1-1 0 0,1-1 0 0 0,0 0 1 0 0,0 1-1 0 0,0-1 1 0 0,1 1-1 0 0,-1-1 1 0 0,0 1-1 0 0,1-1 0 0 0,-1 1 1 0 0,1-1-1 0 0,-1 0 1 0 0,1 1-1 0 0,-1-1 1 0 0,1 0-1 0 0,0 0 0 0 0,0 1 1 0 0,0-1-1 0 0,0 0 1 0 0,-1 0-1 0 0,2 0 1 0 0,-1 0-1 0 0,0 0 0 0 0,0 0 1 0 0,0 0-1 0 0,0-1 1 0 0,2 2-1 0 0,4 3 31 0 0,1 0-1 0 0,0-1 1 0 0,0 0 0 0 0,0 0-1 0 0,16 5 1 0 0,-7-6 20 0 0,-1 0 0 0 0,1 0 1 0 0,-1-2-1 0 0,1 0 0 0 0,0-1 0 0 0,0-1 0 0 0,0 0 0 0 0,-1-1 0 0 0,1-1 1 0 0,-1-1-1 0 0,0 0 0 0 0,1-1 0 0 0,23-11 0 0 0,-33 12 28 0 0,1 0-1 0 0,-1 0 1 0 0,0 0-1 0 0,-1-1 1 0 0,11-9 0 0 0,-16 13-60 0 0,-4 1-26 0 0,0 0 9 0 0,0 1 0 0 0,0-1 1 0 0,1 1-1 0 0,-1-1 0 0 0,0 1 0 0 0,0 0 0 0 0,1 0 1 0 0,-1 1-1 0 0,0-1 0 0 0,1 0 0 0 0,-4 3 0 0 0,-31 24-170 0 0,28-21 184 0 0,-6 6 0 0 0,-1 1 1 0 0,2 0 0 0 0,0 1 0 0 0,0 1-1 0 0,-16 26 1 0 0,23-31 25 0 0,0 0 0 0 0,1 1 0 0 0,0 0 0 0 0,1 0 0 0 0,1 0 0 0 0,0 1 0 0 0,0-1 0 0 0,1 1 0 0 0,-2 22 0 0 0,5-32-7 0 0,0 1-1 0 0,0 0 1 0 0,0-1 0 0 0,1 1-1 0 0,-1-1 1 0 0,1 1-1 0 0,0 0 1 0 0,0-1 0 0 0,0 1-1 0 0,0-1 1 0 0,1 0-1 0 0,-1 1 1 0 0,1-1 0 0 0,0 0-1 0 0,0 0 1 0 0,4 4-1 0 0,-3-3-1 0 0,1 0-1 0 0,1-1 0 0 0,-1 1 0 0 0,0-1 0 0 0,1 0 1 0 0,0-1-1 0 0,-1 1 0 0 0,1-1 0 0 0,0 0 0 0 0,7 2 1 0 0,1 0-18 0 0,1-1 0 0 0,0-1 0 0 0,0 0 0 0 0,0-1 1 0 0,1-1-1 0 0,-1 0 0 0 0,25-4 0 0 0,-19 0-102 0 0,1-1-1 0 0,-1-1 0 0 0,-1-1 0 0 0,1 0 1 0 0,-1-2-1 0 0,0 0 0 0 0,-1-2 0 0 0,0 0 1 0 0,-1 0-1 0 0,0-2 0 0 0,-1 0 0 0 0,0-1 1 0 0,-1 0-1 0 0,-1-2 0 0 0,0 0 0 0 0,-1 0 1 0 0,-1-1-1 0 0,0 0 0 0 0,13-29 0 0 0,-15 21 931 0 0,9-37-1 0 0,-16 51-715 0 0,-2 9 46 0 0,-3 4-212 0 0,-3 4 96 0 0,0 1 1 0 0,1 0-1 0 0,-1 0 0 0 0,1 0 0 0 0,1 0 0 0 0,0 1 0 0 0,0-1 1 0 0,0 1-1 0 0,-2 12 0 0 0,-3 4 250 0 0,-29 108 1134 0 0,32-111-1263 0 0,2 0 0 0 0,1 1 0 0 0,0-1 0 0 0,3 30 0 0 0,-1-48-147 0 0,0 0 0 0 0,0 0-1 0 0,1 0 1 0 0,0-1 0 0 0,-1 1-1 0 0,1 0 1 0 0,0-1 0 0 0,0 1-1 0 0,3 4 1 0 0,-3-6-13 0 0,0 0 1 0 0,0 0 0 0 0,0 0-1 0 0,0 0 1 0 0,0 0-1 0 0,0 0 1 0 0,0 0 0 0 0,1 0-1 0 0,-1 0 1 0 0,0-1-1 0 0,0 1 1 0 0,1 0-1 0 0,-1-1 1 0 0,0 1 0 0 0,1-1-1 0 0,-1 0 1 0 0,1 1-1 0 0,-1-1 1 0 0,1 0 0 0 0,-1 0-1 0 0,1 0 1 0 0,-1 0-1 0 0,2 0 1 0 0,8-2-395 0 0,-1 0 0 0 0,0 0 0 0 0,1-1 0 0 0,-1-1 0 0 0,0 1 0 0 0,-1-2 0 0 0,1 1 0 0 0,-1-2 0 0 0,0 1 0 0 0,0-1 0 0 0,16-14 0 0 0,-3 0-1985 0 0,0-1 0 0 0,-1-1 1 0 0,20-27-1 0 0,-23 23-2117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15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110 111 452 0 0,'-13'-17'2580'0'0,"0"1"0"0"0,-1 0 0 0 0,-1 2 0 0 0,-23-20 0 0 0,34 31-2068 0 0,-9-8-1695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15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0 200 0 0,'-268'24'14235'0'0,"301"-27"-13725"0"0,50 3 1 0 0,-52 1-454 0 0,220 8-3331 0 0,-83 0-2599 0 0,-107-5 1911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15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14 2156 0 0,'0'0'18137'0'0,"-18"-12"-13444"0"0,10 11-4635 0 0,0 0 1 0 0,0 1-1 0 0,0 0 1 0 0,0 1 0 0 0,0 0-1 0 0,0 0 1 0 0,0 0-1 0 0,0 1 1 0 0,0 0 0 0 0,1 1-1 0 0,-12 5 1 0 0,-9 5-69 0 0,-44 27 1 0 0,56-30 1 0 0,0 1 1 0 0,1 1 0 0 0,0 0 0 0 0,-13 14 0 0 0,23-20-2 0 0,0 0 0 0 0,0 0 0 0 0,0 0 0 0 0,0 1 0 0 0,1-1 1 0 0,0 1-1 0 0,1 0 0 0 0,0 0 0 0 0,0 1 0 0 0,0-1 0 0 0,1 1 0 0 0,-2 11 0 0 0,3-16-40 0 0,1 0-1 0 0,0 1 1 0 0,0-1-1 0 0,0 0 1 0 0,1 1 0 0 0,-1-1-1 0 0,1 0 1 0 0,0 0-1 0 0,0 1 1 0 0,0-1-1 0 0,0 0 1 0 0,0 0-1 0 0,1 0 1 0 0,2 5-1 0 0,0-4-222 0 0,0 1 0 0 0,-1-1 1 0 0,1 0-1 0 0,1 0 0 0 0,-1 0 0 0 0,1 0 0 0 0,8 4 0 0 0,5 2-1038 0 0,0-2 0 0 0,0 0-1 0 0,34 8 1 0 0,-26-9-244 0 0,0-2 0 0 0,0-1 0 0 0,1-2 0 0 0,-1 0 0 0 0,1-1 0 0 0,37-5 0 0 0,-16-1-2524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16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296 228 1796 0 0,'0'-2'455'0'0,"0"-1"1"0"0,0 1-1 0 0,0 0 0 0 0,0 0 1 0 0,-1 0-1 0 0,1 0 0 0 0,0 0 1 0 0,-1 0-1 0 0,0 0 0 0 0,1 0 0 0 0,-1 0 1 0 0,0 0-1 0 0,0 1 0 0 0,0-1 1 0 0,0 0-1 0 0,0 0 0 0 0,0 1 1 0 0,-1-1-1 0 0,1 1 0 0 0,-1-1 0 0 0,1 1 1 0 0,-4-3-1 0 0,3 3-226 0 0,0 0-1 0 0,0 0 1 0 0,0 1-1 0 0,0-1 1 0 0,-1 1-1 0 0,1-1 1 0 0,0 1 0 0 0,0 0-1 0 0,-1-1 1 0 0,1 1-1 0 0,0 0 1 0 0,-5 1-1 0 0,5-1 32 0 0,-17 16 1303 0 0,20-15-1511 0 0,-1 0-1 0 0,0 0 0 0 0,1 0 1 0 0,-1 0-1 0 0,1 0 0 0 0,-1 0 1 0 0,1 0-1 0 0,-1 0 1 0 0,1 0-1 0 0,0 0 0 0 0,-1-1 1 0 0,1 1-1 0 0,0 0 0 0 0,0 0 1 0 0,0-1-1 0 0,0 1 1 0 0,0 0-1 0 0,0-1 0 0 0,0 1 1 0 0,1 0-1 0 0,2 1 35 0 0,0-1 0 0 0,0 0 0 0 0,0 0 0 0 0,0 0 0 0 0,8 1 0 0 0,-4-2-38 0 0,0 0-1 0 0,-1 0 1 0 0,1 0-1 0 0,-1-1 1 0 0,1 0-1 0 0,10-3 1 0 0,-12 1-52 0 0,0 0 1 0 0,1 0 0 0 0,-2-1-1 0 0,1 0 1 0 0,0 0 0 0 0,-1 0-1 0 0,1 0 1 0 0,-1-1 0 0 0,-1 0-1 0 0,1 0 1 0 0,5-8-1 0 0,-7 8-11 0 0,1 0 0 0 0,-1 0-1 0 0,0 0 1 0 0,-1 0-1 0 0,1-1 1 0 0,-1 1-1 0 0,0-1 1 0 0,-1 1-1 0 0,1-1 1 0 0,-1 0-1 0 0,0 0 1 0 0,0 1 0 0 0,-1-12-1 0 0,0 15 6 0 0,0-1 1 0 0,-1 1-1 0 0,1 0 0 0 0,-1 0 1 0 0,1 0-1 0 0,-1 0 1 0 0,0 0-1 0 0,0 0 0 0 0,0 0 1 0 0,0 0-1 0 0,0 0 0 0 0,0 0 1 0 0,0 0-1 0 0,-1 0 0 0 0,1 1 1 0 0,-1-1-1 0 0,1 0 1 0 0,-1 1-1 0 0,-3-3 0 0 0,1 2-5 0 0,1 0-1 0 0,-1 0 1 0 0,0 1-1 0 0,0 0 1 0 0,0-1-1 0 0,0 1 1 0 0,0 1-1 0 0,0-1 1 0 0,0 1-1 0 0,-5-1 1 0 0,-5 1-37 0 0,0 1 0 0 0,0 1 0 0 0,1 0 0 0 0,-1 1 0 0 0,-20 6 0 0 0,13-1 33 0 0,0 0 1 0 0,1 1 0 0 0,1 1 0 0 0,0 1-1 0 0,-31 23 1 0 0,40-26 26 0 0,0 1 0 0 0,0-1 0 0 0,1 1 0 0 0,0 1 0 0 0,1 0 0 0 0,0 0 0 0 0,1 1 0 0 0,0 0 0 0 0,1 0 0 0 0,0 1 0 0 0,-6 14 0 0 0,11-23 11 0 0,0 1 1 0 0,0-1 0 0 0,0 1 0 0 0,1-1-1 0 0,-1 1 1 0 0,1 0 0 0 0,0-1-1 0 0,0 1 1 0 0,0 0 0 0 0,0-1 0 0 0,1 1-1 0 0,-1-1 1 0 0,1 1 0 0 0,0-1 0 0 0,0 1-1 0 0,0-1 1 0 0,1 1 0 0 0,-1-1 0 0 0,1 0-1 0 0,0 0 1 0 0,0 0 0 0 0,0 0-1 0 0,0 0 1 0 0,0 0 0 0 0,1 0 0 0 0,-1-1-1 0 0,1 1 1 0 0,0-1 0 0 0,0 0 0 0 0,0 0-1 0 0,0 0 1 0 0,0 0 0 0 0,4 2-1 0 0,6 2 29 0 0,0-1 0 0 0,0 0 0 0 0,1-1 0 0 0,-1 0 0 0 0,1-1-1 0 0,0 0 1 0 0,18 0 0 0 0,11-1-62 0 0,0-2 0 0 0,0-2 1 0 0,0-2-1 0 0,-1-1 0 0 0,0-3 0 0 0,0-1 0 0 0,49-18 0 0 0,-31 5-82 0 0,-2-3-1 0 0,0-2 0 0 0,-1-3 1 0 0,61-43-1 0 0,-104 64 111 0 0,0-1-1 0 0,0-1 1 0 0,-1 0-1 0 0,-1-1 1 0 0,0 0-1 0 0,0-1 1 0 0,14-21-1 0 0,-26 33-14 0 0,1-1 0 0 0,-1 1 0 0 0,1-1 0 0 0,-1 1 0 0 0,0-1 0 0 0,1 1 1 0 0,-1-1-1 0 0,0 1 0 0 0,0-1 0 0 0,0 1 0 0 0,-1-1 0 0 0,1 1 0 0 0,0-1 0 0 0,0 1 0 0 0,-1-1 0 0 0,1 1 0 0 0,-1-1 0 0 0,1 1 0 0 0,-1 0 0 0 0,0-1 1 0 0,1 1-1 0 0,-1 0 0 0 0,0-1 0 0 0,0 1 0 0 0,0 0 0 0 0,0 0 0 0 0,0 0 0 0 0,0 0 0 0 0,0 0 0 0 0,-1 0 0 0 0,1 0 0 0 0,-2-1 0 0 0,1 1 63 0 0,-1 1-118 0 0,1 0 44 0 0,0 0 1 0 0,0 0 0 0 0,1 0-1 0 0,-1 0 1 0 0,0 0-1 0 0,0 1 1 0 0,1-1 0 0 0,-1 1-1 0 0,0-1 1 0 0,1 1-1 0 0,-1-1 1 0 0,0 1 0 0 0,1 0-1 0 0,-1 0 1 0 0,1-1-1 0 0,-1 1 1 0 0,1 1 0 0 0,0-1-1 0 0,-1 0 1 0 0,1 0-1 0 0,0 0 1 0 0,0 1 0 0 0,0-1-1 0 0,0 0 1 0 0,0 1-1 0 0,0-1 1 0 0,0 1 0 0 0,0-1-1 0 0,0 1 1 0 0,1 0-1 0 0,-1-1 1 0 0,0 3 0 0 0,1 1 12 0 0,-1 0 1 0 0,1-1-1 0 0,0 1 0 0 0,1 0 1 0 0,-1 0-1 0 0,1-1 1 0 0,0 1-1 0 0,0 0 1 0 0,0-1-1 0 0,1 1 1 0 0,-1-1-1 0 0,1 1 0 0 0,0-1 1 0 0,5 7-1 0 0,1 5 5 0 0,1 0 13 0 0,17 25 0 0 0,-19-31 219 0 0,0 0-1 0 0,-1 1 0 0 0,0 0 0 0 0,0-1 0 0 0,-1 2 1 0 0,7 22-1 0 0,-12-32-170 0 0,0 0 0 0 0,1 0 1 0 0,-1 0-1 0 0,0-1 0 0 0,0 1 0 0 0,0 0 0 0 0,0 0 1 0 0,-1 0-1 0 0,1 0 0 0 0,0-1 0 0 0,-1 1 1 0 0,1 0-1 0 0,-1 0 0 0 0,0-1 0 0 0,1 1 1 0 0,-1 0-1 0 0,0-1 0 0 0,0 1 0 0 0,0 0 1 0 0,0-1-1 0 0,-3 3 0 0 0,1-1 31 0 0,-1 0 0 0 0,1 0-1 0 0,-1-1 1 0 0,0 1 0 0 0,0-1 0 0 0,0 0 0 0 0,-1 0 0 0 0,-6 2-1 0 0,-5 1 55 0 0,0-1 0 0 0,0-1 0 0 0,0-1 0 0 0,-19 1 0 0 0,15-2-47 0 0,-1-2 0 0 0,1 0-1 0 0,0-1 1 0 0,-30-7 0 0 0,40 6-524 0 0,-1 0 1 0 0,1 0 0 0 0,0-1 0 0 0,0 0 0 0 0,1-1 0 0 0,-1 0 0 0 0,1-1 0 0 0,0 1 0 0 0,1-2 0 0 0,-11-8 0 0 0,17 13 11 0 0,1 0-1 0 0,-1 0 1 0 0,1 0 0 0 0,-1 0 0 0 0,1 0 0 0 0,-1 0 0 0 0,1 0 0 0 0,0-1 0 0 0,-1-3-1 0 0,1 4-64 0 0,1 1-1 0 0,0 0 0 0 0,0-1 0 0 0,-1 1 1 0 0,1 0-1 0 0,0-1 0 0 0,0 1 0 0 0,1-1 1 0 0,-1 1-1 0 0,0 0 0 0 0,0-1 1 0 0,1 0-1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16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9 120 0 0,'22'8'3540'0'0,"-3"-2"-971"0"0,-2 0-237 0 0,-5-2 1312 0 0,10 1-1068 0 0,-9-2-239 0 0,-3-8-1785 0 0,-18 2-904 0 0,-12-6-1589 0 0,-2 4 109 0 0,-7-3-2392 0 0,-12-2-2693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18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1193 131 320 0 0,'4'-14'2694'0'0,"-1"0"-1"0"0,2-16 1 0 0,-4 25-2398 0 0,-1 0-1 0 0,0 1 0 0 0,0-1 1 0 0,0 1-1 0 0,-1-1 0 0 0,0 1 1 0 0,1-1-1 0 0,-2 1 1 0 0,1-1-1 0 0,-3-7 0 0 0,3 11-276 0 0,0 0-1 0 0,0 0 0 0 0,0 0 1 0 0,0 0-1 0 0,0 0 0 0 0,0 0 1 0 0,0 0-1 0 0,0 0 1 0 0,-1 0-1 0 0,1 0 0 0 0,0 1 1 0 0,0-1-1 0 0,-1 1 0 0 0,1-1 1 0 0,0 1-1 0 0,-1-1 0 0 0,1 1 1 0 0,-1 0-1 0 0,1-1 0 0 0,0 1 1 0 0,-1 0-1 0 0,1 0 0 0 0,-1 0 1 0 0,1 0-1 0 0,0 1 0 0 0,-4-1 1 0 0,-16 7 40 0 0,0 0 0 0 0,1 1 0 0 0,0 1 1 0 0,0 0-1 0 0,-36 25 0 0 0,-89 74 381 0 0,43-23-49 0 0,4 5-1 0 0,-88 106 1 0 0,79-69-36 0 0,-109 170 0 0 0,189-254-225 0 0,-42 88 0 0 0,59-106-97 0 0,0 0 0 0 0,2 0 0 0 0,1 0-1 0 0,1 1 1 0 0,-3 36 0 0 0,8-53-16 0 0,1 1 0 0 0,0-1 0 0 0,0 0-1 0 0,1 0 1 0 0,0 1 0 0 0,1-1 0 0 0,0 0 0 0 0,1 0 0 0 0,0 0-1 0 0,0-1 1 0 0,1 1 0 0 0,0-1 0 0 0,0 0 0 0 0,1 0 0 0 0,0 0-1 0 0,0 0 1 0 0,1-1 0 0 0,11 11 0 0 0,-8-9-123 0 0,1-1 0 0 0,1 0 0 0 0,0 0 0 0 0,0-1 1 0 0,0 0-1 0 0,1-1 0 0 0,0-1 0 0 0,0 0 0 0 0,1 0 0 0 0,-1-1 0 0 0,1-1 0 0 0,17 3 0 0 0,-5-3-1755 0 0,1-1-1 0 0,-1-1 1 0 0,46-5-1 0 0,-26-1-2511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19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658 211 2124 0 0,'-2'-17'2220'0'0,"-1"0"0"0"0,0 0 0 0 0,-9-22 0 0 0,6 20-678 0 0,-2 0 1 0 0,-16-27-1 0 0,23 43-1487 0 0,-1 1 1 0 0,1-1-1 0 0,-1 1 1 0 0,0 0-1 0 0,0-1 1 0 0,0 1-1 0 0,0 0 1 0 0,0 0-1 0 0,0 0 1 0 0,-1 1-1 0 0,1-1 1 0 0,0 0 0 0 0,-1 1-1 0 0,0 0 1 0 0,1-1-1 0 0,-1 1 1 0 0,0 0-1 0 0,-4-1 1 0 0,2 2-32 0 0,1 0 1 0 0,-1 0 0 0 0,0 0 0 0 0,1 0 0 0 0,-1 0 0 0 0,0 1-1 0 0,1 0 1 0 0,-1 0 0 0 0,1 0 0 0 0,-8 4 0 0 0,-7 4-45 0 0,0 2 1 0 0,1 0-1 0 0,0 0 1 0 0,-18 17-1 0 0,28-21 67 0 0,-30 25-40 0 0,1 2 1 0 0,2 1-1 0 0,2 2 1 0 0,1 1-1 0 0,2 1 1 0 0,2 2-1 0 0,1 1 1 0 0,2 1-1 0 0,-23 57 1 0 0,39-77 12 0 0,0 0 0 0 0,2 1 1 0 0,-9 42-1 0 0,15-59-10 0 0,0 1 0 0 0,0 0 0 0 0,1 0-1 0 0,-1 0 1 0 0,2 0 0 0 0,-1 0 0 0 0,1 0 0 0 0,1-1 0 0 0,-1 1-1 0 0,1 0 1 0 0,0 0 0 0 0,1-1 0 0 0,0 0 0 0 0,0 1 0 0 0,7 9 0 0 0,-6-12-4 0 0,1 0 0 0 0,0 0 0 0 0,0-1 0 0 0,0 0 0 0 0,0 0 0 0 0,1 0 0 0 0,0-1 0 0 0,-1 1 0 0 0,1-1 0 0 0,1-1 0 0 0,-1 1 0 0 0,0-1 0 0 0,1 0 0 0 0,-1-1 0 0 0,1 1 0 0 0,-1-1 0 0 0,1-1 0 0 0,11 1 0 0 0,2-1-2 0 0,0-1 1 0 0,-1-1-1 0 0,1 0 0 0 0,-1-2 0 0 0,21-5 0 0 0,-33 7 0 0 0,-1-1 0 0 0,0 1 0 0 0,0-1 0 0 0,-1 0-1 0 0,1 0 1 0 0,-1-1 0 0 0,1 0 0 0 0,-1 0 0 0 0,0 0 0 0 0,0 0 0 0 0,-1-1 0 0 0,7-8 0 0 0,-9 10-8 0 0,0 1 0 0 0,-1 0 0 0 0,0 0 1 0 0,1-1-1 0 0,-1 1 0 0 0,0-1 0 0 0,0 1 0 0 0,0-1 1 0 0,-1 1-1 0 0,1-1 0 0 0,-1 0 0 0 0,1 1 1 0 0,-1-1-1 0 0,0 0 0 0 0,0 1 0 0 0,0-1 0 0 0,0 0 1 0 0,-1 1-1 0 0,1-1 0 0 0,-1 0 0 0 0,1 1 0 0 0,-1-1 1 0 0,0 1-1 0 0,0-1 0 0 0,0 1 0 0 0,0-1 0 0 0,-1 1 1 0 0,1 0-1 0 0,-1 0 0 0 0,1-1 0 0 0,-1 1 0 0 0,0 0 1 0 0,-2-2-1 0 0,-57-48-46 0 0,42 38-26 0 0,18 13 49 0 0,1 1 24 0 0,-1 0 0 0 0,1-1 0 0 0,0 1-1 0 0,-1 0 1 0 0,1 0 0 0 0,0-1 0 0 0,0 1 0 0 0,-1 0-1 0 0,1 0 1 0 0,0-1 0 0 0,0 1 0 0 0,-1 0 0 0 0,1-1 0 0 0,0 1-1 0 0,0 0 1 0 0,0-1 0 0 0,-1 1 0 0 0,1 0 0 0 0,0-1-1 0 0,0 1 1 0 0,0-1 0 0 0,0 1 0 0 0,0 0 0 0 0,0-1 0 0 0,0 1-1 0 0,0-1 1 0 0,1-1 2 0 0,-1 0-1 0 0,1 1 1 0 0,0-1-1 0 0,0 0 0 0 0,-1 1 1 0 0,1-1-1 0 0,1 1 1 0 0,-1-1-1 0 0,0 1 1 0 0,0 0-1 0 0,0-1 1 0 0,1 1-1 0 0,-1 0 0 0 0,1 0 1 0 0,-1 0-1 0 0,1 0 1 0 0,-1 0-1 0 0,1 0 1 0 0,0 0-1 0 0,-1 1 1 0 0,1-1-1 0 0,0 1 0 0 0,0-1 1 0 0,2 0-1 0 0,3-1-5 0 0,12-6-26 0 0,0 1 1 0 0,0 1 0 0 0,39-7-1 0 0,57 0-80 0 0,-112 12 113 0 0,1 1 1 0 0,-1 0-1 0 0,0-1 0 0 0,0 1 1 0 0,0 0-1 0 0,0 1 0 0 0,0-1 1 0 0,0 1-1 0 0,0-1 0 0 0,0 1 1 0 0,0 0-1 0 0,0 0 0 0 0,0 0 1 0 0,0 0-1 0 0,0 1 1 0 0,-1-1-1 0 0,1 1 0 0 0,0 0 1 0 0,-1 0-1 0 0,0 0 0 0 0,1 0 1 0 0,-1 0-1 0 0,0 0 0 0 0,0 0 1 0 0,0 1-1 0 0,0-1 0 0 0,0 1 1 0 0,-1 0-1 0 0,1-1 0 0 0,-1 1 1 0 0,0 0-1 0 0,0 0 1 0 0,0 0-1 0 0,0 0 0 0 0,0 0 1 0 0,-1 0-1 0 0,1 0 0 0 0,-1 5 1 0 0,1 7 24 0 0,-1 1-1 0 0,-1-1 1 0 0,0 0 0 0 0,-1 1 0 0 0,-1-1 0 0 0,-5 17 0 0 0,-24 64 195 0 0,21-67-942 0 0,1-1-1 0 0,-11 58 0 0 0,20-85 477 0 0,1 1 0 0 0,0-1 0 0 0,-1 1 0 0 0,1-1 0 0 0,0 1-1 0 0,0-1 1 0 0,0 1 0 0 0,0-1 0 0 0,0 1 0 0 0,0 0 0 0 0,0-1-1 0 0,1 1 1 0 0,-1-1 0 0 0,0 1 0 0 0,1-1 0 0 0,0 0 0 0 0,-1 1-1 0 0,1-1 1 0 0,0 1 0 0 0,-1-1 0 0 0,1 0 0 0 0,0 0 0 0 0,0 1-1 0 0,0-1 1 0 0,0 0 0 0 0,0 0 0 0 0,1 0 0 0 0,-1 0 0 0 0,0 0-1 0 0,0 0 1 0 0,1-1 0 0 0,-1 1 0 0 0,0 0 0 0 0,1-1 0 0 0,-1 1 0 0 0,1-1-1 0 0,2 1 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0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80 1096 0 0,'1'-2'465'0'0,"-1"-1"0"0"0,1 1 0 0 0,-1-1 0 0 0,0 1 1 0 0,0-1-1 0 0,0 1 0 0 0,0-1 0 0 0,0 1 0 0 0,-1-1 0 0 0,1 1 0 0 0,-1-1 0 0 0,1 1 0 0 0,-1-1 0 0 0,0 1 1 0 0,0-1-1 0 0,0 1 0 0 0,0 0 0 0 0,-1 0 0 0 0,1 0 0 0 0,-2-3 0 0 0,1 4-397 0 0,0 0-1 0 0,1 0 0 0 0,-1 0 1 0 0,1 0-1 0 0,-1 0 1 0 0,0 0-1 0 0,0 1 1 0 0,0-1-1 0 0,0 1 0 0 0,1-1 1 0 0,-1 1-1 0 0,0 0 1 0 0,0-1-1 0 0,0 1 1 0 0,0 0-1 0 0,0 0 0 0 0,0 1 1 0 0,0-1-1 0 0,0 0 1 0 0,0 1-1 0 0,1-1 1 0 0,-1 1-1 0 0,0-1 0 0 0,0 1 1 0 0,0 0-1 0 0,1 0 1 0 0,-1 0-1 0 0,-2 2 1 0 0,-14 7 31 0 0,1 1 1 0 0,0 1-1 0 0,1 1 1 0 0,0 0 0 0 0,1 1-1 0 0,1 1 1 0 0,0 0-1 0 0,1 1 1 0 0,1 0-1 0 0,0 1 1 0 0,1 0 0 0 0,-9 22-1 0 0,19-37-92 0 0,-1 0-1 0 0,1 0 1 0 0,0 1-1 0 0,0-1 1 0 0,0 0-1 0 0,1 1 1 0 0,-1-1-1 0 0,0 0 1 0 0,1 1-1 0 0,0-1 1 0 0,-1 1-1 0 0,1-1 1 0 0,0 1-1 0 0,0-1 1 0 0,1 0-1 0 0,-1 1 1 0 0,0-1-1 0 0,1 1 1 0 0,0-1-1 0 0,-1 0 1 0 0,1 1-1 0 0,0-1 1 0 0,0 0-1 0 0,2 3 1 0 0,-2-4-3 0 0,0 0-1 0 0,0 0 1 0 0,1-1 0 0 0,-1 1-1 0 0,1 0 1 0 0,-1-1 0 0 0,1 1-1 0 0,-1-1 1 0 0,1 1 0 0 0,-1-1 0 0 0,1 0-1 0 0,-1 1 1 0 0,1-1 0 0 0,-1 0-1 0 0,1 0 1 0 0,0 0 0 0 0,-1 0-1 0 0,2-1 1 0 0,31-4 21 0 0,-31 4-23 0 0,11-3-63 0 0,-1-1 0 0 0,1 0 0 0 0,-1 0 0 0 0,-1-2 0 0 0,1 1 0 0 0,-1-2-1 0 0,21-16 1 0 0,-16 11-112 0 0,-2-1-1 0 0,0 0 1 0 0,-1-1-1 0 0,22-30 1 0 0,-32 39 160 0 0,4-4 1 0 0,-1-1 1 0 0,-1 1-1 0 0,0-1 1 0 0,-1-1-1 0 0,0 1 1 0 0,6-22-1 0 0,-29 82 105 0 0,-15 38 64 0 0,28-73-144 0 0,2-1 0 0 0,0 0 0 0 0,0 1-1 0 0,0 25 1 0 0,2-35-5 0 0,1 0-1 0 0,1 0 1 0 0,-1 0-1 0 0,1 0 1 0 0,-1 1-1 0 0,1-1 1 0 0,0 0-1 0 0,1-1 1 0 0,-1 1-1 0 0,4 7 1 0 0,-3-9-11 0 0,-1 0 1 0 0,1 0-1 0 0,-1-1 1 0 0,1 1-1 0 0,0 0 1 0 0,0 0-1 0 0,0-1 0 0 0,0 0 1 0 0,0 1-1 0 0,0-1 1 0 0,0 0-1 0 0,1 0 1 0 0,-1 0-1 0 0,0 0 0 0 0,1 0 1 0 0,-1 0-1 0 0,1-1 1 0 0,-1 1-1 0 0,3-1 1 0 0,6 1-226 0 0,0-1 1 0 0,0 0 0 0 0,0-1 0 0 0,0-1-1 0 0,0 1 1 0 0,-1-2 0 0 0,1 1 0 0 0,-1-1-1 0 0,1-1 1 0 0,-1 0 0 0 0,0 0 0 0 0,12-9-1 0 0,-4 3-187 0 0,-1-1-1 0 0,0-2 1 0 0,-1 1-1 0 0,0-2 0 0 0,21-24 1 0 0,-23 23 907 0 0,-1-1 1 0 0,-1-1-1 0 0,-1 0 0 0 0,-1 0 1 0 0,0-1-1 0 0,13-34 1 0 0,-22 50 123 0 0,-3 4-563 0 0,0 1 0 0 0,1-1 0 0 0,-1 1-1 0 0,1 0 1 0 0,-1-1 0 0 0,1 1 0 0 0,0 0-1 0 0,-1 5 1 0 0,-35 95 731 0 0,25-34-607 0 0,11-62-160 0 0,1-1 1 0 0,-1 1-1 0 0,2-1 1 0 0,-1 1-1 0 0,1-1 0 0 0,0 0 1 0 0,0 1-1 0 0,4 9 1 0 0,-4-13-12 0 0,1 0 0 0 0,0-1 1 0 0,-1 0-1 0 0,1 1 0 0 0,0-1 1 0 0,0 0-1 0 0,0 0 0 0 0,1 0 1 0 0,-1 0-1 0 0,0-1 0 0 0,1 1 1 0 0,-1 0-1 0 0,1-1 0 0 0,0 0 1 0 0,-1 0-1 0 0,1 1 0 0 0,0-2 1 0 0,0 1-1 0 0,0 0 0 0 0,-1 0 1 0 0,1-1-1 0 0,0 0 0 0 0,0 0 1 0 0,5 0-1 0 0,4 0-41 0 0,0 0-1 0 0,0-1 1 0 0,0 0 0 0 0,19-5 0 0 0,-19 2-175 0 0,-1 1 0 0 0,1-1 0 0 0,0-1 0 0 0,-1 0 0 0 0,0-1 0 0 0,0 0 0 0 0,-1-1 1 0 0,0 0-1 0 0,0 0 0 0 0,0-1 0 0 0,10-12 0 0 0,-8 7 70 0 0,-1-1-1 0 0,0-1 1 0 0,-1 0-1 0 0,-1 0 1 0 0,-1-1 0 0 0,0 0-1 0 0,7-21 1 0 0,15-71 3056 0 0,-30 106-2826 0 0,1-6 208 0 0,-15 33 169 0 0,2 1 0 0 0,-19 55 0 0 0,-9 60-74 0 0,38-135-389 0 0,0 4-15 0 0,-1 0 0 0 0,1 0 0 0 0,1 0-1 0 0,0 0 1 0 0,0 13 0 0 0,1-21-101 0 0,0 0 1 0 0,0 0-1 0 0,1 0 0 0 0,-1 0 0 0 0,0 0 0 0 0,1 0 1 0 0,0 0-1 0 0,-1 0 0 0 0,1-1 0 0 0,0 1 1 0 0,0 0-1 0 0,0 0 0 0 0,0-1 0 0 0,0 1 1 0 0,0 0-1 0 0,0-1 0 0 0,1 1 0 0 0,-1-1 0 0 0,1 0 1 0 0,-1 1-1 0 0,1-1 0 0 0,-1 0 0 0 0,1 0 1 0 0,0 0-1 0 0,0 0 0 0 0,-1 0 0 0 0,1-1 0 0 0,0 1 1 0 0,0 0-1 0 0,0-1 0 0 0,0 1 0 0 0,0-1 1 0 0,0 0-1 0 0,0 0 0 0 0,2 0 0 0 0,8 0-678 0 0,-1-1 0 0 0,1 0 0 0 0,-1-1 0 0 0,1 0 0 0 0,-1-1 0 0 0,0 0 0 0 0,18-9 0 0 0,-4 1-1314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0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120 100 1652 0 0,'5'-14'1674'0'0,"-3"12"-1308"0"0,-1-1 1 0 0,0 0 0 0 0,1 0 0 0 0,-1 0-1 0 0,0 0 1 0 0,-1 0 0 0 0,1 0 0 0 0,0 0 0 0 0,-1-1-1 0 0,0 1 1 0 0,0 0 0 0 0,0 0 0 0 0,0 0-1 0 0,0-1 1 0 0,0 1 0 0 0,-1 0 0 0 0,-1-4 0 0 0,2 6-319 0 0,-1 1 0 0 0,1-1 0 0 0,-1 0 1 0 0,0 0-1 0 0,1 0 0 0 0,-1 0 1 0 0,0 1-1 0 0,0-1 0 0 0,1 0 1 0 0,-1 1-1 0 0,0-1 0 0 0,0 1 1 0 0,0-1-1 0 0,0 1 0 0 0,0-1 0 0 0,0 1 1 0 0,0 0-1 0 0,0-1 0 0 0,0 1 1 0 0,0 0-1 0 0,0 0 0 0 0,0 0 1 0 0,0 0-1 0 0,0 0 0 0 0,0 0 1 0 0,0 0-1 0 0,-2 0 0 0 0,-27 8 382 0 0,25-6-380 0 0,1 1 1 0 0,-1 0-1 0 0,0 0 0 0 0,1 0 0 0 0,-7 6 0 0 0,9-8-33 0 0,1 1-1 0 0,-1-1 1 0 0,1 1 0 0 0,-1 0-1 0 0,1 0 1 0 0,0 0 0 0 0,-1 0-1 0 0,1 0 1 0 0,0 0 0 0 0,0 0-1 0 0,0 0 1 0 0,1 0 0 0 0,-1 1-1 0 0,0-1 1 0 0,1 0 0 0 0,0 0-1 0 0,-1 1 1 0 0,1-1 0 0 0,0 3-1 0 0,1 0-5 0 0,-1-1 0 0 0,1 1 0 0 0,0 0 0 0 0,1-1 0 0 0,-1 1 0 0 0,1-1 0 0 0,0 0 0 0 0,0 1 0 0 0,0-1 0 0 0,0 0 0 0 0,1 0 0 0 0,-1-1 0 0 0,1 1 0 0 0,0 0 0 0 0,1-1 0 0 0,-1 0 0 0 0,0 1 0 0 0,6 2 0 0 0,6 7 6 0 0,-7-5 18 0 0,2 1-21 0 0,-1 1 0 0 0,0 0 1 0 0,0 1-1 0 0,-1-1 1 0 0,10 17-1 0 0,-17-23 12 0 0,1-1-1 0 0,-1 0 1 0 0,1 1-1 0 0,-1 0 1 0 0,0-1-1 0 0,-1 1 1 0 0,1 0-1 0 0,-1-1 1 0 0,1 1-1 0 0,-1 0 1 0 0,0 0-1 0 0,0-1 1 0 0,-1 1-1 0 0,1 0 1 0 0,-1 0-1 0 0,0-1 1 0 0,0 1-1 0 0,0-1 1 0 0,-1 1-1 0 0,1-1 1 0 0,-1 1-1 0 0,1-1 1 0 0,-1 0-1 0 0,-4 5 1 0 0,-2 3 51 0 0,-2-1 0 0 0,1 0 0 0 0,-2 0 1 0 0,1-1-1 0 0,-1 0 0 0 0,-1-1 0 0 0,1 0 1 0 0,-1-1-1 0 0,-23 10 0 0 0,35-17-76 0 0,-1 1 1 0 0,1-1-1 0 0,0 0 0 0 0,-1 0 0 0 0,1 1 0 0 0,0-1 0 0 0,-1 0 0 0 0,1 0 1 0 0,0 0-1 0 0,-1 1 0 0 0,1-1 0 0 0,0 0 0 0 0,-1 0 0 0 0,1 0 0 0 0,0 0 0 0 0,-1 0 1 0 0,1 0-1 0 0,-1 1 0 0 0,1-1 0 0 0,0 0 0 0 0,-1 0 0 0 0,1 0 0 0 0,-1 0 1 0 0,1-1-1 0 0,0 1 0 0 0,-1 0 0 0 0,1 0 0 0 0,0 0 0 0 0,-1 0 0 0 0,1 0 1 0 0,-1 0-1 0 0,1-1 0 0 0,0 1 0 0 0,-1 0 0 0 0,1 0 0 0 0,0 0 0 0 0,-1-1 1 0 0,1 1-1 0 0,0 0 0 0 0,0-1 0 0 0,-1 1 0 0 0,1 0 0 0 0,0 0 0 0 0,0-1 0 0 0,0 1 1 0 0,-1-1-1 0 0,1 1 0 0 0,0 0 0 0 0,0-1 0 0 0,0 1 0 0 0,0 0 0 0 0,0-1 1 0 0,3-17-8 0 0,11-2-351 0 0,0 1 1 0 0,1 0-1 0 0,1 1 1 0 0,26-23-1 0 0,78-56-231 0 0,-73 61 408 0 0,-26 20 61 0 0,9-6 342 0 0,-1-2-1 0 0,-1-1 1 0 0,35-40-1 0 0,-61 64-192 0 0,-1-1-1 0 0,0 0 0 0 0,0 1 0 0 0,0-1 0 0 0,0 0 0 0 0,0 0 0 0 0,0 1 0 0 0,0-1 0 0 0,-1 0 0 0 0,1 0 0 0 0,-1 0 0 0 0,1 0 0 0 0,-1 0 0 0 0,1-4 1 0 0,-2 4-31 0 0,-15-1 44 0 0,13 4-31 0 0,-1 0-1 0 0,0 1 1 0 0,1-1-1 0 0,-1 0 1 0 0,1 1-1 0 0,0 0 0 0 0,-1 0 1 0 0,1 0-1 0 0,0 0 1 0 0,0 0-1 0 0,1 1 1 0 0,-1-1-1 0 0,0 1 1 0 0,1 0-1 0 0,-1 0 1 0 0,1 0-1 0 0,0 0 1 0 0,0 0-1 0 0,0 0 1 0 0,0 1-1 0 0,-1 3 0 0 0,2-1 6 0 0,-1-1 0 0 0,1 0 0 0 0,0 1 1 0 0,0-1-1 0 0,0 0 0 0 0,1 1 0 0 0,0 0 0 0 0,0-1 0 0 0,0 1 0 0 0,1-1 0 0 0,0 0 0 0 0,0 1 0 0 0,0-1 0 0 0,3 8 0 0 0,5 6 12 0 0,1 0 0 0 0,0-1 0 0 0,1 0 1 0 0,21 26-1 0 0,-18-27 432 0 0,-1 2-1 0 0,-1-1 1 0 0,16 35-1 0 0,-27-51-341 0 0,0 1 0 0 0,0-1 0 0 0,-1 0 0 0 0,1 1 0 0 0,-1-1 0 0 0,1 1 0 0 0,-1-1 0 0 0,0 0 0 0 0,0 1 0 0 0,0-1 0 0 0,0 1 0 0 0,-1-1 0 0 0,1 1 0 0 0,-1-1 0 0 0,1 1 0 0 0,-1-1 0 0 0,-2 4 0 0 0,1-2-20 0 0,0 0 0 0 0,-1 0 0 0 0,0 0 0 0 0,0 0 0 0 0,0-1 0 0 0,0 1 0 0 0,0-1 0 0 0,-8 6 0 0 0,0-2-25 0 0,0 0 1 0 0,-1 0 0 0 0,1-1 0 0 0,-1-1 0 0 0,-22 7 0 0 0,22-8-8 0 0,0-2 1 0 0,0 0-1 0 0,0 0 1 0 0,0-1-1 0 0,-21-1 0 0 0,27 0-262 0 0,0-1 1 0 0,0 0-1 0 0,0 0 0 0 0,0 0 0 0 0,1-1 0 0 0,-7-3 0 0 0,9 4-185 0 0,0 0 0 0 0,1-1-1 0 0,-1 1 1 0 0,1-1-1 0 0,0 1 1 0 0,-1-1 0 0 0,1 0-1 0 0,0 0 1 0 0,0 0-1 0 0,0-1 1 0 0,0 1 0 0 0,1 0-1 0 0,-3-4 1 0 0,0-6-3713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1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9 432 0 0,'26'5'10232'0'0,"-24"-5"-9443"0"0,11 1-139 0 0,0 0 0 0 0,24-3 0 0 0,27-8-7015 0 0,-41 6 1731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1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9 121 1720 0 0,'-6'-30'10297'0'0,"5"21"-8288"0"0,0 8-1755 0 0,1 0 1 0 0,0 0-1 0 0,-1 0 1 0 0,1 0-1 0 0,0 0 0 0 0,0-1 1 0 0,0 1-1 0 0,0 0 1 0 0,0 0-1 0 0,0 0 1 0 0,1-1-1 0 0,-1 0 0 0 0,1 0-215 0 0,0 1-1 0 0,0 0 0 0 0,0 0 0 0 0,0 0 0 0 0,0 0 0 0 0,0 0 0 0 0,0 1 1 0 0,0-1-1 0 0,0 0 0 0 0,0 0 0 0 0,1 1 0 0 0,-1-1 0 0 0,0 1 0 0 0,3-2 1 0 0,33-9 10 0 0,0 2-1 0 0,1 1 1 0 0,72-5 0 0 0,-84 10-35 0 0,204-4-2297 0 0,-176 7-1073 0 0,-51 0 2925 0 0,-1 0 0 0 0,1 0 0 0 0,0 1 0 0 0,0-1 0 0 0,-1 1 0 0 0,1 0 1 0 0,0 0-1 0 0,-1 0 0 0 0,1 0 0 0 0,3 2 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2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468 4 1776 0 0,'-51'-4'7221'0'0,"48"4"-5985"0"0,-17 2 295 0 0,19-1-1459 0 0,0 0-1 0 0,-1 0 0 0 0,1 0 1 0 0,0 0-1 0 0,0 0 0 0 0,0 0 1 0 0,-1 0-1 0 0,1 0 1 0 0,1 1-1 0 0,-1-1 0 0 0,0 0 1 0 0,0 0-1 0 0,0 1 0 0 0,1-1 1 0 0,-1 1-1 0 0,0-1 0 0 0,1 1 1 0 0,-1-1-1 0 0,1 1 0 0 0,0-1 1 0 0,0 1-1 0 0,-1-1 0 0 0,1 1 1 0 0,0-1-1 0 0,0 1 0 0 0,1 2 1 0 0,2 57 1302 0 0,-1-31-906 0 0,-1 26 283 0 0,0 19 0 0 0,-4-1 0 0 0,-13 88 1 0 0,10-125-547 0 0,-1 0 0 0 0,-2-1 0 0 0,-2 0 0 0 0,-23 54 0 0 0,30-83 21 0 0,0-1-1 0 0,0 1 1 0 0,0-1 0 0 0,-1 0-1 0 0,0 0 1 0 0,0 0-1 0 0,-6 5 1 0 0,8-8-152 0 0,0-1 0 0 0,0 0 1 0 0,-1 0-1 0 0,1 0 0 0 0,0 0 0 0 0,-1 0 0 0 0,1-1 1 0 0,-1 1-1 0 0,0-1 0 0 0,1 0 0 0 0,-1 0 0 0 0,0 0 1 0 0,0-1-1 0 0,0 1 0 0 0,1-1 0 0 0,-8 0 0 0 0,-1-2-18 0 0,-1-1-1 0 0,1 0 0 0 0,-1-1 0 0 0,1 0 1 0 0,1-1-1 0 0,-1-1 0 0 0,0 0 1 0 0,1 0-1 0 0,-13-10 0 0 0,13 8-428 0 0,1 1-1 0 0,1-1 1 0 0,-16-16-1 0 0,31 6-4895 0 0,-5 16 4482 0 0,0 1 427 0 0,0 0-1 0 0,0 1 1 0 0,0-1-1 0 0,0 0 1 0 0,0 1 0 0 0,0-1-1 0 0,0 1 1 0 0,0-1-1 0 0,0 1 1 0 0,1 0-1 0 0,-1 0 1 0 0,0-1 0 0 0,1 1-1 0 0,4-1-1261 0 0,11-4-4938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2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34 512 0 0,'-5'-8'13380'0'0,"2"11"-13226"0"0,0 0-1 0 0,1 0 1 0 0,-1 0 0 0 0,0 1 0 0 0,1-1-1 0 0,0 1 1 0 0,0-1 0 0 0,0 1 0 0 0,0 0-1 0 0,-1 5 1 0 0,-15 47 318 0 0,16-49-406 0 0,-3 11 29 0 0,1 1 0 0 0,-3 30-1 0 0,7-41-72 0 0,-1-1-1 0 0,1 1 1 0 0,1 0-1 0 0,0-1 1 0 0,0 1-1 0 0,0-1 1 0 0,1 1-1 0 0,0-1 1 0 0,4 10-1 0 0,-5-14-6 0 0,1 0-1 0 0,0-1 1 0 0,-1 1 0 0 0,1 0-1 0 0,0-1 1 0 0,0 1-1 0 0,1-1 1 0 0,-1 0-1 0 0,0 0 1 0 0,1 0 0 0 0,-1 0-1 0 0,1 0 1 0 0,0 0-1 0 0,5 2 1 0 0,-2-2 1 0 0,0 0 1 0 0,0 0-1 0 0,0-1 1 0 0,0 0-1 0 0,0 0 0 0 0,0 0 1 0 0,9-1-1 0 0,-1 0 12 0 0,0-2-1 0 0,0 1 1 0 0,0-2-1 0 0,0 0 0 0 0,27-9 1 0 0,-25 5-4 0 0,0 0 1 0 0,-1 0-1 0 0,0-2 0 0 0,0 0 0 0 0,0 0 1 0 0,-1-2-1 0 0,-1 1 0 0 0,19-20 1 0 0,-28 25-28 0 0,1 0 0 0 0,-1 0 0 0 0,0 0 0 0 0,0-1 0 0 0,-1 0 0 0 0,0 0 0 0 0,0 0-1 0 0,0 0 1 0 0,0 0 0 0 0,-1 0 0 0 0,0-1 0 0 0,-1 1 0 0 0,1-1 0 0 0,-1 1 0 0 0,-1-1 0 0 0,1 0 0 0 0,-1 1 0 0 0,0-1 0 0 0,-1 0 0 0 0,1 0 0 0 0,-1 1 0 0 0,-1-1 0 0 0,1 1 0 0 0,-6-13 0 0 0,6 15-6 0 0,0 0 0 0 0,-1 1 0 0 0,0-1 0 0 0,0 0 0 0 0,0 1 0 0 0,-1 0 0 0 0,1-1 0 0 0,-1 1 0 0 0,0 0 0 0 0,1 1 0 0 0,-1-1 0 0 0,-1 0 0 0 0,1 1 0 0 0,0-1 0 0 0,-1 1 0 0 0,1 0 0 0 0,-5-2 0 0 0,3 3 1 0 0,0-1-1 0 0,0 1 1 0 0,-1 0-1 0 0,1 0 0 0 0,0 1 1 0 0,-1-1-1 0 0,1 1 1 0 0,-1 0-1 0 0,1 1 1 0 0,0-1-1 0 0,-8 3 1 0 0,-2 1-1 0 0,1 0-1 0 0,0 2 1 0 0,0-1 0 0 0,0 2 0 0 0,1 0 0 0 0,0 1 0 0 0,0 0 0 0 0,-14 11 0 0 0,26-18 9 0 0,-2 1 2 0 0,0 0 0 0 0,1 0-1 0 0,-1 0 1 0 0,1 0 0 0 0,-1 1 0 0 0,1-1-1 0 0,0 1 1 0 0,-1-1 0 0 0,1 1 0 0 0,1 0-1 0 0,-1 0 1 0 0,0 0 0 0 0,1 0 0 0 0,-1 0-1 0 0,1 0 1 0 0,0 0 0 0 0,-1 7 0 0 0,2-9 1 0 0,1 0 1 0 0,-1 0-1 0 0,1-1 1 0 0,-1 1 0 0 0,1 0-1 0 0,0 0 1 0 0,0 0 0 0 0,-1-1-1 0 0,1 1 1 0 0,0 0-1 0 0,0 0 1 0 0,0-1 0 0 0,0 1-1 0 0,0-1 1 0 0,0 1 0 0 0,0-1-1 0 0,0 0 1 0 0,0 1-1 0 0,0-1 1 0 0,0 0 0 0 0,0 1-1 0 0,0-1 1 0 0,0 0 0 0 0,0 0-1 0 0,0 0 1 0 0,0 0-1 0 0,0 0 1 0 0,0 0 0 0 0,2-1-1 0 0,17-1 14 0 0,-1-1 0 0 0,1 0 0 0 0,35-13 0 0 0,57-28-47 0 0,-75 28-53 0 0,1 1 1 0 0,73-17-1 0 0,-104 31 78 0 0,-1 1 0 0 0,1 0-1 0 0,-1 0 1 0 0,0 0 0 0 0,1 1-1 0 0,-1 0 1 0 0,0 1 0 0 0,0-1 0 0 0,0 1-1 0 0,0 0 1 0 0,0 1 0 0 0,0-1-1 0 0,0 1 1 0 0,-1 0 0 0 0,1 1 0 0 0,-1-1-1 0 0,0 1 1 0 0,0 0 0 0 0,7 7-1 0 0,-2-1 24 0 0,-1 0 0 0 0,0 1-1 0 0,-1 0 1 0 0,0 0-1 0 0,0 1 1 0 0,-1 0 0 0 0,-1 0-1 0 0,6 14 1 0 0,-9-20 140 0 0,-1 0 0 0 0,0-1 0 0 0,-1 1 0 0 0,1 0 0 0 0,-1 0 0 0 0,0 0 0 0 0,-1 0 0 0 0,0 0 0 0 0,1 0 0 0 0,-2 0 0 0 0,1 0 0 0 0,-1 0 0 0 0,0 0 0 0 0,0 0 0 0 0,-1 0 0 0 0,1-1 0 0 0,-1 1 0 0 0,-1 0 0 0 0,1-1 0 0 0,-1 1 0 0 0,-5 7 0 0 0,7-11 168 0 0,-5 1 100 0 0,6-3-408 0 0,0 0-1 0 0,0 1 1 0 0,0-1-1 0 0,0 0 1 0 0,-1 0-1 0 0,1 1 0 0 0,0-1 1 0 0,0 0-1 0 0,-1 0 1 0 0,1 0-1 0 0,0 0 1 0 0,0 1-1 0 0,-1-1 1 0 0,1 0-1 0 0,0 0 1 0 0,0 0-1 0 0,-1 0 0 0 0,1 0 1 0 0,0 0-1 0 0,-1 0 1 0 0,1 0-1 0 0,0 0 1 0 0,0 0-1 0 0,-1 0 1 0 0,1 0-1 0 0,0 0 0 0 0,-1 0 1 0 0,1 0-1 0 0,0 0 1 0 0,-1 0-1 0 0,1 0 1 0 0,0 0-1 0 0,-1 0 1 0 0,-1-1 8 0 0,1 0 1 0 0,-1 0-1 0 0,0 1 1 0 0,0-1 0 0 0,1 0-1 0 0,-1-1 1 0 0,1 1-1 0 0,-1 0 1 0 0,1 0 0 0 0,0-1-1 0 0,-1 1 1 0 0,1 0-1 0 0,0-1 1 0 0,0 0 0 0 0,0 1-1 0 0,0-1 1 0 0,0 0-1 0 0,0 1 1 0 0,0-1 0 0 0,0-2-1 0 0,0-1 4 0 0,0 0 0 0 0,0 0 0 0 0,0 0 0 0 0,1 0 0 0 0,-1 0 0 0 0,1 0 0 0 0,2-9 0 0 0,-1 4-48 0 0,1-1 1 0 0,0 0 0 0 0,1 1-1 0 0,1 0 1 0 0,0 0 0 0 0,0 0-1 0 0,6-11 1 0 0,-2 9-442 0 0,0 0 1 0 0,1 1-1 0 0,0 0 0 0 0,0 0 1 0 0,1 1-1 0 0,15-12 0 0 0,-17 17-629 0 0,1-1-1 0 0,-1 1 0 0 0,1 0 0 0 0,0 1 0 0 0,0 0 0 0 0,0 1 0 0 0,1-1 0 0 0,-1 2 0 0 0,20-4 0 0 0,-5 3-4803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3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467 587 1836 0 0,'-1'-2'2306'0'0,"-17"-21"4089"0"0,15 19-5686 0 0,-1 0-1 0 0,-1-1 1 0 0,1 2-1 0 0,-1-1 1 0 0,-5-4 0 0 0,6 7-600 0 0,1-1 1 0 0,0 1 0 0 0,-1 0-1 0 0,1 1 1 0 0,-1-1-1 0 0,1 0 1 0 0,-1 1 0 0 0,1 0-1 0 0,-1 0 1 0 0,-4 0 0 0 0,-35 6 437 0 0,25-1-433 0 0,0 1 0 0 0,0 0 0 0 0,0 2 1 0 0,1 0-1 0 0,0 1 0 0 0,0 1 0 0 0,-17 13 0 0 0,12-6-62 0 0,0 1 1 0 0,1 1-1 0 0,1 1 0 0 0,-20 27 0 0 0,32-37-36 0 0,0 1-1 0 0,1-1 0 0 0,-7 16 1 0 0,12-22-5 0 0,0 0 0 0 0,0 0 0 0 0,1 0 0 0 0,0 0 0 0 0,0 1 0 0 0,0-1 0 0 0,0 0 0 0 0,1 0-1 0 0,0 1 1 0 0,-1-1 0 0 0,2 0 0 0 0,0 9 0 0 0,-1-12-8 0 0,1 0 0 0 0,-1 0 0 0 0,1 0 0 0 0,-1 0-1 0 0,1 0 1 0 0,0-1 0 0 0,-1 1 0 0 0,1 0 0 0 0,0 0 0 0 0,-1 0-1 0 0,1-1 1 0 0,0 1 0 0 0,0 0 0 0 0,0-1 0 0 0,0 1 0 0 0,0-1-1 0 0,0 1 1 0 0,0-1 0 0 0,0 1 0 0 0,0-1 0 0 0,0 0-1 0 0,0 1 1 0 0,0-1 0 0 0,0 0 0 0 0,0 0 0 0 0,1 0 0 0 0,28 0 27 0 0,-12-4-229 0 0,-1 0 1 0 0,0-2-1 0 0,0 0 0 0 0,-1 0 1 0 0,0-2-1 0 0,0 0 1 0 0,-1-1-1 0 0,1 0 0 0 0,-2-1 1 0 0,0-1-1 0 0,0 0 0 0 0,16-18 1 0 0,-1-2-293 0 0,-1-1 0 0 0,-2-2 0 0 0,-2 0 0 0 0,22-40 0 0 0,-23 31 171 0 0,-2-2 0 0 0,26-76 0 0 0,16-99 3080 0 0,-50 170-984 0 0,1-8-952 0 0,-14 56-834 0 0,0 6-2 0 0,0-1 8 0 0,0 0 0 0 0,-1 0 0 0 0,1 0 1 0 0,-1 0-1 0 0,0 0 0 0 0,-1 5 0 0 0,-3 7-5 0 0,-70 287 1461 0 0,47-202-1216 0 0,-22 63 88 0 0,-17 72 71 0 0,63-219-520 0 0,1 0-1 0 0,1 0 1 0 0,0 0 0 0 0,0 0 0 0 0,2 18-1 0 0,0-30-59 0 0,1 0-1 0 0,-1 0 0 0 0,1-1 1 0 0,0 1-1 0 0,0 0 0 0 0,0 0 1 0 0,0-1-1 0 0,1 1 0 0 0,-1-1 1 0 0,1 1-1 0 0,0-1 1 0 0,0 0-1 0 0,0 0 0 0 0,0 1 1 0 0,1-1-1 0 0,-1-1 0 0 0,1 1 1 0 0,0 0-1 0 0,0-1 0 0 0,0 1 1 0 0,0-1-1 0 0,0 0 0 0 0,1 0 1 0 0,-1 0-1 0 0,0-1 1 0 0,1 1-1 0 0,5 1 0 0 0,-2-2-207 0 0,0 1 0 0 0,0-1 1 0 0,0 0-1 0 0,1-1 0 0 0,-1 0 0 0 0,0 0 0 0 0,1 0 0 0 0,-1-1 0 0 0,12-3 0 0 0,-1-1-1161 0 0,0 0-1 0 0,27-13 0 0 0,-11 2-1237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4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184 202 1288 0 0,'10'-13'1376'0'0,"0"1"-1"0"0,-1-2 1 0 0,-1 0-1 0 0,-1 0 1 0 0,1 0-1 0 0,-2-1 1 0 0,0 0-1 0 0,-1 0 1 0 0,4-22-1 0 0,-10 14 574 0 0,1 22-1918 0 0,0 1 1 0 0,0-1-1 0 0,0 0 1 0 0,0 1-1 0 0,0-1 0 0 0,-1 0 1 0 0,1 1-1 0 0,0-1 1 0 0,0 0-1 0 0,-1 1 0 0 0,1-1 1 0 0,0 0-1 0 0,-1 1 0 0 0,1-1 1 0 0,-1 1-1 0 0,1-1 1 0 0,-1 1-1 0 0,1-1 0 0 0,-1 1 1 0 0,1-1-1 0 0,-1 1 1 0 0,0-1-1 0 0,1 1 0 0 0,-1 0 1 0 0,1-1-1 0 0,-1 1 0 0 0,0 0 1 0 0,1 0-1 0 0,-2-1 1 0 0,-6 2 13 0 0,-1 0 0 0 0,1 1 0 0 0,-1 0 0 0 0,1 0 0 0 0,0 1 0 0 0,0 0 0 0 0,0 0 0 0 0,1 1 0 0 0,-1 0 1 0 0,1 0-1 0 0,0 1 0 0 0,0 0 0 0 0,-11 10 0 0 0,2 0-21 0 0,0 1-1 0 0,1 1 1 0 0,0 0 0 0 0,-14 22 0 0 0,24-31-15 0 0,0 0 0 0 0,0 0 0 0 0,1 1 0 0 0,0 0 1 0 0,0-1-1 0 0,1 1 0 0 0,-2 11 0 0 0,4-17-2 0 0,1-1 0 0 0,0 0 0 0 0,-1 0 0 0 0,1 1 0 0 0,0-1 0 0 0,0 0 0 0 0,0 1 0 0 0,1-1 0 0 0,-1 0 0 0 0,0 0 0 0 0,1 1 0 0 0,0-1 0 0 0,-1 0 0 0 0,1 0 1 0 0,0 0-1 0 0,0 0 0 0 0,0 0 0 0 0,1 0 0 0 0,-1 0 0 0 0,0 0 0 0 0,1 0 0 0 0,-1-1 0 0 0,1 1 0 0 0,-1 0 0 0 0,1-1 0 0 0,0 1 0 0 0,0-1 0 0 0,0 0 0 0 0,0 0 0 0 0,0 0 0 0 0,0 0 0 0 0,0 0 0 0 0,0 0 0 0 0,4 1 0 0 0,2 0-54 0 0,1 0-1 0 0,0-1 1 0 0,0 1-1 0 0,-1-2 1 0 0,1 1 0 0 0,0-1-1 0 0,0-1 1 0 0,0 0-1 0 0,0 0 1 0 0,0 0 0 0 0,-1-1-1 0 0,1-1 1 0 0,-1 1-1 0 0,1-1 1 0 0,-1-1-1 0 0,11-6 1 0 0,-2 1-156 0 0,0-2 0 0 0,-1 0 0 0 0,-1 0 0 0 0,0-2 0 0 0,0 0 0 0 0,18-21 0 0 0,47-71 289 0 0,-79 103-102 0 0,1 1 7 0 0,3-3 17 0 0,-4 4-7 0 0,-1 1-1 0 0,0-1 1 0 0,0 0 0 0 0,1 0-1 0 0,-1 0 1 0 0,0 1-1 0 0,0-1 1 0 0,1 0-1 0 0,-1 0 1 0 0,0 1-1 0 0,0-1 1 0 0,0 0 0 0 0,0 1-1 0 0,0-1 1 0 0,1 0-1 0 0,-1 1 1 0 0,0-1-1 0 0,0 0 1 0 0,0 0 0 0 0,0 1-1 0 0,0-1 1 0 0,0 0-1 0 0,0 1 1 0 0,0-1-1 0 0,0 0 1 0 0,0 1 0 0 0,0-1-1 0 0,0 0 1 0 0,-1 1-1 0 0,-4 71-127 0 0,2-45 393 0 0,1-1-1 0 0,3 55 1 0 0,-1-75-574 0 0,1 0 0 0 0,0 0 0 0 0,1 0 0 0 0,-1 0 0 0 0,1 0 1 0 0,0 0-1 0 0,0 0 0 0 0,1 0 0 0 0,0-1 0 0 0,0 1 0 0 0,0-1 0 0 0,1 0 1 0 0,-1 0-1 0 0,1 0 0 0 0,0 0 0 0 0,1-1 0 0 0,-1 0 0 0 0,6 4 0 0 0,-5-5-655 0 0,-1-1-1 0 0,1 0 1 0 0,0 0-1 0 0,0 0 1 0 0,7 1-1 0 0,-11-3 840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4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1980 0 0,'3'-8'1217'0'0,"1"0"0"0"0,-1 1 0 0 0,1-1 0 0 0,1 1 0 0 0,-1 0 0 0 0,9-9 0 0 0,-10 13-871 0 0,0-1 0 0 0,1 1 0 0 0,0-1 0 0 0,0 1 0 0 0,0 0 0 0 0,0 1 0 0 0,0-1-1 0 0,1 1 1 0 0,-1 0 0 0 0,1 0 0 0 0,5-2 0 0 0,-7 3-249 0 0,-1 1 1 0 0,1 0-1 0 0,0 0 1 0 0,-1 0-1 0 0,1 0 0 0 0,0 0 1 0 0,-1 0-1 0 0,1 1 1 0 0,-1-1-1 0 0,1 1 0 0 0,-1 0 1 0 0,1 0-1 0 0,-1 0 1 0 0,1 0-1 0 0,2 2 1 0 0,1 1 127 0 0,0 0 1 0 0,0 0 0 0 0,10 9 0 0 0,-5-1-119 0 0,-1 0 0 0 0,0 0 0 0 0,-1 0 0 0 0,-1 1 0 0 0,0 1 0 0 0,-1-1 0 0 0,0 1 1 0 0,-1 1-1 0 0,0-1 0 0 0,-1 1 0 0 0,-1 0 0 0 0,-1 0 0 0 0,0 0 0 0 0,-1 1 1 0 0,0-1-1 0 0,-1 1 0 0 0,-1-1 0 0 0,-1 1 0 0 0,0-1 0 0 0,-1 1 0 0 0,-5 20 0 0 0,-5-14 148 0 0,12-22-253 0 0,0 0 0 0 0,0 0 0 0 0,0 1 1 0 0,-1-1-1 0 0,1 0 0 0 0,0 1 0 0 0,-1-1 0 0 0,1 0 1 0 0,0 0-1 0 0,-1 0 0 0 0,1 1 0 0 0,0-1 0 0 0,-1 0 0 0 0,1 0 1 0 0,0 0-1 0 0,-1 0 0 0 0,1 0 0 0 0,0 0 0 0 0,-1 1 1 0 0,1-1-1 0 0,0 0 0 0 0,-1 0 0 0 0,1 0 0 0 0,-1 0 1 0 0,1 0-1 0 0,0 0 0 0 0,-1-1 0 0 0,1 1 0 0 0,-1 0 1 0 0,1 0-1 0 0,0 0 0 0 0,-1 0 0 0 0,1 0 0 0 0,0 0 1 0 0,-1-1-1 0 0,1 1 0 0 0,0 0 0 0 0,-1 0 0 0 0,1-1 1 0 0,0 1-1 0 0,0 0 0 0 0,-1 0 0 0 0,1-1 0 0 0,0 1 0 0 0,0 0 1 0 0,0-1-1 0 0,-1 1 0 0 0,1 0 0 0 0,0-1 0 0 0,0 1 1 0 0,0 0-1 0 0,0-1 0 0 0,0 1 0 0 0,-1-1 0 0 0,1 1 1 0 0,0-1-1 0 0,-2-7-1 0 0,0-1-1 0 0,0 0 1 0 0,1 0 0 0 0,0 1-1 0 0,0-1 1 0 0,1 0 0 0 0,0 0-1 0 0,1 0 1 0 0,0 0 0 0 0,0 1-1 0 0,1-1 1 0 0,4-14 0 0 0,0 4-20 0 0,2-1 1 0 0,0 1 0 0 0,1 0-1 0 0,15-25 1 0 0,-16 32-4 0 0,1 0 0 0 0,0 1 0 0 0,0 0 0 0 0,1 0 0 0 0,0 1 0 0 0,1 0 0 0 0,0 1 0 0 0,17-11-1 0 0,-26 19 16 0 0,0 0 0 0 0,0 0 0 0 0,0 0 0 0 0,0-1 0 0 0,1 2-1 0 0,-1-1 1 0 0,0 0 0 0 0,1 0 0 0 0,-1 1 0 0 0,0 0 0 0 0,1-1-1 0 0,-1 1 1 0 0,1 0 0 0 0,-1 0 0 0 0,1 0 0 0 0,-1 0 0 0 0,0 1-1 0 0,1-1 1 0 0,4 2 0 0 0,-5-1 7 0 0,1 1 0 0 0,-1-1 0 0 0,1 1-1 0 0,-1 0 1 0 0,1 0 0 0 0,-1 0 0 0 0,0 0 0 0 0,0 0-1 0 0,0 1 1 0 0,0-1 0 0 0,-1 1 0 0 0,1-1 0 0 0,2 6 0 0 0,1 4 18 0 0,0 1 1 0 0,-1 0 0 0 0,0 1 0 0 0,-1-1 0 0 0,2 22 0 0 0,-2-1-14 0 0,7 39 150 0 0,-10-72-148 0 0,1 0 0 0 0,0 0 0 0 0,-1 0 0 0 0,1 0 0 0 0,0 0 0 0 0,-1 0-1 0 0,1-1 1 0 0,0 1 0 0 0,0 0 0 0 0,0 0 0 0 0,0 0 0 0 0,-1-1 0 0 0,1 1-1 0 0,0 0 1 0 0,0-1 0 0 0,1 1 0 0 0,-1-1 0 0 0,0 1 0 0 0,0-1 0 0 0,0 0-1 0 0,0 1 1 0 0,0-1 0 0 0,0 0 0 0 0,1 0 0 0 0,-1 0 0 0 0,0 0 0 0 0,0 0-1 0 0,0 0 1 0 0,0 0 0 0 0,1 0 0 0 0,0-1 0 0 0,20-1-380 0 0,0-1 1 0 0,0-1 0 0 0,27-9-1 0 0,67-28-3695 0 0,-62 21 1373 0 0,-8 3-1111 0 0,2-1-1645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7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12 670 792 0 0,'-9'-24'5715'0'0,"8"21"-5571"0"0,1 1 0 0 0,-1 0 0 0 0,1-1 0 0 0,0 1 1 0 0,0 0-1 0 0,0-1 0 0 0,0 1 0 0 0,1 0 0 0 0,-1-1 0 0 0,1 1 1 0 0,-1 0-1 0 0,1-1 0 0 0,0 1 0 0 0,0 0 0 0 0,0 0 1 0 0,0 0-1 0 0,0 0 0 0 0,0 0 0 0 0,1 0 0 0 0,-1 0 0 0 0,1 0 1 0 0,-1 0-1 0 0,1 1 0 0 0,0-1 0 0 0,-1 0 0 0 0,1 1 1 0 0,0 0-1 0 0,0-1 0 0 0,0 1 0 0 0,4-2 0 0 0,-4 3-58 0 0,1 0-16 0 0,0 0-50 0 0,0 0 0 0 0,0 1-1 0 0,0-1 1 0 0,0 1 0 0 0,0 0-1 0 0,0 0 1 0 0,0 0 0 0 0,0 0 0 0 0,0 0-1 0 0,0 1 1 0 0,0-1 0 0 0,0 1-1 0 0,-1 0 1 0 0,4 2 0 0 0,-1 1 2 0 0,-1 0 0 0 0,1 0 0 0 0,-1 0 1 0 0,0 0-1 0 0,0 0 0 0 0,5 10 0 0 0,-4-3 51 0 0,0-1-1 0 0,0 1 1 0 0,-1-1 0 0 0,0 1-1 0 0,-1 0 1 0 0,-1 1-1 0 0,2 13 1 0 0,-4-13 267 0 0,-1 0 0 0 0,-2 21 0 0 0,-2 12 2316 0 0,5-44-2277 0 0,-3 1 293 0 0,0 0-84 0 0,1-14-484 0 0,3-1-102 0 0,0 0-1 0 0,1 0 1 0 0,0 0 0 0 0,1 0 0 0 0,0 0-1 0 0,1 1 1 0 0,0-1 0 0 0,1 1-1 0 0,0 0 1 0 0,1 1 0 0 0,0-1 0 0 0,8-10-1 0 0,-8 14-27 0 0,0-1-1 0 0,0 1 1 0 0,0 0 0 0 0,1 1-1 0 0,-1 0 1 0 0,2 0-1 0 0,-1 0 1 0 0,1 1-1 0 0,-1 0 1 0 0,2 0-1 0 0,-1 1 1 0 0,0 0-1 0 0,1 0 1 0 0,0 1-1 0 0,0 1 1 0 0,12-3 0 0 0,-16 4 22 0 0,0 1 1 0 0,-1 0 0 0 0,1 0 0 0 0,0 1 0 0 0,0-1 0 0 0,-1 1 0 0 0,1 0-1 0 0,-1 1 1 0 0,1-1 0 0 0,-1 1 0 0 0,1 0 0 0 0,-1 0 0 0 0,0 0-1 0 0,0 0 1 0 0,0 1 0 0 0,0 0 0 0 0,0-1 0 0 0,0 2 0 0 0,-1-1 0 0 0,0 0-1 0 0,1 1 1 0 0,-1-1 0 0 0,-1 1 0 0 0,6 8 0 0 0,-3-4 17 0 0,-1 0-1 0 0,0 0 1 0 0,0 1 0 0 0,-1 0 0 0 0,0-1 0 0 0,0 1-1 0 0,-1 0 1 0 0,-1 1 0 0 0,1-1 0 0 0,-1 0-1 0 0,-1 14 1 0 0,-2-3 49 0 0,-1 0-1 0 0,-1 0 0 0 0,-1 0 1 0 0,-9 23-1 0 0,13-41-46 0 0,1-1-14 0 0,0-1 1 0 0,0 0-1 0 0,0 1 1 0 0,0-1 0 0 0,0 1-1 0 0,0-1 1 0 0,0 1-1 0 0,0-1 1 0 0,-1 0 0 0 0,1 1-1 0 0,0-1 1 0 0,0 0-1 0 0,0 1 1 0 0,-1-1 0 0 0,1 0-1 0 0,0 1 1 0 0,0-1-1 0 0,-1 0 1 0 0,1 1 0 0 0,0-1-1 0 0,-1 0 1 0 0,1 0-1 0 0,0 1 1 0 0,-1-1 0 0 0,1 0-1 0 0,0 0 1 0 0,-1 0 0 0 0,1 1-1 0 0,0-1 1 0 0,-1 0-1 0 0,1 0 1 0 0,-1 0 0 0 0,1 0-1 0 0,0 0 1 0 0,-1 0-1 0 0,1 0 1 0 0,-1 0 0 0 0,1 0-1 0 0,-1 0 1 0 0,1 0-1 0 0,0 0 1 0 0,-1 0 0 0 0,1 0-1 0 0,-1-1 1 0 0,0 1-3 0 0,1-1 0 0 0,-1 1-1 0 0,0-1 1 0 0,1 0 0 0 0,-1 0 0 0 0,1 1 0 0 0,0-1 0 0 0,-1 0 0 0 0,1 0-1 0 0,0 1 1 0 0,-1-1 0 0 0,1 0 0 0 0,0 0 0 0 0,0 0 0 0 0,0 0 0 0 0,-1 1 0 0 0,1-1-1 0 0,0 0 1 0 0,0 0 0 0 0,0 0 0 0 0,1 0 0 0 0,-1 0 0 0 0,0 0 0 0 0,3-11-16 0 0,-1 1 0 0 0,2 1 0 0 0,0-1 0 0 0,0 0 1 0 0,1 1-1 0 0,0 0 0 0 0,1 0 0 0 0,0 1 1 0 0,0-1-1 0 0,1 1 0 0 0,1 1 0 0 0,10-11 0 0 0,-8 9-20 0 0,2 1 0 0 0,-1 0 0 0 0,1 0 0 0 0,1 1 0 0 0,-1 1 0 0 0,1 0 0 0 0,1 1 0 0 0,-1 0 0 0 0,17-4 0 0 0,-27 10 28 0 0,0-1 0 0 0,0 1 1 0 0,0-1-1 0 0,0 1 1 0 0,0 0-1 0 0,0 0 0 0 0,0 0 1 0 0,0 0-1 0 0,0 1 1 0 0,0-1-1 0 0,0 1 0 0 0,5 1 1 0 0,-6-1 7 0 0,0 0 0 0 0,1-1 0 0 0,-1 1 0 0 0,0 0 0 0 0,0 0 0 0 0,0 0 0 0 0,0 1 0 0 0,0-1 0 0 0,0 0 0 0 0,0 1 0 0 0,0-1 0 0 0,0 1 0 0 0,-1 0 0 0 0,1 0 0 0 0,-1-1 0 0 0,1 1 0 0 0,-1 0 0 0 0,0 0 0 0 0,2 5 0 0 0,-1-3 5 0 0,-1 0 0 0 0,0 0 0 0 0,-1 0 0 0 0,1 1 0 0 0,-1-1-1 0 0,0 0 1 0 0,0 6 0 0 0,0-3-5 0 0,-2 14 8 0 0,0 0 1 0 0,-1-1-1 0 0,-9 32 0 0 0,6-27-31 0 0,-5 32 0 0 0,11-56 24 0 0,0 0-1 0 0,0 0 1 0 0,0 0 0 0 0,0 0 0 0 0,0 0 0 0 0,0 0-1 0 0,0 0 1 0 0,1 1 0 0 0,-1-1 0 0 0,0 0 0 0 0,0 0-1 0 0,1 0 1 0 0,-1 0 0 0 0,1 0 0 0 0,-1 0-1 0 0,1 0 1 0 0,-1-1 0 0 0,1 1 0 0 0,0 0 0 0 0,0 0-1 0 0,-1 0 1 0 0,1 0 0 0 0,0-1 0 0 0,0 1 0 0 0,0 0-1 0 0,0-1 1 0 0,-1 1 0 0 0,1-1 0 0 0,0 1 0 0 0,0-1-1 0 0,0 1 1 0 0,0-1 0 0 0,0 0 0 0 0,1 1-1 0 0,-1-1 1 0 0,0 0 0 0 0,0 0 0 0 0,0 0 0 0 0,1 0-1 0 0,4 0-4 0 0,0 0 0 0 0,0 0 0 0 0,-1 0 0 0 0,1-1 0 0 0,10-3 0 0 0,1-1-127 0 0,0-1 0 0 0,-1-1 1 0 0,0 0-1 0 0,0-1 1 0 0,-1-1-1 0 0,0-1 0 0 0,-1 0 1 0 0,1-1-1 0 0,-2 0 1 0 0,24-25-1 0 0,-23 20 6 0 0,-1 0 1 0 0,0-2-1 0 0,-1 1 0 0 0,-1-1 1 0 0,-1-1-1 0 0,0 0 1 0 0,-1 0-1 0 0,10-35 0 0 0,-17 45 85 0 0,0 1-1 0 0,0-1 1 0 0,-1 0-1 0 0,0 0 1 0 0,0 0-1 0 0,-1-1 0 0 0,-1 1 1 0 0,1 0-1 0 0,-1 0 1 0 0,-3-11-1 0 0,3 20 35 0 0,1-1 0 0 0,-1 0 0 0 0,1 1 0 0 0,0-1 0 0 0,-1 1 0 0 0,1-1 0 0 0,-1 1 0 0 0,0-1 0 0 0,1 1 0 0 0,-1 0 0 0 0,1-1 0 0 0,-1 1 0 0 0,0-1 0 0 0,1 1 0 0 0,-1 0 0 0 0,0 0 0 0 0,1-1-1 0 0,-1 1 1 0 0,0 0 0 0 0,1 0 0 0 0,-1 0 0 0 0,0 0 0 0 0,1 0 0 0 0,-1 0 0 0 0,0 0 0 0 0,0 0 0 0 0,1 0 0 0 0,-1 0 0 0 0,0 0 0 0 0,1 0 0 0 0,-1 1 0 0 0,0-1 0 0 0,1 0 0 0 0,-1 0 0 0 0,0 1 0 0 0,1-1 0 0 0,-2 1 0 0 0,0 0 9 0 0,-2 1-2 0 0,0 0 0 0 0,0 0 1 0 0,0 1-1 0 0,0-1 0 0 0,0 1 0 0 0,1 0 0 0 0,-1 0 0 0 0,1 0 0 0 0,0 1 0 0 0,-5 5 0 0 0,-24 40 38 0 0,32-49-39 0 0,-10 18-3 0 0,1-1-1 0 0,1 2 1 0 0,1-1 0 0 0,0 1 0 0 0,-5 27-1 0 0,10-34-9 0 0,0 0 0 0 0,0 0-1 0 0,1-1 1 0 0,1 1 0 0 0,0 0-1 0 0,1 0 1 0 0,0 0 0 0 0,0 0 0 0 0,1-1-1 0 0,5 16 1 0 0,-5-22 23 0 0,0 0 1 0 0,0 0 0 0 0,1-1-1 0 0,-1 1 1 0 0,1-1-1 0 0,0 0 1 0 0,0 1-1 0 0,1-1 1 0 0,-1-1 0 0 0,1 1-1 0 0,0 0 1 0 0,0-1-1 0 0,0 0 1 0 0,8 5-1 0 0,-5-5-1 0 0,0 1 0 0 0,1-1 0 0 0,-1-1 0 0 0,1 0 0 0 0,0 0 0 0 0,0 0 0 0 0,0-1 0 0 0,13 1 0 0 0,7-3 7 0 0,0-1 1 0 0,0-1-1 0 0,-1-1 0 0 0,37-11 1 0 0,-24 4-19 0 0,-1-1 1 0 0,-1-2-1 0 0,0-1 1 0 0,-1-2-1 0 0,-1-2 0 0 0,0-1 1 0 0,-2-2-1 0 0,40-32 1 0 0,-50 33-125 0 0,0-1-1 0 0,-1-2 1 0 0,-1 0 0 0 0,-1-1-1 0 0,-2-1 1 0 0,0-1 0 0 0,-2-1-1 0 0,-1-1 1 0 0,-1 0-1 0 0,19-54 1 0 0,-23 48 32 0 0,-1 0-1 0 0,-2-1 1 0 0,7-68-1 0 0,-14 82 109 0 0,0 0 0 0 0,-2 0 1 0 0,0 0-1 0 0,-2 0 0 0 0,0 0 0 0 0,-1 0 0 0 0,-12-34 0 0 0,15 54-15 0 0,1 0 0 0 0,-1 0-1 0 0,0 0 1 0 0,0 1-1 0 0,1-1 1 0 0,-1 0-1 0 0,-1 0 1 0 0,1 1 0 0 0,0-1-1 0 0,0 0 1 0 0,-1 1-1 0 0,1-1 1 0 0,-1 1-1 0 0,1 0 1 0 0,-1-1 0 0 0,1 1-1 0 0,-1 0 1 0 0,0 0-1 0 0,0 0 1 0 0,0 0-1 0 0,-2 0 1 0 0,1 0-2 0 0,1 1 0 0 0,-1 0 0 0 0,0 0 1 0 0,1 0-1 0 0,-1 0 0 0 0,1 1 0 0 0,-1-1 0 0 0,1 1 0 0 0,-1-1 1 0 0,1 1-1 0 0,-1 0 0 0 0,1 0 0 0 0,0 0 0 0 0,-4 2 0 0 0,-4 3-5 0 0,1 1-1 0 0,0 0 1 0 0,1 0-1 0 0,0 1 1 0 0,0 0-1 0 0,-10 13 0 0 0,-8 17 41 0 0,2 1 0 0 0,1 1 0 0 0,2 1 0 0 0,2 1 0 0 0,2 1 0 0 0,2 0 0 0 0,-18 87 0 0 0,25-90 20 0 0,1 0 0 0 0,-1 57 0 0 0,8-81-47 0 0,0 0 0 0 0,2 1-1 0 0,-1-1 1 0 0,2 0-1 0 0,0 0 1 0 0,1 0 0 0 0,1 0-1 0 0,12 28 1 0 0,-14-38 2 0 0,1 1 1 0 0,0-1-1 0 0,0 0 0 0 0,1 0 1 0 0,0 0-1 0 0,0-1 0 0 0,0 0 1 0 0,0 0-1 0 0,1 0 0 0 0,0 0 1 0 0,0-1-1 0 0,9 5 0 0 0,-4-4 15 0 0,0 0 1 0 0,0-1-1 0 0,0 0 0 0 0,1-1 0 0 0,-1 0 1 0 0,1-1-1 0 0,12 1 0 0 0,7-2-18 0 0,0-1-1 0 0,0-1 1 0 0,0-2-1 0 0,-1-1 1 0 0,35-9 0 0 0,-32 5-305 0 0,-1-1 0 0 0,0-2 0 0 0,0-1 0 0 0,-1-2 1 0 0,-1-1-1 0 0,-1-1 0 0 0,34-25 0 0 0,-42 26 50 0 0,-1-2-1 0 0,0 0 0 0 0,-1-1 1 0 0,-2-1-1 0 0,0-1 1 0 0,0 0-1 0 0,-2-1 0 0 0,-1-1 1 0 0,22-45-1 0 0,-22 35 374 0 0,-1-1 1 0 0,-3 0-1 0 0,0-1 0 0 0,6-45 0 0 0,-13 56 324 0 0,0-1-1 0 0,-2 1 0 0 0,-1-1 0 0 0,-1 0 0 0 0,0 1 1 0 0,-2-1-1 0 0,-7-28 0 0 0,9 50-426 0 0,1 1 0 0 0,0-1 0 0 0,0 1-1 0 0,-1-1 1 0 0,1 1 0 0 0,-1-1 0 0 0,1 1 0 0 0,-1 0 0 0 0,0 0-1 0 0,0-1 1 0 0,1 1 0 0 0,-1 0 0 0 0,0 0 0 0 0,0 0 0 0 0,0-1-1 0 0,0 1 1 0 0,0 0 0 0 0,-3-1 0 0 0,3 2-14 0 0,1 0-1 0 0,-1 0 1 0 0,0 0 0 0 0,0 0 0 0 0,0 0 0 0 0,1 0 0 0 0,-1 0-1 0 0,0 0 1 0 0,0 1 0 0 0,0-1 0 0 0,1 0 0 0 0,-1 0-1 0 0,0 1 1 0 0,1-1 0 0 0,-1 0 0 0 0,0 1 0 0 0,1-1-1 0 0,-1 1 1 0 0,0-1 0 0 0,1 1 0 0 0,-1 0 0 0 0,1-1 0 0 0,-1 1-1 0 0,0 0 1 0 0,-4 6 0 0 0,0 0-1 0 0,1 0 1 0 0,0 1-1 0 0,-7 14 1 0 0,-10 37 118 0 0,-21 85 1 0 0,-2 66 290 0 0,41-193-393 0 0,-12 57 65 0 0,-4 21 2 0 0,-8 107 1 0 0,27-201-78 0 0,0 1 0 0 0,0-1 0 0 0,0 0 1 0 0,-1 1-1 0 0,1-1 0 0 0,0 1 0 0 0,1-1 1 0 0,-1 0-1 0 0,0 1 0 0 0,0-1 0 0 0,1 1 1 0 0,-1-1-1 0 0,0 0 0 0 0,1 1 0 0 0,-1-1 1 0 0,1 0-1 0 0,0 0 0 0 0,-1 1 0 0 0,1-1 1 0 0,0 0-1 0 0,0 0 0 0 0,0 0 1 0 0,1 1-1 0 0,0-1-4 0 0,-1-1 0 0 0,0 0 0 0 0,1 0 0 0 0,-1 0 0 0 0,0 0 0 0 0,1 0 1 0 0,-1-1-1 0 0,0 1 0 0 0,0 0 0 0 0,1-1 0 0 0,-1 1 0 0 0,0 0 0 0 0,0-1 0 0 0,1 0 0 0 0,-1 1 1 0 0,0-1-1 0 0,0 0 0 0 0,0 1 0 0 0,0-1 0 0 0,0 0 0 0 0,0 0 0 0 0,0 0 0 0 0,0 0 1 0 0,1-2-1 0 0,79-90 125 0 0,-52 58-194 0 0,44-43 0 0 0,-65 71 10 0 0,-5 4 29 0 0,0 0 0 0 0,-1 1 0 0 0,1-1-1 0 0,0 1 1 0 0,0 0 0 0 0,1 0 0 0 0,-1 0 0 0 0,0 0-1 0 0,7-2 1 0 0,-8 4 21 0 0,-1 0 1 0 0,0 0-1 0 0,0 0 0 0 0,0 0 0 0 0,0 1 0 0 0,0-1 0 0 0,0 0 1 0 0,0 1-1 0 0,0-1 0 0 0,0 1 0 0 0,0-1 0 0 0,0 1 0 0 0,-1 0 1 0 0,1-1-1 0 0,0 1 0 0 0,0 0 0 0 0,0-1 0 0 0,-1 1 0 0 0,1 0 1 0 0,0 0-1 0 0,-1 0 0 0 0,2 1 0 0 0,11 21-14 0 0,-6 0-35 0 0,7 32-1 0 0,-10-37 72 0 0,0 1 0 0 0,2 0 0 0 0,9 22 0 0 0,-12-36-6 0 0,0 0 0 0 0,0 1 0 0 0,0-1 0 0 0,0-1 0 0 0,1 1-1 0 0,0 0 1 0 0,0-1 0 0 0,0 0 0 0 0,1 0 0 0 0,-1 0 0 0 0,1-1-1 0 0,0 1 1 0 0,0-1 0 0 0,10 5 0 0 0,-2-3-172 0 0,0-1 1 0 0,0 0-1 0 0,0 0 1 0 0,0-1-1 0 0,0-1 0 0 0,1-1 1 0 0,-1 0-1 0 0,1 0 1 0 0,-1-1-1 0 0,1-1 1 0 0,-1 0-1 0 0,0-1 0 0 0,1-1 1 0 0,-1 0-1 0 0,0 0 1 0 0,0-2-1 0 0,-1 1 0 0 0,15-8 1 0 0,-12 4 98 0 0,-1 0 1 0 0,0-1-1 0 0,0-1 0 0 0,-1 0 0 0 0,-1-1 1 0 0,1 0-1 0 0,-2-1 0 0 0,1 0 1 0 0,-2-1-1 0 0,0 0 0 0 0,0-1 1 0 0,-1 0-1 0 0,-1-1 0 0 0,9-20 1 0 0,-8 15 563 0 0,-5 12-146 0 0,-1 0 0 0 0,1-1 0 0 0,-1 1 0 0 0,-1-1 0 0 0,1 0 0 0 0,-2 0 0 0 0,2-10 0 0 0,-3 17-81 0 0,-2 4-231 0 0,-1 0-31 0 0,0 1 1 0 0,0 0-1 0 0,0 0 1 0 0,1 0-1 0 0,-1 0 0 0 0,1 1 1 0 0,0-1-1 0 0,0 1 1 0 0,0-1-1 0 0,0 1 1 0 0,1 0-1 0 0,-1-1 0 0 0,-1 8 1 0 0,-10 58 37 0 0,12-60-47 0 0,-2 3 27 0 0,2 0-1 0 0,0 0 1 0 0,0 1-1 0 0,1-1 1 0 0,1 1-1 0 0,4 23 1 0 0,-5-32-18 0 0,1-1 1 0 0,0 0 0 0 0,1 0-1 0 0,-1 0 1 0 0,1 1-1 0 0,-1-1 1 0 0,1 0 0 0 0,0-1-1 0 0,0 1 1 0 0,0 0-1 0 0,0-1 1 0 0,1 1 0 0 0,-1-1-1 0 0,1 1 1 0 0,-1-1 0 0 0,1 0-1 0 0,0 0 1 0 0,0-1-1 0 0,0 1 1 0 0,0 0 0 0 0,0-1-1 0 0,0 0 1 0 0,0 0-1 0 0,1 0 1 0 0,-1 0 0 0 0,0 0-1 0 0,1-1 1 0 0,-1 1-1 0 0,7-1 1 0 0,2 0 16 0 0,1 0 0 0 0,0-1 0 0 0,-1 0 0 0 0,1-1 0 0 0,-1-1 0 0 0,1 0 0 0 0,-1 0 0 0 0,0-1 0 0 0,0-1 0 0 0,-1 0 1 0 0,1-1-1 0 0,-1 0 0 0 0,13-9 0 0 0,-16 9-22 0 0,1-1 0 0 0,-1 0 0 0 0,-1 0 1 0 0,1-1-1 0 0,-1 0 0 0 0,-1 0 0 0 0,1 0 0 0 0,-1-1 1 0 0,-1 0-1 0 0,1 0 0 0 0,-2-1 0 0 0,1 0 1 0 0,-1 1-1 0 0,-1-1 0 0 0,0-1 0 0 0,2-12 0 0 0,-4 19-13 0 0,0 0 0 0 0,-1-1-1 0 0,0 1 1 0 0,0 0 0 0 0,0-1-1 0 0,0 1 1 0 0,-1 0 0 0 0,0 0-1 0 0,0 0 1 0 0,0-1 0 0 0,0 1-1 0 0,-1 0 1 0 0,1 0 0 0 0,-1 0-1 0 0,0 1 1 0 0,-3-6 0 0 0,1 5-9 0 0,0-1 0 0 0,0 0 1 0 0,-1 1-1 0 0,0 0 0 0 0,1 0 1 0 0,-1 1-1 0 0,0-1 1 0 0,-1 1-1 0 0,1 0 0 0 0,-8-3 1 0 0,0 1 2 0 0,0 0 0 0 0,-1 2 0 0 0,0-1-1 0 0,1 2 1 0 0,-1 0 0 0 0,0 0 0 0 0,0 1 0 0 0,0 1 0 0 0,-17 2 0 0 0,18-1-27 0 0,0 2 1 0 0,1-1-1 0 0,-1 2 0 0 0,1-1 1 0 0,-1 2-1 0 0,-16 8 0 0 0,25-11-152 0 0,0 0 0 0 0,-1 1 0 0 0,1-1 0 0 0,0 1-1 0 0,1 0 1 0 0,-1 0 0 0 0,0 1 0 0 0,1-1 0 0 0,0 1 0 0 0,0-1-1 0 0,0 1 1 0 0,0 0 0 0 0,1 0 0 0 0,-1 1 0 0 0,1-1-1 0 0,0 0 1 0 0,0 1 0 0 0,1 0 0 0 0,-1-1 0 0 0,0 7-1 0 0,2-8-182 0 0,0 0-1 0 0,0 0 1 0 0,0 0-1 0 0,0 0 0 0 0,1 0 1 0 0,-1 0-1 0 0,1 0 1 0 0,0 0-1 0 0,0 0 1 0 0,0-1-1 0 0,0 1 0 0 0,1 0 1 0 0,-1-1-1 0 0,1 1 1 0 0,2 3-1 0 0,4 3-2358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8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251 843 660 0 0,'1'-2'926'0'0,"-1"0"0"0"0,1 0 1 0 0,-1-1-1 0 0,0 1 0 0 0,0 0 0 0 0,0 0 0 0 0,0-4 0 0 0,-3 3-676 0 0,1 1 0 0 0,-1 1-1 0 0,0-1 1 0 0,0 0 0 0 0,0 1-1 0 0,0 0 1 0 0,0-1-1 0 0,-1 1 1 0 0,1 0 0 0 0,0 1-1 0 0,-1-1 1 0 0,1 1 0 0 0,0-1-1 0 0,-1 1 1 0 0,1 0-1 0 0,-1 0 1 0 0,-5 1 0 0 0,0 1-55 0 0,0-1 1 0 0,0 1-1 0 0,0 1 0 0 0,0-1 1 0 0,-14 7-1 0 0,14-4-155 0 0,-1 0 0 0 0,1 1 0 0 0,1 0 0 0 0,-1 0 1 0 0,1 1-1 0 0,0 0 0 0 0,0 1 0 0 0,1-1 0 0 0,-10 15 0 0 0,14-18-36 0 0,-1 1 1 0 0,1 1 0 0 0,0-1-1 0 0,1 0 1 0 0,-1 1-1 0 0,1-1 1 0 0,0 1-1 0 0,0 0 1 0 0,1 0 0 0 0,0 0-1 0 0,0 0 1 0 0,0 0-1 0 0,1 0 1 0 0,0 0-1 0 0,0 0 1 0 0,0 0-1 0 0,1 0 1 0 0,1 7 0 0 0,-1-10 6 0 0,0 0 0 0 0,1 1 0 0 0,-1-1 1 0 0,1 0-1 0 0,0 0 0 0 0,0 0 0 0 0,0 0 1 0 0,0 0-1 0 0,0 0 0 0 0,0-1 1 0 0,1 1-1 0 0,-1-1 0 0 0,1 0 0 0 0,0 1 1 0 0,0-1-1 0 0,0 0 0 0 0,0-1 0 0 0,0 1 1 0 0,0 0-1 0 0,0-1 0 0 0,1 0 0 0 0,-1 0 1 0 0,1 0-1 0 0,-1 0 0 0 0,1 0 0 0 0,-1-1 1 0 0,1 0-1 0 0,-1 1 0 0 0,6-2 0 0 0,5 1 18 0 0,0-1 0 0 0,0 0 0 0 0,0-2 0 0 0,0 1 0 0 0,0-2 0 0 0,13-4 0 0 0,-8 1 4 0 0,0-1 1 0 0,-1-1-1 0 0,-1 0 1 0 0,1-2-1 0 0,-1 1 1 0 0,-1-2-1 0 0,24-22 1 0 0,-19 14-15 0 0,-2-2-1 0 0,0 0 0 0 0,-1 0 1 0 0,25-45-1 0 0,-17 17-40 0 0,-1-2 0 0 0,-3-1-1 0 0,-3-1 1 0 0,24-101-1 0 0,-30 94 43 0 0,6-82-1 0 0,-16 109 283 0 0,-2 0 1 0 0,-2 0-1 0 0,-1 0 1 0 0,-7-34-1 0 0,9 66-294 0 0,0 1-1 0 0,0 0 0 0 0,-1-1 1 0 0,1 1-1 0 0,0-1 0 0 0,-1 1 1 0 0,1 0-1 0 0,-1-1 0 0 0,1 1 1 0 0,-1 0-1 0 0,1-1 0 0 0,-1 1 1 0 0,0 0-1 0 0,0 0 1 0 0,0 0-1 0 0,0 0 0 0 0,0 0 1 0 0,0 0-1 0 0,0 0 0 0 0,0 0 1 0 0,0 0-1 0 0,0 0 0 0 0,-1 0 1 0 0,1 1-1 0 0,0-1 0 0 0,0 1 1 0 0,-2-1-1 0 0,1 1-8 0 0,0 0-1 0 0,1 0 1 0 0,-1 1 0 0 0,0-1-1 0 0,0 0 1 0 0,1 1 0 0 0,-1 0-1 0 0,0-1 1 0 0,1 1 0 0 0,-1 0-1 0 0,1 0 1 0 0,-1 0-1 0 0,1 0 1 0 0,-1 0 0 0 0,1 0-1 0 0,0 1 1 0 0,-1-1 0 0 0,1 0-1 0 0,0 1 1 0 0,0-1 0 0 0,0 1-1 0 0,-1 2 1 0 0,-13 19-6 0 0,2 2-1 0 0,0 0 1 0 0,2 0 0 0 0,1 1-1 0 0,1 0 1 0 0,1 1 0 0 0,-9 52 0 0 0,9-15 80 0 0,3 0 0 0 0,2 85 0 0 0,5-102-27 0 0,13 78 0 0 0,-11-103-8 0 0,1 0 0 0 0,1-1 0 0 0,1 0 0 0 0,1 0 1 0 0,18 34-1 0 0,-21-47-183 0 0,0 0 0 0 0,1-1 0 0 0,0 0 1 0 0,0 0-1 0 0,0 0 0 0 0,10 7 0 0 0,16 6-2328 0 0,-28-18 1463 0 0,0-1 0 0 0,0 1-1 0 0,1-1 1 0 0,-1 1 0 0 0,8 0 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8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7 32 0 0,'-270'-6'14409'0'0,"238"5"-13902"0"0,22 2-327 0 0,11 3 36 0 0,16 3-46 0 0,19-4-253 0 0,0 0 0 0 0,55-5 0 0 0,-40 1-689 0 0,233-8-6718 0 0,-193 3 2891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9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60 2004 0 0,'75'-57'15765'0'0,"-74"56"-15422"0"0,9 0 134 0 0,-10 1-469 0 0,0 0 1 0 0,1 0-1 0 0,-1 0 1 0 0,1-1-1 0 0,-1 1 0 0 0,1 0 1 0 0,-1 0-1 0 0,0 0 0 0 0,1 0 1 0 0,-1 0-1 0 0,1 0 0 0 0,-1 1 1 0 0,1-1-1 0 0,-1 0 1 0 0,1 0-1 0 0,-1 0 0 0 0,0 0 1 0 0,1 0-1 0 0,-1 1 0 0 0,1-1 1 0 0,-1 0-1 0 0,0 0 0 0 0,1 1 1 0 0,-1-1-1 0 0,0 0 1 0 0,1 1-1 0 0,-1-1 0 0 0,0 0 1 0 0,1 1-1 0 0,-1-1 0 0 0,0 0 1 0 0,1 1-1 0 0,3 6 23 0 0,1 0-1 0 0,-1 0 0 0 0,-1 0 1 0 0,1 0-1 0 0,-1 1 1 0 0,0-1-1 0 0,-1 1 1 0 0,0 0-1 0 0,2 11 1 0 0,0 8 36 0 0,1 38 1 0 0,-6-22-43 0 0,-1 0 0 0 0,-2 0 0 0 0,-2 0 1 0 0,-2-1-1 0 0,-2 0 0 0 0,-1 0 0 0 0,-3-1 0 0 0,-27 59 0 0 0,-1-14-1389 0 0,-5-2-1 0 0,-96 133 0 0 0,-13-24-5570 0 0,75-104 837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29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4224 0 0,'6'-9'3681'0'0,"-1"1"-885"0"0,-4-1-636 0 0,3 1 980 0 0,3-4-1159 0 0,-2 0-1245 0 0,-2 2-1124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34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15 804 0 0,'22'-15'17594'0'0,"-25"22"-17599"0"0,0 0 0 0 0,0 1 0 0 0,0-1 0 0 0,1 1 0 0 0,0-1-1 0 0,-2 11 1 0 0,-2 12 15 0 0,-77 291-20 0 0,35-133 49 0 0,26-108-6 0 0,-21 58-849 0 0,36-118-712 0 0,7-9-1057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3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83 184 0 0,'0'0'1834'0'0,"1"-22"4843"0"0,1 15-6082 0 0,1 1-1 0 0,0-1 0 0 0,0 1 0 0 0,1 0 0 0 0,0 0 0 0 0,4-6 1 0 0,-7 11-473 0 0,8-3 123 0 0,-9 3-240 0 0,1 1 1 0 0,-1-1-1 0 0,1 1 0 0 0,0-1 0 0 0,-1 1 1 0 0,1 0-1 0 0,-1-1 0 0 0,1 1 0 0 0,0 0 1 0 0,-1-1-1 0 0,1 1 0 0 0,0 0 0 0 0,-1 0 0 0 0,1 0 1 0 0,0-1-1 0 0,-1 1 0 0 0,1 0 0 0 0,0 0 1 0 0,0 0-1 0 0,-1 0 0 0 0,1 0 0 0 0,1 1 1 0 0,7 2 4 0 0,0 0 1 0 0,0 1-1 0 0,-1 0 1 0 0,1 0 0 0 0,-1 1-1 0 0,0 0 1 0 0,0 1 0 0 0,-1 0-1 0 0,0 0 1 0 0,0 0 0 0 0,0 1-1 0 0,-1 0 1 0 0,11 14 0 0 0,-3-1 2 0 0,-1 1 1 0 0,-1 0-1 0 0,-1 1 1 0 0,12 30-1 0 0,-11-17 281 0 0,-2 1 0 0 0,-1 0 1 0 0,-2 0-1 0 0,5 58 0 0 0,-8 148 647 0 0,-5-149-1044 0 0,1-88 127 0 0,0 0-1 0 0,0 0 0 0 0,1 0 1 0 0,0 0-1 0 0,0 0 1 0 0,0 0-1 0 0,1 0 1 0 0,1 5-1 0 0,-1-7-128 0 0,-1-1 1 0 0,0 0-1 0 0,1 1 0 0 0,-1-1 1 0 0,1 0-1 0 0,0 0 0 0 0,-1 0 0 0 0,1 0 1 0 0,0-1-1 0 0,0 1 0 0 0,0 0 1 0 0,1-1-1 0 0,-1 1 0 0 0,0-1 1 0 0,4 2-1 0 0,-2-3-963 0 0,-2 0 649 0 0,0 0 1 0 0,-1 0 0 0 0,1-1-1 0 0,0 1 1 0 0,0 0 0 0 0,0-1-1 0 0,0 0 1 0 0,-1 1 0 0 0,1-1-1 0 0,0 0 1 0 0,0 0 0 0 0,1-1-1 0 0,6-8-2068 0 0,-1 3-519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35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38 2196 0 0,'-9'5'3136'0'0,"-2"-2"-1031"0"0,-1 1 611 0 0,25-9-2524 0 0,2-1-36 0 0,4 0-224 0 0,3 1-352 0 0,7-1-440 0 0,0 0-548 0 0,1-3-1021 0 0,3 2-483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36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43 720 0 0,'-24'-12'15241'0'0,"20"10"-15174"0"0,-11-7 819 0 0,14 8-730 0 0,4 1-406 0 0,36-1 238 0 0,124-8 4 0 0,-44 2 87 0 0,-86 6 6 0 0,-30 1-48 0 0,2 0 49 0 0,4-1-387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46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1 400 0 0,'0'0'4399'0'0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0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46 952 0 0,'0'0'9881'0'0,"6"-7"-7021"0"0,126-26-2687 0 0,-128 32-504 0 0,-1 0-1 0 0,1 0 1 0 0,-1 0-1 0 0,1 0 1 0 0,-1 1 0 0 0,1-1-1 0 0,0 1 1 0 0,-1 0 0 0 0,1 0-1 0 0,-1 0 1 0 0,1 1 0 0 0,0-1-1 0 0,-1 1 1 0 0,1 0-1 0 0,-1 0 1 0 0,1 0 0 0 0,-1 0-1 0 0,4 3 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04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81 1252 0 0,'-19'11'6783'0'0,"-9"12"-180"0"0,66-31-6187 0 0,104-44-190 0 0,-27 12-181 0 0,-114 40-21 0 0,1-1 8 0 0,0 0-1 0 0,-1 0 1 0 0,1 0-1 0 0,0 0 0 0 0,0 1 1 0 0,0-1-1 0 0,-1 0 1 0 0,1 1-1 0 0,0 0 0 0 0,3-1 1 0 0,9-2-3066 0 0,-10-1 2346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40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11 920 0 0,'6'-10'8966'0'0,"-5"19"-5569"0"0,-6 34-3621 0 0,3-27 1297 0 0,-10 55-191 0 0,-32 113 0 0 0,25-110-750 0 0,-57 205 133 0 0,56-212-3964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4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0 154 92 0 0,'2'-51'9301'0'0,"0"10"-4714"0"0,-2 38-4526 0 0,0 1 0 0 0,0-1 1 0 0,0 1-1 0 0,0-1 0 0 0,1 1 0 0 0,-1-1 1 0 0,1 1-1 0 0,0-1 0 0 0,0 1 0 0 0,0 0 0 0 0,0 0 1 0 0,0-1-1 0 0,0 1 0 0 0,1 0 0 0 0,-1 0 1 0 0,1 0-1 0 0,-1 0 0 0 0,1 0 0 0 0,0 0 0 0 0,0 1 1 0 0,0-1-1 0 0,0 1 0 0 0,0-1 0 0 0,0 1 1 0 0,0 0-1 0 0,0 0 0 0 0,1-1 0 0 0,-1 2 0 0 0,0-1 1 0 0,1 0-1 0 0,-1 0 0 0 0,1 1 0 0 0,-1-1 1 0 0,0 1-1 0 0,1 0 0 0 0,4 0 0 0 0,1 0-81 0 0,1 0 0 0 0,-1 0-1 0 0,0 1 1 0 0,1 1 0 0 0,-1-1-1 0 0,0 1 1 0 0,0 1 0 0 0,0-1-1 0 0,11 7 1 0 0,-9-3 22 0 0,0 1 1 0 0,0 0-1 0 0,-1 1 0 0 0,0 0 1 0 0,0 1-1 0 0,-1 0 0 0 0,0 0 0 0 0,0 1 1 0 0,-1 0-1 0 0,0 0 0 0 0,-1 1 1 0 0,-1 0-1 0 0,6 13 0 0 0,2 10 33 0 0,-1 0-1 0 0,-2 1 1 0 0,7 41-1 0 0,2 79 129 0 0,-4-25-39 0 0,-5-78-21 0 0,-9-50-222 0 0,-1-1-85 0 0,1 0-1 0 0,0-1 1 0 0,0 1 0 0 0,0-1 0 0 0,-1 1 0 0 0,1-1 0 0 0,0 0-1 0 0,0 1 1 0 0,0-1 0 0 0,0 0 0 0 0,0 1 0 0 0,0-1-1 0 0,0 0 1 0 0,0 0 0 0 0,0 0 0 0 0,-1 0 0 0 0,1 0-1 0 0,0 0 1 0 0,0 0 0 0 0,0 0 0 0 0,0 0 0 0 0,0-1-1 0 0,0 1 1 0 0,0 0 0 0 0,0-1 0 0 0,1 0 0 0 0,13-17-4588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41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61 524 0 0,'-3'2'2276'0'0,"-51"14"7917"0"0,51-15-9507 0 0,-14 4 1546 0 0,13-5-1455 0 0,16-4-787 0 0,125-32-2221 0 0,4-2-6501 0 0,-113 31 5421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41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21 1548 0 0,'-10'8'7866'0'0,"9"-7"-7747"0"0,-13 15 6011 0 0,12-8-3377 0 0,13-8-3294 0 0,61-18 623 0 0,41-8-2682 0 0,-37 17-5477 0 0,-60 9 3201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42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83 2608 0 0,'-9'4'1853'0'0,"1"1"0"0"0,0-1-1 0 0,0 1 1 0 0,1 1 0 0 0,-1-1 0 0 0,-7 9-1 0 0,13-13-1510 0 0,2-1-324 0 0,0 0-1 0 0,0 0 1 0 0,0 0 0 0 0,0 0 0 0 0,0 0-1 0 0,-1 0 1 0 0,1 0 0 0 0,0 0 0 0 0,0 0-1 0 0,0 0 1 0 0,0 0 0 0 0,-1 0 0 0 0,1 0-1 0 0,0 0 1 0 0,0 0 0 0 0,0 0 0 0 0,0 0-1 0 0,0 0 1 0 0,-1 0 0 0 0,1 0 0 0 0,0 0-1 0 0,0 0 1 0 0,0 1 0 0 0,0-1 0 0 0,0 0 0 0 0,0 0-1 0 0,-1 0 1 0 0,1 0 0 0 0,0 0 0 0 0,0 0-1 0 0,0 0 1 0 0,0 0 0 0 0,0 1 0 0 0,0-1-1 0 0,0 0 1 0 0,0 0 0 0 0,0 0 0 0 0,-1 0-1 0 0,1 0 1 0 0,0 1 0 0 0,0-1 0 0 0,0 0-1 0 0,0 0 1 0 0,0 0 0 0 0,0 0 0 0 0,0 0-1 0 0,0 1 1 0 0,0-1 0 0 0,0 0 0 0 0,0 0-1 0 0,0 0 1 0 0,0 0 0 0 0,0 1 0 0 0,0-1 0 0 0,0 0-1 0 0,1 0 1 0 0,-1 1-6 0 0,1-1 1 0 0,-1 0-1 0 0,1 0 0 0 0,0 1 0 0 0,-1-1 1 0 0,1 0-1 0 0,-1 0 0 0 0,1 0 0 0 0,0 1 1 0 0,-1-1-1 0 0,1 0 0 0 0,0 0 0 0 0,-1 0 1 0 0,1 0-1 0 0,0 0 0 0 0,-1 0 0 0 0,1-1 1 0 0,-1 1-1 0 0,1 0 0 0 0,0 0 0 0 0,-1 0 1 0 0,2-1-1 0 0,127-39-434 0 0,0 1-2814 0 0,0-1-3809 0 0,-82 26 2939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10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4 476 0 0,'0'0'1644'0'0,"12"-3"-2504"0"0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51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28 24 0 0,'-41'-25'16550'0'0,"39"25"-16151"0"0,6-1-393 0 0,1 0 0 0 0,-1 1 0 0 0,0-1 0 0 0,0 1 0 0 0,0 0 0 0 0,0 0 0 0 0,0 1 0 0 0,1-1 0 0 0,3 2 0 0 0,8 0 10 0 0,59 4 26 0 0,107 4 151 0 0,-150-8-184 0 0,-30-2-8 0 0,18 2-3 0 0,-9-1 9 0 0,-8-1-7 0 0,-1 1 2 0 0,6 1 2 0 0,-7-1-101 0 0,0-1 0 0 0,0 0 1 0 0,0 1-1 0 0,1-1 0 0 0,-1 1 1 0 0,0-1-1 0 0,0 1 0 0 0,0-1 0 0 0,0 1 1 0 0,0 0-1 0 0,0 0 0 0 0,0-1 0 0 0,-1 1 1 0 0,1 0-1 0 0,0 0 0 0 0,0 0 1 0 0,-1 0-1 0 0,1 0 0 0 0,0 0 0 0 0,-1 0 1 0 0,1 0-1 0 0,-1 1 0 0 0,1-1 0 0 0,-1 0 1 0 0,0 0-1 0 0,0 0 0 0 0,1 0 0 0 0,-1 1 1 0 0,0-1-1 0 0,0 0 0 0 0,0 0 1 0 0,0 0-1 0 0,0 1 0 0 0,0-1 0 0 0,-1 0 1 0 0,1 2-1 0 0,-1 4-1015 0 0,1-5 527 0 0,-1 1-1 0 0,0-1 0 0 0,0 0 0 0 0,0 0 1 0 0,0 0-1 0 0,-1 0 0 0 0,1 0 0 0 0,0-1 1 0 0,-1 1-1 0 0,-2 2 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52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46 688 0 0,'-8'-29'18140'0'0,"4"14"-14430"0"0,4 14-3506 0 0,-3 11-564 0 0,10 131 367 0 0,-5-69 0 0 0,4 283 147 0 0,-6-349-163 0 0,3 69 161 0 0,-3-73-131 0 0,1 31 590 0 0,-4-29-96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52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0 1056 0 0,'-22'29'8572'0'0,"7"0"-2552"0"0,15-28-5983 0 0,1 0 0 0 0,-1 0-1 0 0,1 0 1 0 0,-1 0 0 0 0,1 0 0 0 0,-1 0 0 0 0,1 0-1 0 0,0-1 1 0 0,-1 1 0 0 0,1 0 0 0 0,0 0 0 0 0,0-1-1 0 0,0 1 1 0 0,0-1 0 0 0,0 1 0 0 0,0 0 0 0 0,0-1-1 0 0,-1 0 1 0 0,1 1 0 0 0,1-1 0 0 0,-1 0-1 0 0,0 1 1 0 0,0-1 0 0 0,0 0 0 0 0,2 0 0 0 0,37 4 314 0 0,-27-4-277 0 0,34-1 124 0 0,0-1 0 0 0,91-18 0 0 0,-82 11-102 0 0,35-6-988 0 0,-89 15 367 0 0,1-1-149 0 0,8-1-165 0 0,-8 1-232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11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1440 0 0,'11'6'5885'0'0,"-9"-5"-5950"0"0,1-1 137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42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22 528 0 0,'-3'0'2586'0'0,"-45"-1"7475"0"0,45 1-9021 0 0,-40-2 3093 0 0,40 2-3759 0 0,7 0-370 0 0,172-9 380 0 0,0-1-3531 0 0,-150 15-103 0 0,-25-5 2935 0 0,0 0 1 0 0,0 0-1 0 0,0 1 1 0 0,0-1 0 0 0,0 1-1 0 0,0-1 1 0 0,-1 1-1 0 0,1-1 1 0 0,0 1 0 0 0,0-1-1 0 0,0 1 1 0 0,-1 0-1 0 0,2 1-628 0 0,-1-2 629 0 0,-1 1-1 0 0,1 0 1 0 0,-1 0 0 0 0,1 0-1 0 0,0 1 1 0 0,0 6-3078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42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9 1772 0 0,'-27'-8'18352'0'0,"27"7"-18345"0"0,-1 1-1 0 0,1 1 1 0 0,-1-1 0 0 0,1 0 0 0 0,-1 0-1 0 0,1 0 1 0 0,0 0 0 0 0,-1 0 0 0 0,1 0-1 0 0,-1 0 1 0 0,1 1 0 0 0,-1-1 0 0 0,1 0-1 0 0,-1 0 1 0 0,1 1 0 0 0,0-1 0 0 0,-1 0-1 0 0,1 1 1 0 0,0-1 0 0 0,-1 0 0 0 0,1 1-1 0 0,0-1 1 0 0,-1 0 0 0 0,1 1-1 0 0,0-1 1 0 0,0 1 0 0 0,-1-1 0 0 0,1 1-1 0 0,0-1 1 0 0,0 0 0 0 0,0 2 0 0 0,2 20 48 0 0,10 49 133 0 0,-3-1 0 0 0,-3 1 0 0 0,-6 122 0 0 0,-2-166-375 0 0,-3 53 697 0 0,-1-29-3210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43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22 600 0 0,'-5'4'4451'0'0,"-22"15"1165"0"0,22-10-3429 0 0,6-8-2104 0 0,-1-1 1 0 0,0 0 0 0 0,1 1 0 0 0,-1-1-1 0 0,0 1 1 0 0,1-1 0 0 0,-1 0-1 0 0,1 1 1 0 0,-1-1 0 0 0,0 0 0 0 0,1 0-1 0 0,-1 1 1 0 0,1-1 0 0 0,-1 0 0 0 0,1 0-1 0 0,-1 0 1 0 0,1 0 0 0 0,-1 0-1 0 0,1 0 1 0 0,-1 1 0 0 0,1-1 0 0 0,-1 0-1 0 0,1 0 1 0 0,0-1 0 0 0,60 2 608 0 0,0-3 0 0 0,69-12 0 0 0,-50 5-477 0 0,292-21 421 0 0,-344 27-550 0 0,-26 2-184 0 0,2 1-491 0 0,3-1-32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44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76 2168 0 0,'-15'-2'11524'0'0,"12"1"-11174"0"0,2 0-59 0 0,0 1-1 0 0,0 0 1 0 0,0-1-1 0 0,0 1 1 0 0,-1 0-1 0 0,1 0 1 0 0,0 0-1 0 0,0 0 1 0 0,0 0-1 0 0,0 0 1 0 0,0 0-1 0 0,0 0 1 0 0,-1 0-1 0 0,1 0 1 0 0,0 0-1 0 0,0 1 1 0 0,-2 0-1 0 0,-3 10-623 0 0,-144 548 2018 0 0,125-475-1189 0 0,24-82-284 0 0,1-3-187 0 0,0 1-1 0 0,0 0 0 0 0,0 0 0 0 0,0 0 1 0 0,0-1-1 0 0,0 1 0 0 0,0 0 1 0 0,0 0-1 0 0,-1 0 0 0 0,1-1 0 0 0,0 1 1 0 0,0 0-1 0 0,0 0 0 0 0,0 0 1 0 0,-1 0-1 0 0,1-1 0 0 0,0 1 0 0 0,0 0 1 0 0,0 0-1 0 0,-1 0 0 0 0,1 0 0 0 0,0 0 1 0 0,0 0-1 0 0,-1 0 0 0 0,1 0 1 0 0,0 0-1 0 0,0-1 0 0 0,0 1 0 0 0,-1 0 1 0 0,1 0-1 0 0,0 0 0 0 0,0 0 1 0 0,-1 0-1 0 0,1 1 0 0 0,0-1 0 0 0,0 0 1 0 0,0 0-1 0 0,-1 0 0 0 0,1 0 1 0 0,0 0-1 0 0,0 0 0 0 0,-1 0 0 0 0,1 0 1 0 0,0 0-1 0 0,0 1 0 0 0,0-1 1 0 0,-1 0-1 0 0,1 0 0 0 0,0 0 0 0 0,0 0 1 0 0,0 1-1 0 0,0-1 0 0 0,0 0 1 0 0,-1 0-1 0 0,1 0 0 0 0,0 1 0 0 0,2-56 12 0 0,2 0-1 0 0,3 1 0 0 0,16-65 0 0 0,60-159-238 0 0,-75 260 181 0 0,1-1 1 0 0,0 1-1 0 0,20-27 0 0 0,-5 8-78 0 0,-22 34 90 0 0,0 1 0 0 0,0 0-1 0 0,0 0 1 0 0,0-1 0 0 0,0 1-1 0 0,1 1 1 0 0,-1-1 0 0 0,1 0 0 0 0,0 0-1 0 0,-1 1 1 0 0,1 0 0 0 0,0 0 0 0 0,0-1-1 0 0,0 1 1 0 0,0 1 0 0 0,0-1 0 0 0,0 0-1 0 0,0 1 1 0 0,0 0 0 0 0,0 0 0 0 0,0 0-1 0 0,5 0 1 0 0,-3 1-23 0 0,2 2 27 0 0,0-1-1 0 0,-1 1 0 0 0,1 1 0 0 0,-1-1 1 0 0,1 1-1 0 0,-1 0 0 0 0,-1 0 1 0 0,1 1-1 0 0,0 0 0 0 0,-1 0 0 0 0,0 0 1 0 0,0 1-1 0 0,7 10 0 0 0,-3 0 21 0 0,-1-1 0 0 0,-1 1 0 0 0,11 32 0 0 0,-14-34 4 0 0,5 14-18 0 0,-2 0 0 0 0,-1 1 0 0 0,5 56 0 0 0,-8 92 51 0 0,-3-126-11 0 0,5 137 55 0 0,-5-187-93 0 0,0 1 0 0 0,1-1 1 0 0,-1 1-1 0 0,1-1 1 0 0,-1 0-1 0 0,1 1 0 0 0,-1-1 1 0 0,1 1-1 0 0,0-1 0 0 0,-1 0 1 0 0,1 0-1 0 0,0 1 0 0 0,0-1 1 0 0,0 0-1 0 0,0 0 1 0 0,0 0-1 0 0,0 0 0 0 0,1 0 1 0 0,1 1-1 0 0,-1-1-253 0 0,1-1-156 0 0,3 0-196 0 0,1-1 1 0 0,-1 0-1 0 0,1-1 1 0 0,-1 1-1 0 0,0-1 0 0 0,0 0 1 0 0,1-1-1 0 0,-1 1 1 0 0,5-5-1 0 0,-2 3-1462 0 0,-2-1 1 0 0,1-1-1 0 0,10-8 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1:44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21 1992 0 0,'-137'31'13433'0'0,"104"-22"-11396"0"0,30-9-1818 0 0,-4 4 122 0 0,40-6-289 0 0,0-2 0 0 0,55-13 0 0 0,23-3 24 0 0,8 4-32 0 0,-117 15-49 0 0,0 1 16 0 0,10-1-18 0 0,-10 1-1 0 0,29-4-1507 0 0,-20 5 452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12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36 0 0,'0'0'2832'0'0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12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80 0 0,'0'0'1124'0'0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24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1 668 0 0,'0'0'1412'0'0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26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89 105 672 0 0,'0'-3'1203'0'0,"7"-45"3843"0"0,-7 47-4492 0 0,-2-22 7428 0 0,2 23-7930 0 0,-1 0 0 0 0,1 0 0 0 0,0 0 0 0 0,-1 0 1 0 0,1 0-1 0 0,0 0 0 0 0,0 0 0 0 0,-1 0 0 0 0,1 0 0 0 0,0 0 0 0 0,0 1 1 0 0,-1-1-1 0 0,1 0 0 0 0,0 0 0 0 0,0 0 0 0 0,-1 0 0 0 0,1 0 1 0 0,0 1-1 0 0,0-1 0 0 0,-1 0 0 0 0,1 0 0 0 0,0 0 0 0 0,0 1 0 0 0,0-1 1 0 0,0 0-1 0 0,-1 0 0 0 0,1 1 0 0 0,0-1 0 0 0,0 0 0 0 0,0 0 1 0 0,0 1-1 0 0,0-1 0 0 0,0 1 0 0 0,-5 17 527 0 0,1 32-920 0 0,3-30 510 0 0,-38 277-109 0 0,17-135 9 0 0,7-30 2 0 0,15-126-46 0 0,2-6-8 0 0,6-10-3 0 0,9-22-33 0 0,-15 29 15 0 0,6-12-14 0 0,2-5-25 0 0,0 2-1 0 0,2 0 1 0 0,20-27-1 0 0,-23 37 21 0 0,9-3-1 0 0,-13 10 21 0 0,-2 1 0 0 0,-1 0 2 0 0,1-1 1 0 0,-1 1-1 0 0,0 0 1 0 0,0 0-1 0 0,0 1 0 0 0,1-1 1 0 0,-1 0-1 0 0,0 1 1 0 0,0-1-1 0 0,0 1 1 0 0,1 0-1 0 0,-1 0 0 0 0,3 1 1 0 0,23 15-11 0 0,49 57 92 0 0,-52-48-58 0 0,52 41 1 0 0,-44-55 6 0 0,-29-11-25 0 0,0-1 0 0 0,0 0 0 0 0,0 0 1 0 0,0 0-1 0 0,-1 0 0 0 0,1-1 1 0 0,0 1-1 0 0,0-1 0 0 0,0 0 1 0 0,-1 0-1 0 0,1 0 0 0 0,-1-1 0 0 0,1 1 1 0 0,-1-1-1 0 0,1 0 0 0 0,-1 0 1 0 0,0 0-1 0 0,0 0 0 0 0,0-1 0 0 0,0 1 1 0 0,0-1-1 0 0,0 0 0 0 0,-1 1 1 0 0,5-8-1 0 0,1-2 8 0 0,0 0 0 0 0,-1-1 0 0 0,-1 0 0 0 0,0 0 0 0 0,4-14 0 0 0,-2 0-14 0 0,-1 1 0 0 0,-2-1 0 0 0,0 0 1 0 0,-2-1-1 0 0,-1 1 0 0 0,-3-51 0 0 0,-4 15 76 0 0,-25-115-1 0 0,21 140-96 0 0,-19-54 1 0 0,27 91-191 0 0,2 16-1408 0 0,1 0 0 0 0,0-1 1 0 0,1 1-1 0 0,0-1 1 0 0,1 1-1 0 0,7 16 1 0 0,-1-8-2502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26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64 118 568 0 0,'4'9'5606'0'0,"12"40"-200"0"0,-16-47-5178 0 0,22 19 1771 0 0,-20-20-1743 0 0,0-1-131 0 0,0 1 0 0 0,0-1 0 0 0,0 1-1 0 0,0-1 1 0 0,0 0 0 0 0,0 0 0 0 0,0 0 0 0 0,-1 0-1 0 0,1 0 1 0 0,0 0 0 0 0,0-1 0 0 0,0 1-1 0 0,0 0 1 0 0,0-1 0 0 0,0 0 0 0 0,0 1 0 0 0,0-1-1 0 0,-1 0 1 0 0,3-1 0 0 0,0-5-84 0 0,0 0 1 0 0,-1 0-1 0 0,0 1 1 0 0,0-2 0 0 0,-1 1-1 0 0,0 0 1 0 0,0-1-1 0 0,-1 1 1 0 0,0 0-1 0 0,0-1 1 0 0,-1 0-1 0 0,0 1 1 0 0,0-1-1 0 0,-1 1 1 0 0,0-1-1 0 0,0 1 1 0 0,0-1 0 0 0,-1 1-1 0 0,-1 0 1 0 0,1 0-1 0 0,-1-1 1 0 0,-5-7-1 0 0,7 13-43 0 0,1 1 0 0 0,-1 0-1 0 0,0 0 1 0 0,0-1 0 0 0,0 1 0 0 0,0 0-1 0 0,0 0 1 0 0,0 0 0 0 0,0 0-1 0 0,0 0 1 0 0,0 1 0 0 0,-1-1 0 0 0,1 0-1 0 0,0 0 1 0 0,-1 1 0 0 0,1-1 0 0 0,0 1-1 0 0,-1-1 1 0 0,1 1 0 0 0,-1 0-1 0 0,1-1 1 0 0,0 1 0 0 0,-1 0 0 0 0,1 0-1 0 0,-1 0 1 0 0,1 0 0 0 0,-1 0-1 0 0,1 0 1 0 0,-1 1 0 0 0,1-1 0 0 0,-1 0-1 0 0,-1 2 1 0 0,-1 0-7 0 0,0 0-1 0 0,1 0 1 0 0,-1 0-1 0 0,1 0 1 0 0,-1 1-1 0 0,1 0 1 0 0,-5 5 0 0 0,-1 3 5 0 0,1-1 1 0 0,0 1-1 0 0,1 0 1 0 0,0 1-1 0 0,1 0 1 0 0,1 0-1 0 0,0 0 1 0 0,0 1-1 0 0,1-1 1 0 0,1 1-1 0 0,0 0 1 0 0,0 0-1 0 0,2 1 1 0 0,0-1-1 0 0,0 0 1 0 0,1 1 0 0 0,1-1-1 0 0,2 15 1 0 0,-2-23 6 0 0,0-1 0 0 0,1 0 1 0 0,-1 0-1 0 0,1 0 0 0 0,0-1 0 0 0,0 1 1 0 0,0 0-1 0 0,1-1 0 0 0,-1 1 1 0 0,1-1-1 0 0,0 0 0 0 0,0 0 1 0 0,0 0-1 0 0,0 0 0 0 0,0 0 1 0 0,1-1-1 0 0,-1 1 0 0 0,1-1 1 0 0,0 0-1 0 0,0 0 0 0 0,0-1 0 0 0,0 1 1 0 0,0-1-1 0 0,0 0 0 0 0,8 2 1 0 0,-1-1 18 0 0,0-1 1 0 0,0 0 0 0 0,1 0 0 0 0,-1-1-1 0 0,0-1 1 0 0,0 0 0 0 0,1 0 0 0 0,17-5-1 0 0,-19 3-110 0 0,45-13-2150 0 0,-20 2-4760 0 0,-21 8 1138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27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63 1716 0 0,'-22'-41'10317'0'0,"16"26"-8395"0"0,5 13-1525 0 0,1 2-375 0 0,0 0 0 0 0,0 0 0 0 0,0 0 1 0 0,0-1-1 0 0,0 1 0 0 0,0 0 0 0 0,0 0 0 0 0,0 0 0 0 0,0-1 0 0 0,0 1 1 0 0,0 0-1 0 0,0 0 0 0 0,-1 0 0 0 0,1 0 0 0 0,0-1 0 0 0,0 1 1 0 0,0 0-1 0 0,0 0 0 0 0,0 0 0 0 0,0 0 0 0 0,-1 0 0 0 0,1-1 0 0 0,0 1 1 0 0,0 0-1 0 0,0 0 0 0 0,0 0 0 0 0,-1 0 0 0 0,1 0 0 0 0,0 0 0 0 0,0 0 1 0 0,0 0-1 0 0,0 0 0 0 0,-1 0 0 0 0,1-1 0 0 0,-1 2-10 0 0,1-1 1 0 0,0 0-1 0 0,0 0 0 0 0,-1 0 1 0 0,1 1-1 0 0,0-1 0 0 0,0 0 0 0 0,-1 0 1 0 0,1 1-1 0 0,0-1 0 0 0,0 0 1 0 0,-1 1-1 0 0,1-1 0 0 0,0 0 0 0 0,0 0 1 0 0,0 1-1 0 0,0-1 0 0 0,0 0 1 0 0,-1 1-1 0 0,1-1 0 0 0,0 1 1 0 0,0-1-1 0 0,0 0 0 0 0,0 1 0 0 0,0-1 1 0 0,0 0-1 0 0,0 1 0 0 0,0-1 1 0 0,0 0-1 0 0,1 1 0 0 0,-23 710 2606 0 0,19-678-2693 0 0,-2 61-422 0 0,9-35-4894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27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89 1252 0 0,'2'-4'1131'0'0,"3"-3"759"0"0,-1 0 0 0 0,0 0-1 0 0,-1-1 1 0 0,1 1 0 0 0,-1-1-1 0 0,-1 0 1 0 0,0 0 0 0 0,3-14-1 0 0,-6 21-1855 0 0,0 1 0 0 0,0-1 0 0 0,0 1-1 0 0,0 0 1 0 0,0 0 0 0 0,0 0 0 0 0,0 0-1 0 0,0 0 1 0 0,0 0 0 0 0,0 0-1 0 0,0 0 1 0 0,0 0 0 0 0,0 0 0 0 0,0 0-1 0 0,0 0 1 0 0,0 1 0 0 0,0-1 0 0 0,0 0-1 0 0,-2 2 1 0 0,-20 5 148 0 0,3 2-102 0 0,0 0 1 0 0,-25 17-1 0 0,-17 8 3 0 0,27-15-45 0 0,-5 4-208 0 0,39-23 143 0 0,-2 7-8 0 0,3-7 32 0 0,-1 0 0 0 0,1 1 1 0 0,0-1-1 0 0,0 1 0 0 0,-1-1 0 0 0,1 1 0 0 0,0-1 0 0 0,0 1 0 0 0,0-1 0 0 0,-1 1 0 0 0,1-1 0 0 0,0 1 0 0 0,0-1 0 0 0,0 1 0 0 0,0-1 1 0 0,0 1-1 0 0,0-1 0 0 0,0 1 0 0 0,0-1 0 0 0,0 1 0 0 0,0-1 0 0 0,0 1 0 0 0,1-1 0 0 0,-1 0 0 0 0,0 1 0 0 0,0-1 0 0 0,0 1 0 0 0,1-1 0 0 0,-1 1 1 0 0,0-1-1 0 0,1 1 0 0 0,-1-1 0 0 0,1 1 0 0 0,17 27-9 0 0,1-2-1 0 0,2 0 1 0 0,1-1 0 0 0,0-1-1 0 0,2-1 1 0 0,1-1 0 0 0,40 27-1 0 0,-36-30-1878 0 0,61 29 0 0 0,-82-44 1040 0 0,1 0-1 0 0,-1-1 0 0 0,1-1 1 0 0,17 3-1 0 0,4-4-4962 0 0,-9-2 1893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28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1 185 2120 0 0,'1'-13'1863'0'0,"7"-47"6781"0"0,-2 22-5896 0 0,-6 37-2569 0 0,0 0-168 0 0,0 1 1 0 0,0 0-1 0 0,1-1 0 0 0,-1 1 0 0 0,0 0 1 0 0,0 0-1 0 0,0-1 0 0 0,0 1 1 0 0,1 0-1 0 0,-1-1 0 0 0,0 1 0 0 0,0 0 1 0 0,1 0-1 0 0,-1 0 0 0 0,0-1 1 0 0,1 1-1 0 0,-1 0 0 0 0,0 0 0 0 0,1 0 1 0 0,-1 0-1 0 0,0-1 0 0 0,1 1 0 0 0,-1 0 1 0 0,0 0-1 0 0,1 0 0 0 0,-1 0 1 0 0,0 0-1 0 0,1 0 0 0 0,-1 0 0 0 0,0 0 1 0 0,1 0-1 0 0,-1 0 0 0 0,0 0 1 0 0,1 0-1 0 0,15 4 144 0 0,-8 3-112 0 0,0-1 0 0 0,-1 2 0 0 0,0-1 0 0 0,0 1 0 0 0,-1 0 0 0 0,0 0 0 0 0,0 1-1 0 0,5 12 1 0 0,-2-4 65 0 0,-2 1 0 0 0,0 0 0 0 0,7 32 0 0 0,-9-22-2 0 0,-1-10 785 0 0,0-44-472 0 0,-2 4-422 0 0,0 0 1 0 0,2 1 0 0 0,11-39 0 0 0,-12 51-14 0 0,1-1 0 0 0,0 1 0 0 0,0 0 0 0 0,1 1 0 0 0,0-1 1 0 0,1 1-1 0 0,0 0 0 0 0,0 0 0 0 0,1 1 0 0 0,10-10 0 0 0,-16 16 16 0 0,1 0-1 0 0,0 1 0 0 0,-1-1 1 0 0,1 0-1 0 0,0 1 0 0 0,-1-1 1 0 0,1 1-1 0 0,0-1 0 0 0,-1 1 0 0 0,1 0 1 0 0,0 0-1 0 0,0 0 0 0 0,-1 0 1 0 0,1 0-1 0 0,0 0 0 0 0,0 0 1 0 0,-1 1-1 0 0,1-1 0 0 0,0 1 1 0 0,-1-1-1 0 0,1 1 0 0 0,0 0 1 0 0,-1-1-1 0 0,1 1 0 0 0,-1 0 0 0 0,1 0 1 0 0,-1 0-1 0 0,0 0 0 0 0,1 0 1 0 0,-1 1-1 0 0,0-1 0 0 0,2 2 1 0 0,-1 1 12 0 0,1 0 1 0 0,-1 0 0 0 0,-1 0-1 0 0,1 0 1 0 0,0 0 0 0 0,-1 0 0 0 0,0 1-1 0 0,0-1 1 0 0,0 1 0 0 0,-1-1-1 0 0,1 0 1 0 0,-1 6 0 0 0,-1 9 145 0 0,-3 28 0 0 0,1-26-47 0 0,-2 14 20 0 0,2-22-107 0 0,1 0 0 0 0,1 0-1 0 0,0-1 1 0 0,1 1-1 0 0,2 21 1 0 0,-2-32-60 0 0,0 0 0 0 0,1 0-1 0 0,-1-1 1 0 0,1 1 0 0 0,-1 0 0 0 0,1 0 0 0 0,0-1-1 0 0,0 1 1 0 0,0 0 0 0 0,0-1 0 0 0,0 1 0 0 0,0-1-1 0 0,0 0 1 0 0,0 1 0 0 0,1-1 0 0 0,-1 0 0 0 0,1 0-1 0 0,-1 1 1 0 0,1-1 0 0 0,2 1 0 0 0,-1-1-148 0 0,0 0-1 0 0,0 0 1 0 0,0 0 0 0 0,1-1 0 0 0,-1 1 0 0 0,0-1 0 0 0,0 0 0 0 0,0 0-1 0 0,0 0 1 0 0,1-1 0 0 0,3 0 0 0 0,5-2-694 0 0,1 0 1 0 0,-1-2-1 0 0,0 1 0 0 0,21-12 0 0 0,6-6-1676 0 0,61-44 0 0 0,-77 48 2405 0 0,36-37 1 0 0,-48 41 1522 0 0,-1 0-1 0 0,0 0 0 0 0,-1-1 0 0 0,0-1 1 0 0,-1 1-1 0 0,9-28 702 0 0,-21 60-1905 0 0,0 5-108 0 0,0 1 1 0 0,1-1-1 0 0,2 1 0 0 0,0 0 0 0 0,1-1 0 0 0,1 1 0 0 0,2 0 0 0 0,5 25 1 0 0,-8-46-41 0 0,0-1 1 0 0,1 1-1 0 0,-1 0 1 0 0,1-1 0 0 0,-1 1-1 0 0,1 0 1 0 0,0-1-1 0 0,-1 1 1 0 0,1-1 0 0 0,0 1-1 0 0,0-1 1 0 0,0 1-1 0 0,0-1 1 0 0,0 0 0 0 0,0 0-1 0 0,1 1 1 0 0,-1-1-1 0 0,0 0 1 0 0,1 0-1 0 0,-1 0 1 0 0,1 0 0 0 0,-1-1-1 0 0,1 1 1 0 0,-1 0-1 0 0,1-1 1 0 0,0 1 0 0 0,-1-1-1 0 0,1 1 1 0 0,0-1-1 0 0,-1 0 1 0 0,1 1 0 0 0,0-1-1 0 0,-1 0 1 0 0,1 0-1 0 0,0 0 1 0 0,0-1 0 0 0,-1 1-1 0 0,1 0 1 0 0,0-1-1 0 0,2 0 1 0 0,1-1 11 0 0,0 0 1 0 0,0-1-1 0 0,-1 1 0 0 0,1-1 0 0 0,-1 0 1 0 0,0 0-1 0 0,1 0 0 0 0,-1-1 1 0 0,0 0-1 0 0,-1 1 0 0 0,1-1 0 0 0,3-6 1 0 0,0-2-9 0 0,0 0 0 0 0,-1-1 0 0 0,0 1 1 0 0,-1-1-1 0 0,-1 0 0 0 0,0-1 0 0 0,4-21 1 0 0,-7 28-22 0 0,0 0 1 0 0,0 0-1 0 0,-1 0 1 0 0,0 0 0 0 0,0 0-1 0 0,0 1 1 0 0,-1-1-1 0 0,0 0 1 0 0,-1 0-1 0 0,1 0 1 0 0,-1 1-1 0 0,-1-1 1 0 0,1 1 0 0 0,-1-1-1 0 0,0 1 1 0 0,0 0-1 0 0,-5-6 1 0 0,5 9-13 0 0,1 0 0 0 0,-1 0 0 0 0,0 1 0 0 0,-1-1 0 0 0,1 1 0 0 0,0-1 0 0 0,-1 1 0 0 0,1 0 0 0 0,-1 0 0 0 0,0 1 0 0 0,0-1 0 0 0,0 1 0 0 0,0-1 0 0 0,-5 0 0 0 0,2 1 28 0 0,0 1 0 0 0,1 0 0 0 0,-1 0 0 0 0,0 0 1 0 0,1 1-1 0 0,-1-1 0 0 0,1 2 0 0 0,-10 2 0 0 0,5-1-346 0 0,1 1 0 0 0,0 0 1 0 0,0 1-1 0 0,0 0 0 0 0,1 1 0 0 0,0-1 0 0 0,0 2 0 0 0,0 0 0 0 0,1 0 0 0 0,-13 13 0 0 0,16-13-1313 0 0,0 0 1 0 0,1 0 0 0 0,-7 15-1 0 0,9-18 464 0 0,-4 10-4169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29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46 385 1776 0 0,'-8'-14'3631'0'0,"2"0"-1"0"0,-9-23 1 0 0,9 19-521 0 0,-5-31 0 0 0,11 47-2790 0 0,5 24-177 0 0,6 40 39 0 0,28 91 0 0 0,-38-148-165 0 0,1 0 0 0 0,1 1 0 0 0,-1-1 1 0 0,1 0-1 0 0,-1-1 0 0 0,1 1 0 0 0,1-1 0 0 0,-1 1 0 0 0,1-1 0 0 0,5 6 0 0 0,-6-9-9 0 0,-1 0-1 0 0,0-1 1 0 0,0 1-1 0 0,0 0 1 0 0,1-1-1 0 0,-1 0 0 0 0,0 1 1 0 0,1-1-1 0 0,-1 0 1 0 0,0 0-1 0 0,0 0 1 0 0,1-1-1 0 0,-1 1 1 0 0,0 0-1 0 0,1-1 1 0 0,-1 0-1 0 0,0 1 1 0 0,0-1-1 0 0,0 0 1 0 0,0 0-1 0 0,0 0 1 0 0,0 0-1 0 0,4-3 1 0 0,7-9-5 0 0,-1 0 0 0 0,0-1 0 0 0,0 0 0 0 0,-2-1 0 0 0,0 0 0 0 0,14-28 0 0 0,10-16-45 0 0,-31 54 16 0 0,8-12-105 0 0,-10 17 130 0 0,-1 0 0 0 0,1 0 0 0 0,0 0 0 0 0,-1 0-1 0 0,1-1 1 0 0,-1 1 0 0 0,1 0 0 0 0,0 0 0 0 0,-1 0 0 0 0,1 0-1 0 0,-1 1 1 0 0,1-1 0 0 0,0 0 0 0 0,-1 0 0 0 0,1 0 0 0 0,-1 0-1 0 0,1 1 1 0 0,0-1 0 0 0,-1 0 0 0 0,1 1 0 0 0,-1-1 0 0 0,1 0-1 0 0,-1 1 1 0 0,1-1 0 0 0,-1 0 0 0 0,0 1 0 0 0,1-1 0 0 0,-1 1-1 0 0,1-1 1 0 0,-1 1 0 0 0,0-1 0 0 0,1 1 0 0 0,-1-1 0 0 0,0 1-1 0 0,0 0 1 0 0,1-1 0 0 0,-1 1 0 0 0,0 0 0 0 0,8 12-6 0 0,5 9-3 0 0,27 34-1 0 0,-35-50 21 0 0,1 0 0 0 0,0-1 0 0 0,-1 1 0 0 0,2-1 0 0 0,-1 0 0 0 0,0-1 0 0 0,1 0 0 0 0,0 0 0 0 0,13 5 0 0 0,-15-8-3 0 0,1 0-1 0 0,-1 0 1 0 0,1-1-1 0 0,-1 0 0 0 0,1 0 1 0 0,-1-1-1 0 0,1 0 1 0 0,-1 0-1 0 0,0 0 0 0 0,1 0 1 0 0,-1-1-1 0 0,0 0 1 0 0,0 0-1 0 0,8-5 1 0 0,-7 4-1 0 0,-1-1 1 0 0,0 0 0 0 0,0 0 0 0 0,0 0 0 0 0,0-1 0 0 0,-1 0 0 0 0,0 0 0 0 0,0 0 0 0 0,0 0 0 0 0,0-1 0 0 0,-1 1 0 0 0,0-1 0 0 0,0 0 0 0 0,-1 0 0 0 0,0 0 0 0 0,0-1 0 0 0,0 1-1 0 0,0 0 1 0 0,0-11 0 0 0,0 3-6 0 0,-1 0 0 0 0,-1 0-1 0 0,0 0 1 0 0,-1 1 0 0 0,-1-1-1 0 0,0 0 1 0 0,0 1 0 0 0,-6-18-1 0 0,3 19-8 0 0,-1 1 0 0 0,0 0-1 0 0,0 0 1 0 0,-1 1 0 0 0,-1 0-1 0 0,1 0 1 0 0,-2 1 0 0 0,1 0 0 0 0,-1 0-1 0 0,-1 1 1 0 0,1 0 0 0 0,-1 1-1 0 0,-17-10 1 0 0,25 16-12 0 0,-9 3-20 0 0,12-1 41 0 0,-1 0 0 0 0,1 0 0 0 0,0 0 1 0 0,1 0-1 0 0,-1 0 0 0 0,0 0 0 0 0,0 0 1 0 0,0 0-1 0 0,0 0 0 0 0,1 0 1 0 0,-1 0-1 0 0,1-1 0 0 0,-1 1 0 0 0,0-1 1 0 0,1 1-1 0 0,-1-1 0 0 0,1 0 0 0 0,-1 1 1 0 0,1-1-1 0 0,-1 0 0 0 0,1 0 1 0 0,2 0-1 0 0,41 0-207 0 0,-40-1 127 0 0,43-3-1519 0 0,0-3 0 0 0,55-15 0 0 0,27-14-5429 0 0,-67 16 1511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0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100 661 2240 0 0,'-35'4'6754'0'0,"-10"5"-2454"0"0,44-8-4246 0 0,0-1 0 0 0,0 1 0 0 0,0 0 0 0 0,0 0 0 0 0,0 0 0 0 0,0 0 0 0 0,0 0 0 0 0,0 0 0 0 0,0 0 0 0 0,0 0 0 0 0,1 0 0 0 0,-1 0 0 0 0,0 1 0 0 0,1-1 0 0 0,-1 0 0 0 0,1 0 0 0 0,-1 1 0 0 0,1-1 0 0 0,0 0 0 0 0,-1 2 0 0 0,1-2-17 0 0,-1 6 13 0 0,0-1 0 0 0,0 1 0 0 0,0-1 0 0 0,1 0 0 0 0,0 1 0 0 0,1-1 0 0 0,-1 1 0 0 0,1-1 0 0 0,0 1 0 0 0,1-1 0 0 0,0 0 0 0 0,4 11 0 0 0,-3-9-6 0 0,1-1 1 0 0,-1 1 0 0 0,1-1 0 0 0,1 0 0 0 0,-1-1 0 0 0,1 1 0 0 0,0-1 0 0 0,1 0-1 0 0,-1 0 1 0 0,8 5 0 0 0,-10-10-10 0 0,0 1 0 0 0,0-1 0 0 0,0 0-1 0 0,0 0 1 0 0,0-1 0 0 0,1 1 0 0 0,-1-1 0 0 0,0 1 0 0 0,1-1 0 0 0,-1 0-1 0 0,0 0 1 0 0,0-1 0 0 0,1 1 0 0 0,-1-1 0 0 0,0 1 0 0 0,0-1-1 0 0,0 0 1 0 0,5-2 0 0 0,2-2-10 0 0,-1-1 0 0 0,1 0 0 0 0,-2 0 0 0 0,1-1 0 0 0,-1 0 0 0 0,0 0-1 0 0,0-1 1 0 0,-1 0 0 0 0,0 0 0 0 0,0-1 0 0 0,-1 1 0 0 0,5-11 0 0 0,3-6-6 0 0,-2 1 0 0 0,-1-2 0 0 0,12-40 0 0 0,-10 21 5 0 0,-3-1 0 0 0,6-56 0 0 0,-2-94 23 0 0,-9 115-64 0 0,-10 47-41 0 0,5 32 65 0 0,-12 19-18 0 0,3 8-11 0 0,1-1 0 0 0,1 1 1 0 0,-4 30-1 0 0,-5 78 10 0 0,16-132 13 0 0,-6 62 14 0 0,3 75 0 0 0,3-119-3 0 0,2-1 0 0 0,0 1 0 0 0,1-1 0 0 0,1 0 0 0 0,0 0 0 0 0,2 0 0 0 0,0-1 0 0 0,15 32 0 0 0,-17-44-9 0 0,-1 1 1 0 0,1-1 0 0 0,0 1 0 0 0,0-1 0 0 0,0 0 0 0 0,1-1 0 0 0,0 1 0 0 0,0-1 0 0 0,0 0 0 0 0,0 0 0 0 0,1-1 0 0 0,-1 1-1 0 0,1-1 1 0 0,12 4 0 0 0,-10-4-98 0 0,-1-2-1 0 0,1 1 1 0 0,0-1-1 0 0,0 0 1 0 0,0-1-1 0 0,0 0 1 0 0,0 0-1 0 0,0-1 1 0 0,0 0 0 0 0,-1 0-1 0 0,1 0 1 0 0,9-4-1 0 0,-5 1-172 0 0,-1 0 0 0 0,0-1-1 0 0,1 0 1 0 0,-2-1 0 0 0,1 0-1 0 0,-1-1 1 0 0,0 0 0 0 0,0-1 0 0 0,0 0-1 0 0,10-12 1 0 0,-8 6-71 0 0,-1 0 0 0 0,0-1 0 0 0,-1 0 1 0 0,-1-1-1 0 0,-1 0 0 0 0,10-23 0 0 0,-4-3-40 0 0,-2 0 0 0 0,-1-1 0 0 0,-3-1 0 0 0,6-86 0 0 0,-10 74 1679 0 0,-3-1 0 0 0,-7-69 0 0 0,6 124-1090 0 0,-3 23 276 0 0,-7 271 2117 0 0,21 115-1512 0 0,-11-405-1077 0 0,0 0 0 0 0,0 1 0 0 0,1-1 0 0 0,-1 0 0 0 0,1 0 0 0 0,-1 0-1 0 0,1 0 1 0 0,0 0 0 0 0,0 0 0 0 0,0 0 0 0 0,2 3 0 0 0,-2-4-19 0 0,15-9-156 0 0,-13 4 102 0 0,0 1 1 0 0,0 0 0 0 0,0-1-1 0 0,0 0 1 0 0,-1 0 0 0 0,0 1-1 0 0,1-2 1 0 0,1-5-1 0 0,5-8-102 0 0,12-18-83 0 0,32-51-75 0 0,-45 76 295 0 0,1 0 1 0 0,0 1-1 0 0,0 0 0 0 0,1 0 0 0 0,15-11 1 0 0,-23 20 26 0 0,-1-1 1 0 0,1 1 0 0 0,-1 1 0 0 0,1-1-1 0 0,0 0 1 0 0,-1 0 0 0 0,1 1 0 0 0,0-1-1 0 0,0 1 1 0 0,-1-1 0 0 0,1 1 0 0 0,0 0-1 0 0,0-1 1 0 0,-1 1 0 0 0,1 0 0 0 0,0 0-1 0 0,0 0 1 0 0,0 1 0 0 0,0-1-1 0 0,-1 0 1 0 0,1 1 0 0 0,0-1 0 0 0,-1 1-1 0 0,1 0 1 0 0,0-1 0 0 0,-1 1 0 0 0,1 0-1 0 0,0 0 1 0 0,-1 0 0 0 0,1 0 0 0 0,-1 0-1 0 0,0 0 1 0 0,1 1 0 0 0,-1-1 0 0 0,0 0-1 0 0,0 1 1 0 0,1 1 0 0 0,4 4 76 0 0,-1 0 1 0 0,0 0 0 0 0,-1 0 0 0 0,0 0-1 0 0,0 1 1 0 0,-1 0 0 0 0,1 0 0 0 0,2 14-1 0 0,1 8 79 0 0,3 33-1 0 0,-1-7 26 0 0,-8-51-172 0 0,0 4-12 0 0,1-1 0 0 0,0 1 0 0 0,1-1 1 0 0,0 1-1 0 0,5 11 0 0 0,-6-18-65 0 0,-1 0 1 0 0,0 0-1 0 0,1-1 0 0 0,-1 1 1 0 0,1 0-1 0 0,0 0 0 0 0,-1-1 0 0 0,1 1 1 0 0,0-1-1 0 0,0 1 0 0 0,0-1 0 0 0,0 0 1 0 0,0 0-1 0 0,0 0 0 0 0,0 0 1 0 0,1 0-1 0 0,-1-1 0 0 0,0 1 0 0 0,1-1 1 0 0,-1 1-1 0 0,0-1 0 0 0,1 0 1 0 0,-1 0-1 0 0,0 0 0 0 0,4 0 0 0 0,3-1-194 0 0,0-1-1 0 0,0 0 0 0 0,0 0 0 0 0,0-1 0 0 0,0 0 1 0 0,0-1-1 0 0,0 0 0 0 0,-1 0 0 0 0,0-1 0 0 0,0 0 1 0 0,0-1-1 0 0,7-7 0 0 0,13-11-585 0 0,42-48 0 0 0,-58 58 674 0 0,3-4 229 0 0,1 0 0 0 0,23-41 0 0 0,-34 51 217 0 0,0-1 0 0 0,-1-1 0 0 0,0 1 0 0 0,0 0 1 0 0,-1-1-1 0 0,-1 0 0 0 0,1 1 0 0 0,-2-1 1 0 0,2-18-1 0 0,-3 26-203 0 0,0 0 0 0 0,0 0 0 0 0,0 0-1 0 0,0 0 1 0 0,0 0 0 0 0,0 0 0 0 0,-1 0 0 0 0,1 0 0 0 0,-1 0 0 0 0,1 0 0 0 0,-1 0 0 0 0,0 1 0 0 0,0-1-1 0 0,0 0 1 0 0,0 0 0 0 0,0 1 0 0 0,0-1 0 0 0,0 0 0 0 0,-1 1 0 0 0,1-1 0 0 0,-1 1 0 0 0,1 0 0 0 0,-1-1 0 0 0,1 1-1 0 0,-3-1 1 0 0,3 1-52 0 0,0 1-1 0 0,-1 0 1 0 0,1-1-1 0 0,0 1 0 0 0,0 0 1 0 0,-1 0-1 0 0,1 0 0 0 0,0 0 1 0 0,0 0-1 0 0,-1 0 1 0 0,1 0-1 0 0,0 1 0 0 0,0-1 1 0 0,-1 0-1 0 0,1 1 1 0 0,0-1-1 0 0,0 1 0 0 0,0-1 1 0 0,-1 1-1 0 0,1-1 1 0 0,0 1-1 0 0,0 0 0 0 0,0 0 1 0 0,-1 1-1 0 0,-22 22 220 0 0,23-24-230 0 0,-9 13 63 0 0,0 1-1 0 0,0-1 1 0 0,2 1-1 0 0,0 1 1 0 0,0 0-1 0 0,-5 17 1 0 0,4-6 22 0 0,1 0 1 0 0,-8 51-1 0 0,15-72-77 0 0,1 0 1 0 0,0 0 0 0 0,0 0-1 0 0,0-1 1 0 0,0 1 0 0 0,1 0-1 0 0,0 0 1 0 0,0 0 0 0 0,0 0-1 0 0,0-1 1 0 0,1 1 0 0 0,0-1-1 0 0,0 1 1 0 0,0-1 0 0 0,3 5-1 0 0,-3-7-10 0 0,-1 0-1 0 0,1 0 0 0 0,-1 0 0 0 0,1-1 0 0 0,0 1 1 0 0,0-1-1 0 0,0 1 0 0 0,0-1 0 0 0,0 0 0 0 0,0 0 0 0 0,0 0 1 0 0,0 0-1 0 0,0 0 0 0 0,1 0 0 0 0,-1 0 0 0 0,0-1 0 0 0,1 1 1 0 0,-1-1-1 0 0,0 0 0 0 0,1 0 0 0 0,-1 0 0 0 0,0 0 0 0 0,1 0 1 0 0,-1 0-1 0 0,1-1 0 0 0,-1 1 0 0 0,0-1 0 0 0,0 1 1 0 0,1-1-1 0 0,-1 0 0 0 0,0 0 0 0 0,3-2 0 0 0,2 0-98 0 0,1-2-1 0 0,-1 1 1 0 0,0-1-1 0 0,-1 0 1 0 0,1 0-1 0 0,-1 0 1 0 0,0-1-1 0 0,0 0 1 0 0,-1-1-1 0 0,0 1 1 0 0,0-1-1 0 0,0 0 1 0 0,-1 0-1 0 0,4-10 1 0 0,3-8-323 0 0,-2-1 0 0 0,12-53 0 0 0,-14 48 853 0 0,15-40-1 0 0,-22 70-426 0 0,0 0 0 0 0,0 0 0 0 0,0 1 0 0 0,1-1-1 0 0,-1 0 1 0 0,0 0 0 0 0,0 0 0 0 0,1 0 0 0 0,-1 0-1 0 0,1 1 1 0 0,-1-1 0 0 0,1 0 0 0 0,-1 0 0 0 0,1 1-1 0 0,-1-1 1 0 0,1 0 0 0 0,0 1 0 0 0,-1-1 0 0 0,2 0 0 0 0,1 25 262 0 0,-2-20-242 0 0,1 76 851 0 0,-3-51-742 0 0,2-1 0 0 0,1 0 1 0 0,1 1-1 0 0,1-1 0 0 0,13 44 0 0 0,-15-68-128 0 0,-1-1 0 0 0,0 0 0 0 0,1 0 0 0 0,-1 0 0 0 0,1 0 0 0 0,0 0 0 0 0,0-1 0 0 0,0 1 0 0 0,1 0 0 0 0,-1-1 0 0 0,0 1-1 0 0,1-1 1 0 0,0 0 0 0 0,0 0 0 0 0,-1 0 0 0 0,1 0 0 0 0,0-1 0 0 0,4 2 0 0 0,-1-1-13 0 0,-1 0 1 0 0,1-1-1 0 0,-1 0 1 0 0,1-1 0 0 0,0 1-1 0 0,-1-1 1 0 0,1 0-1 0 0,-1 0 1 0 0,1-1-1 0 0,7-1 1 0 0,3-2-144 0 0,0 0-1 0 0,0-1 1 0 0,-1-1 0 0 0,1-1 0 0 0,-1 0 0 0 0,22-15 0 0 0,-21 11-185 0 0,0-1-1 0 0,-1-1 1 0 0,0 0 0 0 0,-1-1-1 0 0,-1-1 1 0 0,0 0 0 0 0,12-20-1 0 0,-10 11-136 0 0,-1-1-1 0 0,0-1 0 0 0,-3 0 0 0 0,13-38 0 0 0,-9 9 361 0 0,-2-1-1 0 0,-3 0 1 0 0,-2-1-1 0 0,0-82 0 0 0,-8 130 194 0 0,0-86 1389 0 0,-1 82-1110 0 0,0 0-1 0 0,-1-1 1 0 0,0 1 0 0 0,-9-24 0 0 0,11 36-342 0 0,0-1 0 0 0,-1 1 0 0 0,1 0 1 0 0,-1 0-1 0 0,1 0 0 0 0,-1 0 1 0 0,0 0-1 0 0,1 0 0 0 0,-1 1 0 0 0,0-1 1 0 0,1 0-1 0 0,-1 0 0 0 0,0 0 0 0 0,0 1 1 0 0,0-1-1 0 0,0 0 0 0 0,-1 0 1 0 0,1 1-5 0 0,0-1 1 0 0,0 1 0 0 0,1 0-1 0 0,-1 0 1 0 0,0 0 0 0 0,0 0-1 0 0,1 0 1 0 0,-1 0 0 0 0,0 0 0 0 0,1 1-1 0 0,-1-1 1 0 0,0 0 0 0 0,0 0-1 0 0,1 0 1 0 0,-1 1 0 0 0,0-1-1 0 0,1 0 1 0 0,-1 1 0 0 0,1-1 0 0 0,-2 1-1 0 0,0 1 37 0 0,0 0-1 0 0,0 0 0 0 0,0 1 1 0 0,0-1-1 0 0,0 1 1 0 0,0-1-1 0 0,1 1 0 0 0,-1-1 1 0 0,1 1-1 0 0,0 0 1 0 0,-1-1-1 0 0,0 5 0 0 0,-6 37 716 0 0,2 1 0 0 0,1 0 0 0 0,3 87-1 0 0,3-91-405 0 0,-2 48 331 0 0,5 0-1 0 0,27 162 0 0 0,-31-247-673 0 0,1 0-1 0 0,0 0 0 0 0,1-1 1 0 0,-1 1-1 0 0,0 0 1 0 0,1-1-1 0 0,0 1 0 0 0,0-1 1 0 0,0 1-1 0 0,0-1 0 0 0,1 0 1 0 0,-1 0-1 0 0,1 0 0 0 0,0 0 1 0 0,3 2-1 0 0,-3-3-156 0 0,0 0 0 0 0,-1-1 0 0 0,1 0 0 0 0,0 0 0 0 0,0 0-1 0 0,0 0 1 0 0,0 0 0 0 0,1 0 0 0 0,-1-1 0 0 0,0 0 0 0 0,0 1 0 0 0,0-1-1 0 0,0 0 1 0 0,0-1 0 0 0,1 1 0 0 0,-1 0 0 0 0,0-1 0 0 0,0 0 0 0 0,4-1-1 0 0,-1 0-918 0 0,1-1 0 0 0,-1 0-1 0 0,0 0 1 0 0,0 0-1 0 0,0-1 1 0 0,-1 1 0 0 0,1-1-1 0 0,8-9 1 0 0,5-9-6497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1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67 568 0 0,'-66'26'10728'0'0,"64"-25"-9768"0"0,2-1-896 0 0,0 1 1 0 0,0-1-1 0 0,1 1 0 0 0,-1-1 1 0 0,0 0-1 0 0,0 1 0 0 0,1-1 1 0 0,-1 0-1 0 0,0 1 0 0 0,1-1 1 0 0,-1 0-1 0 0,0 0 0 0 0,1 1 1 0 0,-1-1-1 0 0,0 0 1 0 0,1 0-1 0 0,-1 1 0 0 0,0-1 1 0 0,1 0-1 0 0,-1 0 0 0 0,1 0 1 0 0,-1 0-1 0 0,0 0 0 0 0,1 1 1 0 0,-1-1-1 0 0,1 0 0 0 0,-1 0 1 0 0,1 0-1 0 0,-1 0 1 0 0,0 0-1 0 0,1-1 0 0 0,0 1 1 0 0,15-1 359 0 0,-14 1-380 0 0,54-8 877 0 0,81-22 0 0 0,-97 18-3778 0 0,43-19-1 0 0,-65 23-764 0 0,-4-1-1327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1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82 2764 0 0,'-9'2'1170'0'0,"-40"8"3111"0"0,15-5 2098 0 0,54-17-5296 0 0,0 5-857 0 0,0 1 1 0 0,0 2 0 0 0,35-5-1 0 0,-11 3-306 0 0,202-29-4673 0 0,-158 24 442 0 0,-16 2-724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1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57 1056 0 0,'0'-15'5961'0'0,"8"-16"741"0"0,-7 20-3863 0 0,-2 19-2424 0 0,-43 592 1864 0 0,16-278-1794 0 0,26-304-665 0 0,-4 31-2074 0 0,-3-22-6710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6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47 144 556 0 0,'0'0'3749'0'0,"-3"0"-3006"0"0,-24 0 11169 0 0,16-15-10191 0 0,10 13-1711 0 0,0 1 3 0 0,1 0 0 0 0,-1 0-1 0 0,0 0 1 0 0,1 0 0 0 0,0 0-1 0 0,-1 0 1 0 0,1 0 0 0 0,0 0 0 0 0,-1-1-1 0 0,1 1 1 0 0,0 0 0 0 0,0 0-1 0 0,0 0 1 0 0,0-1 0 0 0,0 1 0 0 0,0 0-1 0 0,1 0 1 0 0,-1 0 0 0 0,0 0 0 0 0,0-1-1 0 0,1 1 1 0 0,-1 0 0 0 0,1-1-1 0 0,0-2-11 0 0,1 1-1 0 0,-1-1 1 0 0,1 0-1 0 0,-1 1 1 0 0,1-1 0 0 0,0 1-1 0 0,0 0 1 0 0,1 0-1 0 0,-1-1 1 0 0,1 1-1 0 0,-1 1 1 0 0,1-1-1 0 0,4-3 1 0 0,-1 2-4 0 0,1-1 0 0 0,-1 1 0 0 0,1 1 0 0 0,0-1 0 0 0,0 1 0 0 0,9-2 0 0 0,5-1-15 0 0,1 1 0 0 0,-1 2 0 0 0,39-3-1 0 0,-59 6 12 0 0,18-1 19 0 0,0 1 0 0 0,25 2-1 0 0,-39-1-119 0 0,0 0 0 0 0,-1-1-1 0 0,1 1 1 0 0,-1 1 0 0 0,1-1 0 0 0,-1 1-1 0 0,0 0 1 0 0,1 0 0 0 0,-1 0-1 0 0,0 0 1 0 0,0 1 0 0 0,-1-1-1 0 0,1 1 1 0 0,0 0 0 0 0,3 5 0 0 0,-4-5-161 0 0,-1 1 0 0 0,0-1 0 0 0,0 1 0 0 0,-1 0 0 0 0,1-1 1 0 0,-1 1-1 0 0,0 0 0 0 0,0 0 0 0 0,0 0 0 0 0,0 0 0 0 0,-1 0 1 0 0,1 0-1 0 0,-1 0 0 0 0,0 0 0 0 0,-1 0 0 0 0,1 0 0 0 0,-2 7 1 0 0,-1 1-1177 0 0,0 0-1 0 0,-1-1 1 0 0,0 0 0 0 0,-10 19 0 0 0,4-13-1292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7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1 408 0 0,'-11'3'16030'0'0,"11"-3"-15962"0"0,-1 0 0 0 0,1 0-1 0 0,-1 0 1 0 0,1 0 0 0 0,-1 0 0 0 0,1 0 0 0 0,-1 0-1 0 0,1 0 1 0 0,-1 0 0 0 0,1 0 0 0 0,-1 0-1 0 0,1 0 1 0 0,-1 0 0 0 0,1 1 0 0 0,-1-1-1 0 0,1 0 1 0 0,-1 0 0 0 0,1 1 0 0 0,-1-1-1 0 0,1 0 1 0 0,0 0 0 0 0,-1 1 0 0 0,1-1 0 0 0,0 1-1 0 0,-1-1 1 0 0,1 0 0 0 0,0 1 0 0 0,-1-1-1 0 0,1 1 1 0 0,0 0-34 0 0,0 0-1 0 0,0 0 1 0 0,0 0-1 0 0,0 0 1 0 0,0 0 0 0 0,1-1-1 0 0,-1 1 1 0 0,0 0-1 0 0,1 0 1 0 0,-1 0-1 0 0,0-1 1 0 0,1 1-1 0 0,-1 0 1 0 0,1 0 0 0 0,0-1-1 0 0,0 2 1 0 0,8 10-24 0 0,-1 1 0 0 0,9 18 1 0 0,6 9 24 0 0,4 2-37 0 0,-11-17 25 0 0,1 1 0 0 0,37 41 0 0 0,-47-60-6 0 0,1 1-1 0 0,0-2 1 0 0,0 1-1 0 0,1-1 0 0 0,-1-1 1 0 0,1 0-1 0 0,0 0 1 0 0,1 0-1 0 0,-1-1 0 0 0,1-1 1 0 0,0 1-1 0 0,14 2 0 0 0,0-3 23 0 0,-1-1-1 0 0,1-1 0 0 0,0-1 1 0 0,-1-1-1 0 0,37-6 0 0 0,115-32 72 0 0,21-23 22 0 0,-118 35 106 0 0,-67 23-400 0 0,0-1 0 0 0,0 0 1 0 0,12-8-1 0 0,-7 2-3486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7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53 1100 0 0,'-24'-8'12829'0'0,"24"8"-12795"0"0,-1 1 0 0 0,1-1 0 0 0,0-1 0 0 0,0 1 0 0 0,0 0 0 0 0,-1 0 0 0 0,1 0 0 0 0,0 0 0 0 0,0 0 0 0 0,-1 0 0 0 0,1 0 0 0 0,0 0 0 0 0,0 0 0 0 0,0 0-1 0 0,-1 0 1 0 0,1 0 0 0 0,0-1 0 0 0,0 1 0 0 0,0 0 0 0 0,0 0 0 0 0,-1 0 0 0 0,1 0 0 0 0,0-1 0 0 0,0 1 0 0 0,0 0 0 0 0,0 0 0 0 0,0 0 0 0 0,0-1 0 0 0,0 1 0 0 0,-1 0 0 0 0,1 0 0 0 0,0 0 0 0 0,0-1-1 0 0,0 1 1 0 0,0 0 0 0 0,0 0 0 0 0,0-1 0 0 0,0 1 0 0 0,0 0 0 0 0,0 0 0 0 0,0 0 0 0 0,0-1 0 0 0,0 1 0 0 0,0 0 0 0 0,0 0 0 0 0,1-1 0 0 0,-1 1 0 0 0,0 0 0 0 0,0 0 0 0 0,0 0 0 0 0,0 0-1 0 0,0-1 1 0 0,0 1 0 0 0,17-9 509 0 0,33-3-809 0 0,-44 10 344 0 0,61-7-2010 0 0,-22 6-3583 0 0,-41 3 4546 0 0,12-1-4328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7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2092 0 0,'-13'9'1800'0'0,"7"-5"-932"0"0,-1 1 0 0 0,1-1 0 0 0,0 1 0 0 0,0 1 0 0 0,1-1 0 0 0,-1 1-1 0 0,1 0 1 0 0,-4 7 0 0 0,9-12-831 0 0,0-1 1 0 0,0 0-1 0 0,0 1 0 0 0,0-1 0 0 0,1 1 1 0 0,-1-1-1 0 0,0 0 0 0 0,0 1 0 0 0,1-1 1 0 0,-1 1-1 0 0,0-1 0 0 0,1 0 0 0 0,-1 1 1 0 0,0-1-1 0 0,1 0 0 0 0,-1 0 0 0 0,0 1 1 0 0,1-1-1 0 0,-1 0 0 0 0,1 0 0 0 0,-1 0 1 0 0,0 1-1 0 0,1-1 0 0 0,-1 0 0 0 0,1 0 1 0 0,-1 0-1 0 0,1 0 0 0 0,-1 0 0 0 0,1 0 1 0 0,-1 0-1 0 0,0 0 0 0 0,1 0 0 0 0,-1 0 0 0 0,1 0 1 0 0,16 1 218 0 0,-17-1-252 0 0,125-8-120 0 0,-2-8-3767 0 0,-89 11 1845 0 0,30-4-2788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8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57 2544 0 0,'-5'-8'2794'0'0,"0"0"0"0"0,-1 0 0 0 0,-9-10 613 0 0,14 16-3192 0 0,0 1-1 0 0,0-1 0 0 0,0 1 1 0 0,0 0-1 0 0,0 0 0 0 0,0-1 1 0 0,0 1-1 0 0,0 0 0 0 0,-3-1 1 0 0,-5 22-54 0 0,0 0 0 0 0,1 1 0 0 0,1 0 0 0 0,-6 34-1 0 0,-1-1 126 0 0,-96 280 866 0 0,14-44-637 0 0,42-88-864 0 0,50-186-1521 0 0,5-25-1793 0 0,8-29-2813 0 0,-4 18 2004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8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1436 0 0,'8'-36'7816'0'0,"2"-3"-1927"0"0,-10 37-5544 0 0,2-4 130 0 0,-2 5-448 0 0,0 0-1 0 0,0 1 1 0 0,0-1-1 0 0,0 1 1 0 0,0-1 0 0 0,0 1-1 0 0,1-1 1 0 0,-1 1-1 0 0,0-1 1 0 0,0 1-1 0 0,0-1 1 0 0,0 1 0 0 0,1-1-1 0 0,-1 1 1 0 0,0 0-1 0 0,0-1 1 0 0,1 1-1 0 0,-1-1 1 0 0,0 1 0 0 0,1 0-1 0 0,-1-1 1 0 0,0 1-1 0 0,1-1 1 0 0,0 1 0 0 0,4 1-19 0 0,-1 0 1 0 0,1 0 0 0 0,0 0-1 0 0,-1 1 1 0 0,1-1 0 0 0,-1 1 0 0 0,0 1-1 0 0,0-1 1 0 0,1 1 0 0 0,-1-1 0 0 0,-1 1-1 0 0,1 0 1 0 0,0 0 0 0 0,-1 1 0 0 0,5 4-1 0 0,9 11 52 0 0,21 32 0 0 0,-16-19 339 0 0,-2 1 0 0 0,-2 1 0 0 0,-1 1 1 0 0,25 72-1 0 0,-27-55 258 0 0,-2 1 1 0 0,11 106-1 0 0,-23-154-660 0 0,2 32 104 0 0,1 0 0 0 0,18 66 0 0 0,-9-83-2513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8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87 109 2596 0 0,'-51'2'8823'0'0,"48"-2"-7645"0"0,0 0-187 0 0,-26-2 2465 0 0,35-7-3167 0 0,0 5-262 0 0,0 1-1 0 0,1 0 1 0 0,-1 0 0 0 0,1 0 0 0 0,-1 1-1 0 0,1 0 1 0 0,7-1 0 0 0,13-4-329 0 0,42-14-1573 0 0,41-14-6518 0 0,-81 22 3820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9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25 121 260 0 0,'-20'-12'14684'0'0,"16"8"-13294"0"0,15-3-1278 0 0,0 1 1 0 0,1 0-1 0 0,0 1 0 0 0,0 0 1 0 0,0 1-1 0 0,19-4 0 0 0,29-11-2300 0 0,23-15-5959 0 0,-61 24 3766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39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59 1896 0 0,'0'-7'1998'0'0,"1"1"-1"0"0,0-1 0 0 0,1 1 1 0 0,-1-1-1 0 0,4-6 0 0 0,-4 10-1611 0 0,0 1 265 0 0,1-5 1513 0 0,-1 16-1496 0 0,-5 68 205 0 0,-4-1 1 0 0,-21 92-1 0 0,-3 18-3147 0 0,26-125-972 0 0,3-19-2836 0 0,2-18-281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4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237 160 624 0 0,'3'0'3060'0'0,"0"0"-2732"0"0,-2-1-62 0 0,0 1 0 0 0,0-1 0 0 0,0 1 0 0 0,0 0 0 0 0,0 0 0 0 0,0 0 0 0 0,0-1 0 0 0,0 1 0 0 0,0 0-1 0 0,-1 0 1 0 0,1 0 0 0 0,0 0 0 0 0,0 1 0 0 0,0-1 0 0 0,0 0 0 0 0,0 0 0 0 0,0 1 0 0 0,0-1 0 0 0,0 0 0 0 0,0 1 0 0 0,-1-1-1 0 0,1 1 1 0 0,0-1 0 0 0,0 1 0 0 0,0-1 0 0 0,-1 1 0 0 0,1-1 0 0 0,0 1 0 0 0,-1 0 0 0 0,1 0 0 0 0,0-1 0 0 0,-1 1-1 0 0,1 0 1 0 0,-1 0 0 0 0,1 0 0 0 0,-1 0 0 0 0,0-1 0 0 0,1 1 0 0 0,-1 0 0 0 0,0 0 0 0 0,1 2 0 0 0,-3 21 1099 0 0,0 0 0 0 0,-1 0 0 0 0,-10 39 0 0 0,-29 73-152 0 0,31-102-895 0 0,-144 356 954 0 0,146-371-1227 0 0,-18 35 424 0 0,26-52-339 0 0,0-2-129 0 0,1-1 0 0 0,-1 1 0 0 0,1 0 1 0 0,-1-1-1 0 0,1 1 0 0 0,-1-1 0 0 0,0 1 0 0 0,1 0 0 0 0,-1-1 0 0 0,1 1 0 0 0,0-1 0 0 0,-1 1 0 0 0,1-1 0 0 0,-1 0 0 0 0,1 1 1 0 0,0-1-1 0 0,-1 1 0 0 0,1-1 0 0 0,0 0 0 0 0,0 1 0 0 0,0-1 0 0 0,-1 0 0 0 0,1 1 0 0 0,0-1 0 0 0,0 0 0 0 0,0 1 1 0 0,0-1-1 0 0,0 0 0 0 0,0 0 0 0 0,0-23-35 0 0,0 22 40 0 0,5-52-130 0 0,2 0-1 0 0,21-79 1 0 0,44-100-114 0 0,-49 169 256 0 0,2 0 0 0 0,4 1 0 0 0,63-102 0 0 0,-79 143 7 0 0,-10 16-43 0 0,1 0 0 0 0,0 0 0 0 0,0 0 0 0 0,0 0 0 0 0,1 1 0 0 0,9-10 0 0 0,-12 14 26 0 0,23 8-46 0 0,-19-1 26 0 0,0-1-1 0 0,-1 1 0 0 0,0 0 1 0 0,0 1-1 0 0,-1-1 0 0 0,1 1 0 0 0,-2 0 1 0 0,1 0-1 0 0,4 13 0 0 0,3 11 56 0 0,6 33-1 0 0,-11-41 22 0 0,20 101 506 0 0,-6 0 0 0 0,5 134 0 0 0,-13-58-607 0 0,-7-171-2808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40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53 117 2536 0 0,'-3'0'2430'0'0,"-47"-6"7313"0"0,51 4-9601 0 0,0 1 0 0 0,0-1 0 0 0,0 1 0 0 0,0-1 0 0 0,0 1 0 0 0,0 0 0 0 0,0-1 0 0 0,0 1 0 0 0,3-2 0 0 0,33-12 220 0 0,1 1 1 0 0,1 1-1 0 0,52-9 1 0 0,-48 12-259 0 0,42-5-1394 0 0,-32 10-3030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41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1 640 0 0,'0'0'13629'0'0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42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84 0 0,'0'0'6697'0'0,"0"0"-6628"0"0,0 0 0 0 0,1 0 0 0 0,-1 1 0 0 0,0-1 1 0 0,1 0-1 0 0,-1 0 0 0 0,0 1 0 0 0,1-1 1 0 0,-1 0-1 0 0,0 1 0 0 0,0-1 0 0 0,1 0 0 0 0,-1 1 1 0 0,0-1-1 0 0,0 0 0 0 0,0 1 0 0 0,0-1 1 0 0,1 0-1 0 0,-1 1 0 0 0,0-1 0 0 0,0 1 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42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0 476 0 0,'0'0'1380'0'0,"10"6"2864"0"0,-9-6-4477 0 0,19 8 7078 0 0,-15-1-5784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44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34 105 940 0 0,'-33'15'19170'0'0,"33"-15"-19130"0"0,18-2 257 0 0,160-38 350 0 0,-72 14-586 0 0,51-9 184 0 0,-102 21 446 0 0,-44 11-1532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46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21 1428 0 0,'-13'-4'10079'0'0,"3"3"-9420"0"0,8 1 338 0 0,-1-1-613 0 0,-24-3 421 0 0,1 1 0 0 0,-1 2 0 0 0,-31 1 0 0 0,-82 11 1621 0 0,128-10-2155 0 0,-24 7 9 0 0,31-6-244 0 0,1-1 1 0 0,-1 1-1 0 0,1-1 0 0 0,-1-1 1 0 0,-6 1-1 0 0,-17 14 271 0 0,30-13-267 0 0,0-1 0 0 0,0 0 1 0 0,0 0-1 0 0,0 0 0 0 0,0 0 0 0 0,0 0 0 0 0,0 0 0 0 0,0 0 0 0 0,1-1 0 0 0,-1 1 0 0 0,0-1 0 0 0,4 1 1 0 0,34-1 333 0 0,-21 0-234 0 0,679-12 793 0 0,-431 3-803 0 0,37-1-16 0 0,972-16 249 0 0,-981 23-171 0 0,-291 3-181 0 0,15-1-482 0 0,-11 1-1506 0 0,-23 10-2539 0 0,-27 6-181 0 0,14-9 955 0 0,-4 0-1499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47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0 652 0 0,'0'0'13980'0'0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50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122 285 1260 0 0,'-20'-46'16313'0'0,"18"42"-15908"0"0,0 2 105 0 0,0 11-132 0 0,-10 121 303 0 0,-35 157 1 0 0,24-172-384 0 0,22-112-226 0 0,-6-13-23 0 0,6 5-49 0 0,-1 0-1 0 0,1 0 1 0 0,1 0 0 0 0,-1 0-1 0 0,1 0 1 0 0,-1 0-1 0 0,2-1 1 0 0,-1 1 0 0 0,1-7-1 0 0,1-3-12 0 0,2-37-68 0 0,2 0 0 0 0,25-100 0 0 0,50-95 68 0 0,-74 225 7 0 0,2-3 5 0 0,0 0 0 0 0,2 0 0 0 0,1 1 0 0 0,18-29 0 0 0,-27 47-15 0 0,-3 5 14 0 0,1 1-1 0 0,-1-1 1 0 0,1 0 0 0 0,-1 0-1 0 0,1 1 1 0 0,0-1-1 0 0,-1 1 1 0 0,1-1 0 0 0,0 1-1 0 0,0-1 1 0 0,-1 1-1 0 0,1-1 1 0 0,0 1 0 0 0,0-1-1 0 0,0 1 1 0 0,0 0-1 0 0,-1 0 1 0 0,1-1 0 0 0,0 1-1 0 0,1 0 1 0 0,0 0 2 0 0,0-1 0 0 0,-1 1 0 0 0,1 0 0 0 0,-1 0 0 0 0,1 0 0 0 0,0 1-1 0 0,-1-1 1 0 0,1 0 0 0 0,-1 0 0 0 0,1 1 0 0 0,0-1 0 0 0,-1 1 0 0 0,1 0 0 0 0,-1-1 0 0 0,0 1 0 0 0,1 0 0 0 0,-1 0 0 0 0,0 0 0 0 0,1 0 0 0 0,-1 0 0 0 0,0 0 0 0 0,0 0 0 0 0,1 1-1 0 0,25 30 14 0 0,-17-16 13 0 0,-1 1-1 0 0,0 0 1 0 0,-2 0-1 0 0,0 1 0 0 0,5 20 1 0 0,17 95 693 0 0,-27-122-615 0 0,4 40 262 0 0,-2 0 1 0 0,-3 0 0 0 0,-5 62-1 0 0,1-43-251 0 0,-17 179-972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50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77 129 1244 0 0,'-77'-5'11921'0'0,"79"2"-11445"0"0,-2 3-463 0 0,0 0 0 0 0,0-1 0 0 0,0 1 0 0 0,0 0 0 0 0,0 0 0 0 0,0-1-1 0 0,0 1 1 0 0,0 0 0 0 0,0 0 0 0 0,0-1 0 0 0,0 1 0 0 0,0 0 0 0 0,0 0 0 0 0,0-1 0 0 0,1 1 0 0 0,-1 0 0 0 0,0 0 0 0 0,0-1-1 0 0,0 1 1 0 0,0 0 0 0 0,1 0 0 0 0,-1 0 0 0 0,0 0 0 0 0,0-1 0 0 0,0 1 0 0 0,1 0 0 0 0,-1 0 0 0 0,0 0 0 0 0,1 0 0 0 0,39-13 386 0 0,0 3 1 0 0,71-9 0 0 0,-28 6-266 0 0,-36 5-152 0 0,58-13-1836 0 0,-37-1-4551 0 0,-47 13 1724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50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48 114 1500 0 0,'-37'8'10471'0'0,"27"-5"-6461"0"0,25-6-1105 0 0,127-37-2760 0 0,-70 11-3369 0 0,-53 20-750 0 0,28-18 0 0 0,-24 11-1481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50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42 2180 0 0,'-17'-38'15519'0'0,"17"38"-15480"0"0,0 0 1 0 0,0 0-1 0 0,0 0 0 0 0,0 0 1 0 0,0 0-1 0 0,0 0 0 0 0,0-1 1 0 0,0 1-1 0 0,0 0 0 0 0,0 0 1 0 0,0 0-1 0 0,0 0 0 0 0,0 0 1 0 0,0 0-1 0 0,0-1 0 0 0,0 1 1 0 0,0 0-1 0 0,0 0 0 0 0,0 0 1 0 0,0 0-1 0 0,0 0 0 0 0,0 0 1 0 0,0 0 39 0 0,-1-1-40 0 0,1 1 0 0 0,0 0 1 0 0,0 0-1 0 0,0 0 0 0 0,0 0 1 0 0,0 0-1 0 0,0 0 0 0 0,0 0 1 0 0,0 0-1 0 0,-1 0 0 0 0,1 0 1 0 0,0 0-1 0 0,0 0 0 0 0,0 0 1 0 0,0 0-1 0 0,0 0 0 0 0,0 0 1 0 0,-1 0-1 0 0,1 0 0 0 0,0 0 1 0 0,0 0-1 0 0,0 0 0 0 0,0 0 1 0 0,0 0-1 0 0,0 0 0 0 0,-1 0 1 0 0,1 0-1 0 0,0 0 0 0 0,0 0 1 0 0,0 0-1 0 0,0 0 0 0 0,0 0 1 0 0,0 0-1 0 0,0 0 1 0 0,0 1-1 0 0,-1-1 0 0 0,1 0 1 0 0,-2 12 973 0 0,1 24-517 0 0,1-34-340 0 0,-18 271 2187 0 0,6-134-4167 0 0,8-69-2623 0 0,2 1-3424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21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203 180 696 0 0,'-2'-10'10116'0'0,"-5"-2"-5224"0"0,3 17-3196 0 0,0 26-1631 0 0,-1 11-23 0 0,-15 56 0 0 0,8-38 13 0 0,-117 478 59 0 0,114-481 392 0 0,15-56-208 0 0,-4 6 1399 0 0,3-17-1624 0 0,1 1 1 0 0,1-1-1 0 0,0 0 0 0 0,0 0 0 0 0,1 0 0 0 0,0 1 1 0 0,4-12-1 0 0,1-6 20 0 0,128-415-36 0 0,-65 236-149 0 0,-24 92 63 0 0,-18 49-12 0 0,-8 21-115 0 0,-19 43 128 0 0,0-2 0 0 0,-1 3 26 0 0,0 0-1 0 0,0-1 1 0 0,0 1 0 0 0,0 0-1 0 0,0 0 1 0 0,0 0-1 0 0,0 0 1 0 0,0-1 0 0 0,0 1-1 0 0,0 0 1 0 0,0 0 0 0 0,0 0-1 0 0,0 0 1 0 0,0-1 0 0 0,0 1-1 0 0,1 0 1 0 0,-1 0 0 0 0,0 0-1 0 0,0 0 1 0 0,0-1-1 0 0,0 1 1 0 0,0 0 0 0 0,0 0-1 0 0,0 0 1 0 0,1 0 0 0 0,-1 0-1 0 0,0 0 1 0 0,0 0 0 0 0,0 0-1 0 0,0-1 1 0 0,1 1-1 0 0,-1 0 1 0 0,0 0 0 0 0,0 0-1 0 0,0 0 1 0 0,0 0 0 0 0,1 0-1 0 0,-1 0 1 0 0,0 0 0 0 0,2 0-4 0 0,2 1 2 0 0,9 11-31 0 0,-5 0 29 0 0,0 0 0 0 0,-1 0 1 0 0,0 0-1 0 0,-1 1 0 0 0,0 0 0 0 0,7 22 1 0 0,16 87 18 0 0,-25-104 9 0 0,67 319 130 0 0,-24-178-121 0 0,-46-154-21 0 0,1 0-1 0 0,0 0 1 0 0,0-1 0 0 0,0 1 0 0 0,1 0-1 0 0,0-1 1 0 0,0 0 0 0 0,0 0 0 0 0,0 0 0 0 0,1 0-1 0 0,-1 0 1 0 0,1 0 0 0 0,0-1 0 0 0,0 0-1 0 0,1 0 1 0 0,-1 0 0 0 0,0 0 0 0 0,1-1-1 0 0,9 4 1 0 0,-12-6-199 0 0,0 0 0 0 0,0 1 0 0 0,0-1 0 0 0,0 0 0 0 0,0-1-1 0 0,0 1 1 0 0,1 0 0 0 0,-1-1 0 0 0,0 1 0 0 0,0-1 0 0 0,0 1 0 0 0,0-1 0 0 0,0 0-1 0 0,0 0 1 0 0,-1 0 0 0 0,1 0 0 0 0,0 0 0 0 0,0 0 0 0 0,-1-1 0 0 0,3-1-1 0 0,1-2-1693 0 0,0 1-1 0 0,0-1 0 0 0,-1-1 0 0 0,7-8 1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21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59 2140 0 0,'-98'31'12486'0'0,"96"-30"-12091"0"0,-7 1 390 0 0,7-2-294 0 0,8-5-298 0 0,27-11-119 0 0,1 2 0 0 0,39-11 0 0 0,-50 17-72 0 0,30-8-1793 0 0,-17 8-5009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51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2044 0 0,'-18'20'8132'0'0,"4"-1"-4878"0"0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47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13 1244 0 0,'-11'-12'17014'0'0,"6"17"-17001"0"0,4 7-4 0 0,-28 469 1372 0 0,10-262-982 0 0,-23 127 117 0 0,42-344-482 0 0,-1 4 487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48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12 164 276 0 0,'0'0'3764'0'0,"-11"-25"6787"0"0,12 20-10520 0 0,1 1-1 0 0,0 0 0 0 0,0 0 1 0 0,0 0-1 0 0,0 0 0 0 0,1 0 0 0 0,-1 0 1 0 0,1 0-1 0 0,0 1 0 0 0,0-1 1 0 0,0 1-1 0 0,1 0 0 0 0,-1 0 1 0 0,7-4-1 0 0,5-3-24 0 0,-1 1 1 0 0,25-12-1 0 0,-22 14-3 0 0,0 0-1 0 0,0 1 0 0 0,1 1 0 0 0,29-5 0 0 0,-37 8 0 0 0,-1 1 0 0 0,1 1 1 0 0,-1-1-1 0 0,0 1 0 0 0,1 1 0 0 0,-1 0 0 0 0,0 0 1 0 0,1 1-1 0 0,-1 0 0 0 0,17 7 0 0 0,-23-7 12 0 0,1 0 0 0 0,0 0 0 0 0,-1 1 0 0 0,0 0 0 0 0,1-1 0 0 0,-1 1 0 0 0,0 0 0 0 0,0 1 0 0 0,-1-1 0 0 0,1 1 0 0 0,-1-1 0 0 0,1 1 0 0 0,-1 0 0 0 0,-1-1 0 0 0,1 1 1 0 0,0 0-1 0 0,-1 0 0 0 0,0 1 0 0 0,0-1 0 0 0,0 0 0 0 0,0 0 0 0 0,-1 1 0 0 0,1-1 0 0 0,-1 0 0 0 0,-1 8 0 0 0,0 5 55 0 0,-1 0 0 0 0,0 0 0 0 0,-2 0 0 0 0,-10 32 0 0 0,9-35 41 0 0,0-1-1 0 0,-2-1 1 0 0,1 1 0 0 0,-1-1-1 0 0,-1 0 1 0 0,0 0-1 0 0,-1-1 1 0 0,0-1 0 0 0,-1 1-1 0 0,0-1 1 0 0,0-1-1 0 0,-1 0 1 0 0,0 0 0 0 0,-1-1-1 0 0,0-1 1 0 0,0 0-1 0 0,-1 0 1 0 0,0-1 0 0 0,0-1-1 0 0,0 0 1 0 0,-1-1-1 0 0,-26 5 1 0 0,-22 3-701 0 0,60-12 235 0 0,52 16-11401 0 0,-36-11 8534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49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0 1272 0 0,'-26'36'11964'0'0,"19"-27"-10675"0"0,20-5-955 0 0,69-18 200 0 0,-9 2-2415 0 0,-26 8-4455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49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53 2148 0 0,'-34'46'10919'0'0,"35"-46"-10879"0"0,0 1 0 0 0,-1-1-1 0 0,1 0 1 0 0,-1 0 0 0 0,1 1-1 0 0,0-1 1 0 0,-1 0 0 0 0,1 0-1 0 0,0 0 1 0 0,-1 0 0 0 0,1 0-1 0 0,0 0 1 0 0,-1 1 0 0 0,1-2 0 0 0,0 1-1 0 0,-1 0 1 0 0,1 0 0 0 0,1 0-1 0 0,152-67-2570 0 0,-99 44-2466 0 0,-27 12 1108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52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0 256 0 0,'0'0'6063'0'0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15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10 135 1500 0 0,'-3'-8'14575'0'0,"-1"12"-14601"0"0,2-3 14 0 0,3 1 14 0 0,0 1 1 0 0,-1 0 0 0 0,1 0-1 0 0,-1 0 1 0 0,0 0 0 0 0,0 0-1 0 0,-1 6 1 0 0,1-3-4 0 0,-1 11-32 0 0,0 0 49 0 0,1 0 1 0 0,2 31-1 0 0,0 22 34 0 0,1 88 24 0 0,-3-156-82 0 0,2 37 30 0 0,3 10 18 0 0,-5-47-46 0 0,2 31 204 0 0,-1-31-165 0 0,-1 12 2753 0 0,0-12-2741 0 0,0 36-172 0 0,0 156 85 0 0,0-181-449 0 0,0 4 2461 0 0,-4-32-307 0 0,-1-26-1532 0 0,2 0 1 0 0,1 0-1 0 0,5-55 1 0 0,23-123-441 0 0,-19 164 333 0 0,43-180-160 0 0,-48 226 126 0 0,41-125-170 0 0,-43 133 174 0 0,0 0 0 0 0,0 1 0 0 0,0-1 0 0 0,1 1 0 0 0,-1-1 0 0 0,0 0 0 0 0,1 1 0 0 0,-1-1 0 0 0,0 1 1 0 0,1-1-1 0 0,-1 1 0 0 0,1-1 0 0 0,-1 1 0 0 0,0-1 0 0 0,1 1 0 0 0,-1 0 0 0 0,1-1 0 0 0,-1 1 0 0 0,1 0 0 0 0,0-1 1 0 0,-1 1-1 0 0,1 0 0 0 0,-1 0 0 0 0,1-1 0 0 0,0 1 0 0 0,-1 0 0 0 0,1 0 0 0 0,-1 0 0 0 0,1 0 0 0 0,0 0 0 0 0,1 0-1 0 0,0 1 0 0 0,-1-1-1 0 0,1 1 1 0 0,-1-1-1 0 0,1 1 1 0 0,-1 0 0 0 0,1 0-1 0 0,-1 0 1 0 0,0 0-1 0 0,1 0 1 0 0,1 2-1 0 0,5 6-8 0 0,0 0 0 0 0,12 17-1 0 0,-15-19 3 0 0,12 19 16 0 0,-1 0 0 0 0,-1 1 0 0 0,-1 0 0 0 0,-1 1 0 0 0,13 44 0 0 0,-14-30 30 0 0,-2 0-1 0 0,-2 1 1 0 0,2 49 0 0 0,-4 132-17 0 0,-9-109-35 0 0,3-114 30 0 0,0 11-17 0 0,0 0 296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15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1 684 0 0,'-16'-1'14639'0'0,"3"2"-12232"0"0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17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1892 0 0,'0'0'9122'0'0,"-1"0"-9095"0"0,1 0-1 0 0,-1 0 0 0 0,0 1 1 0 0,0-1-1 0 0,0 0 0 0 0,1 0 1 0 0,-1 1-1 0 0,0-1 0 0 0,1 0 0 0 0,-1 1 1 0 0,0-1-1 0 0,0 0 0 0 0,1 1 1 0 0,-2 0-1 0 0,13 121 1064 0 0,-2-45-635 0 0,13 369 1273 0 0,-16-296-945 0 0,5 94 290 0 0,-5 121 917 0 0,-6-282-1608 0 0,0-70-147 0 0,0-17-1255 0 0,3-29-3109 0 0,8-6-2938 0 0,-7 24 2542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17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0 848 0 0,'5'8'13189'0'0,"-5"-8"-13126"0"0,0 1-1 0 0,0 0 0 0 0,0 0 0 0 0,0 0 0 0 0,0-1 1 0 0,0 1-1 0 0,-1 0 0 0 0,1 0 0 0 0,0 0 1 0 0,-1-1-1 0 0,1 1 0 0 0,0 0 0 0 0,-1-1 1 0 0,1 1-1 0 0,-1 0 0 0 0,1-1 0 0 0,-1 1 1 0 0,1 0-1 0 0,-2 0 0 0 0,1 0 148 0 0,-4 3 16 0 0,1-1-1 0 0,-1 1 1 0 0,0-1-1 0 0,-8 4 1 0 0,4-1 9 0 0,0 0 89 0 0,-1 0 1 0 0,0-1 0 0 0,0 0-1 0 0,-12 3 1 0 0,20-7-167 0 0,-40 9 1134 0 0,39-10-1181 0 0,-10 0-7 0 0,10 0 58 0 0,1 0-128 0 0,-24-3 468 0 0,24 3-322 0 0,-12-2-50 0 0,5 0-138 0 0,6 2 22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2:56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 0 0,'0'0'1316'0'0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19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2 963 1084 0 0,'-2'-80'11266'0'0,"3"80"-11241"0"0,-1 0 0 0 0,1 1-1 0 0,0-1 1 0 0,-1 1 0 0 0,1-1 0 0 0,-1 0 0 0 0,1 1 0 0 0,-1-1 0 0 0,0 1 0 0 0,1-1 0 0 0,-1 1-1 0 0,1 0 1 0 0,-1-1 0 0 0,0 1 0 0 0,1-1 0 0 0,-1 1 0 0 0,0-1 0 0 0,0 1 0 0 0,0 0-1 0 0,1-1 1 0 0,-1 2 0 0 0,5 17 436 0 0,-5-16-330 0 0,65 344 3245 0 0,-65-343-3416 0 0,1 1 204 0 0,0 1 0 0 0,0 0 1 0 0,-1-1-1 0 0,0 1 0 0 0,0-1 0 0 0,0 1 1 0 0,-1 0-1 0 0,0-1 0 0 0,0 1 0 0 0,-2 5 1 0 0,2-9 126 0 0,-2-3-200 0 0,1 0-81 0 0,0 0 0 0 0,0-1 1 0 0,0 1-1 0 0,0-1 0 0 0,0 0 1 0 0,0 0-1 0 0,1 0 0 0 0,-1 0 1 0 0,0 0-1 0 0,1 0 0 0 0,0 0 1 0 0,-1 0-1 0 0,1 0 0 0 0,0-1 1 0 0,0 1-1 0 0,1 0 0 0 0,-1-1 1 0 0,0 1-1 0 0,1-1 0 0 0,-1-3 1 0 0,-2-13-10 0 0,-2-29 0 0 0,4 42 7 0 0,0-17-29 0 0,1 1 0 0 0,0-1-1 0 0,2 1 1 0 0,1 0 0 0 0,0 0 0 0 0,9-27 0 0 0,-10 39 9 0 0,2 0 1 0 0,-1 0 0 0 0,2 0 0 0 0,-1 0-1 0 0,1 1 1 0 0,0 0 0 0 0,1 0 0 0 0,0 0-1 0 0,1 1 1 0 0,0 0 0 0 0,0 0-1 0 0,0 1 1 0 0,1 0 0 0 0,0 0 0 0 0,13-8-1 0 0,-17 13 8 0 0,0 0 0 0 0,0 0 0 0 0,0 0 0 0 0,0 1-1 0 0,1-1 1 0 0,-1 1 0 0 0,0 0 0 0 0,1 0 0 0 0,-1 1-1 0 0,1-1 1 0 0,-1 1 0 0 0,1 0 0 0 0,0 0 0 0 0,-1 1-1 0 0,1-1 1 0 0,-1 1 0 0 0,0 0 0 0 0,1 0 0 0 0,-1 0 0 0 0,0 1-1 0 0,1 0 1 0 0,-1 0 0 0 0,0 0 0 0 0,0 0 0 0 0,0 0-1 0 0,-1 1 1 0 0,7 4 0 0 0,-4-1 8 0 0,0 0 0 0 0,0 1 0 0 0,0 0 0 0 0,-1 0 0 0 0,0 0-1 0 0,0 0 1 0 0,-1 1 0 0 0,0-1 0 0 0,0 1 0 0 0,-1 0 0 0 0,0 0 0 0 0,0 1 0 0 0,2 13 0 0 0,-1 19 38 0 0,-1-1 1 0 0,-2 1-1 0 0,-2 0 1 0 0,-2 0 0 0 0,-2 0-1 0 0,-13 56 1 0 0,17-93-38 0 0,0 0 0 0 0,0 1 0 0 0,0-1 1 0 0,1 0-1 0 0,0 0 0 0 0,-1 1 0 0 0,1-1 1 0 0,1 0-1 0 0,-1 1 0 0 0,1-1 0 0 0,1 7 0 0 0,-1-10-4 0 0,-1-1 0 0 0,1 1 0 0 0,0-1-1 0 0,-1 0 1 0 0,1 1 0 0 0,-1-1 0 0 0,1 0-1 0 0,0 0 1 0 0,-1 1 0 0 0,1-1 0 0 0,0 0 0 0 0,-1 0-1 0 0,1 0 1 0 0,0 0 0 0 0,-1 0 0 0 0,1 0-1 0 0,0 0 1 0 0,-1 0 0 0 0,1 0 0 0 0,0 0-1 0 0,0-1 1 0 0,-1 1 0 0 0,1 0 0 0 0,0-1-1 0 0,18-6-45 0 0,-17 6 35 0 0,16-9-142 0 0,1-1 0 0 0,-1 0 1 0 0,-1-2-1 0 0,0 0 1 0 0,27-27-1 0 0,67-86-260 0 0,-102 115 390 0 0,17-21-38 0 0,-2-2 0 0 0,21-38 0 0 0,-33 50 78 0 0,0-1 0 0 0,-2 0 0 0 0,-1 0 0 0 0,10-41 0 0 0,-17 59 16 0 0,-1 0 1 0 0,0 0-1 0 0,0-1 1 0 0,0 1-1 0 0,-1-1 1 0 0,1 1-1 0 0,-1 0 1 0 0,-1-1-1 0 0,1 1 1 0 0,-1-1-1 0 0,0 1 1 0 0,0 0-1 0 0,0 0 1 0 0,-4-9-1 0 0,4 13-34 0 0,0 1 1 0 0,0-1-1 0 0,1 0 1 0 0,-1 1-1 0 0,0-1 1 0 0,0 1-1 0 0,0-1 0 0 0,0 1 1 0 0,0-1-1 0 0,0 1 1 0 0,0 0-1 0 0,0-1 0 0 0,0 1 1 0 0,0 0-1 0 0,0 0 1 0 0,0 0-1 0 0,0 0 1 0 0,0 0-1 0 0,0 0 0 0 0,0 0 1 0 0,0 0-1 0 0,0 0 1 0 0,0 0-1 0 0,0 0 1 0 0,0 1-1 0 0,0-1 0 0 0,0 0 1 0 0,0 1-1 0 0,-1 0 1 0 0,-27 13-21 0 0,19-7 20 0 0,1-1 1 0 0,0 2-1 0 0,1-1 0 0 0,-1 1 0 0 0,1 0 0 0 0,1 1 0 0 0,0 0 1 0 0,0 0-1 0 0,1 1 0 0 0,0 0 0 0 0,-6 13 0 0 0,9-18 0 0 0,1 1 1 0 0,0-1-1 0 0,1 1 0 0 0,-1-1 1 0 0,1 1-1 0 0,0-1 0 0 0,0 1 0 0 0,1 0 1 0 0,0 0-1 0 0,0-1 0 0 0,0 1 1 0 0,1 0-1 0 0,-1-1 0 0 0,1 1 0 0 0,1 0 1 0 0,-1-1-1 0 0,1 1 0 0 0,0-1 1 0 0,0 0-1 0 0,1 0 0 0 0,-1 1 0 0 0,1-2 1 0 0,7 10-1 0 0,6 3 8 0 0,1-1-1 0 0,0 0 1 0 0,34 22-1 0 0,13 12 10 0 0,-62-47 28 0 0,1-1-1 0 0,0 0 0 0 0,-1 0 0 0 0,0 1 0 0 0,0-1 1 0 0,1 1-1 0 0,-2 0 0 0 0,1 0 0 0 0,0 0 1 0 0,0 0-1 0 0,-1 0 0 0 0,0 0 0 0 0,1 0 0 0 0,-1 0 1 0 0,-1 0-1 0 0,1 1 0 0 0,0-1 0 0 0,-1 0 1 0 0,1 1-1 0 0,-1-1 0 0 0,0 1 0 0 0,0-1 0 0 0,-1 0 1 0 0,1 1-1 0 0,-1-1 0 0 0,1 0 0 0 0,-1 1 0 0 0,0-1 1 0 0,0 0-1 0 0,-1 0 0 0 0,1 0 0 0 0,-1 0 1 0 0,1 0-1 0 0,-4 5 0 0 0,-1 0 194 0 0,-1-1-1 0 0,1 0 1 0 0,-1 0-1 0 0,0 0 1 0 0,-1-1-1 0 0,1 0 1 0 0,-1 0-1 0 0,-1-1 1 0 0,1 0-1 0 0,-18 7 1 0 0,11-6 22 0 0,11-3-135 0 0,-1-1-1 0 0,0 0 1 0 0,1-1-1 0 0,-1 1 1 0 0,0-1-1 0 0,0 0 1 0 0,0 0-1 0 0,-8 0 1 0 0,12-1-118 0 0,1 0 0 0 0,-1 1 0 0 0,1-1 0 0 0,-1 0 0 0 0,1 0 0 0 0,-1 0 0 0 0,1 0 0 0 0,-1-1 0 0 0,1 1 0 0 0,-1 0 0 0 0,1 0 0 0 0,-1 0 0 0 0,1 0 0 0 0,-1 0 0 0 0,1-1 0 0 0,0 1 0 0 0,-1 0 0 0 0,1 0 0 0 0,-1-1 0 0 0,1 1 0 0 0,0 0 0 0 0,-1-1 0 0 0,1 1 0 0 0,-1 0 0 0 0,1-1 0 0 0,0 1 0 0 0,0-1 0 0 0,-1 1 0 0 0,1 0 0 0 0,0-1 0 0 0,0 1 0 0 0,-1-1 0 0 0,1 1 0 0 0,0-2 1 0 0,0 1-5 0 0,0-1 1 0 0,0 0 0 0 0,0 1 0 0 0,1-1 0 0 0,-1 0 0 0 0,1 1 0 0 0,-1-1 0 0 0,1 1-1 0 0,-1-1 1 0 0,3-2 0 0 0,24-35-152 0 0,-27 39 146 0 0,122-136-928 0 0,15-16-380 0 0,-56 46 181 0 0,68-119 0 0 0,-112 160 825 0 0,-2-1 1 0 0,-4-2 0 0 0,33-99-1 0 0,-56 139 259 0 0,-2 0 0 0 0,0-1 0 0 0,3-57-1 0 0,-9 71 49 0 0,0 0 0 0 0,0-1-1 0 0,-2 1 1 0 0,0 0 0 0 0,0 0 0 0 0,-2 0-1 0 0,0 0 1 0 0,0 0 0 0 0,-8-15-1 0 0,11 29-3 0 0,1 1 0 0 0,0-1 0 0 0,-1 0 0 0 0,1 1 0 0 0,0-1-1 0 0,-1 0 1 0 0,1 1 0 0 0,-1-1 0 0 0,1 0 0 0 0,-1 1 0 0 0,1-1-1 0 0,-1 1 1 0 0,0-1 0 0 0,1 1 0 0 0,-1-1 0 0 0,0 1 0 0 0,1 0-1 0 0,-1-1 1 0 0,0 1 0 0 0,0 0 0 0 0,1-1 0 0 0,-1 1 0 0 0,0 0-1 0 0,0 0 1 0 0,0 0 0 0 0,1 0 0 0 0,-1 0 0 0 0,0 0 0 0 0,0 0-1 0 0,0 0 1 0 0,1 0 0 0 0,-1 0 0 0 0,0 0 0 0 0,0 0 0 0 0,1 0-1 0 0,-1 1 1 0 0,0-1 0 0 0,0 0 0 0 0,1 1 0 0 0,-1-1 0 0 0,0 1 0 0 0,1-1-1 0 0,-1 0 1 0 0,0 1 0 0 0,1 0 0 0 0,-2 0 0 0 0,-2 3-3 0 0,0-1 1 0 0,1 1-1 0 0,-1 0 0 0 0,1 0 1 0 0,-4 6-1 0 0,-6 13 12 0 0,0 1 0 0 0,2 0 0 0 0,1 0 0 0 0,-8 28 0 0 0,-21 105 54 0 0,35-139-58 0 0,-20 107 237 0 0,-11 188 0 0 0,26 128 1010 0 0,32 208 397 0 0,52-4-314 0 0,-48-500-862 0 0,67 211-1 0 0,-83-322-392 0 0,-9-24 39 0 0,0 0-1 0 0,1-1 1 0 0,0 1-1 0 0,1-1 1 0 0,0 0-1 0 0,0 0 1 0 0,1 0-1 0 0,9 12 1 0 0,-13-21-110 0 0,-1 1-1 0 0,1-1 1 0 0,-1 0 0 0 0,1 0 0 0 0,-1 1-1 0 0,1-1 1 0 0,0 0 0 0 0,-1 0 0 0 0,1 1-1 0 0,-1-1 1 0 0,1 0 0 0 0,-1 0 0 0 0,1 0-1 0 0,0 0 1 0 0,-1 0 0 0 0,1 0 0 0 0,-1 0-1 0 0,1 0 1 0 0,0 0 0 0 0,-1 0 0 0 0,1-1-1 0 0,-1 1 1 0 0,1 0 0 0 0,-1 0-1 0 0,1 0 1 0 0,0-1 0 0 0,-1 1 0 0 0,1 0-1 0 0,-1-1 1 0 0,1 1 0 0 0,-1 0 0 0 0,1-1-1 0 0,14-15 73 0 0,-5-1-68 0 0,0 0-1 0 0,-1 0 1 0 0,-1-1 0 0 0,-1 0 0 0 0,9-33 0 0 0,-7 11-96 0 0,8-69 1 0 0,-15 75 52 0 0,-2 0-1 0 0,-1 0 1 0 0,-2 1 0 0 0,-1-1 0 0 0,-1 1 0 0 0,-2 0 0 0 0,-2 1 0 0 0,-1-1-1 0 0,-1 2 1 0 0,-16-31 0 0 0,-8-10-150 0 0,-4 2 1 0 0,-3 1-1 0 0,-53-66 0 0 0,28 55 91 0 0,-3 3-1 0 0,-99-85 1 0 0,138 133 61 0 0,11 12-22 0 0,8 6 16 0 0,1 1-1 0 0,0-1 1 0 0,0-1-1 0 0,-11-15 1 0 0,20 23-22 0 0,0 1 0 0 0,0-1 0 0 0,0 1 1 0 0,0-1-1 0 0,1 0 0 0 0,0 0 0 0 0,-1 0 1 0 0,1 0-1 0 0,1 0 0 0 0,-1 0 0 0 0,1 0 0 0 0,-1 0 1 0 0,1 0-1 0 0,0 0 0 0 0,0 0 0 0 0,1 0 1 0 0,-1 0-1 0 0,1 0 0 0 0,0 0 0 0 0,3-8 0 0 0,2-1-241 0 0,0 1-1 0 0,1-1 1 0 0,1 1-1 0 0,0 0 1 0 0,17-19-1 0 0,55-49-1032 0 0,-57 58 993 0 0,75-64-2184 0 0,127-85-1 0 0,-59 49-233 0 0,-147 107 2482 0 0,18-13-341 0 0,37-37 1 0 0,-65 56 782 0 0,0 0 1 0 0,-1-1-1 0 0,0-1 1 0 0,0 1-1 0 0,-1-1 1 0 0,-1 0 0 0 0,1 0-1 0 0,7-24 1 0 0,-10 22 478 0 0,-1-1 0 0 0,0 1 0 0 0,-1-1-1 0 0,0 0 1 0 0,-1-19 0 0 0,-1 31-383 0 0,-3 4-238 0 0,-2 0-13 0 0,1 1-1 0 0,0 0 0 0 0,1 0 0 0 0,-1 0 0 0 0,1 1 1 0 0,-1-1-1 0 0,1 1 0 0 0,0 0 0 0 0,0 0 0 0 0,-3 5 0 0 0,-27 53 130 0 0,23-42-89 0 0,-4 6 42 0 0,2 1 0 0 0,-16 52 1 0 0,25-68-55 0 0,0 0-1 0 0,1 0 1 0 0,0 0 0 0 0,1 0 0 0 0,0 0 0 0 0,1 0-1 0 0,0 0 1 0 0,1 0 0 0 0,0 0 0 0 0,5 20 0 0 0,-5-28 5 0 0,1 1 1 0 0,-1-1-1 0 0,1 1 1 0 0,0-1 0 0 0,0 1-1 0 0,0-1 1 0 0,0 0-1 0 0,0 0 1 0 0,1 0-1 0 0,-1 0 1 0 0,1 0-1 0 0,0-1 1 0 0,0 1 0 0 0,0-1-1 0 0,0 0 1 0 0,0 0-1 0 0,1 0 1 0 0,-1 0-1 0 0,1 0 1 0 0,-1-1-1 0 0,1 0 1 0 0,-1 0 0 0 0,1 0-1 0 0,0 0 1 0 0,0 0-1 0 0,-1-1 1 0 0,1 1-1 0 0,0-1 1 0 0,0 0-1 0 0,0 0 1 0 0,6-2 0 0 0,-1 1 2 0 0,1 0 0 0 0,-1-1 0 0 0,0-1 0 0 0,0 0 0 0 0,0 0 0 0 0,0 0 0 0 0,-1-1 0 0 0,1-1 0 0 0,-1 1 0 0 0,0-1 0 0 0,15-12 0 0 0,-13 6-24 0 0,0 0 0 0 0,-1 0 0 0 0,0-1 0 0 0,0-1 1 0 0,-1 1-1 0 0,-1-1 0 0 0,0 0 0 0 0,-1-1 0 0 0,0 1 0 0 0,6-29 0 0 0,-9 32-18 0 0,-1-1 0 0 0,-1 1 0 0 0,0-1 0 0 0,0 1 0 0 0,-1-1 0 0 0,0 0 0 0 0,-3-11 0 0 0,2 16-6 0 0,0-1-1 0 0,-1 0 1 0 0,0 1-1 0 0,0-1 1 0 0,-1 1-1 0 0,0 0 1 0 0,0 0-1 0 0,0 0 1 0 0,-1 0-1 0 0,0 0 1 0 0,-8-8-1 0 0,9 10 0 0 0,-1 1 0 0 0,0-1 0 0 0,0 1 0 0 0,0 0 0 0 0,-1 0 0 0 0,1 0-1 0 0,-1 1 1 0 0,1 0 0 0 0,-1-1 0 0 0,0 2 0 0 0,0-1 0 0 0,0 0 0 0 0,-8 0 0 0 0,5 1-1 0 0,0 0 1 0 0,0 1-1 0 0,0 0 0 0 0,0 1 0 0 0,0 0 1 0 0,0 0-1 0 0,0 1 0 0 0,-8 2 1 0 0,-1 2-2 0 0,0 1 1 0 0,1 0 0 0 0,0 1-1 0 0,1 1 1 0 0,0 0 0 0 0,0 1-1 0 0,-16 15 1 0 0,23-18 2 0 0,1 0-1 0 0,0 1 1 0 0,0-1 0 0 0,1 1-1 0 0,0 1 1 0 0,1-1 0 0 0,-1 1 0 0 0,2 0-1 0 0,-1 0 1 0 0,-4 14 0 0 0,8-20-1 0 0,0 0 0 0 0,1 0 0 0 0,-1 0 1 0 0,0 1-1 0 0,1-1 0 0 0,0 0 1 0 0,0 0-1 0 0,0 0 0 0 0,0 1 0 0 0,0-1 1 0 0,1 0-1 0 0,-1 0 0 0 0,1 0 1 0 0,0 1-1 0 0,0-1 0 0 0,0 0 0 0 0,0 0 1 0 0,1-1-1 0 0,-1 1 0 0 0,1 0 1 0 0,0 0-1 0 0,0-1 0 0 0,0 1 0 0 0,0-1 1 0 0,0 1-1 0 0,0-1 0 0 0,1 0 0 0 0,-1 0 1 0 0,1 0-1 0 0,0 0 0 0 0,-1 0 1 0 0,1-1-1 0 0,0 1 0 0 0,0-1 0 0 0,0 0 1 0 0,4 1-1 0 0,4 2 0 0 0,1 0-1 0 0,-1-1 1 0 0,1-1-1 0 0,-1 0 1 0 0,1 0-1 0 0,0-1 1 0 0,0-1-1 0 0,0 0 1 0 0,14-2-1 0 0,-9-1-1 0 0,0 0-1 0 0,0-1 1 0 0,0-1 0 0 0,-1-1-1 0 0,26-12 1 0 0,4-8-5 0 0,-2-2 1 0 0,-1-2 0 0 0,46-41 0 0 0,-72 57 5 0 0,46-33-152 0 0,-62 46 150 0 0,0 0 1 0 0,1 1-1 0 0,-1-1 0 0 0,0 1 0 0 0,1-1 1 0 0,-1 1-1 0 0,0-1 0 0 0,1 1 1 0 0,-1 0-1 0 0,1 0 0 0 0,-1-1 0 0 0,1 1 1 0 0,-1 0-1 0 0,0 0 0 0 0,1 1 0 0 0,-1-1 1 0 0,1 0-1 0 0,-1 0 0 0 0,1 1 1 0 0,-1-1-1 0 0,0 1 0 0 0,1-1 0 0 0,-1 1 1 0 0,0-1-1 0 0,0 1 0 0 0,1 0 0 0 0,-1 0 1 0 0,0 0-1 0 0,0-1 0 0 0,0 1 1 0 0,0 0-1 0 0,0 1 0 0 0,0-1 0 0 0,1 1 1 0 0,2 3 3 0 0,1 1 0 0 0,-1-1 0 0 0,-1 1 0 0 0,1 0 0 0 0,3 8 0 0 0,1 7 16 0 0,0 0 0 0 0,-1 0 0 0 0,-1 0 0 0 0,-1 1 0 0 0,-1 0-1 0 0,-2 0 1 0 0,2 39 0 0 0,-4-45 128 0 0,-1 0 0 0 0,-1 0 0 0 0,0 0 0 0 0,-1 0 0 0 0,-1-1 0 0 0,0 1 0 0 0,-1-1 0 0 0,0 0 0 0 0,-2-1 0 0 0,0 1 0 0 0,-12 19 0 0 0,14-27 17 0 0,0-2 1 0 0,0 1-1 0 0,0-1 0 0 0,-1 1 0 0 0,0-2 0 0 0,0 1 1 0 0,0 0-1 0 0,0-1 0 0 0,-1-1 0 0 0,-10 6 0 0 0,16-9-141 0 0,-1 1-1 0 0,1-1 0 0 0,-1 0 0 0 0,1 1 0 0 0,-1-1 0 0 0,1 0 0 0 0,-1 0 1 0 0,0 0-1 0 0,1 0 0 0 0,-1 0 0 0 0,1 0 0 0 0,-1-1 0 0 0,1 1 0 0 0,-1-1 1 0 0,1 1-1 0 0,-1-1 0 0 0,1 1 0 0 0,-1-1 0 0 0,1 0 0 0 0,-1 1 0 0 0,1-1 1 0 0,0 0-1 0 0,0 0 0 0 0,-1 0 0 0 0,1 0 0 0 0,0 0 0 0 0,0-1 0 0 0,0 1 1 0 0,0 0-1 0 0,0 0 0 0 0,0-1 0 0 0,1 1 0 0 0,-1 0 0 0 0,0-1 0 0 0,1 1 1 0 0,-2-4-1 0 0,0 1-4 0 0,1-1 0 0 0,-1 0 0 0 0,1 0 0 0 0,-1 0 0 0 0,2 0 0 0 0,-1 0 0 0 0,0-1 0 0 0,1 1 0 0 0,0-8 0 0 0,3 2-167 0 0,0 1 0 0 0,0-1 1 0 0,1 1-1 0 0,1 0 1 0 0,0 0-1 0 0,0 0 0 0 0,0 0 1 0 0,2 1-1 0 0,10-14 0 0 0,10-8-1132 0 0,38-33-1 0 0,-45 45 640 0 0,38-34-1356 0 0,43-44-1100 0 0,-85 79 2788 0 0,-1 0 0 0 0,-1 0 0 0 0,23-39 1 0 0,-20 12 986 0 0,-13 30-422 0 0,-3 13-71 0 0,-2 2-182 0 0,1 0 0 0 0,-1 1 1 0 0,1-1-1 0 0,-1 0 0 0 0,1 1 0 0 0,0-1 1 0 0,-1 0-1 0 0,1 1 0 0 0,-1-1 0 0 0,1 0 1 0 0,0 1-1 0 0,-1-1 0 0 0,1 1 0 0 0,0-1 1 0 0,-1 1-1 0 0,1-1 0 0 0,0 1 0 0 0,0-1 1 0 0,-1 1-1 0 0,1-1 0 0 0,0 1 0 0 0,0-1 1 0 0,0 1-1 0 0,0 0 0 0 0,-5 18 27 0 0,4-15-11 0 0,-8 50 422 0 0,2 0 0 0 0,1 103 0 0 0,2-17-196 0 0,3-77 172 0 0,1-61-291 0 0,7-20-91 0 0,41-132-24 0 0,-41 132-22 0 0,1 1 0 0 0,1 0-1 0 0,1 1 1 0 0,0 0 0 0 0,1 0 0 0 0,16-18 0 0 0,-24 31 12 0 0,0 0 0 0 0,0 0 0 0 0,0 0 0 0 0,1 0 0 0 0,-1 1 0 0 0,1-1 0 0 0,-1 1 0 0 0,1 0 0 0 0,0 0 0 0 0,0 0 0 0 0,0 0 0 0 0,0 1 0 0 0,0 0 0 0 0,0 0 0 0 0,0 0 0 0 0,1 0 0 0 0,-1 1 0 0 0,0-1 0 0 0,1 1 0 0 0,-1 0 0 0 0,0 0 0 0 0,0 1 0 0 0,7 1 0 0 0,-3 0 0 0 0,-1 1 1 0 0,1 0-1 0 0,-1 0 0 0 0,0 1 1 0 0,0 0-1 0 0,0 0 0 0 0,0 1 1 0 0,-1 0-1 0 0,0 0 0 0 0,0 0 0 0 0,10 12 1 0 0,-5-4 25 0 0,0 0 0 0 0,-1 0 0 0 0,0 1 1 0 0,-1 0-1 0 0,0 1 0 0 0,-2 0 0 0 0,1 0 1 0 0,-2 1-1 0 0,0-1 0 0 0,6 30 0 0 0,-12-42-4 0 0,1 1-1 0 0,-1 0 0 0 0,-1-1 0 0 0,1 1 0 0 0,0-1 0 0 0,-1 1 1 0 0,0-1-1 0 0,0 1 0 0 0,0-1 0 0 0,0 1 0 0 0,-1-1 1 0 0,-2 5-1 0 0,4-7-8 0 0,0-1-10 0 0,0 0 1 0 0,-1 0-1 0 0,1 1 0 0 0,0-1 0 0 0,0 0 0 0 0,0 0 1 0 0,0 0-1 0 0,0 0 0 0 0,0 1 0 0 0,0-1 1 0 0,0 0-1 0 0,0 0 0 0 0,0 0 0 0 0,-1 0 0 0 0,1 0 1 0 0,0 0-1 0 0,0 1 0 0 0,0-1 0 0 0,0 0 1 0 0,0 0-1 0 0,-1 0 0 0 0,1 0 0 0 0,0 0 0 0 0,0 0 1 0 0,0 0-1 0 0,0 0 0 0 0,-1 0 0 0 0,1 0 1 0 0,0 0-1 0 0,0 0 0 0 0,0 0 0 0 0,0 0 0 0 0,-1 0 1 0 0,1 0-1 0 0,0 0 0 0 0,0 0 0 0 0,0 0 1 0 0,0 0-1 0 0,-1 0 0 0 0,1 0 0 0 0,0 0 0 0 0,0 0 1 0 0,-1 0-2 0 0,1-1 0 0 0,-1 1 0 0 0,1 0 0 0 0,0 0 0 0 0,-1-1 0 0 0,1 1 0 0 0,0 0 0 0 0,-1-1 1 0 0,1 1-1 0 0,0 0 0 0 0,0-1 0 0 0,-1 1 0 0 0,1 0 0 0 0,0-1 0 0 0,0 1 0 0 0,-1-1 0 0 0,1 1 0 0 0,0 0 1 0 0,0-1-1 0 0,0 1 0 0 0,0-1 0 0 0,0 1 0 0 0,0-1 0 0 0,0 1 0 0 0,0-1 0 0 0,0 1 0 0 0,0-1 0 0 0,1-11-3 0 0,0-1 0 0 0,1 1-1 0 0,0 0 1 0 0,1 0-1 0 0,1 0 1 0 0,0 1-1 0 0,8-18 1 0 0,-1 7-13 0 0,1 1 1 0 0,27-39-1 0 0,14-3-29 0 0,-48 58 37 0 0,0 0 0 0 0,1 0 0 0 0,0 0 0 0 0,0 0-1 0 0,0 1 1 0 0,0 0 0 0 0,1 0 0 0 0,10-4 0 0 0,-14 7 6 0 0,0 0 1 0 0,0 1 0 0 0,0-1-1 0 0,-1 1 1 0 0,1-1-1 0 0,0 1 1 0 0,0 0 0 0 0,0 0-1 0 0,0 0 1 0 0,0 0-1 0 0,0 1 1 0 0,0-1 0 0 0,0 1-1 0 0,0 0 1 0 0,-1-1-1 0 0,1 1 1 0 0,4 2 0 0 0,-3 0 2 0 0,-1-1 0 0 0,1 1 1 0 0,-1 0-1 0 0,1 0 1 0 0,-1 0-1 0 0,0 1 1 0 0,0-1-1 0 0,0 1 1 0 0,-1-1-1 0 0,4 6 1 0 0,1 5 18 0 0,0 1 1 0 0,-1 0 0 0 0,-1 0 0 0 0,-1 0-1 0 0,4 19 1 0 0,-4-8 62 0 0,1 34 0 0 0,-4-36-381 0 0,1 1 1 0 0,10 46 0 0 0,-10-65-223 0 0,0-1 0 0 0,0 1 0 0 0,0 0 1 0 0,0-1-1 0 0,1 1 0 0 0,0-1 0 0 0,0 0 1 0 0,1 0-1 0 0,-1 0 0 0 0,1 0 0 0 0,0-1 1 0 0,0 0-1 0 0,1 0 0 0 0,-1 0 0 0 0,1 0 1 0 0,9 5-1 0 0,3 0-3158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20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1097 2484 0 0,'2'-6'759'0'0,"0"0"0"0"0,0 0 1 0 0,0 0-1 0 0,-1 0 0 0 0,0 0 0 0 0,0-1 0 0 0,0 1 0 0 0,-1-10 0 0 0,0 13-572 0 0,-1 0-1 0 0,1 1 1 0 0,-1-1-1 0 0,1 0 1 0 0,-1 0-1 0 0,0 1 1 0 0,-1-1-1 0 0,1 0 1 0 0,0 1-1 0 0,-1-1 1 0 0,1 1-1 0 0,-1-1 1 0 0,0 1-1 0 0,1 0 1 0 0,-1 0 0 0 0,-1 0-1 0 0,1 0 1 0 0,0 0-1 0 0,-4-2 1 0 0,4 3-142 0 0,0 0 1 0 0,0 0 0 0 0,-1 0 0 0 0,1 1 0 0 0,0-1 0 0 0,-1 1 0 0 0,1-1 0 0 0,0 1 0 0 0,-1 0 0 0 0,1 0 0 0 0,0 0-1 0 0,-1 0 1 0 0,1 1 0 0 0,0-1 0 0 0,-1 0 0 0 0,1 1 0 0 0,-5 1 0 0 0,-35 18 206 0 0,31-13-216 0 0,0 1 0 0 0,0 0 1 0 0,1 1-1 0 0,0 0 0 0 0,0 1 0 0 0,-11 15 0 0 0,7-6-10 0 0,1-1 0 0 0,1 2 1 0 0,-10 21-1 0 0,15-28 5 0 0,0 0 0 0 0,1 1 0 0 0,0 0 0 0 0,2 1-1 0 0,0-1 1 0 0,0 1 0 0 0,1 0 0 0 0,-1 16 0 0 0,4-29-13 0 0,0 0 0 0 0,0-1 0 0 0,0 1 0 0 0,0 0 0 0 0,0 0 0 0 0,0 0 0 0 0,0 0 0 0 0,1-1 0 0 0,-1 1 0 0 0,1 0 0 0 0,-1 0 0 0 0,1-1 0 0 0,0 1 0 0 0,0 0 0 0 0,0-1 0 0 0,0 1 0 0 0,0-1 0 0 0,0 1 0 0 0,0-1 0 0 0,0 1 0 0 0,0-1 0 0 0,1 0 0 0 0,-1 0 0 0 0,1 0 0 0 0,-1 0 0 0 0,1 0 0 0 0,-1 0 0 0 0,1 0 0 0 0,0 0 0 0 0,-1 0-1 0 0,1-1 1 0 0,0 1 0 0 0,-1-1 0 0 0,1 1 0 0 0,0-1 0 0 0,0 0 0 0 0,0 1 0 0 0,2-1 0 0 0,1 0-5 0 0,0-1 0 0 0,-1 0 0 0 0,1 1 0 0 0,0-2 0 0 0,0 1 0 0 0,-1 0 0 0 0,1-1-1 0 0,-1 0 1 0 0,1 0 0 0 0,-1 0 0 0 0,0-1 0 0 0,0 1 0 0 0,7-7 0 0 0,-2 1-28 0 0,-1 0-1 0 0,0-1 1 0 0,0-1 0 0 0,-1 1 0 0 0,0-1-1 0 0,7-14 1 0 0,26-68-155 0 0,-7 14 80 0 0,-14 35-8 0 0,-19 42 70 0 0,0 52 143 0 0,2 0 8 0 0,3-1 1 0 0,12 60-1 0 0,-16-103-69 0 0,1 0 0 0 0,1 0 0 0 0,-1 0 0 0 0,1-1 0 0 0,1 1 0 0 0,-1 0-1 0 0,1-1 1 0 0,0 0 0 0 0,0 0 0 0 0,1 0 0 0 0,0-1 0 0 0,0 1-1 0 0,0-1 1 0 0,0 0 0 0 0,1-1 0 0 0,0 1 0 0 0,0-1 0 0 0,0 0 0 0 0,11 4-1 0 0,-9-4-23 0 0,1-2-1 0 0,-1 1 0 0 0,0-1 0 0 0,1 0 1 0 0,0-1-1 0 0,-1 0 0 0 0,1 0 0 0 0,0-1 1 0 0,0 0-1 0 0,-1-1 0 0 0,1 0 0 0 0,0 0 1 0 0,-1 0-1 0 0,1-1 0 0 0,-1-1 0 0 0,10-3 1 0 0,-6 0-35 0 0,0 1 1 0 0,0-2-1 0 0,0 0 1 0 0,-1 0-1 0 0,1-1 1 0 0,-2 0 0 0 0,19-19-1 0 0,-15 12-113 0 0,-1-2 0 0 0,0 1 0 0 0,-2-1 0 0 0,16-29 0 0 0,-4-4-440 0 0,-2-2 1 0 0,26-102-1 0 0,-21 48 53 0 0,-4-1 1 0 0,6-112 0 0 0,-17-220 2187 0 0,-14 330-753 0 0,3 109-927 0 0,0 0-1 0 0,-1 0 0 0 0,1 0 0 0 0,0 1 0 0 0,0-1 0 0 0,0 0 0 0 0,0 0 0 0 0,0 0 0 0 0,-1 0 0 0 0,1 0 0 0 0,0 0 1 0 0,0 0-1 0 0,0 1 0 0 0,0-1 0 0 0,-1 0 0 0 0,1 0 0 0 0,0 0 0 0 0,0 0 0 0 0,0 0 0 0 0,-1 0 0 0 0,1 0 0 0 0,0 0 0 0 0,0 0 1 0 0,0 0-1 0 0,-1 0 0 0 0,1 0 0 0 0,0 0 0 0 0,0 0 0 0 0,0 0 0 0 0,0 0 0 0 0,-1 0 0 0 0,1 0 0 0 0,0-1 0 0 0,0 1 1 0 0,0 0-1 0 0,-1 0 0 0 0,1 0 0 0 0,0 0 0 0 0,0 0 0 0 0,0 0 0 0 0,0 0 0 0 0,0-1 0 0 0,-1 1 0 0 0,1 0 0 0 0,0 0 1 0 0,0 0-1 0 0,0 0 0 0 0,0-1 0 0 0,0 1 0 0 0,0 0 0 0 0,0 0 0 0 0,0 0 0 0 0,0-1 0 0 0,0 1 0 0 0,0 0 0 0 0,0 0 0 0 0,0 0 1 0 0,0 0-1 0 0,0-1 0 0 0,0 1 0 0 0,0 0 0 0 0,0 0 0 0 0,0 0 0 0 0,0-1 0 0 0,0 1 0 0 0,-9 10 18 0 0,4 2-8 0 0,0-1 0 0 0,0 1 0 0 0,1 0-1 0 0,1 1 1 0 0,0-1 0 0 0,1 1 0 0 0,-2 14 0 0 0,1-4 17 0 0,-32 236 1813 0 0,-1 440-1 0 0,36-642-1716 0 0,12 85 0 0 0,-8-117-143 0 0,1-2 1 0 0,1 1-1 0 0,1 0 1 0 0,1-1-1 0 0,1-1 1 0 0,13 25-1 0 0,-18-40-161 0 0,0-1 1 0 0,0 0-1 0 0,0 0 0 0 0,1-1 1 0 0,0 1-1 0 0,0-1 0 0 0,1 0 1 0 0,-1 0-1 0 0,1-1 0 0 0,0 1 1 0 0,0-1-1 0 0,9 3 0 0 0,-12-5-235 0 0,1 0-1 0 0,0-1 1 0 0,-1 0 0 0 0,1 0-1 0 0,0 0 1 0 0,0 0 0 0 0,0-1-1 0 0,0 1 1 0 0,0-1-1 0 0,0 0 1 0 0,0 0 0 0 0,0-1-1 0 0,0 1 1 0 0,0-1-1 0 0,0 0 1 0 0,0 0 0 0 0,0 0-1 0 0,-1 0 1 0 0,1-1 0 0 0,0 0-1 0 0,-1 1 1 0 0,1-1-1 0 0,-1-1 1 0 0,4-1 0 0 0,11-12-4603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21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0 323 200 0 0,'15'-155'14655'0'0,"-15"152"-13984"0"0,4 23-382 0 0,-4 49 483 0 0,3-1-1 0 0,3 0 1 0 0,20 95-1 0 0,-25-159-757 0 0,0 0 0 0 0,1 1 0 0 0,-1-1 0 0 0,1 0 0 0 0,-1 0 0 0 0,1 0 0 0 0,0-1 0 0 0,1 1 0 0 0,-1 0 0 0 0,1-1-1 0 0,0 0 1 0 0,-1 1 0 0 0,1-1 0 0 0,1 0 0 0 0,3 3 0 0 0,-5-5-77 0 0,1 1 0 0 0,0-1 0 0 0,0 0 0 0 0,0 0 0 0 0,0 0-1 0 0,0 0 1 0 0,0-1 0 0 0,0 1 0 0 0,1-1 0 0 0,-1 0 0 0 0,0 1 0 0 0,0-2 0 0 0,0 1 0 0 0,0 0-1 0 0,1-1 1 0 0,-1 1 0 0 0,0-1 0 0 0,0 0 0 0 0,0 0 0 0 0,0 0 0 0 0,3-2 0 0 0,3-1-235 0 0,0-2-1 0 0,0 1 1 0 0,-1-1 0 0 0,0 0 0 0 0,0 0 0 0 0,0-1 0 0 0,-1 0 0 0 0,0-1 0 0 0,0 0 0 0 0,-1 0-1 0 0,6-9 1 0 0,8-17-446 0 0,25-52-1 0 0,-36 67 604 0 0,58-146 2387 0 0,-59 146-1821 0 0,-8 17-265 0 0,1 2-157 0 0,-1 0 0 0 0,1 0-1 0 0,-1 1 1 0 0,1-1 0 0 0,-1 1-1 0 0,1-1 1 0 0,-1 0 0 0 0,0 1-1 0 0,1-1 1 0 0,-1 1-1 0 0,0-1 1 0 0,1 1 0 0 0,-1-1-1 0 0,0 1 1 0 0,0-1 0 0 0,1 1-1 0 0,-1-1 1 0 0,0 1 0 0 0,0-1-1 0 0,0 1 1 0 0,0-1 0 0 0,0 1-1 0 0,0 0 1 0 0,0-1-1 0 0,0 1 1 0 0,0-1 0 0 0,0 1-1 0 0,0 0 1 0 0,-1 23 32 0 0,1-20-25 0 0,-2 27 361 0 0,1 0-1 0 0,2 0 1 0 0,1 0 0 0 0,1 0 0 0 0,2 0 0 0 0,14 48-1 0 0,-17-73-286 0 0,1 0 0 0 0,-1 0 0 0 0,2 0-1 0 0,-1-1 1 0 0,1 1 0 0 0,0-1 0 0 0,0 0-1 0 0,0 0 1 0 0,0 0 0 0 0,1-1 0 0 0,0 1 0 0 0,0-1-1 0 0,1 0 1 0 0,-1-1 0 0 0,1 1 0 0 0,-1-1-1 0 0,1 0 1 0 0,0 0 0 0 0,0-1 0 0 0,1 0-1 0 0,-1 0 1 0 0,0 0 0 0 0,1-1 0 0 0,-1 0-1 0 0,1 0 1 0 0,-1-1 0 0 0,1 0 0 0 0,0 0 0 0 0,6-1-1 0 0,-4 0-62 0 0,0 0 0 0 0,1 0 0 0 0,-1-1-1 0 0,0 0 1 0 0,0-1 0 0 0,-1 0 0 0 0,1 0-1 0 0,-1-1 1 0 0,1 0 0 0 0,-1-1 0 0 0,0 1-1 0 0,0-2 1 0 0,-1 1 0 0 0,0-1 0 0 0,0 0-1 0 0,0-1 1 0 0,-1 1 0 0 0,0-1 0 0 0,0-1 0 0 0,6-9-1 0 0,-4 2-15 0 0,-1 0 0 0 0,0-1 0 0 0,-1 0 1 0 0,0 0-1 0 0,-2-1 0 0 0,0 0 0 0 0,-1 0 0 0 0,0 0 0 0 0,-1-31 0 0 0,-2 41-12 0 0,0 0 1 0 0,0 0-1 0 0,-1 0 0 0 0,0 0 1 0 0,-1 1-1 0 0,0-1 0 0 0,0 0 1 0 0,0 1-1 0 0,0-1 0 0 0,-1 1 1 0 0,0 0-1 0 0,-1 0 0 0 0,0 0 1 0 0,0 0-1 0 0,0 1 0 0 0,0-1 1 0 0,-1 1-1 0 0,0 0 0 0 0,0 1 1 0 0,0-1-1 0 0,0 1 0 0 0,-1 0 1 0 0,0 0-1 0 0,0 1 0 0 0,0-1 1 0 0,-11-3-1 0 0,8 4-2 0 0,-1 1-1 0 0,1 0 1 0 0,0 1-1 0 0,0 0 1 0 0,-1 0-1 0 0,1 1 1 0 0,0 1 0 0 0,-1-1-1 0 0,1 1 1 0 0,0 1-1 0 0,-1 0 1 0 0,1 0 0 0 0,0 1-1 0 0,1 0 1 0 0,-1 0-1 0 0,0 1 1 0 0,1 1 0 0 0,-10 5-1 0 0,9-5 6 0 0,0 1-1 0 0,1 0 1 0 0,-1 1-1 0 0,2-1 1 0 0,-1 1-1 0 0,1 1 1 0 0,0 0-1 0 0,0 0 1 0 0,1 0-1 0 0,0 1 1 0 0,0-1-1 0 0,1 1 1 0 0,0 1-1 0 0,1-1 1 0 0,0 1-1 0 0,-3 13 1 0 0,6-18 5 0 0,0 0 1 0 0,0 0 0 0 0,1 0 0 0 0,0 0 0 0 0,0 0 0 0 0,1 0 0 0 0,-1 0 0 0 0,1 0 0 0 0,0 0 0 0 0,0-1 0 0 0,1 1 0 0 0,-1 0 0 0 0,1 0 0 0 0,0-1 0 0 0,1 1 0 0 0,-1-1-1 0 0,1 0 1 0 0,-1 1 0 0 0,1-1 0 0 0,1 0 0 0 0,4 4 0 0 0,-3-3 5 0 0,1 0 0 0 0,0 0 0 0 0,0-1 1 0 0,0 0-1 0 0,0 0 0 0 0,1-1 0 0 0,0 1 0 0 0,0-1 0 0 0,0-1 0 0 0,0 1 0 0 0,0-1 0 0 0,0-1 0 0 0,14 2 1 0 0,-7-2-8 0 0,1 0 0 0 0,-1-2 1 0 0,1 0-1 0 0,-1 0 1 0 0,1-1-1 0 0,-1-1 0 0 0,0 0 1 0 0,19-8-1 0 0,-15 3 4 0 0,-2 0 0 0 0,1 0 0 0 0,-1-2 0 0 0,0 0 0 0 0,-1-1-1 0 0,16-14 1 0 0,184-178-136 0 0,-215 202 124 0 0,1 0 0 0 0,0 1-1 0 0,0-1 1 0 0,0 0-1 0 0,0 0 1 0 0,0 1 0 0 0,0-1-1 0 0,0 1 1 0 0,0-1 0 0 0,0 1-1 0 0,0-1 1 0 0,1 1 0 0 0,-1 0-1 0 0,0-1 1 0 0,0 1 0 0 0,0 0-1 0 0,1 0 1 0 0,-1 0 0 0 0,0 0-1 0 0,0 0 1 0 0,0 0 0 0 0,0 0-1 0 0,3 1 1 0 0,-3 0 7 0 0,1 0-1 0 0,0 0 1 0 0,-1 0 0 0 0,1 0 0 0 0,-1 0-1 0 0,1 1 1 0 0,-1-1 0 0 0,1 0 0 0 0,-1 1-1 0 0,0-1 1 0 0,0 1 0 0 0,0 0 0 0 0,2 1-1 0 0,1 7 36 0 0,1-1 0 0 0,-1 1 0 0 0,-1 0 0 0 0,3 12 0 0 0,11 59-72 0 0,-4 0 0 0 0,5 118 0 0 0,-15-126 992 0 0,-3-70-603 0 0,-3 2 159 0 0,2-6-371 0 0,2-10-73 0 0,8-33-34 0 0,2 1 0 0 0,21-55 0 0 0,44-82-185 0 0,-59 144 111 0 0,1 1 0 0 0,2 0 1 0 0,1 2-1 0 0,2 1 0 0 0,1 0 0 0 0,1 2 0 0 0,46-42 0 0 0,-70 70 35 0 0,0 1 1 0 0,1-1-1 0 0,-1 1 0 0 0,1 0 0 0 0,-1 0 0 0 0,1 0 0 0 0,0 0 0 0 0,-1 0 0 0 0,1 0 0 0 0,0 0 0 0 0,0 0 0 0 0,-1 1 0 0 0,1-1 0 0 0,0 1 1 0 0,0-1-1 0 0,0 1 0 0 0,0 0 0 0 0,0 0 0 0 0,0 0 0 0 0,0 0 0 0 0,0 0 0 0 0,0 0 0 0 0,0 0 0 0 0,0 1 0 0 0,-1-1 0 0 0,1 0 1 0 0,0 1-1 0 0,0 0 0 0 0,0 0 0 0 0,0-1 0 0 0,-1 1 0 0 0,1 0 0 0 0,0 0 0 0 0,-1 1 0 0 0,1-1 0 0 0,-1 0 0 0 0,0 0 0 0 0,1 1 0 0 0,1 1 1 0 0,1 3 23 0 0,0-1 0 0 0,-1 1 1 0 0,1 0-1 0 0,-1 0 0 0 0,0 0 1 0 0,-1 1-1 0 0,0-1 0 0 0,0 1 1 0 0,3 13-1 0 0,-1 26 44 0 0,-1 0 0 0 0,-7 92 0 0 0,-1-18 39 0 0,5-108-137 0 0,-1-7 19 0 0,1 0 0 0 0,1 0 0 0 0,-1 0 0 0 0,1-1 1 0 0,1 7-1 0 0,-2-10-32 0 0,0-1 0 0 0,0 1 0 0 0,0-1 0 0 0,0 1 1 0 0,0-1-1 0 0,0 1 0 0 0,1-1 0 0 0,-1 0 0 0 0,0 1 1 0 0,0-1-1 0 0,0 1 0 0 0,1-1 0 0 0,-1 0 0 0 0,0 1 0 0 0,1-1 1 0 0,-1 0-1 0 0,0 1 0 0 0,1-1 0 0 0,-1 0 0 0 0,0 0 1 0 0,1 1-1 0 0,-1-1 0 0 0,1 0 0 0 0,-1 0 0 0 0,0 0 1 0 0,1 1-1 0 0,-1-1 0 0 0,1 0 0 0 0,-1 0 0 0 0,1 0 0 0 0,-1 0 1 0 0,1 0-1 0 0,-1 0 0 0 0,0 0 0 0 0,1 0 0 0 0,-1 0 1 0 0,1 0-1 0 0,-1 0 0 0 0,1 0 0 0 0,-1 0 0 0 0,1-1 0 0 0,-1 1 1 0 0,0 0-1 0 0,1 0 0 0 0,-1 0 0 0 0,1-1 0 0 0,-1 1 1 0 0,0 0-1 0 0,1 0 0 0 0,-1-1 0 0 0,0 1 0 0 0,1 0 1 0 0,-1-1-1 0 0,0 1 0 0 0,1-1 0 0 0,15-19-3472 0 0,-7-13-3458 0 0,-7 11 493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21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0 1888 0 0,'-205'29'12359'0'0,"203"-29"-12157"0"0,-9 2 69 0 0,-14 0-803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22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33 2756 0 0,'-32'8'3146'0'0,"-27"9"5915"0"0,432-42-7286 0 0,-220 13-3740 0 0,-16 0-4295 0 0,-70 4 151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23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180 179 896 0 0,'-17'-4'2532'0'0,"-1"1"0"0"0,-33-2 0 0 0,44 5-2182 0 0,0 1 0 0 0,0-1 0 0 0,0 1 0 0 0,0 0 1 0 0,0 0-1 0 0,0 1 0 0 0,0 0 0 0 0,1 0 1 0 0,-13 7-1 0 0,18-9-299 0 0,0 1 1 0 0,0-1-1 0 0,1 0 1 0 0,-1 1-1 0 0,0-1 1 0 0,1 1-1 0 0,-1-1 1 0 0,0 1 0 0 0,1-1-1 0 0,-1 1 1 0 0,1 0-1 0 0,-1-1 1 0 0,1 1-1 0 0,-1 0 1 0 0,1-1-1 0 0,-1 1 1 0 0,1 0-1 0 0,0 0 1 0 0,0-1-1 0 0,-1 1 1 0 0,1 0-1 0 0,0 0 1 0 0,0-1-1 0 0,0 1 1 0 0,-1 0 0 0 0,1 0-1 0 0,0 0 1 0 0,0 0-1 0 0,1-1 1 0 0,-1 1-1 0 0,0 0 1 0 0,0 0-1 0 0,0 0 1 0 0,0-1-1 0 0,1 1 1 0 0,-1 0-1 0 0,0 0 1 0 0,1-1-1 0 0,-1 1 1 0 0,0 0-1 0 0,1-1 1 0 0,-1 1 0 0 0,1 0-1 0 0,-1-1 1 0 0,1 1-1 0 0,1 0 1 0 0,1 3 102 0 0,0-1 0 0 0,1 0 0 0 0,0 0 0 0 0,-1 0-1 0 0,1-1 1 0 0,5 4 0 0 0,8 1 105 0 0,0-1-1 0 0,0 0 0 0 0,0-1 0 0 0,1-1 0 0 0,34 4 1 0 0,94-1 142 0 0,-123-6-338 0 0,467-11 377 0 0,1-20-290 0 0,-380 22-133 0 0,1677-86 141 0 0,-119 62-195 0 0,-795 19 32 0 0,764-33-36 0 0,566-6-5 0 0,526 72 275 0 0,-1718 4 134 0 0,0 0 124 0 0,-923-22-552 0 0,43 1-329 0 0,-48-8-3978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12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84 600 0 0,'-3'-11'4972'0'0,"-2"-22"288"0"0,5 31-4675 0 0,-15-32 3351 0 0,15 33-3789 0 0,-1 0-167 0 0,1 1 21 0 0,0 0-1 0 0,-1 0 0 0 0,1-1 0 0 0,0 1 0 0 0,-1 0 1 0 0,1 0-1 0 0,0 0 0 0 0,-1 0 0 0 0,1 0 0 0 0,0 0 1 0 0,-1-1-1 0 0,1 1 0 0 0,0 0 0 0 0,-1 0 1 0 0,1 0-1 0 0,0 0 0 0 0,-1 0 0 0 0,1 0 0 0 0,0 0 1 0 0,-1 1-1 0 0,1-1 0 0 0,-1 0 0 0 0,1 0 1 0 0,0 0-1 0 0,-1 0 0 0 0,1 0 0 0 0,0 0 0 0 0,0 1 1 0 0,-1-1-1 0 0,1 0 0 0 0,0 0 0 0 0,-1 1 0 0 0,1-1 1 0 0,0 0-1 0 0,0 0 0 0 0,-1 1 0 0 0,1-1 1 0 0,0 0-1 0 0,0 0 0 0 0,0 1 0 0 0,-1-1 0 0 0,1 0 1 0 0,0 1-1 0 0,0-1 0 0 0,0 0 0 0 0,0 1 1 0 0,0-1-1 0 0,0 1 0 0 0,0-1 0 0 0,0 0 0 0 0,0 1 1 0 0,0-1-1 0 0,0 1 0 0 0,-10 82 47 0 0,-48 528 3226 0 0,19-182-1627 0 0,37-410-1687 0 0,-1 0 0 0 0,-10 36 0 0 0,10-47-801 0 0,0-1-1 0 0,0 1 0 0 0,0-1 0 0 0,-1 0 0 0 0,-7 10 0 0 0,1-8-2136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13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167 814 260 0 0,'-36'-60'5979'0'0,"5"10"-2872"0"0,2-2 1 0 0,-32-80-1 0 0,59 126-3032 0 0,0 0 0 0 0,0-1 0 0 0,1 1 0 0 0,0 0 0 0 0,0-1 0 0 0,1 1 1 0 0,0-1-1 0 0,0 1 0 0 0,0-1 0 0 0,1 1 0 0 0,0-1 0 0 0,3-11 0 0 0,-1 10-64 0 0,0-1-1 0 0,1 0 1 0 0,0 1-1 0 0,1 0 1 0 0,0 0 0 0 0,0 0-1 0 0,0 1 1 0 0,10-10-1 0 0,16-14-7 0 0,0 1-1 0 0,3 1 1 0 0,0 2-1 0 0,1 2 1 0 0,42-23-1 0 0,-29 22-11 0 0,1 2-1 0 0,1 3 0 0 0,90-26 1 0 0,-98 36 6 0 0,1 2-1 0 0,1 3 1 0 0,0 1 0 0 0,0 2 0 0 0,79 5-1 0 0,-87 1 6 0 0,1 2 0 0 0,-2 1 0 0 0,1 2-1 0 0,-1 1 1 0 0,0 2 0 0 0,-1 2 0 0 0,47 23 0 0 0,-70-30 2 0 0,-1 0 1 0 0,0 0 0 0 0,-1 1 0 0 0,1 0 0 0 0,-1 1 0 0 0,0 0 0 0 0,-1 1 0 0 0,12 14 0 0 0,-16-17 7 0 0,-1 0 0 0 0,1 0 1 0 0,-1 0-1 0 0,0 0 1 0 0,-1 1-1 0 0,1-1 0 0 0,-1 1 1 0 0,0 0-1 0 0,-1 0 0 0 0,0-1 1 0 0,0 1-1 0 0,0 0 0 0 0,-1 0 1 0 0,0 0-1 0 0,-2 14 1 0 0,-2-3 14 0 0,-1 1 1 0 0,0 0 0 0 0,-2-1 0 0 0,0 0-1 0 0,-1-1 1 0 0,-1 1 0 0 0,0-1 0 0 0,-1-1-1 0 0,-20 24 1 0 0,-13 12 43 0 0,-69 62 0 0 0,103-104-68 0 0,-55 48 29 0 0,-2-4 0 0 0,-2-2 0 0 0,-3-3 0 0 0,-104 54 0 0 0,107-66 658 0 0,66-36-541 0 0,0-2-117 0 0,-8-1 73 0 0,9 1-60 0 0,9 0-22 0 0,1 0-25 0 0,0 2 0 0 0,0-1 0 0 0,1 1 0 0 0,-1 1 0 0 0,0-1 0 0 0,0 2 0 0 0,14 4 0 0 0,63 30-3 0 0,-76-32 3 0 0,72 37 14 0 0,134 90 0 0 0,60 73 124 0 0,-240-177-109 0 0,3 2-15 0 0,-2 2 0 0 0,37 42 0 0 0,-72-72-358 0 0,0 0 0 0 0,-1 0 0 0 0,2 0 0 0 0,-1-1-1 0 0,0 1 1 0 0,0 0 0 0 0,0-1 0 0 0,5 3 0 0 0,-5-3-55 0 0,-1-1 0 0 0,1 0 1 0 0,-1 0-1 0 0,0 1 0 0 0,1-1 1 0 0,-1 0-1 0 0,0 0 1 0 0,1 0-1 0 0,-1 0 0 0 0,1 0 1 0 0,-1-1-1 0 0,0 1 0 0 0,1 0 1 0 0,-1-1-1 0 0,0 1 1 0 0,1-1-1 0 0,-1 1 0 0 0,0-1 1 0 0,2-1-1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13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160 148 2300 0 0,'-10'-22'4901'0'0,"5"11"-2205"0"0,0 0-1 0 0,-13-19 1 0 0,17 29-2545 0 0,-9 35 273 0 0,4 27-130 0 0,1-16 238 0 0,2 1 0 0 0,5 84 1 0 0,-1-123-468 0 0,0 1 0 0 0,0-1 1 0 0,1 1-1 0 0,0-1 0 0 0,0 0 1 0 0,1 1-1 0 0,0-1 0 0 0,0-1 0 0 0,1 1 1 0 0,0 0-1 0 0,7 9 0 0 0,-8-13-7 0 0,0 1-1 0 0,1-1 1 0 0,-1 0-1 0 0,1 0 1 0 0,0 0-1 0 0,0-1 1 0 0,0 1-1 0 0,0-1 0 0 0,1 0 1 0 0,-1 0-1 0 0,0-1 1 0 0,1 1-1 0 0,0-1 1 0 0,-1 0-1 0 0,1 0 1 0 0,0-1-1 0 0,-1 1 1 0 0,1-1-1 0 0,9-1 0 0 0,-1 0-31 0 0,0-1 0 0 0,1 0-1 0 0,-1-1 1 0 0,0-1 0 0 0,-1 0-1 0 0,1 0 1 0 0,-1-1-1 0 0,0-1 1 0 0,0 0 0 0 0,0-1-1 0 0,-1-1 1 0 0,0 1-1 0 0,0-2 1 0 0,-1 1 0 0 0,0-1-1 0 0,-1-1 1 0 0,0 0-1 0 0,0 0 1 0 0,-1-1 0 0 0,-1 0-1 0 0,0 0 1 0 0,0-1-1 0 0,-1 0 1 0 0,0 0 0 0 0,-1 0-1 0 0,-1-1 1 0 0,0 0-1 0 0,0 0 1 0 0,-2 0 0 0 0,1 0-1 0 0,0-22 1 0 0,-3 26-26 0 0,-1 0 0 0 0,0 0 0 0 0,-1 1 0 0 0,0-1 0 0 0,0 0 0 0 0,-1 1 0 0 0,0-1 0 0 0,0 1 0 0 0,-1 0 0 0 0,0 0 0 0 0,0 0 0 0 0,-1 0 0 0 0,0 1 0 0 0,0 0 0 0 0,-1 0 0 0 0,0 0 0 0 0,0 1 0 0 0,-1 0 0 0 0,0 0 0 0 0,0 0 0 0 0,0 1 0 0 0,-1 0 0 0 0,-8-4 0 0 0,3 2-8 0 0,-1 1 0 0 0,0 0-1 0 0,0 1 1 0 0,-1 0 0 0 0,1 1-1 0 0,-1 1 1 0 0,0 0 0 0 0,0 1-1 0 0,0 1 1 0 0,0 0 0 0 0,0 1-1 0 0,-29 4 1 0 0,33-2-62 0 0,-1 0 1 0 0,1 2 0 0 0,0-1-1 0 0,0 1 1 0 0,0 1-1 0 0,1 0 1 0 0,-1 0 0 0 0,1 1-1 0 0,0 1 1 0 0,1-1-1 0 0,0 2 1 0 0,-10 8-1 0 0,15-12-210 0 0,0 1-1 0 0,1-1 1 0 0,0 0-1 0 0,0 1 0 0 0,0 0 1 0 0,0 0-1 0 0,1 0 1 0 0,-1 0-1 0 0,1 0 0 0 0,1 0 1 0 0,-3 11-1 0 0,3-11-195 0 0,1 0-1 0 0,0 0 0 0 0,0 0 1 0 0,0 0-1 0 0,1 0 1 0 0,0 0-1 0 0,0 0 1 0 0,0 0-1 0 0,1 0 0 0 0,-1 0 1 0 0,1-1-1 0 0,0 1 1 0 0,0 0-1 0 0,6 7 0 0 0,3 3-2427 0 0,1-1-767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14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2716 0 0,'5'-46'12261'0'0,"-3"38"-10176"0"0,2 22-1821 0 0,-1 0 0 0 0,0 1 0 0 0,-1-1 0 0 0,-1 1 0 0 0,0 29 0 0 0,-1-10 11 0 0,2 17 38 0 0,5 78 89 0 0,-5-116-354 0 0,0 0-1 0 0,1 0 1 0 0,0 0 0 0 0,1-1-1 0 0,0 1 1 0 0,1-1 0 0 0,9 15-1 0 0,-13-25-32 0 0,1-1 0 0 0,0 1-1 0 0,0 0 1 0 0,1-1 0 0 0,-1 0-1 0 0,0 1 1 0 0,0-1 0 0 0,1 0-1 0 0,-1 0 1 0 0,1 0 0 0 0,-1 0-1 0 0,1-1 1 0 0,-1 1 0 0 0,1-1-1 0 0,0 1 1 0 0,-1-1 0 0 0,1 0-1 0 0,-1 0 1 0 0,4-1 0 0 0,0 0 1 0 0,0 0 1 0 0,-1 0 0 0 0,1-1 0 0 0,0 0 0 0 0,-1 0-1 0 0,1-1 1 0 0,-1 1 0 0 0,0-1 0 0 0,1-1 0 0 0,-2 1 0 0 0,1-1-1 0 0,8-7 1 0 0,3-5 6 0 0,-2 0 1 0 0,15-22-1 0 0,-12 16-14 0 0,0-1 456 0 0,-1-2 1 0 0,-1 0-1 0 0,-2 0 1 0 0,0-1-1 0 0,18-55 1 0 0,-30 74-289 0 0,2 1 0 0 0,-1-1 0 0 0,1 1-1 0 0,-1 0 1 0 0,6-9 0 0 0,-7 14-141 0 0,3 17-4 0 0,16 130-61 0 0,-15-122 26 0 0,1 0 0 0 0,1-1 0 0 0,1 0 0 0 0,12 25 0 0 0,-17-43 15 0 0,-1 1 0 0 0,1-1 0 0 0,0-1-1 0 0,1 1 1 0 0,-1 0 0 0 0,1-1 0 0 0,0 0-1 0 0,0 1 1 0 0,1-2 0 0 0,-1 1 0 0 0,1 0-1 0 0,-1-1 1 0 0,1 0 0 0 0,0 0 0 0 0,8 3 0 0 0,-6-4 17 0 0,0 0 1 0 0,0 0-1 0 0,0-1 1 0 0,0 0 0 0 0,0 0-1 0 0,0-1 1 0 0,0 0 0 0 0,0 0-1 0 0,0-1 1 0 0,0 0-1 0 0,9-2 1 0 0,0-1 34 0 0,0-1 1 0 0,0-1-1 0 0,-1-1 0 0 0,0 0 1 0 0,0-1-1 0 0,-1 0 1 0 0,1-1-1 0 0,-2-1 0 0 0,25-22 1 0 0,-24 18-43 0 0,0-1 1 0 0,-1-1 0 0 0,-1 0 0 0 0,-1 0-1 0 0,0-1 1 0 0,-1-1 0 0 0,0 1-1 0 0,-2-2 1 0 0,0 1 0 0 0,-1-1 0 0 0,-1 0-1 0 0,-1-1 1 0 0,-1 0 0 0 0,4-31-1 0 0,-8 41-15 0 0,-1 0 0 0 0,0 1 0 0 0,0-1 0 0 0,0 1 0 0 0,-1 0 0 0 0,-1-1 0 0 0,0 1 0 0 0,-6-13 0 0 0,7 16-10 0 0,-1 0 0 0 0,0 1 0 0 0,0-1 0 0 0,-1 1 0 0 0,1 0 0 0 0,-1 0 0 0 0,0 0 0 0 0,-1 0 0 0 0,1 1 0 0 0,-1 0 0 0 0,0 0 0 0 0,0 0 0 0 0,-7-4 0 0 0,9 7-1 0 0,0 0 0 0 0,0 0 0 0 0,-1 0 0 0 0,1 0 0 0 0,0 0 0 0 0,0 1 0 0 0,-1-1 0 0 0,1 1 0 0 0,0 0 0 0 0,-1 0 0 0 0,1 0 0 0 0,0 1 0 0 0,-6 1 0 0 0,7-2 2 0 0,0 0 1 0 0,0 1-1 0 0,0 0 1 0 0,1 0-1 0 0,-1-1 1 0 0,0 1 0 0 0,1 0-1 0 0,-1 0 1 0 0,1 0-1 0 0,-1 1 1 0 0,1-1-1 0 0,-1 0 1 0 0,1 1 0 0 0,0-1-1 0 0,0 0 1 0 0,-1 1-1 0 0,1 0 1 0 0,0-1-1 0 0,0 1 1 0 0,1 0-1 0 0,-1-1 1 0 0,0 1 0 0 0,1 0-1 0 0,-1 0 1 0 0,1 0-1 0 0,-1-1 1 0 0,1 3-1 0 0,0 0-1 0 0,0-1-1 0 0,0 1 0 0 0,1 0 0 0 0,0-1 0 0 0,-1 1 1 0 0,1-1-1 0 0,0 1 0 0 0,1-1 0 0 0,-1 1 1 0 0,1-1-1 0 0,-1 0 0 0 0,1 0 0 0 0,0 0 0 0 0,0 0 1 0 0,1 0-1 0 0,-1 0 0 0 0,1 0 0 0 0,-1-1 1 0 0,1 1-1 0 0,0-1 0 0 0,0 0 0 0 0,0 0 0 0 0,0 0 1 0 0,0 0-1 0 0,0 0 0 0 0,1-1 0 0 0,-1 0 1 0 0,0 1-1 0 0,4 0 0 0 0,4 0-497 0 0,-1 0 0 0 0,1 0 0 0 0,-1-1 0 0 0,1 0 0 0 0,-1-1 0 0 0,1 0 0 0 0,-1-1 0 0 0,1 0 0 0 0,12-3-1 0 0,7-4-5282 0 0,55-19 0 0 0,-50 12-1058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16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1171 2744 0 0,'-12'-3'9282'0'0,"11"4"-9211"0"0,0 0-1 0 0,0 0 1 0 0,1 0-1 0 0,-1 0 0 0 0,0 0 1 0 0,1 0-1 0 0,-1 1 0 0 0,1-1 1 0 0,-1 0-1 0 0,1 1 0 0 0,0-1 1 0 0,-1 0-1 0 0,1 1 1 0 0,0-1-1 0 0,0 0 0 0 0,0 1 1 0 0,0-1-1 0 0,0 0 0 0 0,0 1 1 0 0,1-1-1 0 0,-1 0 0 0 0,0 0 1 0 0,1 2-1 0 0,11 37 713 0 0,-11-38-753 0 0,5 15 259 0 0,1-1 0 0 0,13 22 0 0 0,-18-34-193 0 0,1 1 0 0 0,0-1 1 0 0,0 0-1 0 0,0 0 0 0 0,0 0 0 0 0,0 0 1 0 0,1-1-1 0 0,0 1 0 0 0,0-1 0 0 0,0 0 0 0 0,0 0 1 0 0,0-1-1 0 0,5 3 0 0 0,-6-4-2 0 0,0 0-1 0 0,0 0 1 0 0,1-1-1 0 0,-1 1 1 0 0,0-1 0 0 0,0 0-1 0 0,0 0 1 0 0,1 0-1 0 0,-1 0 1 0 0,0-1-1 0 0,0 1 1 0 0,0-1 0 0 0,0 0-1 0 0,6-2 1 0 0,-3 0-27 0 0,-1 1 1 0 0,0-2 0 0 0,0 1-1 0 0,0 0 1 0 0,0-1 0 0 0,0 0-1 0 0,5-6 1 0 0,4-7-15 0 0,-1 0-1 0 0,-1 0 1 0 0,15-27 0 0 0,-24 39-19 0 0,19-37 0 0 0,-2-1 0 0 0,-1-1 0 0 0,-2 0 1 0 0,12-54-1 0 0,-14 30 3 0 0,-2 0 0 0 0,4-85 0 0 0,-13 57 75 0 0,-4 0 0 0 0,-5 0 0 0 0,-20-120 0 0 0,18 166 180 0 0,4 23-199 0 0,-2 0-1 0 0,-9-32 1 0 0,13 57-125 0 0,-7 22-33 0 0,0 62 76 0 0,3 133 0 0 0,23 85 56 0 0,-13-226-69 0 0,3 11 33 0 0,26 121 1 0 0,-23-157-10 0 0,3-1 1 0 0,2-1 0 0 0,40 84-1 0 0,-51-121-11 0 0,1 0-1 0 0,0 0 1 0 0,1-1-1 0 0,0 0 0 0 0,0 0 1 0 0,1 0-1 0 0,10 8 1 0 0,-15-14-2 0 0,0-1 0 0 0,0 1-1 0 0,1-1 1 0 0,-1 0 0 0 0,1 0 0 0 0,-1-1 0 0 0,1 1 0 0 0,-1-1 0 0 0,1 1 0 0 0,0-1-1 0 0,0-1 1 0 0,-1 1 0 0 0,1 0 0 0 0,0-1 0 0 0,0 0 0 0 0,0 0 0 0 0,0 0-1 0 0,0 0 1 0 0,0 0 0 0 0,0-1 0 0 0,-1 0 0 0 0,1 0 0 0 0,0 0 0 0 0,4-2 0 0 0,4-3-3 0 0,-1 0 1 0 0,0-1 0 0 0,0-1-1 0 0,0 0 1 0 0,-1 0 0 0 0,0-1 0 0 0,-1 0-1 0 0,0 0 1 0 0,0-1 0 0 0,-1-1-1 0 0,0 1 1 0 0,-1-1 0 0 0,9-18 0 0 0,-2 1-2 0 0,-2-1 0 0 0,-1 0 1 0 0,-1-1-1 0 0,9-46 0 0 0,-16 60-1 0 0,-1 1 0 0 0,-1-1-1 0 0,0 0 1 0 0,-1 1 0 0 0,-1-1 0 0 0,-4-25-1 0 0,3 30-7 0 0,0 1 0 0 0,-1-1-1 0 0,0 1 1 0 0,-1 0-1 0 0,0 0 1 0 0,-1 1 0 0 0,0-1-1 0 0,0 1 1 0 0,-1 0 0 0 0,-10-13-1 0 0,14 20 0 0 0,0-1-1 0 0,0 1 1 0 0,0 0-1 0 0,0 1 0 0 0,-1-1 1 0 0,1 0-1 0 0,0 1 1 0 0,-1-1-1 0 0,1 1 1 0 0,-1-1-1 0 0,0 1 1 0 0,1 0-1 0 0,-1 0 1 0 0,0 1-1 0 0,1-1 0 0 0,-1 0 1 0 0,0 1-1 0 0,0 0 1 0 0,0-1-1 0 0,0 1 1 0 0,0 0-1 0 0,1 1 1 0 0,-1-1-1 0 0,0 0 0 0 0,0 1 1 0 0,0 0-1 0 0,1 0 1 0 0,-1-1-1 0 0,0 2 1 0 0,1-1-1 0 0,-1 0 1 0 0,0 0-1 0 0,1 1 1 0 0,0-1-1 0 0,-1 1 0 0 0,1 0 1 0 0,0 0-1 0 0,-2 2 1 0 0,1-1 3 0 0,0 0 0 0 0,1 0 0 0 0,-1 0 0 0 0,1 0-1 0 0,0 0 1 0 0,0 0 0 0 0,0 1 0 0 0,0-1 0 0 0,0 1 0 0 0,1 0 0 0 0,0-1 0 0 0,0 1 0 0 0,0 0 0 0 0,0 0 0 0 0,0 0 0 0 0,1 0 0 0 0,0 0 0 0 0,-1 0 0 0 0,2 0 0 0 0,-1 0 0 0 0,0 0 0 0 0,1-1-1 0 0,0 1 1 0 0,0 0 0 0 0,0 0 0 0 0,0 0 0 0 0,2 3 0 0 0,1-1 4 0 0,0 0-1 0 0,0-1 1 0 0,1 0-1 0 0,-1 0 1 0 0,1 0-1 0 0,1 0 1 0 0,-1-1-1 0 0,0 0 0 0 0,1 0 1 0 0,0 0-1 0 0,0-1 1 0 0,0 0-1 0 0,0 0 1 0 0,1 0-1 0 0,-1-1 1 0 0,8 1-1 0 0,2 2 2 0 0,1-2-1 0 0,0 0 0 0 0,0-1 0 0 0,1-1 1 0 0,22-1-1 0 0,-26 0-27 0 0,0-1-1 0 0,1-1 1 0 0,-1 0 0 0 0,0-2 0 0 0,0 1-1 0 0,17-8 1 0 0,-24 8 22 0 0,0-1 1 0 0,0 1-1 0 0,0-2 0 0 0,-1 1 0 0 0,1-1 1 0 0,-1 0-1 0 0,0 0 0 0 0,0 0 0 0 0,-1-1 0 0 0,0 0 1 0 0,0 0-1 0 0,7-12 0 0 0,-10 14 0 0 0,-1 0 0 0 0,1 0 0 0 0,-1 0 0 0 0,0 0 0 0 0,0-1 0 0 0,0 1-1 0 0,-1 0 1 0 0,0-7 0 0 0,0 10-19 0 0,-1 1-14 0 0,0 0 34 0 0,-1 1-1 0 0,1-1 1 0 0,0 0 0 0 0,-1 1 0 0 0,1 0-1 0 0,0-1 1 0 0,0 1 0 0 0,0 0 0 0 0,-1-1-1 0 0,1 1 1 0 0,0 0 0 0 0,0 0 0 0 0,0 0-1 0 0,0 0 1 0 0,0 0 0 0 0,0 0 0 0 0,1 0-1 0 0,-1 1 1 0 0,-1 0 0 0 0,-14 31-33 0 0,11-22 27 0 0,-5 9 13 0 0,1 0 0 0 0,2 0 0 0 0,0 1 1 0 0,1 0-1 0 0,0 0 0 0 0,2 1 0 0 0,1-1 1 0 0,1 1-1 0 0,0 22 0 0 0,2-39-1 0 0,1 0-1 0 0,-1 0 0 0 0,1 1 1 0 0,0-1-1 0 0,1 0 1 0 0,-1 0-1 0 0,1-1 0 0 0,0 1 1 0 0,0 0-1 0 0,1-1 1 0 0,-1 1-1 0 0,1-1 0 0 0,0 1 1 0 0,7 6-1 0 0,-5-6-175 0 0,1 0-1 0 0,-1-1 0 0 0,1 0 1 0 0,0 0-1 0 0,0-1 1 0 0,0 1-1 0 0,1-1 1 0 0,-1-1-1 0 0,14 5 1 0 0,-1-4-488 0 0,-1 0 1 0 0,1 0-1 0 0,-1-2 1 0 0,1 0-1 0 0,0-2 1 0 0,-1 0 0 0 0,29-5-1 0 0,-15 1-510 0 0,-2-2 1 0 0,1-2-1 0 0,-1 0 0 0 0,0-2 1 0 0,-1-1-1 0 0,39-22 0 0 0,-33 12-1497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16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308 175 4656 0 0,'5'-7'513'0'0,"-1"0"-1"0"0,0 0 1 0 0,0 0-1 0 0,-1 0 1 0 0,0-1-1 0 0,0 0 1 0 0,-1 1-1 0 0,3-16 1 0 0,-5 19-326 0 0,0 0 1 0 0,0 1 0 0 0,0-1 0 0 0,-1 0-1 0 0,1 1 1 0 0,-1-1 0 0 0,0 1 0 0 0,0-1-1 0 0,0 1 1 0 0,-1-1 0 0 0,1 1 0 0 0,-1 0-1 0 0,0-1 1 0 0,1 1 0 0 0,-2 0 0 0 0,1 0-1 0 0,0 0 1 0 0,-1 1 0 0 0,1-1 0 0 0,-1 1-1 0 0,-5-5 1 0 0,5 5-124 0 0,1 0 0 0 0,-1 0 0 0 0,0 1 0 0 0,0-1 0 0 0,1 1 0 0 0,-1-1 0 0 0,0 1 0 0 0,-1 0 0 0 0,1 0 0 0 0,0 0 0 0 0,0 1 0 0 0,0-1 0 0 0,0 1 0 0 0,-1-1 0 0 0,1 1 0 0 0,0 0-1 0 0,-5 1 1 0 0,3 0-23 0 0,-1 1-1 0 0,0-1 0 0 0,1 1 0 0 0,0 0 0 0 0,0 1 1 0 0,-1-1-1 0 0,1 1 0 0 0,1 0 0 0 0,-7 4 0 0 0,-3 5-7 0 0,0 1-1 0 0,1 0 0 0 0,0 1 1 0 0,-21 30-1 0 0,19-22-1 0 0,0 2 0 0 0,2 0 0 0 0,-12 29-1 0 0,19-39-10 0 0,0 1-1 0 0,1 1 1 0 0,1-1-1 0 0,1 1 1 0 0,0-1-1 0 0,-1 30 0 0 0,4-42-8 0 0,0 1-1 0 0,0-1 0 0 0,0 0 1 0 0,0 1-1 0 0,1-1 0 0 0,0 1 0 0 0,-1-1 1 0 0,1 0-1 0 0,0 0 0 0 0,0 1 1 0 0,1-1-1 0 0,-1 0 0 0 0,1 0 0 0 0,-1 0 1 0 0,1 0-1 0 0,0 0 0 0 0,0-1 1 0 0,1 1-1 0 0,-1-1 0 0 0,0 1 1 0 0,1-1-1 0 0,-1 0 0 0 0,1 0 0 0 0,0 0 1 0 0,0 0-1 0 0,0 0 0 0 0,0 0 1 0 0,0-1-1 0 0,0 0 0 0 0,0 0 0 0 0,1 0 1 0 0,-1 0-1 0 0,0 0 0 0 0,1 0 1 0 0,4-1-1 0 0,2 1-109 0 0,0-1 0 0 0,0 0 1 0 0,0-1-1 0 0,-1 0 0 0 0,1-1 1 0 0,0 0-1 0 0,0-1 0 0 0,-1 0 0 0 0,1 0 1 0 0,-1-1-1 0 0,10-5 0 0 0,-6 1-148 0 0,0 0 1 0 0,0-1-1 0 0,-1-1 0 0 0,0 0 0 0 0,-1 0 0 0 0,0-1 0 0 0,-1-1 0 0 0,0 0 0 0 0,-1 0 0 0 0,13-22 0 0 0,-10 11 723 0 0,0 0 0 0 0,-2-1 0 0 0,-1 0 0 0 0,-1-1 0 0 0,8-39 0 0 0,-15 57-251 0 0,5-18 372 0 0,-6 25-596 0 0,0 0 0 0 0,0 0 0 0 0,0 0 1 0 0,0 0-1 0 0,0 0 0 0 0,0 0 0 0 0,0 0 1 0 0,0 0-1 0 0,0 0 0 0 0,0 0 0 0 0,0 0 0 0 0,0 0 1 0 0,0 1-1 0 0,0-1 0 0 0,0 0 0 0 0,0 0 1 0 0,0 0-1 0 0,0 0 0 0 0,0 0 0 0 0,0 0 1 0 0,0 0-1 0 0,0 0 0 0 0,0 0 0 0 0,0 0 0 0 0,0 0 1 0 0,0 0-1 0 0,0 0 0 0 0,0 0 0 0 0,1 0 1 0 0,-1 0-1 0 0,0 0 0 0 0,0 1 0 0 0,0-1 1 0 0,0 0-1 0 0,0 0 0 0 0,0 0 0 0 0,0 0 0 0 0,0 0 1 0 0,0 0-1 0 0,0 0 0 0 0,0 0 0 0 0,0 0 1 0 0,0 0-1 0 0,0 0 0 0 0,0 0 0 0 0,1 0 1 0 0,-1 0-1 0 0,0 0 0 0 0,0 0 0 0 0,0 0 0 0 0,0 0 1 0 0,0 0-1 0 0,0 0 0 0 0,0 0 0 0 0,0 0 1 0 0,0 0-1 0 0,0 0 0 0 0,0 0 0 0 0,0 0 0 0 0,0 0 1 0 0,0-1-1 0 0,0 1 0 0 0,1 0 0 0 0,0 17 80 0 0,6 135 118 0 0,-6-144-251 0 0,1 17 200 0 0,1 1-1 0 0,12 46 1 0 0,-13-66-250 0 0,0 0 0 0 0,0 0 0 0 0,0 0 0 0 0,1 0 0 0 0,0-1 0 0 0,0 1 0 0 0,0-1 0 0 0,1 0 0 0 0,0 0 0 0 0,0 0 0 0 0,0 0 0 0 0,1-1 0 0 0,-1 0 0 0 0,1 0 0 0 0,0 0 0 0 0,0 0 0 0 0,8 4 0 0 0,-10-7-252 0 0,1 0 0 0 0,-1 0 0 0 0,1-1 0 0 0,-1 1 0 0 0,0 0 0 0 0,1-1 0 0 0,-1 0 0 0 0,1 0 0 0 0,-1 0 0 0 0,1 0 0 0 0,-1-1 0 0 0,1 1 0 0 0,-1-1 0 0 0,1 0 0 0 0,-1 0 0 0 0,0 0 0 0 0,1-1 0 0 0,-1 1 0 0 0,0-1 0 0 0,0 0 0 0 0,0 1 0 0 0,0-1 1 0 0,3-3-1 0 0,7-8-3181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24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89 140 0 0,'-25'12'14201'0'0,"72"-15"-13618"0"0,75-14-1 0 0,-43 4-459 0 0,422-42-466 0 0,-398 45-1453 0 0,-76 8 246 0 0,-12 2-3403 0 0,-2 0 370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30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140 976 1056 0 0,'-25'0'11048'0'0,"17"2"-11014"0"0,7-1 526 0 0,0-1-555 0 0,1 0 0 0 0,-1 1 1 0 0,1-1-1 0 0,-1 0 0 0 0,0 0 1 0 0,1 1-1 0 0,-1-1 1 0 0,1 0-1 0 0,-1 1 0 0 0,1-1 1 0 0,-1 0-1 0 0,1 1 0 0 0,-1-1 1 0 0,1 1-1 0 0,0-1 0 0 0,-1 1 1 0 0,1-1-1 0 0,-1 1 0 0 0,1-1 1 0 0,0 1-1 0 0,0-1 0 0 0,-1 1 1 0 0,1 0-1 0 0,0-1 0 0 0,0 1 1 0 0,0-1-1 0 0,0 1 0 0 0,-1 1 1 0 0,1-1-2 0 0,0 0-1 0 0,1 0-1 0 0,-1 0 1 0 0,1 0-1 0 0,-1 0 1 0 0,1 0 0 0 0,-1 0-1 0 0,1 0 1 0 0,-1 0-1 0 0,1-1 1 0 0,0 1-1 0 0,0 0 1 0 0,-1 0 0 0 0,1-1-1 0 0,0 1 1 0 0,0 0-1 0 0,0-1 1 0 0,0 1-1 0 0,-1-1 1 0 0,1 0 0 0 0,0 1-1 0 0,0-1 1 0 0,0 1-1 0 0,0-1 1 0 0,0 0-1 0 0,2 0 1 0 0,25 5 166 0 0,-27-5-163 0 0,4 0 23 0 0,0 0 0 0 0,1 0 0 0 0,-1-1 0 0 0,0 0 0 0 0,0 0 0 0 0,0 0 0 0 0,0-1 0 0 0,9-3 0 0 0,-10 4-15 0 0,-1 0 1 0 0,1-1-1 0 0,0 1 1 0 0,-1-1-1 0 0,0 0 1 0 0,1 0-1 0 0,-1 0 1 0 0,0 0-1 0 0,0-1 1 0 0,0 1-1 0 0,0-1 1 0 0,0 0-1 0 0,-1 0 1 0 0,1 0-1 0 0,-1 0 1 0 0,0 0-1 0 0,0 0 1 0 0,0-1-1 0 0,0 1 1 0 0,-1-1-1 0 0,1 0 1 0 0,-1 1-1 0 0,0-1 1 0 0,0 0-1 0 0,0 0 1 0 0,-1 0-1 0 0,1 1 1 0 0,-1-1-1 0 0,0 0 1 0 0,0 0-1 0 0,0 0 1 0 0,-1 0-1 0 0,1 0 1 0 0,-1 0-1 0 0,0 1 1 0 0,0-1-1 0 0,-3-5 1 0 0,4 6-20 0 0,-1 0 1 0 0,0 0-1 0 0,0 1 0 0 0,-1-1 1 0 0,1 1-1 0 0,0-1 1 0 0,-1 1-1 0 0,0-1 1 0 0,1 1-1 0 0,-1 0 1 0 0,0 0-1 0 0,0 0 0 0 0,-3-2 1 0 0,3 3-1 0 0,0 0 0 0 0,0 0 0 0 0,0 0 0 0 0,0 0 0 0 0,0 1 0 0 0,0-1-1 0 0,0 1 1 0 0,0 0 0 0 0,0-1 0 0 0,0 1 0 0 0,0 0 0 0 0,0 0 0 0 0,0 0 0 0 0,0 1 0 0 0,0-1 0 0 0,-1 0 0 0 0,1 1 0 0 0,-3 1 0 0 0,-2 0-1 0 0,1 1 0 0 0,0 0 0 0 0,-1 1 0 0 0,1-1 0 0 0,0 1 0 0 0,1 0 0 0 0,-1 1 0 0 0,1-1 1 0 0,0 1-1 0 0,0 0 0 0 0,-8 11 0 0 0,-2 6-30 0 0,-21 39 1 0 0,24-40 21 0 0,2 1 0 0 0,0 0 1 0 0,2 1-1 0 0,-7 26 1 0 0,13-40 13 0 0,0 0 0 0 0,0 0 0 0 0,1-1 0 0 0,0 1 1 0 0,0 0-1 0 0,1 1 0 0 0,1-1 0 0 0,-1 0 0 0 0,2-1 0 0 0,-1 1 1 0 0,1 0-1 0 0,0 0 0 0 0,1 0 0 0 0,4 9 0 0 0,-5-14 3 0 0,0-1-1 0 0,0 0 1 0 0,0 1-1 0 0,1-1 1 0 0,-1 0-1 0 0,1-1 1 0 0,0 1-1 0 0,0 0 1 0 0,0-1-1 0 0,0 1 0 0 0,0-1 1 0 0,0 0-1 0 0,0 0 1 0 0,1 0-1 0 0,-1-1 1 0 0,6 2-1 0 0,-3-1 11 0 0,0-1-1 0 0,0 0 0 0 0,1 0 0 0 0,-1-1 0 0 0,0 1 1 0 0,0-2-1 0 0,1 1 0 0 0,-1-1 0 0 0,8-1 1 0 0,4-3 14 0 0,-1 0 1 0 0,-1-1-1 0 0,1 0 1 0 0,-1-2-1 0 0,0 0 1 0 0,19-13 0 0 0,-18 9-5 0 0,-1 0 0 0 0,-1-1 1 0 0,1 0-1 0 0,-2-2 1 0 0,0 1-1 0 0,-1-2 1 0 0,-1 0-1 0 0,11-18 1 0 0,-9 11-43 0 0,-2 0 1 0 0,-1-1 0 0 0,-1 0 0 0 0,-1 0-1 0 0,10-45 1 0 0,-13 30 68 0 0,0 1 0 0 0,-3-1 0 0 0,-1 0 0 0 0,-2 1 0 0 0,-1-1 0 0 0,-2 0 1 0 0,-2 1-1 0 0,-15-58 0 0 0,8 42 388 0 0,-6-20-240 0 0,14 102-260 0 0,5 63 136 0 0,5 0 0 0 0,3 0 0 0 0,40 168 0 0 0,-40-222-62 0 0,30 69-1 0 0,-34-95 4 0 0,0 0 0 0 0,1 0 0 0 0,0-1 0 0 0,1 0 0 0 0,1 0 0 0 0,-1 0 0 0 0,1-1-1 0 0,1 0 1 0 0,0-1 0 0 0,12 9 0 0 0,-19-15-6 0 0,1 0 0 0 0,0 0 0 0 0,0-1 0 0 0,0 1 0 0 0,0-1 0 0 0,0 0 0 0 0,0 0 0 0 0,0 0 0 0 0,0 0 0 0 0,1-1 0 0 0,-1 1 0 0 0,0-1 0 0 0,0 0 0 0 0,1 0 0 0 0,-1 0 0 0 0,0 0 0 0 0,0-1 0 0 0,1 1 0 0 0,-1-1-1 0 0,0 0 1 0 0,0 0 0 0 0,0 0 0 0 0,0 0 0 0 0,0 0 0 0 0,0-1 0 0 0,0 1 0 0 0,0-1 0 0 0,-1 0 0 0 0,1 0 0 0 0,0 0 0 0 0,-1 0 0 0 0,0 0 0 0 0,5-6 0 0 0,0-1 8 0 0,1 0 0 0 0,-1-1-1 0 0,-1 0 1 0 0,1-1 0 0 0,-2 0 0 0 0,0 0 0 0 0,8-21-1 0 0,-6 3-17 0 0,-1 0 0 0 0,-1 0 0 0 0,-2-1-1 0 0,-1 1 1 0 0,-1-1 0 0 0,-2 0 0 0 0,-8-56-1 0 0,9 80-27 0 0,-1 0 0 0 0,0 0-1 0 0,0 1 1 0 0,0-1 0 0 0,-1 0-1 0 0,-4-9 1 0 0,5 13 8 0 0,0 2 20 0 0,1 0 0 0 0,-1 0 0 0 0,0 1-1 0 0,1-1 1 0 0,-1 0 0 0 0,1 0 0 0 0,-1 0-1 0 0,0 1 1 0 0,1-1 0 0 0,-1 0 0 0 0,1 0-1 0 0,-1 1 1 0 0,1-1 0 0 0,-1 0 0 0 0,1 1-1 0 0,-1-1 1 0 0,1 1 0 0 0,0-1 0 0 0,-1 1-1 0 0,1-1 1 0 0,-1 1 0 0 0,1-1 0 0 0,0 1-1 0 0,0-1 1 0 0,-1 2 0 0 0,-8 15 19 0 0,1 5-20 0 0,2 0 1 0 0,0 0-1 0 0,2 1 0 0 0,0 0 0 0 0,2 0 0 0 0,0 0 0 0 0,1 0 0 0 0,2 1 0 0 0,0-1 0 0 0,2 0 0 0 0,10 43 0 0 0,-11-57 7 0 0,1 0 0 0 0,0-1 0 0 0,1 1 0 0 0,0-1 0 0 0,0 0 1 0 0,1 0-1 0 0,6 9 0 0 0,-7-13 7 0 0,-1 0-1 0 0,1 0 1 0 0,0 0 0 0 0,-1-1 0 0 0,2 1 0 0 0,-1-1-1 0 0,0 0 1 0 0,1 0 0 0 0,-1-1 0 0 0,1 0 0 0 0,0 1-1 0 0,0-1 1 0 0,6 1 0 0 0,-7-2-5 0 0,0-1-1 0 0,0 0 1 0 0,0 0-1 0 0,-1 0 1 0 0,1 0-1 0 0,0 0 1 0 0,0-1 0 0 0,0 0-1 0 0,-1 0 1 0 0,1 0-1 0 0,0 0 1 0 0,-1 0-1 0 0,1-1 1 0 0,-1 1-1 0 0,0-1 1 0 0,1 0-1 0 0,2-3 1 0 0,1 0-2 0 0,1-1 0 0 0,-1 0 0 0 0,-1 0 0 0 0,1-1 0 0 0,9-12-1 0 0,-4 1 29 0 0,-1 0 0 0 0,-1-1-1 0 0,15-39 1 0 0,16-65-36 0 0,-35 104-21 0 0,5-13-155 0 0,-10 30 145 0 0,0 2 30 0 0,1 0 1 0 0,0 0-1 0 0,0 1 0 0 0,-1-1 1 0 0,1 1-1 0 0,0-1 1 0 0,-1 1-1 0 0,1 0 0 0 0,-1-1 1 0 0,1 1-1 0 0,-1 0 0 0 0,1 0 1 0 0,-1 0-1 0 0,1 0 0 0 0,-1 0 1 0 0,2 2-1 0 0,0 1 2 0 0,1 1-1 0 0,-1-1 1 0 0,0 0 0 0 0,0 1 0 0 0,3 5 0 0 0,1 6-5 0 0,-1 0 0 0 0,7 23 1 0 0,-6-12 184 0 0,-1-1 0 0 0,0 1-1 0 0,-2 1 1 0 0,0 35 0 0 0,-4-62 71 0 0,-4 1 270 0 0,-1 0-113 0 0,0-10-205 0 0,1-5-171 0 0,1 0 0 0 0,1-1 0 0 0,0 1 0 0 0,0-1 0 0 0,2 1 1 0 0,0-1-1 0 0,0 1 0 0 0,1-1 0 0 0,1 1 0 0 0,0-1 0 0 0,1 1 0 0 0,0 0 0 0 0,1 0 0 0 0,1 0 0 0 0,6-13 0 0 0,-9 22-36 0 0,-1 1-1 0 0,1-1 0 0 0,0 1 1 0 0,1 0-1 0 0,-1-1 1 0 0,1 1-1 0 0,-1 0 0 0 0,1 0 1 0 0,0 1-1 0 0,0-1 0 0 0,0 1 1 0 0,0-1-1 0 0,0 1 1 0 0,1 0-1 0 0,-1 0 0 0 0,1 0 1 0 0,0 1-1 0 0,-1-1 0 0 0,1 1 1 0 0,0 0-1 0 0,0 0 1 0 0,0 0-1 0 0,0 1 0 0 0,5-1 1 0 0,-2 1 1 0 0,0 1 0 0 0,0 0 0 0 0,-1 0 0 0 0,1 1 1 0 0,-1 0-1 0 0,1 0 0 0 0,-1 0 0 0 0,0 1 0 0 0,1 0 0 0 0,-1 0 1 0 0,-1 0-1 0 0,1 1 0 0 0,8 7 0 0 0,-5-4 7 0 0,-1 1-1 0 0,0 0 1 0 0,0 1 0 0 0,-1-1-1 0 0,0 1 1 0 0,-1 1 0 0 0,0-1 0 0 0,0 1-1 0 0,-1 0 1 0 0,0 0 0 0 0,-1 1-1 0 0,0 0 1 0 0,-1-1 0 0 0,0 1-1 0 0,-1 0 1 0 0,2 14 0 0 0,-5 2 128 0 0,0-19-6 0 0,-1-16 67 0 0,2-8-174 0 0,0-1-1 0 0,0 1 0 0 0,2 0 1 0 0,0-1-1 0 0,1 1 1 0 0,5-17-1 0 0,-5 21-37 0 0,1 1 0 0 0,0 0 0 0 0,1 0 0 0 0,0 0 0 0 0,0 0 0 0 0,1 1 0 0 0,1 0 0 0 0,0 0 0 0 0,9-10 0 0 0,-14 18 13 0 0,-1 1 1 0 0,1-1-1 0 0,-1 1 1 0 0,1-1 0 0 0,-1 1-1 0 0,1 0 1 0 0,0 0-1 0 0,0 0 1 0 0,0 0-1 0 0,0 0 1 0 0,0 0 0 0 0,0 0-1 0 0,0 0 1 0 0,0 1-1 0 0,0-1 1 0 0,0 1-1 0 0,0 0 1 0 0,0-1-1 0 0,0 1 1 0 0,0 0 0 0 0,4 1-1 0 0,-3 0 5 0 0,-1 0 0 0 0,1 0-1 0 0,0 0 1 0 0,-1 0 0 0 0,0 1 0 0 0,1-1-1 0 0,-1 1 1 0 0,0-1 0 0 0,0 1 0 0 0,0 0-1 0 0,0 0 1 0 0,0 0 0 0 0,0 0 0 0 0,2 4-1 0 0,3 5 0 0 0,-1 1 0 0 0,0-1 0 0 0,-1 1 0 0 0,0 1 0 0 0,5 17-1 0 0,5 44-36 0 0,-13-56 43 0 0,1-1 0 0 0,1 1 0 0 0,1-1 0 0 0,0 0 1 0 0,11 22-1 0 0,-14-35 2 0 0,0-1 0 0 0,0 0 0 0 0,0 0 1 0 0,1 0-1 0 0,-1 0 0 0 0,1 0 0 0 0,-1 0 0 0 0,1-1 1 0 0,0 0-1 0 0,0 1 0 0 0,1-1 0 0 0,-1 0 0 0 0,0 0 1 0 0,1-1-1 0 0,6 3 0 0 0,-8-3-3 0 0,0 0-1 0 0,1 0 1 0 0,-1-1 0 0 0,0 1 0 0 0,1-1-1 0 0,-1 1 1 0 0,1-1 0 0 0,-1 0 0 0 0,1 0-1 0 0,-1 0 1 0 0,1 0 0 0 0,-1-1-1 0 0,1 1 1 0 0,-1-1 0 0 0,1 1 0 0 0,2-2-1 0 0,3-1-1 0 0,0 0 4 0 0,0 0 0 0 0,-1-1 0 0 0,1 0-1 0 0,-1-1 1 0 0,1 0 0 0 0,-1 0 0 0 0,-1 0 0 0 0,1-1 0 0 0,-1 0 0 0 0,0 0 0 0 0,0 0 0 0 0,-1-1 0 0 0,0 0 0 0 0,0 0 0 0 0,0-1 0 0 0,3-8 0 0 0,5-10-13 0 0,-2 0 0 0 0,-1 0 0 0 0,10-45 0 0 0,-15 47-38 0 0,-1-1-1 0 0,-1 1 0 0 0,0-36 1 0 0,-3 59 38 0 0,1 1 1 0 0,-1-1 0 0 0,0 0 0 0 0,0 0 0 0 0,0 0-1 0 0,-1 0 1 0 0,1 0 0 0 0,0 0 0 0 0,0 1 0 0 0,0-1-1 0 0,-1 0 1 0 0,1 0 0 0 0,0 0 0 0 0,-1 0 0 0 0,1 1-1 0 0,-1-1 1 0 0,1 0 0 0 0,-1 0 0 0 0,0 0 0 0 0,0 1 6 0 0,1-1 1 0 0,0 1-1 0 0,-1 0 1 0 0,0 0 0 0 0,1 0-1 0 0,-1 0 1 0 0,1 0 0 0 0,-1 0-1 0 0,1 0 1 0 0,-1 0-1 0 0,1 0 1 0 0,-1 0 0 0 0,1 0-1 0 0,-1 0 1 0 0,1 0-1 0 0,-1 0 1 0 0,1 1 0 0 0,-1-1-1 0 0,1 0 1 0 0,-1 0 0 0 0,1 0-1 0 0,0 1 1 0 0,-1-1-1 0 0,-2 2-2 0 0,1 0 0 0 0,-1 0 0 0 0,1 0 0 0 0,0 0 0 0 0,0 0-1 0 0,0 1 1 0 0,-3 3 0 0 0,-4 11-1 0 0,2 0 0 0 0,0 1 0 0 0,1 0 0 0 0,1 0-1 0 0,0 0 1 0 0,2 0 0 0 0,0 1 0 0 0,1 0 0 0 0,1-1 0 0 0,0 1 0 0 0,4 26 0 0 0,-3-41 7 0 0,0-1 0 0 0,1 1 0 0 0,0-1 0 0 0,-1 1 0 0 0,1-1 0 0 0,1 1 0 0 0,-1-1 0 0 0,0 0 0 0 0,1 0 0 0 0,0 1 0 0 0,0-1 0 0 0,0 0 0 0 0,0-1 0 0 0,0 1 0 0 0,0 0 0 0 0,1-1 0 0 0,-1 1 0 0 0,1-1 0 0 0,0 0 0 0 0,0 1 0 0 0,0-1 0 0 0,0-1 0 0 0,0 1 0 0 0,4 1 0 0 0,-2-1 0 0 0,1-1-1 0 0,-1 0 1 0 0,1 0-1 0 0,-1 0 1 0 0,1-1 0 0 0,0 1-1 0 0,-1-2 1 0 0,1 1 0 0 0,0 0-1 0 0,-1-1 1 0 0,1 0-1 0 0,0-1 1 0 0,-1 1 0 0 0,7-4-1 0 0,0 1-4 0 0,-1-1 0 0 0,0-1 0 0 0,0 0 0 0 0,-1-1 0 0 0,1 0 0 0 0,-2 0 1 0 0,1-1-1 0 0,-1 0 0 0 0,11-13 0 0 0,2-6-28 0 0,35-57 1 0 0,-15 19-35 0 0,-35 53-9 0 0,-6 10 61 0 0,0 1 0 0 0,0 0 1 0 0,-1-1-1 0 0,1 1 1 0 0,0 0-1 0 0,0-1 0 0 0,0 1 1 0 0,0 0-1 0 0,0 0 1 0 0,1 0-1 0 0,-1 0 1 0 0,0 0-1 0 0,0 0 0 0 0,1 0 1 0 0,-1 0-1 0 0,0 1 1 0 0,1-1-1 0 0,-1 0 1 0 0,3 0-1 0 0,-3 1 11 0 0,0 0 0 0 0,-1 1 0 0 0,1-1 0 0 0,0 0 0 0 0,0 0 0 0 0,0 1 0 0 0,0-1 0 0 0,-1 0 0 0 0,1 1 0 0 0,0-1 0 0 0,0 0 0 0 0,-1 1 0 0 0,1 0 0 0 0,0-1 1 0 0,-1 1-1 0 0,1-1 0 0 0,0 1 0 0 0,-1 0 0 0 0,1 0 0 0 0,11 14 8 0 0,-4 0-4 0 0,-1 0 1 0 0,0 0-1 0 0,-1 1 0 0 0,-1-1 1 0 0,-1 1-1 0 0,0 1 0 0 0,3 24 1 0 0,-6-35 27 0 0,0 1 1 0 0,0-1-1 0 0,-1 1 0 0 0,0-1 1 0 0,0 1-1 0 0,-1-1 1 0 0,1 1-1 0 0,-1-1 1 0 0,-3 10-1 0 0,3-15 6 0 0,-4 1 31 0 0,5-2-65 0 0,-1 0 0 0 0,1 0 1 0 0,0 0-1 0 0,0 1 0 0 0,-1-1 0 0 0,1 0 1 0 0,0 0-1 0 0,-1 0 0 0 0,1 0 1 0 0,0 0-1 0 0,0 0 0 0 0,-1 0 1 0 0,1 1-1 0 0,0-1 0 0 0,-1 0 1 0 0,1 0-1 0 0,0 0 0 0 0,-1 0 1 0 0,1-1-1 0 0,0 1 0 0 0,-1 0 1 0 0,1 0-1 0 0,0 0 0 0 0,-1 0 0 0 0,1 0 1 0 0,0 0-1 0 0,-1 0 0 0 0,1 0 1 0 0,0-1-1 0 0,0 1 0 0 0,-1 0 1 0 0,1 0-1 0 0,0 0 0 0 0,0-1 1 0 0,-1 1-1 0 0,1 0 0 0 0,0 0 1 0 0,0-1-1 0 0,0 1 0 0 0,-1 0 1 0 0,1-1-1 0 0,0 1 0 0 0,0 0 0 0 0,0 0 1 0 0,0-1-1 0 0,0 1 0 0 0,0 0 1 0 0,0-1-1 0 0,0 1 0 0 0,0 0 1 0 0,0-1-1 0 0,0 0 0 0 0,-3-11-11 0 0,1 0-1 0 0,0 0 1 0 0,1 0-1 0 0,1 0 0 0 0,0 0 1 0 0,1-1-1 0 0,0 1 1 0 0,0 0-1 0 0,2 0 1 0 0,-1 0-1 0 0,2 0 0 0 0,-1 1 1 0 0,7-13-1 0 0,-5 10-16 0 0,2 1-1 0 0,0-1 1 0 0,0 1-1 0 0,1 0 1 0 0,1 1-1 0 0,0 0 1 0 0,1 1-1 0 0,0-1 1 0 0,0 2-1 0 0,19-14 1 0 0,-27 21 18 0 0,1 1 0 0 0,0 0 1 0 0,0 1-1 0 0,0-1 0 0 0,0 1 0 0 0,0-1 1 0 0,1 1-1 0 0,-1 0 0 0 0,0 0 1 0 0,1 0-1 0 0,-1 1 0 0 0,0-1 1 0 0,1 1-1 0 0,-1 0 0 0 0,1 0 1 0 0,-1 0-1 0 0,1 0 0 0 0,-1 0 1 0 0,0 1-1 0 0,1 0 0 0 0,-1 0 0 0 0,7 2 1 0 0,-5 0 8 0 0,0 0-1 0 0,-1 0 1 0 0,1 0 0 0 0,-1 0 0 0 0,1 1-1 0 0,-1 0 1 0 0,0 0 0 0 0,-1 0 0 0 0,1 1-1 0 0,-1-1 1 0 0,1 1 0 0 0,-1-1 0 0 0,3 9-1 0 0,2 6 14 0 0,-1 1 1 0 0,0 0-1 0 0,-2 0 0 0 0,3 20 0 0 0,-3-16-6 0 0,1 0 1 0 0,9 24-1 0 0,-15-46-3 0 0,1-1 0 0 0,-1 0 0 0 0,1 0-1 0 0,-1 0 1 0 0,1 0 0 0 0,-1 0 0 0 0,1 0-1 0 0,0 0 1 0 0,0 0 0 0 0,-1 0 0 0 0,1-1 0 0 0,0 1-1 0 0,0 0 1 0 0,0 0 0 0 0,0-1 0 0 0,0 1-1 0 0,0 0 1 0 0,0-1 0 0 0,0 1 0 0 0,1-1-1 0 0,-1 0 1 0 0,0 1 0 0 0,0-1 0 0 0,0 0 0 0 0,0 0-1 0 0,1 1 1 0 0,-1-1 0 0 0,0 0 0 0 0,0 0-1 0 0,0 0 1 0 0,1-1 0 0 0,-1 1 0 0 0,0 0-1 0 0,0 0 1 0 0,0-1 0 0 0,0 1 0 0 0,0 0 0 0 0,1-1-1 0 0,-1 1 1 0 0,0-1 0 0 0,1-1 0 0 0,5-1-96 0 0,0-1 1 0 0,-1-1 0 0 0,0 1 0 0 0,11-11 0 0 0,-2 0-334 0 0,-1-1 1 0 0,-1-1 0 0 0,0 0-1 0 0,-2-1 1 0 0,0 0-1 0 0,11-23 1 0 0,41-121-1371 0 0,-39 90 1054 0 0,25-134 1 0 0,-43 166 889 0 0,-2-1 0 0 0,-1 0 0 0 0,-2 0 0 0 0,-9-81 0 0 0,6 106 53 0 0,0 1 1 0 0,-1-1-1 0 0,-1 1 0 0 0,0 0 1 0 0,-13-28-1 0 0,17 43-200 0 0,0-1 1 0 0,0 1-1 0 0,0-1 0 0 0,-1 1 0 0 0,1-1 0 0 0,0 1 0 0 0,0 0 1 0 0,-1-1-1 0 0,1 1 0 0 0,0-1 0 0 0,-1 1 0 0 0,1 0 0 0 0,0-1 1 0 0,-1 1-1 0 0,1 0 0 0 0,-1 0 0 0 0,1-1 0 0 0,0 1 0 0 0,-1 0 1 0 0,1 0-1 0 0,-1 0 0 0 0,1-1 0 0 0,-1 1 0 0 0,1 0 0 0 0,-1 0 1 0 0,1 0-1 0 0,-1 0 0 0 0,1 0 0 0 0,-1 0 0 0 0,1 0 0 0 0,-1 0 1 0 0,0 0-1 0 0,0 1-1 0 0,0 0 1 0 0,0-1 0 0 0,0 1-1 0 0,0 0 1 0 0,0 0 0 0 0,0 0-1 0 0,0 0 1 0 0,0 0 0 0 0,1 0-1 0 0,-1 0 1 0 0,0 0 0 0 0,0 2-1 0 0,-12 33-30 0 0,6 3 51 0 0,2-1 1 0 0,2 1-1 0 0,2 69 1 0 0,21 119 320 0 0,-8-127-122 0 0,-7-42-150 0 0,3 0 1 0 0,3-1-1 0 0,26 86 1 0 0,-34-136-120 0 0,0 0 1 0 0,0-1 0 0 0,1 1-1 0 0,-1-1 1 0 0,1 1-1 0 0,1-1 1 0 0,-1 0 0 0 0,1-1-1 0 0,0 1 1 0 0,0-1 0 0 0,1 0-1 0 0,0 0 1 0 0,0-1 0 0 0,0 1-1 0 0,0-1 1 0 0,1-1 0 0 0,-1 1-1 0 0,1-1 1 0 0,0 0 0 0 0,0-1-1 0 0,0 0 1 0 0,0 0-1 0 0,8 1 1 0 0,1-1-706 0 0,0-1-1 0 0,0 0 1 0 0,0-1 0 0 0,-1-1-1 0 0,1 0 1 0 0,0-1 0 0 0,-1-1-1 0 0,1 0 1 0 0,28-11-1 0 0,-5-3-1952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32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226 198 1316 0 0,'1'-6'835'0'0,"0"0"-1"0"0,0 0 1 0 0,-1 0-1 0 0,0 0 1 0 0,0-1 0 0 0,-1 1-1 0 0,1 0 1 0 0,-1 0-1 0 0,-1 0 1 0 0,1 0-1 0 0,-5-10 1 0 0,6 14-757 0 0,-1 1-1 0 0,0 0 1 0 0,1-1-1 0 0,-1 1 1 0 0,0 0-1 0 0,0 0 1 0 0,0-1-1 0 0,0 1 0 0 0,0 0 1 0 0,0 0-1 0 0,-1 0 1 0 0,-1-1-1 0 0,1 1 145 0 0,-2 1-72 0 0,-1 1-114 0 0,-1 1 0 0 0,1-1 0 0 0,0 1 0 0 0,0 1-1 0 0,0-1 1 0 0,0 1 0 0 0,0-1 0 0 0,0 1-1 0 0,0 1 1 0 0,1-1 0 0 0,0 1 0 0 0,0-1-1 0 0,0 1 1 0 0,0 1 0 0 0,0-1 0 0 0,1 0-1 0 0,-5 9 1 0 0,-6 8 75 0 0,1 2-1 0 0,-16 36 1 0 0,-11 47-68 0 0,36-92-10 0 0,1 0-1 0 0,0 0 1 0 0,0 0 0 0 0,2 0 0 0 0,0 28-1 0 0,1-40-14 0 0,0 1 0 0 0,0-1 0 0 0,0 1 0 0 0,0-1-1 0 0,1 0 1 0 0,-1 1 0 0 0,1-1 0 0 0,0 0 0 0 0,-1 0 0 0 0,1 1 0 0 0,0-1-1 0 0,0 0 1 0 0,1 0 0 0 0,-1 0 0 0 0,0 0 0 0 0,1 0 0 0 0,-1 0-1 0 0,1-1 1 0 0,0 1 0 0 0,-1 0 0 0 0,1-1 0 0 0,0 1 0 0 0,0-1-1 0 0,0 0 1 0 0,4 2 0 0 0,-2-2-2 0 0,-1 0 0 0 0,0-1 1 0 0,0 0-1 0 0,1 0 0 0 0,-1 0 0 0 0,0 0 0 0 0,0 0 0 0 0,1-1 0 0 0,-1 1 0 0 0,0-1 0 0 0,0 0 1 0 0,0 0-1 0 0,0 0 0 0 0,0 0 0 0 0,0-1 0 0 0,0 1 0 0 0,0-1 0 0 0,4-3 0 0 0,2-1-2 0 0,-1-1-1 0 0,0-1 0 0 0,0 1 1 0 0,-1-1-1 0 0,1 0 0 0 0,-2-1 0 0 0,0 0 1 0 0,7-12-1 0 0,36-81-51 0 0,-43 88 60 0 0,-2 4 41 0 0,0 0-36 0 0,1 0-1 0 0,0 0 0 0 0,6-9 0 0 0,-10 18-58 0 0,6 10 59 0 0,10 40 66 0 0,-11-28-61 0 0,1 0 0 0 0,1-1 0 0 0,11 20 0 0 0,-15-34-18 0 0,0 1 0 0 0,0-1 0 0 0,1-1 0 0 0,0 1 0 0 0,0 0 0 0 0,0-1 0 0 0,0 0 0 0 0,1 0 0 0 0,0-1 0 0 0,0 0 0 0 0,0 0 0 0 0,1 0 0 0 0,7 3 0 0 0,-5-3 7 0 0,0-1 1 0 0,1 0 0 0 0,0 0 0 0 0,0-1-1 0 0,-1-1 1 0 0,1 1 0 0 0,0-2 0 0 0,0 1-1 0 0,0-1 1 0 0,0-1 0 0 0,0 0 0 0 0,0 0-1 0 0,0-1 1 0 0,13-4 0 0 0,-15 3-10 0 0,0 0 1 0 0,0 0 0 0 0,-1-1 0 0 0,1 0 0 0 0,-1 0-1 0 0,0-1 1 0 0,-1 0 0 0 0,1 0 0 0 0,-1 0 0 0 0,0-1-1 0 0,0 0 1 0 0,0-1 0 0 0,-1 1 0 0 0,0-1-1 0 0,-1 0 1 0 0,1 0 0 0 0,4-12 0 0 0,-3 5-37 0 0,0-1 0 0 0,-2 0 0 0 0,0 0 0 0 0,-1 0 0 0 0,0 0 0 0 0,1-27 1 0 0,-4 32 0 0 0,0 0 1 0 0,0 1 0 0 0,-1-1 0 0 0,-1 1 0 0 0,1-1-1 0 0,-1 1 1 0 0,-1 0 0 0 0,0 0 0 0 0,0 0 0 0 0,-1 0 0 0 0,-9-16-1 0 0,-9 4-136 0 0,20 19 135 0 0,-1 2 15 0 0,2 0 10 0 0,-1 0-1 0 0,1 0 1 0 0,-1 0-1 0 0,1 1 0 0 0,-1-1 1 0 0,1 0-1 0 0,-1 0 0 0 0,1 1 1 0 0,0-1-1 0 0,-1 1 0 0 0,1-1 1 0 0,0 1-1 0 0,-1 0 1 0 0,1-1-1 0 0,0 1 0 0 0,0 0 1 0 0,0 0-1 0 0,0 0 0 0 0,0 0 1 0 0,0 0-1 0 0,0 0 0 0 0,0 0 1 0 0,0 0-1 0 0,0 0 1 0 0,0 1-1 0 0,1-1 0 0 0,-1 0 1 0 0,0 1-1 0 0,1-1 0 0 0,-1 0 1 0 0,1 1-1 0 0,-1-1 0 0 0,1 1 1 0 0,0-1-1 0 0,0 0 1 0 0,0 1-1 0 0,0-1 0 0 0,0 1 1 0 0,0-1-1 0 0,0 1 0 0 0,1 2 1 0 0,0-1 5 0 0,-1 0 1 0 0,2 0-1 0 0,-1-1 1 0 0,0 1-1 0 0,1 0 0 0 0,-1 0 1 0 0,1-1-1 0 0,0 1 1 0 0,0-1-1 0 0,0 1 1 0 0,0-1-1 0 0,0 0 1 0 0,0 0-1 0 0,1 0 1 0 0,2 2-1 0 0,1 0 8 0 0,-1-1-1 0 0,1-1 1 0 0,-1 1-1 0 0,1-1 1 0 0,0 0-1 0 0,0 0 1 0 0,8 0 0 0 0,2 1 16 0 0,0-2 0 0 0,-1 0 1 0 0,1-1-1 0 0,0-1 0 0 0,22-4 1 0 0,-28 3-26 0 0,1 0 0 0 0,-1-1 0 0 0,1-1 0 0 0,-1 0 0 0 0,0 0 0 0 0,-1-1 0 0 0,1 0 0 0 0,-1-1 0 0 0,0 0 0 0 0,0 0 0 0 0,11-12 0 0 0,-9 8 2 0 0,-2-1 0 0 0,1 0 0 0 0,-1-1-1 0 0,-1 0 1 0 0,0 0 0 0 0,0-1 0 0 0,-1 0 0 0 0,5-14 0 0 0,-1-3-3 0 0,-10 28-38 0 0,-16 17-62 0 0,4 6 143 0 0,1 0-1 0 0,1 2 1 0 0,1-1-1 0 0,1 1 0 0 0,1 0 1 0 0,1 0-1 0 0,1 1 1 0 0,1 0-1 0 0,0 45 0 0 0,3-65-28 0 0,0 0-1 0 0,1 0 0 0 0,-1-1 0 0 0,1 1 1 0 0,0 0-1 0 0,0-1 0 0 0,1 1 0 0 0,-1-1 1 0 0,1 1-1 0 0,-1-1 0 0 0,1 1 0 0 0,0-1 1 0 0,0 0-1 0 0,1 0 0 0 0,-1 0 0 0 0,1 0 0 0 0,-1-1 1 0 0,5 4-1 0 0,-1-2 1 0 0,-1-1 0 0 0,0 0 0 0 0,1-1 0 0 0,-1 1 0 0 0,1-1 0 0 0,0 0 0 0 0,-1 0 0 0 0,1-1 0 0 0,0 0 0 0 0,11 1 0 0 0,-2-1 5 0 0,0-1 0 0 0,1-1 1 0 0,-1-1-1 0 0,0 0 0 0 0,0 0 0 0 0,0-2 1 0 0,0 0-1 0 0,20-8 0 0 0,-22 6-27 0 0,1-1 0 0 0,-1-1 0 0 0,-1 0 0 0 0,1-1 0 0 0,-1 0 0 0 0,-1-1 1 0 0,0 0-1 0 0,0-1 0 0 0,-1 0 0 0 0,0-1 0 0 0,-1 0 0 0 0,-1 0 0 0 0,0-1 0 0 0,0 0 0 0 0,10-27 0 0 0,-15 32 13 0 0,0 0-1 0 0,-1 0 1 0 0,0 0 0 0 0,-1 0 0 0 0,0-1-1 0 0,0 1 1 0 0,-1-17 0 0 0,0 24-28 0 0,-2 1 3 0 0,1 1 14 0 0,-1 0 1 0 0,1 0 0 0 0,-1 0 0 0 0,1 0 0 0 0,-1 0-1 0 0,1 0 1 0 0,0 0 0 0 0,0 0 0 0 0,0 1-1 0 0,0-1 1 0 0,0 0 0 0 0,0 1 0 0 0,0-1 0 0 0,0 1-1 0 0,0-1 1 0 0,1 1 0 0 0,-1-1 0 0 0,0 1 0 0 0,0 1-1 0 0,-9 34 51 0 0,7-23-17 0 0,1-1-1 0 0,0 1 0 0 0,1 0 1 0 0,0 0-1 0 0,2 18 1 0 0,-1-29-22 0 0,0 0 1 0 0,1 1 0 0 0,0-1 0 0 0,-1 0-1 0 0,1 0 1 0 0,0 0 0 0 0,0 0 0 0 0,0-1-1 0 0,1 1 1 0 0,-1 0 0 0 0,1 0 0 0 0,0-1-1 0 0,0 1 1 0 0,-1-1 0 0 0,2 1 0 0 0,-1-1-1 0 0,0 0 1 0 0,0 0 0 0 0,1 0-1 0 0,-1 0 1 0 0,1 0 0 0 0,0 0 0 0 0,-1-1-1 0 0,1 1 1 0 0,0-1 0 0 0,0 0 0 0 0,0 0-1 0 0,0 0 1 0 0,4 0 0 0 0,1 1 3 0 0,-1-1 0 0 0,0-1-1 0 0,1 1 1 0 0,-1-1 0 0 0,1 0 0 0 0,-1-1 0 0 0,0 0 0 0 0,1 0-1 0 0,-1-1 1 0 0,0 0 0 0 0,0 0 0 0 0,10-5 0 0 0,-7 2-14 0 0,-1 0 0 0 0,-1 0 0 0 0,1-1 0 0 0,-1-1 0 0 0,0 1 0 0 0,0-1 0 0 0,-1 0 0 0 0,8-10 0 0 0,0-4-6 0 0,0 0-1 0 0,-2-1 1 0 0,0-1-1 0 0,-2 0 1 0 0,0-1-1 0 0,9-32 1 0 0,-9 28-5 0 0,-10 25-26 0 0,1-1-25 0 0,-2 4 60 0 0,0 0-1 0 0,0 0 1 0 0,0 0-1 0 0,0 0 1 0 0,0 0-1 0 0,0 0 1 0 0,0 0-1 0 0,0 0 1 0 0,0 0-1 0 0,0 1 1 0 0,0-1-1 0 0,0 0 1 0 0,0 0-1 0 0,0 0 1 0 0,0 0-1 0 0,0 0 1 0 0,0 0-1 0 0,1 0 1 0 0,-1 0-1 0 0,0-1 1 0 0,0 1-1 0 0,0 0 1 0 0,-11 63 97 0 0,-3 88 0 0 0,11 68 277 0 0,1-46 194 0 0,1-152-489 0 0,-10 209 673 0 0,5-172-367 0 0,-26 110 0 0 0,27-150-27 0 0,-1 0 0 0 0,0-1-1 0 0,-2 0 1 0 0,-17 30 0 0 0,19-37 21 0 0,-1 0 0 0 0,-1 0 0 0 0,1-1 0 0 0,-2 0-1 0 0,1 0 1 0 0,-1-1 0 0 0,-1 0 0 0 0,-12 8 0 0 0,20-14-295 0 0,-1-1 0 0 0,1 1 0 0 0,-1-1 1 0 0,0 1-1 0 0,1-1 0 0 0,-1 0 0 0 0,0 0 0 0 0,0 0 0 0 0,1-1 0 0 0,-1 1 0 0 0,0 0 1 0 0,0-1-1 0 0,0 0 0 0 0,0 0 0 0 0,0 0 0 0 0,0 0 0 0 0,0 0 0 0 0,0-1 1 0 0,0 1-1 0 0,1-1 0 0 0,-1 0 0 0 0,0 0 0 0 0,0 0 0 0 0,1 0 0 0 0,-1 0 1 0 0,0 0-1 0 0,1-1 0 0 0,-1 0 0 0 0,1 1 0 0 0,0-1 0 0 0,-1 0 0 0 0,1 0 1 0 0,0 0-1 0 0,0 0 0 0 0,0-1 0 0 0,1 1 0 0 0,-1 0 0 0 0,0-1 0 0 0,1 1 0 0 0,0-1 1 0 0,-1 0-1 0 0,1 1 0 0 0,0-1 0 0 0,1 0 0 0 0,-2-4 0 0 0,0-6-34 0 0,0 1-1 0 0,1-1 1 0 0,0 0-1 0 0,1 1 1 0 0,1-1-1 0 0,0 0 1 0 0,1 0-1 0 0,0 1 1 0 0,1-1-1 0 0,0 1 1 0 0,1 0-1 0 0,6-15 1 0 0,3-2-41 0 0,2 1 0 0 0,0 0 0 0 0,34-45 0 0 0,-18 34-143 0 0,1 2 0 0 0,3 1 0 0 0,0 1 0 0 0,59-43 0 0 0,173-101-5540 0 0,-149 104-278 0 0,-86 52 2424 0 0,-12 6-1667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32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27 126 180 0 0,'-3'0'3728'0'0,"-21"-2"5399"0"0,86-1-8141 0 0,87-17 1 0 0,-38 4-724 0 0,48-3-527 0 0,245-26 861 0 0,-136 26-7356 0 0,-253 18 3968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34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61 328 0 0,'-5'-2'995'0'0,"0"-1"0"0"0,0-1-1 0 0,0 1 1 0 0,0 0 0 0 0,0-1 0 0 0,1 0 0 0 0,-1 0 0 0 0,1-1-1 0 0,0 1 1 0 0,-5-10 0 0 0,8 13-536 0 0,-13-9 1099 0 0,18 27-1509 0 0,0-2 0 0 0,9 24 0 0 0,4 11-1 0 0,69 363 513 0 0,-80-378 1661 0 0,-5-33-1844 0 0,-2 0 132 0 0,-2 2 41 0 0,-1-14-334 0 0,-1-23-108 0 0,2 0 0 0 0,0 0 0 0 0,5-60 1 0 0,0 71-121 0 0,1-1 0 0 0,0 1 0 0 0,2 0 1 0 0,1 0-1 0 0,0 1 0 0 0,16-35 1 0 0,-19 52 0 0 0,-1-1 0 0 0,1 0 0 0 0,0 1 1 0 0,0 0-1 0 0,0 0 0 0 0,0 0 0 0 0,1 0 1 0 0,-1 0-1 0 0,1 1 0 0 0,6-5 0 0 0,-7 7 6 0 0,-1-1 1 0 0,1 1-1 0 0,0-1 0 0 0,0 1 0 0 0,0 0 0 0 0,0 1 1 0 0,0-1-1 0 0,0 0 0 0 0,0 1 0 0 0,0 0 0 0 0,0-1 1 0 0,0 1-1 0 0,0 0 0 0 0,1 1 0 0 0,-1-1 0 0 0,0 1 0 0 0,5 1 1 0 0,1 1 0 0 0,0 0 0 0 0,-1 1 1 0 0,0 0-1 0 0,0 1 0 0 0,0 0 0 0 0,0 0 1 0 0,-1 1-1 0 0,1 0 0 0 0,-2 0 1 0 0,1 0-1 0 0,-1 1 0 0 0,0 0 1 0 0,6 8-1 0 0,0 3 10 0 0,-1 0 0 0 0,0 0 0 0 0,-1 1 1 0 0,11 31-1 0 0,-15-31 19 0 0,0 0 0 0 0,-2 0 0 0 0,0 1 0 0 0,-1 0 0 0 0,1 28 0 0 0,-4-46-2 0 0,-2 3 7 0 0,1-9-12 0 0,0 2-19 0 0,-2-12-3 0 0,1-1-1 0 0,0 1 0 0 0,1-1 0 0 0,0 1 1 0 0,1-1-1 0 0,2-17 0 0 0,2 6-6 0 0,0 1 1 0 0,13-41-1 0 0,-14 57-1 0 0,0 1 0 0 0,0-1 0 0 0,1 1 0 0 0,6-9 0 0 0,-9 14 4 0 0,1 1 1 0 0,-1 0-1 0 0,1 0 1 0 0,-1 0-1 0 0,1 0 1 0 0,0 0-1 0 0,0 0 1 0 0,0 1-1 0 0,0-1 1 0 0,0 0-1 0 0,0 1 1 0 0,0 0-1 0 0,1-1 1 0 0,-1 1-1 0 0,0 0 1 0 0,1 0-1 0 0,-1 0 1 0 0,1 1-1 0 0,-1-1 1 0 0,5 0-1 0 0,-3 1 2 0 0,-1 0 1 0 0,1 0-1 0 0,-1 1 1 0 0,1 0-1 0 0,-1-1 1 0 0,1 1-1 0 0,-1 1 1 0 0,1-1-1 0 0,-1 0 1 0 0,0 1-1 0 0,0-1 1 0 0,0 1-1 0 0,0 0 1 0 0,4 3-1 0 0,-3-1 9 0 0,1 0-1 0 0,-1 1 1 0 0,0 0-1 0 0,-1-1 1 0 0,1 1-1 0 0,-1 1 0 0 0,5 9 1 0 0,1 6-32 0 0,-2 1 1 0 0,0 0 0 0 0,5 35-1 0 0,-8-41-50 0 0,2 20-785 0 0,14 51-2804 0 0,-16-77 1870 0 0,-1-1-1 0 0,1 0 0 0 0,9 16 1 0 0,-7-16-1940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35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1 239 1628 0 0,'0'-13'3542'0'0,"0"-28"2664"0"0,2 36-4754 0 0,2 23-1463 0 0,7 59 238 0 0,-8-45-166 0 0,15 58 1 0 0,-18-87-56 0 0,7 21 15 0 0,19 45-1 0 0,-23-63 33 0 0,0 1 0 0 0,1-1 0 0 0,0 0 1 0 0,0 0-1 0 0,0 0 0 0 0,1-1 0 0 0,0 0 0 0 0,0 0 0 0 0,0 0 0 0 0,1 0 0 0 0,8 5 0 0 0,-11-9 31 0 0,1 0-1 0 0,0-1 0 0 0,0 1 1 0 0,0-1-1 0 0,-1 0 1 0 0,1 0-1 0 0,0 0 0 0 0,0 0 1 0 0,0-1-1 0 0,0 1 1 0 0,-1-1-1 0 0,1 0 0 0 0,0 0 1 0 0,5-3-1 0 0,-4 1 9 0 0,1 0 1 0 0,-1 0-1 0 0,0 0 1 0 0,-1-1-1 0 0,1 1 1 0 0,-1-1-1 0 0,1 0 1 0 0,-1 0-1 0 0,-1-1 1 0 0,1 1-1 0 0,0-1 0 0 0,-1 0 1 0 0,0 0-1 0 0,0 0 1 0 0,-1 0-1 0 0,1-1 1 0 0,-1 1-1 0 0,0-1 1 0 0,1-6-1 0 0,1-3 27 0 0,-1 0 0 0 0,-1-1 1 0 0,0 1-1 0 0,-1-1 0 0 0,-2-29 0 0 0,0 29-14 0 0,-1 0 0 0 0,-1 0 1 0 0,0 0-1 0 0,-1 0 0 0 0,-1 1 0 0 0,-13-29 0 0 0,15 37-93 0 0,-1-1 0 0 0,0 2 0 0 0,-1-1 0 0 0,1 0 0 0 0,-1 1 0 0 0,-1 0 0 0 0,1 0 0 0 0,-1 0 0 0 0,0 1 0 0 0,0 0 0 0 0,-1 0 0 0 0,1 1 0 0 0,-1 0 0 0 0,0 0 0 0 0,-10-4 0 0 0,14 7-32 0 0,-1 0 0 0 0,1 0-1 0 0,0 1 1 0 0,0 0-1 0 0,0-1 1 0 0,-1 1-1 0 0,1 0 1 0 0,0 1-1 0 0,0-1 1 0 0,-1 1 0 0 0,1-1-1 0 0,0 1 1 0 0,0 0-1 0 0,0 0 1 0 0,0 0-1 0 0,0 0 1 0 0,0 1 0 0 0,0-1-1 0 0,0 1 1 0 0,1 0-1 0 0,-1 0 1 0 0,1 0-1 0 0,-1 0 1 0 0,1 0 0 0 0,0 1-1 0 0,-4 3 1 0 0,5-4-39 0 0,0-1 0 0 0,-1 1 0 0 0,1 0 1 0 0,0-1-1 0 0,0 1 0 0 0,0 0 0 0 0,0 0 0 0 0,0 0 1 0 0,1 0-1 0 0,-1 0 0 0 0,1 0 0 0 0,-1 0 0 0 0,1 0 1 0 0,0 0-1 0 0,-1 0 0 0 0,1 1 0 0 0,0-1 0 0 0,1 0 1 0 0,-1 0-1 0 0,0 0 0 0 0,0 0 0 0 0,1 0 0 0 0,-1 0 1 0 0,1 0-1 0 0,0 0 0 0 0,0 0 0 0 0,0 0 0 0 0,0 0 1 0 0,0 0-1 0 0,0-1 0 0 0,0 1 0 0 0,0 0 0 0 0,1-1 1 0 0,-1 1-1 0 0,1-1 0 0 0,-1 1 0 0 0,1-1 0 0 0,0 0 1 0 0,3 3-1 0 0,2-1-68 0 0,0 1 0 0 0,1-1 1 0 0,0-1-1 0 0,0 1 0 0 0,0-1 1 0 0,0 0-1 0 0,0-1 0 0 0,0 0 1 0 0,1-1-1 0 0,-1 1 1 0 0,0-1-1 0 0,0-1 0 0 0,1 0 1 0 0,14-3-1 0 0,2-2 23 0 0,0 0 1 0 0,-1-2-1 0 0,36-16 1 0 0,-37 14 343 0 0,-1-2 1 0 0,0 0-1 0 0,0-2 1 0 0,-2 0-1 0 0,0-1 1 0 0,0-1-1 0 0,-1-1 1 0 0,27-32-1 0 0,-36 38 214 0 0,1-2 200 0 0,-12 10-465 0 0,-7 5-165 0 0,6 0-20 0 0,1 0-1 0 0,-1 0 0 0 0,1 0 0 0 0,-1 0 1 0 0,1 0-1 0 0,0 0 0 0 0,0 0 1 0 0,0 1-1 0 0,0-1 0 0 0,0 0 0 0 0,0 1 1 0 0,0-1-1 0 0,1 1 0 0 0,-1 3 1 0 0,0-3-12 0 0,0 5 5 0 0,-1 0-1 0 0,1-1 0 0 0,0 1 0 0 0,1 0 1 0 0,0 0-1 0 0,0 0 0 0 0,1 0 1 0 0,0 0-1 0 0,0 0 0 0 0,1-1 0 0 0,0 1 1 0 0,1-1-1 0 0,-1 1 0 0 0,1-1 1 0 0,5 8-1 0 0,5 8-1 0 0,2-1 0 0 0,0 0-1 0 0,23 23 1 0 0,-18-23 38 0 0,31 49 0 0 0,-49-68-4 0 0,-1 1-1 0 0,1 0 1 0 0,-1-1-1 0 0,1 1 0 0 0,-1 0 1 0 0,0 0-1 0 0,-1 0 1 0 0,1 0-1 0 0,-1 0 1 0 0,0 0-1 0 0,0 0 0 0 0,0 0 1 0 0,0 0-1 0 0,-1 0 1 0 0,1 0-1 0 0,-1 0 1 0 0,0 0-1 0 0,0 0 0 0 0,-1-1 1 0 0,1 1-1 0 0,-1 0 1 0 0,0-1-1 0 0,0 1 1 0 0,0-1-1 0 0,0 1 0 0 0,-1-1 1 0 0,1 0-1 0 0,-5 4 1 0 0,0 0 72 0 0,0 0 0 0 0,0 0-1 0 0,-1-1 1 0 0,0 0 0 0 0,0-1 0 0 0,-1 1 0 0 0,0-1 0 0 0,0-1 0 0 0,0 0 0 0 0,-14 4-1 0 0,11-4-41 0 0,-1 0 17 0 0,0-1 0 0 0,0 0 0 0 0,0-1-1 0 0,-16 1 1 0 0,27-3-83 0 0,1 1 1 0 0,0-1-1 0 0,0 0 0 0 0,0-1 0 0 0,0 1 0 0 0,-1 0 0 0 0,1 0 0 0 0,0 0 0 0 0,0-1 0 0 0,0 1 0 0 0,0-1 0 0 0,0 1 0 0 0,0-1 0 0 0,0 1 0 0 0,0-1 0 0 0,0 1 0 0 0,0-1 0 0 0,0 0 0 0 0,0 0 0 0 0,0 1 0 0 0,1-1 1 0 0,-1 0-1 0 0,-1-2 0 0 0,1 1-56 0 0,0 0 0 0 0,1 0 0 0 0,-1 0 0 0 0,1 0 0 0 0,-1 0 0 0 0,1 0 0 0 0,0 0 0 0 0,0 0 0 0 0,0 0 0 0 0,0 0 0 0 0,0 0 0 0 0,1-3 0 0 0,1-4-484 0 0,1-1 1 0 0,0 0 0 0 0,8-18 0 0 0,-11 28 510 0 0,68-130-5760 0 0,-41 83 2371 0 0,-4 4-1006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35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87 1124 0 0,'-5'-87'14495'0'0,"3"389"-13698"0"0,-1 40-599 0 0,3-331-215 0 0,-4 163 250 0 0,5-132-422 0 0,2 0 0 0 0,9 47 0 0 0,-10-82-141 0 0,-1 0 0 0 0,2 0 0 0 0,-1 0 0 0 0,4 7 0 0 0,-5-12-110 0 0,0 0 0 0 0,0 0 0 0 0,0 0 0 0 0,0 0-1 0 0,1 0 1 0 0,-1 0 0 0 0,1-1 0 0 0,-1 1-1 0 0,1 0 1 0 0,-1-1 0 0 0,1 0 0 0 0,0 1-1 0 0,0-1 1 0 0,0 0 0 0 0,0 0 0 0 0,4 2-1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36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54 166 1460 0 0,'-27'-147'15914'0'0,"22"129"-14856"0"0,7 34-680 0 0,0 8-332 0 0,-13 398 2745 0 0,-3-112-2074 0 0,14-266-795 0 0,2 72 110 0 0,0-102-716 0 0,0-1 1 0 0,1 0 0 0 0,7 21-1 0 0,1-14-1461 0 0,-10-19 1670 0 0,0 0 0 0 0,0 0 1 0 0,0 0-1 0 0,0 0 0 0 0,1 0 1 0 0,-1 0-1 0 0,0 0 0 0 0,0 0 0 0 0,1 0 1 0 0,-1 0-1 0 0,0-1 0 0 0,1 1 1 0 0,-1-1-1 0 0,1 1 0 0 0,-1-1 1 0 0,1 1-1 0 0,-1-1 0 0 0,3 0 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3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61 1228 0 0,'-1'-3'2544'0'0,"-2"-46"6565"0"0,3 47-8457 0 0,12 43 401 0 0,-2-2 20 0 0,17 48 0 0 0,-21-73-962 0 0,0 0-1 0 0,1 0 1 0 0,0 0-1 0 0,1-1 1 0 0,1 0 0 0 0,15 17-1 0 0,-20-26-89 0 0,0-1 0 0 0,0 1 0 0 0,0-1 0 0 0,1 0 0 0 0,-1 0 0 0 0,1 0 1 0 0,0-1-1 0 0,0 0 0 0 0,0 0 0 0 0,0 0 0 0 0,0 0 0 0 0,1-1 0 0 0,-1 0 0 0 0,0 0 0 0 0,1 0 0 0 0,-1-1 0 0 0,1 0 0 0 0,-1 0 0 0 0,0 0 0 0 0,1-1 0 0 0,-1 0 0 0 0,1 0 0 0 0,-1 0 0 0 0,0 0 0 0 0,8-4 0 0 0,-5 2-10 0 0,1-1 0 0 0,-2 1 0 0 0,1-2-1 0 0,0 1 1 0 0,-1-1 0 0 0,0 0 0 0 0,0 0-1 0 0,0-1 1 0 0,0 0 0 0 0,-1 0 0 0 0,0-1 0 0 0,-1 0-1 0 0,1 0 1 0 0,-1 0 0 0 0,4-9 0 0 0,-1-4 0 0 0,0-1 0 0 0,-2 0 0 0 0,0 0 1 0 0,-2 0-1 0 0,0-1 0 0 0,-1 0 0 0 0,-1 1 1 0 0,-2-25-1 0 0,0 44-13 0 0,-1 4-15 0 0,-1 0 16 0 0,1 1 1 0 0,-1-1-1 0 0,1 0 1 0 0,0 1-1 0 0,0-1 1 0 0,0 1-1 0 0,1-1 1 0 0,-2 5-1 0 0,-12 74 1240 0 0,-5 146 0 0 0,4-36 23 0 0,9-140-941 0 0,-32 215 942 0 0,29-225-1062 0 0,-1 0 1 0 0,-2 0 0 0 0,-2-1-1 0 0,-25 49 1 0 0,33-77-47 0 0,-1 0 0 0 0,-1 0 0 0 0,0 0 0 0 0,-1-1 0 0 0,0-1 0 0 0,0 0 0 0 0,-1 0 0 0 0,-19 15 0 0 0,25-22-104 0 0,-1 0 0 0 0,1 0 1 0 0,-1 0-1 0 0,0-1 0 0 0,0 1 1 0 0,0-1-1 0 0,0-1 0 0 0,-1 1 1 0 0,1 0-1 0 0,0-1 0 0 0,-1 0 1 0 0,1-1-1 0 0,-1 1 0 0 0,1-1 0 0 0,-1 0 1 0 0,1 0-1 0 0,-1-1 0 0 0,1 0 1 0 0,-1 0-1 0 0,1 0 0 0 0,0 0 1 0 0,-1-1-1 0 0,1 0 0 0 0,-8-4 1 0 0,7 3-25 0 0,0-1 0 0 0,-1 0 1 0 0,1 0-1 0 0,1-1 1 0 0,-1 0-1 0 0,1 0 0 0 0,-1 0 1 0 0,2 0-1 0 0,-1-1 1 0 0,0 0-1 0 0,1 0 1 0 0,0 0-1 0 0,1-1 0 0 0,-5-10 1 0 0,4 7-165 0 0,1-1-1 0 0,0 0 1 0 0,1 0 0 0 0,0 0 0 0 0,1 0 0 0 0,0 0-1 0 0,1 0 1 0 0,2-20 0 0 0,3-4-1462 0 0,2 1 1 0 0,2-1-1 0 0,1 1 0 0 0,29-65 1 0 0,10-15-8000 0 0,-33 75 3104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3:37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70 628 0 0,'-53'17'10623'0'0,"55"-18"-10509"0"0,-1 0-1 0 0,1 0 1 0 0,-1 0 0 0 0,1 0-1 0 0,-1 0 1 0 0,1 0 0 0 0,0 0-1 0 0,-1 1 1 0 0,1-1 0 0 0,2 0-1 0 0,163-38 657 0 0,-53 20-3229 0 0,-52 9-1264 0 0,-14 2-962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18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18 864 0 0,'0'0'1820'0'0,"-9"-17"5585"0"0,9 17-7302 0 0,-1 0 1 0 0,0 0-1 0 0,0 0 1 0 0,0 0-1 0 0,1 0 1 0 0,-1 1-1 0 0,0-1 1 0 0,0 0 0 0 0,1 0-1 0 0,-1 1 1 0 0,0-1-1 0 0,1 1 1 0 0,-1-1-1 0 0,0 0 1 0 0,1 1-1 0 0,-1-1 1 0 0,0 1-1 0 0,1-1 1 0 0,-1 1-1 0 0,1 0 1 0 0,-1-1-1 0 0,1 1 1 0 0,-1 0-1 0 0,1-1 1 0 0,0 1-1 0 0,-1 0 1 0 0,1-1-1 0 0,0 1 1 0 0,0 0-1 0 0,-1 0 1 0 0,1-1-1 0 0,0 1 1 0 0,0 0-1 0 0,0 0 1 0 0,0 0-1 0 0,0-1 1 0 0,0 2-1 0 0,0 43-732 0 0,1-21 823 0 0,-29 362 53 0 0,27-378-636 0 0,-1 38-966 0 0,6-15-4716 0 0,-1-19 2456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19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46 644 0 0,'1'-45'9891'0'0,"2"46"-9773"0"0,-1 1 0 0 0,1-1 0 0 0,-1 1 0 0 0,1 0 0 0 0,-1 0 0 0 0,0 0 0 0 0,0 0 0 0 0,0 0 0 0 0,0 0 0 0 0,-1 0 1 0 0,1 1-1 0 0,-1-1 0 0 0,3 5 0 0 0,3 3 162 0 0,59 78 341 0 0,-5 2 0 0 0,72 139 0 0 0,-112-189-540 0 0,-1 2 0 0 0,-3 0-1 0 0,14 47 1 0 0,-26-69-36 0 0,0-1 0 0 0,-2 1 0 0 0,0 0 0 0 0,-1 0 0 0 0,-2 0 0 0 0,0 0 0 0 0,0 0 0 0 0,-2 0-1 0 0,-6 28 1 0 0,1-23 48 0 0,-1 1-1 0 0,-1-1 0 0 0,-1-1 0 0 0,-1 0 1 0 0,-19 29-1 0 0,-80 103-1108 0 0,59-89-2338 0 0,44-55-277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19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55 624 0 0,'0'-12'3787'0'0,"-1"1"1"0"0,-5-20 1444 0 0,6 31-5188 0 0,-1 0 0 0 0,1 0 0 0 0,-1 0 0 0 0,1 0 0 0 0,-1 1 0 0 0,1-1 0 0 0,-1 0 0 0 0,1 0 0 0 0,0 1 0 0 0,-1-1 0 0 0,1 0 0 0 0,-1 1 0 0 0,1-1 0 0 0,0 0 0 0 0,-1 1 0 0 0,1-1 0 0 0,0 1 0 0 0,-1-1 0 0 0,1 0 0 0 0,0 1 0 0 0,0-1 0 0 0,-1 1 0 0 0,1-1 0 0 0,0 1 0 0 0,0 0 0 0 0,-5 18 456 0 0,4-13-348 0 0,-43 280 1811 0 0,34-200-1773 0 0,-10 60 45 0 0,-13 117-2533 0 0,33-244-294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0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1392 0 0,'21'-98'12481'0'0,"-19"99"-12117"0"0,3 3-142 0 0,0-1 0 0 0,0 1 0 0 0,0 1 0 0 0,0-1 0 0 0,-1 1 0 0 0,0 0 0 0 0,0 0 0 0 0,0 0 0 0 0,0 1 0 0 0,-1-1 0 0 0,3 7 0 0 0,7 15 313 0 0,9 28 1 0 0,-2 3-209 0 0,-3 0 1 0 0,11 68-1 0 0,7 122-2 0 0,-27-176-216 0 0,-1-7-41 0 0,1 14-12 0 0,3-28-3375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0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35 2260 0 0,'-3'-1'1763'0'0,"-9"-2"979"0"0,5 1-589 0 0,0 0-1 0 0,0 1 1 0 0,-13-2-1 0 0,46-8-1745 0 0,140 2-3553 0 0,-97 7-3153 0 0,-47 2 2366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0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2340 0 0,'-8'8'10158'0'0,"1"1"-6918"0"0,7-9-3202 0 0,0 1 1 0 0,0-1 0 0 0,0 0 0 0 0,0 0 0 0 0,0 1-1 0 0,0-1 1 0 0,0 0 0 0 0,0 0 0 0 0,0 1-1 0 0,0-1 1 0 0,0 0 0 0 0,0 0 0 0 0,1 1 0 0 0,-1-1-1 0 0,0 0 1 0 0,0 0 0 0 0,0 0 0 0 0,0 1 0 0 0,1-1-1 0 0,-1 0 1 0 0,0 0 0 0 0,0 0 0 0 0,0 0 0 0 0,1 0-1 0 0,-1 1 1 0 0,0-1 0 0 0,0 0 0 0 0,0 0-1 0 0,1 0 1 0 0,-1 0 0 0 0,0 0 0 0 0,0 0 0 0 0,1 0-1 0 0,-1 0 1 0 0,0 0 0 0 0,0 0 0 0 0,1 0 0 0 0,1 1 70 0 0,2-2-25 0 0,61-6 162 0 0,-54 5-407 0 0,83-6-2302 0 0,-28 9-6559 0 0,-48 1 5421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0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0 552 0 0,'-63'60'13327'0'0,"62"-59"-12993"0"0,0-1-271 0 0,1 1 0 0 0,0-1 0 0 0,-1 0 1 0 0,1 0-1 0 0,-1 1 0 0 0,1-1 0 0 0,0 1 0 0 0,0-1 1 0 0,-1 0-1 0 0,1 1 0 0 0,0-1 0 0 0,0 0 1 0 0,-1 1-1 0 0,1-1 0 0 0,0 1 0 0 0,0-1 0 0 0,0 1 1 0 0,0-1-1 0 0,-1 1 0 0 0,1-1 0 0 0,0 1 1 0 0,0-1-1 0 0,0 0 0 0 0,0 1 0 0 0,0-1 1 0 0,0 1-1 0 0,0-1 0 0 0,1 1 0 0 0,-1-1 0 0 0,0 1 1 0 0,0-1-1 0 0,0 1 0 0 0,0-1 0 0 0,0 0 1 0 0,1 1-1 0 0,-1-1 0 0 0,0 1 0 0 0,0-1 0 0 0,1 0 1 0 0,-1 1-1 0 0,0-1 0 0 0,1 0 0 0 0,-1 1 1 0 0,0-1-1 0 0,1 0 0 0 0,0 1 0 0 0,10 0 129 0 0,1-1-1 0 0,-1 0 1 0 0,0-1-1 0 0,1 0 1 0 0,17-5-1 0 0,60-18-1477 0 0,-79 21 807 0 0,41-11-2693 0 0,-2 0-3845 0 0,-34 10 3042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2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31 140 0 0,'15'-4'5942'0'0,"11"-2"5083"0"0,-20 5-10427 0 0,-4 0-243 0 0,-16-5 0 0 0,9 4-334 0 0,2 0-9 0 0,-1 1 0 0 0,1 0 0 0 0,-1-1 0 0 0,1 2 0 0 0,-1-1-1 0 0,1 0 1 0 0,-1 1 0 0 0,-6-1 0 0 0,-55 0-12 0 0,21 4-35 0 0,-1 2 0 0 0,-72 18 0 0 0,114-22 7 0 0,0-1 5 0 0,1 0-1 0 0,-1 0 0 0 0,0 1 0 0 0,0 0 0 0 0,1-1 1 0 0,-1 1-1 0 0,0 0 0 0 0,1 0 0 0 0,-1 1 0 0 0,1-1 1 0 0,-1 1-1 0 0,1-1 0 0 0,0 1 0 0 0,0-1 0 0 0,-3 3 1 0 0,4-2-15 0 0,-4 18-72 0 0,6 3 88 0 0,1-1 1 0 0,1-1-1 0 0,1 1 0 0 0,12 39 0 0 0,-1-2 87 0 0,35 217 1010 0 0,16 297 0 0 0,-45 65 104 0 0,-23 220 1156 0 0,1-497-2251 0 0,1-359-74 0 0,0 0-1 0 0,0 0 1 0 0,0 0 0 0 0,0 0-1 0 0,0 0 1 0 0,1 0 0 0 0,-1 0-1 0 0,1 0 1 0 0,0 0 0 0 0,-1 0-1 0 0,1-1 1 0 0,0 1 0 0 0,0 0-1 0 0,0 0 1 0 0,1-1 0 0 0,-1 1-1 0 0,0 0 1 0 0,0-1 0 0 0,1 0-1 0 0,-1 1 1 0 0,1-1 0 0 0,0 0-1 0 0,-1 1 1 0 0,1-1 0 0 0,0 0-1 0 0,-1 0 1 0 0,1-1-1 0 0,0 1 1 0 0,0 0 0 0 0,0 0-1 0 0,3 0 1 0 0,5 0 1 0 0,-1 1 0 0 0,1-1 0 0 0,0-1 0 0 0,0 0 0 0 0,11-1 0 0 0,-13 0-30 0 0,78-8-1837 0 0,-1-4 0 0 0,84-25 0 0 0,-61 14-1463 0 0,-35 7-1666 0 0,7-4-2681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3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65 1952 0 0,'-11'-5'12931'0'0,"12"3"-12826"0"0,-1 1 1 0 0,1-1 0 0 0,0 1-1 0 0,0-1 1 0 0,1 1-1 0 0,-1 0 1 0 0,0 0 0 0 0,0-1-1 0 0,1 1 1 0 0,-1 0-1 0 0,0 0 1 0 0,1 0 0 0 0,-1 0-1 0 0,1 0 1 0 0,2-1-1 0 0,31-12 347 0 0,-33 13-421 0 0,13-4 34 0 0,0 0-1 0 0,0 1 1 0 0,0 1 0 0 0,21-2 0 0 0,-30 4-65 0 0,1 0 0 0 0,0 1 0 0 0,-1 1 0 0 0,1-1 0 0 0,-1 1 0 0 0,1 0 0 0 0,-1 0 0 0 0,0 1 0 0 0,0 0 0 0 0,1 0 0 0 0,-1 0 0 0 0,0 1 0 0 0,6 3 0 0 0,-10-4 7 0 0,1 0 0 0 0,-1 0 0 0 0,1 0-1 0 0,-1 0 1 0 0,0 0 0 0 0,0 1 0 0 0,0-1 0 0 0,0 1 0 0 0,0-1 0 0 0,-1 1 0 0 0,1 0-1 0 0,-1 0 1 0 0,1 0 0 0 0,-1-1 0 0 0,0 1 0 0 0,0 4 0 0 0,0-2 5 0 0,0 1 0 0 0,-1 0-1 0 0,0-1 1 0 0,0 1 0 0 0,0 0 0 0 0,0-1 0 0 0,-1 1 0 0 0,-2 7 0 0 0,-2 4 18 0 0,-1-1 1 0 0,-1 0 0 0 0,0 0 0 0 0,-17 27-1 0 0,-23 26 364 0 0,47-67-384 0 0,-2 3-57 0 0,2 0-61 0 0,11-3 17 0 0,0-2 59 0 0,-1 2 0 0 0,1-1 0 0 0,-1 1 0 0 0,0 1 0 0 0,0 0 0 0 0,0 0 0 0 0,0 1 0 0 0,0 1 0 0 0,-1-1 0 0 0,12 8 0 0 0,-13-7 71 0 0,0 1 0 0 0,0-1 0 0 0,-1 1 0 0 0,0 1 0 0 0,0 0 0 0 0,0-1 0 0 0,-1 2 0 0 0,0-1 0 0 0,0 1 0 0 0,-1 0-1 0 0,0 0 1 0 0,4 10 0 0 0,-8-16 99 0 0,1 1 0 0 0,-1 0 0 0 0,0 0 0 0 0,-1 1 0 0 0,1-1 0 0 0,0 0 0 0 0,-1 0 0 0 0,0 0 0 0 0,1 0 0 0 0,-2 1 0 0 0,1-1 0 0 0,0 0 0 0 0,0 0 0 0 0,-1 0 0 0 0,0 0 0 0 0,1 1 0 0 0,-1-1-1 0 0,-1 0 1 0 0,1 0 0 0 0,0 0 0 0 0,-1-1 0 0 0,1 1 0 0 0,-1 0 0 0 0,0-1 0 0 0,0 1 0 0 0,0-1 0 0 0,0 1 0 0 0,0-1 0 0 0,-1 0 0 0 0,1 0 0 0 0,-1 0 0 0 0,1 0 0 0 0,-1 0 0 0 0,-4 2 0 0 0,-3 0 121 0 0,1 0 1 0 0,0 0-1 0 0,-1-1 1 0 0,0 0 0 0 0,0-1-1 0 0,0 0 1 0 0,0 0 0 0 0,0-1-1 0 0,0-1 1 0 0,-15 0-1 0 0,-2-3-59 0 0,-50-14-1 0 0,27 6-874 0 0,47 10 352 0 0,1 1 0 0 0,0-1 0 0 0,1 0 0 0 0,-1 1-1 0 0,0-1 1 0 0,0 0 0 0 0,0 0 0 0 0,0 0 0 0 0,1-1-1 0 0,-3 0 1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3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1584 0 0,'-27'16'15768'0'0,"26"-16"-15662"0"0,3 1 43 0 0,30 3 331 0 0,-16-1-353 0 0,24 0 51 0 0,-38-3-148 0 0,2 0 5 0 0,32 0 72 0 0,-32 0-81 0 0,0 0 0 0 0,10 0-8 0 0,-10 0-3 0 0,-1 0-12 0 0,35-4-2107 0 0,19-6-7384 0 0,-45 7 4832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4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41 135 1228 0 0,'-12'-10'5773'0'0,"10"8"-5324"0"0,0 1-1 0 0,-1-1 1 0 0,1 1 0 0 0,0-1-1 0 0,1 0 1 0 0,-1 0-1 0 0,0 0 1 0 0,1 0 0 0 0,-1 0-1 0 0,1-1 1 0 0,-1 1-1 0 0,1 0 1 0 0,0-1 0 0 0,0 1-1 0 0,0-1 1 0 0,0 1-1 0 0,0-5 1 0 0,1 5-371 0 0,0 0 1 0 0,0 0-1 0 0,0 0 0 0 0,1 0 1 0 0,-1-1-1 0 0,1 1 1 0 0,-1 0-1 0 0,1 0 0 0 0,0 0 1 0 0,0 0-1 0 0,0 0 0 0 0,0 0 1 0 0,0 0-1 0 0,0 1 1 0 0,0-1-1 0 0,1 0 0 0 0,-1 1 1 0 0,1-1-1 0 0,-1 0 0 0 0,1 1 1 0 0,3-2-1 0 0,3-3-42 0 0,1 1-1 0 0,0 0 1 0 0,0 1-1 0 0,1 0 1 0 0,-1 1-1 0 0,1-1 1 0 0,0 2-1 0 0,0 0 1 0 0,0 0-1 0 0,0 0 1 0 0,0 2-1 0 0,0-1 1 0 0,0 1-1 0 0,1 0 1 0 0,-1 1-1 0 0,0 1 1 0 0,0-1-1 0 0,0 2 1 0 0,12 3-1 0 0,-20-5-29 0 0,1 0-1 0 0,0 0 1 0 0,0 0-1 0 0,-1 1 1 0 0,1-1 0 0 0,-1 1-1 0 0,0 0 1 0 0,1-1-1 0 0,-1 1 1 0 0,0 0-1 0 0,0 0 1 0 0,0 0-1 0 0,0 1 1 0 0,0-1 0 0 0,-1 0-1 0 0,1 1 1 0 0,-1 0-1 0 0,1-1 1 0 0,-1 1-1 0 0,1 3 1 0 0,-1-2 5 0 0,0 1 0 0 0,-1-1 0 0 0,1 1 0 0 0,-1-1 0 0 0,0 1 0 0 0,-1-1-1 0 0,1 1 1 0 0,-1-1 0 0 0,0 1 0 0 0,0-1 0 0 0,-3 8 0 0 0,-3 5 22 0 0,-1-1-1 0 0,0 1 1 0 0,-1-1-1 0 0,-1-1 1 0 0,-14 17-1 0 0,-53 55 153 0 0,76-85-199 0 0,1-2 10 0 0,-1 0 1 0 0,1 1-1 0 0,0-1 1 0 0,-1 0-1 0 0,1 1 0 0 0,0-1 1 0 0,-1 1-1 0 0,1-1 1 0 0,0 0-1 0 0,0 1 1 0 0,0-1-1 0 0,0 1 1 0 0,-1-1-1 0 0,1 1 1 0 0,0-1-1 0 0,0 1 1 0 0,0-1-1 0 0,0 1 1 0 0,0 0-1 0 0,5 1-13 0 0,0 0 0 0 0,1-1-1 0 0,-1 0 1 0 0,0 0 0 0 0,1 0 0 0 0,-1 0 0 0 0,7-1-1 0 0,17 3-1 0 0,-3 2 7 0 0,0 1 0 0 0,37 14-1 0 0,-51-15 32 0 0,-1 0 0 0 0,0 1 0 0 0,0 1 0 0 0,0-1 0 0 0,-1 1 0 0 0,1 1 0 0 0,11 12 0 0 0,-20-18 50 0 0,0-1 0 0 0,-1 1 0 0 0,1 0 0 0 0,-1 0 0 0 0,1-1 0 0 0,-1 1 0 0 0,0 0 0 0 0,0 0 0 0 0,0 0 0 0 0,0 0 0 0 0,0 1 1 0 0,0-1-1 0 0,-1 0 0 0 0,1 0 0 0 0,-1 0 0 0 0,0 1 0 0 0,1-1 0 0 0,-1 0 0 0 0,0 4 0 0 0,-1-3 16 0 0,0 0 1 0 0,1 0-1 0 0,-1 0 1 0 0,-1 0-1 0 0,1-1 1 0 0,0 1-1 0 0,-1 0 1 0 0,1-1-1 0 0,-1 1 0 0 0,0-1 1 0 0,0 1-1 0 0,0-1 1 0 0,-2 2-1 0 0,-4 3 67 0 0,1-1-1 0 0,-1 0 0 0 0,-1-1 0 0 0,1 1 1 0 0,-1-2-1 0 0,0 1 0 0 0,-18 5 1 0 0,10-5-76 0 0,1-2 1 0 0,-1-1 0 0 0,0 0 0 0 0,0-1 0 0 0,1 0 0 0 0,-1-2-1 0 0,0 0 1 0 0,-23-5 0 0 0,35 6-424 0 0,1-1 0 0 0,0 0 0 0 0,0-1 1 0 0,0 1-1 0 0,0-1 0 0 0,0 0 0 0 0,0 0 0 0 0,0 0 0 0 0,0 0 0 0 0,1-1 0 0 0,-1 1 0 0 0,1-1 0 0 0,-6-6 1 0 0,8 8-29 0 0,1 0 0 0 0,-1 0 0 0 0,1 0 0 0 0,-1 0 0 0 0,1 0 0 0 0,-1 0 0 0 0,1 0 0 0 0,0 0 0 0 0,0-1 0 0 0,-1 1 0 0 0,1 0 0 0 0,0 0 0 0 0,0 0 0 0 0,0 0 0 0 0,0 0 0 0 0,0-1 0 0 0,1 1 1 0 0,-1 0-1 0 0,0 0 0 0 0,0 0 0 0 0,1 0 0 0 0,0-1 0 0 0,-1 0-336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5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9 536 0 0,'0'-9'21441'0'0,"-1"9"-21452"0"0,-2 2 27 0 0,-1 12-165 0 0,1 5 188 0 0,-5 35 63 0 0,-21 71-1 0 0,18-73-50 0 0,9-39-46 0 0,2-12-4 0 0,-1 6-2 0 0,1-6 9 0 0,0 1 1 0 0,0-1 0 0 0,0 0 0 0 0,0 1-1 0 0,0-1 1 0 0,0 0 0 0 0,0 1 0 0 0,0-1 0 0 0,1 0-1 0 0,-1 0 1 0 0,0 1 0 0 0,1-1 0 0 0,0 1-1 0 0,0 0 16 0 0,1-2 7 0 0,10 4-11 0 0,0-2 0 0 0,0 1 0 0 0,-1-2 0 0 0,2 1 0 0 0,-1-2 0 0 0,0 0 0 0 0,0 0 0 0 0,14-3 0 0 0,3-1-430 0 0,-1-1 0 0 0,40-12 0 0 0,-58 14 269 0 0,-1-1 0 0 0,0 0 0 0 0,0 0 1 0 0,0-1-1 0 0,0 0 0 0 0,-1 0 0 0 0,0-1 0 0 0,0 0 1 0 0,0 0-1 0 0,-1-1 0 0 0,0 0 0 0 0,0-1 0 0 0,-1 1 0 0 0,0-1 1 0 0,0 0-1 0 0,-1-1 0 0 0,0 1 0 0 0,-1-1 0 0 0,1 0 0 0 0,-2 0 1 0 0,1-1-1 0 0,2-11 0 0 0,-5 14 263 0 0,0 1 1 0 0,0 0-1 0 0,-1 0 0 0 0,1 0 0 0 0,-1 0 1 0 0,-1-1-1 0 0,1 1 0 0 0,-4-12 1 0 0,2 4 462 0 0,-6-11 704 0 0,5 27-1204 0 0,0 10-42 0 0,0 28 108 0 0,1-1 0 0 0,6 52-1 0 0,-1-25-51 0 0,-2 142-2894 0 0,-11-72-6991 0 0,5-98 3098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7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68 1692 0 0,'0'0'4698'0'0,"-16"1"2253"0"0,33-7-2024 0 0,90-25-4797 0 0,-20 10 42 0 0,-85 20-142 0 0,13-3 121 0 0,-12 3-654 0 0,10-3 896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8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4 107 804 0 0,'-4'-13'8424'0'0,"4"11"-8160"0"0,1-1-1 0 0,-1 1 1 0 0,0 0 0 0 0,1-1-1 0 0,-1 1 1 0 0,1 0-1 0 0,0 0 1 0 0,0 0 0 0 0,0-1-1 0 0,0 1 1 0 0,0 0-1 0 0,1 0 1 0 0,-1 0 0 0 0,0 1-1 0 0,1-1 1 0 0,-1 0-1 0 0,3-1 1 0 0,1-1-7 0 0,0 0 0 0 0,1 0 0 0 0,-1 0 0 0 0,1 1 0 0 0,0 0 0 0 0,6-3 0 0 0,4 0-28 0 0,1 1 1 0 0,0 0-1 0 0,31-4 0 0 0,-43 8-215 0 0,0 1 1 0 0,0 0 0 0 0,0 0-1 0 0,0 0 1 0 0,-1 0-1 0 0,1 1 1 0 0,0 0 0 0 0,0 0-1 0 0,-1 0 1 0 0,1 1-1 0 0,-1 0 1 0 0,1 0 0 0 0,-1 0-1 0 0,7 4 1 0 0,-9-4-6 0 0,1 0 1 0 0,0 0 0 0 0,-1 0-1 0 0,1 1 1 0 0,-1-1-1 0 0,0 1 1 0 0,0-1-1 0 0,0 1 1 0 0,0 0 0 0 0,0 0-1 0 0,-1 0 1 0 0,1 0-1 0 0,-1 0 1 0 0,0 0-1 0 0,0 0 1 0 0,0 1 0 0 0,0-1-1 0 0,-1 0 1 0 0,1 1-1 0 0,-1 6 1 0 0,0 2 23 0 0,-1 0 0 0 0,-1 1 1 0 0,0-1-1 0 0,-1 0 0 0 0,-8 23 0 0 0,-29 54 187 0 0,40-88-196 0 0,-8 21 1 0 0,10-17-32 0 0,2-2 3 0 0,0-1-1 0 0,0 0 1 0 0,0 0-1 0 0,1 0 1 0 0,-1 0-1 0 0,8 1 1 0 0,-5-1 1 0 0,12 7 2 0 0,1 1-1 0 0,-1 1 1 0 0,24 17-1 0 0,-36-23 50 0 0,0 1-1 0 0,0 0 0 0 0,-1 0 1 0 0,0 0-1 0 0,0 1 0 0 0,0 0 1 0 0,-1 0-1 0 0,0 1 0 0 0,-1-1 1 0 0,8 17-1 0 0,-11-20 60 0 0,1 0 0 0 0,-1 0 0 0 0,0 0 0 0 0,-1 1-1 0 0,1-1 1 0 0,-1 0 0 0 0,0 1 0 0 0,0-1 0 0 0,0 0 0 0 0,-1 1 0 0 0,1-1 0 0 0,-1 0-1 0 0,0 0 1 0 0,0 0 0 0 0,-1 1 0 0 0,1-1 0 0 0,-1 0 0 0 0,0-1 0 0 0,0 1 0 0 0,0 0 0 0 0,0 0-1 0 0,-1-1 1 0 0,-4 6 0 0 0,2-4-17 0 0,0-1 0 0 0,0 1-1 0 0,0-1 1 0 0,-1 0-1 0 0,0 0 1 0 0,1-1 0 0 0,-1 1-1 0 0,0-1 1 0 0,-1-1 0 0 0,1 1-1 0 0,0-1 1 0 0,-1 0-1 0 0,1-1 1 0 0,-10 2 0 0 0,-5-1-49 0 0,0-2 1 0 0,0 0-1 0 0,1-1 1 0 0,-1-1-1 0 0,-23-5 1 0 0,25 2-1431 0 0,0 0 1 0 0,1-1 0 0 0,-19-9 0 0 0,9-2-6984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7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38 112 764 0 0,'-15'-8'6329'0'0,"2"0"-702"0"0,7 3-4936 0 0,4 4-205 0 0,2 0-414 0 0,0 0 0 0 0,-1 0 0 0 0,1 0-1 0 0,0 0 1 0 0,0 0 0 0 0,0 0 0 0 0,0 0 0 0 0,0 0 0 0 0,0 0 0 0 0,0 0 0 0 0,0 0 0 0 0,1 0 0 0 0,-1 0 0 0 0,0 0 0 0 0,1 0 0 0 0,-1 0 0 0 0,1-1 0 0 0,4-4-43 0 0,0 0 0 0 0,0 1 0 0 0,1-1 0 0 0,0 1 0 0 0,0 0 0 0 0,0 1 0 0 0,1 0 0 0 0,-1 0 0 0 0,1 0 0 0 0,0 1 0 0 0,0 0 0 0 0,1 0 0 0 0,14-3 0 0 0,-11 4-25 0 0,-1 0 1 0 0,1 1-1 0 0,0 0 1 0 0,0 1 0 0 0,0 0-1 0 0,0 1 1 0 0,-1 0-1 0 0,1 0 1 0 0,18 6-1 0 0,-21-5-4 0 0,-1 1-1 0 0,1 0 0 0 0,-1 0 0 0 0,1 0 1 0 0,-1 1-1 0 0,0 1 0 0 0,-1-1 1 0 0,1 1-1 0 0,-1 0 0 0 0,0 0 0 0 0,0 1 1 0 0,10 12-1 0 0,-13-13 14 0 0,1 0-1 0 0,-1 1 1 0 0,-1-1-1 0 0,1 1 1 0 0,-1 0 0 0 0,0 0-1 0 0,0 0 1 0 0,0 0 0 0 0,-1 1-1 0 0,0-1 1 0 0,0 0 0 0 0,-1 0-1 0 0,0 1 1 0 0,0-1 0 0 0,0 0-1 0 0,-1 1 1 0 0,0-1-1 0 0,-2 7 1 0 0,-2 6 5 0 0,-1 0 1 0 0,-1-1-1 0 0,-1 0 0 0 0,0 0 0 0 0,-1 0 0 0 0,-1-2 1 0 0,-13 18-1 0 0,0-4 49 0 0,-1-1 1 0 0,-49 44-1 0 0,23-22-80 0 0,49-49-9 0 0,1-2 19 0 0,-1 1 0 0 0,1 0 0 0 0,0-1 0 0 0,0 1 0 0 0,1-1 0 0 0,-1 1 0 0 0,0 0 0 0 0,0-1 0 0 0,0 1 0 0 0,0 0 0 0 0,0-1 0 0 0,1 1 0 0 0,-1-1 1 0 0,0 1-1 0 0,1 0 0 0 0,-1-1 0 0 0,0 1 0 0 0,1-1 0 0 0,-1 1 0 0 0,1-1 0 0 0,-1 1 0 0 0,1-1 0 0 0,-1 0 0 0 0,1 1 0 0 0,-1-1 0 0 0,1 1 0 0 0,-1-1 0 0 0,1 0 0 0 0,-1 0 0 0 0,1 1 0 0 0,0-1 0 0 0,23 5-15 0 0,-17-5 13 0 0,67 6 32 0 0,1-3 0 0 0,105-10 1 0 0,-144 5-26 0 0,57-1 140 0 0,-91 3-130 0 0,17-1 36 0 0,-13 0-46 0 0,13-4-3871 0 0,1 3-495 0 0,-10 0 1797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0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34 2344 0 0,'1'-10'6055'0'0,"-7"-8"-1450"0"0,3 18-4336 0 0,0 1-213 0 0,1 0 0 0 0,-1 0 1 0 0,0 0-1 0 0,1 0 1 0 0,-1 1-1 0 0,1-1 1 0 0,-1 1-1 0 0,1-1 1 0 0,0 1-1 0 0,-1 0 1 0 0,1 0-1 0 0,0 0 1 0 0,0 1-1 0 0,1-1 0 0 0,-1 0 1 0 0,0 1-1 0 0,1-1 1 0 0,-2 4-1 0 0,-6 10 221 0 0,-11 29-1 0 0,16-34-195 0 0,-13 30 139 0 0,1 0 0 0 0,3 1 0 0 0,1 0 0 0 0,3 1 0 0 0,-6 50 0 0 0,14-80-169 0 0,1-1 0 0 0,0 1 0 0 0,1 0 1 0 0,0-1-1 0 0,1 1 0 0 0,0-1 0 0 0,1 1 0 0 0,0-1 1 0 0,10 22-1 0 0,-11-29 29 0 0,1 0 0 0 0,0 0 0 0 0,0-1 1 0 0,0 1-1 0 0,1-1 0 0 0,-1 0 0 0 0,1 0 1 0 0,0 0-1 0 0,0-1 0 0 0,1 1 0 0 0,-1-1 0 0 0,1 0 1 0 0,-1 0-1 0 0,1-1 0 0 0,0 1 0 0 0,0-1 1 0 0,0 0-1 0 0,0 0 0 0 0,1-1 0 0 0,-1 1 1 0 0,0-1-1 0 0,1-1 0 0 0,-1 1 0 0 0,12-1 0 0 0,-7 0-12 0 0,0-1-1 0 0,0 0 1 0 0,0-1 0 0 0,0 0-1 0 0,0 0 1 0 0,0-1-1 0 0,0-1 1 0 0,-1 1-1 0 0,1-2 1 0 0,-1 1-1 0 0,0-1 1 0 0,-1 0-1 0 0,1-1 1 0 0,-1 0-1 0 0,0-1 1 0 0,-1 0-1 0 0,1 0 1 0 0,-1 0-1 0 0,-1-1 1 0 0,1 0-1 0 0,-1 0 1 0 0,8-15 0 0 0,-6 7-39 0 0,0 1 0 0 0,-1-1 0 0 0,-1 0 0 0 0,-1-1 0 0 0,0 0 0 0 0,-1 1 0 0 0,-1-2 0 0 0,0 1 0 0 0,-1 0 1 0 0,-1 0-1 0 0,-1-1 0 0 0,-3-28 0 0 0,1 32-16 0 0,-1 0 1 0 0,-1-1-1 0 0,0 1 1 0 0,0 0-1 0 0,-2 1 1 0 0,1-1-1 0 0,-2 1 1 0 0,0 0-1 0 0,-1 1 1 0 0,0-1-1 0 0,-11-12 0 0 0,11 17-22 0 0,1 0 0 0 0,-1 0 0 0 0,-1 0-1 0 0,0 1 1 0 0,0 1 0 0 0,0-1 0 0 0,0 1-1 0 0,-1 1 1 0 0,0 0 0 0 0,-1 0 0 0 0,1 1-1 0 0,-1 1 1 0 0,1-1 0 0 0,-1 2-1 0 0,-15-3 1 0 0,21 5-159 0 0,1 0 0 0 0,-1 0 0 0 0,0 0 0 0 0,0 0 0 0 0,1 1 0 0 0,-1 0 0 0 0,1 0 0 0 0,-1 0 0 0 0,1 1 0 0 0,-1-1 0 0 0,-6 5 0 0 0,9-6 11 0 0,1 1 0 0 0,0 0-1 0 0,0 0 1 0 0,0 0 0 0 0,0-1 0 0 0,0 1 0 0 0,0 0 0 0 0,0 1 0 0 0,0-1 0 0 0,0 0 0 0 0,0 0-1 0 0,1 0 1 0 0,-1 0 0 0 0,0 1 0 0 0,1-1 0 0 0,-1 0 0 0 0,0 3 0 0 0,1-2-50 0 0,0 0 1 0 0,0-1-1 0 0,0 1 0 0 0,1 0 1 0 0,-1 0-1 0 0,0 0 0 0 0,1-1 1 0 0,-1 1-1 0 0,1 0 1 0 0,0 0-1 0 0,-1-1 0 0 0,1 1 1 0 0,0-1-1 0 0,0 1 1 0 0,0 0-1 0 0,0-1 0 0 0,2 2 1 0 0,0 1-842 0 0,1 0 0 0 0,0-1 0 0 0,-1 1 0 0 0,10 5 0 0 0,3 2-3506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0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80 1244 0 0,'-29'21'18913'0'0,"40"-21"-18524"0"0,13-4-91 0 0,0-1 0 0 0,36-13 0 0 0,-6 1-187 0 0,121-28 276 0 0,-172 45-369 0 0,18-6 260 0 0,-3 0-3901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1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26 808 0 0,'12'-26'26494'0'0,"-6"35"-25987"0"0,-1 13-332 0 0,0-1 0 0 0,-2 1 1 0 0,-1 0-1 0 0,0 0 0 0 0,-3 35 0 0 0,1-33-111 0 0,-5 149 162 0 0,0-99-2799 0 0,5-70 1794 0 0,0 0 0 0 0,0 0-1 0 0,0 0 1 0 0,0 0 0 0 0,2 8 0 0 0,8 7-5977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29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4 0 0,'21'-34'9358'0'0,"1"1"-3136"0"0,-22 33-6200 0 0,0 0-1 0 0,0 0 1 0 0,1-1 0 0 0,-1 1-1 0 0,0 0 1 0 0,0 0 0 0 0,1-1-1 0 0,-1 1 1 0 0,0 0 0 0 0,1 0-1 0 0,-1 0 1 0 0,0-1 0 0 0,1 1-1 0 0,-1 0 1 0 0,1 0 0 0 0,-1 0-1 0 0,0 0 1 0 0,1 0 0 0 0,-1 0-1 0 0,0 0 1 0 0,1 0 0 0 0,-1 0-1 0 0,1 0 1 0 0,-1 0 0 0 0,0 0-1 0 0,1 0 1 0 0,-1 0 0 0 0,1 0-1 0 0,-1 0 1 0 0,0 0 0 0 0,1 1-1 0 0,-1-1 1 0 0,0 0 0 0 0,1 0-1 0 0,-1 0 1 0 0,0 1 0 0 0,1-1-1 0 0,-1 0 1 0 0,0 0 0 0 0,0 1-1 0 0,1-1 1 0 0,-1 0 0 0 0,0 1-1 0 0,0-1 1 0 0,1 0 0 0 0,-1 1-1 0 0,0-1 1 0 0,0 0 0 0 0,0 1-1 0 0,0-1 1 0 0,0 0 0 0 0,1 1-1 0 0,1 8 100 0 0,1-1 0 0 0,-1 1-1 0 0,-1 0 1 0 0,0 0 0 0 0,0 0-1 0 0,-1 15 1 0 0,-7 57 186 0 0,1-37-207 0 0,3-21-79 0 0,1-11 14 0 0,1 0 0 0 0,0 1 1 0 0,1-1-1 0 0,0 1 1 0 0,2 12-1 0 0,-2-22-21 0 0,1-1 0 0 0,-1 1 0 0 0,1 0-1 0 0,0 0 1 0 0,0-1 0 0 0,0 1 0 0 0,1-1 0 0 0,-1 1 0 0 0,0-1 0 0 0,1 1-1 0 0,0-1 1 0 0,-1 0 0 0 0,1 0 0 0 0,0 0 0 0 0,0 0 0 0 0,0 0 0 0 0,0 0-1 0 0,1-1 1 0 0,-1 1 0 0 0,0-1 0 0 0,1 1 0 0 0,-1-1 0 0 0,1 0 0 0 0,0 0-1 0 0,-1 0 1 0 0,1 0 0 0 0,5 0 0 0 0,1 1 8 0 0,0-1-1 0 0,1-1 1 0 0,0 0 0 0 0,-1 0-1 0 0,1-1 1 0 0,-1 0 0 0 0,1 0-1 0 0,-1-1 1 0 0,0-1 0 0 0,0 0-1 0 0,0 0 1 0 0,0 0 0 0 0,11-7-1 0 0,-5 2 8 0 0,-1-1-1 0 0,0 0 1 0 0,-1-1-1 0 0,0 0 1 0 0,0-1-1 0 0,19-23 1 0 0,-28 29-12 0 0,0 0 0 0 0,0-1 0 0 0,-1 1 1 0 0,1-1-1 0 0,-1 0 0 0 0,-1 0 0 0 0,1 0 0 0 0,-1-1 1 0 0,0 1-1 0 0,1-9 0 0 0,0-4 651 0 0,-2 1 0 0 0,0-26 0 0 0,-1 41-517 0 0,0 1 92 0 0,-2 4-225 0 0,0 0-8 0 0,0 1-1 0 0,0 0 1 0 0,0-1-1 0 0,1 1 1 0 0,-1 0 0 0 0,1 0-1 0 0,-1 0 1 0 0,1 0-1 0 0,0 0 1 0 0,0 0-1 0 0,0 1 1 0 0,1-1-1 0 0,-1 5 1 0 0,-3 52-13 0 0,4-42 20 0 0,1 44-620 0 0,16 108 0 0 0,-6-86-2851 0 0,-5 0-3904 0 0,-4-47-81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1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57 764 0 0,'-20'-56'28281'0'0,"19"56"-28272"0"0,1 0 0 0 0,-1 0 0 0 0,1 0 0 0 0,-1 0 0 0 0,0 1 0 0 0,1-1 0 0 0,-1 0 0 0 0,1 0 0 0 0,-1 1 0 0 0,1-1 0 0 0,-1 0 0 0 0,1 1 0 0 0,-1-1 0 0 0,1 1 0 0 0,0-1 0 0 0,-1 0 0 0 0,1 1 0 0 0,-1-1 0 0 0,1 1 0 0 0,0-1 0 0 0,0 1 0 0 0,-1-1 0 0 0,1 1 0 0 0,0 0 0 0 0,0-1 0 0 0,-1 1-1 0 0,1-1 1 0 0,0 1 0 0 0,0-1 0 0 0,0 1 0 0 0,0 0 0 0 0,-1 25 23 0 0,0-16 15 0 0,-14 109 242 0 0,-15 177-1580 0 0,32-223-3493 0 0,0-50 410 0 0,2 0-3678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2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311 119 332 0 0,'-9'-23'16347'0'0,"9"23"-16334"0"0,0-1 0 0 0,0 1 0 0 0,0 0 0 0 0,0-1 0 0 0,0 1 0 0 0,0 0 1 0 0,0-1-1 0 0,0 1 0 0 0,0 0 0 0 0,1-1 0 0 0,-1 1 0 0 0,0 0 0 0 0,0 0 1 0 0,0-1-1 0 0,0 1 0 0 0,1 0 0 0 0,-1-1 0 0 0,0 1 0 0 0,0 0 0 0 0,1 0 1 0 0,-1 0-1 0 0,0-1 0 0 0,1 1 0 0 0,-1 0 0 0 0,0 0 0 0 0,0 0 0 0 0,1 0 1 0 0,-1-1-1 0 0,0 1 0 0 0,1 0 0 0 0,-1 0 0 0 0,1 0 0 0 0,322-69 460 0 0,-242 55-433 0 0,-46 10-105 0 0,-33 4 39 0 0,1 0 11 0 0,-1 0 14 0 0,-1 0-1 0 0,1 0 1 0 0,0 0-1 0 0,-1 0 1 0 0,1 1 0 0 0,0-1-1 0 0,-1 0 1 0 0,1 1-1 0 0,-1-1 1 0 0,1 1-1 0 0,0 0 1 0 0,-1 0 0 0 0,0-1-1 0 0,1 1 1 0 0,-1 0-1 0 0,1 0 1 0 0,-1 0 0 0 0,0 0-1 0 0,0 1 1 0 0,0-1-1 0 0,1 0 1 0 0,-1 0 0 0 0,0 1-1 0 0,-1-1 1 0 0,1 1-1 0 0,0-1 1 0 0,0 1 0 0 0,0-1-1 0 0,-1 1 1 0 0,1-1-1 0 0,0 3 1 0 0,2 4 10 0 0,1 6 125 0 0,0 1 0 0 0,-1-1 1 0 0,0 1-1 0 0,-1-1 0 0 0,0 1 1 0 0,-2 0-1 0 0,0 21 0 0 0,0 2 160 0 0,-10 512 3350 0 0,-36-2-2696 0 0,22-309-769 0 0,-40 455 77 0 0,55 10-180 0 0,11-664 5 0 0,5 193 1009 0 0,-7-231-988 0 0,0 1 414 0 0,0 0 1 0 0,0-1-1 0 0,0 1 1 0 0,-1 0 0 0 0,1 0-1 0 0,0-1 1 0 0,-1 1-1 0 0,-1 4 1 0 0,1-7-429 0 0,1 1 0 0 0,-1 0 0 0 0,1-1 0 0 0,-1 1 1 0 0,0-1-1 0 0,1 1 0 0 0,-1-1 0 0 0,0 0 0 0 0,0 1 0 0 0,1-1 0 0 0,-1 0 0 0 0,0 1 0 0 0,0-1 1 0 0,0 0-1 0 0,1 0 0 0 0,-1 0 0 0 0,0 0 0 0 0,0 0 0 0 0,0 0 0 0 0,0 0 0 0 0,1 0 1 0 0,-1 0-1 0 0,0 0 0 0 0,0 0 0 0 0,0 0 0 0 0,1-1 0 0 0,-1 1 0 0 0,0 0 0 0 0,0-1 0 0 0,1 1 1 0 0,-2-1-1 0 0,-25-7-760 0 0,0 2 0 0 0,-1 1 0 0 0,1 0 0 0 0,-1 3 0 0 0,-31-1 0 0 0,-148 14-7175 0 0,160-7 5798 0 0,-45 4-4347 0 0,-7-1-3572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6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159 254 596 0 0,'-5'-39'1717'0'0,"-1"-16"2215"0"0,-19-75 1 0 0,15 104-3069 0 0,4 23-583 0 0,0 15 74 0 0,-9 72 692 0 0,-7 118 1 0 0,6-30-594 0 0,6-93-244 0 0,-20 128-2147 0 0,23-185 630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6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1 271 728 0 0,'4'-26'1773'0'0,"-2"6"-567"0"0,1 0 1 0 0,1 0-1 0 0,9-24 1 0 0,-11 38-1075 0 0,1 0 0 0 0,-1 1 0 0 0,1-1 1 0 0,1 1-1 0 0,-1 0 0 0 0,1 0 1 0 0,0 0-1 0 0,0 0 0 0 0,0 0 0 0 0,0 1 1 0 0,1 0-1 0 0,0 0 0 0 0,0 0 0 0 0,0 1 1 0 0,6-4-1 0 0,14-4-46 0 0,0 1 0 0 0,1 1 1 0 0,0 1-1 0 0,1 1 0 0 0,0 2 0 0 0,0 0 1 0 0,0 2-1 0 0,0 1 0 0 0,1 1 0 0 0,40 4 1 0 0,-61-2-463 0 0,0-1 0 0 0,0 2 0 0 0,0-1 0 0 0,0 1 0 0 0,0 0 0 0 0,0 0 1 0 0,9 5-1 0 0,-10 9-4605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7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0 1576 0 0,'-12'9'2420'0'0,"1"-1"0"0"0,-14 15 0 0 0,24-22-2017 0 0,1 0-355 0 0,0 0 1 0 0,0 0-1 0 0,1-1 1 0 0,-1 1-1 0 0,0 0 1 0 0,1 0-1 0 0,-1-1 1 0 0,0 1-1 0 0,1 0 1 0 0,-1 0 0 0 0,1-1-1 0 0,-1 1 1 0 0,1 0-1 0 0,0-1 1 0 0,-1 1-1 0 0,1-1 1 0 0,0 1-1 0 0,-1-1 1 0 0,1 1-1 0 0,0-1 1 0 0,-1 1-1 0 0,1-1 1 0 0,0 0-1 0 0,0 1 1 0 0,0-1-1 0 0,-1 0 1 0 0,1 0-1 0 0,0 0 1 0 0,0 1-1 0 0,0-1 1 0 0,0 0-1 0 0,0 0 1 0 0,35 0 230 0 0,-26 0-198 0 0,145-2-657 0 0,-55-2-4139 0 0,-63 3 1210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1 564 0 0,'-2'0'7821'0'0,"1"0"-7676"0"0,0 0 0 0 0,0 0 0 0 0,0 0 0 0 0,0 0 1 0 0,1 0-1 0 0,-1 0 0 0 0,0 1 0 0 0,0-1 0 0 0,0 0 0 0 0,0 1 0 0 0,0-1 1 0 0,1 0-1 0 0,-1 1 0 0 0,0-1 0 0 0,0 1 0 0 0,1-1 0 0 0,-1 1 0 0 0,0 0 1 0 0,1-1-1 0 0,-1 1 0 0 0,1-1 0 0 0,-1 1 0 0 0,1 0 0 0 0,-1 0 0 0 0,1-1 1 0 0,-1 1-1 0 0,1 0 0 0 0,-1 0 0 0 0,1 0 0 0 0,0 0 0 0 0,0-1 1 0 0,-1 1-1 0 0,1 0 0 0 0,0 0 0 0 0,0 0 0 0 0,0 1 0 0 0,-27 100 3137 0 0,14-57-3249 0 0,2-1 0 0 0,-7 66 0 0 0,19-85-2435 0 0,0-6-5533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7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68 976 0 0,'-16'-66'9633'0'0,"15"65"-9207"0"0,21 25-6761 0 0,-14-15 4039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7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1 952 0 0,'1'51'6928'0'0,"1"-2"-4440"0"0,1 49-1092 0 0,-3-85-1012 0 0,-1 0-1 0 0,-1 0 1 0 0,0-1-1 0 0,0 1 1 0 0,-1 0 0 0 0,-1-1-1 0 0,0 0 1 0 0,-7 14-1 0 0,10-24 168 0 0,-4-5-361 0 0,4 3-186 0 0,1 0 0 0 0,0 0 0 0 0,-1 0 0 0 0,1 0 0 0 0,0 0 0 0 0,-1 0 0 0 0,1 0 0 0 0,-1-1 0 0 0,1 1 0 0 0,0 0 0 0 0,-1 0 0 0 0,1 0 0 0 0,0 0 0 0 0,-1 0 0 0 0,1-1-1 0 0,0 1 1 0 0,-1 0 0 0 0,1 0 0 0 0,0-1 0 0 0,0 1 0 0 0,-1 0 0 0 0,1-1 0 0 0,0 1 0 0 0,0 0 0 0 0,-1-1 0 0 0,1 1 0 0 0,0 0 0 0 0,0-1 0 0 0,0 0 0 0 0,-2-7-10 0 0,2-1 1 0 0,-1 0-1 0 0,1 1 0 0 0,0-1 0 0 0,1 0 0 0 0,0 1 1 0 0,0-1-1 0 0,1 0 0 0 0,0 1 0 0 0,1 0 0 0 0,0-1 1 0 0,0 1-1 0 0,1 0 0 0 0,0 0 0 0 0,0 1 0 0 0,9-12 1 0 0,-8 11-22 0 0,0 1 1 0 0,1 1 0 0 0,0-1-1 0 0,0 1 1 0 0,0 0 0 0 0,1 0-1 0 0,0 1 1 0 0,0 0 0 0 0,0 0-1 0 0,0 1 1 0 0,1-1 0 0 0,0 2-1 0 0,0-1 1 0 0,0 1 0 0 0,1 0-1 0 0,12-2 1 0 0,-16 5 21 0 0,-1-1 0 0 0,1 1 0 0 0,-1 0-1 0 0,1 0 1 0 0,-1 0 0 0 0,1 1 0 0 0,-1-1 0 0 0,1 1 0 0 0,-1 0-1 0 0,0 1 1 0 0,1-1 0 0 0,-1 1 0 0 0,0 0 0 0 0,0 0 0 0 0,0 0-1 0 0,0 0 1 0 0,0 1 0 0 0,-1-1 0 0 0,1 1 0 0 0,-1 0 0 0 0,1 1-1 0 0,-1-1 1 0 0,5 7 0 0 0,-5-5 13 0 0,1 1-1 0 0,-1 0 1 0 0,0 0 0 0 0,-1 0-1 0 0,0 0 1 0 0,0 1-1 0 0,0-1 1 0 0,0 1 0 0 0,-1-1-1 0 0,0 1 1 0 0,-1-1 0 0 0,1 1-1 0 0,-1 0 1 0 0,-1-1-1 0 0,0 8 1 0 0,0-6-395 0 0,-3 27-1448 0 0,3-33 1422 0 0,1 0 1 0 0,0-1-1 0 0,0 1 1 0 0,0 0-1 0 0,1 0 1 0 0,-1-1-1 0 0,0 1 0 0 0,1 0 1 0 0,-1 0-1 0 0,1-1 1 0 0,-1 1-1 0 0,1-1 1 0 0,0 1-1 0 0,0 0 1 0 0,0 1-1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8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388 533 2100 0 0,'1'-2'364'0'0,"0"0"0"0"0,0 0 0 0 0,0 0 1 0 0,-1 0-1 0 0,1 0 0 0 0,-1 0 0 0 0,0 0 0 0 0,1 0 0 0 0,-1 0 0 0 0,0 0 0 0 0,0 0 0 0 0,0 0 0 0 0,0 0 1 0 0,-1 0-1 0 0,1 0 0 0 0,0 0 0 0 0,-1 0 0 0 0,1 0 0 0 0,-1 0 0 0 0,0 1 0 0 0,-1-4 0 0 0,1 4-281 0 0,0 0 0 0 0,1 1-1 0 0,-1-1 1 0 0,0 0-1 0 0,0 1 1 0 0,0-1 0 0 0,0 1-1 0 0,0-1 1 0 0,1 1 0 0 0,-1-1-1 0 0,0 1 1 0 0,0-1 0 0 0,0 1-1 0 0,0 0 1 0 0,0 0-1 0 0,0 0 1 0 0,-1-1 0 0 0,1 1-1 0 0,0 0 1 0 0,0 0 0 0 0,0 0-1 0 0,0 1 1 0 0,-1-1 0 0 0,-23 6 548 0 0,7 2-343 0 0,0 1 0 0 0,0 0 0 0 0,1 1 0 0 0,0 1 0 0 0,-18 16 0 0 0,-73 70 433 0 0,97-86-638 0 0,-5 4 49 0 0,1 1 1 0 0,-18 26 0 0 0,29-37-110 0 0,0 1 0 0 0,1-1 0 0 0,-1 1 1 0 0,1-1-1 0 0,1 1 0 0 0,-1 0 0 0 0,1 0 1 0 0,0 0-1 0 0,0 1 0 0 0,1-1 0 0 0,0 0 1 0 0,-1 13-1 0 0,2-18-16 0 0,1 1 0 0 0,-1-1 0 0 0,0 1 0 0 0,1 0 0 0 0,-1-1 0 0 0,1 1-1 0 0,-1-1 1 0 0,1 1 0 0 0,0-1 0 0 0,0 1 0 0 0,0-1 0 0 0,0 0 0 0 0,0 1 0 0 0,0-1 0 0 0,0 0 0 0 0,0 0 0 0 0,0 0 0 0 0,0 1 0 0 0,1-1 0 0 0,-1-1 0 0 0,0 1 0 0 0,1 0 0 0 0,-1 0 0 0 0,1 0 0 0 0,-1-1 0 0 0,1 1 0 0 0,-1-1 0 0 0,1 1 0 0 0,0-1 0 0 0,-1 0-1 0 0,1 1 1 0 0,0-1 0 0 0,-1 0 0 0 0,1 0 0 0 0,-1 0 0 0 0,1 0 0 0 0,0-1 0 0 0,1 1 0 0 0,6-1-3 0 0,-1-1 1 0 0,0 1-1 0 0,1-1 1 0 0,-1-1-1 0 0,0 1 0 0 0,9-6 1 0 0,0 0-9 0 0,-1-2-1 0 0,0 0 1 0 0,-1 0 0 0 0,0-2-1 0 0,-1 1 1 0 0,0-2 0 0 0,17-19 0 0 0,-13 10 2 0 0,-2-1 1 0 0,0 0-1 0 0,-1-1 1 0 0,15-34-1 0 0,-6-2-125 0 0,-2 0 0 0 0,-3-2 0 0 0,18-96 0 0 0,-27 102-109 0 0,-2 0 1 0 0,1-80-1 0 0,-26 154 167 0 0,5 10 153 0 0,1-1 0 0 0,2 1 0 0 0,-12 56-1 0 0,-5 91-115 0 0,20-127 78 0 0,3 96 0 0 0,5-123 7 0 0,0 1 0 0 0,1-1 1 0 0,1 0-1 0 0,1 0 0 0 0,1 0 0 0 0,16 38 0 0 0,-18-53-184 0 0,-1 0-1 0 0,1 1 1 0 0,0-1 0 0 0,1-1 0 0 0,-1 1-1 0 0,1-1 1 0 0,0 1 0 0 0,1-1-1 0 0,-1-1 1 0 0,1 1 0 0 0,0-1-1 0 0,0 0 1 0 0,0 0 0 0 0,1-1 0 0 0,-1 0-1 0 0,10 3 1 0 0,-2-2-794 0 0,-1 0 0 0 0,1-1 0 0 0,0-1 0 0 0,0 0-1 0 0,0-1 1 0 0,0-1 0 0 0,23-2 0 0 0,6-2-2738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9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60 485 820 0 0,'-49'36'7706'0'0,"48"-36"-7651"0"0,0 1 1 0 0,1 0-1 0 0,-1-1 0 0 0,0 1 0 0 0,0-1 0 0 0,1 1 1 0 0,-1 0-1 0 0,1-1 0 0 0,-1 1 0 0 0,1 0 0 0 0,-1 0 1 0 0,1 0-1 0 0,-1-1 0 0 0,1 1 0 0 0,-1 0 0 0 0,1 0 1 0 0,0 0-1 0 0,0 0 0 0 0,0 0 0 0 0,-1 0 0 0 0,1 0 1 0 0,0-1-1 0 0,0 1 0 0 0,0 0 0 0 0,0 1 0 0 0,1 0 1 0 0,-1-1 0 0 0,1 0 0 0 0,0 0 0 0 0,0 0 0 0 0,-1 0-1 0 0,1 0 1 0 0,0 0 0 0 0,0 0 0 0 0,0 0 0 0 0,0 0-1 0 0,0 0 1 0 0,0 0 0 0 0,0-1 0 0 0,0 1 0 0 0,2 0 0 0 0,2 2 21 0 0,-1-1 0 0 0,1-1 0 0 0,0 1 0 0 0,-1-1 0 0 0,1 1 0 0 0,0-1 0 0 0,0-1 0 0 0,8 1 0 0 0,1-2-76 0 0,0-1 1 0 0,0-1 0 0 0,0 0-1 0 0,0 0 1 0 0,-1-2 0 0 0,1 0-1 0 0,-1 0 1 0 0,0-1 0 0 0,0-1-1 0 0,-1 0 1 0 0,0-1 0 0 0,0 0-1 0 0,-1-1 1 0 0,0 0 0 0 0,-1-1-1 0 0,1 0 1 0 0,-2-1-1 0 0,0 0 1 0 0,0 0 0 0 0,-1-1-1 0 0,0 0 1 0 0,10-24 0 0 0,-6 10-25 0 0,-2-1 0 0 0,-1 0-1 0 0,6-30 1 0 0,10-87-10 0 0,-18 99 29 0 0,-5-5-94 0 0,-14 56 90 0 0,8 0 15 0 0,0-1-1 0 0,1 1 1 0 0,0 0-1 0 0,0 0 0 0 0,1 0 1 0 0,-1 0-1 0 0,1 0 0 0 0,1 0 1 0 0,-2 8-1 0 0,-1 1 8 0 0,-6 23 32 0 0,1 0 0 0 0,-4 53 0 0 0,11-75 15 0 0,1 0 0 0 0,1-1 0 0 0,1 1 1 0 0,0 0-1 0 0,1-1 0 0 0,1 1 1 0 0,0-1-1 0 0,10 28 0 0 0,-11-39-52 0 0,0 0 0 0 0,0 0 0 0 0,0 0 0 0 0,1-1 0 0 0,-1 1-1 0 0,1-1 1 0 0,0 1 0 0 0,0-1 0 0 0,0 0 0 0 0,0 0 0 0 0,1 0 0 0 0,-1-1 0 0 0,1 1 0 0 0,0-1-1 0 0,-1 0 1 0 0,1 0 0 0 0,0 0 0 0 0,0 0 0 0 0,1-1 0 0 0,-1 1 0 0 0,0-1 0 0 0,0 0-1 0 0,5 0 1 0 0,0 0-522 0 0,-1-1 0 0 0,0 0 0 0 0,1-1 0 0 0,-1 1 0 0 0,1-2 0 0 0,-1 1 0 0 0,0-1 0 0 0,0 0 0 0 0,0-1 0 0 0,0 0 0 0 0,10-5 0 0 0,6-5-3257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9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47 2056 0 0,'-61'-45'7740'0'0,"59"44"-7311"0"0,1 1-430 0 0,0 0 0 0 0,0 0 0 0 0,0 0 0 0 0,0 0 0 0 0,-1 0-1 0 0,1 0 1 0 0,0 1 0 0 0,0-1 0 0 0,0 0 0 0 0,0 0 0 0 0,0 1 0 0 0,0-1 0 0 0,0 1 0 0 0,0-1 0 0 0,0 1 0 0 0,0 0-1 0 0,0-1 1 0 0,1 1 0 0 0,-1 0 0 0 0,0-1 0 0 0,0 1 0 0 0,0 0 0 0 0,1 0 0 0 0,-1 0 0 0 0,0 0 0 0 0,1 0 0 0 0,-1 0 0 0 0,1 0-1 0 0,-1 0 1 0 0,1 0 0 0 0,0 0 0 0 0,-1 0 0 0 0,1 0 0 0 0,0 0 0 0 0,0 0 0 0 0,0 2 0 0 0,0-2-300 0 0,0 1 1 0 0,0-1-1 0 0,0 1 0 0 0,0-1 1 0 0,1 1-1 0 0,-1-1 1 0 0,0 1-1 0 0,1-1 1 0 0,0 0-1 0 0,-1 1 1 0 0,1-1-1 0 0,0 0 0 0 0,0 1 1 0 0,-1-1-1 0 0,1 0 1 0 0,2 2-1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9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11 1168 0 0,'14'-10'8700'0'0,"-14"10"-8628"0"0,-1 24 3522 0 0,0-10-3691 0 0,-10 132 3284 0 0,-2 56-2092 0 0,9-99-1025 0 0,0 80-51 0 0,13-62-3564 0 0,-2-87 789 0 0,1-14-2364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39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56 1460 0 0,'13'-53'8276'0'0,"-13"51"-7796"0"0,-6 2 296 0 0,6-1-759 0 0,-1 1-1 0 0,1 0 0 0 0,0 0 1 0 0,-1 0-1 0 0,1 0 1 0 0,-1 0-1 0 0,1 0 0 0 0,-1 0 1 0 0,1 0-1 0 0,-1 0 1 0 0,1 0-1 0 0,-1 0 1 0 0,1 1-1 0 0,0-1 0 0 0,-1 0 1 0 0,1 0-1 0 0,-1 0 1 0 0,1 1-1 0 0,-1-1 0 0 0,1 0 1 0 0,0 0-1 0 0,-1 1 1 0 0,-13 10 122 0 0,2-1 1 0 0,-1 2 0 0 0,2 0 0 0 0,-18 22 0 0 0,7-8-57 0 0,13-16-54 0 0,1 0-1 0 0,1 1 0 0 0,-1 0 0 0 0,-8 17 0 0 0,15-25-17 0 0,-1 1 1 0 0,1-1-1 0 0,0 1 1 0 0,0 0 0 0 0,0-1-1 0 0,0 1 1 0 0,1 0-1 0 0,0 7 1 0 0,0-9-2 0 0,0 0 1 0 0,0 0 0 0 0,1 0-1 0 0,-1 0 1 0 0,1 0-1 0 0,-1 0 1 0 0,1 0-1 0 0,0-1 1 0 0,0 1 0 0 0,0 0-1 0 0,0 0 1 0 0,0-1-1 0 0,0 1 1 0 0,1 0-1 0 0,-1-1 1 0 0,0 1 0 0 0,3 1-1 0 0,8 5 12 0 0,0 0-1 0 0,0-1 0 0 0,17 8 1 0 0,18 11-6 0 0,-35-19-100 0 0,-10-5 158 0 0,1-1 1 0 0,-1 0-1 0 0,0 0 0 0 0,0 1 1 0 0,1-1-1 0 0,-1 1 0 0 0,0 0 0 0 0,-1 0 1 0 0,1-1-1 0 0,0 1 0 0 0,0 0 0 0 0,-1 1 1 0 0,1-1-1 0 0,-1 0 0 0 0,0 0 1 0 0,0 1-1 0 0,0-1 0 0 0,0 0 0 0 0,1 4 1 0 0,-2-4-35 0 0,0-1 0 0 0,0 1 0 0 0,0 0 0 0 0,0 0 0 0 0,0 0 0 0 0,-1 0 0 0 0,1 0 0 0 0,0 0 0 0 0,-1-1 0 0 0,0 1 0 0 0,1 0 0 0 0,-1 0 0 0 0,0-1 0 0 0,0 1 0 0 0,0 0 0 0 0,0-1 0 0 0,0 1 0 0 0,0-1 0 0 0,-1 1 0 0 0,1-1 0 0 0,-2 2 0 0 0,-2 2 58 0 0,-1 0 1 0 0,0-1-1 0 0,-11 8 1 0 0,12-9-170 0 0,0-1 1 0 0,0 0 0 0 0,0 0-1 0 0,-1 0 1 0 0,1 0-1 0 0,-1-1 1 0 0,1 0 0 0 0,0 0-1 0 0,-1 0 1 0 0,0-1-1 0 0,1 0 1 0 0,-1 0 0 0 0,1 0-1 0 0,-7-1 1 0 0,4-1-682 0 0,1 0-1 0 0,0 0 1 0 0,0-1 0 0 0,0 1 0 0 0,0-1-1 0 0,0-1 1 0 0,1 1 0 0 0,-1-1-1 0 0,1-1 1 0 0,-8-6 0 0 0,-3-5-2878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40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21 146 1960 0 0,'-2'-3'1899'0'0,"-13"-21"4056"0"0,14 24-5861 0 0,1-1 0 0 0,-1 0 1 0 0,1 1-1 0 0,0-1 0 0 0,0 0 0 0 0,-1 0 0 0 0,1 1 0 0 0,0-1 0 0 0,0 0 0 0 0,0 0 0 0 0,0 0 0 0 0,0 1 0 0 0,0-1 1 0 0,0 0-1 0 0,0 0 0 0 0,0 0 0 0 0,0 1 0 0 0,0-1 0 0 0,0 0 0 0 0,0 0 0 0 0,1 1 0 0 0,-1-1 0 0 0,0 0 0 0 0,1 0 1 0 0,-1 1-1 0 0,1-1 0 0 0,-1 0 0 0 0,0 1 0 0 0,1-1 0 0 0,0 1 0 0 0,0-2 0 0 0,12-6 44 0 0,1 1-1 0 0,0 0 1 0 0,0 1-1 0 0,0 0 1 0 0,1 1-1 0 0,23-5 0 0 0,100-12 11 0 0,-112 19-96 0 0,195-17-1154 0 0,-200 20-277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40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46 96 0 0,'0'-2'1996'0'0,"-1"-5"-340"0"0,0 1 0 0 0,-1-1 1 0 0,0 1-1 0 0,-4-11 1492 0 0,-10 38-1706 0 0,-1 45-514 0 0,-14 99 0 0 0,30-151-1672 0 0,-1 0 0 0 0,2 0 0 0 0,1 22-1 0 0,3-28-1333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40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78 1040 0 0,'-4'-12'1687'0'0,"-2"1"0"0"0,1 0 0 0 0,-2 0-1 0 0,-10-15 1 0 0,17 26-1664 0 0,-1-1 0 0 0,1 1 0 0 0,0-1 0 0 0,-1 1 0 0 0,1-1-1 0 0,-1 1 1 0 0,1-1 0 0 0,0 1 0 0 0,-1 0 0 0 0,1-1 0 0 0,-1 1 0 0 0,1 0-1 0 0,-1 0 1 0 0,0-1 0 0 0,1 1 0 0 0,-1 0 0 0 0,1 0 0 0 0,-1 0 0 0 0,1-1 0 0 0,-1 1-1 0 0,0 0 1 0 0,1 0 0 0 0,-1 0 0 0 0,1 0 0 0 0,-1 0 0 0 0,0 0 0 0 0,1 0 0 0 0,-1 0-1 0 0,1 1 1 0 0,-1-1 0 0 0,1 0 0 0 0,-1 0 0 0 0,0 0 0 0 0,1 1 0 0 0,-1-1-1 0 0,1 0 1 0 0,-1 1 0 0 0,1-1 0 0 0,-1 0 0 0 0,1 1 0 0 0,-1-1 0 0 0,1 0 0 0 0,0 1-1 0 0,-1-1 1 0 0,1 1 0 0 0,0-1 0 0 0,-1 1 0 0 0,1-1 0 0 0,-1 2 0 0 0,-12 23-320 0 0,11-19-281 0 0,0 0-1 0 0,1 1 1 0 0,0-1-1 0 0,0 1 1 0 0,0-1-1 0 0,1 13 1 0 0,1-10-751 0 0,-1 6-1210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41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1580 0 0,'20'34'7506'0'0,"21"49"-5294"0"0,-35-71-2045 0 0,-1 0 0 0 0,0 0-1 0 0,-1 1 1 0 0,-1-1 0 0 0,0 1-1 0 0,1 16 1 0 0,-3-23-113 0 0,-1-1 0 0 0,0 1 0 0 0,0 0 0 0 0,-1 0 1 0 0,0-1-1 0 0,0 1 0 0 0,0 0 0 0 0,0-1 0 0 0,-1 1 0 0 0,0-1 0 0 0,0 1 0 0 0,-1-1 0 0 0,0 0 0 0 0,0 0 0 0 0,0 0 0 0 0,-6 7 1 0 0,8-10-30 0 0,0-1 0 0 0,-1 1 0 0 0,1-1 0 0 0,0 0 0 0 0,0 1 0 0 0,-1-1 0 0 0,1 0 0 0 0,-1 0 1 0 0,1 0-1 0 0,-1 0 0 0 0,0 0 0 0 0,1 0 0 0 0,-1-1 0 0 0,0 1 0 0 0,1 0 0 0 0,-1-1 0 0 0,0 0 1 0 0,0 1-1 0 0,0-1 0 0 0,1 0 0 0 0,-1 0 0 0 0,0 0 0 0 0,-3 0 0 0 0,4-1-19 0 0,-1 1-1 0 0,1-1 1 0 0,0 0-1 0 0,0 0 0 0 0,-1 0 1 0 0,1 0-1 0 0,0 0 1 0 0,0-1-1 0 0,0 1 1 0 0,0 0-1 0 0,0 0 0 0 0,0-1 1 0 0,1 1-1 0 0,-1 0 1 0 0,0-1-1 0 0,1 1 1 0 0,-1-1-1 0 0,1 1 0 0 0,-1-1 1 0 0,1-1-1 0 0,0-5-23 0 0,0 0 1 0 0,0 0-1 0 0,1 0 0 0 0,0 1 0 0 0,0-1 0 0 0,1 0 0 0 0,0 1 0 0 0,0-1 0 0 0,1 1 0 0 0,0 0 1 0 0,1-1-1 0 0,-1 1 0 0 0,1 1 0 0 0,1-1 0 0 0,-1 1 0 0 0,1-1 0 0 0,0 1 0 0 0,0 1 1 0 0,9-8-1 0 0,-3 3-15 0 0,1 1 0 0 0,0 1 0 0 0,0 0 1 0 0,0 0-1 0 0,1 1 0 0 0,0 1 0 0 0,1 0 0 0 0,-1 1 1 0 0,26-6-1 0 0,-35 10 37 0 0,0 0 0 0 0,0 0 1 0 0,0 1-1 0 0,0-1 0 0 0,0 1 0 0 0,0 0 0 0 0,1 0 1 0 0,-1 0-1 0 0,0 1 0 0 0,0-1 0 0 0,0 1 0 0 0,0 0 1 0 0,0 1-1 0 0,0-1 0 0 0,0 0 0 0 0,0 1 0 0 0,0 0 1 0 0,-1 0-1 0 0,1 0 0 0 0,-1 1 0 0 0,1-1 1 0 0,-1 1-1 0 0,0 0 0 0 0,0-1 0 0 0,0 1 0 0 0,0 1 1 0 0,-1-1-1 0 0,1 0 0 0 0,-1 1 0 0 0,0-1 0 0 0,0 1 1 0 0,0 0-1 0 0,0 0 0 0 0,-1 0 0 0 0,0 0 0 0 0,1 0 1 0 0,-1 5-1 0 0,1 8 8 0 0,-1 0 0 0 0,-1 0 0 0 0,-3 22 0 0 0,0 10-5547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43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1 198 2092 0 0,'19'-57'9228'0'0,"-6"79"-8236"0"0,14 79 587 0 0,6 14-964 0 0,-29-104-531 0 0,1 0 0 0 0,0 0 0 0 0,0-1 1 0 0,1 1-1 0 0,1-2 0 0 0,-1 1 0 0 0,15 15 0 0 0,-20-24-73 0 0,0 0 0 0 0,1 0-1 0 0,-1 0 1 0 0,0-1 0 0 0,0 1-1 0 0,0 0 1 0 0,1 0 0 0 0,-1-1-1 0 0,0 1 1 0 0,1-1 0 0 0,-1 1-1 0 0,1-1 1 0 0,-1 0 0 0 0,0 0-1 0 0,1 1 1 0 0,-1-1 0 0 0,1 0-1 0 0,-1 0 1 0 0,1 0-1 0 0,-1 0 1 0 0,1-1 0 0 0,-1 1-1 0 0,0 0 1 0 0,1-1 0 0 0,-1 1-1 0 0,1-1 1 0 0,-1 1 0 0 0,0-1-1 0 0,0 0 1 0 0,1 1 0 0 0,-1-1-1 0 0,0 0 1 0 0,0 0 0 0 0,0 0-1 0 0,2-1 1 0 0,2-3-8 0 0,-1 1 0 0 0,0-1 1 0 0,0 1-1 0 0,0-1 0 0 0,0-1 0 0 0,4-7 0 0 0,7-18 43 0 0,-3-1 0 0 0,12-39 0 0 0,5-16-43 0 0,-28 86-12 0 0,0-1 0 0 0,-1 0 0 0 0,1 1 0 0 0,0 0 0 0 0,0-1 0 0 0,0 1-1 0 0,1-1 1 0 0,-1 1 0 0 0,0 0 0 0 0,1 0 0 0 0,-1 0 0 0 0,0 0 0 0 0,1 0 0 0 0,-1 0 0 0 0,1 0-1 0 0,0 0 1 0 0,-1 1 0 0 0,1-1 0 0 0,-1 0 0 0 0,1 1 0 0 0,0 0 0 0 0,0-1 0 0 0,-1 1 0 0 0,1 0 0 0 0,0 0-1 0 0,0 0 1 0 0,-1 0 0 0 0,1 0 0 0 0,0 0 0 0 0,0 0 0 0 0,-1 1 0 0 0,1-1 0 0 0,0 1 0 0 0,-1-1 0 0 0,3 2 0 0 0,9 2-49 0 0,-1 1 1 0 0,0 1 0 0 0,19 11 0 0 0,-20-10-2 0 0,19 9 52 0 0,1-1-1 0 0,39 13 1 0 0,-55-23 9 0 0,-1-1 1 0 0,1 0-1 0 0,0-1 0 0 0,0-1 0 0 0,1 0 1 0 0,-1-1-1 0 0,18-2 0 0 0,-30 1-20 0 0,0 0-1 0 0,0-1 0 0 0,0 0 1 0 0,-1 1-1 0 0,1-1 0 0 0,0 0 1 0 0,-1-1-1 0 0,1 1 0 0 0,-1 0 1 0 0,1-1-1 0 0,-1 1 0 0 0,1-1 1 0 0,-1 0-1 0 0,0 0 0 0 0,0 0 1 0 0,0 0-1 0 0,0 0 0 0 0,0 0 1 0 0,0 0-1 0 0,-1-1 0 0 0,1 1 1 0 0,-1-1-1 0 0,0 1 0 0 0,1-1 1 0 0,-1 0-1 0 0,0 1 0 0 0,-1-1 1 0 0,2-3-1 0 0,-1 1 3 0 0,0-1-1 0 0,0 1 1 0 0,-1-1 0 0 0,0 1 0 0 0,0 0 0 0 0,0-1 0 0 0,0 1-1 0 0,-1-1 1 0 0,0 1 0 0 0,0 0 0 0 0,0-1 0 0 0,-1 1-1 0 0,-3-6 1 0 0,5 9 10 0 0,-1 1-1 0 0,0-1 0 0 0,-1 1 1 0 0,1-1-1 0 0,0 1 0 0 0,0 0 0 0 0,0-1 1 0 0,-1 1-1 0 0,1 0 0 0 0,-1 0 1 0 0,1 0-1 0 0,-1 0 0 0 0,1 0 1 0 0,-1 0-1 0 0,0 1 0 0 0,1-1 1 0 0,-1 1-1 0 0,0-1 0 0 0,0 1 0 0 0,1-1 1 0 0,-1 1-1 0 0,0 0 0 0 0,0 0 1 0 0,0 0-1 0 0,1 0 0 0 0,-1 0 1 0 0,0 0-1 0 0,0 0 0 0 0,0 1 1 0 0,-1 0-1 0 0,-3 0-11 0 0,0 1 0 0 0,1 0 0 0 0,-1 0 0 0 0,0 1 0 0 0,1-1 0 0 0,0 1 0 0 0,-8 6 0 0 0,0 1-12 0 0,1 1 1 0 0,0 0 0 0 0,1 1-1 0 0,0 0 1 0 0,1 1-1 0 0,0 0 1 0 0,-13 26-1 0 0,17-28 39 0 0,1 0-1 0 0,0 1 1 0 0,0-1-1 0 0,1 1 0 0 0,1 0 1 0 0,0 1-1 0 0,0-1 1 0 0,2 1-1 0 0,-1-1 1 0 0,1 20-1 0 0,2-29-7 0 0,-1 0-1 0 0,0-1 1 0 0,1 1 0 0 0,-1-1-1 0 0,1 1 1 0 0,0-1-1 0 0,0 1 1 0 0,0-1-1 0 0,0 1 1 0 0,0-1 0 0 0,0 0-1 0 0,1 1 1 0 0,-1-1-1 0 0,1 0 1 0 0,0 0 0 0 0,0 0-1 0 0,3 2 1 0 0,-2-1 4 0 0,1-1 0 0 0,0 1 0 0 0,0-1 0 0 0,0 0 0 0 0,0-1 0 0 0,0 1 0 0 0,0-1-1 0 0,1 1 1 0 0,7 0 0 0 0,2-1 20 0 0,1 0 0 0 0,0-1 0 0 0,0 0 0 0 0,0-1 0 0 0,19-4 0 0 0,-10 0-34 0 0,-1-1 1 0 0,0-1-1 0 0,0-1 1 0 0,0-1-1 0 0,-1-1 1 0 0,0 0-1 0 0,-1-2 1 0 0,33-24-1 0 0,-38 24 5 0 0,0-2-1 0 0,-1 1 1 0 0,-1-2 0 0 0,0 0-1 0 0,-1-1 1 0 0,0 0-1 0 0,-1-1 1 0 0,-1 0 0 0 0,-1-1-1 0 0,13-30 1 0 0,-20 39 14 0 0,0 1-1 0 0,-1-1 1 0 0,0 0 0 0 0,-1 0 0 0 0,1-12-1 0 0,-1 16-8 0 0,-1 0 0 0 0,0 0 0 0 0,-1 0 0 0 0,1 1 0 0 0,-1-1 0 0 0,0 0 0 0 0,0 0-1 0 0,0 0 1 0 0,-1 1 0 0 0,-4-9 0 0 0,5 11-2 0 0,1 1 0 0 0,-1 0 1 0 0,0 0-1 0 0,0 0 0 0 0,0 0 0 0 0,0 0 1 0 0,-1 0-1 0 0,1 0 0 0 0,0 1 0 0 0,0-1 1 0 0,-1 0-1 0 0,1 0 0 0 0,0 1 0 0 0,-1-1 0 0 0,1 1 1 0 0,0 0-1 0 0,-1-1 0 0 0,1 1 0 0 0,-1 0 1 0 0,1 0-1 0 0,-1 0 0 0 0,1-1 0 0 0,0 2 1 0 0,-1-1-1 0 0,1 0 0 0 0,-1 0 0 0 0,1 0 1 0 0,-1 1-1 0 0,1-1 0 0 0,0 1 0 0 0,-1-1 0 0 0,1 1 1 0 0,-2 0-1 0 0,-2 2-31 0 0,0-1 1 0 0,1 1-1 0 0,-1 0 0 0 0,0 0 1 0 0,1 0-1 0 0,0 0 0 0 0,-6 7 1 0 0,8-8 19 0 0,0 0 6 0 0,0 0 0 0 0,0 1 0 0 0,1-1 0 0 0,-1 0 0 0 0,1 1 0 0 0,-1-1 0 0 0,1 1 0 0 0,0 0 0 0 0,0-1 0 0 0,0 1 0 0 0,0 0 0 0 0,1-1 1 0 0,-1 1-1 0 0,1 0 0 0 0,-1 0 0 0 0,1 0 0 0 0,0 3 0 0 0,0-4 9 0 0,0 0 1 0 0,0 0 0 0 0,0 0-1 0 0,0 0 1 0 0,0 1-1 0 0,0-1 1 0 0,0 0-1 0 0,1 0 1 0 0,-1 0 0 0 0,1 0-1 0 0,0 0 1 0 0,0 0-1 0 0,-1 0 1 0 0,1 0-1 0 0,1 0 1 0 0,-1 0 0 0 0,0 0-1 0 0,0-1 1 0 0,1 1-1 0 0,-1 0 1 0 0,0-1-1 0 0,1 1 1 0 0,0-1-1 0 0,-1 1 1 0 0,4 1 0 0 0,2 0 1 0 0,0 0 0 0 0,0-1 1 0 0,1 1-1 0 0,-1-1 1 0 0,0-1-1 0 0,1 1 1 0 0,-1-1-1 0 0,1-1 1 0 0,0 0-1 0 0,9 0 1 0 0,6-3 51 0 0,1-1 0 0 0,-1-2 0 0 0,0 0 0 0 0,25-10 0 0 0,87-47 80 0 0,-205 151-649 0 0,63-77 489 0 0,-51 87 36 0 0,53-88 14 0 0,0 0 0 0 0,2 0 0 0 0,-1 1 0 0 0,1-1 1 0 0,0 1-1 0 0,1-1 0 0 0,1 1 0 0 0,-1 13 0 0 0,2-22-23 0 0,0-1-1 0 0,0 1 0 0 0,0 0 1 0 0,0-1-1 0 0,0 1 1 0 0,1 0-1 0 0,-1 0 0 0 0,1-1 1 0 0,-1 1-1 0 0,1-1 0 0 0,0 1 1 0 0,-1-1-1 0 0,1 1 1 0 0,0-1-1 0 0,0 1 0 0 0,0-1 1 0 0,0 1-1 0 0,0-1 0 0 0,0 0 1 0 0,3 2-1 0 0,-1-1 2 0 0,-1-1 0 0 0,1 0 0 0 0,-1 0-1 0 0,1 0 1 0 0,0 0 0 0 0,-1 0 0 0 0,1 0 0 0 0,0-1-1 0 0,0 1 1 0 0,0-1 0 0 0,4 0 0 0 0,5-1-5 0 0,1 0-1 0 0,-1 0 1 0 0,0-2-1 0 0,16-4 1 0 0,-3-1 5 0 0,-1-1 0 0 0,0 0 1 0 0,-1-2-1 0 0,0-1 0 0 0,41-29 1 0 0,-34 19 31 0 0,-1-2 0 0 0,-1-1 0 0 0,35-42 1 0 0,-53 54-19 0 0,1 0 0 0 0,13-24-1 0 0,-21 31-16 0 0,0 0-1 0 0,0 0 0 0 0,0 0 0 0 0,-1-1 0 0 0,0 1 0 0 0,0-1 0 0 0,-1 1 0 0 0,0-1 0 0 0,1-8 0 0 0,-2 14-4 0 0,0 0-1 0 0,0 0 1 0 0,0-1 0 0 0,0 1 0 0 0,0 0-1 0 0,0 0 1 0 0,0-1 0 0 0,-1 1-1 0 0,1 0 1 0 0,0 0 0 0 0,-1 0 0 0 0,1 0-1 0 0,-1-1 1 0 0,1 1 0 0 0,-1 0-1 0 0,0 0 1 0 0,1 0 0 0 0,-1 0 0 0 0,0 0-1 0 0,0 0 1 0 0,-1-1 0 0 0,1 2-6 0 0,0-1 1 0 0,0 1 0 0 0,0 0 0 0 0,0-1-1 0 0,0 1 1 0 0,-1 0 0 0 0,1 0 0 0 0,0 0-1 0 0,0 0 1 0 0,0 0 0 0 0,0 0 0 0 0,0 0-1 0 0,0 0 1 0 0,0 0 0 0 0,-1 1 0 0 0,1-1-1 0 0,0 0 1 0 0,0 1 0 0 0,-1 0 0 0 0,-1 0-5 0 0,-1 1 0 0 0,1 0 0 0 0,0 0 0 0 0,-1 0 0 0 0,1 1 0 0 0,0-1 0 0 0,1 1 0 0 0,-1 0 0 0 0,0-1 0 0 0,1 1 0 0 0,-1 1 1 0 0,-3 5-1 0 0,5-5 4 0 0,-1 1 0 0 0,1 0 1 0 0,0 0-1 0 0,0 0 0 0 0,0 0 1 0 0,0 0-1 0 0,1-1 0 0 0,0 1 1 0 0,0 0-1 0 0,0 0 0 0 0,1 0 1 0 0,0 0-1 0 0,0 0 0 0 0,0 0 1 0 0,0 0-1 0 0,1 0 0 0 0,0-1 1 0 0,0 1-1 0 0,3 5 0 0 0,6 8-54 0 0,1 1-1 0 0,0-2 1 0 0,19 20-1 0 0,-3-2 24 0 0,-24-31 35 0 0,12 17 1 0 0,-15-19 24 0 0,1 0-1 0 0,-1 1 1 0 0,1-1 0 0 0,-1 0-1 0 0,0 1 1 0 0,0-1 0 0 0,0 1-1 0 0,0 2 1 0 0,-1-4-2 0 0,0 1 1 0 0,0-1-1 0 0,0 0 0 0 0,0 0 1 0 0,-1 0-1 0 0,1 0 0 0 0,0 0 1 0 0,-1 0-1 0 0,1 0 0 0 0,0 0 0 0 0,-1 0 1 0 0,1 0-1 0 0,-1 0 0 0 0,0 0 1 0 0,1 0-1 0 0,-1 0 0 0 0,0 0 1 0 0,0 0-1 0 0,1-1 0 0 0,-1 1 1 0 0,-1 1-1 0 0,-7 4 79 0 0,1-1 0 0 0,-1 1 0 0 0,0-1 1 0 0,0-1-1 0 0,-1 0 0 0 0,1 0 0 0 0,-15 3 0 0 0,-2 0 582 0 0,-42 5-1 0 0,66-12-491 0 0,-2 0 40 0 0,3 1-217 0 0,1-1 0 0 0,-1 0-1 0 0,1 0 1 0 0,-1 0 0 0 0,1 0-1 0 0,-1 0 1 0 0,1 0 0 0 0,-1 0-1 0 0,1 0 1 0 0,-1 0 0 0 0,1 0-1 0 0,-1 0 1 0 0,1 0 0 0 0,-1 0-1 0 0,1-1 1 0 0,-1 1 0 0 0,1 0-1 0 0,-1 0 1 0 0,1 0 0 0 0,-1-1 0 0 0,1-1-4 0 0,1 0 1 0 0,-1 0-1 0 0,1 1 1 0 0,0-1-1 0 0,0 0 1 0 0,0 1-1 0 0,0-1 1 0 0,0 1-1 0 0,0-1 1 0 0,0 1-1 0 0,0-1 1 0 0,0 1-1 0 0,1 0 1 0 0,-1-1-1 0 0,1 1 1 0 0,-1 0-1 0 0,4-2 1 0 0,36-23 11 0 0,-35 23-2 0 0,245-134 283 0 0,17-10-289 0 0,-249 135 7 0 0,-2 0 1 0 0,0 0-1 0 0,0-2 1 0 0,-1 0-1 0 0,-1-1 1 0 0,14-17-1 0 0,-29 32-19 0 0,0 0-1 0 0,0-1 1 0 0,1 1 0 0 0,-1 0-1 0 0,0 0 1 0 0,1 0-1 0 0,-1-1 1 0 0,0 1 0 0 0,0 0-1 0 0,0 0 1 0 0,1-1-1 0 0,-1 1 1 0 0,0 0-1 0 0,0 0 1 0 0,0-1 0 0 0,0 1-1 0 0,1 0 1 0 0,-1-1-1 0 0,0 1 1 0 0,0 0 0 0 0,0-1-1 0 0,0 1 1 0 0,0 0-1 0 0,0 0 1 0 0,0-1 0 0 0,0 1-1 0 0,0 0 1 0 0,0-1-1 0 0,0 1 1 0 0,0 0-1 0 0,0-1 1 0 0,0 1 0 0 0,0 0-1 0 0,0-1 1 0 0,0 1-1 0 0,-1 0 1 0 0,1-1 0 0 0,0 1-1 0 0,0 0 1 0 0,0 0-1 0 0,0-1 1 0 0,-1 1 0 0 0,1 0-1 0 0,0 0 1 0 0,0-1-1 0 0,-1 1 1 0 0,1 0-1 0 0,0 0 1 0 0,0-1 0 0 0,-1 1-1 0 0,1 0 1 0 0,0 0-1 0 0,-1 0 1 0 0,1 0 0 0 0,0 0-1 0 0,0 0 1 0 0,-1 0-1 0 0,1-1 1 0 0,0 1 0 0 0,-1 0-1 0 0,-18 2-76 0 0,8 2 68 0 0,1 1 1 0 0,0 0 0 0 0,0 1 0 0 0,1 0 0 0 0,-1 0 0 0 0,1 1-1 0 0,-9 9 1 0 0,4-2-12 0 0,1 0 1 0 0,0 1-1 0 0,-13 20 0 0 0,23-30 59 0 0,-1 0-1 0 0,1 0 1 0 0,1 0 0 0 0,-1 1 0 0 0,1-1 0 0 0,0 1-1 0 0,0-1 1 0 0,0 1 0 0 0,1 0 0 0 0,0 0 0 0 0,0-1-1 0 0,0 1 1 0 0,1 0 0 0 0,0 0 0 0 0,0 0-1 0 0,1 0 1 0 0,0 0 0 0 0,-1 0 0 0 0,2-1 0 0 0,-1 1-1 0 0,1 0 1 0 0,0-1 0 0 0,0 1 0 0 0,1-1 0 0 0,-1 1-1 0 0,1-1 1 0 0,0 0 0 0 0,1 0 0 0 0,-1-1-1 0 0,1 1 1 0 0,0-1 0 0 0,0 0 0 0 0,0 0 0 0 0,1 0-1 0 0,0 0 1 0 0,-1-1 0 0 0,1 1 0 0 0,1-1 0 0 0,9 4-1 0 0,5 2 340 0 0,1-2-1 0 0,0 0 0 0 0,0-1 0 0 0,1-2 0 0 0,0 0 0 0 0,-1-1 1 0 0,1-1-1 0 0,0-1 0 0 0,0-1 0 0 0,42-5 0 0 0,-62 5-396 0 0,0-1 1 0 0,0 1-1 0 0,0-1 0 0 0,-1 1 0 0 0,1-1 0 0 0,0 0 0 0 0,-1 0 0 0 0,1 0 0 0 0,2-1 0 0 0,-3 1-125 0 0,-1 1 0 0 0,0 0 0 0 0,1 0 1 0 0,-1-1-1 0 0,2-1-875 0 0,-2 2 875 0 0,0-1 0 0 0,1 1 0 0 0,-1-1 0 0 0,0 1 0 0 0,0 0 0 0 0,0-1 1 0 0,0 1-1 0 0,0-1 0 0 0,0 1 0 0 0,0-1 0 0 0,0 1 0 0 0,0-1 0 0 0,0 1 0 0 0,0 0 1 0 0,0-1-1 0 0,0 1 0 0 0,0-1 0 0 0,0 1 0 0 0,0-1 0 0 0,0 1 0 0 0,0 0 0 0 0,-1-1 1 0 0,1 1-1 0 0,0-1 0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43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1868 0 0,'22'1'5628'0'0,"-4"-1"-423"0"0,-13 1-3781 0 0,-1-1 0 0 0,0 0 0 0 0,0 0 0 0 0,1 0 0 0 0,-1-1 0 0 0,5-1 0 0 0,4-5-1366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52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13 816 0 0,'-9'-7'6812'0'0,"-14"1"2380"0"0,17 7-7543 0 0,16 2-1161 0 0,47 11-107 0 0,116 11 1 0 0,64-11 145 0 0,54 5-7603 0 0,-267-13 4166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53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27 1812 0 0,'-12'-5'2494'0'0,"-18"-11"10700"0"0,19 11-9347 0 0,11 4-3790 0 0,-1 1 1 0 0,1 0-1 0 0,-1 0 0 0 0,0 0 0 0 0,1 0 0 0 0,-1 0 0 0 0,1 0 1 0 0,-1 0-1 0 0,1 0 0 0 0,-1 0 0 0 0,1 0 0 0 0,-1 1 0 0 0,1-1 1 0 0,-1 0-1 0 0,0 0 0 0 0,1 0 0 0 0,-1 1 0 0 0,1-1 0 0 0,0 0 0 0 0,-1 1 1 0 0,1-1-1 0 0,-1 0 0 0 0,1 1 0 0 0,-1-1 0 0 0,0 1 0 0 0,-8 18 907 0 0,1 31 196 0 0,6-37-737 0 0,-51 225 1188 0 0,32-155-1438 0 0,-6 18-3 0 0,-10 48-35 0 0,33-130-547 0 0,0 0-1 0 0,-12 32 1 0 0,15-49-194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54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1324 0 0,'0'0'1088'0'0,"-13"5"2978"0"0,11-4-3993 0 0,1-1 249 0 0,-1 0 1 0 0,1 1 0 0 0,-1-1 0 0 0,1 1 0 0 0,-1-1 0 0 0,1 1 0 0 0,-1 0-1 0 0,1-1 1 0 0,0 1 0 0 0,-1 0 0 0 0,1 0 0 0 0,0 0 0 0 0,0 0 0 0 0,0 0-1 0 0,0 0 1 0 0,0 0 0 0 0,0 0 0 0 0,0 1 0 0 0,0-1 0 0 0,-2 4 1091 0 0,8 6 717 0 0,-2-8-1935 0 0,1-1 1 0 0,-1 1-1 0 0,1-1 0 0 0,0 0 1 0 0,0 0-1 0 0,0-1 1 0 0,0 1-1 0 0,0-1 0 0 0,0 0 1 0 0,0 0-1 0 0,0 0 1 0 0,0 0-1 0 0,7-1 0 0 0,11 1 55 0 0,30-2-1 0 0,-26 0 0 0 0,506-26 429 0 0,-378 22 344 0 0,-151 5-966 0 0,0 0-14 0 0,9 0-8 0 0,-9 0 8 0 0,13-3 43 0 0,-5 1-80 0 0,-9 2 95 0 0,1 0-95 0 0,7 0-20 0 0,-8 0-2 0 0,1 0 11 0 0,7 0 2 0 0,-7 0 102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58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557 42 1516 0 0,'-18'-21'5863'0'0,"5"7"-3143"0"0,12 13-2217 0 0,0 1-415 0 0,1-1 0 0 0,-1 1 0 0 0,1-1-1 0 0,-1 1 1 0 0,1-1 0 0 0,-1 1 0 0 0,0-1-1 0 0,1 1 1 0 0,-1 0 0 0 0,0-1 0 0 0,0 1-1 0 0,1 0 1 0 0,-1 0 0 0 0,0 0 0 0 0,1-1-1 0 0,-1 1 1 0 0,-1 0 0 0 0,-2 2 66 0 0,0 0 1 0 0,0 0 0 0 0,0 1-1 0 0,0 0 1 0 0,1-1 0 0 0,-1 1-1 0 0,1 0 1 0 0,-1 1-1 0 0,1-1 1 0 0,0 0 0 0 0,1 1-1 0 0,-1 0 1 0 0,-2 4-1 0 0,-8 14 589 0 0,-11 25-1 0 0,15-30-403 0 0,-122 257 2249 0 0,-64 125-1312 0 0,105-228-3048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59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68 184 0 0,'29'-63'11232'0'0,"-12"59"-6643"0"0,-15 6-4373 0 0,0 0 0 0 0,0-1 0 0 0,0 1 0 0 0,0 0 0 0 0,0 1 0 0 0,-1-1 1 0 0,1 0-1 0 0,-1 0 0 0 0,0 1 0 0 0,1-1 0 0 0,-1 1 0 0 0,0-1 0 0 0,0 1 0 0 0,0 4 0 0 0,1-2 66 0 0,4 11 247 0 0,-1 0 1 0 0,-1 1-1 0 0,-1 0 1 0 0,2 24 0 0 0,-2 70 774 0 0,-3-88-1036 0 0,-22 281 1656 0 0,0 2-1871 0 0,21-303-266 0 0,1-1-1 0 0,0 1 1 0 0,1 0-1 0 0,-1 0 1 0 0,0-1-1 0 0,1 1 1 0 0,0 0 0 0 0,-1-1-1 0 0,1 1 1 0 0,0-1-1 0 0,0 1 1 0 0,1-1 0 0 0,-1 1-1 0 0,0-1 1 0 0,1 0-1 0 0,0 1 1 0 0,-1-1-1 0 0,5 3 1 0 0,21-7-5743 0 0,-4-10-831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59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45 572 0 0,'-98'13'12954'0'0,"96"-13"-12481"0"0,1 0-380 0 0,0 0-1 0 0,0 0 0 0 0,1 0 0 0 0,-1 0 1 0 0,0 1-1 0 0,0-1 0 0 0,0 0 1 0 0,1 0-1 0 0,-1 0 0 0 0,0 1 0 0 0,0-1 1 0 0,1 0-1 0 0,-1 1 0 0 0,0-1 1 0 0,1 1-1 0 0,-1-1 0 0 0,0 1 1 0 0,1-1-1 0 0,-1 1 0 0 0,1-1 0 0 0,-1 1 1 0 0,1 0-1 0 0,-1-1 0 0 0,1 1 1 0 0,-1 1-1 0 0,0-1 215 0 0,4-1-47 0 0,16 1-246 0 0,0-2 0 0 0,0 0 0 0 0,1-1 1 0 0,-1-2-1 0 0,24-6 0 0 0,-3 1-1090 0 0,4 1-381 0 0,75-17-5744 0 0,-82 15 2288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4:59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1612 0 0,'-7'21'14834'0'0,"8"-20"-14741"0"0,0 0-1 0 0,-1 0 0 0 0,1 0 1 0 0,0 0-1 0 0,0 0 1 0 0,0 0-1 0 0,0 0 0 0 0,0 0 1 0 0,0-1-1 0 0,0 1 1 0 0,0 0-1 0 0,0 0 0 0 0,0-1 1 0 0,0 1-1 0 0,0-1 1 0 0,1 1-1 0 0,-1-1 1 0 0,0 0-1 0 0,0 1 0 0 0,1-1 1 0 0,-1 0-1 0 0,0 0 1 0 0,1 0-1 0 0,-1 0 0 0 0,0 0 1 0 0,2 0-1 0 0,45-1 321 0 0,-38 0-316 0 0,41-2 165 0 0,58-1-2392 0 0,-38 9-3911 0 0,-55 1 1016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0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1 556 0 0,'-94'83'13049'0'0,"93"-83"-12957"0"0,0 1 1 0 0,0-1 0 0 0,1 1-1 0 0,-1-1 1 0 0,0 1 0 0 0,1 0-1 0 0,-1-1 1 0 0,0 1 0 0 0,1 0-1 0 0,-1 0 1 0 0,1-1 0 0 0,-1 1-1 0 0,1 0 1 0 0,-1 0 0 0 0,1 0-1 0 0,0 0 1 0 0,-1-1 0 0 0,1 1-1 0 0,0 0 1 0 0,0 0 0 0 0,0 2-1 0 0,0-2-38 0 0,0-1 1 0 0,1 1-1 0 0,-1-1 0 0 0,0 1 1 0 0,1-1-1 0 0,-1 1 0 0 0,1-1 0 0 0,-1 1 1 0 0,1-1-1 0 0,-1 1 0 0 0,1-1 0 0 0,-1 1 1 0 0,1-1-1 0 0,0 0 0 0 0,-1 1 1 0 0,1-1-1 0 0,0 0 0 0 0,-1 0 0 0 0,1 0 1 0 0,0 1-1 0 0,0-1 0 0 0,35 3 517 0 0,22-8-2817 0 0,106-23 0 0 0,-93 13-573 0 0,-11 4-483 0 0,4-1-1089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0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74 1012 0 0,'0'-3'1920'0'0,"4"-13"2462"0"0,-2-1 1 0 0,2-20 3216 0 0,-5 37-7545 0 0,0 0 1 0 0,1 1-1 0 0,-1-1 0 0 0,0 0 1 0 0,1 1-1 0 0,-1-1 1 0 0,0 1-1 0 0,1-1 0 0 0,-1 1 1 0 0,0-1-1 0 0,1 1 0 0 0,-1-1 1 0 0,1 1-1 0 0,-1 0 1 0 0,1-1-1 0 0,-1 1 0 0 0,1 0 1 0 0,0-1-1 0 0,-1 1 1 0 0,1 0-1 0 0,-1 0 0 0 0,-7 22 568 0 0,5-15-375 0 0,-53 148 1640 0 0,0 1-873 0 0,-88 209-204 0 0,121-308-3639 0 0,40-110-11841 0 0,-11 31 9501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1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0 200 1512 0 0,'10'-28'2912'0'0,"1"0"1"0"0,1 1-1 0 0,2 1 0 0 0,28-45 0 0 0,-40 69-2784 0 0,0 0-1 0 0,0 1 1 0 0,0-1-1 0 0,0 0 0 0 0,0 1 1 0 0,0 0-1 0 0,0-1 0 0 0,1 1 1 0 0,-1 0-1 0 0,0 0 0 0 0,1 0 1 0 0,-1 0-1 0 0,1 1 0 0 0,-1-1 1 0 0,1 1-1 0 0,-1-1 1 0 0,1 1-1 0 0,-1 0 0 0 0,1 0 1 0 0,-1 0-1 0 0,1 0 0 0 0,2 1 1 0 0,2 0 60 0 0,0 1-1 0 0,0-1 1 0 0,0 1 0 0 0,0 0 0 0 0,0 1 0 0 0,8 4 0 0 0,-2 0 120 0 0,-1 1 0 0 0,0 0 1 0 0,0 0-1 0 0,-1 2 0 0 0,0-1 1 0 0,-1 1-1 0 0,0 1 0 0 0,-1 0 1 0 0,9 13-1 0 0,-7-8 176 0 0,-1 2 1 0 0,-1-1-1 0 0,-1 2 0 0 0,0-1 1 0 0,10 37-1 0 0,-10-15 55 0 0,-1 0-1 0 0,-2 1 1 0 0,-2-1-1 0 0,-2 1 1 0 0,-7 76-1 0 0,4-93-465 0 0,-1-2-20 0 0,1 1 1 0 0,1 0 0 0 0,1 0-1 0 0,4 28 1 0 0,-4-49-62 0 0,0 0 0 0 0,1 0-1 0 0,0 0 1 0 0,-1 0 0 0 0,1 0 0 0 0,0 0 0 0 0,0 0 0 0 0,0 0 0 0 0,0 0 0 0 0,1 0 0 0 0,-1 0 0 0 0,0-1 0 0 0,1 1-1 0 0,-1 0 1 0 0,1-1 0 0 0,0 1 0 0 0,-1-1 0 0 0,1 0 0 0 0,3 2 0 0 0,-2-1-159 0 0,1-1 0 0 0,0 1-1 0 0,0-1 1 0 0,1 0 0 0 0,-1 0 0 0 0,0 0 0 0 0,0-1-1 0 0,0 1 1 0 0,7-1 0 0 0,1-1-780 0 0,0 0 0 0 0,0-1 0 0 0,0 0 0 0 0,-1-1 0 0 0,1 0 1 0 0,15-7-1 0 0,-11 2-1667 0 0,0 0 1 0 0,0-1 0 0 0,-1 0 0 0 0,19-16 0 0 0,-15 8-3334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1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28 2428 0 0,'-153'23'15206'0'0,"156"-24"-14966"0"0,5-4-194 0 0,1 2 0 0 0,0-1 0 0 0,0 1 0 0 0,0 0 0 0 0,0 1 0 0 0,10-2 0 0 0,62-5-1309 0 0,-57 6 557 0 0,45-2-1797 0 0,-11 0-2809 0 0,-21 2-696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5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 2720 0 0,'-9'15'17888'0'0,"22"-10"-17069"0"0,224-19 313 0 0,-234 13-1101 0 0,4-1 104 0 0,-4 0-158 0 0,17 1-2506 0 0,-23-5 363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6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122 112 312 0 0,'0'-8'4001'0'0,"3"-31"6386"0"0,-2 36-10198 0 0,-1 1 0 0 0,1 0 0 0 0,0-1-1 0 0,0 1 1 0 0,0 0 0 0 0,1 0 0 0 0,-1 0 0 0 0,0 0-1 0 0,1 0 1 0 0,-1 0 0 0 0,1 0 0 0 0,0 0 0 0 0,-1 0-1 0 0,1 1 1 0 0,2-2 0 0 0,2-1-35 0 0,1 0-1 0 0,-1 0 1 0 0,1 1-1 0 0,-1 0 1 0 0,1 0-1 0 0,0 1 1 0 0,0 0 0 0 0,0 0-1 0 0,1 1 1 0 0,-1 0-1 0 0,8-1 1 0 0,-10 2-125 0 0,-1 0 0 0 0,1 0 0 0 0,0 1-1 0 0,0 0 1 0 0,-1-1 0 0 0,1 1 0 0 0,-1 1 0 0 0,1-1 0 0 0,-1 1 0 0 0,1 0 0 0 0,-1 0-1 0 0,0 0 1 0 0,0 0 0 0 0,0 1 0 0 0,0 0 0 0 0,0 0 0 0 0,0 0 0 0 0,4 5 0 0 0,-6-6-18 0 0,0 0 1 0 0,-1 1-1 0 0,0-1 1 0 0,1 0-1 0 0,-1 0 1 0 0,0 1-1 0 0,0-1 1 0 0,0 1-1 0 0,0-1 1 0 0,0 1-1 0 0,-1-1 1 0 0,1 1-1 0 0,-1-1 1 0 0,0 1-1 0 0,0 3 1 0 0,0-1 0 0 0,-1 0 1 0 0,1 0 0 0 0,-1 1 0 0 0,-1-1 0 0 0,1 0-1 0 0,-1 0 1 0 0,-2 5 0 0 0,-5 7 7 0 0,0 0 1 0 0,-1-1-1 0 0,-14 18 0 0 0,17-25-10 0 0,6-8-7 0 0,-20 27 88 0 0,-29 32 0 0 0,49-59-30 0 0,1 0-61 0 0,0-1 1 0 0,0 0-1 0 0,0 0 1 0 0,-1 1-1 0 0,1-1 1 0 0,0 0-1 0 0,0 0 1 0 0,0 1-1 0 0,0-1 1 0 0,0 0-1 0 0,0 0 0 0 0,0 1 1 0 0,0-1-1 0 0,0 0 1 0 0,0 0-1 0 0,0 1 1 0 0,0-1-1 0 0,1 0 1 0 0,-1 0-1 0 0,0 1 1 0 0,0-1-1 0 0,0 0 1 0 0,0 0-1 0 0,0 1 0 0 0,0-1 1 0 0,1 0-1 0 0,-1 0 1 0 0,0 0-1 0 0,0 1 1 0 0,0-1-1 0 0,12 2-3 0 0,9 3 9 0 0,-8-2 63 0 0,-1 1 1 0 0,0 1 0 0 0,0 0 0 0 0,-1 1-1 0 0,1 0 1 0 0,-1 1 0 0 0,-1 0 0 0 0,1 0-1 0 0,-1 1 1 0 0,-1 1 0 0 0,1 0 0 0 0,12 16-1 0 0,-20-22-39 0 0,-1 0-1 0 0,1-1 1 0 0,-1 1 0 0 0,0 0-1 0 0,0 0 1 0 0,-1 0-1 0 0,1 1 1 0 0,0-1-1 0 0,-1 0 1 0 0,0 0-1 0 0,0 0 1 0 0,0 0-1 0 0,0 1 1 0 0,0-1 0 0 0,-1 0-1 0 0,1 0 1 0 0,-1 0-1 0 0,0 0 1 0 0,0 0-1 0 0,0 0 1 0 0,0 0-1 0 0,-1 0 1 0 0,1 0-1 0 0,-1-1 1 0 0,0 1 0 0 0,1 0-1 0 0,-1-1 1 0 0,-1 0-1 0 0,-1 3 1 0 0,-2 1-3 0 0,1 0 1 0 0,-1-1-1 0 0,0 1 1 0 0,-1-1-1 0 0,1-1 1 0 0,-1 1-1 0 0,0-1 1 0 0,0 0-1 0 0,0-1 1 0 0,-12 5-1 0 0,2-4-35 0 0,1 0 0 0 0,-1-1 0 0 0,0 0 0 0 0,0-1 0 0 0,0-2 0 0 0,0 1 0 0 0,0-2 1 0 0,0 0-1 0 0,0-1 0 0 0,0-1 0 0 0,-30-9 0 0 0,41 10-458 0 0,0 0-1 0 0,1 0 1 0 0,-1 0 0 0 0,1-1 0 0 0,-8-5-1 0 0,0-8-3620 0 0,13 15 3464 0 0,-1-1-1 0 0,1 0 1 0 0,-1 1 0 0 0,1-1 0 0 0,0 0 0 0 0,0 1 0 0 0,-1-1 0 0 0,1 0 0 0 0,0 0 0 0 0,1 1 0 0 0,-1-3 0 0 0,4-10-5364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8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21 668 0 0,'-2'-1'4991'0'0,"-45"-18"10533"0"0,80 19-15249 0 0,131 10-2089 0 0,-141-9 534 0 0,6-1-1780 0 0,0-2-4143 0 0,-12-1 1506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8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20 100 828 0 0,'-2'-28'9180'0'0,"9"5"-3637"0"0,-5 20-5286 0 0,0 1-1 0 0,0-1 0 0 0,0 1 1 0 0,0-1-1 0 0,0 1 0 0 0,0 0 1 0 0,1 0-1 0 0,-1 0 1 0 0,1 0-1 0 0,0 0 0 0 0,-1 1 1 0 0,1-1-1 0 0,0 1 0 0 0,0 0 1 0 0,3-1-1 0 0,7-2 34 0 0,-1 0 1 0 0,1 1-1 0 0,0 1 0 0 0,0 0 0 0 0,0 1 1 0 0,20 0-1 0 0,-24 1-245 0 0,1 1 1 0 0,-1 0-1 0 0,1 1 1 0 0,-1 0-1 0 0,0 0 1 0 0,0 1-1 0 0,0 0 0 0 0,0 1 1 0 0,12 6-1 0 0,-19-9-42 0 0,-1 0 0 0 0,0-1 0 0 0,0 1 0 0 0,1 0 0 0 0,-1 0 0 0 0,0 0 0 0 0,0 1 0 0 0,0-1 0 0 0,0 0 0 0 0,0 0-1 0 0,0 1 1 0 0,0-1 0 0 0,-1 0 0 0 0,1 1 0 0 0,0-1 0 0 0,-1 1 0 0 0,1-1 0 0 0,-1 1 0 0 0,1-1 0 0 0,-1 1 0 0 0,0-1 0 0 0,0 3 0 0 0,0-1 11 0 0,0 1 1 0 0,-1-1-1 0 0,1 1 1 0 0,-1-1-1 0 0,0 0 1 0 0,0 1-1 0 0,0-1 1 0 0,-1 0-1 0 0,-2 6 1 0 0,-3 2 27 0 0,-1 0 0 0 0,0 0 0 0 0,-1-1 0 0 0,-10 10 0 0 0,-3-1-29 0 0,18-15-9 0 0,-1-1 0 0 0,1 1 0 0 0,-1 0 0 0 0,1 0 0 0 0,0 1 0 0 0,1-1 0 0 0,-6 8 0 0 0,8-10-14 0 0,12 6 20 0 0,14 3-26 0 0,82 37 159 0 0,-92-40 9 0 0,0 1 1 0 0,-1 0 0 0 0,0 1 0 0 0,22 21-1 0 0,-33-29-56 0 0,-1 0 0 0 0,0 1-1 0 0,0-1 1 0 0,0 1 0 0 0,0-1-1 0 0,0 1 1 0 0,-1 0 0 0 0,1 0-1 0 0,-1-1 1 0 0,1 1 0 0 0,-1 0-1 0 0,0 0 1 0 0,0 1 0 0 0,-1-1-1 0 0,1 0 1 0 0,-1 0 0 0 0,1 0-1 0 0,-1 6 1 0 0,-1-5-20 0 0,1 0 0 0 0,-1-1 0 0 0,-1 1 0 0 0,1 0 0 0 0,0-1 0 0 0,-1 1 0 0 0,0 0 0 0 0,0-1 0 0 0,0 0 1 0 0,0 1-1 0 0,0-1 0 0 0,-1 0 0 0 0,-3 3 0 0 0,-3 3 49 0 0,-1-1 0 0 0,0 0 0 0 0,-1 0 0 0 0,0-1 1 0 0,0-1-1 0 0,0 0 0 0 0,-25 9 0 0 0,12-7-125 0 0,-1-1-1 0 0,-1-1 0 0 0,1-1 1 0 0,-1-2-1 0 0,0 0 1 0 0,0-2-1 0 0,-44-3 1 0 0,61 1-1112 0 0,1-1 0 0 0,-1 0 0 0 0,1 0 1 0 0,-13-5-1 0 0,20 6 845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4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86 1112 0 0,'0'0'968'0'0,"13"-8"2187"0"0,9-15 1648 0 0,-21 23-4673 0 0,-1 0 1 0 0,1 0-1 0 0,-1 0 1 0 0,1-1-1 0 0,-1 1 1 0 0,1 0 0 0 0,-1 0-1 0 0,1 0 1 0 0,-1-1-1 0 0,0 1 1 0 0,1 0-1 0 0,-1-1 1 0 0,1 1 0 0 0,-1 0-1 0 0,0-1 1 0 0,1 1-1 0 0,-1 0 1 0 0,0-1 0 0 0,1 1-1 0 0,-1-1 1 0 0,0 1-1 0 0,0-1 1 0 0,0 1-1 0 0,1-1 1 0 0,-1 1 0 0 0,0-1-1 0 0,0 1 1 0 0,0-1-1 0 0,0 1 1 0 0,0-1-1 0 0,0 1 1 0 0,0-1 0 0 0,0 1-1 0 0,0-1 1 0 0,0 1-1 0 0,0-1 1 0 0,0 0-1 0 0,0 0-50 0 0,0 0-1 0 0,0 0 0 0 0,0 0 1 0 0,-1 0-1 0 0,1 0 0 0 0,0 0 1 0 0,0 0-1 0 0,-1 0 0 0 0,1 0 1 0 0,-1 0-1 0 0,1 0 0 0 0,-1 0 1 0 0,1 1-1 0 0,-1-1 0 0 0,1 0 1 0 0,-1 0-1 0 0,-1-1 1 0 0,1 1-58 0 0,-6-2 53 0 0,1 0 1 0 0,0 0-1 0 0,-1 1 0 0 0,-8-3 1 0 0,1 3-70 0 0,0 1 1 0 0,-26 0-1 0 0,21 2-6 0 0,-1 1-1 0 0,0 0 0 0 0,1 2 1 0 0,-31 9-1 0 0,46-12 0 0 0,1 0 1 0 0,-1 0 0 0 0,0 1-1 0 0,1-1 1 0 0,-1 1-1 0 0,1 0 1 0 0,-1 0-1 0 0,1 0 1 0 0,0 0 0 0 0,-4 3-1 0 0,2 0-3 0 0,3-4 8 0 0,1 1-1 0 0,-1-1 0 0 0,1 1 0 0 0,0 0-1 0 0,0 0 1 0 0,-1 0 0 0 0,1 0 0 0 0,0 0-1 0 0,1 0 1 0 0,-1 0 0 0 0,0 0 0 0 0,1 0-1 0 0,-1 4 1 0 0,-29 294 3006 0 0,24-219-2729 0 0,-4 82 491 0 0,-32 273 546 0 0,-4-150-300 0 0,-14 236 905 0 0,42-249-971 0 0,5-59-200 0 0,-8 54 872 0 0,10-162-967 0 0,0 44-136 0 0,11-133-473 0 0,-1-9-10 0 0,1-1 0 0 0,0 1 0 0 0,1 0 0 0 0,-1-1 0 0 0,2 1 1 0 0,2 10-1 0 0,-3-15-47 0 0,0-1 1 0 0,0 0 0 0 0,0 0-1 0 0,1 0 1 0 0,-1 0 0 0 0,1 0-1 0 0,-1 0 1 0 0,1 0 0 0 0,0 0-1 0 0,0 0 1 0 0,0-1 0 0 0,0 1-1 0 0,0-1 1 0 0,0 1 0 0 0,0-1-1 0 0,1 0 1 0 0,-1 0 0 0 0,0 0-1 0 0,1 0 1 0 0,-1 0-1 0 0,1-1 1 0 0,-1 1 0 0 0,1-1-1 0 0,2 1 1 0 0,11 0-461 0 0,-1 0-1 0 0,1 0 1 0 0,-1-2 0 0 0,26-3-1 0 0,64-17-2381 0 0,-78 15 2022 0 0,139-35-4375 0 0,-55 9-1312 0 0,-4 0-3087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5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75 716 0 0,'-22'-20'14544'0'0,"22"19"-14467"0"0,0-1 1 0 0,0 1-1 0 0,0-1 0 0 0,1 1 0 0 0,-1 0 0 0 0,1-1 1 0 0,-1 1-1 0 0,1 0 0 0 0,-1 0 0 0 0,1-1 1 0 0,0 1-1 0 0,0 0 0 0 0,-1 0 0 0 0,1 0 1 0 0,0 0-1 0 0,0 0 0 0 0,0 0 0 0 0,2-1 1 0 0,1-1 29 0 0,0 0 0 0 0,-1 1-1 0 0,2 0 1 0 0,-1-1 0 0 0,7-1 0 0 0,-2 1-43 0 0,0 0 0 0 0,0 1 1 0 0,0 0-1 0 0,1 0 0 0 0,9 1 0 0 0,-12 1-46 0 0,0 0 0 0 0,1 0 0 0 0,-1 1 0 0 0,0 0 0 0 0,0 0 0 0 0,0 1 0 0 0,0 0 0 0 0,0 0 0 0 0,0 1 0 0 0,-1 0 0 0 0,1 0 1 0 0,-1 0-1 0 0,11 9 0 0 0,-13-9-6 0 0,-1 0-1 0 0,1 1 1 0 0,-1 0 0 0 0,0 0 0 0 0,0 0 0 0 0,0 0-1 0 0,-1 1 1 0 0,1-1 0 0 0,-1 1 0 0 0,0-1 0 0 0,0 1 0 0 0,-1 0-1 0 0,0 0 1 0 0,1 0 0 0 0,-2 0 0 0 0,1 0 0 0 0,0 0 0 0 0,-1 0-1 0 0,0 0 1 0 0,-1 5 0 0 0,0 6 11 0 0,-2-1 0 0 0,0 1 0 0 0,-1-1 0 0 0,0 0 1 0 0,-1 0-1 0 0,-13 27 0 0 0,-3-3 37 0 0,-30 44 1 0 0,43-69 30 0 0,-7 8 1441 0 0,36-33-1450 0 0,-15 10-77 0 0,-3 1-6 0 0,1-1 0 0 0,-1 1 0 0 0,0 0-1 0 0,1 0 1 0 0,-1 0 0 0 0,0 1 0 0 0,0-1 0 0 0,0 1 0 0 0,1-1 0 0 0,-1 1 0 0 0,0 0 0 0 0,0 1 0 0 0,0-1 0 0 0,0 0 0 0 0,5 4 0 0 0,-2-2 6 0 0,1 1 1 0 0,-1 0 0 0 0,0 0 0 0 0,0 1 0 0 0,0-1 0 0 0,-1 1-1 0 0,6 6 1 0 0,-8-8 41 0 0,-1 0 0 0 0,0 0 1 0 0,0 0-1 0 0,0 1 0 0 0,0-1 0 0 0,0 1 0 0 0,0-1 0 0 0,-1 1 0 0 0,0 0 0 0 0,0-1 0 0 0,0 1 0 0 0,0 0 0 0 0,-1 0 0 0 0,1 5 0 0 0,-1-5 8 0 0,-1-1 0 0 0,1 0 0 0 0,-1 0 0 0 0,0 0 0 0 0,0 0 0 0 0,0 0 1 0 0,0 0-1 0 0,0 0 0 0 0,-1-1 0 0 0,1 1 0 0 0,-1 0 0 0 0,0-1 0 0 0,0 1 0 0 0,0-1 0 0 0,0 1 0 0 0,0-1 0 0 0,0 0 0 0 0,-4 2 0 0 0,0 1 80 0 0,1-1-1 0 0,-1 0 1 0 0,0-1 0 0 0,-1 1 0 0 0,1-1-1 0 0,-11 3 1 0 0,8-4-52 0 0,0 0 0 0 0,0-1 0 0 0,0 0 0 0 0,0 0 0 0 0,-1-1 0 0 0,1 0 0 0 0,0 0 0 0 0,-14-4 0 0 0,-8-2 10 0 0,-33-12 0 0 0,28 8-81 0 0,-3-6-1793 0 0,37 15 988 0 0,51-19-18146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7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0 122 828 0 0,'0'0'9258'0'0,"7"-18"-4071"0"0,-7 14-4968 0 0,1 0 0 0 0,0-1 0 0 0,-1 1 0 0 0,1 0 0 0 0,1 0 0 0 0,-1 0 0 0 0,0 0 1 0 0,1 0-1 0 0,0 0 0 0 0,0 0 0 0 0,0 1 0 0 0,1-1 0 0 0,-1 0 0 0 0,1 1 0 0 0,0 0 0 0 0,0 0 0 0 0,0 0 0 0 0,3-3 0 0 0,-1 3-166 0 0,-1-1 1 0 0,1 1 0 0 0,0 0 0 0 0,0 1 0 0 0,0-1 0 0 0,0 1-1 0 0,1 0 1 0 0,-1 0 0 0 0,0 1 0 0 0,1-1 0 0 0,0 1-1 0 0,-1 0 1 0 0,1 1 0 0 0,11 0 0 0 0,-9 0-26 0 0,1 1 0 0 0,-1 1 0 0 0,0-1 0 0 0,0 1 0 0 0,1 1 0 0 0,-1 0 0 0 0,0 0 1 0 0,-1 0-1 0 0,1 1 0 0 0,-1 0 0 0 0,1 1 0 0 0,11 10 0 0 0,-14-11-13 0 0,-1 0-1 0 0,1 0 1 0 0,-2 1-1 0 0,1-1 1 0 0,0 1-1 0 0,-1 0 1 0 0,0 0-1 0 0,0 1 1 0 0,0-1-1 0 0,-1 1 1 0 0,0-1 0 0 0,0 1-1 0 0,0 0 1 0 0,-1 0-1 0 0,0 0 1 0 0,0-1-1 0 0,0 1 1 0 0,-1 0-1 0 0,0 1 1 0 0,0 5 0 0 0,-2 2 1 0 0,-1 0 0 0 0,0 0 0 0 0,0 0 0 0 0,-2 0 0 0 0,0-1 1 0 0,0 0-1 0 0,-1 0 0 0 0,-1 0 0 0 0,-14 20 0 0 0,-8 6 487 0 0,-52 54 1 0 0,37-45 360 0 0,44-47-839 0 0,-1 0-1 0 0,0 0 0 0 0,0 0 0 0 0,0-1 0 0 0,1 1 1 0 0,-1 0-1 0 0,0 0 0 0 0,1 0 0 0 0,-1 0 0 0 0,1 0 0 0 0,-1 1 1 0 0,1-1-1 0 0,-1 0 0 0 0,1 0 0 0 0,0 0 0 0 0,0 0 0 0 0,-1 0 1 0 0,1 3-1 0 0,0-4-17 0 0,1 1 1 0 0,-1-1 0 0 0,1 1-1 0 0,-1-1 1 0 0,0 1-1 0 0,1-1 1 0 0,-1 1 0 0 0,1-1-1 0 0,-1 0 1 0 0,1 1 0 0 0,-1-1-1 0 0,1 0 1 0 0,-1 1-1 0 0,1-1 1 0 0,0 0 0 0 0,-1 0-1 0 0,1 0 1 0 0,-1 1-1 0 0,1-1 1 0 0,0 0 0 0 0,-1 0-1 0 0,1 0 1 0 0,0 0-1 0 0,0 0 1 0 0,10 0 4 0 0,-1-1 0 0 0,0 0 0 0 0,13-4 0 0 0,-13 3 14 0 0,179-24-508 0 0,-62 13-3718 0 0,-21 2-5617 0 0,-74 7 3051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0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27 1116 0 0,'-10'-4'7305'0'0,"9"3"-6933"0"0,-1 0 1 0 0,0 0 0 0 0,0 0 0 0 0,1 0-1 0 0,-1 1 1 0 0,0-1 0 0 0,0 1-1 0 0,0-1 1 0 0,0 1 0 0 0,1 0-1 0 0,-1 0 1 0 0,0 0 0 0 0,0 0-1 0 0,0 0 1 0 0,0 0 0 0 0,0 0-1 0 0,-3 1 1 0 0,2 1-122 0 0,-1-1 0 0 0,1 1-1 0 0,0-1 1 0 0,0 1 0 0 0,0 0 0 0 0,0 0 0 0 0,1 0-1 0 0,-1 0 1 0 0,-3 4 0 0 0,-2 3 19 0 0,1 1-1 0 0,0-1 1 0 0,0 2 0 0 0,1-1-1 0 0,-6 13 1 0 0,2-1 61 0 0,-10 18 234 0 0,-19 56 0 0 0,35-83-513 0 0,0 0 1 0 0,1 0-1 0 0,1 0 0 0 0,0 1 0 0 0,0-1 1 0 0,2 1-1 0 0,0-1 0 0 0,2 26 1 0 0,-1-33-24 0 0,0 0 1 0 0,1 0-1 0 0,-1-1 1 0 0,1 1-1 0 0,0-1 1 0 0,1 1-1 0 0,-1-1 1 0 0,1 0-1 0 0,0 0 1 0 0,0 0-1 0 0,1 0 1 0 0,-1-1-1 0 0,1 1 1 0 0,0-1-1 0 0,0 0 1 0 0,7 5-1 0 0,-5-5-2 0 0,1 0 0 0 0,-1-1-1 0 0,0 0 1 0 0,1 0 0 0 0,0-1-1 0 0,0 0 1 0 0,0 0-1 0 0,0 0 1 0 0,0-1 0 0 0,0 0-1 0 0,0 0 1 0 0,7-1 0 0 0,-2 0 31 0 0,0-1 0 0 0,-1 0 0 0 0,1-1 0 0 0,-1 0 0 0 0,1-1 0 0 0,-1 0 1 0 0,0 0-1 0 0,0-2 0 0 0,-1 1 0 0 0,1-1 0 0 0,-1-1 0 0 0,0 0 0 0 0,0 0 0 0 0,-1-1 1 0 0,0 0-1 0 0,10-11 0 0 0,-11 8-28 0 0,-1 0 0 0 0,0-1 0 0 0,0 0 0 0 0,-1 0 1 0 0,-1-1-1 0 0,0 0 0 0 0,0 0 0 0 0,-1 0 0 0 0,-1 0 0 0 0,0 0 1 0 0,-1-1-1 0 0,0 0 0 0 0,0-21 0 0 0,-2 18-17 0 0,0 0 1 0 0,-1 0-1 0 0,-1 0 0 0 0,0 0 1 0 0,-1 0-1 0 0,-1 0 0 0 0,-1 1 1 0 0,0-1-1 0 0,-1 1 0 0 0,-10-20 0 0 0,12 29-18 0 0,-1 1-1 0 0,1-1 1 0 0,-1 1-1 0 0,0-1 1 0 0,-1 2-1 0 0,1-1 1 0 0,-1 0-1 0 0,0 1 1 0 0,0 0-1 0 0,0 1 0 0 0,-1-1 1 0 0,1 1-1 0 0,-13-4 1 0 0,14 5-137 0 0,0 1-1 0 0,0-1 1 0 0,0 1 0 0 0,-1 0 0 0 0,1 0 0 0 0,0 1-1 0 0,0-1 1 0 0,-1 1 0 0 0,1 0 0 0 0,0 1 0 0 0,-1-1-1 0 0,1 1 1 0 0,0 0 0 0 0,0 0 0 0 0,0 1 0 0 0,-1 0-1 0 0,2 0 1 0 0,-1 0 0 0 0,-5 3 0 0 0,9-4-52 0 0,0 0 0 0 0,-1 0 0 0 0,1 0 1 0 0,0 0-1 0 0,0 0 0 0 0,0 0 0 0 0,0 0 0 0 0,0 0 0 0 0,0 1 0 0 0,0-1 1 0 0,0 0-1 0 0,0 1 0 0 0,0-1 0 0 0,1 1 0 0 0,-1-1 0 0 0,1 1 0 0 0,-1-1 1 0 0,1 1-1 0 0,0-1 0 0 0,-1 1 0 0 0,1 0 0 0 0,0-1 0 0 0,0 1 1 0 0,0-1-1 0 0,0 1 0 0 0,1 0 0 0 0,-1-1 0 0 0,0 1 0 0 0,1 2 0 0 0,1-1-388 0 0,-1 0-1 0 0,1 1 0 0 0,-1-1 0 0 0,1 0 0 0 0,0 0 0 0 0,1 0 0 0 0,-1 0 0 0 0,0-1 0 0 0,1 1 0 0 0,-1-1 0 0 0,1 1 1 0 0,4 2-1 0 0,12 6-4290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0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26 2216 0 0,'-12'20'13521'0'0,"10"-14"-12224"0"0,13-5-882 0 0,-1-1 1 0 0,1 0 0 0 0,0 0-1 0 0,-1-1 1 0 0,1-1 0 0 0,-1 0-1 0 0,1 0 1 0 0,12-5 0 0 0,14-3 126 0 0,49-11 26 0 0,-84 21-560 0 0,8-2 63 0 0,23 2-5694 0 0,-22 0 1875 0 0,-5-1 2946 0 0,15-3-8585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1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44 1272 0 0,'12'-43'24749'0'0,"-9"52"-21155"0"0,0 44-2743 0 0,-2-1 0 0 0,-2 1-1 0 0,-15 88 1 0 0,0 12-5470 0 0,14-138 2661 0 0,1 8-2251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6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64 1712 0 0,'4'-16'6887'0'0,"-4"13"-5929"0"0,6-41 11790 0 0,-10 64-12366 0 0,-10 38 444 0 0,-5 31-364 0 0,18-80-434 0 0,0 0 1 0 0,1 0-1 0 0,0 0 1 0 0,0 0-1 0 0,1 0 1 0 0,0 0-1 0 0,4 15 1 0 0,-4-21-18 0 0,0 0 0 0 0,0-1 0 0 0,0 1 1 0 0,1 0-1 0 0,-1-1 0 0 0,1 1 0 0 0,-1-1 0 0 0,1 1 0 0 0,0-1 1 0 0,0 0-1 0 0,0 0 0 0 0,0 0 0 0 0,0 0 0 0 0,1 0 0 0 0,-1 0 1 0 0,0-1-1 0 0,6 3 0 0 0,-4-2 3 0 0,1 0 0 0 0,-1-1 0 0 0,1 0 0 0 0,0 0 0 0 0,0 0-1 0 0,0 0 1 0 0,0-1 0 0 0,-1 0 0 0 0,1 0 0 0 0,5-1 0 0 0,0 0 1 0 0,-1 0 0 0 0,0-1 0 0 0,0-1 0 0 0,0 1 0 0 0,-1-1 0 0 0,1-1 0 0 0,-1 0 0 0 0,0 0 0 0 0,1 0 0 0 0,13-12 0 0 0,-5 0 42 0 0,-1 0 1 0 0,-1-1 0 0 0,0-1 0 0 0,-2 0 0 0 0,20-35 0 0 0,3-16 3766 0 0,-49 90-2073 0 0,-3 12-1165 0 0,2 0-1 0 0,1 1 1 0 0,-16 65-1 0 0,17-44-1131 0 0,-7 99 0 0 0,18-127-1745 0 0,1-1 0 0 0,4 33-1 0 0,9 14-10857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09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74 1588 0 0,'-2'-7'2187'0'0,"1"0"0"0"0,0 0 0 0 0,0-1 0 0 0,1 1 0 0 0,0-11 0 0 0,-2-2 5018 0 0,-25 174-4567 0 0,14-87-2446 0 0,11-57-175 0 0,0 0 0 0 0,1 1 0 0 0,0-1 0 0 0,0 1 0 0 0,2 11 1 0 0,-1-19-15 0 0,1-1 1 0 0,-1 1-1 0 0,1 0 1 0 0,0-1-1 0 0,0 1 1 0 0,0-1-1 0 0,0 1 1 0 0,0-1-1 0 0,0 1 1 0 0,1-1-1 0 0,-1 0 1 0 0,1 0-1 0 0,-1 0 1 0 0,1 1-1 0 0,0-2 1 0 0,0 1-1 0 0,0 0 1 0 0,0 0-1 0 0,0-1 1 0 0,0 1 0 0 0,1-1-1 0 0,-1 1 1 0 0,0-1-1 0 0,6 2 1 0 0,0 0-10 0 0,1-1 0 0 0,0 0 0 0 0,-1-1 0 0 0,1 0 0 0 0,0 0 0 0 0,0 0 0 0 0,0-1 0 0 0,0-1 0 0 0,0 0 0 0 0,-1 0 0 0 0,1 0 0 0 0,0-1 1 0 0,-1 0-1 0 0,1-1 0 0 0,-1 0 0 0 0,0-1 0 0 0,0 1 0 0 0,11-8 0 0 0,-8 5 8 0 0,-1-1-1 0 0,0-1 1 0 0,-1 0 0 0 0,0 0-1 0 0,0-1 1 0 0,-1 0-1 0 0,0 0 1 0 0,0-1 0 0 0,-1 0-1 0 0,-1 0 1 0 0,1-1 0 0 0,7-18-1 0 0,-3-8 1712 0 0,-7 21 692 0 0,-5 20-1250 0 0,-2 11-858 0 0,0 0 0 0 0,1 0-1 0 0,0 27 1 0 0,1-11-151 0 0,-4 186-1738 0 0,2-58-3763 0 0,-9-2-6173 0 0,3-100 957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1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49 2228 0 0,'8'-49'28883'0'0,"-12"136"-27762"0"0,1-20-844 0 0,-10 62 141 0 0,-2 21-4457 0 0,16-112-312 0 0,2-27 144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2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707 38 2268 0 0,'-11'-6'4807'0'0,"-40"-17"4750"0"0,33 15-8021 0 0,103 13-1287 0 0,89 10 50 0 0,-168-14-296 0 0,0 0-1 0 0,0 0 0 0 0,0 1 0 0 0,0 0 1 0 0,-1 0-1 0 0,1 0 0 0 0,0 0 1 0 0,-1 1-1 0 0,0 0 0 0 0,0 0 0 0 0,0 1 1 0 0,0 0-1 0 0,0-1 0 0 0,-1 1 0 0 0,1 1 1 0 0,-1-1-1 0 0,6 9 0 0 0,-4-1 77 0 0,0-1-1 0 0,-1 1 0 0 0,0 0 0 0 0,-1 0 1 0 0,0 0-1 0 0,1 14 0 0 0,2 2 294 0 0,2 12 133 0 0,-1 0-1 0 0,3 73 1 0 0,-10 83 569 0 0,-42 320 222 0 0,23-346-911 0 0,-158 1124 3157 0 0,107-747-2052 0 0,23 2-547 0 0,44-513-955 0 0,-22 215 1465 0 0,20-211-48 0 0,0-29-1405 0 0,-4-3 0 0 0,-4-3 0 0 0,-12-1 0 0 0,-1-1 0 0 0,1-2 0 0 0,0 0 0 0 0,0-2 0 0 0,-34-4 0 0 0,24 2 0 0 0,14 2-27 0 0,-154-17-1647 0 0,146 13 1254 0 0,1 0 0 0 0,0-2 0 0 0,0-1 0 0 0,-31-14 1 0 0,53 19-184 0 0,-1 1 1 0 0,1-1 0 0 0,0-1-1 0 0,0 1 1 0 0,0-1 0 0 0,0 0 0 0 0,1 0-1 0 0,0 0 1 0 0,0 0 0 0 0,0-1-1 0 0,0 0 1 0 0,-4-6 0 0 0,6 7-357 0 0,0-1-1 0 0,0 1 1 0 0,0-1 0 0 0,1 1 0 0 0,-1-1 0 0 0,1 0-1 0 0,0 1 1 0 0,1-1 0 0 0,-1 0 0 0 0,1-5 0 0 0,2-15-7223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2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62 784 0 0,'-13'-11'17017'0'0,"13"10"-16772"0"0,13-5-101 0 0,0 1-1 0 0,1 0 0 0 0,-1 1 0 0 0,1 0 0 0 0,0 2 1 0 0,18-3-1 0 0,15-3-431 0 0,-10 2-1490 0 0,14 2-6981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3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0 1912 0 0,'-52'53'9266'0'0,"51"-52"-8896"0"0,1 0-331 0 0,1 0 0 0 0,-1 0 0 0 0,0-1 0 0 0,0 1-1 0 0,0 0 1 0 0,1 0 0 0 0,-1-1 0 0 0,0 1 0 0 0,1 0-1 0 0,-1-1 1 0 0,1 1 0 0 0,-1-1 0 0 0,1 1 0 0 0,-1 0-1 0 0,1-1 1 0 0,-1 1 0 0 0,1-1 0 0 0,0 1 0 0 0,-1-1-1 0 0,1 1 1 0 0,0-1 0 0 0,-1 0 0 0 0,1 1 0 0 0,0-1-1 0 0,-1 0 1 0 0,1 0 0 0 0,0 1 0 0 0,0-1 0 0 0,-1 0-1 0 0,1 0 1 0 0,0 0 0 0 0,0 0 0 0 0,-1 0 0 0 0,1 0 0 0 0,1 0-1 0 0,36-3 61 0 0,-30 2-73 0 0,140-27-6115 0 0,-98 14 1512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4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656 51 1056 0 0,'47'-32'22357'0'0,"-48"31"-22141"0"0,1-3-320 0 0,0 2-34 0 0,-3 2 258 0 0,-9-4-63 0 0,-1 2 1 0 0,0 0-1 0 0,0 0 1 0 0,0 1-1 0 0,0 1 1 0 0,0 0-1 0 0,0 1 1 0 0,-13 2-1 0 0,-107 25-103 0 0,125-26 48 0 0,-4 0-12 0 0,1 1 0 0 0,0 1-1 0 0,0-1 1 0 0,1 2 0 0 0,-1 0-1 0 0,-13 9 1 0 0,-27 19-68 0 0,43-24 70 0 0,-1 0 1 0 0,1 1-1 0 0,1 0 1 0 0,0 1-1 0 0,0-1 1 0 0,1 1 0 0 0,0 0-1 0 0,1 1 1 0 0,0 0-1 0 0,-5 21 1 0 0,-1 13 18 0 0,-7 69-1 0 0,17-107 5 0 0,-50 572 175 0 0,30-295-181 0 0,-31 623 142 0 0,55-611 326 0 0,1-67 414 0 0,-8-138-77 0 0,-3-1-1 0 0,-29 143 0 0 0,30-209-726 0 0,4-15-53 0 0,-1 0-1 0 0,1 0 1 0 0,1 0 0 0 0,0 0 0 0 0,0 0 0 0 0,1 0 0 0 0,2 14 0 0 0,-2-22-30 0 0,1 0 0 0 0,0 0-1 0 0,0 0 1 0 0,0 0 0 0 0,0 0 0 0 0,0-1 0 0 0,1 1-1 0 0,-1 0 1 0 0,0 0 0 0 0,1-1 0 0 0,0 1 0 0 0,-1-1-1 0 0,1 0 1 0 0,0 1 0 0 0,0-1 0 0 0,-1 0 0 0 0,1 0 0 0 0,0 0-1 0 0,0 0 1 0 0,0 0 0 0 0,1 0 0 0 0,-1-1 0 0 0,0 1-1 0 0,0-1 1 0 0,0 0 0 0 0,0 1 0 0 0,0-1 0 0 0,4 0-1 0 0,8 1-151 0 0,0-1 0 0 0,0-1 0 0 0,15-1 0 0 0,-27 1 89 0 0,57-7-1526 0 0,0-3 0 0 0,57-19 1 0 0,111-49-6420 0 0,-148 45 2904 0 0,1-5-2397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5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7 1408 0 0,'8'-7'9275'0'0,"-6"10"-9013"0"0,-1-1 1 0 0,1 0-1 0 0,-1 1 0 0 0,0-1 1 0 0,0 1-1 0 0,0-1 0 0 0,0 1 1 0 0,0 0-1 0 0,-1-1 0 0 0,1 1 1 0 0,-1 0-1 0 0,1 0 1 0 0,-1-1-1 0 0,0 5 0 0 0,-4 47 2147 0 0,2-30-1704 0 0,-4 38 534 0 0,-27 112 0 0 0,6-42-3738 0 0,26-120 747 0 0,0 0 1 0 0,0 0-1 0 0,1-1 0 0 0,0 1 0 0 0,3 13 1 0 0,-1-9-3046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6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 1848 0 0,'0'0'2991'0'0,"-13"-1"-41"0"0,3 12-2328 0 0,2 0 0 0 0,0 0-1 0 0,0 0 1 0 0,1 1 0 0 0,0 0 0 0 0,-6 16-1 0 0,-27 82 649 0 0,38-107-1215 0 0,1 1-14 0 0,-10 29 247 0 0,-13 64 0 0 0,23-89-196 0 0,-1 1 1 0 0,1 1-1 0 0,1-1 0 0 0,0 0 0 0 0,0 0 1 0 0,1 0-1 0 0,0 0 0 0 0,1 0 1 0 0,-1 0-1 0 0,2 0 0 0 0,-1-1 0 0 0,7 15 1 0 0,-7-20 27 0 0,0 0 1 0 0,0 1 0 0 0,0-1 0 0 0,0 0-1 0 0,1 0 1 0 0,-1-1 0 0 0,1 1-1 0 0,0 0 1 0 0,0-1 0 0 0,0 0-1 0 0,0 0 1 0 0,0 1 0 0 0,0-2-1 0 0,1 1 1 0 0,-1 0 0 0 0,1-1 0 0 0,-1 0-1 0 0,1 1 1 0 0,0-1 0 0 0,-1-1-1 0 0,1 1 1 0 0,0 0 0 0 0,0-1-1 0 0,0 0 1 0 0,-1 0 0 0 0,1 0-1 0 0,0-1 1 0 0,6 0 0 0 0,-3-1 22 0 0,-1 1 1 0 0,1-1-1 0 0,-1-1 1 0 0,0 1-1 0 0,0-1 0 0 0,0 0 1 0 0,0-1-1 0 0,0 1 1 0 0,-1-1-1 0 0,1 0 1 0 0,-1 0-1 0 0,0-1 1 0 0,0 0-1 0 0,-1 0 0 0 0,6-7 1 0 0,-2 0-52 0 0,-1-1 0 0 0,0 0 0 0 0,-1 0 0 0 0,-1-1-1 0 0,0 1 1 0 0,-1-1 0 0 0,0 0 0 0 0,3-27 0 0 0,-6 23-69 0 0,1 0-1 0 0,-2 0 1 0 0,-1-1-1 0 0,0 1 1 0 0,-1 0-1 0 0,-7-28 1 0 0,8 42-33 0 0,-1 0 0 0 0,1-1 0 0 0,-1 1 0 0 0,1 0 1 0 0,-1 0-1 0 0,0 1 0 0 0,-1-1 0 0 0,1 0 0 0 0,-1 1 0 0 0,1-1 1 0 0,-1 1-1 0 0,0 0 0 0 0,0 0 0 0 0,-1 0 0 0 0,1 0 1 0 0,-1 0-1 0 0,1 1 0 0 0,-1 0 0 0 0,0-1 0 0 0,0 1 0 0 0,-8-2 1 0 0,9 3-69 0 0,0 1 1 0 0,0 0 0 0 0,0 0-1 0 0,0 0 1 0 0,0 0 0 0 0,0 1-1 0 0,0-1 1 0 0,0 1 0 0 0,0 0-1 0 0,0 0 1 0 0,0 0-1 0 0,0 0 1 0 0,0 0 0 0 0,-4 3-1 0 0,-1 1-368 0 0,1 0 0 0 0,0 0 0 0 0,-12 10 0 0 0,-3 9-1880 0 0,2 0-1 0 0,1 1 1 0 0,1 1-1 0 0,-23 42 0 0 0,21-32-2538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7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28 127 1872 0 0,'-6'20'16281'0'0,"3"-12"-16062"0"0,-1 4-125 0 0,0 0 0 0 0,1 0 0 0 0,0 0 0 0 0,1 0-1 0 0,1 1 1 0 0,0 17 0 0 0,1-7-63 0 0,1 1 0 0 0,6 35 0 0 0,-6-54-4 0 0,0-1 1 0 0,0 0-1 0 0,0 1 1 0 0,0-1-1 0 0,1 0 0 0 0,0 0 1 0 0,-1 0-1 0 0,2 0 1 0 0,-1 0-1 0 0,0 0 1 0 0,1 0-1 0 0,0-1 1 0 0,0 1-1 0 0,0-1 0 0 0,5 5 1 0 0,-5-6 25 0 0,1 0-1 0 0,-1-1 1 0 0,1 1 0 0 0,0-1-1 0 0,-1 1 1 0 0,1-1 0 0 0,0 0-1 0 0,0-1 1 0 0,0 1 0 0 0,0-1-1 0 0,0 1 1 0 0,-1-1 0 0 0,1 0-1 0 0,0-1 1 0 0,0 1 0 0 0,0-1 0 0 0,0 1-1 0 0,5-3 1 0 0,0 0 6 0 0,0 0 1 0 0,0 0-1 0 0,-1-1 1 0 0,0 0 0 0 0,1-1-1 0 0,-1 0 1 0 0,-1 0-1 0 0,1-1 1 0 0,-1 0-1 0 0,0 0 1 0 0,0-1-1 0 0,-1 0 1 0 0,0 0-1 0 0,0 0 1 0 0,-1-1-1 0 0,0 0 1 0 0,0 0 0 0 0,0 0-1 0 0,-1 0 1 0 0,-1-1-1 0 0,1 0 1 0 0,2-11-1 0 0,-3 7-54 0 0,0 0 1 0 0,0 0-1 0 0,-2 0 0 0 0,1 0 0 0 0,-2 0 0 0 0,1 0 0 0 0,-2-1 1 0 0,0 1-1 0 0,0 0 0 0 0,-2 0 0 0 0,1 0 0 0 0,-2 0 0 0 0,1 0 1 0 0,-2 1-1 0 0,-7-15 0 0 0,9 21-141 0 0,-1 1-1 0 0,1 0 1 0 0,-1 0 0 0 0,-1 1 0 0 0,1-1-1 0 0,-1 1 1 0 0,1 0 0 0 0,-1 0-1 0 0,0 0 1 0 0,-1 1 0 0 0,1 0-1 0 0,-1 0 1 0 0,-8-4 0 0 0,12 7-100 0 0,1 0 0 0 0,-1-1 0 0 0,1 1 0 0 0,-1 0 0 0 0,1 0 0 0 0,-1 1 0 0 0,1-1 0 0 0,-1 0 0 0 0,1 0 0 0 0,-1 1 0 0 0,1-1 0 0 0,0 1 1 0 0,-3 0-1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5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2432 0 0,'41'-44'14794'0'0,"-34"39"-12443"0"0,-7 4-2303 0 0,0 1 1 0 0,1 0-1 0 0,-1-1 1 0 0,0 1-1 0 0,0 0 0 0 0,0 0 1 0 0,0-1-1 0 0,0 1 1 0 0,1 0-1 0 0,-1 0 0 0 0,0-1 1 0 0,0 1-1 0 0,0 0 1 0 0,1 0-1 0 0,-1 0 0 0 0,0-1 1 0 0,0 1-1 0 0,1 0 0 0 0,-1 0 1 0 0,0 0-1 0 0,0 0 1 0 0,1-1-1 0 0,-1 1 0 0 0,0 0 1 0 0,0 0-1 0 0,1 0 1 0 0,-1 0-1 0 0,0 0 0 0 0,1 0 1 0 0,-1 0-1 0 0,0 0 1 0 0,1 0-1 0 0,-1 0 0 0 0,0 0 1 0 0,0 0-1 0 0,1 0 1 0 0,-1 0-1 0 0,0 0 0 0 0,1 1 1 0 0,-1-1-1 0 0,0 0 1 0 0,0 0-1 0 0,1 0 0 0 0,-1 0 1 0 0,0 0-1 0 0,0 1 0 0 0,1-1 1 0 0,-1 0-1 0 0,0 0 1 0 0,0 0-1 0 0,0 1 0 0 0,1-1 1 0 0,-1 0-1 0 0,0 0 1 0 0,0 1-1 0 0,0-1 0 0 0,0 0 1 0 0,1 0-1 0 0,-1 1 1 0 0,0-1-1 0 0,0 0 0 0 0,0 1 1 0 0,0-1-1 0 0,0 0 1 0 0,0 0-1 0 0,0 1 0 0 0,0-1 1 0 0,0 1-1 0 0,3 14 161 0 0,-1 0 1 0 0,0 0-1 0 0,-1 0 0 0 0,-1 25 1 0 0,-11 66 47 0 0,1-27-211 0 0,6-28-1091 0 0,-3 40-4235 0 0,10-29-3678 0 0,0-43 2379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6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10 136 700 0 0,'12'-30'7101'0'0,"-8"19"-5050"0"0,0 0 1 0 0,-1 0 0 0 0,3-20 0 0 0,1-5 2767 0 0,-4 31-3038 0 0,-1 20-1364 0 0,-10 219-7 0 0,-5-117-3437 0 0,-10-3-7704 0 0,16-89 3458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7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90 115 1716 0 0,'-2'-22'12964'0'0,"2"21"-12885"0"0,0 1 1 0 0,0 0-1 0 0,0-1 1 0 0,0 1-1 0 0,0 0 0 0 0,0 0 1 0 0,0-1-1 0 0,0 1 0 0 0,0 0 1 0 0,0-1-1 0 0,0 1 1 0 0,0 0-1 0 0,0 0 0 0 0,-1-1 1 0 0,1 1-1 0 0,0 0 1 0 0,0 0-1 0 0,0 0 0 0 0,0-1 1 0 0,-1 1-1 0 0,1 0 0 0 0,0 0 1 0 0,0 0-1 0 0,-1-1 1 0 0,1 1-1 0 0,0 0 0 0 0,0 0 1 0 0,-1 0-1 0 0,1 0 1 0 0,-10 17 92 0 0,1 0 1 0 0,0 1 0 0 0,1 0-1 0 0,1 1 1 0 0,-7 31 0 0 0,5-12-18 0 0,-5 76 1 0 0,13-110-145 0 0,0 20 75 0 0,0 1 0 0 0,3 27 1 0 0,-2-46-9 0 0,1 0 1 0 0,0 0 0 0 0,0 0 0 0 0,1 0-1 0 0,0 0 1 0 0,0 0 0 0 0,0-1-1 0 0,0 1 1 0 0,1-1 0 0 0,0 1-1 0 0,0-1 1 0 0,1 0 0 0 0,-1 0-1 0 0,6 5 1 0 0,-5-7-32 0 0,-1-1 0 0 0,1 1 0 0 0,-1-1 0 0 0,1 0 0 0 0,0 0 0 0 0,0 0 0 0 0,0-1 0 0 0,0 0 0 0 0,0 1 0 0 0,0-1 0 0 0,0-1 0 0 0,1 1 0 0 0,-1 0 0 0 0,0-1 0 0 0,0 0 0 0 0,1 0-1 0 0,-1 0 1 0 0,0-1 0 0 0,0 0 0 0 0,1 1 0 0 0,-1-1 0 0 0,0-1 0 0 0,5-1 0 0 0,1-1 30 0 0,-1 0 0 0 0,1-1 0 0 0,-1 1 0 0 0,0-2 0 0 0,0 1 0 0 0,-1-2 0 0 0,0 1 0 0 0,11-11 0 0 0,-8 4-44 0 0,0 0 0 0 0,-1-1 1 0 0,-1 0-1 0 0,0 0 1 0 0,-1-1-1 0 0,0 0 0 0 0,-1 0 1 0 0,-1-1-1 0 0,-1 0 0 0 0,0 0 1 0 0,-1 0-1 0 0,4-31 1 0 0,-7 35-16 0 0,0 1 1 0 0,-1-1 0 0 0,0 0 0 0 0,-1 1 0 0 0,0-1 0 0 0,-1 1 0 0 0,0-1 0 0 0,0 1 0 0 0,-2 0 0 0 0,1 0 0 0 0,-1 0 0 0 0,-1 0 0 0 0,0 1 0 0 0,-1-1 0 0 0,0 1 0 0 0,0 1 0 0 0,-1-1-1 0 0,0 1 1 0 0,-11-11 0 0 0,-16-7-2597 0 0,12 12-3478 0 0,-41-20 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8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30 2052 0 0,'-8'-10'9561'0'0,"6"12"-9359"0"0,-1-1-1 0 0,1 0 0 0 0,-1 1 1 0 0,1 0-1 0 0,0 0 1 0 0,-1-1-1 0 0,1 1 1 0 0,0 1-1 0 0,0-1 1 0 0,1 0-1 0 0,-1 0 1 0 0,0 1-1 0 0,1-1 0 0 0,-3 5 1 0 0,-19 46 1280 0 0,17-40-1089 0 0,-45 131 1606 0 0,45-123-1860 0 0,2 0-1 0 0,0 0 0 0 0,1 0 0 0 0,1 1 0 0 0,1 23 0 0 0,1-36-29 0 0,1 0 0 0 0,0 0 0 0 0,1 0 0 0 0,0-1-1 0 0,0 1 1 0 0,0 0 0 0 0,1-1 0 0 0,1 1-1 0 0,-1-1 1 0 0,7 9 0 0 0,-8-13-27 0 0,1 0 1 0 0,0-1-1 0 0,0 0 0 0 0,0 1 0 0 0,1-1 1 0 0,-1 0-1 0 0,1 0 0 0 0,-1-1 0 0 0,1 1 1 0 0,0-1-1 0 0,0 0 0 0 0,0 0 0 0 0,0 0 1 0 0,1 0-1 0 0,-1-1 0 0 0,0 0 0 0 0,1 1 1 0 0,-1-2-1 0 0,1 1 0 0 0,-1-1 0 0 0,9 1 1 0 0,-2-2 19 0 0,-1 0 0 0 0,1 0 0 0 0,0-1 0 0 0,0 0 0 0 0,0-1 0 0 0,-1 0 0 0 0,0-1 0 0 0,0 0 0 0 0,0 0 0 0 0,0-1 0 0 0,0-1 0 0 0,-1 0 0 0 0,0 0 0 0 0,0 0 0 0 0,-1-1 0 0 0,0-1 0 0 0,0 1 0 0 0,0-1 0 0 0,-1-1 0 0 0,0 1 0 0 0,-1-1 0 0 0,8-16 0 0 0,-4 9-60 0 0,-2-1-1 0 0,0-1 0 0 0,-2 0 1 0 0,1 0-1 0 0,-2 0 1 0 0,-1-1-1 0 0,0 1 0 0 0,-1-1 1 0 0,-1 0-1 0 0,-1 0 0 0 0,-1 0 1 0 0,-2-24-1 0 0,1 33-41 0 0,-1-1 0 0 0,0 1 0 0 0,0 0 1 0 0,-1 0-1 0 0,-1 0 0 0 0,1 0 0 0 0,-2 1 0 0 0,1-1 0 0 0,-10-11 0 0 0,11 16-1 0 0,-1 0-1 0 0,1 1 0 0 0,-1-1 0 0 0,0 1 0 0 0,-1 0 1 0 0,1 1-1 0 0,-1-1 0 0 0,0 1 0 0 0,0 0 0 0 0,0 0 0 0 0,0 0 1 0 0,0 0-1 0 0,-1 1 0 0 0,1 0 0 0 0,-1 1 0 0 0,1-1 0 0 0,-13-1 1 0 0,12 2-189 0 0,-1 1 1 0 0,1 0-1 0 0,-1 0 0 0 0,0 1 1 0 0,1 0-1 0 0,-1 0 1 0 0,1 0-1 0 0,-1 1 1 0 0,1 0-1 0 0,0 0 0 0 0,0 1 1 0 0,0 0-1 0 0,0 0 1 0 0,0 0-1 0 0,0 1 1 0 0,1 0-1 0 0,0 0 1 0 0,-1 0-1 0 0,2 0 0 0 0,-1 1 1 0 0,0 0-1 0 0,-6 9 1 0 0,6-7-616 0 0,1 1 0 0 0,-1 0 0 0 0,1 0 0 0 0,1 0 0 0 0,-1 0 0 0 0,1 0 0 0 0,1 1 0 0 0,0-1 0 0 0,0 1 0 0 0,0 0 0 0 0,1 0 0 0 0,1-1 0 0 0,-1 1 0 0 0,2 0 0 0 0,-1 0 0 0 0,3 14 0 0 0,2-3-3944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9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89 792 0 0,'3'-46'10108'0'0,"-4"43"-9641"0"0,1 0 0 0 0,-1 0 0 0 0,1 0 0 0 0,-1 0 0 0 0,0 0 0 0 0,-2-6 0 0 0,2 9-421 0 0,1-1-1 0 0,-1 1 1 0 0,1-1-1 0 0,-1 1 1 0 0,1-1-1 0 0,-1 1 0 0 0,0-1 1 0 0,1 1-1 0 0,-1-1 1 0 0,1 1-1 0 0,-1 0 1 0 0,0-1-1 0 0,1 1 1 0 0,-1 0-1 0 0,0 0 0 0 0,0 0 1 0 0,1-1-1 0 0,-1 1 1 0 0,0 0-1 0 0,1 0 1 0 0,-1 0-1 0 0,0 0 1 0 0,0 0-1 0 0,1 0 1 0 0,-1 0-1 0 0,0 1 0 0 0,1-1 1 0 0,-1 0-1 0 0,-1 1 1 0 0,-19 8 277 0 0,6 3-231 0 0,1 1 1 0 0,0 1-1 0 0,1 0 0 0 0,1 0 0 0 0,0 1 1 0 0,1 1-1 0 0,0 0 0 0 0,-11 25 0 0 0,12-20-56 0 0,1 0 0 0 0,1 1 1 0 0,1 0-1 0 0,0 0 0 0 0,2 1 0 0 0,-4 36 0 0 0,8-52 52 0 0,1 0 1 0 0,0 0-1 0 0,0 0 1 0 0,1 0-1 0 0,0 0 1 0 0,0 0-1 0 0,1 0 1 0 0,-1-1-1 0 0,1 1 1 0 0,1 0-1 0 0,-1-1 0 0 0,1 0 1 0 0,1 1-1 0 0,-1-1 1 0 0,1 0-1 0 0,7 8 1 0 0,-8-11 7 0 0,1 1 0 0 0,0-1 1 0 0,-1 1-1 0 0,2-1 1 0 0,-1-1-1 0 0,0 1 0 0 0,1 0 1 0 0,-1-1-1 0 0,1 0 0 0 0,0 0 1 0 0,-1-1-1 0 0,1 1 0 0 0,0-1 1 0 0,0 0-1 0 0,0 0 0 0 0,0-1 1 0 0,0 1-1 0 0,1-1 0 0 0,-1 0 1 0 0,0-1-1 0 0,0 1 1 0 0,0-1-1 0 0,6-2 0 0 0,2 0 25 0 0,-1-1 0 0 0,0-1 0 0 0,0 0-1 0 0,0-1 1 0 0,-1 0 0 0 0,0-1 0 0 0,0 0 0 0 0,-1 0-1 0 0,0-1 1 0 0,0-1 0 0 0,0 0 0 0 0,-2 0 0 0 0,1-1-1 0 0,-1 0 1 0 0,0 0 0 0 0,-1-1 0 0 0,0 0-1 0 0,7-17 1 0 0,-7 13-69 0 0,0 0 0 0 0,-1-1-1 0 0,-1 0 1 0 0,-1 1 0 0 0,0-2 0 0 0,-1 1-1 0 0,-1 0 1 0 0,0-1 0 0 0,-1 1 0 0 0,-1-1-1 0 0,-1 1 1 0 0,0-1 0 0 0,-1 1-1 0 0,-5-20 1 0 0,5 30-50 0 0,1 1 1 0 0,-1 0-1 0 0,0 0 0 0 0,-1 0 0 0 0,1 0 0 0 0,-1 0 0 0 0,0 0 1 0 0,0 1-1 0 0,0 0 0 0 0,-1-1 0 0 0,1 1 0 0 0,-1 0 0 0 0,0 1 1 0 0,0-1-1 0 0,-1 1 0 0 0,1-1 0 0 0,-7-2 0 0 0,7 4-64 0 0,-1 0-1 0 0,1 1 0 0 0,0 0 0 0 0,0 0 0 0 0,-1 0 0 0 0,1 0 1 0 0,0 0-1 0 0,-1 1 0 0 0,1 0 0 0 0,-1 0 0 0 0,1 0 1 0 0,0 1-1 0 0,-1-1 0 0 0,1 1 0 0 0,0 0 0 0 0,-1 1 0 0 0,1-1 1 0 0,0 0-1 0 0,0 1 0 0 0,0 0 0 0 0,-7 5 0 0 0,-2 2-493 0 0,0 1 0 0 0,1 0-1 0 0,0 1 1 0 0,0 0 0 0 0,1 1-1 0 0,-14 19 1 0 0,3 1-2566 0 0,-28 53 0 0 0,34-50-890 0 0,2 1-1917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19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118 259 276 0 0,'-22'-24'16674'0'0,"6"28"-16222"0"0,8 5-396 0 0,0 1 0 0 0,0 1 0 0 0,1-1 0 0 0,0 1 0 0 0,1 0 0 0 0,0 1 0 0 0,-4 13 0 0 0,6-15-34 0 0,0 1 0 0 0,1-1 0 0 0,0 1 0 0 0,1 0 0 0 0,1 0 1 0 0,-1-1-1 0 0,2 1 0 0 0,0 22 0 0 0,0-30 35 0 0,1 0 0 0 0,-1-1 0 0 0,1 1-1 0 0,0 0 1 0 0,-1-1 0 0 0,1 1 0 0 0,0 0 0 0 0,1-1 0 0 0,-1 1 0 0 0,0-1 0 0 0,1 0-1 0 0,-1 1 1 0 0,1-1 0 0 0,0 0 0 0 0,0 0 0 0 0,0 0 0 0 0,0 0 0 0 0,0 0 0 0 0,4 2-1 0 0,-2-2 18 0 0,0 0-1 0 0,0-1 0 0 0,0 1 0 0 0,0-1 0 0 0,0 0 0 0 0,0 0 0 0 0,0-1 0 0 0,1 1 0 0 0,-1-1 0 0 0,0 0 0 0 0,8-1 0 0 0,0-1 56 0 0,0 0 0 0 0,0-1 0 0 0,-1 0 0 0 0,1-1 0 0 0,-1 0 0 0 0,0-1-1 0 0,0 0 1 0 0,13-9 0 0 0,-12 6-62 0 0,-1-2-1 0 0,0 0 1 0 0,0 0-1 0 0,-1-1 1 0 0,-1 0-1 0 0,1 0 0 0 0,-2-1 1 0 0,0-1-1 0 0,0 1 1 0 0,-2-1-1 0 0,1-1 1 0 0,-1 1-1 0 0,-1-1 1 0 0,5-21-1 0 0,-8 23-41 0 0,1 1 0 0 0,-2-1 1 0 0,0 0-1 0 0,0 1 0 0 0,-1-1 0 0 0,-1 0 0 0 0,1 1 1 0 0,-4-16-1 0 0,2 19-15 0 0,-1 0 0 0 0,1 0 1 0 0,-1 0-1 0 0,-1 0 1 0 0,1 0-1 0 0,-1 1 0 0 0,-1 0 1 0 0,0-1-1 0 0,1 2 0 0 0,-2-1 1 0 0,1 0-1 0 0,-8-5 0 0 0,4 4-338 0 0,-1 0-1 0 0,-1 1 0 0 0,-11-7 1 0 0,-12-3-5181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20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560 107 272 0 0,'-9'-16'3529'0'0,"-1"0"-1"0"0,0 1 0 0 0,-23-27 1 0 0,32 41-3255 0 0,1 1-234 0 0,0 0 0 0 0,-1-1 0 0 0,1 1 0 0 0,0 0 1 0 0,0-1-1 0 0,0 1 0 0 0,0 0 0 0 0,0-1 0 0 0,0 1 0 0 0,-1 0 0 0 0,1-1 0 0 0,0 1 0 0 0,0-1 0 0 0,0 1 1 0 0,0 0-1 0 0,0-1 0 0 0,1 1 0 0 0,-1 0 0 0 0,0-1 0 0 0,0 1 0 0 0,0-1 0 0 0,0 1 0 0 0,0 0 0 0 0,0-1 1 0 0,1 1-1 0 0,-1 0 0 0 0,0 0 0 0 0,0-1 0 0 0,0 1 0 0 0,1 0 0 0 0,-1-1 0 0 0,14-4 535 0 0,26 4-332 0 0,-31 1-97 0 0,351 14 2025 0 0,-357-14-2150 0 0,1 1 0 0 0,0-1 0 0 0,-1 1 0 0 0,1 0 0 0 0,-1 1 1 0 0,1-1-1 0 0,4 3 0 0 0,1 1 22 0 0,-5-2 7 0 0,0 0 0 0 0,-1 0 0 0 0,1 1 0 0 0,-1 0-1 0 0,0 0 1 0 0,0 0 0 0 0,-1 0 0 0 0,1 0-1 0 0,-1 0 1 0 0,0 1 0 0 0,2 4 0 0 0,3 15 190 0 0,-1-1-1 0 0,-1 1 1 0 0,-2 0 0 0 0,0 0 0 0 0,-1 31-1 0 0,0-31-110 0 0,-10 438 1983 0 0,-39 1-1480 0 0,8-103-285 0 0,-29 272 864 0 0,-3 42 408 0 0,12-54-152 0 0,49-537 518 0 0,9-75-1519 0 0,0-1-1 0 0,0 1 1 0 0,-5 13-1 0 0,2-13-396 0 0,-8 0-61 0 0,4-5-8 0 0,0-1 0 0 0,0 1 0 0 0,0-1 0 0 0,0 0 0 0 0,-1-1 0 0 0,1 0 0 0 0,-1-1 0 0 0,-9 0 0 0 0,-72-8 0 0 0,66 5 0 0 0,-119-15-3303 0 0,-189-47-13658 0 0,304 56 6862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41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93 392 0 0,'35'-38'13656'0'0,"-35"44"-13412"0"0,-1 0-1 0 0,1 0 1 0 0,-1 0 0 0 0,0-1 0 0 0,0 1 0 0 0,0 0-1 0 0,-3 7 1 0 0,-20 45 785 0 0,17-42-803 0 0,-294 636 2762 0 0,175-394-2644 0 0,110-223 569 0 0,15-34-722 0 0,3-14-153 0 0,0 1-1 0 0,1 0 1 0 0,0 0 0 0 0,1 0 0 0 0,0 1 0 0 0,12-21 0 0 0,-8 14-17 0 0,135-320-124 0 0,8-16 84 0 0,-76 198-24 0 0,-56 120 7 0 0,2 2-1 0 0,31-40 1 0 0,-52 73 35 0 0,0 0 0 0 0,1 0 0 0 0,-1 0 0 0 0,1 0 1 0 0,-1 1-1 0 0,1-1 0 0 0,0 0 0 0 0,-1 0 0 0 0,1 1 0 0 0,0-1 1 0 0,0 0-1 0 0,-1 1 0 0 0,1-1 0 0 0,0 1 0 0 0,0-1 1 0 0,0 1-1 0 0,0-1 0 0 0,-1 1 0 0 0,1 0 0 0 0,0 0 1 0 0,0-1-1 0 0,0 1 0 0 0,0 0 0 0 0,0 0 0 0 0,0 0 0 0 0,0 0 1 0 0,0 0-1 0 0,0 0 0 0 0,0 0 0 0 0,0 0 0 0 0,0 0 1 0 0,0 0-1 0 0,0 1 0 0 0,0-1 0 0 0,0 0 0 0 0,0 1 0 0 0,-1-1 1 0 0,1 1-1 0 0,0-1 0 0 0,0 1 0 0 0,0-1 0 0 0,-1 1 1 0 0,1 0-1 0 0,0-1 0 0 0,0 1 0 0 0,-1 0 0 0 0,1-1 0 0 0,-1 1 1 0 0,1 0-1 0 0,-1 0 0 0 0,1 0 0 0 0,-1 0 0 0 0,1-1 1 0 0,-1 2-1 0 0,5 7 0 0 0,-2-1 0 0 0,1 1 1 0 0,-1-1-1 0 0,2 12 0 0 0,-4-19-3 0 0,16 81 8 0 0,11 160 1 0 0,-18-136 32 0 0,7 136 529 0 0,-5-47-294 0 0,-10-176-255 0 0,1 30 19 0 0,3 0 0 0 0,22 91 0 0 0,-28-138-44 0 0,1 0 0 0 0,-1 0 0 0 0,1 0 0 0 0,0 0 0 0 0,0 0 0 0 0,0 0 0 0 0,0 0 0 0 0,0-1 0 0 0,0 1 0 0 0,0 0 0 0 0,1 0 0 0 0,-1-1 0 0 0,0 1 0 0 0,1-1 0 0 0,0 1 0 0 0,-1-1 0 0 0,4 2 0 0 0,-3-2-97 0 0,-1-1 0 0 0,0 0 0 0 0,1 1 0 0 0,-1-1 0 0 0,0 0 0 0 0,1 0 0 0 0,-1 0 0 0 0,0 0 0 0 0,1 0 0 0 0,-1 0 0 0 0,1-1 0 0 0,-1 1 0 0 0,0 0 0 0 0,1-1 0 0 0,-1 1 0 0 0,0-1 0 0 0,0 1 0 0 0,1-1 0 0 0,-1 0 1 0 0,1 0-1 0 0,3-3-733 0 0,0 0 0 0 0,0 0 1 0 0,-1 0-1 0 0,1-1 0 0 0,-1 0 0 0 0,0 0 1 0 0,-1 0-1 0 0,1 0 0 0 0,2-6 1 0 0,1-3-3056 0 0,-2 0-1742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42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27 152 0 0,'-27'-2'6829'0'0,"-43"-11"3129"0"0,74 13-9577 0 0,72-8 496 0 0,134 5 0 0 0,-120 4-738 0 0,281 6-1875 0 0,-359-6 408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58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61 117 328 0 0,'12'-49'3398'0'0,"-12"47"-3132"0"0,4-13 1105 0 0,4-36 7893 0 0,-11 67-7844 0 0,-2 74 832 0 0,-18 108 0 0 0,5-68-1613 0 0,-16 88-1246 0 0,33-206-2194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59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76 1536 0 0,'-61'58'11881'0'0,"61"-58"-11803"0"0,-1 0 1 0 0,1 0-1 0 0,0 0 0 0 0,0 0 0 0 0,-1 1 235 0 0,1-1-235 0 0,0 0 0 0 0,0 1 0 0 0,-1-1 1 0 0,1 0-1 0 0,0 0 0 0 0,0 1 0 0 0,0-1 0 0 0,0 0 0 0 0,0 0 1 0 0,0 0-1 0 0,0 1 0 0 0,0-1 0 0 0,0 0 0 0 0,0 0 1 0 0,0 1-1 0 0,0-1 0 0 0,0 0 0 0 0,0 0 0 0 0,0 1 0 0 0,0-1 1 0 0,0 0-1 0 0,0 0 0 0 0,0 1 0 0 0,0-1 0 0 0,0 0 1 0 0,0 0-1 0 0,0 0 0 0 0,0 1 0 0 0,1-1 0 0 0,9 3 984 0 0,10-3-712 0 0,22-8 98 0 0,0-2-1 0 0,69-25 1 0 0,-19 4-269 0 0,-60 21-221 0 0,23-6-424 0 0,95-17 0 0 0,-148 32 312 0 0,0 1 0 0 0,-1 0 0 0 0,1 0 0 0 0,0 0 0 0 0,-1 0 0 0 0,1 0 0 0 0,0 0 0 0 0,-1 1 0 0 0,1-1 0 0 0,0 0 0 0 0,-1 1 0 0 0,1-1 0 0 0,-1 1 0 0 0,1 0 0 0 0,-1 0 0 0 0,4 1 0 0 0,-4-1-197 0 0,0 1 0 0 0,0-1 0 0 0,0 0-1 0 0,0 1 1 0 0,0-1 0 0 0,-1 1 0 0 0,1-1-1 0 0,0 1 1 0 0,-1-1 0 0 0,1 1 0 0 0,-1-1-1 0 0,1 1 1 0 0,-1 0 0 0 0,0-1 0 0 0,1 1-1 0 0,-1 0 1 0 0,0-1 0 0 0,0 1 0 0 0,0 0-1 0 0,-1-1 1 0 0,1 1 0 0 0,0-1 0 0 0,0 1 0 0 0,-1 1-1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5:59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52 1984 0 0,'-21'11'4267'0'0,"13"-7"-1394"0"0,0 0 0 0 0,-1-1 0 0 0,-18 6 1054 0 0,27-10-3887 0 0,0 1 1 0 0,-1-1-1 0 0,1 1 0 0 0,0 0 1 0 0,0-1-1 0 0,0 0 0 0 0,0 1 1 0 0,0-1-1 0 0,0 1 0 0 0,0-1 0 0 0,0 1 1 0 0,0-1-1 0 0,0 1 0 0 0,0-1 1 0 0,0 1-1 0 0,0-1 0 0 0,0 1 1 0 0,0-1-1 0 0,0 1 0 0 0,1-1 1 0 0,-1 1-1 0 0,0-1 0 0 0,0 1 0 0 0,1-1 1 0 0,-1 1-1 0 0,0 0 0 0 0,1-1 1 0 0,-1 1-1 0 0,0-1 0 0 0,1 1 1 0 0,-1 0-1 0 0,1-1 0 0 0,-1 1 1 0 0,0 0-1 0 0,1 0 0 0 0,-1-1 0 0 0,1 1 1 0 0,17-16 284 0 0,-10 10-257 0 0,0 1 1 0 0,0-1-1 0 0,1 2 1 0 0,0-1-1 0 0,0 1 1 0 0,0 0-1 0 0,0 1 0 0 0,0 0 1 0 0,1 1-1 0 0,0 0 1 0 0,-1 0-1 0 0,1 1 1 0 0,14 0-1 0 0,-22 0-60 0 0,1 1 0 0 0,-1 0-1 0 0,0 0 1 0 0,0 0 0 0 0,1 0 0 0 0,-1 0 0 0 0,0 1 0 0 0,0-1 0 0 0,0 1-1 0 0,1 0 1 0 0,-1-1 0 0 0,0 1 0 0 0,0 0 0 0 0,0 0 0 0 0,0 0-1 0 0,0 0 1 0 0,0 1 0 0 0,-1-1 0 0 0,1 1 0 0 0,0-1 0 0 0,-1 1-1 0 0,1-1 1 0 0,-1 1 0 0 0,1 0 0 0 0,-1 0 0 0 0,0 0 0 0 0,0-1-1 0 0,0 1 1 0 0,0 0 0 0 0,0 1 0 0 0,1 2 0 0 0,-1 0 1 0 0,-1-1 1 0 0,0 1 0 0 0,0-1-1 0 0,0 1 1 0 0,0-1-1 0 0,-1 1 1 0 0,1-1 0 0 0,-1 1-1 0 0,-1-1 1 0 0,1 1 0 0 0,0-1-1 0 0,-1 0 1 0 0,-4 8-1 0 0,-1 0 14 0 0,-1-1 0 0 0,-11 14-1 0 0,11-15 379 0 0,0 1 1 0 0,-13 23-1 0 0,21-34-399 0 0,0 0 0 0 0,0 1 1 0 0,0-1-1 0 0,0 0 0 0 0,0 0 0 0 0,0 1 1 0 0,0-1-1 0 0,0 0 0 0 0,0 0 1 0 0,0 1-1 0 0,0-1 0 0 0,0 0 0 0 0,0 1 1 0 0,0-1-1 0 0,0 0 0 0 0,0 0 1 0 0,0 1-1 0 0,0-1 0 0 0,0 0 0 0 0,0 0 1 0 0,1 1-1 0 0,-1-1 0 0 0,0 0 1 0 0,0 0-1 0 0,0 0 0 0 0,0 1 0 0 0,1-1 1 0 0,-1 0-1 0 0,0 0 0 0 0,0 0 1 0 0,1 1-1 0 0,-1-1 0 0 0,0 0 0 0 0,0 0 1 0 0,1 0-1 0 0,-1 0 0 0 0,0 0 0 0 0,0 0 1 0 0,1 0-1 0 0,14 4 31 0 0,-3-2-36 0 0,0 0 0 0 0,1 1-1 0 0,-1 1 1 0 0,0 0 0 0 0,-1 1-1 0 0,21 10 1 0 0,-26-11 75 0 0,1-1 0 0 0,-1 2-1 0 0,0-1 1 0 0,0 1 0 0 0,0 0 0 0 0,0 0-1 0 0,-1 0 1 0 0,0 1 0 0 0,0 0 0 0 0,0 0-1 0 0,-1 0 1 0 0,7 12 0 0 0,-10-15 24 0 0,0 1-1 0 0,1-1 1 0 0,-1 0 0 0 0,0 1 0 0 0,-1-1-1 0 0,1 1 1 0 0,-1-1 0 0 0,1 1 0 0 0,-1-1-1 0 0,0 1 1 0 0,0-1 0 0 0,-1 1-1 0 0,1-1 1 0 0,-1 0 0 0 0,0 1 0 0 0,0-1-1 0 0,0 1 1 0 0,0-1 0 0 0,0 0 0 0 0,-1 0-1 0 0,1 0 1 0 0,-1 0 0 0 0,0 0 0 0 0,0 0-1 0 0,0 0 1 0 0,-1 0 0 0 0,1-1-1 0 0,0 1 1 0 0,-1-1 0 0 0,0 0 0 0 0,1 0-1 0 0,-7 4 1 0 0,0-1 16 0 0,-1 0 0 0 0,0 0 0 0 0,0-1 1 0 0,0 0-1 0 0,0-1 0 0 0,-1 0 0 0 0,1 0 0 0 0,-1-1 0 0 0,-15 0 0 0 0,-6-1-444 0 0,0-2 0 0 0,0-1-1 0 0,-42-8 1 0 0,73 9 115 0 0,0 1 0 0 0,-1 0 0 0 0,1 0 0 0 0,0-1 0 0 0,-1 1 0 0 0,1-1 0 0 0,0 1 0 0 0,0-1 0 0 0,-1 1 0 0 0,1-1 0 0 0,0 0 0 0 0,0 0 0 0 0,0 1 0 0 0,0-1 0 0 0,0 0 0 0 0,0 0 0 0 0,0 0 0 0 0,0 0 0 0 0,1 0-1 0 0,-1 0 1 0 0,0 0 0 0 0,0-1 0 0 0,1 1 0 0 0,-1 0 0 0 0,1 0 0 0 0,-1-1 0 0 0,1 1 0 0 0,0 0 0 0 0,-1 0 0 0 0,1-1 0 0 0,0 1 0 0 0,0 0 0 0 0,0-2 0 0 0,0-2-1116 0 0,1 0 0 0 0,-1 0 0 0 0,1 0-1 0 0,0 0 1 0 0,1 0 0 0 0,-1 1 0 0 0,3-6 0 0 0,4-8-5473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00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83 114 3080 0 0,'0'-15'3920'0'0,"0"-1"754"0"0,0 0 0 0 0,-5-27-1 0 0,5 42-4060 0 0,0-21 1656 0 0,0 71-1726 0 0,-7 178 524 0 0,-32 47-827 0 0,12-160-6151 0 0,25-109 4580 0 0,0 5-1783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00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6 288 1040 0 0,'-2'-9'1208'0'0,"1"0"0"0"0,0 1 0 0 0,0-1 0 0 0,1 0 0 0 0,0 0 0 0 0,2-16 0 0 0,0 17-897 0 0,0 1 0 0 0,0-1 0 0 0,1 0 0 0 0,-1 1 1 0 0,2 0-1 0 0,-1 0 0 0 0,1 0 0 0 0,0 0 0 0 0,1 0 1 0 0,0 1-1 0 0,0-1 0 0 0,9-8 0 0 0,-3 5-57 0 0,1 0 0 0 0,0 1 1 0 0,1 0-1 0 0,0 1 0 0 0,0 0 0 0 0,1 1 0 0 0,18-7 0 0 0,-11 7 105 0 0,1 0 0 0 0,-1 1 0 0 0,1 1 0 0 0,28-2 0 0 0,-46 6-266 0 0,1 1 0 0 0,-1 0 0 0 0,1 0 0 0 0,0 0 1 0 0,-1 1-1 0 0,1-1 0 0 0,-1 1 0 0 0,1 0 0 0 0,-1 1 0 0 0,0-1 0 0 0,1 1 0 0 0,-1 0 1 0 0,0 0-1 0 0,0 0 0 0 0,5 4 0 0 0,-7-4-61 0 0,0 0 0 0 0,0 0 0 0 0,0 0 0 0 0,0 0 0 0 0,0 0 0 0 0,0 0 0 0 0,-1 1 0 0 0,0-1 1 0 0,1 1-1 0 0,-1-1 0 0 0,0 1 0 0 0,0-1 0 0 0,0 1 0 0 0,0 0 0 0 0,-1 0 0 0 0,1-1 0 0 0,-1 1 0 0 0,1 0 0 0 0,-1 0 0 0 0,0 0 0 0 0,0 0 0 0 0,-1-1 0 0 0,1 1 0 0 0,0 0 0 0 0,-2 3 0 0 0,-2 11 8 0 0,-2-1 0 0 0,0 1 0 0 0,-1-1-1 0 0,0 0 1 0 0,-1-1 0 0 0,-1 0-1 0 0,-1 0 1 0 0,0-1 0 0 0,-20 22 0 0 0,10-15-9 0 0,-2-1 0 0 0,0 0 0 0 0,-1-2 0 0 0,-50 30 0 0 0,7-16 306 0 0,64-31-185 0 0,1-1-118 0 0,1 1 1 0 0,-1 0-1 0 0,1-1 1 0 0,-1 1-1 0 0,0-1 1 0 0,0 1-1 0 0,1-1 1 0 0,-1 1-1 0 0,0-1 1 0 0,0 0-1 0 0,1 1 1 0 0,-1-1-1 0 0,0 0 1 0 0,0 0-1 0 0,0 1 1 0 0,0-1-1 0 0,0 0 1 0 0,1 0-1 0 0,-3 0 1 0 0,2 0 2 0 0,1 0 1 0 0,-1 0 0 0 0,0 0-1 0 0,1 0 1 0 0,-1 0 0 0 0,0 0-1 0 0,1 0 1 0 0,-1 0 0 0 0,0 0 0 0 0,1 0-1 0 0,-1 0 1 0 0,0 0 0 0 0,1 1-1 0 0,-1-1 1 0 0,1 0 0 0 0,-1 1-1 0 0,0-1 1 0 0,1 0 0 0 0,-1 1-1 0 0,1-1 1 0 0,-1 1 0 0 0,1-1-1 0 0,-1 1 1 0 0,1-1 0 0 0,-1 1 0 0 0,1-1-1 0 0,0 1 1 0 0,-1-1 0 0 0,1 1-1 0 0,0 0 1 0 0,-1-1 0 0 0,1 1-1 0 0,0-1 1 0 0,0 1 0 0 0,0 0-1 0 0,-1 0 1 0 0,3 2-19 0 0,24 14 123 0 0,-1 2-1 0 0,-1 1 0 0 0,-1 0 0 0 0,-1 2 0 0 0,32 39 0 0 0,-36-40-92 0 0,7 9 10 0 0,-1-2 119 0 0,47 43 0 0 0,-69-69-2 0 0,0 0 0 0 0,0 0 0 0 0,1 0 0 0 0,-1-1 0 0 0,0 1 0 0 0,1-1 0 0 0,5 3 0 0 0,-7-4-142 0 0,1 0 1 0 0,-1 0-1 0 0,1 0 1 0 0,0 0-1 0 0,-1-1 0 0 0,1 1 1 0 0,-1 0-1 0 0,1-1 0 0 0,-1 1 1 0 0,1-1-1 0 0,-1 0 0 0 0,1 1 1 0 0,1-3-1 0 0,-1 3 8 0 0,1-3-478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01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75 2752 0 0,'-20'-60'18671'0'0,"15"45"-13820"0"0,1 41-3680 0 0,13 179 67 0 0,-7-68-5726 0 0,-1-114 2230 0 0,-1-7-1694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04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35 1628 0 0,'4'-14'16208'0'0,"-4"13"-16094"0"0,-13-7 162 0 0,8 6-261 0 0,0 1-4 0 0,1-1 0 0 0,0 1 0 0 0,-1 0 0 0 0,1 0 0 0 0,0 1 0 0 0,-1 0 1 0 0,-5-1-1 0 0,-18-2 4 0 0,26 3-14 0 0,-30 5 5 0 0,0-4-23 0 0,29-1 14 0 0,-6 3 0 0 0,3-1 1 0 0,0 0 0 0 0,-1 0 1 0 0,1 1-1 0 0,0 0 0 0 0,1 0 0 0 0,-1 0 0 0 0,0 1 0 0 0,1 0 1 0 0,0 0-1 0 0,0 0 0 0 0,0 1 0 0 0,0-1 0 0 0,-4 7 1 0 0,3-2 11 0 0,-1 1 1 0 0,2 0-1 0 0,-1 1 1 0 0,1-1-1 0 0,1 1 1 0 0,0 0-1 0 0,-3 11 1 0 0,-3 21 912 0 0,2 1 0 0 0,-6 81 0 0 0,11 93 1092 0 0,3-149-1524 0 0,-26 597 1891 0 0,7-289-1296 0 0,-31 254 1285 0 0,36-478-2111 0 0,-6 37 86 0 0,-19 172 814 0 0,19-160-861 0 0,-8 52 363 0 0,17-162-499 0 0,5-54-69 0 0,2 0 0 0 0,2 0-1 0 0,2 41 1 0 0,1-76-94 0 0,-1 1 0 0 0,0-1 0 0 0,1 1 0 0 0,0-1 0 0 0,0 1 0 0 0,0-1 0 0 0,0 0 0 0 0,1 1 0 0 0,-1-1 0 0 0,1 0 0 0 0,0 0 0 0 0,0 0 0 0 0,0 0 0 0 0,0-1 0 0 0,0 1 0 0 0,1 0 0 0 0,-1-1 0 0 0,1 0 0 0 0,0 1 0 0 0,0-1 0 0 0,0 0 0 0 0,0-1 0 0 0,0 1 0 0 0,0 0 0 0 0,0-1 1 0 0,0 0-1 0 0,1 1 0 0 0,-1-1 0 0 0,1-1 0 0 0,3 2 0 0 0,11 1-1 0 0,1-1 1 0 0,0-1-1 0 0,-1-1 1 0 0,29-2-1 0 0,-30 1 0 0 0,167-19-3569 0 0,-3-22-6778 0 0,-121 19 1591 0 0,-33 10 1072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05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28 828 0 0,'5'-28'14657'0'0,"-7"46"-12844"0"0,1-1-1 0 0,1 1 0 0 0,2 24 0 0 0,-1 4-28 0 0,0 33 130 0 0,-8 244 2012 0 0,5-257-3283 0 0,2-64-577 0 0,0-2-183 0 0,0 1 0 0 0,0 0 0 0 0,0-1 0 0 0,0 1 0 0 0,0 0 0 0 0,0-1 0 0 0,0 1 0 0 0,0-1 0 0 0,-1 1 0 0 0,1 0 0 0 0,0-1 0 0 0,0 1 0 0 0,0-1 0 0 0,-1 1 0 0 0,1-1 0 0 0,-1 2 0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05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15 680 0 0,'0'0'19156'0'0,"3"0"-18655"0"0,60 1 1521 0 0,180-8-400 0 0,-143 2 913 0 0,-97 5-2315 0 0,0 0-26 0 0,33-2 1539 0 0,-18 1-5226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06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13 2852 0 0,'-4'-13'25150'0'0,"4"20"-25270"0"0,6 82 2138 0 0,-3-55-584 0 0,-2 66-1 0 0,-6-21-1433 0 0,2-24 0 0 0,-2-1 0 0 0,-24 101 0 0 0,24-125-9873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0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35 1184 0 0,'-30'46'20919'0'0,"29"-46"-20915"0"0,0 0 1 0 0,0 0-1 0 0,0 0 1 0 0,0-1 0 0 0,0 1-1 0 0,0 0 1 0 0,0 0-1 0 0,0-1 1 0 0,0 1-1 0 0,0-1 1 0 0,0 1-1 0 0,1 0 1 0 0,-1-1 0 0 0,0 0-1 0 0,0 1 1 0 0,1-1-1 0 0,-1 1 1 0 0,0-1-1 0 0,1 0 1 0 0,-1 0 0 0 0,0 1-1 0 0,1-1 1 0 0,-1 0-1 0 0,1 0 1 0 0,-1 0-1 0 0,1 0 1 0 0,0 1 0 0 0,-1-1-1 0 0,1 0 1 0 0,0 0-1 0 0,-1 0 1 0 0,1 0-1 0 0,0 0 1 0 0,0 0 0 0 0,0 0-1 0 0,0 0 1 0 0,0 0-1 0 0,0 0 1 0 0,1-1-1 0 0,-1 0-4 0 0,1 0 0 0 0,0 0 0 0 0,0 1 0 0 0,0-1 0 0 0,0 0 0 0 0,0 1 0 0 0,0-1 0 0 0,0 1 0 0 0,1-1 0 0 0,1-1 0 0 0,2-1-5 0 0,0 0 1 0 0,0 1-1 0 0,0 0 0 0 0,0 0 0 0 0,0 0 0 0 0,0 1 0 0 0,1 0 0 0 0,7-3 0 0 0,-8 4 5 0 0,-1 0 0 0 0,1 0-1 0 0,0 1 1 0 0,0-1-1 0 0,0 1 1 0 0,-1 0 0 0 0,1 0-1 0 0,0 0 1 0 0,0 1-1 0 0,0 0 1 0 0,0 0-1 0 0,-1 0 1 0 0,1 1 0 0 0,-1-1-1 0 0,1 1 1 0 0,-1 0-1 0 0,1 0 1 0 0,-1 1 0 0 0,0-1-1 0 0,0 1 1 0 0,0 0-1 0 0,0 0 1 0 0,-1 1 0 0 0,1-1-1 0 0,-1 1 1 0 0,0-1-1 0 0,0 1 1 0 0,0 0 0 0 0,-1 0-1 0 0,1 0 1 0 0,-1 1-1 0 0,0-1 1 0 0,0 1 0 0 0,0-1-1 0 0,-1 1 1 0 0,1-1-1 0 0,-1 1 1 0 0,-1 0 0 0 0,1 0-1 0 0,0 7 1 0 0,-2 7 2 0 0,-1 0 0 0 0,-1 0 0 0 0,-1 0 0 0 0,0-1 0 0 0,-1 0 0 0 0,-1 1 0 0 0,-1-2 0 0 0,-1 1 0 0 0,0-1 1 0 0,-1 0-1 0 0,-1-1 0 0 0,-13 17 0 0 0,-19 21 114 0 0,-2-2 0 0 0,-51 47 0 0 0,81-86-41 0 0,13-11-62 0 0,-2 0-8 0 0,0 0 0 0 0,1 1 1 0 0,-1-1-1 0 0,1 1 1 0 0,0 0-1 0 0,0 0 0 0 0,0 0 1 0 0,-2 4-1 0 0,4-6-4 0 0,0-1 0 0 0,0 0 0 0 0,0 1 0 0 0,0-1 0 0 0,0 0 0 0 0,0 0 0 0 0,0 1 0 0 0,0-1 0 0 0,0 0-1 0 0,0 1 1 0 0,0-1 0 0 0,0 0 0 0 0,0 0 0 0 0,0 1 0 0 0,0-1 0 0 0,1 0 0 0 0,-1 0 0 0 0,0 1 0 0 0,0-1 0 0 0,0 0 0 0 0,0 0 0 0 0,1 1 0 0 0,-1-1 0 0 0,0 0-1 0 0,0 0 1 0 0,0 0 0 0 0,1 1 0 0 0,-1-1 0 0 0,0 0 0 0 0,0 0 0 0 0,1 0 0 0 0,-1 0 0 0 0,15 3 19 0 0,20-7-46 0 0,-29 3 1 0 0,45-7-248 0 0,141-22-1174 0 0,-129 19-3025 0 0,0-1-3986 0 0,-42 7 2776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0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59 1116 0 0,'-3'0'2076'0'0,"-36"-7"6562"0"0,36 7-7604 0 0,-22-5 5454 0 0,36 1-5491 0 0,189-23 120 0 0,-121 19-984 0 0,-47 6-103 0 0,17-1-280 0 0,-47 3-147 0 0,2 0 382 0 0,17-3-6317 0 0,-19 3 5334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1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79 2604 0 0,'0'-2'4071'0'0,"0"-1"-3592"0"0,1 0-1 0 0,-1 0 0 0 0,1 0 1 0 0,0 0-1 0 0,0 0 1 0 0,0 0-1 0 0,0 0 1 0 0,0 1-1 0 0,1-1 0 0 0,-1 0 1 0 0,1 1-1 0 0,0-1 1 0 0,0 1-1 0 0,0 0 0 0 0,0 0 1 0 0,0-1-1 0 0,3-1 1 0 0,0 1-272 0 0,0 0 0 0 0,0 0 0 0 0,0 1 0 0 0,0-1 0 0 0,1 1 0 0 0,-1 0 0 0 0,1 1 0 0 0,10-3 0 0 0,-5 3-24 0 0,1-1-1 0 0,-1 1 1 0 0,1 1-1 0 0,0 0 1 0 0,13 2-1 0 0,-21-1-134 0 0,1-1 0 0 0,-1 1 1 0 0,0 0-1 0 0,0 0 0 0 0,0 0 0 0 0,0 1 0 0 0,0-1 0 0 0,0 1 0 0 0,0 0 0 0 0,0 0 0 0 0,0 1 0 0 0,-1-1 0 0 0,1 1 0 0 0,-1 0 0 0 0,0-1 0 0 0,0 2 0 0 0,4 4 0 0 0,-5-4-13 0 0,0-1-1 0 0,0 1 0 0 0,-1 1 0 0 0,0-1 0 0 0,0 0 0 0 0,0 0 1 0 0,0 0-1 0 0,-1 1 0 0 0,1-1 0 0 0,-1 0 0 0 0,0 1 0 0 0,0-1 1 0 0,-1 0-1 0 0,0 1 0 0 0,1-1 0 0 0,-1 0 0 0 0,0 0 0 0 0,-4 8 1 0 0,-3 7 5 0 0,-1 0 1 0 0,-18 29-1 0 0,16-29-1 0 0,-27 43 47 0 0,38-62-85 0 0,0 1 0 0 0,-1-1 0 0 0,1 0 0 0 0,0 1 0 0 0,0-1 0 0 0,-1 1 0 0 0,1-1 0 0 0,0 1 0 0 0,0-1 0 0 0,0 1 0 0 0,0 0 0 0 0,0-1 0 0 0,0 1 0 0 0,0-1 0 0 0,0 1 0 0 0,0-1 0 0 0,0 1-1 0 0,0-1 1 0 0,0 1 0 0 0,0-1 0 0 0,1 1 0 0 0,-1-1 0 0 0,0 1 0 0 0,0-1 0 0 0,0 1 0 0 0,1-1 0 0 0,-1 0 0 0 0,0 1 0 0 0,1-1 0 0 0,-1 1 0 0 0,0-1 0 0 0,1 0 0 0 0,-1 1 0 0 0,1-1 0 0 0,-1 0-1 0 0,0 1 1 0 0,1-1 0 0 0,-1 0 0 0 0,1 1 0 0 0,-1-1 0 0 0,1 0 0 0 0,-1 0 0 0 0,1 0 0 0 0,-1 0 0 0 0,1 0 0 0 0,-1 1 0 0 0,1-1 0 0 0,-1 0 0 0 0,1 0 0 0 0,0 0 0 0 0,35 4-6 0 0,-28-3-4 0 0,4 2 82 0 0,0 0 0 0 0,0 1 0 0 0,-1 0 0 0 0,1 1 0 0 0,-1 0 0 0 0,0 1 0 0 0,0 0 1 0 0,-1 1-1 0 0,16 13 0 0 0,-19-15 91 0 0,-1 1 0 0 0,0 0 0 0 0,0-1 0 0 0,-1 2 0 0 0,1-1 0 0 0,-2 1 0 0 0,1 0 0 0 0,-1 0 0 0 0,0 0 0 0 0,0 0 0 0 0,0 1 0 0 0,-1-1 0 0 0,-1 1 0 0 0,1 0 0 0 0,1 15 0 0 0,-4-18-38 0 0,0 0-1 0 0,-1 0 1 0 0,1-1-1 0 0,-1 1 1 0 0,0 0-1 0 0,-1 0 1 0 0,1-1-1 0 0,-1 1 1 0 0,0-1 0 0 0,0 0-1 0 0,0 1 1 0 0,-1-1-1 0 0,0 0 1 0 0,1 0-1 0 0,-1-1 1 0 0,-1 1-1 0 0,1-1 1 0 0,-1 1-1 0 0,1-1 1 0 0,-1 0-1 0 0,-4 3 1 0 0,-4 2 22 0 0,-1 0 0 0 0,0 0 0 0 0,-1-1-1 0 0,1 0 1 0 0,-21 6 0 0 0,19-9-75 0 0,-1 0-1 0 0,1-1 0 0 0,-1 0 1 0 0,0-1-1 0 0,1-1 1 0 0,-1-1-1 0 0,-26-2 0 0 0,29 0-437 0 0,0 0-1 0 0,0 0 0 0 0,1-1 0 0 0,-1-1 0 0 0,1 0 0 0 0,0-1 1 0 0,0 0-1 0 0,1-1 0 0 0,-20-12 0 0 0,29 16 40 0 0,1 1 1 0 0,-1 0-1 0 0,0-1 0 0 0,1 1 0 0 0,0-1 0 0 0,-1 1 1 0 0,1-1-1 0 0,0 0 0 0 0,0 1 0 0 0,0-1 1 0 0,0 0-1 0 0,-1-2 0 0 0,2 2-280 0 0,-1 0 0 0 0,1 1 0 0 0,0-1 0 0 0,0 0 0 0 0,-1 1-1 0 0,1-1 1 0 0,0 0 0 0 0,0 1 0 0 0,1-1 0 0 0,-1 0 0 0 0,0 1 0 0 0,1-1 0 0 0,-1 0 0 0 0,1 1 0 0 0,0-3 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49 2056 0 0,'-20'-24'8656'0'0,"17"22"-8460"0"0,1 0 1 0 0,0 0-1 0 0,-1 1 1 0 0,1-1 0 0 0,-1 1-1 0 0,1-1 1 0 0,-1 1 0 0 0,0 0-1 0 0,0 0 1 0 0,0 0-1 0 0,0 0 1 0 0,1 1 0 0 0,-1-1-1 0 0,0 1 1 0 0,0 0-1 0 0,0 0 1 0 0,0 0 0 0 0,0 0-1 0 0,0 0 1 0 0,0 0 0 0 0,0 1-1 0 0,0 0 1 0 0,0-1-1 0 0,0 1 1 0 0,0 0 0 0 0,1 1-1 0 0,-1-1 1 0 0,0 0-1 0 0,1 1 1 0 0,-4 2 0 0 0,-2 1-65 0 0,1 0 1 0 0,-1 1 0 0 0,1 0-1 0 0,0 0 1 0 0,0 1-1 0 0,1 0 1 0 0,0 0 0 0 0,-9 14-1 0 0,-1 7 199 0 0,1 0 0 0 0,1 1 0 0 0,-15 47 0 0 0,23-57-251 0 0,1 1 1 0 0,1 0-1 0 0,1 0 1 0 0,0 0 0 0 0,2 0-1 0 0,1 35 1 0 0,0-48-69 0 0,1-1 1 0 0,0 0-1 0 0,0 1 1 0 0,1-1-1 0 0,0 0 1 0 0,0 0-1 0 0,0 0 1 0 0,1 0-1 0 0,0-1 1 0 0,0 1 0 0 0,0-1-1 0 0,0 1 1 0 0,1-1-1 0 0,0 0 1 0 0,1 0-1 0 0,-1-1 1 0 0,1 1-1 0 0,-1-1 1 0 0,1 0-1 0 0,1 0 1 0 0,-1-1-1 0 0,0 0 1 0 0,1 1-1 0 0,0-2 1 0 0,-1 1-1 0 0,1-1 1 0 0,1 0-1 0 0,-1 0 1 0 0,0 0-1 0 0,0-1 1 0 0,0 0-1 0 0,1-1 1 0 0,-1 1-1 0 0,1-1 1 0 0,6-1 0 0 0,1 1 0 0 0,0-2 0 0 0,0 0 0 0 0,0 0 0 0 0,0-2 0 0 0,0 1 0 0 0,-1-2 0 0 0,0 0 0 0 0,0 0 0 0 0,0-1 0 0 0,-1-1 0 0 0,0 0 0 0 0,0-1 0 0 0,13-11 0 0 0,-16 12-9 0 0,-1-1-1 0 0,-1 0 1 0 0,1 0-1 0 0,-1-1 0 0 0,-1 0 1 0 0,0 0-1 0 0,0 0 1 0 0,-1-1-1 0 0,0 0 0 0 0,0 0 1 0 0,-1 0-1 0 0,0 0 1 0 0,-1-1-1 0 0,-1 0 0 0 0,1 1 1 0 0,-2-1-1 0 0,1-14 1 0 0,-2 12-10 0 0,0 0 1 0 0,-1 0 0 0 0,-1 0 0 0 0,0 0 0 0 0,-1 0 0 0 0,0 0 0 0 0,-1 1 0 0 0,0-1-1 0 0,-1 1 1 0 0,-1 0 0 0 0,0 1 0 0 0,0-1 0 0 0,-1 1 0 0 0,-1 0 0 0 0,0 1 0 0 0,0 0-1 0 0,-1 0 1 0 0,0 1 0 0 0,-1 0 0 0 0,0 0 0 0 0,0 1 0 0 0,-1 1 0 0 0,0 0 0 0 0,0 0-1 0 0,-1 1 1 0 0,1 0 0 0 0,-1 1 0 0 0,-22-6 0 0 0,31 10-290 0 0,0 0 0 0 0,0 0 0 0 0,-1 0 0 0 0,1 1 0 0 0,0-1 0 0 0,-1 1 0 0 0,1 0 0 0 0,0 0 0 0 0,-1 0 0 0 0,1 0 0 0 0,0 0 0 0 0,-1 1 0 0 0,1 0 1 0 0,0-1-1 0 0,0 1 0 0 0,0 0 0 0 0,-4 2 0 0 0,6-2 17 0 0,0 0-1 0 0,0 0 1 0 0,1-1 0 0 0,-1 1 0 0 0,0 0 0 0 0,1 0 0 0 0,-1 0-1 0 0,1 0 1 0 0,-1-1 0 0 0,1 1 0 0 0,-1 0 0 0 0,1 0 0 0 0,0 0-1 0 0,0 0 1 0 0,-1 0 0 0 0,1 0 0 0 0,0 0 0 0 0,0 1 0 0 0,0-1-1 0 0,0 0 1 0 0,0 0 0 0 0,0 0 0 0 0,0 0 0 0 0,0 0 0 0 0,1 0-1 0 0,-1 0 1 0 0,1 2 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3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23 1276 0 0,'-37'-5'17291'0'0,"89"6"-16879"0"0,69-7 1 0 0,1 0-142 0 0,-119 6-240 0 0,3 1-51 0 0,-1-1 0 0 0,1 0 0 0 0,-1-1-1 0 0,1 1 1 0 0,8-3 0 0 0,-4 0-3850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3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30 1656 0 0,'11'-30'20368'0'0,"-8"47"-18291"0"0,0 22-151 0 0,-2 47-943 0 0,-4-1-1 0 0,-22 139 1 0 0,23-208-1313 0 0,1 31 1 0 0,5-8-5062 0 0,3-29 2203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8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86 2764 0 0,'17'-53'17341'0'0,"-19"54"-17270"0"0,0-1 0 0 0,0 1 1 0 0,0-1-1 0 0,0 1 0 0 0,1 0 1 0 0,-1-1-1 0 0,0 1 0 0 0,0 0 1 0 0,0 0-1 0 0,1 1 0 0 0,-1-1 1 0 0,1 0-1 0 0,-1 0 1 0 0,1 1-1 0 0,-1-1 0 0 0,1 1 1 0 0,-2 2-1 0 0,-21 35 455 0 0,19-31-418 0 0,-17 30 213 0 0,2 1 0 0 0,-20 57-1 0 0,34-79-278 0 0,1-1 1 0 0,1 1-1 0 0,0 0 0 0 0,1 0 0 0 0,1 0 1 0 0,1 0-1 0 0,0 1 0 0 0,1-1 0 0 0,3 18 0 0 0,-3-30-35 0 0,1 1 0 0 0,1-1 0 0 0,-1 0-1 0 0,1 0 1 0 0,0 0 0 0 0,0 0-1 0 0,0 0 1 0 0,1 0 0 0 0,0-1 0 0 0,0 1-1 0 0,0-1 1 0 0,0 0 0 0 0,1 0-1 0 0,-1 0 1 0 0,1 0 0 0 0,0-1-1 0 0,0 1 1 0 0,1-1 0 0 0,7 5 0 0 0,-5-5 0 0 0,0 0 1 0 0,0 0-1 0 0,0-1 1 0 0,0 0 0 0 0,0 0-1 0 0,1-1 1 0 0,-1 0-1 0 0,1 0 1 0 0,-1-1 0 0 0,1 0-1 0 0,-1 0 1 0 0,0-1 0 0 0,14-2-1 0 0,-8-1 1 0 0,0 0 0 0 0,0 0 0 0 0,0-1 0 0 0,0-1 0 0 0,-1 0 0 0 0,1-1 0 0 0,-2 0 0 0 0,1-1 0 0 0,-1 0 0 0 0,0-1 0 0 0,-1 0 0 0 0,0-1 0 0 0,0 0 0 0 0,-1-1 0 0 0,13-20 0 0 0,-14 20-6 0 0,-1-1 0 0 0,0-1 0 0 0,-1 1 1 0 0,0-1-1 0 0,-1 0 0 0 0,0-1 0 0 0,-1 1 0 0 0,-1-1 1 0 0,0 0-1 0 0,-1 1 0 0 0,-1-1 0 0 0,0 0 0 0 0,-1 0 0 0 0,0-1 1 0 0,-4-20-1 0 0,2 25 11 0 0,-1 0 1 0 0,0 0-1 0 0,-1 0 0 0 0,0 1 1 0 0,-1-1-1 0 0,0 1 0 0 0,0 0 1 0 0,-1 1-1 0 0,0-1 1 0 0,-1 1-1 0 0,0 0 0 0 0,0 0 1 0 0,0 1-1 0 0,-1 0 0 0 0,0 1 1 0 0,-1-1-1 0 0,1 2 0 0 0,-1-1 1 0 0,-1 1-1 0 0,-10-4 1 0 0,9 4-151 0 0,-1 0 0 0 0,1 2 0 0 0,-1-1 0 0 0,-1 1 0 0 0,1 1 0 0 0,0 0 0 0 0,-17 0 0 0 0,19 2-357 0 0,-1 1 0 0 0,1 0 0 0 0,0 0 0 0 0,0 1 0 0 0,0 0 0 0 0,0 0 0 0 0,1 1 0 0 0,-1 1 0 0 0,-11 5 0 0 0,-3 6-2456 0 0,-1 0 1 0 0,-24 22 0 0 0,39-29 1512 0 0,-19 15-3930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20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228 101 956 0 0,'-4'-14'5509'0'0,"3"8"-4181"0"0,0 1 0 0 0,-1-1 0 0 0,0 1 0 0 0,0-1 1 0 0,0 1-1 0 0,-5-7 505 0 0,6 12-1756 0 0,0 0 1 0 0,1 1-1 0 0,-1-1 0 0 0,0 1 1 0 0,0-1-1 0 0,0 1 1 0 0,0-1-1 0 0,0 1 0 0 0,0 0 1 0 0,1-1-1 0 0,-1 1 0 0 0,0 0 1 0 0,1 0-1 0 0,-1-1 1 0 0,0 1-1 0 0,1 0 0 0 0,-2 2 1 0 0,-10 19 659 0 0,9-15-444 0 0,-16 27 409 0 0,2 1 0 0 0,-24 68-1 0 0,36-84-626 0 0,0 0 0 0 0,0 1 0 0 0,2-1 0 0 0,1 1 0 0 0,0-1 0 0 0,1 1 0 0 0,3 30 0 0 0,-1-43-52 0 0,1 0 0 0 0,-1 0-1 0 0,1-1 1 0 0,0 1 0 0 0,0 0 0 0 0,1-1-1 0 0,0 0 1 0 0,0 1 0 0 0,0-1-1 0 0,1-1 1 0 0,0 1 0 0 0,0 0 0 0 0,1-1-1 0 0,0 0 1 0 0,5 5 0 0 0,-2-3-11 0 0,0-2 1 0 0,0 1 0 0 0,1-1 0 0 0,-1 0 0 0 0,1-1-1 0 0,0 0 1 0 0,0 0 0 0 0,1-1 0 0 0,-1 0 0 0 0,11 1-1 0 0,-8-2 29 0 0,1 0-1 0 0,0 0 1 0 0,0-2-1 0 0,0 0 1 0 0,0 0-1 0 0,0-1 1 0 0,-1-1-1 0 0,1 0 1 0 0,0 0-1 0 0,-1-1 1 0 0,1-1-1 0 0,-1 0 1 0 0,0-1-1 0 0,0-1 0 0 0,-1 1 1 0 0,19-14-1 0 0,-22 13-22 0 0,-1-1-1 0 0,0 0 0 0 0,0-1 1 0 0,-1 0-1 0 0,0 0 1 0 0,0 0-1 0 0,-1-1 0 0 0,0 1 1 0 0,0-1-1 0 0,-1-1 0 0 0,0 1 1 0 0,-1-1-1 0 0,0 1 0 0 0,0-1 1 0 0,-1 0-1 0 0,-1 0 0 0 0,0 0 1 0 0,0 0-1 0 0,0 0 0 0 0,-2 0 1 0 0,1 0-1 0 0,-4-17 0 0 0,1 9-7 0 0,-1 1-1 0 0,-1 0 0 0 0,0 0 0 0 0,-1 0 0 0 0,-1 1 0 0 0,0-1 0 0 0,-2 2 0 0 0,0-1 0 0 0,0 1 0 0 0,-1 1 0 0 0,-1 0 0 0 0,-15-15 0 0 0,15 18-60 0 0,0 0 0 0 0,-1 1 0 0 0,-1 1 0 0 0,0 0 1 0 0,0 0-1 0 0,0 1 0 0 0,-1 1 0 0 0,0 1 0 0 0,-19-7 0 0 0,24 11-312 0 0,1 0 1 0 0,-1 0-1 0 0,1 0 0 0 0,-1 2 1 0 0,0-1-1 0 0,0 1 0 0 0,1 0 1 0 0,-1 0-1 0 0,0 1 0 0 0,1 1 1 0 0,-1-1-1 0 0,0 1 0 0 0,1 1 0 0 0,0 0 1 0 0,0 0-1 0 0,-1 0 0 0 0,2 1 1 0 0,-9 5-1 0 0,-10 8-3509 0 0,-37 32-1 0 0,30-19-1682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22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26 1824 0 0,'0'0'1534'0'0,"0"-26"5482"0"0,-4 198 287 0 0,-1 67-5798 0 0,10-118-5505 0 0,8-4-4068 0 0,-10-96 3358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27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466 1 808 0 0,'0'0'13003'0'0,"3"0"-12641"0"0,203 8 2070 0 0,-136-8-2249 0 0,111 15 1 0 0,-178-14-100 0 0,1 0 1 0 0,0 0 0 0 0,-1 0 0 0 0,1 1 0 0 0,-1-1 0 0 0,1 1-1 0 0,-1 0 1 0 0,0 0 0 0 0,0 1 0 0 0,0-1 0 0 0,0 1 0 0 0,0-1-1 0 0,0 1 1 0 0,-1 0 0 0 0,1 0 0 0 0,-1 0 0 0 0,0 0-1 0 0,0 0 1 0 0,0 1 0 0 0,0-1 0 0 0,-1 1 0 0 0,1-1 0 0 0,-1 1-1 0 0,0-1 1 0 0,1 7 0 0 0,2 8 260 0 0,-2 0-1 0 0,0 0 1 0 0,0 34-1 0 0,-2-51-332 0 0,-37 562 2545 0 0,11-266-1982 0 0,-1 222-339 0 0,-7 103 17 0 0,-55 135 201 0 0,56-502 199 0 0,-1-5-216 0 0,-26 227-112 0 0,16-161 522 0 0,18-142 244 0 0,17-46-936 0 0,9-127-71 0 0,0 0 0 0 0,0 1 0 0 0,-1-1 0 0 0,1 0 0 0 0,0 1-1 0 0,-1-1 1 0 0,1 0 0 0 0,-1 1 0 0 0,1-1 0 0 0,-1 0 0 0 0,0 0 0 0 0,1 0 0 0 0,-1 0 0 0 0,0 0 0 0 0,0 0 0 0 0,0 0 0 0 0,0 0-1 0 0,0 0 1 0 0,0 0 0 0 0,0 0 0 0 0,0 0 0 0 0,0-1 0 0 0,0 1 0 0 0,0 0 0 0 0,-1-1 0 0 0,1 1 0 0 0,0-1 0 0 0,0 1 0 0 0,-1-1-1 0 0,1 0 1 0 0,0 1 0 0 0,-1-1 0 0 0,1 0 0 0 0,-3 0 0 0 0,-6 0-100 0 0,0 0-1 0 0,1-1 1 0 0,-20-2 0 0 0,16 1 150 0 0,-76-10-417 0 0,-107-15-2631 0 0,67-1-3332 0 0,88 15 1504 0 0,15-1-1850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28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28 2152 0 0,'12'-27'11370'0'0,"-20"62"-4032"0"0,-18 51-6291 0 0,21-72-470 0 0,-174 542 1724 0 0,133-397-2986 0 0,35-106-3251 0 0,2 0-5054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28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1 136 660 0 0,'35'-135'17232'0'0,"-21"160"-15246"0"0,3 24-413 0 0,-2 0 0 0 0,14 86 1 0 0,-1 105 283 0 0,-22-177-1620 0 0,1 0-169 0 0,21 86 0 0 0,-26-145-239 0 0,-1 1-1 0 0,1-1 0 0 0,-1 0 0 0 0,1 1 0 0 0,1-1 0 0 0,2 5 0 0 0,-3-6-555 0 0,0-1-1 0 0,1 1 0 0 0,-1 0 0 0 0,1-1 0 0 0,-1 1 1 0 0,1-1-1 0 0,0 0 0 0 0,3 2 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28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162 132 2584 0 0,'-140'-6'13434'0'0,"139"6"-13391"0"0,1 0 0 0 0,-1 0 0 0 0,0 0 0 0 0,0 0 0 0 0,1 0 0 0 0,-1 0 0 0 0,0 0 0 0 0,0 0 0 0 0,1 0 0 0 0,-1 0 0 0 0,0 0 0 0 0,1-1 0 0 0,-1 1 0 0 0,0 0 0 0 0,1-1 0 0 0,-1 1 0 0 0,0 0 0 0 0,1-1 0 0 0,-1 1 0 0 0,0-1 0 0 0,1 1 0 0 0,-1-1 0 0 0,1 1 0 0 0,-1-1 0 0 0,1 1 0 0 0,-1-1 0 0 0,1 1 0 0 0,-1-1 0 0 0,1 0 0 0 0,0 1 0 0 0,-1-1 0 0 0,1 0 0 0 0,0 1 0 0 0,0-1 0 0 0,-1 0 0 0 0,1 1 0 0 0,0-1 0 0 0,0 0 0 0 0,0 0 0 0 0,0 1 0 0 0,0-1 0 0 0,0 0 0 0 0,0 0 0 0 0,0 1 0 0 0,0-1 0 0 0,0 0 0 0 0,1 0 0 0 0,-1 1 0 0 0,0-1 0 0 0,0 0 0 0 0,1 1 0 0 0,-1-1 0 0 0,0 0 0 0 0,1 1 0 0 0,-1-1 0 0 0,1 1 0 0 0,-1-1 0 0 0,1 0 0 0 0,0 0 0 0 0,8-6 4 0 0,1 0 1 0 0,-1 1-1 0 0,1 0 0 0 0,1 1 0 0 0,-1 0 0 0 0,1 0 0 0 0,20-5 0 0 0,-13 4-277 0 0,23-6-804 0 0,2-2-1623 0 0,-14 2-4373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37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70 196 0 0,'-37'-37'16291'0'0,"123"37"-15533"0"0,262-10-237 0 0,-163-7 61 0 0,-182 17-533 0 0,24-3 285 0 0,-9 0-3444 0 0,-19 5 2450 0 0,0 0 0 0 0,0 0 0 0 0,0 0 0 0 0,0 0 0 0 0,0-1 0 0 0,-1 1 0 0 0,1-1 0 0 0,-1 1 0 0 0,-2 1 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3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22 1260 0 0,'-9'-9'3435'0'0,"-8"-3"2944"0"0,21 24-5766 0 0,5 18-161 0 0,-1 1-1 0 0,-1-1 1 0 0,-1 1-1 0 0,1 39 1 0 0,-3 129-365 0 0,-5-133 28 0 0,-2 40-1380 0 0,-5-37-4272 0 0,4-42 596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59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77 1656 0 0,'-17'-71'14484'0'0,"17"69"-13828"0"0,0 2-647 0 0,0 0-1 0 0,0 0 0 0 0,0 0 0 0 0,0 0 1 0 0,0 0-1 0 0,0 0 0 0 0,0 0 1 0 0,0 0-1 0 0,0-1 0 0 0,0 1 1 0 0,0 0-1 0 0,0 0 0 0 0,0 0 0 0 0,0 0 1 0 0,0 0-1 0 0,0 0 0 0 0,0 0 1 0 0,0 0-1 0 0,0-1 0 0 0,0 1 1 0 0,0 0-1 0 0,0 0 0 0 0,0 0 0 0 0,0 0 1 0 0,0 0-1 0 0,0 0 0 0 0,0 0 1 0 0,0 0-1 0 0,0 0 0 0 0,0 0 1 0 0,0-1-1 0 0,0 1 0 0 0,0 0 0 0 0,-1 0 1 0 0,1 0-1 0 0,0 0 0 0 0,0 0 1 0 0,0 0-1 0 0,0 0 0 0 0,0 0 1 0 0,0 0-1 0 0,0 0 0 0 0,0 0 0 0 0,0 0 1 0 0,0 0-1 0 0,-1 0 0 0 0,1 0 1 0 0,0 0-1 0 0,0 0 0 0 0,0 0 1 0 0,0 0-1 0 0,0 0 0 0 0,0 0 0 0 0,0 0 1 0 0,0 0-1 0 0,-1 0 0 0 0,1 0 1 0 0,0 0-1 0 0,0 0 0 0 0,0 0 0 0 0,-6 11 138 0 0,-37 244 279 0 0,-15 30-228 0 0,53-257-582 0 0,-2 12-5575 0 0,8-35 3961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0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55 174 744 0 0,'4'-11'2319'0'0,"0"0"-1"0"0,10-21 1 0 0,-9 24-1974 0 0,0-1 0 0 0,0 1 0 0 0,1 1 0 0 0,0-1 0 0 0,1 1 0 0 0,0 0 0 0 0,8-7 0 0 0,-8 8-260 0 0,0 1 1 0 0,0 0 0 0 0,1 0 0 0 0,-1 0 0 0 0,1 1-1 0 0,0 0 1 0 0,1 1 0 0 0,-1 0 0 0 0,1 0 0 0 0,-1 1 0 0 0,1 0-1 0 0,0 0 1 0 0,0 1 0 0 0,0 0 0 0 0,-1 1 0 0 0,16 0-1 0 0,-23 0-25 0 0,1 1-1 0 0,0-1 0 0 0,-1 0 0 0 0,1 0 0 0 0,-1 1 0 0 0,1-1 0 0 0,-1 1 0 0 0,1 0 0 0 0,-1-1 0 0 0,1 1 0 0 0,-1 0 0 0 0,0 0 1 0 0,1 0-1 0 0,-1 0 0 0 0,0 0 0 0 0,0 0 0 0 0,1 0 0 0 0,-1 0 0 0 0,0 1 0 0 0,0-1 0 0 0,1 2 0 0 0,-1 0-6 0 0,0 0-1 0 0,0-1 1 0 0,0 1 0 0 0,-1 0-1 0 0,1 0 1 0 0,-1 0-1 0 0,0-1 1 0 0,1 1-1 0 0,-1 0 1 0 0,-1 0 0 0 0,1 3-1 0 0,-2 5 2 0 0,0-1 0 0 0,-1 0 0 0 0,0 0-1 0 0,0 0 1 0 0,-8 14 0 0 0,-2 1-20 0 0,-2 0 0 0 0,0-1 0 0 0,-35 42 0 0 0,37-52-13 0 0,-1 0-1 0 0,0-1 1 0 0,0 0 0 0 0,-1-2 0 0 0,-1 1 0 0 0,-28 14-1 0 0,-11-2 1008 0 0,54-23-960 0 0,-1 0-13 0 0,1-1-45 0 0,0 0 0 0 0,-1 0 0 0 0,1 1 0 0 0,0-1 0 0 0,0 0 0 0 0,0 1 0 0 0,0-1 0 0 0,0 1 0 0 0,0-1 0 0 0,1 1 0 0 0,-1 0 0 0 0,0-1 0 0 0,0 1 0 0 0,0 0 0 0 0,0 0 0 0 0,1 0 0 0 0,-2 1 0 0 0,6 1 82 0 0,1 1 0 0 0,-1-1 0 0 0,1 0 0 0 0,0 0 0 0 0,-1-1 1 0 0,1 1-1 0 0,0-1 0 0 0,1 0 0 0 0,-1 0 0 0 0,7 1 0 0 0,4 2 127 0 0,80 28 130 0 0,83 34 1311 0 0,-157-56-2434 0 0,38 25 0 0 0,-45-25-480 0 0,-1 1 1 0 0,0 0-1 0 0,15 17 0 0 0,-15-17-4105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0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62 164 0 0,'0'-9'3598'0'0,"1"-13"1999"0"0,-1 20-5476 0 0,1 1-1 0 0,-1-1 1 0 0,1 1-1 0 0,-1 0 1 0 0,1 0 0 0 0,0-1-1 0 0,0 1 1 0 0,-1 0 0 0 0,1 0-1 0 0,0 0 1 0 0,0 0-1 0 0,0 0 1 0 0,0 0 0 0 0,0 0-1 0 0,1 0 1 0 0,-1 0-1 0 0,0 1 1 0 0,0-1 0 0 0,1 0-1 0 0,-1 1 1 0 0,0-1 0 0 0,0 1-1 0 0,3-1 1 0 0,0-1 3 0 0,1 1-1 0 0,-1 0 1 0 0,1 0 0 0 0,-1 0 0 0 0,1 1 0 0 0,-1-1-1 0 0,1 1 1 0 0,-1 0 0 0 0,1 1 0 0 0,-1-1 0 0 0,1 1-1 0 0,-1-1 1 0 0,1 2 0 0 0,-1-1 0 0 0,0 0 0 0 0,1 1-1 0 0,-1 0 1 0 0,0 0 0 0 0,0 0 0 0 0,0 0 0 0 0,0 1-1 0 0,-1-1 1 0 0,1 1 0 0 0,-1 0 0 0 0,1 0 0 0 0,-1 0-1 0 0,0 1 1 0 0,0-1 0 0 0,-1 1 0 0 0,1 0 0 0 0,-1 0 0 0 0,1 0-1 0 0,-1 0 1 0 0,-1 0 0 0 0,1 0 0 0 0,0 0 0 0 0,-1 1-1 0 0,0-1 1 0 0,0 1 0 0 0,0-1 0 0 0,-1 1 0 0 0,1-1-1 0 0,-1 1 1 0 0,-1 7 0 0 0,-1 2 143 0 0,-1 1-1 0 0,-1-1 1 0 0,0 0 0 0 0,-1-1-1 0 0,-1 1 1 0 0,-13 23 0 0 0,-55 73 844 0 0,21-34-429 0 0,46-65-603 0 0,5-9-64 0 0,0 0 0 0 0,0 1 0 0 0,0 0 0 0 0,0-1 0 0 0,1 1 0 0 0,0 0 0 0 0,-1 0 0 0 0,1 0 1 0 0,0 0-1 0 0,0 0 0 0 0,0 3 0 0 0,1-5-10 0 0,1 0 1 0 0,-1-1 0 0 0,0 1-1 0 0,1 0 1 0 0,-1-1 0 0 0,1 1-1 0 0,-1-1 1 0 0,1 1-1 0 0,-1 0 1 0 0,1-1 0 0 0,0 1-1 0 0,-1-1 1 0 0,1 0 0 0 0,-1 1-1 0 0,1-1 1 0 0,0 0 0 0 0,-1 1-1 0 0,1-1 1 0 0,0 0 0 0 0,0 1-1 0 0,-1-1 1 0 0,1 0 0 0 0,0 0-1 0 0,0 0 1 0 0,-1 0-1 0 0,1 0 1 0 0,0 0 0 0 0,0 0-1 0 0,-1 0 1 0 0,2 0 0 0 0,1 0 9 0 0,8 0 1 0 0,-1 0 0 0 0,1-1 0 0 0,-1 0 0 0 0,0-1 0 0 0,11-2 0 0 0,55-18 30 0 0,-62 17-34 0 0,37-11 27 0 0,-35 11 294 0 0,21-8-4806 0 0,-1-6-5616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0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89 1576 0 0,'-22'-6'7660'0'0,"13"4"-5748"0"0,-6 0 2954 0 0,0-3-1782 0 0,15 5-3056 0 0,0 0 0 0 0,0 0 1 0 0,0 0-1 0 0,0 0 0 0 0,0-1 0 0 0,0 1 1 0 0,0 0-1 0 0,0 0 0 0 0,0 0 1 0 0,0 0-1 0 0,-1-1 0 0 0,1 1 0 0 0,0 0 1 0 0,1 0-1 0 0,-1 0 0 0 0,0 0 1 0 0,0-1-1 0 0,0 1 0 0 0,0 0 0 0 0,0 0 1 0 0,0 0-1 0 0,0 0 0 0 0,0-1 1 0 0,0 1-1 0 0,0 0 0 0 0,0 0 0 0 0,0 0 1 0 0,0 0-1 0 0,1 0 0 0 0,-1-1 1 0 0,0 1-1 0 0,0 0 0 0 0,0 0 0 0 0,0 0 1 0 0,0 0-1 0 0,1 0 0 0 0,-1 0 1 0 0,0 0-1 0 0,0 0 0 0 0,0-1 0 0 0,30-11 148 0 0,98-28-795 0 0,-81 26-4463 0 0,-36 13 2517 0 0,-6 1 1327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1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59 127 1384 0 0,'-6'-32'7131'0'0,"5"1"-3824"0"0,1 28-3191 0 0,1 1-1 0 0,-1-1 0 0 0,1 0 1 0 0,0 1-1 0 0,-1-1 1 0 0,1 0-1 0 0,0 1 0 0 0,1-1 1 0 0,-1 1-1 0 0,0 0 1 0 0,1-1-1 0 0,-1 1 1 0 0,1 0-1 0 0,0 0 0 0 0,0 0 1 0 0,0 0-1 0 0,0 0 1 0 0,0 0-1 0 0,0 1 1 0 0,4-3-1 0 0,-3 2-7 0 0,0 0 0 0 0,0 0 0 0 0,1 1 0 0 0,-1 0-1 0 0,0-1 1 0 0,1 1 0 0 0,-1 0 0 0 0,1 1 0 0 0,-1-1 0 0 0,1 1 0 0 0,-1-1 0 0 0,1 1 0 0 0,-1 0-1 0 0,1 0 1 0 0,-1 1 0 0 0,1-1 0 0 0,-1 1 0 0 0,1 0 0 0 0,-1 0 0 0 0,1 0 0 0 0,-1 0 0 0 0,0 0-1 0 0,0 1 1 0 0,1-1 0 0 0,-1 1 0 0 0,0 0 0 0 0,0 0 0 0 0,-1 0 0 0 0,1 1 0 0 0,4 4 0 0 0,-2-2 41 0 0,0 1 1 0 0,-1 0 0 0 0,1 0 0 0 0,-2 0 0 0 0,1 0-1 0 0,-1 0 1 0 0,1 1 0 0 0,-2 0 0 0 0,1 0 0 0 0,-1 0 0 0 0,0 0-1 0 0,0 0 1 0 0,-1 0 0 0 0,0 8 0 0 0,-1 3 35 0 0,-1 0 1 0 0,0 0 0 0 0,-2 0-1 0 0,0-1 1 0 0,-1 1-1 0 0,-12 32 1 0 0,-50 98 653 0 0,45-106-570 0 0,-23 38 293 0 0,28-53-331 0 0,2 0 0 0 0,0 1-1 0 0,-16 49 1 0 0,29-75-216 0 0,1 0 1 0 0,0 0-1 0 0,-1 0 0 0 0,1 0 0 0 0,0 0 0 0 0,0 0 0 0 0,0 0 1 0 0,0 0-1 0 0,0 0 0 0 0,1 3 0 0 0,-1-4-6 0 0,1 0-1 0 0,-1 0 1 0 0,1 0-1 0 0,-1-1 1 0 0,0 1-1 0 0,1 0 1 0 0,-1 0-1 0 0,1-1 1 0 0,-1 1 0 0 0,1-1-1 0 0,0 1 1 0 0,-1 0-1 0 0,1-1 1 0 0,0 1-1 0 0,-1-1 1 0 0,1 1-1 0 0,0-1 1 0 0,0 0-1 0 0,0 1 1 0 0,-1-1-1 0 0,1 0 1 0 0,0 1-1 0 0,0-1 1 0 0,0 0-1 0 0,0 0 1 0 0,1 0 0 0 0,14 1 19 0 0,0-1 0 0 0,1-1 0 0 0,-1 0 0 0 0,23-6 0 0 0,70-21-3322 0 0,-46 11-1664 0 0,-11 2-2091 0 0,-25 7 486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1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63 2772 0 0,'-32'-63'18474'0'0,"25"75"-16749"0"0,6 56-982 0 0,-3 1 0 0 0,-2-1 0 0 0,-21 85 0 0 0,5-39-1228 0 0,10-47-3456 0 0,-3 2-8737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2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26 208 1680 0 0,'2'-12'988'0'0,"-1"1"0"0"0,2-1 0 0 0,0 1 0 0 0,0 0 0 0 0,1-1 0 0 0,0 2 0 0 0,1-1-1 0 0,0 0 1 0 0,1 1 0 0 0,11-17 0 0 0,-12 22-738 0 0,-1-1 0 0 0,1 1-1 0 0,0-1 1 0 0,0 1 0 0 0,1 1 0 0 0,0-1-1 0 0,0 1 1 0 0,0 0 0 0 0,0 0-1 0 0,0 1 1 0 0,1 0 0 0 0,0 0 0 0 0,-1 0-1 0 0,1 1 1 0 0,0 0 0 0 0,0 0-1 0 0,12-1 1 0 0,-17 3-181 0 0,1 0-1 0 0,0 0 1 0 0,0 0-1 0 0,0 0 1 0 0,-1 0-1 0 0,1 1 1 0 0,0-1-1 0 0,0 1 1 0 0,-1-1-1 0 0,1 1 1 0 0,0 0 0 0 0,-1 0-1 0 0,1 1 1 0 0,-1-1-1 0 0,0 0 1 0 0,1 1-1 0 0,-1-1 1 0 0,0 1-1 0 0,0 0 1 0 0,0 0-1 0 0,0 0 1 0 0,0 0-1 0 0,0 0 1 0 0,0 0-1 0 0,-1 0 1 0 0,1 1-1 0 0,-1-1 1 0 0,0 1-1 0 0,2 3 1 0 0,-1-1-8 0 0,-1-1-1 0 0,0 1 1 0 0,0 0-1 0 0,0 0 1 0 0,-1 0-1 0 0,1 0 1 0 0,-1 0 0 0 0,0 1-1 0 0,-1-1 1 0 0,1 0-1 0 0,-1 0 1 0 0,0-1-1 0 0,-1 1 1 0 0,-2 8 0 0 0,-9 16-2 0 0,-2-1 0 0 0,-2 0 0 0 0,0-2 0 0 0,-2 1 1 0 0,0-2-1 0 0,-2-1 0 0 0,-1 0 0 0 0,0-2 0 0 0,-36 27 1 0 0,55-47-19 0 0,1 0 0 0 0,-1-1 1 0 0,0 1-1 0 0,0-1 0 0 0,0 0 1 0 0,0 1-1 0 0,0-1 0 0 0,-1-1 1 0 0,1 1-1 0 0,0 0 0 0 0,-4 0 1 0 0,5-1 115 0 0,2-1-148 0 0,1 1 1 0 0,-1-1-1 0 0,0 1 0 0 0,1-1 1 0 0,-1 1-1 0 0,0-1 1 0 0,1 1-1 0 0,-1 0 0 0 0,1-1 1 0 0,-1 1-1 0 0,1 0 0 0 0,-1-1 1 0 0,1 1-1 0 0,-1 0 1 0 0,1 0-1 0 0,-1-1 0 0 0,2 1 1 0 0,8 2 59 0 0,0 0 0 0 0,0 1 0 0 0,0 0 0 0 0,-1 1 0 0 0,1 0 0 0 0,-1 0 0 0 0,0 1 0 0 0,0 0 0 0 0,0 1 0 0 0,-1 0 0 0 0,0 0 0 0 0,0 1 0 0 0,-1 0 0 0 0,1 0 0 0 0,-1 1 0 0 0,-1 0-1 0 0,0 0 1 0 0,0 0 0 0 0,0 1 0 0 0,-1 0 0 0 0,-1 0 0 0 0,1 0 0 0 0,-2 1 0 0 0,5 12 0 0 0,18 56-4974 0 0,-3-29-5068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2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1928 0 0,'29'-46'27654'0'0,"-21"58"-25872"0"0,-3 0-1692 0 0,-1-1 1 0 0,0 1-1 0 0,0 0 0 0 0,-2 0 1 0 0,1 0-1 0 0,0 18 0 0 0,0 81 531 0 0,-3-44-471 0 0,2-1-3424 0 0,2 86-13448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3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459 151 628 0 0,'14'-18'10505'0'0,"-10"-1"-7295"0"0,-2 13-2401 0 0,-1 0 1 0 0,1 0 0 0 0,-1 0 0 0 0,0-12 0 0 0,-1 16-694 0 0,0 0 0 0 0,-1 0 1 0 0,1-1-1 0 0,-1 1 1 0 0,1 0-1 0 0,-1 0 1 0 0,0 0-1 0 0,0 0 1 0 0,0 0-1 0 0,0 0 0 0 0,0 0 1 0 0,0 0-1 0 0,0 0 1 0 0,-1 0-1 0 0,1 0 1 0 0,-1 1-1 0 0,1-1 0 0 0,-3-1 1 0 0,0-1-59 0 0,-1 1 0 0 0,0 0-1 0 0,1 0 1 0 0,-1 0 0 0 0,0 1 0 0 0,0-1 0 0 0,-1 1-1 0 0,1 0 1 0 0,0 1 0 0 0,-1-1 0 0 0,-7 0 0 0 0,-8 0-5 0 0,0 2 1 0 0,-39 3-1 0 0,50-2-45 0 0,0 0-1 0 0,0 0 1 0 0,0 2-1 0 0,1-1 1 0 0,-1 1-1 0 0,1 1 1 0 0,-1-1-1 0 0,1 2 1 0 0,0-1-1 0 0,0 1 1 0 0,1 1-1 0 0,-1-1 1 0 0,1 1 0 0 0,1 1-1 0 0,-10 9 1 0 0,7-5 41 0 0,1 0 1 0 0,1 1-1 0 0,0 0 0 0 0,1 1 1 0 0,0-1-1 0 0,1 1 1 0 0,0 1-1 0 0,1-1 1 0 0,1 1-1 0 0,-4 16 1 0 0,-2 21 588 0 0,-5 86 0 0 0,10 55 524 0 0,3-91-785 0 0,9 492 1722 0 0,-2-387-1417 0 0,-15 567 1028 0 0,-9-462-1025 0 0,14-235-400 0 0,-2 66 92 0 0,7-133-377 0 0,0 0 26 0 0,0 1 0 0 0,0-1 1 0 0,1 1-1 0 0,4 14 0 0 0,-4-17-7 0 0,1 0 0 0 0,0-1 0 0 0,1 1 0 0 0,0-1 0 0 0,0 1 0 0 0,0-1 0 0 0,1 0 0 0 0,-1 0 0 0 0,8 7 0 0 0,-7-9-10 0 0,0-1 0 0 0,0 0 0 0 0,1 0 0 0 0,0 0 0 0 0,-1 0 0 0 0,1-1 0 0 0,0 0 0 0 0,0 0 0 0 0,0 0 0 0 0,10 1 0 0 0,15 4 26 0 0,1-2 0 0 0,-1-2 0 0 0,38 0 0 0 0,91-9-435 0 0,-22-10-3486 0 0,-70 0-1451 0 0,-49 10-80 0 0,28-14 0 0 0,-24 7-3058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4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68 392 0 0,'3'-10'4326'0'0,"11"-27"2746"0"0,-11 28-5607 0 0,1-2 3189 0 0,-2 22-2068 0 0,-7 84 272 0 0,-21 124 0 0 0,0-9-2924 0 0,23-179-2185 0 0,2-16-3117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8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4 448 0 0,'12'-3'19724'0'0,"-10"12"-18999"0"0,-9-1-491 0 0,0 1-1 0 0,0 0 0 0 0,1 0 1 0 0,0 1-1 0 0,0-1 0 0 0,1 1 0 0 0,-8 21 1 0 0,-16 79-19 0 0,21-77 1 0 0,4-13-171 0 0,0 0 0 0 0,2 1 0 0 0,0 0 0 0 0,1-1-1 0 0,1 1 1 0 0,4 30 0 0 0,-2-41-6 0 0,-1 1 1 0 0,1-1-1 0 0,1 0 0 0 0,0 0 0 0 0,1 0 0 0 0,0-1 0 0 0,0 1 0 0 0,1-1 0 0 0,0 0 1 0 0,0 0-1 0 0,1 0 0 0 0,1-1 0 0 0,-1 0 0 0 0,13 12 0 0 0,-11-15-15 0 0,0 1 1 0 0,0-1-1 0 0,1-1 0 0 0,0 0 0 0 0,0 0 0 0 0,0 0 0 0 0,0-1 1 0 0,1-1-1 0 0,-1 0 0 0 0,1 0 0 0 0,-1-1 0 0 0,1 0 1 0 0,0 0-1 0 0,18-2 0 0 0,-9-1 8 0 0,0 0 1 0 0,0-1-1 0 0,-1-1 0 0 0,0 0 1 0 0,1-2-1 0 0,30-13 1 0 0,-39 14 5 0 0,-1 0-1 0 0,1-1 1 0 0,-1 0 0 0 0,-1 0 0 0 0,1-1 0 0 0,-1 0 0 0 0,0 0 0 0 0,-1-1 0 0 0,0 0 0 0 0,0 0 0 0 0,-1-1 0 0 0,0 0 0 0 0,0 0 0 0 0,4-11 0 0 0,-4 6 3 0 0,-1-1 0 0 0,0 0 0 0 0,-1 0-1 0 0,0-1 1 0 0,-1 1 0 0 0,-1-1 0 0 0,-1 0 0 0 0,-1-30 0 0 0,0 31-45 0 0,-2 1 0 0 0,1-1 0 0 0,-2 1 0 0 0,0 0 0 0 0,-5-15-1 0 0,5 21 2 0 0,0 1 0 0 0,0 1 0 0 0,-1-1 0 0 0,1 0 0 0 0,-1 1 0 0 0,-1 0 0 0 0,1 0 0 0 0,-1 0-1 0 0,0 0 1 0 0,-1 1 0 0 0,-8-8 0 0 0,-1 3 13 0 0,-1 1 0 0 0,0 0 1 0 0,0 1-1 0 0,0 0 0 0 0,-1 1 0 0 0,0 1 1 0 0,-29-6-1 0 0,-40-3-4150 0 0,1 7-9761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19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78 804 0 0,'-17'-27'6891'0'0,"5"15"-4213"0"0,9 13-2419 0 0,1 0-162 0 0,-1 0 1 0 0,1 1-1 0 0,-1-1 1 0 0,1 1-1 0 0,0-1 1 0 0,0 1-1 0 0,0 0 1 0 0,0 0-1 0 0,0 0 1 0 0,0 0-1 0 0,0 0 1 0 0,0 1-1 0 0,1-1 1 0 0,-1 0 0 0 0,1 1-1 0 0,0-1 1 0 0,-2 6-1 0 0,-3 9 510 0 0,-8 30-1 0 0,9-28-284 0 0,-5 20 223 0 0,0-1-1 0 0,-4 54 1 0 0,13-79-439 0 0,0 0 1 0 0,1 0-1 0 0,0 0 0 0 0,1 0 1 0 0,0 0-1 0 0,1 0 0 0 0,1-1 0 0 0,0 1 1 0 0,1-1-1 0 0,0 1 0 0 0,8 14 1 0 0,-10-23-51 0 0,1 0 1 0 0,0 1 0 0 0,0-1 0 0 0,0 0-1 0 0,0 0 1 0 0,1-1 0 0 0,-1 1 0 0 0,1-1-1 0 0,0 0 1 0 0,0 0 0 0 0,1 0 0 0 0,-1 0-1 0 0,0-1 1 0 0,9 4 0 0 0,-5-3-2 0 0,-1-1 1 0 0,1-1-1 0 0,0 1 0 0 0,-1-1 1 0 0,1-1-1 0 0,0 1 0 0 0,0-1 1 0 0,14-2-1 0 0,-2-2 5 0 0,0 0-1 0 0,-1-1 1 0 0,0-1-1 0 0,0-1 1 0 0,0-1 0 0 0,28-16-1 0 0,-33 15-39 0 0,0 0-1 0 0,0 0 0 0 0,-1-2 1 0 0,-1 0-1 0 0,0 0 0 0 0,0-1 1 0 0,-1 0-1 0 0,0-1 0 0 0,-1-1 1 0 0,-1 1-1 0 0,0-1 0 0 0,-1-1 1 0 0,7-17-1 0 0,-12 23-13 0 0,1 0-1 0 0,-1 0 1 0 0,-1 0-1 0 0,0-1 1 0 0,0 1-1 0 0,-1-1 1 0 0,0 0-1 0 0,-1 1 1 0 0,0-1-1 0 0,0 0 1 0 0,-1 1-1 0 0,0-1 1 0 0,-1 0-1 0 0,0 1 1 0 0,-1 0-1 0 0,0-1 1 0 0,0 1-1 0 0,-1 0 1 0 0,0 1-1 0 0,0-1 1 0 0,-1 1-1 0 0,0-1 1 0 0,-11-11-1 0 0,8 12 13 0 0,0 0 0 0 0,-1 0-1 0 0,0 1 1 0 0,0 0 0 0 0,-1 1 0 0 0,1 0-1 0 0,-2 1 1 0 0,1 0 0 0 0,0 0 0 0 0,-1 1 0 0 0,0 1-1 0 0,0-1 1 0 0,0 2 0 0 0,-22-3 0 0 0,15 3-381 0 0,1 1 0 0 0,-1 0 0 0 0,0 2 1 0 0,1 0-1 0 0,-1 1 0 0 0,1 1 0 0 0,0 0 1 0 0,-1 2-1 0 0,-16 6 0 0 0,27-9-305 0 0,1 1-1 0 0,0 1 1 0 0,-1-1 0 0 0,-5 6-1 0 0,-9 11-4790 0 0,13-9 1024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2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1336 0 0,'30'-49'9007'0'0,"7"-2"316"0"0,-36 51-9207 0 0,0 1 0 0 0,0 0 0 0 0,0 0 0 0 0,0 0-1 0 0,-1 0 1 0 0,1 0 0 0 0,0 0 0 0 0,-1 0 0 0 0,1 0 0 0 0,-1 0 0 0 0,1 0 0 0 0,-1 0 0 0 0,1 2 0 0 0,1 1 54 0 0,-2 3 16 0 0,1 0 0 0 0,-1 1 1 0 0,0-1-1 0 0,-1 0 0 0 0,0 0 0 0 0,-2 8 0 0 0,0 4 10 0 0,-1 17 74 0 0,0-10-121 0 0,-1 43 1 0 0,5-62-137 0 0,0-1 0 0 0,0 0 0 0 0,1 0-1 0 0,0 1 1 0 0,0-1 0 0 0,1 0 0 0 0,0 0 0 0 0,0 0 0 0 0,0 0 0 0 0,1-1 0 0 0,-1 1 0 0 0,6 7 0 0 0,-5-10-6 0 0,0 0 1 0 0,1 0 0 0 0,-1 0-1 0 0,1 0 1 0 0,-1 0 0 0 0,1-1-1 0 0,0 0 1 0 0,0 1 0 0 0,0-1-1 0 0,1-1 1 0 0,-1 1 0 0 0,0-1-1 0 0,1 0 1 0 0,-1 0 0 0 0,1 0-1 0 0,-1 0 1 0 0,10 0 0 0 0,-5-1-1 0 0,1 0 1 0 0,0-1-1 0 0,-1 0 1 0 0,1-1-1 0 0,-1 1 1 0 0,1-2-1 0 0,14-5 1 0 0,-15 4-22 0 0,0-1 1 0 0,0 0-1 0 0,0 0 0 0 0,-1-1 1 0 0,0 0-1 0 0,0 0 1 0 0,-1-1-1 0 0,0 0 0 0 0,10-13 1 0 0,-4 2 700 0 0,1-1 0 0 0,19-42 1098 0 0,-34 93-1150 0 0,-8 41 0 0 0,0 6-609 0 0,-10 147-5193 0 0,1-74-7296 0 0,13-109 4285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4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56 844 0 0,'-6'-10'5315'0'0,"-1"-18"1172"0"0,3 11 653 0 0,5 58-4127 0 0,-1-14-2223 0 0,0 24 287 0 0,-11 88-1 0 0,-1-10-1059 0 0,11-104-939 0 0,2 0 0 0 0,0 0 0 0 0,6 30 0 0 0,-1-38-1603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5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5 1020 0 0,'-12'6'9134'0'0,"-7"0"-2416"0"0,12-3-3773 0 0,70-9-2557 0 0,110-7-34 0 0,-148 13-340 0 0,0 1-1 0 0,0 1 1 0 0,0 1 0 0 0,46 12 0 0 0,-64-13 102 0 0,0 1-1 0 0,0 0 1 0 0,0 0 0 0 0,0 0 0 0 0,-1 1-1 0 0,1 0 1 0 0,-1 1 0 0 0,0-1 0 0 0,0 1-1 0 0,-1 0 1 0 0,10 11 0 0 0,-8-7 96 0 0,-1 1 1 0 0,0-1-1 0 0,0 1 1 0 0,-1 0-1 0 0,0 1 0 0 0,-1-1 1 0 0,4 13-1 0 0,-1 9 305 0 0,-1 0 0 0 0,-1 1-1 0 0,-2 0 1 0 0,-1 47 0 0 0,-14 186 1139 0 0,1 2-674 0 0,26 713 627 0 0,-8-799-1509 0 0,11 337 464 0 0,-18-62-337 0 0,-4-358-165 0 0,-21 118 1 0 0,-21-4-25 0 0,16-82-19 0 0,21-90 23 0 0,-25 69 0 0 0,32-105-17 0 0,-1 0-1 0 0,1 0 1 0 0,-1 0-1 0 0,1 0 1 0 0,-1-1-1 0 0,-1 1 1 0 0,1-1-1 0 0,-8 7 1 0 0,8-9-21 0 0,1 1-1 0 0,-1-1 1 0 0,0-1-1 0 0,0 1 1 0 0,0 0 0 0 0,0-1-1 0 0,-1 1 1 0 0,1-1 0 0 0,0 0-1 0 0,0 0 1 0 0,-1 0-1 0 0,1-1 1 0 0,-1 1 0 0 0,1-1-1 0 0,-1 0 1 0 0,-5 0-1 0 0,1 0-5 0 0,-304 4-865 0 0,107-16-3962 0 0,191 11 4032 0 0,-64-7-2723 0 0,40-1-563 0 0,4-6-3683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8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102 123 2148 0 0,'-7'-97'17839'0'0,"7"97"-17817"0"0,0 0 0 0 0,1 0-1 0 0,-1 0 1 0 0,0 0 0 0 0,0 0-1 0 0,0 0 1 0 0,0-1 0 0 0,0 1-1 0 0,0 0 1 0 0,0 0 0 0 0,0 0-1 0 0,0 0 1 0 0,0 0 0 0 0,0 0-1 0 0,0 0 1 0 0,0-1 0 0 0,0 1 0 0 0,0 0-1 0 0,0 0 1 0 0,0 0 0 0 0,0 0-1 0 0,0 0 1 0 0,-1 0 0 0 0,1 0-1 0 0,0-1 1 0 0,0 1 0 0 0,0 0-1 0 0,0 0 1 0 0,0 0 0 0 0,0 0-1 0 0,0 0 1 0 0,0 0 0 0 0,0 0 0 0 0,0 0-1 0 0,0 0 1 0 0,-1 0 0 0 0,1 0-1 0 0,0 0 1 0 0,0-1 0 0 0,0 1-1 0 0,0 0 1 0 0,0 0 0 0 0,0 0-1 0 0,0 0 1 0 0,0 0 0 0 0,-1 0-1 0 0,1 0 1 0 0,0 0 0 0 0,0 0 0 0 0,0 0-1 0 0,0 0 1 0 0,0 0 0 0 0,0 0-1 0 0,-1 0 1 0 0,1 0 0 0 0,0 0-1 0 0,0 0 1 0 0,0 1 0 0 0,-8 6 452 0 0,-6 14 14 0 0,2 3-304 0 0,1 1 0 0 0,1 1 0 0 0,1 0 0 0 0,2 0 0 0 0,0 1 0 0 0,2-1 0 0 0,1 1 0 0 0,1 1 0 0 0,1-1 0 0 0,3 35 1 0 0,0-53-164 0 0,0-1 1 0 0,1 0-1 0 0,0 0 1 0 0,0 0-1 0 0,1 0 1 0 0,0 0 0 0 0,0-1-1 0 0,1 1 1 0 0,0-1-1 0 0,0 0 1 0 0,1 0 0 0 0,0 0-1 0 0,0-1 1 0 0,1 0-1 0 0,0 0 1 0 0,0 0 0 0 0,0 0-1 0 0,0-1 1 0 0,8 5-1 0 0,-9-7-18 0 0,1 0-1 0 0,-1-1 0 0 0,0 1 0 0 0,0-1 1 0 0,1 0-1 0 0,0 0 0 0 0,-1-1 0 0 0,1 0 1 0 0,0 0-1 0 0,0 0 0 0 0,-1-1 1 0 0,1 0-1 0 0,0 0 0 0 0,0 0 0 0 0,0-1 1 0 0,0 1-1 0 0,-1-1 0 0 0,1-1 1 0 0,0 1-1 0 0,-1-1 0 0 0,1 0 0 0 0,-1 0 1 0 0,0-1-1 0 0,0 0 0 0 0,1 0 0 0 0,-2 0 1 0 0,10-7-1 0 0,-5 1 7 0 0,0 0 1 0 0,0 0-1 0 0,-1-1 1 0 0,-1 0-1 0 0,1-1 1 0 0,-2 1-1 0 0,1-1 1 0 0,-1-1-1 0 0,-1 1 0 0 0,0-1 1 0 0,6-23-1 0 0,-7 17 3 0 0,0 1-1 0 0,-1-1 0 0 0,-1 0 0 0 0,-1 0 1 0 0,0 0-1 0 0,-2 0 0 0 0,-4-33 0 0 0,3 42-13 0 0,0 1 0 0 0,-1-1 0 0 0,0 1 0 0 0,0 0 0 0 0,-1 0 0 0 0,0 0 0 0 0,-1 1-1 0 0,1-1 1 0 0,-1 1 0 0 0,-1 0 0 0 0,1 1 0 0 0,-11-10 0 0 0,5 6-94 0 0,0 1 0 0 0,-1 0 0 0 0,0 1 0 0 0,-1 0 0 0 0,1 1 0 0 0,-23-9 1 0 0,34 15-121 0 0,-1 0 0 0 0,0 0 0 0 0,0 0 0 0 0,1 1 0 0 0,-1-1 0 0 0,0 1 0 0 0,0-1 0 0 0,0 1 0 0 0,1 0 0 0 0,-1 0 0 0 0,0 0 0 0 0,0 0 0 0 0,0 0 0 0 0,0 0 0 0 0,0 0 0 0 0,0 1 0 0 0,1-1 0 0 0,-1 1 0 0 0,0-1 0 0 0,0 1 0 0 0,1 0 0 0 0,-3 1 0 0 0,1 1-1026 0 0,2-1 621 0 0,-1-1 0 0 0,1 1 0 0 0,0-1 0 0 0,0 1 0 0 0,0 0 0 0 0,0 0 0 0 0,1-1 0 0 0,-1 1-1 0 0,0 0 1 0 0,1 0 0 0 0,0 0 0 0 0,-1 0 0 0 0,1 0 0 0 0,0 0 0 0 0,0 0 0 0 0,0 3 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20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1144 0 0,'12'-29'9311'0'0,"8"-12"-60"0"0,-15 34-6759 0 0,-2 42-950 0 0,-1 0-1 0 0,-2 1 1 0 0,-6 56-1 0 0,1-35-818 0 0,-5 67-141 0 0,-5 108-246 0 0,14-193-429 0 0,1-38-430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22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79 2472 0 0,'8'-7'5955'0'0,"-8"7"-5755"0"0,1-1 0 0 0,-1 1 1 0 0,1-1-1 0 0,-1 0 0 0 0,1 1 1 0 0,-1-1-1 0 0,1 1 0 0 0,-1-1 1 0 0,0 0-1 0 0,1 1 0 0 0,-1-1 1 0 0,0 0-1 0 0,0 0 0 0 0,0 1 1 0 0,1-1-1 0 0,-1 0 0 0 0,0 1 1 0 0,0-1-1 0 0,0 0 0 0 0,0 0 1 0 0,0 0-1 0 0,-1-1 441 0 0,0 1-361 0 0,0-1-1 0 0,0 1 0 0 0,0 0 0 0 0,0 0 1 0 0,0 0-1 0 0,0 0 0 0 0,-1 0 1 0 0,1 0-1 0 0,-1 0 0 0 0,1 0 1 0 0,-2 0-1 0 0,-2 2-159 0 0,0 0 0 0 0,0 1-1 0 0,0 0 1 0 0,0 0 0 0 0,0 0 0 0 0,0 1 0 0 0,1 0-1 0 0,0 0 1 0 0,-1 0 0 0 0,1 0 0 0 0,0 0 0 0 0,0 1 0 0 0,1 0-1 0 0,-1 0 1 0 0,1 0 0 0 0,-5 8 0 0 0,-7 10 334 0 0,-23 47-1 0 0,35-62-392 0 0,-11 21 122 0 0,2 1 1 0 0,-14 45 0 0 0,23-63-152 0 0,0 0 0 0 0,1 1 1 0 0,0-1-1 0 0,1 1 1 0 0,0-1-1 0 0,1 1 1 0 0,0-1-1 0 0,1 1 0 0 0,0 0 1 0 0,3 11-1 0 0,-3-20-15 0 0,0 1 0 0 0,1 0 0 0 0,-1-1 0 0 0,1 1 0 0 0,-1-1-1 0 0,1 0 1 0 0,0 0 0 0 0,1 1 0 0 0,-1-1 0 0 0,0 0 0 0 0,1-1 0 0 0,0 1 0 0 0,0 0 0 0 0,0-1-1 0 0,0 0 1 0 0,4 3 0 0 0,-2-2-15 0 0,0-1 1 0 0,1 0-1 0 0,-1 0 0 0 0,1 0 0 0 0,-1 0 0 0 0,1-1 1 0 0,0 0-1 0 0,-1-1 0 0 0,12 1 0 0 0,-5-1 91 0 0,0-1 0 0 0,-1 0 0 0 0,1-1 0 0 0,-1-1 0 0 0,1 0 0 0 0,-1 0 0 0 0,0-1 0 0 0,0 0 0 0 0,-1-1 0 0 0,12-7 0 0 0,-9 3-29 0 0,0-1-1 0 0,-1-1 1 0 0,0 0-1 0 0,-1-1 0 0 0,0 0 1 0 0,-1-1-1 0 0,-1 0 1 0 0,0-1-1 0 0,-1 0 0 0 0,0 0 1 0 0,-1 0-1 0 0,0-1 1 0 0,-1 0-1 0 0,-1-1 0 0 0,-1 1 1 0 0,0-1-1 0 0,-1 0 1 0 0,2-28-1 0 0,-5 35-82 0 0,0 0 1 0 0,-1 0-1 0 0,1 0 0 0 0,-2 0 1 0 0,0 0-1 0 0,0 0 0 0 0,0 0 1 0 0,-1 1-1 0 0,0-1 0 0 0,-1 1 1 0 0,0 0-1 0 0,0 0 0 0 0,-1 0 1 0 0,0 0-1 0 0,0 1 0 0 0,-1 0 0 0 0,0 0 1 0 0,0 1-1 0 0,0-1 0 0 0,-1 1 1 0 0,-12-8-1 0 0,12 10-428 0 0,0 0 0 0 0,0 0 0 0 0,0 1 0 0 0,-1 0 0 0 0,0 0 0 0 0,1 1 1 0 0,-1 0-1 0 0,0 0 0 0 0,-10 0 0 0 0,16 2 118 0 0,1-1 0 0 0,-1 1 0 0 0,1 0 0 0 0,-1 0 0 0 0,0 0 0 0 0,1 1 0 0 0,-1-1 0 0 0,1 0 0 0 0,-1 0 1 0 0,1 1-1 0 0,-1-1 0 0 0,1 1 0 0 0,-1-1 0 0 0,1 1 0 0 0,0 0 0 0 0,-1 0 0 0 0,1-1 0 0 0,0 1 0 0 0,-1 0 0 0 0,1 0 1 0 0,0 0-1 0 0,0 1 0 0 0,0-1 0 0 0,-2 2 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6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 1764 0 0,'-93'21'14149'0'0,"91"-20"-13620"0"0,-11-1 508 0 0,28 0-147 0 0,16-1-682 0 0,-14-1-792 0 0,1 2 0 0 0,23 1 1 0 0,-34 0-676 0 0,1 1 0 0 0,-1-1 0 0 0,1 1 0 0 0,8 4 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6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1 616 0 0,'-16'15'4762'0'0,"-26"36"0"0"0,41-51-4733 0 0,1 0 1 0 0,0 1 0 0 0,0-1-1 0 0,0 0 1 0 0,0 0 0 0 0,-1 1 0 0 0,1-1-1 0 0,0 0 1 0 0,0 1 0 0 0,0-1 0 0 0,0 0-1 0 0,0 1 1 0 0,0-1 0 0 0,0 0-1 0 0,0 1 1 0 0,0-1 0 0 0,0 0 0 0 0,0 1-1 0 0,0-1 1 0 0,0 0 0 0 0,0 1-1 0 0,0-1 1 0 0,0 0 0 0 0,0 1 0 0 0,1-1-1 0 0,-1 0 1 0 0,0 0 0 0 0,0 1-1 0 0,0-1 1 0 0,0 0 0 0 0,1 0 0 0 0,-1 1-1 0 0,0-1 1 0 0,0 0 0 0 0,1 0 0 0 0,-1 1-1 0 0,0-1 1 0 0,0 0 0 0 0,1 0-1 0 0,0 1 8 0 0,0-1 0 0 0,0 1 0 0 0,0-1 0 0 0,0 1 0 0 0,0-1 0 0 0,0 0 0 0 0,0 0 0 0 0,0 0 0 0 0,0 1 0 0 0,0-1 0 0 0,0 0 0 0 0,1 0 0 0 0,0-1 0 0 0,31-4-298 0 0,42-13-1 0 0,35-20-5467 0 0,-73 22 2539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6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2192 0 0,'4'-18'16166'0'0,"33"195"-10065"0"0,-22-117-5841 0 0,-3 0 0 0 0,6 75 1 0 0,-17-31-437 0 0,-1-78-2918 0 0,0 0-3382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7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10 268 0 0,'13'-9'14571'0'0,"-15"18"-13749"0"0,0 0 1 0 0,-1-1-1 0 0,0 1 1 0 0,0 0-1 0 0,-1-1 1 0 0,-6 13-1 0 0,-37 48 492 0 0,10-13-845 0 0,-12 30-248 0 0,30-40-1821 0 0,7 0-3301 0 0,11-41 2849 0 0,0 3 1264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7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122 106 476 0 0,'0'0'2760'0'0,"6"-33"7793"0"0,-4 29-10351 0 0,-1 0 1 0 0,1 1-1 0 0,0-1 1 0 0,0 0 0 0 0,1 1-1 0 0,-1-1 1 0 0,1 1-1 0 0,0 0 1 0 0,-1 0 0 0 0,1 0-1 0 0,1 0 1 0 0,-1 1-1 0 0,0-1 1 0 0,1 1-1 0 0,-1 0 1 0 0,1 0 0 0 0,0 0-1 0 0,5-2 1 0 0,-1 1-95 0 0,0 0 0 0 0,-1 1 1 0 0,1 0-1 0 0,1 0 0 0 0,-1 1 1 0 0,0 0-1 0 0,0 0 0 0 0,12 1 0 0 0,-17 0-69 0 0,1 1 0 0 0,-1-1 0 0 0,0 1-1 0 0,0-1 1 0 0,0 1 0 0 0,0 0 0 0 0,0 0 0 0 0,0 0-1 0 0,0 0 1 0 0,-1 1 0 0 0,1-1 0 0 0,0 1-1 0 0,-1 0 1 0 0,6 3 0 0 0,-7-3 6 0 0,1 0-1 0 0,-1 0 1 0 0,0 0-1 0 0,1 0 0 0 0,-1 0 1 0 0,0 0-1 0 0,0 0 1 0 0,-1 0-1 0 0,1 1 1 0 0,0-1-1 0 0,-1 0 1 0 0,1 0-1 0 0,-1 1 1 0 0,0-1-1 0 0,0 5 1 0 0,0 0 16 0 0,-1 0 1 0 0,0 0-1 0 0,-1-1 1 0 0,0 1-1 0 0,0 0 1 0 0,0 0-1 0 0,-1-1 0 0 0,0 0 1 0 0,0 1-1 0 0,-1-1 1 0 0,-4 5-1 0 0,-65 77 209 0 0,71-87-260 0 0,2 1 2 0 0,-4 3-8 0 0,3-3 2 0 0,2-1-6 0 0,-1 0-1 0 0,1 0 1 0 0,-1 0-1 0 0,1 0 1 0 0,-1-1-1 0 0,1 1 1 0 0,0 0-1 0 0,-1 0 1 0 0,1 0-1 0 0,0-1 1 0 0,0 1-1 0 0,0 0 1 0 0,0-1 0 0 0,-1 1-1 0 0,1 0 1 0 0,0-1-1 0 0,0 1 1 0 0,0-1-1 0 0,2 1 1 0 0,18 7 8 0 0,-19-7-12 0 0,4 2 7 0 0,0 0 1 0 0,0 1-1 0 0,0 0 1 0 0,-1 0-1 0 0,1 0 0 0 0,8 10 1 0 0,2 1 43 0 0,-12-12 75 0 0,-1 0 1 0 0,1 0-1 0 0,-1 1 1 0 0,0-1-1 0 0,0 1 1 0 0,0 0-1 0 0,0 0 1 0 0,-1 0-1 0 0,0 0 1 0 0,0 1-1 0 0,0-1 1 0 0,0 1-1 0 0,-1-1 1 0 0,1 1-1 0 0,0 4 1 0 0,-2-5-13 0 0,0-1 0 0 0,0 0 0 0 0,0 0 0 0 0,0 0 0 0 0,0 0 0 0 0,-1 1 0 0 0,1-1 0 0 0,-1 0 0 0 0,0 0 0 0 0,0 0 0 0 0,0 0 0 0 0,0 0 0 0 0,-1 0 0 0 0,1-1 0 0 0,-1 1 0 0 0,0 0 0 0 0,0-1 0 0 0,0 1 0 0 0,0-1 0 0 0,0 1 0 0 0,0-1 0 0 0,-1 0 0 0 0,-3 3 0 0 0,-3 0-30 0 0,1 0 0 0 0,-1-1-1 0 0,0 1 1 0 0,0-2 0 0 0,0 1 0 0 0,-1-2-1 0 0,1 1 1 0 0,-1-1 0 0 0,0 0 0 0 0,1-1-1 0 0,-1 0 1 0 0,-20-2 0 0 0,-6-1-194 0 0,0-2 0 0 0,-39-10 1 0 0,56 10-73 0 0,17 4-58 0 0,1-1-1 0 0,0 1 1 0 0,-1 0 0 0 0,1 0-1 0 0,0-1 1 0 0,-1 1 0 0 0,1-1-1 0 0,0 1 1 0 0,0-1-1 0 0,-1 1 1 0 0,1-1 0 0 0,0 0-1 0 0,0 0 1 0 0,0 0 0 0 0,0 1-1 0 0,0-1 1 0 0,0 0 0 0 0,0 0-1 0 0,0 0 1 0 0,1 0 0 0 0,-1-1-1 0 0,0 1 1 0 0,0 0 0 0 0,1 0-1 0 0,-1-2 1 0 0,1 1-264 0 0,0 1 0 0 0,1-1 0 0 0,-1 1 0 0 0,1 0 1 0 0,-1-1-1 0 0,1 1 0 0 0,0 0 0 0 0,-1-1 0 0 0,1 1 0 0 0,0 0 1 0 0,4-4-1525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19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98 206 96 0 0,'0'0'3876'0'0,"-2"-22"4874"0"0,2 22-8676 0 0,0 0-1 0 0,0-1 0 0 0,0 1 0 0 0,0 0 0 0 0,0 0 0 0 0,0-1 0 0 0,0 1 0 0 0,0 0 0 0 0,0-1 0 0 0,-1 1 0 0 0,1 0 0 0 0,0 0 0 0 0,0-1 0 0 0,0 1 0 0 0,0 0 0 0 0,-1 0 1 0 0,1 0-1 0 0,0-1 0 0 0,0 1 0 0 0,-1 0 0 0 0,1 0 0 0 0,0 0 0 0 0,0 0 0 0 0,-1-1 0 0 0,1 1 0 0 0,0 0 0 0 0,0 0 0 0 0,-1 0 0 0 0,1 0 0 0 0,0 0 0 0 0,0 0 0 0 0,-1 0 1 0 0,1 0-1 0 0,0 0 0 0 0,-1 0 0 0 0,1 0 0 0 0,0 0 0 0 0,0 0 0 0 0,-1 0 0 0 0,1 0 0 0 0,0 0 0 0 0,-1 0 0 0 0,1 0 0 0 0,0 0 0 0 0,0 0 0 0 0,-1 1 0 0 0,-13 13 1023 0 0,-9 26-478 0 0,14-22-404 0 0,1 2 0 0 0,1-1-1 0 0,0 1 1 0 0,2 0 0 0 0,-6 39 0 0 0,10-53-178 0 0,1 1 0 0 0,0 0 0 0 0,0-1 1 0 0,1 1-1 0 0,0-1 0 0 0,0 1 1 0 0,0 0-1 0 0,1-1 0 0 0,4 11 0 0 0,-4-12-15 0 0,1-1 0 0 0,-1 0 0 0 0,1 0-1 0 0,0-1 1 0 0,0 1 0 0 0,0 0 0 0 0,0-1-1 0 0,1 0 1 0 0,-1 0 0 0 0,1 0-1 0 0,0 0 1 0 0,0 0 0 0 0,0-1 0 0 0,0 0-1 0 0,6 3 1 0 0,3-1 14 0 0,0 0 1 0 0,0 0-1 0 0,1-1 0 0 0,-1-1 0 0 0,1 0 1 0 0,0-1-1 0 0,0 0 0 0 0,0-1 0 0 0,-1-1 1 0 0,1 0-1 0 0,16-4 0 0 0,-14 2 3 0 0,0-1 0 0 0,0 0-1 0 0,0-2 1 0 0,-1 0 0 0 0,0 0-1 0 0,0-1 1 0 0,0-1 0 0 0,-1-1 0 0 0,14-10-1 0 0,-17 9-24 0 0,-1 0 0 0 0,-1-1-1 0 0,1 0 1 0 0,-2-1 0 0 0,1 1 0 0 0,-2-2-1 0 0,1 1 1 0 0,-2-1 0 0 0,0 0 0 0 0,0 0-1 0 0,-1-1 1 0 0,-1 0 0 0 0,0 0-1 0 0,-1 0 1 0 0,-1 0 0 0 0,2-20 0 0 0,-4 23-13 0 0,1 0 1 0 0,-2 0-1 0 0,0 0 1 0 0,0-1-1 0 0,-1 1 1 0 0,0 0-1 0 0,-1 1 1 0 0,0-1-1 0 0,-8-16 1 0 0,7 19 0 0 0,0 1 1 0 0,0 0 0 0 0,-1 0 0 0 0,0 0 0 0 0,-1 1-1 0 0,1-1 1 0 0,-1 1 0 0 0,0 1 0 0 0,0-1 0 0 0,-1 1-1 0 0,0 0 1 0 0,0 1 0 0 0,-14-7 0 0 0,16 8-2 0 0,-1 1-1 0 0,0 0 1 0 0,0 1 0 0 0,0 0 0 0 0,0 0 0 0 0,0 0-1 0 0,0 0 1 0 0,0 1 0 0 0,0 0 0 0 0,0 1-1 0 0,0-1 1 0 0,0 1 0 0 0,0 0 0 0 0,0 0 0 0 0,0 1-1 0 0,-6 2 1 0 0,9-3-170 0 0,-1 1 0 0 0,1-1 0 0 0,0 1 0 0 0,-1 0 0 0 0,1 0 0 0 0,0 0 0 0 0,0 0 0 0 0,0 0-1 0 0,0 1 1 0 0,1 0 0 0 0,-1-1 0 0 0,0 1 0 0 0,1 0 0 0 0,0 0 0 0 0,0 0 0 0 0,0 0 0 0 0,0 1 0 0 0,0-1 0 0 0,1 1 0 0 0,0-1 0 0 0,-1 1 0 0 0,1-1-1 0 0,0 1 1 0 0,1 0 0 0 0,-1-1 0 0 0,1 6 0 0 0,0-6-330 0 0,0 0 0 0 0,0 0-1 0 0,1 0 1 0 0,-1 0 0 0 0,1 0 0 0 0,0 0-1 0 0,0-1 1 0 0,0 1 0 0 0,0 0 0 0 0,1-1-1 0 0,-1 1 1 0 0,1-1 0 0 0,0 1 0 0 0,-1-1 0 0 0,1 0-1 0 0,4 3 1 0 0,7 7-4890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21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95 122 892 0 0,'6'-24'13948'0'0,"-14"39"-12469"0"0,-10 23-591 0 0,-1 7 62 0 0,-16 61 1 0 0,29-83-830 0 0,1 0 0 0 0,1 0 0 0 0,1 0 1 0 0,1 43-1 0 0,2-58-99 0 0,0 0 1 0 0,1-1-1 0 0,0 1 0 0 0,1 0 1 0 0,0-1-1 0 0,0 1 0 0 0,1-1 1 0 0,0 0-1 0 0,0 1 1 0 0,0-1-1 0 0,1-1 0 0 0,5 8 1 0 0,-5-9-9 0 0,0-1 0 0 0,0 0 0 0 0,0 0 0 0 0,0 0 0 0 0,1-1 0 0 0,0 1 0 0 0,-1-1 1 0 0,1 0-1 0 0,0-1 0 0 0,1 1 0 0 0,-1-1 0 0 0,0 0 0 0 0,1 0 0 0 0,-1-1 0 0 0,1 1 0 0 0,11 0 1 0 0,-1-1-2 0 0,0-1 1 0 0,0 0 0 0 0,1-1 0 0 0,-1-1 0 0 0,0 0 0 0 0,0-1 0 0 0,0-1 0 0 0,-1 0 0 0 0,1-2 0 0 0,-1 1 0 0 0,0-2 0 0 0,-1 0 0 0 0,0-1 0 0 0,0 0 0 0 0,0-1 0 0 0,-1-1 0 0 0,19-17 0 0 0,-23 19-10 0 0,0-1 0 0 0,0-1 1 0 0,-1 0-1 0 0,0 0 0 0 0,-1-1 0 0 0,0 0 1 0 0,-1 0-1 0 0,0 0 0 0 0,-1-1 0 0 0,0 0 1 0 0,0 0-1 0 0,-2 0 0 0 0,1-1 1 0 0,-2 1-1 0 0,1-1 0 0 0,-2 1 0 0 0,0-1 1 0 0,0 0-1 0 0,-1 0 0 0 0,-1 0 0 0 0,0 0 1 0 0,-5-19-1 0 0,3 19-49 0 0,-1 1 1 0 0,-1-1-1 0 0,0 1 1 0 0,0-1-1 0 0,-2 2 1 0 0,1-1-1 0 0,-2 1 1 0 0,1 0-1 0 0,-1 0 1 0 0,-1 1-1 0 0,0 0 1 0 0,0 0-1 0 0,-1 1 1 0 0,-1 1-1 0 0,1 0 1 0 0,-1 0-1 0 0,-1 1 1 0 0,1 0-1 0 0,-1 1 1 0 0,0 0-1 0 0,0 1 1 0 0,-20-5-1 0 0,29 9-248 0 0,-1 1-1 0 0,1 0 0 0 0,0-1 0 0 0,-1 2 1 0 0,1-1-1 0 0,-1 0 0 0 0,1 1 0 0 0,-5 0 1 0 0,5 0-1 0 0,2-1 185 0 0,1 0 1 0 0,-1 1-1 0 0,1-1 1 0 0,-1 0-1 0 0,0 0 1 0 0,1 1-1 0 0,-1-1 1 0 0,1 0-1 0 0,-1 1 1 0 0,1-1-1 0 0,-1 0 1 0 0,1 1-1 0 0,-1-1 1 0 0,1 1 0 0 0,-1-1-1 0 0,1 1 1 0 0,0-1-1 0 0,-1 1 1 0 0,1-1-1 0 0,0 1 1 0 0,-1 0-1 0 0,1-1 1 0 0,0 1-1 0 0,0-1 1 0 0,0 1-1 0 0,-1 0 1 0 0,1-1-1 0 0,0 1 1 0 0,0 0-1 0 0,0-1 1 0 0,0 1-1 0 0,0 0 1 0 0,0-1-1 0 0,0 1 1 0 0,1 1-1 0 0,-1-1-361 0 0,0 1 0 0 0,1-1 0 0 0,-1 1 0 0 0,0 0-1 0 0,1-1 1 0 0,0 1 0 0 0,-1-1 0 0 0,1 1 0 0 0,0-1 0 0 0,0 0 0 0 0,0 1-1 0 0,1 1 1 0 0,9 5-3741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24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753 90 1264 0 0,'0'0'1662'0'0,"5"-24"6360"0"0,-5 21-7540 0 0,0 1 0 0 0,0-1 0 0 0,-1 0 0 0 0,1 1 0 0 0,-1-1 0 0 0,1 1 0 0 0,-1-1 1 0 0,0 1-1 0 0,0-1 0 0 0,0 1 0 0 0,0-1 0 0 0,-3-3 0 0 0,3 4-238 0 0,-1 0 0 0 0,0 0 0 0 0,0 1 0 0 0,0-1 0 0 0,0 0 0 0 0,0 1 1 0 0,0-1-1 0 0,0 1 0 0 0,-1 0 0 0 0,-3-3 0 0 0,-2 2-126 0 0,1 0 1 0 0,-1 0-1 0 0,1 1 1 0 0,-1 0-1 0 0,0 0 0 0 0,1 1 1 0 0,-11 1-1 0 0,3-1-90 0 0,1 2 1 0 0,0 0-1 0 0,0 0 0 0 0,0 1 0 0 0,1 1 0 0 0,-1 0 1 0 0,1 1-1 0 0,0 1 0 0 0,0 0 0 0 0,1 0 0 0 0,-1 1 0 0 0,-14 12 1 0 0,14-8-16 0 0,1 0 0 0 0,-1 1 1 0 0,2 1-1 0 0,0 0 0 0 0,0 0 0 0 0,1 1 1 0 0,1 1-1 0 0,1-1 0 0 0,-13 29 1 0 0,8-11 220 0 0,2 1 1 0 0,1 0 0 0 0,2 1 0 0 0,-7 59-1 0 0,9-17 207 0 0,5 83-1 0 0,5-16-78 0 0,2 168-26 0 0,-23 1-315 0 0,-63 270 141 0 0,-1 2-259 0 0,66-453 148 0 0,-50 477 61 0 0,52-340-149 0 0,4-57-30 0 0,7-182 56 0 0,-4 104 140 0 0,6-110-96 0 0,2-1 0 0 0,0 0 0 0 0,9 42 0 0 0,-7-49-25 0 0,1 0 0 0 0,0 0 0 0 0,1-1 1 0 0,12 23-1 0 0,-15-32-5 0 0,0-1 1 0 0,0 1-1 0 0,1-1 1 0 0,0 1-1 0 0,0-1 0 0 0,0 0 1 0 0,1 0-1 0 0,-1-1 1 0 0,1 1-1 0 0,0-1 1 0 0,0 0-1 0 0,0-1 1 0 0,0 1-1 0 0,1-1 1 0 0,-1 0-1 0 0,7 2 1 0 0,20 3-183 0 0,1-2 0 0 0,0-1 0 0 0,0-1 0 0 0,0-2 0 0 0,40-4 1 0 0,165-28-4283 0 0,-89-1 81 0 0,-52 3-1513 0 0,-36 7-490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12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0 748 0 0,'-7'19'15456'0'0,"7"-13"-14387"0"0,2-3-888 0 0,1 0-1 0 0,-1 0 1 0 0,1 0 0 0 0,0-1 0 0 0,0 0-1 0 0,0 1 1 0 0,1-1 0 0 0,-1 0-1 0 0,0 0 1 0 0,1-1 0 0 0,-1 1 0 0 0,8 1-1 0 0,53 13 317 0 0,-48-12-346 0 0,103 15 292 0 0,-82-14 69 0 0,-35-5-398 0 0,12 4 277 0 0,-4-4-512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12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49 1528 0 0,'7'-49'22796'0'0,"-11"76"-19965"0"0,-87 511 2781 0 0,82-500-5612 0 0,-25 154 0 0 0,30-173-2908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26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28 96 0 0,'7'-15'17836'0'0,"-12"13"-17753"0"0,0 0 0 0 0,0 0 0 0 0,0 1 0 0 0,0-1 0 0 0,0 1 0 0 0,0 0 0 0 0,0 0 0 0 0,-10 0 0 0 0,-67 7-43 0 0,82-6-39 0 0,-15 1 6 0 0,6 0-16 0 0,0 0 1 0 0,0 1 0 0 0,0 0 0 0 0,0 0-1 0 0,-11 5 1 0 0,18-6-3 0 0,1-1 10 0 0,-1 0 1 0 0,1 0-1 0 0,0 0 0 0 0,0 1 0 0 0,-1-1 0 0 0,1 0 0 0 0,0 1 0 0 0,0-1 0 0 0,-1 1 1 0 0,1 0-1 0 0,0-1 0 0 0,0 1 0 0 0,0 0 0 0 0,0 0 0 0 0,0-1 0 0 0,0 1 0 0 0,0 0 1 0 0,0 0-1 0 0,-1 2 0 0 0,0 0-4 0 0,0 0 0 0 0,0 1 0 0 0,0-1 0 0 0,0 1 0 0 0,1 0 0 0 0,-2 5 0 0 0,-1 3-8 0 0,2 0 1 0 0,-1 1 0 0 0,1 14-1 0 0,-3 107 495 0 0,7 1 0 0 0,24 177 1 0 0,80 600 45 0 0,-61-597-475 0 0,-14-103-41 0 0,-5-44-22 0 0,12 105 42 0 0,-31-199 196 0 0,9 69 1631 0 0,8-1 667 0 0,2 1-80 0 0,-26-141-2358 0 0,10 29 378 0 0,-8-28-415 0 0,-1-1 1 0 0,2 0 0 0 0,-1 0-1 0 0,0 0 1 0 0,0 0 0 0 0,0-1-1 0 0,1 1 1 0 0,-1-1 0 0 0,1 1-1 0 0,0-1 1 0 0,-1 0 0 0 0,1 0-1 0 0,0 0 1 0 0,-1 0 0 0 0,1-1-1 0 0,0 1 1 0 0,0-1 0 0 0,0 1-1 0 0,4-1 1 0 0,7 0 74 0 0,0 0 0 0 0,24-3 0 0 0,10-4-1253 0 0,-1-3 0 0 0,82-26-1 0 0,-56 8-3368 0 0,-2-5-3281 0 0,-2-1-3814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40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79 860 0 0,'4'-16'3768'0'0,"0"-44"2611"0"0,-4 60-6358 0 0,0 0 0 0 0,1 0 1 0 0,-1 0-1 0 0,0 0 0 0 0,0 0 0 0 0,0 0 1 0 0,0 0-1 0 0,0 0 0 0 0,0 0 0 0 0,0 0 1 0 0,0 0-1 0 0,0 0 0 0 0,0 0 0 0 0,1 0 0 0 0,-1 0 1 0 0,0 0-1 0 0,0 0 0 0 0,0 0 0 0 0,0 0 1 0 0,0 0-1 0 0,0 0 0 0 0,0 0 0 0 0,0 0 0 0 0,0-1 1 0 0,0 1-1 0 0,0 0 0 0 0,0 0 0 0 0,1 0 1 0 0,-1 0-1 0 0,0 0 0 0 0,0 0 0 0 0,0 0 0 0 0,0 0 1 0 0,0 0-1 0 0,0 0 0 0 0,0 0 0 0 0,0 0 1 0 0,0 0-1 0 0,0 0 0 0 0,0-1 0 0 0,0 1 1 0 0,0 0-1 0 0,0 0 0 0 0,0 0 0 0 0,0 0 0 0 0,0 0 1 0 0,6 14 284 0 0,6 22-125 0 0,1 28 142 0 0,6 82 1 0 0,-5-27-2601 0 0,-4-71-3143 0 0,-5-34 2382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41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25 1100 0 0,'0'-3'3372'0'0,"-2"-18"4850"0"0,-5 29-7996 0 0,1 0-1 0 0,0 0 0 0 0,0 1 0 0 0,0 0 0 0 0,1 0 0 0 0,1 0 0 0 0,-5 12 0 0 0,-8 14-75 0 0,-11 19-53 0 0,-23 60 0 0 0,12 4-5989 0 0,34-104 3039 0 0,-1-1-837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41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232 114 1624 0 0,'0'0'1886'0'0,"-22"-25"7036"0"0,21 23-8843 0 0,1 0 0 0 0,-1 0 0 0 0,1 0 0 0 0,-1 0 0 0 0,1 0 0 0 0,0 0 0 0 0,0-1 0 0 0,0 1 0 0 0,0 0-1 0 0,0 0 1 0 0,1 0 0 0 0,-1 0 0 0 0,1 0 0 0 0,-1 0 0 0 0,1 0 0 0 0,0 0 0 0 0,-1 0 0 0 0,1 0 0 0 0,0 0 0 0 0,0 0 0 0 0,1 1 0 0 0,-1-1 0 0 0,0 0 0 0 0,1 1 0 0 0,-1-1 0 0 0,2-1 0 0 0,1 0-78 0 0,1-1 1 0 0,-1 1-1 0 0,0 0 0 0 0,1 0 0 0 0,0 0 1 0 0,-1 0-1 0 0,1 1 0 0 0,9-3 0 0 0,-11 4-1 0 0,-1 0 0 0 0,1 0-1 0 0,-1 0 1 0 0,1 1 0 0 0,0-1 0 0 0,0 1-1 0 0,-1 0 1 0 0,1 0 0 0 0,0 0 0 0 0,0 0-1 0 0,5 1 1 0 0,-4-1 0 0 0,-2 1 3 0 0,0-1 0 0 0,0 1 0 0 0,0-1 0 0 0,0 1 0 0 0,0 0 1 0 0,0 0-1 0 0,-1-1 0 0 0,1 1 0 0 0,0 1 0 0 0,0-1 0 0 0,-1 0 0 0 0,1 0 0 0 0,-1 1 0 0 0,1-1 0 0 0,-1 1 0 0 0,1-1 1 0 0,-1 1-1 0 0,0-1 0 0 0,0 1 0 0 0,0 0 0 0 0,0 0 0 0 0,0 0 0 0 0,0-1 0 0 0,-1 1 0 0 0,1 0 0 0 0,0 0 0 0 0,-1 0 1 0 0,0 0-1 0 0,1 0 0 0 0,-1 0 0 0 0,0 0 0 0 0,0 2 0 0 0,-3 9 10 0 0,1-1 1 0 0,-2-1-1 0 0,0 1 1 0 0,0 0-1 0 0,-1-1 1 0 0,-1 0-1 0 0,0 0 0 0 0,-14 19 1 0 0,13-20-12 0 0,-4 7-8 0 0,-15 25 16 0 0,26-40-10 0 0,0-2-4 0 0,0 0 4 0 0,-1 1 1 0 0,1-1-1 0 0,0 1 1 0 0,0-1-1 0 0,0 0 1 0 0,0 1-1 0 0,0-1 1 0 0,0 0 0 0 0,0 1-1 0 0,0-1 1 0 0,0 1-1 0 0,0-1 1 0 0,0 0-1 0 0,0 1 1 0 0,1-1-1 0 0,-1 0 1 0 0,0 1 0 0 0,0-1-1 0 0,0 1 1 0 0,0-1-1 0 0,1 0 1 0 0,-1 1-1 0 0,0-1 1 0 0,0 0-1 0 0,1 0 1 0 0,-1 1-1 0 0,0-1 1 0 0,32 2-42 0 0,-19-2 21 0 0,0 1 0 0 0,0 1 0 0 0,0 0 0 0 0,21 5 0 0 0,-30-5 4 0 0,5 4 20 0 0,-7-5 5 0 0,-1 0 0 0 0,0 0 0 0 0,1 0 0 0 0,-1 0-1 0 0,0 0 1 0 0,0 1 0 0 0,0-1 0 0 0,0 0 0 0 0,0 1 0 0 0,0-1 0 0 0,0 1 0 0 0,0-1 0 0 0,-1 1 0 0 0,1-1 0 0 0,0 1 0 0 0,-1-1 0 0 0,1 1 0 0 0,-1 0 0 0 0,0-1 0 0 0,0 1 0 0 0,1 0 0 0 0,-1-1 0 0 0,0 1 0 0 0,-1 0 0 0 0,1 0 0 0 0,0-1 0 0 0,0 1 0 0 0,-1 0 0 0 0,1-1 0 0 0,-1 1 0 0 0,1-1 0 0 0,-1 1-1 0 0,0 1 1 0 0,0 0 32 0 0,-3 7 41 0 0,0 0 0 0 0,-1 1 1 0 0,0-2-1 0 0,-1 1 0 0 0,0-1 0 0 0,0 1 0 0 0,-1-2 0 0 0,0 1 1 0 0,-1-1-1 0 0,0 0 0 0 0,0-1 0 0 0,0 1 0 0 0,-1-2 0 0 0,0 1 1 0 0,-1-1-1 0 0,1-1 0 0 0,-1 0 0 0 0,0 0 0 0 0,0-1 1 0 0,-1 0-1 0 0,1-1 0 0 0,-1 0 0 0 0,-19 3 0 0 0,-20 0-1229 0 0,-74-1-1 0 0,120-5 151 0 0,-10-1-863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42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168 129 524 0 0,'2'-9'1563'0'0,"-1"0"0"0"0,0 0 0 0 0,-1 0 0 0 0,1 0 0 0 0,-2 0 0 0 0,1 0 0 0 0,-1-1 0 0 0,-1 1 0 0 0,-4-14-1 0 0,6 22-989 0 0,0 0-512 0 0,0 0 0 0 0,0 0 0 0 0,0 0 1 0 0,0 0-1 0 0,0 0 0 0 0,0 1 0 0 0,-1-1 0 0 0,1 0 0 0 0,0 0 0 0 0,0 0 0 0 0,-1 1 0 0 0,1-1 0 0 0,0 0 0 0 0,-1 0 0 0 0,1 1 0 0 0,-1-1 0 0 0,1 0 1 0 0,-1 1-1 0 0,1-1 0 0 0,-1 0 0 0 0,1 1 0 0 0,-1-1 0 0 0,0 1 0 0 0,1-1 0 0 0,-1 1 0 0 0,0-1 0 0 0,0 1 0 0 0,1-1 0 0 0,-1 1 0 0 0,0 0 1 0 0,0-1-1 0 0,0 1 0 0 0,1 0 0 0 0,-1 0 0 0 0,0 0 0 0 0,0 0 0 0 0,0 0 0 0 0,0 0 0 0 0,1 0 0 0 0,-1 0 0 0 0,0 0 0 0 0,0 0 0 0 0,0 0 1 0 0,-1 1-1 0 0,-1-1-43 0 0,0 1 0 0 0,0 0 0 0 0,0 0 0 0 0,1 0 0 0 0,-1 1 0 0 0,0-1 0 0 0,1 0 0 0 0,-1 1 1 0 0,1 0-1 0 0,-1 0 0 0 0,-1 2 0 0 0,-6 7 2 0 0,2 0-1 0 0,-1 1 1 0 0,2 1 0 0 0,-1-1-1 0 0,2 1 1 0 0,0 0 0 0 0,-7 21-1 0 0,6-9 0 0 0,0 1-1 0 0,2 0 0 0 0,-3 30 0 0 0,7-44-3 0 0,0 1 0 0 0,1-1 0 0 0,1 1-1 0 0,0-1 1 0 0,1 0 0 0 0,0 1 0 0 0,0-1 0 0 0,2 0 0 0 0,5 15 0 0 0,-7-22 3 0 0,1 1 0 0 0,-1-1 0 0 0,1 0 0 0 0,1 0 0 0 0,-1 0 0 0 0,1 0 0 0 0,0 0 0 0 0,0-1 0 0 0,0 1 0 0 0,0-1 0 0 0,1 0 0 0 0,0-1 0 0 0,0 1 1 0 0,0-1-1 0 0,0 0 0 0 0,1 0 0 0 0,-1 0 0 0 0,1-1 0 0 0,-1 0 0 0 0,9 2 0 0 0,-9-3-6 0 0,0-1 0 0 0,1 0 0 0 0,-1 0 1 0 0,0 0-1 0 0,0 0 0 0 0,0-1 0 0 0,0 0 0 0 0,0 0 0 0 0,9-3 1 0 0,39-20 73 0 0,-44 18 7 0 0,0 0 0 0 0,0 0 0 0 0,-1-1 0 0 0,0 0 0 0 0,0 0 0 0 0,-1-1 0 0 0,0 0 0 0 0,0-1 0 0 0,-1 1 1 0 0,0-1-1 0 0,0 0 0 0 0,-1-1 0 0 0,-1 1 0 0 0,1-1 0 0 0,-1 0 0 0 0,4-19 0 0 0,-6 20-74 0 0,0 1-1 0 0,-1 0 1 0 0,0-1 0 0 0,0 1-1 0 0,-1-1 1 0 0,0 1 0 0 0,-1-1-1 0 0,0 1 1 0 0,0-1 0 0 0,-1 1-1 0 0,0 0 1 0 0,0 0 0 0 0,-1 0-1 0 0,0 0 1 0 0,0 0 0 0 0,-1 0-1 0 0,0 1 1 0 0,-1-1 0 0 0,1 1-1 0 0,-1 1 1 0 0,-10-11 0 0 0,9 12-41 0 0,0 0 1 0 0,0 0-1 0 0,0 1 1 0 0,-1 0-1 0 0,1 0 0 0 0,-1 1 1 0 0,0 0-1 0 0,-1 0 1 0 0,1 0-1 0 0,0 1 1 0 0,-1 0-1 0 0,1 1 1 0 0,-1 0-1 0 0,1 0 1 0 0,-1 0-1 0 0,0 1 0 0 0,-15 2 1 0 0,13-1-373 0 0,0 0 0 0 0,0 1 0 0 0,0 1 0 0 0,0 0 0 0 0,-15 6 0 0 0,17-5-421 0 0,1 0 0 0 0,0 0 0 0 0,0 0 0 0 0,0 1 0 0 0,0 0 0 0 0,-11 12 0 0 0,-2 7-5332 0 0,11-11 504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46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58 1056 0 0,'-15'-23'10171'0'0,"-17"6"-5331"0"0,30 17-4090 0 0,-25 1-219 0 0,25 0-507 0 0,-3 2-7 0 0,2-1-13 0 0,1-1 0 0 0,0 1 0 0 0,0 0 0 0 0,0-1 0 0 0,0 1 0 0 0,0 0 0 0 0,0 0 1 0 0,0 0-1 0 0,1 1 0 0 0,-3 3 0 0 0,-13 18 9 0 0,13-19-22 0 0,3-4 2 0 0,-7 18 22 0 0,0-1-6 0 0,4-5-26 0 0,1 5 28 0 0,1-10-9 0 0,1 0 4 0 0,-1-1 1 0 0,2 0-1 0 0,-1 1 0 0 0,1 10 0 0 0,1-10-1 0 0,-1 0 1 0 0,1 0 0 0 0,0-1 0 0 0,1 1-1 0 0,0-1 1 0 0,0 1 0 0 0,1-1 0 0 0,0 0-1 0 0,0 0 1 0 0,1 0 0 0 0,7 12 0 0 0,0-5 20 0 0,0 0-1 0 0,1-1 1 0 0,20 18 0 0 0,-25-25 23 0 0,0 0 0 0 0,1 0 0 0 0,0-1 0 0 0,0-1 0 0 0,0 1 0 0 0,0-1 0 0 0,1 0 0 0 0,-1-1 0 0 0,1 0 0 0 0,0-1 0 0 0,0 0 0 0 0,0 0 0 0 0,1-1 0 0 0,-1 0 0 0 0,0 0 0 0 0,0-1 0 0 0,1 0 0 0 0,-1-1 0 0 0,0 0 0 0 0,0 0 0 0 0,1-1 0 0 0,-1-1 0 0 0,13-4 0 0 0,-12 3 111 0 0,-1 0-1 0 0,0-1 1 0 0,0 1-1 0 0,0-2 1 0 0,-1 1-1 0 0,0-1 0 0 0,0-1 1 0 0,0 1-1 0 0,-1-1 1 0 0,0-1-1 0 0,0 1 1 0 0,-1-1-1 0 0,0 0 0 0 0,-1-1 1 0 0,1 1-1 0 0,-1-1 1 0 0,-1 0-1 0 0,0 0 1 0 0,0-1-1 0 0,-1 1 1 0 0,3-17-1 0 0,-4 19-121 0 0,-1-1 0 0 0,-1 0 0 0 0,0 0-1 0 0,0 1 1 0 0,0-1 0 0 0,-1 0 0 0 0,0 0 0 0 0,-1 1 0 0 0,1-1 0 0 0,-2 1-1 0 0,1-1 1 0 0,-1 1 0 0 0,0 0 0 0 0,0 0 0 0 0,-1 0 0 0 0,0 0 0 0 0,0 1-1 0 0,-1-1 1 0 0,0 1 0 0 0,0 0 0 0 0,0 1 0 0 0,-10-9 0 0 0,5 6-35 0 0,0 1-1 0 0,-1-1 1 0 0,0 2 0 0 0,0-1 0 0 0,-1 2 0 0 0,1 0-1 0 0,-1 0 1 0 0,0 1 0 0 0,-1 0 0 0 0,1 1 0 0 0,-1 0 0 0 0,-24-1-1 0 0,6 4-229 0 0,0 1 0 0 0,1 1 0 0 0,-1 2-1 0 0,1 1 1 0 0,-49 15 0 0 0,40-7-1080 0 0,1 1-1 0 0,0 2 1 0 0,-62 36 0 0 0,75-36-1556 0 0,1 0 0 0 0,-28 27 1 0 0,25-17-2799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50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94 940 0 0,'-20'-23'14797'0'0,"22"15"-14895"0"0,-1 7 271 0 0,4-2-63 0 0,1 0 0 0 0,-1 0 0 0 0,0 0 0 0 0,1 1 0 0 0,0 0 0 0 0,7-2 0 0 0,45-9 75 0 0,98-10-1 0 0,-119 18-60 0 0,-35 5-85 0 0,1 0 656 0 0,2 0-1050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51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71 111 1324 0 0,'-11'-4'3866'0'0,"8"3"-3559"0"0,1 0-1 0 0,0 0 1 0 0,0 0 0 0 0,0 0-1 0 0,1 0 1 0 0,-1-1 0 0 0,0 1-1 0 0,0-1 1 0 0,1 1 0 0 0,-1-1-1 0 0,1 0 1 0 0,-1 1 0 0 0,1-1 0 0 0,0 0-1 0 0,0 0 1 0 0,-2-3 0 0 0,3 2-156 0 0,-1 1 0 0 0,1-1 0 0 0,0 0 0 0 0,0 0 1 0 0,0 1-1 0 0,0-1 0 0 0,0 0 0 0 0,0 0 0 0 0,1 0 1 0 0,0 1-1 0 0,-1-1 0 0 0,1 0 0 0 0,2-4 0 0 0,-2 5-101 0 0,-1 0-1 0 0,1 0 0 0 0,0 0 0 0 0,0 0 1 0 0,1 0-1 0 0,-1 0 0 0 0,0 1 0 0 0,1-1 1 0 0,-1 0-1 0 0,1 1 0 0 0,-1-1 0 0 0,1 1 1 0 0,0-1-1 0 0,-1 1 0 0 0,1 0 0 0 0,0-1 1 0 0,0 1-1 0 0,0 0 0 0 0,0 0 0 0 0,0 1 1 0 0,0-1-1 0 0,0 0 0 0 0,1 1 0 0 0,-1-1 1 0 0,0 1-1 0 0,0 0 0 0 0,0 0 0 0 0,4 0 1 0 0,-3 0-32 0 0,0 0 0 0 0,0 1 0 0 0,0 0 0 0 0,0 0 0 0 0,0 0 0 0 0,0 0 0 0 0,0 0 0 0 0,0 1 0 0 0,0-1 0 0 0,-1 1 0 0 0,1 0 0 0 0,-1 0 0 0 0,1 0 1 0 0,-1 0-1 0 0,0 0 0 0 0,1 0 0 0 0,-1 1 0 0 0,0-1 0 0 0,-1 1 0 0 0,1-1 0 0 0,2 5 0 0 0,-1 0-6 0 0,0 0 1 0 0,-1 0-1 0 0,0 1 0 0 0,0 0 1 0 0,0-1-1 0 0,-1 1 0 0 0,0 0 1 0 0,-1 0-1 0 0,0-1 0 0 0,0 1 1 0 0,-1 0-1 0 0,1 0 1 0 0,-2-1-1 0 0,1 1 0 0 0,-3 7 1 0 0,-6 16 1 0 0,-1 0 1 0 0,-18 36-1 0 0,21-51-4 0 0,-65 127 40 0 0,64-125-47 0 0,7-15 4 0 0,0 1 1 0 0,1-1-1 0 0,-1 0 1 0 0,1 1-1 0 0,-1-1 0 0 0,1 1 1 0 0,-1 4-1 0 0,3-7 3 0 0,-1-1-1 0 0,0 1 0 0 0,1 0 0 0 0,-1 0 1 0 0,0-1-1 0 0,1 1 0 0 0,-1 0 1 0 0,1 0-1 0 0,-1-1 0 0 0,1 1 0 0 0,-1-1 1 0 0,1 1-1 0 0,-1 0 0 0 0,1-1 1 0 0,0 1-1 0 0,-1-1 0 0 0,1 1 0 0 0,0-1 1 0 0,0 0-1 0 0,-1 1 0 0 0,1-1 0 0 0,0 0 1 0 0,0 0-1 0 0,0 1 0 0 0,-1-1 1 0 0,1 0-1 0 0,0 0 0 0 0,0 0 0 0 0,0 0 1 0 0,-1 0-1 0 0,1 0 0 0 0,0 0 1 0 0,0 0-1 0 0,0 0 0 0 0,1-1 0 0 0,24-6 117 0 0,0-2 0 0 0,0 0-1 0 0,42-24 1 0 0,8-2-65 0 0,-35 19-1904 0 0,-39 16 1142 0 0,18 5-6952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51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51 2012 0 0,'2'-3'1488'0'0,"0"-1"-1"0"0,-1 0 1 0 0,0 1 0 0 0,0-1-1 0 0,0 0 1 0 0,0 0-1 0 0,0 0 1 0 0,-1 0-1 0 0,1 0 1 0 0,-2-9 1332 0 0,-4 28-2169 0 0,-50 147 802 0 0,22-71-2408 0 0,6 1-4431 0 0,25-77 3240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51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87 1200 0 0,'4'-30'10252'0'0,"-4"27"-10014"0"0,1 0 0 0 0,0 0 1 0 0,0 1-1 0 0,0-1 0 0 0,0 0 1 0 0,0 1-1 0 0,1-1 1 0 0,-1 1-1 0 0,1 0 0 0 0,-1-1 1 0 0,1 1-1 0 0,0 0 0 0 0,0 0 1 0 0,0 0-1 0 0,4-3 0 0 0,-4 4-176 0 0,1-1 0 0 0,-1 0 0 0 0,1 1 0 0 0,0-1 0 0 0,-1 1 0 0 0,1 0 0 0 0,0 0 0 0 0,0 0 0 0 0,0 1 0 0 0,0-1 0 0 0,0 0 0 0 0,0 1 0 0 0,0 0 0 0 0,0 0 0 0 0,0 0 0 0 0,0 0 0 0 0,0 0-1 0 0,0 1 1 0 0,0-1 0 0 0,-1 1 0 0 0,1 0 0 0 0,5 2 0 0 0,-7-3-55 0 0,1 1 1 0 0,-1 0-1 0 0,0 0 0 0 0,0 0 1 0 0,0 0-1 0 0,0 0 0 0 0,0 0 0 0 0,0 1 1 0 0,0-1-1 0 0,0 0 0 0 0,-1 0 0 0 0,1 1 1 0 0,0-1-1 0 0,-1 1 0 0 0,1-1 1 0 0,-1 0-1 0 0,0 1 0 0 0,1-1 0 0 0,-1 1 1 0 0,0-1-1 0 0,0 1 0 0 0,0-1 0 0 0,0 1 1 0 0,0-1-1 0 0,0 2 0 0 0,-8 43 220 0 0,5-33-205 0 0,-8 18 14 0 0,10-29-29 0 0,1 0-6 0 0,-1 6 9 0 0,1-7-8 0 0,0 0 0 0 0,0 1 0 0 0,0-1 0 0 0,0 0 0 0 0,0 0 0 0 0,1 1 0 0 0,-1-1 1 0 0,0 0-1 0 0,1 0 0 0 0,-1 0 0 0 0,1 1 0 0 0,0-1 0 0 0,-1 0 0 0 0,1 0 0 0 0,0 0 1 0 0,-1 0-1 0 0,1 0 0 0 0,0 0 0 0 0,0 0 0 0 0,0 0 0 0 0,0 0 0 0 0,0-1 0 0 0,0 1 1 0 0,0 0-1 0 0,0-1 0 0 0,0 1 0 0 0,1-1 0 0 0,0 1 0 0 0,41 13 107 0 0,-31-11-15 0 0,-7-1-17 0 0,1 0-1 0 0,-1 0 1 0 0,1 0 0 0 0,9 6 0 0 0,-15-8-58 0 0,1 1 0 0 0,-1 0 0 0 0,1-1 0 0 0,-1 1 0 0 0,0-1 0 0 0,0 1 0 0 0,1-1 0 0 0,-1 1 0 0 0,0 0 0 0 0,0-1 0 0 0,0 1 0 0 0,0 0 0 0 0,1-1 0 0 0,-1 1 0 0 0,0 0 0 0 0,0-1 0 0 0,-1 1 0 0 0,1 0 0 0 0,0-1 0 0 0,0 1 0 0 0,0 0 0 0 0,0-1 0 0 0,0 1 0 0 0,-1 0 0 0 0,1 0 0 0 0,-8 15 202 0 0,1-5-225 0 0,0 0 1 0 0,-1 0-1 0 0,-1-1 0 0 0,0 0 1 0 0,0-1-1 0 0,-1 0 0 0 0,0 0 1 0 0,-16 10-1 0 0,6-6-1694 0 0,0-1 0 0 0,0-1-1 0 0,-44 16 1 0 0,34-18-2158 0 0,0-2-1603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03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44 125 908 0 0,'0'-2'1388'0'0,"-4"-17"1677"0"0,-1 0 0 0 0,0 1 0 0 0,-16-34 544 0 0,12 38 1289 0 0,11 23-4543 0 0,-1 1-1 0 0,1-1 1 0 0,0 1 0 0 0,1-1 0 0 0,0 0 0 0 0,5 9 0 0 0,7 22 348 0 0,88 323 1401 0 0,-88-309-1641 0 0,-14-52-334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05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83 1528 0 0,'0'0'1472'0'0,"-27"-18"7733"0"0,25 18-9190 0 0,1 1-1 0 0,0 0 1 0 0,-1 0 0 0 0,1 0-1 0 0,0-1 1 0 0,0 1 0 0 0,-1 0-1 0 0,1 1 1 0 0,0-1-1 0 0,0 0 1 0 0,0 0 0 0 0,0 0-1 0 0,1 1 1 0 0,-1-1 0 0 0,0 0-1 0 0,0 1 1 0 0,1-1-1 0 0,-1 0 1 0 0,1 1 0 0 0,-1-1-1 0 0,1 1 1 0 0,0-1 0 0 0,0 1-1 0 0,-1-1 1 0 0,1 1-1 0 0,0-1 1 0 0,0 3 0 0 0,0 52 281 0 0,0-48-224 0 0,2 13 43 0 0,0 1-1 0 0,1-1 0 0 0,1 0 1 0 0,11 35-1 0 0,-12-47-71 0 0,0 0 0 0 0,1-1 0 0 0,0 1 1 0 0,0-1-1 0 0,1 0 0 0 0,0-1 0 0 0,1 1 0 0 0,-1-1 0 0 0,1 0 1 0 0,1 0-1 0 0,-1-1 0 0 0,1 0 0 0 0,13 9 0 0 0,-13-12 52 0 0,-1 0-1 0 0,1 0 1 0 0,-1-1 0 0 0,1 0-1 0 0,0 0 1 0 0,0-1-1 0 0,0 1 1 0 0,0-2-1 0 0,0 1 1 0 0,0-1-1 0 0,1 0 1 0 0,-1-1-1 0 0,0 1 1 0 0,0-1 0 0 0,0-1-1 0 0,0 1 1 0 0,0-1-1 0 0,-1-1 1 0 0,1 1-1 0 0,-1-1 1 0 0,1 0-1 0 0,7-5 1 0 0,-8 4-74 0 0,1 0 1 0 0,-1 0-1 0 0,0 0 0 0 0,-1-1 1 0 0,1 0-1 0 0,-1 0 0 0 0,0 0 1 0 0,0-1-1 0 0,0 0 0 0 0,-1 0 1 0 0,0 0-1 0 0,0 0 0 0 0,-1 0 1 0 0,1-1-1 0 0,-1 0 0 0 0,-1 0 1 0 0,1 0-1 0 0,-1 0 1 0 0,-1 0-1 0 0,1 0 0 0 0,0-12 1 0 0,-3 6-10 0 0,0 0 0 0 0,-1-1 1 0 0,0 1-1 0 0,-1 0 1 0 0,-1 0-1 0 0,0 1 0 0 0,0-1 1 0 0,-2 1-1 0 0,1 0 1 0 0,-11-16-1 0 0,10 18-13 0 0,-1 1 0 0 0,0-1 0 0 0,0 1 0 0 0,-1 1 0 0 0,0-1 0 0 0,0 1 0 0 0,-1 1 0 0 0,0 0 0 0 0,0 0 0 0 0,-1 0 0 0 0,0 1 0 0 0,-13-5 0 0 0,19 9-58 0 0,1 1 0 0 0,0-1 0 0 0,-1 1 0 0 0,1 0 0 0 0,-1 1 0 0 0,1-1 0 0 0,-1 1 0 0 0,1-1 0 0 0,-1 1 0 0 0,1 0 0 0 0,-1 0 0 0 0,0 0 0 0 0,1 1 0 0 0,-1-1 1 0 0,1 1-1 0 0,-1 0 0 0 0,1 0 0 0 0,0 0 0 0 0,-1 1 0 0 0,-4 2 0 0 0,6-3-80 0 0,1 0 0 0 0,0 0 0 0 0,0 0 0 0 0,0 0 0 0 0,0 0 0 0 0,1 0 0 0 0,-1 0 0 0 0,0 0 0 0 0,0 0 1 0 0,1 0-1 0 0,-1 1 0 0 0,1-1 0 0 0,-1 0 0 0 0,1 1 0 0 0,-1-1 0 0 0,1 0 0 0 0,0 1 0 0 0,-1-1 0 0 0,1 0 0 0 0,0 1 0 0 0,0-1 0 0 0,0 1 1 0 0,0-1-1 0 0,0 0 0 0 0,1 1 0 0 0,-1-1 0 0 0,0 0 0 0 0,1 1 0 0 0,0 0 0 0 0,3 10-1205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06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28 1888 0 0,'0'0'1756'0'0,"2"-12"2936"0"0,-2 11-4564 0 0,0 1-1 0 0,0-1 1 0 0,0 0 0 0 0,0 1-1 0 0,-1-1 1 0 0,1 0 0 0 0,0 1-1 0 0,0-1 1 0 0,0 1 0 0 0,0-1-1 0 0,-1 0 1 0 0,1 1 0 0 0,0-1 0 0 0,-1 1-1 0 0,1-1 1 0 0,0 0 0 0 0,-1 1-1 0 0,1-1 1 0 0,-1 1 0 0 0,1-1-1 0 0,-1 1 1 0 0,1 0 0 0 0,-1-1-1 0 0,1 1 1 0 0,-1 0 0 0 0,1-1-1 0 0,-1 1 1 0 0,-1-1 0 0 0,1 1-58 0 0,0 1 0 0 0,0-1 0 0 0,0 0 1 0 0,0 0-1 0 0,0 1 0 0 0,1-1 1 0 0,-1 1-1 0 0,0-1 0 0 0,0 1 1 0 0,0-1-1 0 0,0 1 0 0 0,0 0 1 0 0,1-1-1 0 0,-1 1 0 0 0,0 0 0 0 0,0 0 1 0 0,-5 6 132 0 0,1-1 0 0 0,0 1 0 0 0,-5 11 1 0 0,2-1-44 0 0,0 0 0 0 0,2 1 0 0 0,0 0 0 0 0,1 0 1 0 0,1 1-1 0 0,1-1 0 0 0,0 1 0 0 0,1 34 0 0 0,2-32-120 0 0,1-1-1 0 0,1 0 1 0 0,1 1-1 0 0,0-1 1 0 0,2-1-1 0 0,0 1 1 0 0,2 0-1 0 0,8 18 0 0 0,-13-33 12 0 0,0-1-1 0 0,1 1 0 0 0,0 0 0 0 0,-1-1 0 0 0,2 0 1 0 0,-1 0-1 0 0,0 0 0 0 0,1 0 0 0 0,0 0 0 0 0,0-1 0 0 0,0 1 1 0 0,0-1-1 0 0,0 0 0 0 0,1-1 0 0 0,8 5 0 0 0,-9-6 5 0 0,1 0 0 0 0,-1 0 0 0 0,1 0 0 0 0,-1 0 1 0 0,1-1-1 0 0,-1 0 0 0 0,1 0 0 0 0,-1 0 0 0 0,1-1 0 0 0,-1 1 0 0 0,1-1 0 0 0,-1 0 0 0 0,1 0 0 0 0,-1-1 0 0 0,0 0 0 0 0,0 1 0 0 0,0-1 0 0 0,7-5 0 0 0,-3 2 20 0 0,-1 0-1 0 0,0-1 1 0 0,0 0-1 0 0,0 0 0 0 0,-1-1 1 0 0,0 0-1 0 0,0 0 1 0 0,-1 0-1 0 0,0-1 1 0 0,0 0-1 0 0,-1 0 0 0 0,0 0 1 0 0,0 0-1 0 0,-1-1 1 0 0,0 0-1 0 0,0 1 0 0 0,-1-1 1 0 0,2-14-1 0 0,-2 6-27 0 0,-1-1-1 0 0,0 1 1 0 0,-1-1-1 0 0,-1 1 1 0 0,-1 0-1 0 0,0 0 1 0 0,-1-1-1 0 0,-11-30 0 0 0,11 40-28 0 0,-1 0-1 0 0,0 0 0 0 0,0 1 1 0 0,0 0-1 0 0,-1 0 0 0 0,0 0 0 0 0,-1 0 1 0 0,1 1-1 0 0,-1 0 0 0 0,-1 0 1 0 0,1 0-1 0 0,-9-4 0 0 0,11 7-197 0 0,0 0-1 0 0,0 1 1 0 0,0-1-1 0 0,-1 1 1 0 0,1 0-1 0 0,-1 0 1 0 0,1 1-1 0 0,-1-1 1 0 0,0 1-1 0 0,0 0 1 0 0,0 0-1 0 0,1 1 1 0 0,-1 0-1 0 0,0 0 1 0 0,0 0-1 0 0,0 0 0 0 0,0 1 1 0 0,0-1-1 0 0,0 1 1 0 0,1 0-1 0 0,-1 1 1 0 0,-8 3-1 0 0,-7 8-2013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04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28 121 1156 0 0,'9'-22'4317'0'0,"-5"12"-2889"0"0,-1 1 0 0 0,0-1 0 0 0,3-10-1 0 0,-6 18-889 0 0,0-9 1296 0 0,0 4 63 0 0,-7 15-1729 0 0,2 2-154 0 0,0 1 0 0 0,1 1 0 0 0,0-1 0 0 0,1 1-1 0 0,0-1 1 0 0,-2 20 0 0 0,4-22-4 0 0,-6 31 99 0 0,2 1 0 0 0,1 50-1 0 0,4-77-86 0 0,1 0 1 0 0,0-1-1 0 0,1 1 0 0 0,0 0 0 0 0,1-1 0 0 0,1 0 0 0 0,0 0 1 0 0,1 0-1 0 0,0 0 0 0 0,10 17 0 0 0,-13-26 60 0 0,1-1 0 0 0,-1 0 0 0 0,0 0 0 0 0,1 0 0 0 0,-1 0-1 0 0,1 0 1 0 0,0-1 0 0 0,0 1 0 0 0,0-1 0 0 0,0 0 0 0 0,1 1 0 0 0,-1-1 0 0 0,0-1 0 0 0,1 1-1 0 0,0-1 1 0 0,-1 1 0 0 0,1-1 0 0 0,0 0 0 0 0,0 0 0 0 0,-1-1 0 0 0,9 1 0 0 0,-3-1-3 0 0,0-1 0 0 0,0-1 0 0 0,0 0 0 0 0,0 0 0 0 0,0 0 0 0 0,-1-1 0 0 0,1-1 0 0 0,-1 0 0 0 0,0 0 0 0 0,0 0 0 0 0,0-1 0 0 0,-1 0 0 0 0,12-10 0 0 0,-10 6-13 0 0,-1 0-1 0 0,0 0 1 0 0,0-1-1 0 0,-1 0 1 0 0,0 0-1 0 0,0 0 1 0 0,-1-1-1 0 0,-1 0 1 0 0,7-19-1 0 0,-8 17-38 0 0,0 0 0 0 0,0 0 1 0 0,-2-1-1 0 0,0 1 0 0 0,0-1 0 0 0,-1 1 1 0 0,-1-1-1 0 0,0 0 0 0 0,-1 0 0 0 0,0 1 1 0 0,-1-1-1 0 0,-1 1 0 0 0,0-1 0 0 0,0 1 1 0 0,-2 0-1 0 0,0 0 0 0 0,0 1 0 0 0,-1 0 1 0 0,-11-17-1 0 0,12 22-76 0 0,0 1-1 0 0,-1 0 1 0 0,0 0 0 0 0,0 1 0 0 0,0 0-1 0 0,-1 0 1 0 0,1 0 0 0 0,-1 0 0 0 0,-1 1-1 0 0,1 1 1 0 0,-1-1 0 0 0,1 1 0 0 0,-1 0-1 0 0,0 1 1 0 0,-9-2 0 0 0,13 4-137 0 0,0-1 1 0 0,1 1-1 0 0,-1 1 1 0 0,0-1-1 0 0,1 1 0 0 0,-1-1 1 0 0,1 1-1 0 0,-1 0 1 0 0,0 0-1 0 0,1 1 1 0 0,0-1-1 0 0,-1 1 1 0 0,1-1-1 0 0,0 1 0 0 0,0 0 1 0 0,0 0-1 0 0,0 1 1 0 0,0-1-1 0 0,-5 6 1 0 0,0 2-1591 0 0,0 1 0 0 0,0 0 0 0 0,-12 23 0 0 0,17-29 874 0 0,-10 20-4595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07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39 1700 0 0,'-18'-23'7784'0'0,"-1"8"-2969"0"0,19 15-4781 0 0,0 0 0 0 0,0 0 1 0 0,-1 0-1 0 0,1 0 0 0 0,0 0 0 0 0,0 0 1 0 0,0 0-1 0 0,0 0 0 0 0,-1 0 1 0 0,1 0-1 0 0,0 0 0 0 0,0 0 1 0 0,0 0-1 0 0,0 0 0 0 0,-1 0 1 0 0,1 0-1 0 0,0 0 0 0 0,0 0 1 0 0,0 0-1 0 0,0 0 0 0 0,-1 0 1 0 0,1 1-1 0 0,0-1 0 0 0,0 0 0 0 0,0 0 1 0 0,0 0-1 0 0,0 0 0 0 0,0 0 1 0 0,-1 0-1 0 0,1 1 0 0 0,0-1 1 0 0,0 0-1 0 0,0 0 0 0 0,0 0 1 0 0,0 0-1 0 0,0 0 0 0 0,0 1 1 0 0,0-1-1 0 0,0 16 895 0 0,46 248 1879 0 0,-41-236-2894 0 0,22 92-1525 0 0,-8-61-1937 0 0,6-4-3347 0 0,-13-38 2065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08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74 644 0 0,'-15'-16'12628'0'0,"12"11"-11277"0"0,158-24 2521 0 0,0 6-2904 0 0,-152 23-953 0 0,2 0-3 0 0,0 0 1 0 0,-1 1-1 0 0,1 0 1 0 0,-1 0-1 0 0,1 1 1 0 0,-1-1-1 0 0,1 1 1 0 0,-1 0 0 0 0,0 0-1 0 0,1 0 1 0 0,-1 1-1 0 0,0-1 1 0 0,5 5-1 0 0,-5-2 14 0 0,0-1-1 0 0,-1 0 1 0 0,1 1 0 0 0,-1 0-1 0 0,0 0 1 0 0,0 0 0 0 0,0 0-1 0 0,-1 0 1 0 0,3 8 0 0 0,11 53 158 0 0,-11-45-133 0 0,6 45 106 0 0,4 76 0 0 0,-7-56-35 0 0,17 172 228 0 0,23 197-86 0 0,63 148-58 0 0,-7-173 560 0 0,-62-263-559 0 0,-12-50-45 0 0,64 299 1310 0 0,-58-240-47 0 0,-15-76-582 0 0,2 21 284 0 0,1-10-51 0 0,-24-109-1041 0 0,3 16 321 0 0,1-2 3536 0 0,-7-9-3887 0 0,-13-5-5 0 0,-20 0-657 0 0,-1 3 0 0 0,-59 14 1 0 0,-71 30-3720 0 0,103-29 2569 0 0,-75 22-5381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5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1768 0 0,'-10'5'13877'0'0,"11"-4"-13734"0"0,-1 1 1 0 0,1-1-1 0 0,-1 0 0 0 0,1 0 1 0 0,-1 0-1 0 0,1 0 1 0 0,0 0-1 0 0,0 0 1 0 0,0-1-1 0 0,-1 1 0 0 0,1 0 1 0 0,0 0-1 0 0,0 0 1 0 0,0-1-1 0 0,0 1 1 0 0,0-1-1 0 0,0 1 0 0 0,0 0 1 0 0,0-1-1 0 0,1 0 1 0 0,-1 1-1 0 0,0-1 1 0 0,2 1-1 0 0,34 6 1368 0 0,97-6 2111 0 0,-131-1-3393 0 0,41-3-212 0 0,-32 0-4397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5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2092 0 0,'18'-22'18283'0'0,"-15"25"-17528"0"0,-1 1 1 0 0,0 0 0 0 0,1-1 0 0 0,-1 1-1 0 0,0 0 1 0 0,-1 0 0 0 0,1 0 0 0 0,-1 0-1 0 0,0 0 1 0 0,0 1 0 0 0,1 7 0 0 0,2 57 2029 0 0,-3-47-2249 0 0,0 170-520 0 0,-3-34-177 0 0,2-153-703 0 0,0 14-3540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28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0 208 0 0,'0'0'1540'0'0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20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38 1444 0 0,'-5'-20'11493'0'0,"7"19"-11402"0"0,-1 0 0 0 0,0 0 1 0 0,1 0-1 0 0,-1 0 0 0 0,1 0 0 0 0,-1 0 0 0 0,1 0 0 0 0,-1 1 0 0 0,1-1 0 0 0,0 1 1 0 0,-1-1-1 0 0,1 1 0 0 0,0 0 0 0 0,-1-1 0 0 0,1 1 0 0 0,3 0 0 0 0,38 0 320 0 0,-28 1-325 0 0,92-3 172 0 0,-71 1-175 0 0,39-2-373 0 0,-73 3 326 0 0,18-1-2429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20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37 2400 0 0,'8'-36'16255'0'0,"-4"51"-13912"0"0,-1 31-1017 0 0,-4-5-882 0 0,-2-1 1 0 0,-2 0-1 0 0,-11 44 1 0 0,-19 50-2334 0 0,23-82-2885 0 0,10-18-4116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27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34 240 0 0,'0'0'2962'0'0,"3"0"-2887"0"0,8 0 3 0 0,-8 0 57 0 0,-3-24-1690 0 0,-3 15 908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28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14 244 0 0,'0'0'1196'0'0,"1"-13"-2012"0"0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28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1 952 0 0,'0'0'3221'0'0,"0"0"-3194"0"0,0 1 0 0 0,0-1 0 0 0,1 1 0 0 0,-1-1 0 0 0,0 0 1 0 0,1 1-1 0 0,-1-1 0 0 0,0 0 0 0 0,1 1 0 0 0,-1-1 0 0 0,1 0 0 0 0,-1 0 0 0 0,1 1 0 0 0,-1-1 0 0 0,1 0 0 0 0,-1 0 1 0 0,1 0-1 0 0,0 1 0 0 0,4-5-25 0 0,-3 4 76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3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105 108 1500 0 0,'8'-33'10448'0'0,"-14"5"-5980"0"0,6 26-3741 0 0,0 2-694 0 0,0 0 0 0 0,0-1 0 0 0,-1 1 0 0 0,1 0 0 0 0,0-1 0 0 0,0 1 0 0 0,0 0 0 0 0,0 0 0 0 0,0-1 0 0 0,-1 1 0 0 0,1 0 0 0 0,0 0 0 0 0,0-1 0 0 0,-1 1 0 0 0,1 0 0 0 0,0 0 0 0 0,0 0 0 0 0,-1-1 0 0 0,1 1 0 0 0,0 0 0 0 0,0 0 0 0 0,-1 0 0 0 0,1 0 0 0 0,0 0 1 0 0,-1 0-1 0 0,1-1 0 0 0,0 1 0 0 0,-1 0 0 0 0,1 0 0 0 0,0 0 0 0 0,-1 0 0 0 0,-3 2-32 0 0,0 0 1 0 0,1 1-1 0 0,-1-1 1 0 0,1 1 0 0 0,0-1-1 0 0,-1 1 1 0 0,1 0-1 0 0,1 0 1 0 0,-1 0 0 0 0,0 1-1 0 0,1-1 1 0 0,-1 1-1 0 0,1-1 1 0 0,0 1 0 0 0,-2 6-1 0 0,-6 13-48 0 0,-9 31-1 0 0,18-53 48 0 0,-4 16-1 0 0,1 0 0 0 0,0 1 0 0 0,1-1 0 0 0,1 1 0 0 0,1 0 0 0 0,0 0 0 0 0,1 0 0 0 0,1 0 0 0 0,4 22 0 0 0,-3-34 13 0 0,-1 1 1 0 0,1-1-1 0 0,1 1 1 0 0,-1-1-1 0 0,1 0 1 0 0,0 1-1 0 0,0-1 1 0 0,1-1-1 0 0,0 1 1 0 0,0 0-1 0 0,8 7 0 0 0,-8-9 15 0 0,1-1 0 0 0,-1 1 0 0 0,1-1 0 0 0,0 0 0 0 0,0-1 0 0 0,0 1 0 0 0,0-1 0 0 0,0 0 0 0 0,1 0 0 0 0,-1-1 0 0 0,1 1 0 0 0,-1-1 0 0 0,1 0 0 0 0,0-1-1 0 0,10 0 1 0 0,-9 0 52 0 0,-1 0-1 0 0,1 0 1 0 0,0-1 0 0 0,-1 0-1 0 0,1-1 1 0 0,-1 1-1 0 0,1-1 1 0 0,-1-1-1 0 0,0 1 1 0 0,1-1-1 0 0,-1 0 1 0 0,-1 0-1 0 0,1-1 1 0 0,0 0-1 0 0,9-9 1 0 0,-8 7-28 0 0,-1-2 0 0 0,0 1-1 0 0,-1-1 1 0 0,0 1 0 0 0,0-2 0 0 0,0 1 0 0 0,-1 0 0 0 0,-1-1-1 0 0,1 0 1 0 0,2-13 0 0 0,-2 5-27 0 0,-1 0 1 0 0,0 0-1 0 0,-2-1 0 0 0,0 1 1 0 0,0 0-1 0 0,-2-1 0 0 0,0 1 0 0 0,-2 0 1 0 0,1 0-1 0 0,-2 0 0 0 0,0 0 1 0 0,-8-16-1 0 0,9 26-56 0 0,0 0 0 0 0,0 0 0 0 0,-1 1 0 0 0,0 0 0 0 0,-1 0 0 0 0,0 0 0 0 0,1 0 0 0 0,-2 1 1 0 0,1 0-1 0 0,-1 0 0 0 0,1 0 0 0 0,-1 1 0 0 0,-1 0 0 0 0,1 0 0 0 0,-1 0 0 0 0,1 1 0 0 0,-1 0 0 0 0,-14-4 0 0 0,19 6-77 0 0,1 1-1 0 0,0 0 1 0 0,-1-1 0 0 0,1 1-1 0 0,-1 0 1 0 0,1 0 0 0 0,-1 0-1 0 0,1 0 1 0 0,0 0 0 0 0,-1 1-1 0 0,1-1 1 0 0,-1 0-1 0 0,1 1 1 0 0,0-1 0 0 0,-1 1-1 0 0,1-1 1 0 0,0 1 0 0 0,-1-1-1 0 0,1 1 1 0 0,0 0 0 0 0,0 0-1 0 0,0 0 1 0 0,-1 0-1 0 0,1 0 1 0 0,0 0 0 0 0,0 0-1 0 0,1 0 1 0 0,-1 0 0 0 0,0 0-1 0 0,0 0 1 0 0,0 1 0 0 0,1-1-1 0 0,-1 0 1 0 0,0 2-1 0 0,0 1-585 0 0,0-1-1 0 0,0 1 0 0 0,1-1 0 0 0,0 0 1 0 0,-1 1-1 0 0,1-1 0 0 0,0 1 0 0 0,0-1 1 0 0,1 1-1 0 0,-1-1 0 0 0,1 1 0 0 0,1 3 1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3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17 488 0 0,'-9'-17'26815'0'0,"8"18"-26836"0"0,0 0 0 0 0,0-1 0 0 0,0 1-1 0 0,0 0 1 0 0,0-1 0 0 0,1 1 0 0 0,-1 0 0 0 0,0 0-1 0 0,0 0 1 0 0,0 0 0 0 0,1 0 0 0 0,-1 0 0 0 0,1 0 0 0 0,-1 0-1 0 0,1 0 1 0 0,-1 0 0 0 0,1 0 0 0 0,-1 1 0 0 0,1-1-1 0 0,0 0 1 0 0,0 0 0 0 0,0 0 0 0 0,-1 1 0 0 0,1-1 0 0 0,0 0-1 0 0,1 2 1 0 0,-1 46 35 0 0,1-30-31 0 0,-7 115 75 0 0,1-7-2272 0 0,8-43-2937 0 0,4-46 702 0 0,1-14-2082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7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125 162 848 0 0,'2'-25'13387'0'0,"-3"25"-13340"0"0,1 0 0 0 0,0-1 0 0 0,0 1 1 0 0,0 0-1 0 0,0-1 0 0 0,0 1 1 0 0,-1 0-1 0 0,1 0 0 0 0,0-1 1 0 0,0 1-1 0 0,0 0 0 0 0,-1 0 0 0 0,1 0 1 0 0,0-1-1 0 0,0 1 0 0 0,-1 0 1 0 0,1 0-1 0 0,0 0 0 0 0,0 0 0 0 0,-1-1 1 0 0,1 1-1 0 0,0 0 0 0 0,-1 0 1 0 0,1 0-1 0 0,0 0 0 0 0,-1 0 0 0 0,1 0 1 0 0,0 0-1 0 0,-1 0 0 0 0,1 0 1 0 0,0 0-1 0 0,0 0 0 0 0,-1 0 0 0 0,1 0 1 0 0,0 0-1 0 0,-1 0 0 0 0,1 0 1 0 0,0 0-1 0 0,-1 1 0 0 0,1-1 1 0 0,0 0-1 0 0,-1 0 0 0 0,-16 15 356 0 0,-10 22-515 0 0,16-18 112 0 0,1 0-1 0 0,0 1 1 0 0,2 0 0 0 0,0 1 0 0 0,-7 29 0 0 0,13-38-4 0 0,-1 0 1 0 0,2 0-1 0 0,-1 0 1 0 0,2 0-1 0 0,-1 0 1 0 0,2 0-1 0 0,0 0 1 0 0,0 0-1 0 0,1 0 1 0 0,0 0-1 0 0,6 16 1 0 0,-6-23 10 0 0,0-1 1 0 0,0 1-1 0 0,1-1 1 0 0,-1 1-1 0 0,1-1 1 0 0,0 0 0 0 0,0 0-1 0 0,0 0 1 0 0,0 0-1 0 0,1-1 1 0 0,0 0-1 0 0,0 1 1 0 0,0-1 0 0 0,0 0-1 0 0,0-1 1 0 0,6 4-1 0 0,-4-4 2 0 0,0 0 0 0 0,0 0-1 0 0,1-1 1 0 0,-1 1 0 0 0,1-1-1 0 0,-1-1 1 0 0,1 1 0 0 0,-1-1-1 0 0,1 0 1 0 0,-1-1 0 0 0,9-1-1 0 0,-2 0 66 0 0,1-2 0 0 0,-1 0 0 0 0,0 0 0 0 0,-1-1 0 0 0,1-1 0 0 0,-1 0 0 0 0,0-1-1 0 0,0 0 1 0 0,-1 0 0 0 0,0-2 0 0 0,13-12 0 0 0,-15 12-3 0 0,-1-1 0 0 0,-1 0 0 0 0,0-1 0 0 0,0 1 0 0 0,-1-2 0 0 0,-1 1 0 0 0,0 0 0 0 0,0-1 0 0 0,-1 0 0 0 0,0 0 0 0 0,-1 0-1 0 0,-1-1 1 0 0,0 1 0 0 0,0-16 0 0 0,-1 8-38 0 0,-1-1 0 0 0,0 0 0 0 0,-2 1 1 0 0,-1-1-1 0 0,0 1 0 0 0,-1 0 0 0 0,-15-39 0 0 0,16 52-36 0 0,0 0-1 0 0,0 0 1 0 0,-1 0 0 0 0,0 1 0 0 0,-1-1 0 0 0,1 1 0 0 0,-1 0 0 0 0,-1 1-1 0 0,1-1 1 0 0,-1 1 0 0 0,-7-6 0 0 0,10 9-27 0 0,-1 0 0 0 0,0-1-1 0 0,1 1 1 0 0,-1 1 0 0 0,0-1 0 0 0,0 0 0 0 0,0 1 0 0 0,0 0-1 0 0,0 0 1 0 0,0 0 0 0 0,0 1 0 0 0,-1-1 0 0 0,1 1-1 0 0,0 0 1 0 0,0 0 0 0 0,-1 0 0 0 0,1 1 0 0 0,0-1-1 0 0,0 1 1 0 0,0 0 0 0 0,0 1 0 0 0,-5 1 0 0 0,6-2-192 0 0,0 1 0 0 0,-1 0 0 0 0,1 0 0 0 0,0 0 1 0 0,0 0-1 0 0,0 1 0 0 0,0-1 0 0 0,0 1 0 0 0,1 0 1 0 0,-1 0-1 0 0,1 0 0 0 0,0 0 0 0 0,0 0 0 0 0,-3 5 1 0 0,5-6-19 0 0,-1-1 0 0 0,0 1 0 0 0,1-1 1 0 0,0 1-1 0 0,-1 0 0 0 0,1-1 0 0 0,0 1 1 0 0,0 0-1 0 0,0-1 0 0 0,0 1 1 0 0,0 0-1 0 0,0-1 0 0 0,0 1 0 0 0,0 0 1 0 0,1-1-1 0 0,-1 1 0 0 0,1 0 0 0 0,-1-1 1 0 0,1 1-1 0 0,0-1 0 0 0,0 1 0 0 0,-1-1 1 0 0,1 0-1 0 0,0 1 0 0 0,0-1 1 0 0,0 0-1 0 0,1 1 0 0 0,-1-1 0 0 0,0 0 1 0 0,0 0-1 0 0,1 0 0 0 0,-1 0 0 0 0,1 0 1 0 0,2 1-1 0 0,12 7-3870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7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26 1692 0 0,'-14'6'7091'0'0,"-15"7"1194"0"0,32-13-8145 0 0,24-2-87 0 0,51-11-1 0 0,-43 6-2190 0 0,-28 6 815 0 0,0-1 1 0 0,-1 0 0 0 0,1 0 0 0 0,0 0 0 0 0,6-5-1 0 0,1 1-3514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7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14 892 0 0,'-10'-14'16200'0'0,"9"19"-15868"0"0,-1 0 1 0 0,1 0-1 0 0,1 0 1 0 0,-1-1-1 0 0,1 1 1 0 0,-1 0-1 0 0,1 0 1 0 0,1 0-1 0 0,0 9 1 0 0,1 9 161 0 0,-14 303 1195 0 0,9-215-3705 0 0,2-38-4545 0 0,1-44 1195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5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153 108 1660 0 0,'-4'-9'3030'0'0,"4"6"-2362"0"0,-1 1-1 0 0,0-1 1 0 0,-1 1-1 0 0,1-1 1 0 0,0 1-1 0 0,-1-1 1 0 0,1 1-1 0 0,-1 0 1 0 0,-5-5 1445 0 0,-1 2-1367 0 0,-2 14-512 0 0,0 0 1 0 0,1 1 0 0 0,0 0 0 0 0,1 1 0 0 0,0 0 0 0 0,0 0 0 0 0,2 1 0 0 0,-11 22 0 0 0,9-15-178 0 0,1 0 0 0 0,1 0 0 0 0,1 1 0 0 0,1 0 0 0 0,-3 26 0 0 0,6-39-33 0 0,1 1 0 0 0,0-1 0 0 0,1 0-1 0 0,0 1 1 0 0,0-1 0 0 0,0 0-1 0 0,1 0 1 0 0,0 0 0 0 0,0 0-1 0 0,1 0 1 0 0,0 0 0 0 0,0-1 0 0 0,1 1-1 0 0,-1-1 1 0 0,1 0 0 0 0,1 0-1 0 0,7 9 1 0 0,-8-12 88 0 0,-1 1 0 0 0,1-1 0 0 0,0 0 0 0 0,0 0 0 0 0,0-1 0 0 0,0 1 0 0 0,1-1 0 0 0,-1 0 0 0 0,1 0 0 0 0,-1 0 0 0 0,1-1 0 0 0,0 1 0 0 0,0-1 0 0 0,0 0 0 0 0,0-1 0 0 0,-1 1 0 0 0,1-1 0 0 0,0 0 0 0 0,0 0 0 0 0,0-1 0 0 0,0 1 0 0 0,0-1 0 0 0,0 0 0 0 0,0-1 0 0 0,-1 1 0 0 0,9-4 0 0 0,-7 2 30 0 0,-1 0 0 0 0,1 0 1 0 0,-1 0-1 0 0,0-1 0 0 0,0 0 0 0 0,0 0 1 0 0,-1 0-1 0 0,1-1 0 0 0,-1 1 0 0 0,0-1 1 0 0,0 0-1 0 0,3-6 0 0 0,-2 1-20 0 0,0 1-1 0 0,-1 0 1 0 0,0-1-1 0 0,-1 0 0 0 0,0 1 1 0 0,3-21-1 0 0,-4 12-73 0 0,0 1 0 0 0,-2 0 1 0 0,0-1-1 0 0,-1 1 0 0 0,0 0 0 0 0,-2-1 0 0 0,0 1 0 0 0,-9-26 0 0 0,7 30-76 0 0,-1-1 0 0 0,0 1 1 0 0,-1 1-1 0 0,-1-1 0 0 0,0 1 0 0 0,-1 0 0 0 0,-12-13 1 0 0,-20-11-2893 0 0,41 36 2780 0 0,-1-1 0 0 0,1 1 0 0 0,-1 0 0 0 0,1-1 0 0 0,-1 1 0 0 0,1 0 0 0 0,-1-1 0 0 0,0 1 0 0 0,1 0 0 0 0,-1 0 0 0 0,0-1 0 0 0,1 1 0 0 0,-1 0 0 0 0,1 0 0 0 0,-1 0 0 0 0,0 0 0 0 0,1 0 0 0 0,-1 0 0 0 0,0 0 0 0 0,1 0 0 0 0,-1 0 0 0 0,0 0 0 0 0,1 1 0 0 0,-1-1 0 0 0,0 0 0 0 0,1 0 0 0 0,-1 1 0 0 0,1-1 0 0 0,-1 0 0 0 0,0 0 0 0 0,1 1 0 0 0,-1-1 0 0 0,1 1 0 0 0,-1-1 0 0 0,1 1 0 0 0,-1-1 0 0 0,1 1 0 0 0,-1 0 0 0 0,-6 13-6125 0 0,7-12 5569 0 0,0 3 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5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90 1024 0 0,'1'-3'853'0'0,"0"0"0"0"0,1 1 0 0 0,-2-1 0 0 0,1 0 0 0 0,0 1 0 0 0,-1-1 0 0 0,1 0 0 0 0,-1 0 0 0 0,0 0 0 0 0,1 1 0 0 0,-2-1 0 0 0,1 0 0 0 0,0 0 0 0 0,0 0 0 0 0,-1 1 0 0 0,-2-7 1123 0 0,0 10-1801 0 0,0 0-141 0 0,0 0 0 0 0,0 0 0 0 0,0 0 1 0 0,0 1-1 0 0,0 0 0 0 0,0 0 0 0 0,0-1 0 0 0,1 2 0 0 0,-1-1 1 0 0,0 0-1 0 0,1 0 0 0 0,0 1 0 0 0,0-1 0 0 0,0 1 0 0 0,0 0 1 0 0,-2 3-1 0 0,-6 10 67 0 0,-12 31 0 0 0,12-27-50 0 0,1 2-36 0 0,0 1 1 0 0,1 0-1 0 0,1 1 1 0 0,2 0-1 0 0,0 0 1 0 0,2 0-1 0 0,0 0 1 0 0,1 36-1 0 0,3-50 83 0 0,0 1 0 0 0,0-1 1 0 0,1 0-1 0 0,0 1 0 0 0,1-1 0 0 0,0 0 0 0 0,7 15 0 0 0,-8-21 77 0 0,0 0 1 0 0,0 0-1 0 0,1 0 1 0 0,0-1-1 0 0,-1 1 0 0 0,1-1 1 0 0,1 0-1 0 0,-1 0 0 0 0,0 0 1 0 0,1 0-1 0 0,-1 0 1 0 0,1-1-1 0 0,0 1 0 0 0,0-1 1 0 0,0 0-1 0 0,0 0 1 0 0,1-1-1 0 0,-1 1 0 0 0,0-1 1 0 0,8 1-1 0 0,-7-1 32 0 0,0 0 0 0 0,0-1 1 0 0,0 0-1 0 0,0 0 0 0 0,0-1 0 0 0,0 1 0 0 0,0-1 0 0 0,0 0 0 0 0,-1 0 1 0 0,1-1-1 0 0,0 1 0 0 0,0-1 0 0 0,-1 0 0 0 0,5-3 0 0 0,-2 0-15 0 0,0 0 0 0 0,-1 0 0 0 0,0 0 0 0 0,0-1 0 0 0,0 1 0 0 0,-1-2 0 0 0,1 1 0 0 0,3-7 0 0 0,2-6-17 0 0,0-1 0 0 0,-1 0 0 0 0,-1 0 0 0 0,-1-1 0 0 0,8-33 0 0 0,-13 39-148 0 0,0 0 1 0 0,0 0 0 0 0,-1 0-1 0 0,-1 0 1 0 0,-1 0 0 0 0,0 0 0 0 0,-1 0-1 0 0,-1 0 1 0 0,0 0 0 0 0,-1 0 0 0 0,-5-15-1 0 0,5 22-60 0 0,0 0 0 0 0,0 0 0 0 0,-1 1-1 0 0,0-1 1 0 0,0 1 0 0 0,-1 0 0 0 0,0 0-1 0 0,0 1 1 0 0,0-1 0 0 0,-1 1 0 0 0,0 0-1 0 0,-1 1 1 0 0,1-1 0 0 0,-1 1 0 0 0,0 1-1 0 0,0-1 1 0 0,0 1 0 0 0,-1 0 0 0 0,0 1-1 0 0,0 0 1 0 0,-10-3 0 0 0,5 3-524 0 0,0 0 1 0 0,0 1-1 0 0,-1 1 1 0 0,1 0-1 0 0,-1 1 1 0 0,1 0-1 0 0,0 1 1 0 0,-1 0-1 0 0,-23 6 1 0 0,2 5-1932 0 0,0 1 0 0 0,1 1 0 0 0,1 2 1 0 0,-54 35-1 0 0,77-45 1399 0 0,-36 21-5164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2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13 876 0 0,'75'11'20557'0'0,"-78"-16"-21113"0"0,2 4 638 0 0,-10-2 28 0 0,7 1-102 0 0,0 0-1 0 0,1 1 1 0 0,-1-1 0 0 0,0 1-1 0 0,0 0 1 0 0,0 0 0 0 0,0 0-1 0 0,-5 0 1 0 0,2 0-22 0 0,0 0 1 0 0,0 1-1 0 0,0-1 0 0 0,0 1 1 0 0,0 1-1 0 0,1-1 0 0 0,-1 1 1 0 0,0 0-1 0 0,0 1 1 0 0,0-1-1 0 0,1 2 0 0 0,-1-1 1 0 0,-7 4-1 0 0,6-1-2 0 0,1 0 0 0 0,0 0 1 0 0,0 0-1 0 0,0 1 0 0 0,1 0 0 0 0,-1 0 1 0 0,2 0-1 0 0,-1 1 0 0 0,-6 10 0 0 0,0 2 2 0 0,2 1 0 0 0,1 0 1 0 0,0 1-1 0 0,1 0 0 0 0,2 0 0 0 0,0 0 0 0 0,-4 33 0 0 0,-6 88 7 0 0,3 209 0 0 0,11-210 416 0 0,-6 386 1183 0 0,7-508-1530 0 0,-7 1012 2976 0 0,23-578-1002 0 0,-24-116-539 0 0,6-283-680 0 0,-1-3-240 0 0,1-29-287 0 0,1 1 0 0 0,2 0-1 0 0,2 29 1 0 0,-1-51-278 0 0,-1 1 0 0 0,0-1 1 0 0,1 0-1 0 0,0 0 0 0 0,-1 0 0 0 0,1 0 1 0 0,0 1-1 0 0,0-1 0 0 0,-1 0 1 0 0,1 0-1 0 0,0-1 0 0 0,0 1 0 0 0,0 0 1 0 0,0 0-1 0 0,0 0 0 0 0,0-1 0 0 0,0 1 1 0 0,1 0-1 0 0,-1-1 0 0 0,0 1 0 0 0,0-1 1 0 0,0 1-1 0 0,1-1 0 0 0,-1 0 0 0 0,0 0 1 0 0,1 1-1 0 0,-1-1 0 0 0,0 0 0 0 0,1 0 1 0 0,-1 0-1 0 0,0 0 0 0 0,0-1 1 0 0,2 1-1 0 0,8-1-19 0 0,0 0 0 0 0,20-6 0 0 0,-24 5-20 0 0,377-117-4411 0 0,-296 88 2729 0 0,110-42-4534 0 0,-74 16-3973 0 0,-88 38 3006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3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34 460 0 0,'10'-24'6677'0'0,"-10"14"-2970"0"0,0 10-3675 0 0,0 0 1 0 0,0 0 0 0 0,0 0-1 0 0,0 1 1 0 0,0-1-1 0 0,0 0 1 0 0,0 0 0 0 0,0 0-1 0 0,1 1 458 0 0,-1-1-458 0 0,0 0 1 0 0,0 0 0 0 0,0 0-1 0 0,1 0 1 0 0,-1 0-1 0 0,0 0 1 0 0,0 0 0 0 0,0 0-1 0 0,0 0 1 0 0,0 0 0 0 0,0 0-1 0 0,0 0 1 0 0,0 0-1 0 0,0 0 1 0 0,0 0 0 0 0,1 0-1 0 0,-1 0 1 0 0,0 0 0 0 0,0 0-1 0 0,0 0 1 0 0,1 0 456 0 0,-1-1-456 0 0,4 18 544 0 0,1 23-357 0 0,-5-39-154 0 0,16 165 885 0 0,-3-27-1510 0 0,-2-47-3540 0 0,-5-69-165 0 0,-4-16 942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4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6 288 0 0,'5'-5'13328'0'0,"-7"12"-13101"0"0,0-1 0 0 0,0 1 1 0 0,-1 0-1 0 0,0-1 0 0 0,0 0 0 0 0,-1 1 1 0 0,0-1-1 0 0,0-1 0 0 0,-6 7 0 0 0,-2 5 17 0 0,-63 90 416 0 0,4-7-1540 0 0,27-30-3810 0 0,36-53-11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4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67 1348 0 0,'59'-25'8121'0'0,"-45"17"-7314"0"0,1 2-1 0 0,-1 0 0 0 0,27-7 0 0 0,10 5-48 0 0,-48 8-693 0 0,1 0 21 0 0,-2 0-22 0 0,1 0 0 0 0,-1 0-1 0 0,1 1 1 0 0,-1-1 0 0 0,0 1-1 0 0,1-1 1 0 0,-1 1 0 0 0,1 0-1 0 0,-1 0 1 0 0,0 0 0 0 0,4 2-1 0 0,-5-2-8 0 0,0 0-1 0 0,0 0 0 0 0,0 0 1 0 0,0-1-1 0 0,-1 1 0 0 0,1 1 1 0 0,0-1-1 0 0,0 0 0 0 0,-1 0 1 0 0,1 0-1 0 0,-1 0 1 0 0,1 0-1 0 0,-1 1 0 0 0,1-1 1 0 0,-1 0-1 0 0,0 0 0 0 0,0 1 1 0 0,1-1-1 0 0,-1 0 0 0 0,0 0 1 0 0,0 1-1 0 0,0-1 0 0 0,0 0 1 0 0,-1 1-1 0 0,1-1 0 0 0,0 0 1 0 0,0 0-1 0 0,-2 3 0 0 0,-1 4 104 0 0,-1 0-1 0 0,0-1 1 0 0,-8 13-1 0 0,-4 9 194 0 0,15-27-355 0 0,1-2 0 0 0,-1 0 1 0 0,1 1-1 0 0,-1-1 1 0 0,1 0-1 0 0,-1 1 1 0 0,1-1-1 0 0,0 0 1 0 0,-1 1-1 0 0,1-1 1 0 0,0 1-1 0 0,-1-1 1 0 0,1 1-1 0 0,0-1 1 0 0,0 1-1 0 0,-1-1 1 0 0,1 1-1 0 0,0-1 1 0 0,0 1-1 0 0,0 0 1 0 0,0-1-1 0 0,0 1 1 0 0,0-1 0 0 0,0 2-1 0 0,0-1 3 0 0,0 1 0 0 0,0-1 0 0 0,0 1 0 0 0,1-1 0 0 0,-1 1 0 0 0,0-1 0 0 0,1 0 0 0 0,-1 1 0 0 0,1-1 0 0 0,0 1 0 0 0,-1-1 0 0 0,1 0 0 0 0,0 0 0 0 0,0 1 0 0 0,0-1 0 0 0,0 0 0 0 0,1 1 0 0 0,36 31-26 0 0,-30-27 78 0 0,1 1 0 0 0,-1 0 0 0 0,-1 1 1 0 0,1-1-1 0 0,-1 1 0 0 0,0 1 0 0 0,-1-1 0 0 0,0 1 0 0 0,8 17 0 0 0,-12-22 48 0 0,-1 0-1 0 0,0-1 0 0 0,0 1 1 0 0,-1 0-1 0 0,1 0 1 0 0,-1 0-1 0 0,1 0 0 0 0,-1 0 1 0 0,-1 0-1 0 0,1 0 0 0 0,0 0 1 0 0,-1 0-1 0 0,0 0 1 0 0,-1 4-1 0 0,-1-1 5 0 0,0 0 0 0 0,0-1 1 0 0,0 0-1 0 0,-1 0 0 0 0,0 0 0 0 0,0 0 1 0 0,-8 9-1 0 0,3-7-30 0 0,1 0 0 0 0,-1 0-1 0 0,0 0 1 0 0,-1-1 0 0 0,0-1 0 0 0,0 0 0 0 0,-1 0 0 0 0,1-1 0 0 0,-20 7 0 0 0,16-8-64 0 0,0-1 0 0 0,-1 0 0 0 0,1 0 0 0 0,-21-1 1 0 0,30-2-223 0 0,1 0 1 0 0,-1 0 0 0 0,0 0 0 0 0,0-1-1 0 0,1 0 1 0 0,-1 0 0 0 0,0 0 0 0 0,1 0 0 0 0,-1-1-1 0 0,1 0 1 0 0,0 0 0 0 0,-1 0 0 0 0,1 0 0 0 0,0-1-1 0 0,0 0 1 0 0,0 0 0 0 0,-4-4 0 0 0,7 5-143 0 0,-1 0 0 0 0,1 0 0 0 0,0-1 0 0 0,0 1 0 0 0,0 0 0 0 0,0 0 0 0 0,0-1 0 0 0,1 1 0 0 0,-1-1 1 0 0,1 1-1 0 0,0-1 0 0 0,-1 1 0 0 0,1-1 0 0 0,0 1 0 0 0,0-1 0 0 0,1 1 0 0 0,-1-1 0 0 0,0 1 0 0 0,1-1 0 0 0,0 1 0 0 0,-1 0 0 0 0,1-1 0 0 0,0 1 1 0 0,0 0-1 0 0,3-5 0 0 0,7-10-4572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6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23 107 1596 0 0,'-18'-38'11331'0'0,"17"37"-11163"0"0,0 0 1 0 0,1 0 0 0 0,-1-1-1 0 0,1 1 1 0 0,-1-1 0 0 0,1 1-1 0 0,0 0 1 0 0,0-1 0 0 0,0 1-1 0 0,-1-1 1 0 0,1 1 0 0 0,1-1-1 0 0,-1 1 1 0 0,0 0 0 0 0,0-1-1 0 0,0 1 1 0 0,1-1 0 0 0,-1 1-1 0 0,2-3 1 0 0,0 1-153 0 0,0 0 0 0 0,0 1 0 0 0,0-1 0 0 0,0 0 0 0 0,1 1 1 0 0,-1-1-1 0 0,1 1 0 0 0,0 0 0 0 0,0 0 0 0 0,-1 0 0 0 0,2 0 0 0 0,-1 1 0 0 0,0-1 0 0 0,0 1 0 0 0,0-1 0 0 0,1 1 0 0 0,-1 0 0 0 0,0 1 0 0 0,1-1 0 0 0,-1 1 0 0 0,1-1 1 0 0,-1 1-1 0 0,1 0 0 0 0,-1 0 0 0 0,1 0 0 0 0,-1 1 0 0 0,1-1 0 0 0,6 3 0 0 0,-6-2-14 0 0,0 0 1 0 0,-1 1-1 0 0,1-1 0 0 0,0 1 0 0 0,0 0 1 0 0,-1 0-1 0 0,0 0 0 0 0,1 1 1 0 0,-1-1-1 0 0,0 1 0 0 0,0-1 1 0 0,0 1-1 0 0,0 0 0 0 0,-1 1 1 0 0,1-1-1 0 0,-1 0 0 0 0,0 1 0 0 0,0-1 1 0 0,0 1-1 0 0,0-1 0 0 0,0 1 1 0 0,-1 0-1 0 0,0 0 0 0 0,1 5 1 0 0,-1 1 24 0 0,0 0 0 0 0,-1 0 0 0 0,0-1 0 0 0,-1 1 1 0 0,0 0-1 0 0,-1 0 0 0 0,0 0 0 0 0,-3 9 1 0 0,-5 10 65 0 0,-18 35 0 0 0,5-11 92 0 0,22-51-164 0 0,-2 7 40 0 0,3-9-59 0 0,-1 1 0 0 0,1-1 0 0 0,0 0 1 0 0,0 0-1 0 0,0 1 0 0 0,0-1 0 0 0,0 0 0 0 0,0 0 0 0 0,0 1 0 0 0,0-1 1 0 0,0 0-1 0 0,0 0 0 0 0,0 1 0 0 0,0-1 0 0 0,0 0 0 0 0,0 0 1 0 0,0 1-1 0 0,0-1 0 0 0,0 0 0 0 0,0 0 0 0 0,0 0 0 0 0,0 1 0 0 0,0-1 1 0 0,0 0-1 0 0,1 0 0 0 0,-1 1 0 0 0,0-1 0 0 0,0 0 0 0 0,0 0 1 0 0,0 0-1 0 0,1 1 0 0 0,-1-1 0 0 0,0 0 0 0 0,0 0 0 0 0,0 0 0 0 0,1 0 1 0 0,-1 0-1 0 0,0 1 0 0 0,0-1 0 0 0,0 0 0 0 0,1 0 0 0 0,-1 0 1 0 0,0 0-1 0 0,0 0 0 0 0,1 0 0 0 0,-1 0 0 0 0,0 0 0 0 0,0 0 0 0 0,1 0 1 0 0,15-4 37 0 0,0 0 0 0 0,0-2 1 0 0,-1 0-1 0 0,24-12 1 0 0,20-8-191 0 0,15 0-2890 0 0,-4 3-4825 0 0,-51 16 3492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7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20 2264 0 0,'-8'-19'16593'0'0,"-1"30"-16475"0"0,1 0 0 0 0,0 0 0 0 0,1 1 0 0 0,1 0 0 0 0,-6 14 1 0 0,-7 10-25 0 0,-87 176-89 0 0,70-119-5807 0 0,35-79 3082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7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75 1420 0 0,'3'-11'5857'0'0,"0"-3"-1767"0"0,-2 10-3437 0 0,0 1 0 0 0,0-1 0 0 0,1 0 0 0 0,-1 1-1 0 0,0-1 1 0 0,1 1 0 0 0,3-4 0 0 0,-4 5-418 0 0,-1 1-212 0 0,0 1 1 0 0,0-1 0 0 0,1 0-1 0 0,-1 1 1 0 0,0-1-1 0 0,1 1 1 0 0,-1-1 0 0 0,1 0-1 0 0,-1 1 1 0 0,1-1-1 0 0,-1 1 1 0 0,1-1 0 0 0,-1 1-1 0 0,1-1 1 0 0,-1 1-1 0 0,1 0 1 0 0,0-1 0 0 0,-1 1-1 0 0,1 0 1 0 0,0-1-1 0 0,2 0-11 0 0,-1 0 0 0 0,1 0 0 0 0,-1 1 0 0 0,1-1 0 0 0,0 1 0 0 0,-1-1-1 0 0,1 1 1 0 0,-1 0 0 0 0,1 0 0 0 0,4 1 0 0 0,-6-1-9 0 0,0 0 0 0 0,0 1 0 0 0,1-1-1 0 0,-1 1 1 0 0,0-1 0 0 0,0 1 0 0 0,0-1 0 0 0,0 1 0 0 0,0 0 0 0 0,0 0-1 0 0,0-1 1 0 0,0 1 0 0 0,0 0 0 0 0,0 0 0 0 0,-1 0 0 0 0,1 0 0 0 0,0 0 0 0 0,0 0-1 0 0,-1 0 1 0 0,1 0 0 0 0,-1 1 0 0 0,1-1 0 0 0,-1 0 0 0 0,0 0 0 0 0,1 3-1 0 0,3 27 129 0 0,-4-15-66 0 0,-2 0 1 0 0,-3 18 0 0 0,4-26-45 0 0,1-7-14 0 0,1 18-128 0 0,-1-18 121 0 0,1-1 0 0 0,-1 1-1 0 0,0 0 1 0 0,0 0 0 0 0,0-1 0 0 0,1 1 0 0 0,-1 0 0 0 0,1-1 0 0 0,-1 1 0 0 0,0 0 0 0 0,1-1 0 0 0,-1 1 0 0 0,1 0 0 0 0,-1-1 0 0 0,1 1 0 0 0,0-1 0 0 0,-1 1 0 0 0,1-1 0 0 0,-1 1 0 0 0,1-1 0 0 0,0 1 0 0 0,0-1 0 0 0,-1 0 0 0 0,1 0 0 0 0,0 1-1 0 0,0-1 1 0 0,0 0 0 0 0,12 7-4 0 0,23 9 51 0 0,-22-10-99 0 0,-1 1 0 0 0,21 12 0 0 0,-30-16 182 0 0,0 0-1 0 0,0 0 1 0 0,0 0-1 0 0,-1 1 1 0 0,1 0-1 0 0,-1-1 1 0 0,0 1-1 0 0,0 0 0 0 0,0 1 1 0 0,-1-1-1 0 0,1 0 1 0 0,1 6-1 0 0,-3-6 8 0 0,0-1-1 0 0,0 0 1 0 0,0 0-1 0 0,-1 1 1 0 0,0-1 0 0 0,1 1-1 0 0,-1-1 1 0 0,0 0-1 0 0,-1 1 1 0 0,1-1-1 0 0,-1 0 1 0 0,1 1-1 0 0,-1-1 1 0 0,0 0-1 0 0,0 0 1 0 0,0 1-1 0 0,-1-1 1 0 0,1 0-1 0 0,-1 0 1 0 0,0 0-1 0 0,0-1 1 0 0,0 1-1 0 0,0 0 1 0 0,0-1-1 0 0,0 1 1 0 0,-1-1-1 0 0,-3 3 1 0 0,0-1-53 0 0,1 0 1 0 0,-1 0-1 0 0,1 0 1 0 0,-1-1-1 0 0,0 0 0 0 0,0 0 1 0 0,-1-1-1 0 0,1 0 1 0 0,-1 0-1 0 0,1 0 1 0 0,-1-1-1 0 0,1 0 0 0 0,-11 0 1 0 0,5-1-324 0 0,0-1-1 0 0,0 0 1 0 0,0-1 0 0 0,-19-5-1 0 0,25 6-412 0 0,0-2 0 0 0,0 1-1 0 0,0 0 1 0 0,0-1-1 0 0,1 0 1 0 0,-1-1-1 0 0,1 1 1 0 0,0-1-1 0 0,0 0 1 0 0,-6-7-1 0 0,1-7-6243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8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51 1628 0 0,'-6'0'11439'0'0,"11"-2"-9993"0"0,18-3-169 0 0,37-4-730 0 0,85-17 198 0 0,-142 26-981 0 0,0 0 0 0 0,0-1 1 0 0,1 1-1 0 0,-1-1 0 0 0,0 0 1 0 0,0 0-1 0 0,6-3 0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8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26 184 0 0,'10'-25'22572'0'0,"-28"407"-20513"0"0,14-350-2126 0 0,-2 22-2791 0 0,4-20-4148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9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289 109 1684 0 0,'0'-3'1755'0'0,"-10"-84"15337"0"0,3 69-13953 0 0,5 19-3145 0 0,0 0 0 0 0,0 0 1 0 0,0 1-1 0 0,0-1 1 0 0,0 1-1 0 0,0-1 0 0 0,1 1 1 0 0,-1 0-1 0 0,0-1 1 0 0,1 1-1 0 0,0 0 0 0 0,-1 0 1 0 0,1 0-1 0 0,-1 4 1 0 0,-18 38-65 0 0,14-29 58 0 0,-48 126-164 0 0,48-123 141 0 0,2 0-1 0 0,0 0 0 0 0,1 0 0 0 0,1 1 0 0 0,1-1 0 0 0,0 21 0 0 0,1-36 53 0 0,1 1 0 0 0,-1 0 0 0 0,1 0 0 0 0,0 0 0 0 0,0-1 0 0 0,0 1 0 0 0,0 0 0 0 0,1-1 0 0 0,-1 1 0 0 0,1-1 0 0 0,0 1 0 0 0,0-1 0 0 0,0 0 0 0 0,1 0 0 0 0,-1 0-1 0 0,1 0 1 0 0,-1 0 0 0 0,1 0 0 0 0,0-1 0 0 0,0 0 0 0 0,0 1 0 0 0,1-1 0 0 0,-1 0 0 0 0,5 2 0 0 0,-3-3 70 0 0,0 1 0 0 0,0-1 0 0 0,-1 0 0 0 0,1 0 0 0 0,0 0 1 0 0,0-1-1 0 0,0 0 0 0 0,0 0 0 0 0,0 0 0 0 0,0 0 0 0 0,-1-1 0 0 0,1 0 0 0 0,0 0 0 0 0,0 0 0 0 0,0-1 1 0 0,-1 0-1 0 0,1 1 0 0 0,-1-2 0 0 0,6-2 0 0 0,-1-1 84 0 0,0-1 0 0 0,0 0 0 0 0,0-1 0 0 0,-1 0-1 0 0,0 0 1 0 0,0-1 0 0 0,-1 1 0 0 0,0-2 0 0 0,8-14 0 0 0,-8 11-70 0 0,-1 1 1 0 0,0-1-1 0 0,-1 0 1 0 0,0 0-1 0 0,-1-1 1 0 0,-1 1-1 0 0,3-22 1 0 0,-5 29-89 0 0,-1 0 0 0 0,0 0 0 0 0,0 0 0 0 0,0 0-1 0 0,-1 1 1 0 0,0-1 0 0 0,0 0 0 0 0,0 0 0 0 0,-1 0 0 0 0,0 1 0 0 0,0-1 0 0 0,0 1 0 0 0,-1 0 0 0 0,0-1 0 0 0,0 1-1 0 0,0 0 1 0 0,0 1 0 0 0,-1-1 0 0 0,-6-6 0 0 0,5 7-229 0 0,-1 0-1 0 0,0 0 1 0 0,0 0-1 0 0,0 0 1 0 0,0 1-1 0 0,0 0 1 0 0,-1 0-1 0 0,0 1 1 0 0,1 0-1 0 0,-1 0 1 0 0,0 0-1 0 0,0 1 1 0 0,0 0-1 0 0,0 0 1 0 0,0 1-1 0 0,-8 1 1 0 0,0 0-975 0 0,0 0 0 0 0,0 2 0 0 0,0 0 0 0 0,-29 10 0 0 0,-54 29-5925 0 0,76-32 4904 0 0,-26 12-4443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09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86 844 0 0,'0'-16'4106'0'0,"0"8"-2666"0"0,-1 1 0 0 0,-1-1 0 0 0,1 0 0 0 0,-5-11 551 0 0,5 17-1726 0 0,1 0-1 0 0,-1 0 1 0 0,0 0 0 0 0,0 0-1 0 0,0 0 1 0 0,0 0-1 0 0,0 0 1 0 0,-2-2 0 0 0,1 6-260 0 0,1 0-1 0 0,-1 0 1 0 0,1 0 0 0 0,-1 0 0 0 0,1 1 0 0 0,0-1 0 0 0,0 0 0 0 0,0 1 0 0 0,0-1-1 0 0,0 0 1 0 0,0 1 0 0 0,1-1 0 0 0,-1 5 0 0 0,-5 39 38 0 0,6-44-37 0 0,-3 33 57 0 0,1-1 0 0 0,2 1 0 0 0,4 35 0 0 0,-3-60-37 0 0,0 0-1 0 0,1 0 1 0 0,0 0-1 0 0,1-1 0 0 0,0 1 1 0 0,1 0-1 0 0,0-1 1 0 0,0 0-1 0 0,1 0 0 0 0,0 0 1 0 0,0-1-1 0 0,1 1 1 0 0,1-1-1 0 0,13 14 0 0 0,-16-19 29 0 0,-1 0 0 0 0,1-1-1 0 0,0 1 1 0 0,-1-1 0 0 0,1 0-1 0 0,1 0 1 0 0,-1 0 0 0 0,0 0-1 0 0,0-1 1 0 0,1 1 0 0 0,-1-1-1 0 0,0 0 1 0 0,1-1 0 0 0,-1 1-1 0 0,1-1 1 0 0,-1 0 0 0 0,1 0-1 0 0,-1 0 1 0 0,1-1 0 0 0,-1 1-1 0 0,1-1 1 0 0,-1 0 0 0 0,1-1-1 0 0,-1 1 1 0 0,0-1 0 0 0,6-3-1 0 0,-5 2 13 0 0,0 0-1 0 0,0 0 0 0 0,0-1 0 0 0,-1 1 0 0 0,0-1 0 0 0,0 0 0 0 0,0-1 0 0 0,0 1 0 0 0,-1-1 0 0 0,1 0 0 0 0,-1 0 0 0 0,0 0 0 0 0,-1 0 0 0 0,1 0 0 0 0,-1 0 0 0 0,0-1 0 0 0,0 1 0 0 0,-1-1 0 0 0,0 0 0 0 0,1-7 0 0 0,-1 0-34 0 0,0 0 0 0 0,-1-1 0 0 0,-1 1 0 0 0,0 0-1 0 0,-1 0 1 0 0,0 0 0 0 0,-1 0 0 0 0,-1 0 0 0 0,0 0-1 0 0,-10-21 1 0 0,12 29-68 0 0,-1 0 1 0 0,0 1-1 0 0,0-1 0 0 0,0 0 0 0 0,-1 1 0 0 0,1 0 1 0 0,-1 0-1 0 0,0 0 0 0 0,0 0 0 0 0,-1 1 0 0 0,1-1 1 0 0,-1 1-1 0 0,0 0 0 0 0,0 1 0 0 0,0-1 1 0 0,0 1-1 0 0,0 0 0 0 0,0 0 0 0 0,-1 1 0 0 0,1-1 1 0 0,-1 1-1 0 0,1 0 0 0 0,-1 1 0 0 0,1-1 0 0 0,-1 1 1 0 0,1 0-1 0 0,-11 2 0 0 0,5 0-320 0 0,1 0 0 0 0,-1 1 0 0 0,1 0 0 0 0,0 0 0 0 0,0 1 0 0 0,0 1 0 0 0,1 0 0 0 0,-1 0 1 0 0,1 1-1 0 0,-14 11 0 0 0,13-9-1153 0 0,1 1 0 0 0,0 1 0 0 0,0-1 0 0 0,-14 21 0 0 0,16-19-2567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10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64 175 740 0 0,'-11'-5'3000'0'0,"-15"-2"5056"0"0,2 6-4809 0 0,21 1-3101 0 0,6-1-112 0 0,0 0-25 0 0,18-1 31 0 0,-12 2-21 0 0,103-13 417 0 0,-66 6 352 0 0,-43 7-639 0 0,15-2 476 0 0,4-2-220 0 0,-20 3-198 0 0,1 1-208 0 0,-1 0 1 0 0,-2 0 0 0 0,0 0 0 0 0,0 0 0 0 0,0 0 1 0 0,1-1-1 0 0,-1 1 0 0 0,0 0 0 0 0,0 0 1 0 0,1 0-1 0 0,-1 0 0 0 0,0 0 0 0 0,0 0 1 0 0,0 0-1 0 0,1 0 0 0 0,-1 0 0 0 0,0 0 1 0 0,0 0-1 0 0,1 0 0 0 0,-1 0 1 0 0,0 0-1 0 0,0 0 0 0 0,1 0 0 0 0,-1 1 1 0 0,0-1-1 0 0,0 0 0 0 0,0 0 0 0 0,1 0 1 0 0,-1 0-1 0 0,0 0 0 0 0,0 0 0 0 0,0 1 1 0 0,1-1-1 0 0,-1 0 0 0 0,0 0 0 0 0,0 0 1 0 0,0 1-1 0 0,0-1 0 0 0,0 0 0 0 0,1 0 1 0 0,-1 0-1 0 0,0 1 0 0 0,0-1 1 0 0,0 0-1 0 0,0 0 0 0 0,0 1 0 0 0,0-1 1 0 0,0 0-1 0 0,0 0 0 0 0,0 0 0 0 0,0 1 1 0 0,0-1-1 0 0,0 0 0 0 0,0 0 0 0 0,0 1 1 0 0,0-1-1 0 0,0 0 0 0 0,0 0 0 0 0,0 1 1 0 0,0-1-1 0 0,-1 2-5 0 0,-1-1 2 0 0,-18 15 0 0 0,7-8-21 0 0,1 1 0 0 0,1 1 1 0 0,0 0-1 0 0,0 1 1 0 0,0 0-1 0 0,2 1 1 0 0,-1 0-1 0 0,2 0 0 0 0,-11 19 1 0 0,17-26 25 0 0,-1-1 0 0 0,1 1 0 0 0,0 1 0 0 0,0-1-1 0 0,0 0 1 0 0,1 0 0 0 0,-1 1 0 0 0,1-1 0 0 0,1 1 0 0 0,-1-1 0 0 0,1 1 0 0 0,0 0 0 0 0,0-1-1 0 0,1 1 1 0 0,0-1 0 0 0,0 1 0 0 0,0-1 0 0 0,0 0 0 0 0,1 1 0 0 0,0-1 0 0 0,0 0 0 0 0,0 0 0 0 0,1 0-1 0 0,0 0 1 0 0,0-1 0 0 0,0 1 0 0 0,0-1 0 0 0,7 7 0 0 0,-3-5 63 0 0,-1-1 1 0 0,1-1-1 0 0,0 1 0 0 0,0-1 1 0 0,1 0-1 0 0,-1-1 1 0 0,1 0-1 0 0,0 0 0 0 0,0-1 1 0 0,0 0-1 0 0,0 0 0 0 0,0 0 1 0 0,0-1-1 0 0,1-1 1 0 0,-1 0-1 0 0,0 0 0 0 0,9-1 1 0 0,6-1 248 0 0,0-1 1 0 0,0-1-1 0 0,0-1 0 0 0,41-15 1 0 0,-51 14-135 0 0,0 1 0 0 0,0-2 1 0 0,-1 0-1 0 0,0 0 0 0 0,-1-1 0 0 0,1 0 1 0 0,-1-1-1 0 0,-1-1 0 0 0,0 1 0 0 0,0-2 1 0 0,13-17-1 0 0,-17 18-98 0 0,0 1-1 0 0,0-2 1 0 0,-1 1-1 0 0,0 0 1 0 0,-1-1 0 0 0,0 0-1 0 0,0 0 1 0 0,-2-1 0 0 0,1 1-1 0 0,-1-1 1 0 0,-1 1 0 0 0,0-1-1 0 0,-1 1 1 0 0,-1-17 0 0 0,1 21-81 0 0,-1 1 1 0 0,0-1 0 0 0,-1 1-1 0 0,1-1 1 0 0,-1 1 0 0 0,-1-1 0 0 0,1 1-1 0 0,-1 0 1 0 0,0 0 0 0 0,0 0 0 0 0,-1 1-1 0 0,0-1 1 0 0,0 1 0 0 0,-6-7-1 0 0,4 7-11 0 0,-1-1-1 0 0,1 1 0 0 0,-1 1 0 0 0,0-1 1 0 0,0 1-1 0 0,-1 1 0 0 0,1-1 0 0 0,-1 1 1 0 0,0 0-1 0 0,-10-2 0 0 0,-6 1-76 0 0,1 1 1 0 0,-1 1-1 0 0,0 1 0 0 0,0 1 1 0 0,0 1-1 0 0,1 1 0 0 0,-26 6 0 0 0,14-2-479 0 0,0 2-1 0 0,-39 15 1 0 0,64-20 176 0 0,0 1-1 0 0,-1 1 1 0 0,2-1 0 0 0,-1 2 0 0 0,1-1 0 0 0,-1 2 0 0 0,2-1 0 0 0,-1 1 0 0 0,1 0-1 0 0,0 1 1 0 0,-10 11 0 0 0,17-17 137 0 0,-1 0-1 0 0,0 1 0 0 0,1-1 1 0 0,0 0-1 0 0,-1 1 0 0 0,1-1 0 0 0,0 1 1 0 0,0 0-1 0 0,1-1 0 0 0,-1 1 1 0 0,0 0-1 0 0,1-1 0 0 0,0 1 1 0 0,-1 0-1 0 0,1 0 0 0 0,0-1 1 0 0,1 1-1 0 0,-1 0 0 0 0,0-1 1 0 0,1 1-1 0 0,-1 0 0 0 0,1 0 1 0 0,0-1-1 0 0,0 1 0 0 0,0-1 1 0 0,0 1-1 0 0,1-1 0 0 0,-1 0 1 0 0,1 1-1 0 0,-1-1 0 0 0,1 0 1 0 0,0 0-1 0 0,0 0 0 0 0,0 0 1 0 0,0 0-1 0 0,0 0 0 0 0,0-1 1 0 0,0 1-1 0 0,1-1 0 0 0,-1 1 1 0 0,5 1-1 0 0,13 4-3380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11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31 144 704 0 0,'-17'-135'16873'0'0,"17"133"-16394"0"0,0 2-456 0 0,0 0 0 0 0,0 0 0 0 0,0 0 0 0 0,0-1 0 0 0,0 1 0 0 0,0 0 0 0 0,0 0 0 0 0,1 0 0 0 0,-1 0 0 0 0,0-1 0 0 0,0 1 0 0 0,0 0 0 0 0,0 0 0 0 0,0 0 0 0 0,0-1 0 0 0,0 1 0 0 0,0 0 0 0 0,0 0 0 0 0,0 0 0 0 0,0 0 0 0 0,0-1 0 0 0,0 1 0 0 0,0 0 0 0 0,-1 0 0 0 0,1 0 0 0 0,0-1 0 0 0,0 1 0 0 0,0 0 0 0 0,0 0 0 0 0,0 0 0 0 0,0 0 0 0 0,0 0 0 0 0,0-1 0 0 0,-1 1 0 0 0,1 0 0 0 0,0 0 0 0 0,0 0 0 0 0,0 0 0 0 0,0 0 0 0 0,0 0 0 0 0,-1 0 0 0 0,1-1 0 0 0,0 1 0 0 0,0 0 0 0 0,0 0 0 0 0,0 0 0 0 0,-1 0 0 0 0,1 0 0 0 0,0 0 0 0 0,0 0 0 0 0,0 0 0 0 0,-1 0 0 0 0,1 0 0 0 0,0 0 0 0 0,0 0 0 0 0,0 0 1 0 0,0 0-1 0 0,-1 0 0 0 0,1 0 0 0 0,0 0 0 0 0,0 0 0 0 0,0 0 0 0 0,-1 1 0 0 0,1-1 0 0 0,0 0 0 0 0,0 0 0 0 0,0 0 0 0 0,0 0 0 0 0,-1 0 0 0 0,1 1 30 0 0,-1 0 1 0 0,0 0-1 0 0,1 0 0 0 0,-1 0 1 0 0,1-1-1 0 0,-1 1 1 0 0,1 0-1 0 0,-1 0 0 0 0,1 0 1 0 0,-1 0-1 0 0,1 0 1 0 0,0 0-1 0 0,-1 2 1 0 0,2 237 2541 0 0,2-167-2206 0 0,-2-10-481 0 0,7 106 446 0 0,-4-137-2173 0 0,10 44 0 0 0,0-34-2176 0 0,1-17-3238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11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24 112 976 0 0,'-12'-36'9382'0'0,"12"35"-8770"0"0,-5-12 1303 0 0,-2-39-168 0 0,7 50-1707 0 0,0-1 571 0 0,0-2-2392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13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553 2 420 0 0,'0'0'2494'0'0,"-3"0"-1502"0"0,-3 0 388 0 0,1 0 0 0 0,-1 1 0 0 0,0-1 0 0 0,-25 12 9538 0 0,41-9-9998 0 0,37 0-561 0 0,1-2 0 0 0,63-7 0 0 0,-18 0 9 0 0,-67 6-286 0 0,152-9 140 0 0,-175 8-242 0 0,0 1 1 0 0,0 0-1 0 0,0 0 1 0 0,0 0 0 0 0,0 0-1 0 0,0 1 1 0 0,0-1-1 0 0,0 1 1 0 0,0 0-1 0 0,0 0 1 0 0,0 0 0 0 0,0 0-1 0 0,-1 0 1 0 0,1 0-1 0 0,0 1 1 0 0,-1-1-1 0 0,1 1 1 0 0,-1 0 0 0 0,1 0-1 0 0,-1 0 1 0 0,0 0-1 0 0,0 0 1 0 0,0 1-1 0 0,0-1 1 0 0,0 1-1 0 0,-1-1 1 0 0,1 1 0 0 0,-1-1-1 0 0,1 1 1 0 0,0 3-1 0 0,2 7-41 0 0,0 0 0 0 0,-1 0 0 0 0,-1 0-1 0 0,0 0 1 0 0,0 18 0 0 0,-1-19 104 0 0,3 192 279 0 0,-4-89-267 0 0,1 771 635 0 0,-5-380-565 0 0,3-234 994 0 0,2 264 37 0 0,23 20 85 0 0,-5-249 938 0 0,-17-274-2098 0 0,1 11 607 0 0,-3 0 1 0 0,-8 87-1 0 0,6-118-585 0 0,0-1 0 0 0,-1 0 0 0 0,0 0 0 0 0,-1 0 0 0 0,-1-1 0 0 0,0 1 0 0 0,0-1 0 0 0,-1 0 0 0 0,0-1 0 0 0,-1 1 0 0 0,0-1 0 0 0,-1-1 0 0 0,0 1 0 0 0,-1-1 0 0 0,-14 12 0 0 0,-2-3-345 0 0,-1-2 1 0 0,-1 0-1 0 0,-1-2 0 0 0,0 0 0 0 0,-1-2 1 0 0,0-2-1 0 0,-60 14 0 0 0,-11-5-1415 0 0,-108 6 0 0 0,200-24 1582 0 0,-255 15-10431 0 0,202-13 6467 0 0,-60 2-6456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18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236 311 256 0 0,'3'-8'15767'0'0,"-5"9"-15710"0"0,-1 1 0 0 0,0-1 1 0 0,0 1-1 0 0,0 0 0 0 0,1 0 1 0 0,-1 0-1 0 0,1 0 0 0 0,0 0 1 0 0,-1 0-1 0 0,1 1 0 0 0,0-1 1 0 0,-2 5-1 0 0,-25 40 565 0 0,18-26-421 0 0,-88 172 596 0 0,52-94-617 0 0,29-59 1724 0 0,18-38-1479 0 0,0-17-102 0 0,5-12-391 0 0,1 1 1 0 0,2-1-1 0 0,1 1 1 0 0,15-34-1 0 0,-2 6 21 0 0,24-68 333 0 0,74-187 20 0 0,-111 284-335 0 0,9-17-314 0 0,-17 41 311 0 0,12 20-37 0 0,-9 7 290 0 0,-1 0 1 0 0,-2 0-1 0 0,-2 48 0 0 0,-1-18 243 0 0,9 328 2437 0 0,-6-374-2858 0 0,-1 19 54 0 0,2 0 0 0 0,1 1 0 0 0,12 51 1 0 0,-3-29-554 0 0,-11-50 226 0 0,-1-2 140 0 0,0 1-1 0 0,0-1 0 0 0,0 0 1 0 0,0 1-1 0 0,0-1 1 0 0,0 0-1 0 0,0 1 0 0 0,0-1 1 0 0,0 0-1 0 0,0 1 1 0 0,0-1-1 0 0,0 0 0 0 0,0 1 1 0 0,0-1-1 0 0,0 0 0 0 0,0 0 1 0 0,0 1-1 0 0,1-1 1 0 0,-1 0-1 0 0,0 1 0 0 0,0-1 1 0 0,0 0-1 0 0,1 0 1 0 0,-1 1-1 0 0,0-1 0 0 0,0 0 1 0 0,1 0-1 0 0,-1 0 1 0 0,0 1-1 0 0,0-1 0 0 0,1 0 1 0 0,-1 0-1 0 0,0 0 0 0 0,0 0 1 0 0,1 1-1 0 0,11-6-3005 0 0,6-11-1386 0 0,-6 1-1628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18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75 568 0 0,'-4'0'2138'0'0,"-60"-9"10440"0"0,50 5-9065 0 0,15 2-3444 0 0,1 1-1 0 0,0-1 1 0 0,0 1 0 0 0,0-1-1 0 0,0 1 1 0 0,1 0-1 0 0,-1 0 1 0 0,0 0 0 0 0,0 0-1 0 0,1 0 1 0 0,2 0 0 0 0,35-7 196 0 0,-17 4-307 0 0,86-18-2516 0 0,-36 12-6316 0 0,-54 8 2866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35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69 219 1292 0 0,'-15'-4'5643'0'0,"-12"-3"-1916"0"0,25 6-2911 0 0,-23-8 4305 0 0,25 8-5105 0 0,0 0 1 0 0,1 0-1 0 0,-1 0 1 0 0,0 1-1 0 0,0-1 1 0 0,1 0-1 0 0,-1 0 1 0 0,0 0-1 0 0,1 1 1 0 0,-1-1-1 0 0,1 0 1 0 0,-1 0-1 0 0,1 1 1 0 0,-1-1-1 0 0,1 1 1 0 0,-1-1-1 0 0,1 0 1 0 0,0 1-1 0 0,-1-1 1 0 0,1 1-1 0 0,0-1 1 0 0,-1 1-1 0 0,1 0 1 0 0,0-1-1 0 0,0 1 1 0 0,-1 0-1 0 0,1-1 1 0 0,1 1-1 0 0,34-15 86 0 0,-27 11-50 0 0,111-41 106 0 0,158-39-1 0 0,-206 63 44 0 0,-70 21-178 0 0,12-5-446 0 0,-4-1-3617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35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28 644 0 0,'-9'-8'4050'0'0,"-33"-9"5214"0"0,41 16-9155 0 0,0 1 0 0 0,1 0 0 0 0,-1-1 0 0 0,0 1 0 0 0,0 0 0 0 0,0 0 0 0 0,1-1 0 0 0,-1 1 0 0 0,0 0 0 0 0,0 0 0 0 0,0 0 0 0 0,0 0 0 0 0,1 0 0 0 0,-2 1 0 0 0,0 1 18 0 0,0 0-1 0 0,1 1 0 0 0,0-1 1 0 0,-1 1-1 0 0,1-1 0 0 0,0 1 0 0 0,1-1 1 0 0,-1 1-1 0 0,0 0 0 0 0,1-1 1 0 0,-1 1-1 0 0,1 0 0 0 0,0 5 0 0 0,2 45 868 0 0,-1-31-663 0 0,5 109 740 0 0,3 313-141 0 0,-10-422-993 0 0,-3 51-619 0 0,0-27-3699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36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50 167 760 0 0,'10'-35'3915'0'0,"-5"15"-1258"0"0,10-26 0 0 0,-12 40-2375 0 0,0 0-1 0 0,0 1 1 0 0,0-1-1 0 0,0 1 0 0 0,1 0 1 0 0,0 0-1 0 0,0 0 0 0 0,8-7 1 0 0,-10 11-248 0 0,0-1-1 0 0,0 1 1 0 0,0 0 0 0 0,0 0 0 0 0,0 0 0 0 0,0 1-1 0 0,0-1 1 0 0,1 0 0 0 0,-1 1 0 0 0,0 0 0 0 0,0-1-1 0 0,0 1 1 0 0,1 0 0 0 0,-1 0 0 0 0,0 0 0 0 0,4 1-1 0 0,24 6 144 0 0,-26-5-151 0 0,0-1 0 0 0,-1 1-1 0 0,1-1 1 0 0,-1 1 0 0 0,1 1-1 0 0,-1-1 1 0 0,0 0 0 0 0,1 1 0 0 0,-1-1-1 0 0,-1 1 1 0 0,1 0 0 0 0,0 0-1 0 0,-1 0 1 0 0,1 1 0 0 0,-1-1-1 0 0,3 7 1 0 0,-3-4 2 0 0,0-1 1 0 0,0 1-1 0 0,-1 0 0 0 0,0-1 0 0 0,0 1 0 0 0,-1 0 1 0 0,1 0-1 0 0,-1-1 0 0 0,-1 1 0 0 0,0 9 0 0 0,-3 4 26 0 0,-1 0 0 0 0,-1-1 0 0 0,0 0 0 0 0,-1 0 0 0 0,-18 32-1 0 0,14-31-7 0 0,0-1 1 0 0,-16 18-1 0 0,21-28-14 0 0,0-1 1 0 0,0-1 0 0 0,-1 1-1 0 0,0-1 1 0 0,0 0-1 0 0,-1 0 1 0 0,-10 5 0 0 0,12-8 86 0 0,-1-1 1 0 0,0 0 0 0 0,1 0 0 0 0,-9 1-1 0 0,13-3 54 0 0,-29-1 1205 0 0,28 1-820 0 0,3 0-554 0 0,-1-1-1 0 0,1 1 1 0 0,0 0-1 0 0,0 0 0 0 0,0 0 1 0 0,-1 0-1 0 0,1 0 1 0 0,0 0-1 0 0,0 0 0 0 0,-1 0 1 0 0,1 0-1 0 0,0 0 1 0 0,0 0-1 0 0,0 0 1 0 0,-1 0-1 0 0,1 0 0 0 0,0 0 1 0 0,0 0-1 0 0,0 0 1 0 0,-1 0-1 0 0,1 1 0 0 0,0-1 1 0 0,0 0-1 0 0,0 0 1 0 0,-1 0-1 0 0,1 0 0 0 0,0 0 1 0 0,0 0-1 0 0,0 1 1 0 0,0-1-1 0 0,-1 0 1 0 0,1 0-1 0 0,0 0 0 0 0,0 0 1 0 0,0 1-1 0 0,0-1 1 0 0,0 0-1 0 0,0 0 0 0 0,0 0 1 0 0,0 1-1 0 0,-1-1 1 0 0,1 1-1 0 0,9 8 75 0 0,28 17-22 0 0,-21-16-17 0 0,16 16-328 0 0,-1 1 1 0 0,-2 2 0 0 0,-1 1-1 0 0,32 44 1 0 0,0-1-9107 0 0,-49-61 4866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37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31 760 0 0,'-16'-20'12742'0'0,"16"19"-12672"0"0,0 1 0 0 0,0 0 0 0 0,0-1 0 0 0,0 1 0 0 0,0-1 0 0 0,0 1 0 0 0,0 0 0 0 0,0-1 0 0 0,0 1 0 0 0,0 0 1 0 0,0-1-1 0 0,0 1 0 0 0,0-1 0 0 0,0 1 0 0 0,1 0 0 0 0,-1-1 0 0 0,0 1 0 0 0,0 0 0 0 0,0-1 0 0 0,1 1 0 0 0,-1 0 0 0 0,0 0 0 0 0,1-1 0 0 0,0 0 179 0 0,27 2 428 0 0,-26-1-660 0 0,0 1 0 0 0,0 0 0 0 0,1 0 0 0 0,-1 0-1 0 0,0 0 1 0 0,0 0 0 0 0,-1 1 0 0 0,1-1 0 0 0,0 0 0 0 0,0 1 0 0 0,-1 0 0 0 0,1-1 0 0 0,0 1 0 0 0,-1 0 0 0 0,0 0 0 0 0,1 0 0 0 0,-1 0 0 0 0,0 0-1 0 0,0 0 1 0 0,0 0 0 0 0,1 4 0 0 0,0 0 21 0 0,0 1-1 0 0,-1 0 1 0 0,0 0-1 0 0,0 0 1 0 0,0 11-1 0 0,-2-7 45 0 0,0 1 0 0 0,0-1 0 0 0,-1 0-1 0 0,-1 1 1 0 0,-6 18 0 0 0,-27 53 536 0 0,10-24-405 0 0,21-34-211 0 0,4-24 5 0 0,1-1 1 0 0,0 1-1 0 0,1 0 1 0 0,-1 0-1 0 0,0-1 0 0 0,0 1 1 0 0,0 0-1 0 0,0 0 1 0 0,0-1-1 0 0,1 1 1 0 0,-1 0-1 0 0,0-1 1 0 0,1 1-1 0 0,-1 0 1 0 0,0-1-1 0 0,1 1 1 0 0,-1-1-1 0 0,1 1 1 0 0,-1 0-1 0 0,1-1 1 0 0,-1 1-1 0 0,1-1 1 0 0,0 1-1 0 0,-1-1 1 0 0,1 0-1 0 0,-1 1 1 0 0,1-1-1 0 0,0 0 1 0 0,-1 1-1 0 0,1-1 0 0 0,0 0 1 0 0,0 0-1 0 0,-1 0 1 0 0,1 1-1 0 0,0-1 1 0 0,0 0-1 0 0,15 0 64 0 0,0 0-1 0 0,1-1 0 0 0,29-6 0 0 0,55-17 51 0 0,-31 6-48 0 0,4 3 180 0 0,-72 15-223 0 0,3 0-330 0 0,13-2-159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16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188 328 1856 0 0,'9'-46'12395'0'0,"-10"48"-11853"0"0,-27 73 1195 0 0,-22 96 1 0 0,22-69-1459 0 0,-61 287-42 0 0,88-387-194 0 0,13-28 10 0 0,27-179 25 0 0,-29 127-69 0 0,38-240-19 0 0,-32 234 0 0 0,49-142 1 0 0,-65 225 11 0 0,3-9 26 0 0,1 1-1 0 0,0 0 1 0 0,0 0 0 0 0,0 0 0 0 0,1 0 0 0 0,12-16-1 0 0,-16 25-9 0 0,-1-1 1 0 0,1 1-1 0 0,-1-1 0 0 0,1 1 0 0 0,-1 0 0 0 0,1-1 0 0 0,-1 1 0 0 0,1 0 0 0 0,0-1 0 0 0,-1 1 0 0 0,1 0 0 0 0,-1 0 0 0 0,1 0 1 0 0,0-1-1 0 0,-1 1 0 0 0,1 0 0 0 0,0 0 0 0 0,-1 0 0 0 0,1 0 0 0 0,0 0 0 0 0,-1 0 0 0 0,1 0 0 0 0,0 0 0 0 0,-1 1 1 0 0,1-1-1 0 0,-1 0 0 0 0,1 0 0 0 0,0 0 0 0 0,-1 1 0 0 0,1-1 0 0 0,-1 0 0 0 0,1 1 0 0 0,-1-1 0 0 0,1 0 0 0 0,-1 1 0 0 0,1-1 1 0 0,-1 1-1 0 0,1-1 0 0 0,-1 1 0 0 0,1-1 0 0 0,-1 1 0 0 0,0-1 0 0 0,1 1 0 0 0,-1 0 0 0 0,14 26 519 0 0,-1 16 3 0 0,-1 0 0 0 0,-3 1 0 0 0,7 72 0 0 0,-11-70-173 0 0,10 100 262 0 0,8 60-247 0 0,-16-166-373 0 0,2 0 1 0 0,1-1-1 0 0,17 41 1 0 0,-25-74-129 0 0,0 1-1 0 0,1-1 1 0 0,0 1-1 0 0,0-1 1 0 0,1 0 0 0 0,0-1-1 0 0,0 1 1 0 0,0-1 0 0 0,1 1-1 0 0,-1-1 1 0 0,1 0 0 0 0,0-1-1 0 0,1 1 1 0 0,8 5 0 0 0,-12-10-156 0 0,0 0-1 0 0,0 0 1 0 0,0 0 0 0 0,0 0 0 0 0,0 0 0 0 0,0-1 0 0 0,0 1-1 0 0,0-1 1 0 0,0 1 0 0 0,0-1 0 0 0,0 1 0 0 0,0-1 0 0 0,0 0 0 0 0,-1 0-1 0 0,1 0 1 0 0,0 0 0 0 0,-1 0 0 0 0,1-1 0 0 0,0 1 0 0 0,-1 0-1 0 0,0-1 1 0 0,2-2 0 0 0,14-20-6498 0 0,-8 8 8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16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88 260 1480 0 0,'-86'46'10381'0'0,"84"-45"-9832"0"0,5-10 333 0 0,4 1-763 0 0,0 1-1 0 0,0-1 1 0 0,0 1 0 0 0,1 0-1 0 0,14-9 1 0 0,-2 1-167 0 0,190-140-4460 0 0,-169 125 2153 0 0,21-15-2334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24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 1252 0 0,'0'0'12128'0'0,"-15"14"-8210"0"0,2 36-1171 0 0,-2-3-1545 0 0,-17 51-503 0 0,26-81-651 0 0,1 0 1 0 0,1 1-1 0 0,-3 19 1 0 0,5-18 2 0 0,-10 28 0 0 0,0 16 47 0 0,-35 218 1490 0 0,7-44-1010 0 0,21-104-387 0 0,-4 33-176 0 0,7 70 277 0 0,21 374-1 0 0,10-207 628 0 0,-13-309-829 0 0,-3 667 675 0 0,-11-285-122 0 0,8-227-427 0 0,-19 472 483 0 0,15-425-428 0 0,-1 537 127 0 0,11-678-399 0 0,6 141 80 0 0,-2-150-24 0 0,12 215-31 0 0,6 656 110 0 0,-24-958-139 0 0,-14 338 8 0 0,12-172 38 0 0,4 216 32 0 0,0-347-89 0 0,4 82 12 0 0,6 95-16 0 0,-3-64 121 0 0,6 800-191 0 0,-15-876 95 0 0,5 264 19 0 0,-1-204 0 0 0,-6-152-15 0 0,-13 78 0 0 0,-11 103-29 0 0,22-172 63 0 0,2-1 1 0 0,8 94-1 0 0,-6-139-31 0 0,0 10 46 0 0,0 5-10 0 0,0-16-38 0 0,10 6-31 0 0,19-4 6 0 0,-1-2-1 0 0,1-1 1 0 0,49-6-1 0 0,-66 5 23 0 0,189-6-31 0 0,-85 5 53 0 0,-41 0-3 0 0,403-10-26 0 0,-420 12-2 0 0,79 10-1 0 0,-52-5-13 0 0,-83-4 23 0 0,5-1-9 0 0,0 1 0 0 0,0 0 0 0 0,0 0 0 0 0,0 1 0 0 0,9 2-1 0 0,-15-3 14 0 0,32 13-20 0 0,-24-9 10 0 0,0 0 0 0 0,0 1-1 0 0,0 0 1 0 0,-1 0 0 0 0,0 1-1 0 0,0 0 1 0 0,0 0-1 0 0,-1 1 1 0 0,10 12 0 0 0,-8-8-3 0 0,3 3 1 0 0,-2 1 1 0 0,0 1-1 0 0,0 0 1 0 0,-2 0-1 0 0,11 31 0 0 0,-1-4 10 0 0,-2-4-64 0 0,21 83 0 0 0,-2 47 20 0 0,29 201 128 0 0,-44-273-98 0 0,69 396-120 0 0,-74-388 129 0 0,20 176 10 0 0,-25-154 44 0 0,5 102-81 0 0,59 908 641 0 0,-65-1058-483 0 0,53 432-131 0 0,5-128 88 0 0,-56-338-54 0 0,-7-35 9 0 0,-1 0 1 0 0,-1 1-1 0 0,0-1 0 0 0,1 13 0 0 0,4 12 448 0 0,-3-28-3690 0 0,-6-30-6476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28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16 0 0,'0'0'3304'0'0,"5"5"-3248"0"0,4-12-2200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1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10 524 0 0,'0'0'1368'0'0,"0"9"152"0"0,-5-18-2164 0 0,0-1-836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29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0 640 0 0,'0'0'2818'0'0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1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1 504 0 0,'0'0'2455'0'0,"-13"-1"-3653"0"0,17 7 597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2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0 908 0 0,'0'0'840'0'0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5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11 720 0 0,'-8'-6'9798'0'0,"7"5"-9697"0"0,1 1 0 0 0,0 0 0 0 0,-1-1 1 0 0,1 1-1 0 0,0 0 0 0 0,-1-1 1 0 0,1 1-1 0 0,0 0 0 0 0,-1 0 0 0 0,1-1 1 0 0,-1 1-1 0 0,1 0 0 0 0,0 0 0 0 0,-1 0 1 0 0,1 0-1 0 0,-1-1 0 0 0,1 1 1 0 0,-1 0-1 0 0,1 0 0 0 0,-1 0 0 0 0,1 0 1 0 0,-1 0-1 0 0,1 0 0 0 0,0 0 0 0 0,-1 0 1 0 0,1 0-1 0 0,-1 1 0 0 0,1-1 1 0 0,-1 0-1 0 0,1 0 0 0 0,-1 0 0 0 0,1 0 1 0 0,0 1-1 0 0,-1-1 0 0 0,1 0 0 0 0,-1 0 1 0 0,1 1-1 0 0,-2 18-348 0 0,2-10 490 0 0,-3 204 1044 0 0,-21 75-1327 0 0,19-239-708 0 0,5-24-7465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5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82 196 96 0 0,'-1'-2'1709'0'0,"1"-5"-1180"0"0,0 1 0 0 0,1 0 0 0 0,-1 0 0 0 0,1 0 0 0 0,0 0 0 0 0,1 0 0 0 0,-1 0 0 0 0,1 0 0 0 0,0 0 0 0 0,1 0 0 0 0,0 1 0 0 0,-1-1 0 0 0,2 1 0 0 0,5-8 0 0 0,-2 3-263 0 0,1 1 1 0 0,0-1-1 0 0,1 1 0 0 0,0 1 0 0 0,1 0 0 0 0,16-11 1 0 0,-19 15-134 0 0,1 1 1 0 0,-1 0 0 0 0,1 0 0 0 0,0 0-1 0 0,1 1 1 0 0,-1 0 0 0 0,0 1-1 0 0,1-1 1 0 0,-1 2 0 0 0,10-1 0 0 0,-16 1-110 0 0,1 0 0 0 0,-1 0 1 0 0,1 0-1 0 0,-1 0 0 0 0,0 0 1 0 0,1 0-1 0 0,-1 1 0 0 0,0-1 1 0 0,1 1-1 0 0,-1 0 0 0 0,0 0 1 0 0,0 0-1 0 0,1 0 0 0 0,-1 0 1 0 0,0 0-1 0 0,0 0 0 0 0,0 1 1 0 0,-1-1-1 0 0,1 1 0 0 0,0-1 1 0 0,0 1-1 0 0,-1 0 0 0 0,1 0 1 0 0,-1 0-1 0 0,1 0 0 0 0,-1 0 1 0 0,0 0-1 0 0,0 0 1 0 0,0 0-1 0 0,0 0 0 0 0,0 0 1 0 0,-1 1-1 0 0,1-1 0 0 0,0 0 1 0 0,-1 1-1 0 0,0-1 0 0 0,0 0 1 0 0,0 1-1 0 0,0 3 0 0 0,0 4-3 0 0,-2 1 0 0 0,1-1-1 0 0,-1 1 1 0 0,-1-1 0 0 0,0 0 0 0 0,0 0-1 0 0,-7 13 1 0 0,-6 9-7 0 0,-2 0 0 0 0,-1-2 0 0 0,-2 0 1 0 0,0-1-1 0 0,-2-2 0 0 0,-2 0 0 0 0,-43 38 0 0 0,52-54 25 0 0,0 0-1 0 0,-1-2 0 0 0,-20 10 1 0 0,35-18 51 0 0,1 0-25 0 0,0-1 0 0 0,-1 1 0 0 0,1-1 0 0 0,0 0 0 0 0,0 0 1 0 0,0 1-1 0 0,0-1 0 0 0,0 0 0 0 0,-1 0 0 0 0,1 0 0 0 0,0 0 0 0 0,0 0 1 0 0,0-1-1 0 0,0 1 0 0 0,-1 0 0 0 0,1-1 0 0 0,0 1 0 0 0,0 0 0 0 0,0-1 1 0 0,-1 0-1 0 0,2 0-48 0 0,0 1 1 0 0,0-1-1 0 0,0 1 0 0 0,0-1 1 0 0,1 1-1 0 0,-1-1 1 0 0,0 1-1 0 0,1-1 0 0 0,-1 1 1 0 0,0 0-1 0 0,1-1 1 0 0,-1 1-1 0 0,0-1 0 0 0,1 1 1 0 0,-1 0-1 0 0,1-1 1 0 0,-1 1-1 0 0,0 0 1 0 0,1 0-1 0 0,-1-1 0 0 0,1 1 1 0 0,-1 0-1 0 0,1 0 1 0 0,-1 0-1 0 0,1-1 0 0 0,0 1 1 0 0,19 1 284 0 0,18 10-44 0 0,1 8-145 0 0,-1 2 0 0 0,0 1-1 0 0,41 33 1 0 0,-67-47-90 0 0,-3 0 22 0 0,1-1-1 0 0,-1 1 1 0 0,15 18 0 0 0,-20-23-35 0 0,6 16 32 0 0,2 7-1793 0 0,-9-3-8149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6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61 404 0 0,'-2'-24'9884'0'0,"-13"-13"53"0"0,14 77-8460 0 0,1 37-1194 0 0,-3 1 1 0 0,-14 87-1 0 0,6-67-1176 0 0,9-58-2057 0 0,1-20-531 0 0,-1-1-4000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6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86 380 0 0,'-2'-1'2094'0'0,"-52"-10"8100"0"0,45 9-7236 0 0,35-5-2129 0 0,46-6 1 0 0,-52 10-719 0 0,176-30-21 0 0,-155 25-3526 0 0,-1 0-3457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6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6 600 0 0,'-69'-5'13148'0'0,"68"5"-13007"0"0,0 0 0 0 0,0 1 0 0 0,0-1-1 0 0,0 0 1 0 0,-1 1 0 0 0,1-1 0 0 0,0 1 0 0 0,1-1 0 0 0,-1 1 0 0 0,0 0-1 0 0,0-1 1 0 0,0 1 0 0 0,0 0 0 0 0,0 0 0 0 0,1 0 0 0 0,-1 0 0 0 0,0-1-1 0 0,1 1 1 0 0,-1 0 0 0 0,0 0 0 0 0,1 0 0 0 0,-1 0 0 0 0,1 0 0 0 0,0 1-1 0 0,-1-1 1 0 0,1 0 0 0 0,0 0 0 0 0,0 0 0 0 0,0 0 0 0 0,-1 2 0 0 0,-1 39 902 0 0,2-36-813 0 0,16 366 218 0 0,-4-286-4459 0 0,-9-75 1102 0 0,0 1 1 0 0,9 19-1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7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0 432 1612 0 0,'72'-131'21918'0'0,"-71"131"-21802"0"0,-1-1 0 0 0,0 1 0 0 0,0 0 0 0 0,1 0 0 0 0,-1 0 0 0 0,0 0 0 0 0,1 0 0 0 0,-1 0 0 0 0,0 0 0 0 0,1 0 0 0 0,-1 0 0 0 0,0 0 0 0 0,1 0 0 0 0,5 9 1164 0 0,1 15-643 0 0,-5 8-131 0 0,-1 1 1 0 0,-6 55-1 0 0,2-43-351 0 0,-39 298 294 0 0,40-334-411 0 0,2-6-19 0 0,0-1-1 0 0,0 1 1 0 0,0-1-1 0 0,-1 0 0 0 0,1 1 1 0 0,-1-1-1 0 0,0 0 1 0 0,0 0-1 0 0,0 1 1 0 0,0-1-1 0 0,-2 3 0 0 0,2-4-21 0 0,-9-40-278 0 0,10-34-332 0 0,4 0 0 0 0,2 0 0 0 0,4 1-1 0 0,24-93 1 0 0,-19 107 420 0 0,29-79 0 0 0,-34 111 137 0 0,2 0-1 0 0,1 1 1 0 0,1 0 0 0 0,2 1-1 0 0,19-26 1 0 0,-32 47 50 0 0,0-1 1 0 0,0 0 0 0 0,-1 1 0 0 0,1 0 0 0 0,0-1-1 0 0,0 1 1 0 0,1 0 0 0 0,-1 1 0 0 0,1-1 0 0 0,-1 1 0 0 0,1-1-1 0 0,0 1 1 0 0,0 0 0 0 0,0 1 0 0 0,7-3 0 0 0,14 2 6 0 0,-19 5 3 0 0,-2-1-1 0 0,-1-1 2 0 0,-1 1 1 0 0,1 0-1 0 0,0-1 1 0 0,0 1-1 0 0,-1 0 1 0 0,1 0 0 0 0,-1 0-1 0 0,1 1 1 0 0,-1-1-1 0 0,0 0 1 0 0,0 1-1 0 0,0 0 1 0 0,0-1 0 0 0,0 1-1 0 0,-1 0 1 0 0,1 0-1 0 0,-1 0 1 0 0,0 0-1 0 0,0 0 1 0 0,0 0 0 0 0,0 0-1 0 0,-1 1 1 0 0,1-1-1 0 0,-1 0 1 0 0,0 0-1 0 0,0 1 1 0 0,0 4-1 0 0,-1 5 27 0 0,0-1-1 0 0,0 0 0 0 0,-2 0 0 0 0,1 1 1 0 0,-9 21-1 0 0,2-11-20 0 0,-2-1 0 0 0,0 1 0 0 0,-1-2 0 0 0,-2 0-1 0 0,0 0 1 0 0,-1-1 0 0 0,-1-1 0 0 0,0-1 0 0 0,-2 0 0 0 0,0-1 0 0 0,-34 24 0 0 0,46-38-13 0 0,1 0 0 0 0,0-1 0 0 0,-1 1-1 0 0,1-1 1 0 0,-1-1 0 0 0,-8 2 0 0 0,11-2 0 0 0,0 0-18 0 0,-1 0 0 0 0,4-1 18 0 0,-1 0 1 0 0,1 0-1 0 0,0 0 1 0 0,0 0-1 0 0,-1 0 1 0 0,1 0-1 0 0,0 0 1 0 0,0 0-1 0 0,-1 0 1 0 0,1 0-1 0 0,0 0 0 0 0,0 0 1 0 0,-1 0-1 0 0,1 0 1 0 0,0 1-1 0 0,0-1 1 0 0,-1 0-1 0 0,1 0 1 0 0,0 0-1 0 0,0 0 1 0 0,-1 0-1 0 0,1 1 1 0 0,0-1-1 0 0,0 0 1 0 0,0 0-1 0 0,0 0 1 0 0,-1 1-1 0 0,1-1 0 0 0,0 0 1 0 0,0 0-1 0 0,0 1 1 0 0,0-1-1 0 0,4 6 9 0 0,0-1-1 0 0,0 1 0 0 0,1-1 1 0 0,0 0-1 0 0,0-1 0 0 0,0 1 1 0 0,1-1-1 0 0,8 5 0 0 0,1 3-4 0 0,113 100-760 0 0,-75-63-3065 0 0,2-2-4754 0 0,-41-37 4382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7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2572 0 0,'4'-14'6778'0'0,"21"-31"2925"0"0,-23 43-9517 0 0,0 0 0 0 0,-1 0 1 0 0,1 1-1 0 0,0-1 0 0 0,1 1 0 0 0,-1-1 0 0 0,0 1 0 0 0,0 0 0 0 0,1 0 1 0 0,-1 0-1 0 0,0 0 0 0 0,1 0 0 0 0,-1 0 0 0 0,1 1 0 0 0,-1-1 0 0 0,1 1 1 0 0,-1 0-1 0 0,1 0 0 0 0,-1 0 0 0 0,6 1 0 0 0,-6-1-147 0 0,1 1 0 0 0,0-1 0 0 0,-1 1 0 0 0,1 0 0 0 0,-1 0 0 0 0,0 0 0 0 0,1 0 0 0 0,-1 1 0 0 0,0-1 0 0 0,0 0 0 0 0,1 1 0 0 0,-1 0 0 0 0,0-1 0 0 0,-1 1 0 0 0,1 0 0 0 0,0 0 0 0 0,0 0 0 0 0,-1 0 0 0 0,1 1 0 0 0,-1-1 0 0 0,0 0 0 0 0,0 1 0 0 0,0-1 0 0 0,0 1 0 0 0,0-1 0 0 0,0 1 0 0 0,0 2 0 0 0,0 2 1 0 0,1 0 0 0 0,-2 0 0 0 0,1 0 0 0 0,-1 0 0 0 0,0 0-1 0 0,0 0 1 0 0,-1 0 0 0 0,-2 11 0 0 0,-4 6 18 0 0,-1-1 0 0 0,-2 0 0 0 0,-18 34 0 0 0,-3 4 10 0 0,30-60-68 0 0,1 0 0 0 0,-1 0 0 0 0,0 0 0 0 0,1 1 0 0 0,-1-1 1 0 0,1 0-1 0 0,0 0 0 0 0,-1 0 0 0 0,1 1 0 0 0,0-1 0 0 0,0 0 0 0 0,0 0 0 0 0,0 1 0 0 0,0-1 0 0 0,0 0 0 0 0,0 0 1 0 0,0 1-1 0 0,0-1 0 0 0,0 0 0 0 0,1 2 0 0 0,0-3 0 0 0,0 1 0 0 0,0 0 0 0 0,1-1 0 0 0,-1 1 0 0 0,0-1 1 0 0,0 1-1 0 0,1-1 0 0 0,-1 0 0 0 0,0 1 0 0 0,0-1 0 0 0,1 0 0 0 0,-1 0 0 0 0,0 0 0 0 0,0 0 0 0 0,1 0 0 0 0,-1 0 1 0 0,0 0-1 0 0,1-1 0 0 0,-1 1 0 0 0,2-1 0 0 0,139-29-1146 0 0,-1-7-3982 0 0,-84 21 1751 0 0,-15 4-1666 0 0,-1 1-2576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9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9 536 0 0,'-16'-9'18725'0'0,"14"16"-18692"0"0,1 0 1 0 0,-1 1-1 0 0,1-1 0 0 0,0 0 0 0 0,1 1 0 0 0,0 10 1 0 0,0 6 24 0 0,-4 41-80 0 0,-1 38 249 0 0,0-33-2908 0 0,4-62 1775 0 0,0 8-1930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9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2 222 756 0 0,'-1'-8'1106'0'0,"1"1"0"0"0,-1-1-1 0 0,1 0 1 0 0,0 1 0 0 0,1-1 0 0 0,0 0 0 0 0,3-12-1 0 0,-2 12-540 0 0,1 0-1 0 0,0 0 1 0 0,0 1-1 0 0,1-1 0 0 0,0 1 1 0 0,9-12-1 0 0,-8 12-384 0 0,1 0-1 0 0,1 0 1 0 0,-1 1-1 0 0,1-1 1 0 0,1 2-1 0 0,-1-1 1 0 0,1 1 0 0 0,0 0-1 0 0,0 1 1 0 0,0-1-1 0 0,1 2 1 0 0,-1-1-1 0 0,17-3 1 0 0,-20 5-138 0 0,0 1 1 0 0,0 1-1 0 0,0-1 1 0 0,0 1-1 0 0,1 0 0 0 0,-1 0 1 0 0,0 0-1 0 0,0 1 1 0 0,0-1-1 0 0,0 1 1 0 0,0 1-1 0 0,0-1 1 0 0,0 1-1 0 0,0 0 0 0 0,-1 0 1 0 0,8 4-1 0 0,-10-4-24 0 0,1 0-1 0 0,-1 0 1 0 0,1 0-1 0 0,-1 1 1 0 0,0-1-1 0 0,0 1 0 0 0,0-1 1 0 0,0 1-1 0 0,0 0 1 0 0,0 0-1 0 0,-1 0 1 0 0,1 0-1 0 0,-1 0 0 0 0,0 0 1 0 0,0 0-1 0 0,0 0 1 0 0,-1 1-1 0 0,1-1 1 0 0,-1 0-1 0 0,1 0 0 0 0,-1 1 1 0 0,0-1-1 0 0,0 0 1 0 0,-1 1-1 0 0,1-1 1 0 0,-2 4-1 0 0,-1 6 5 0 0,-1 0-1 0 0,0 0 1 0 0,-1-1 0 0 0,0 0 0 0 0,-1 1-1 0 0,-1-2 1 0 0,0 1 0 0 0,0-1 0 0 0,-1 0-1 0 0,0-1 1 0 0,-1 0 0 0 0,-1 0 0 0 0,1-1-1 0 0,-1 0 1 0 0,-1-1 0 0 0,0 0 0 0 0,0 0 0 0 0,-14 6-1 0 0,22-13-10 0 0,-1 0-1 0 0,0 0 0 0 0,1-1 1 0 0,-1 1-1 0 0,0-1 0 0 0,0 0 1 0 0,0 0-1 0 0,1 0 1 0 0,-1-1-1 0 0,0 1 0 0 0,0-1 1 0 0,-3-1-1 0 0,4 1-4 0 0,-5-5 40 0 0,3-1 43 0 0,7 7-87 0 0,0 0-1 0 0,0 0 1 0 0,0 0 0 0 0,0 0 0 0 0,-1 0 0 0 0,1 1 0 0 0,0-1 0 0 0,0 1-1 0 0,0-1 1 0 0,-1 1 0 0 0,1 0 0 0 0,0-1 0 0 0,0 1 0 0 0,-1 0 0 0 0,1 0-1 0 0,-1 0 1 0 0,1 0 0 0 0,-1 1 0 0 0,2 0 0 0 0,3 4 12 0 0,25 18-182 0 0,-2 2-1 0 0,-1 1 1 0 0,46 55 0 0 0,-10-9-7046 0 0,-51-60 3898 0 0,2-3-1076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0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106 175 252 0 0,'-1'-2'2586'0'0,"-9"-34"5102"0"0,7-2-3393 0 0,3 34-4140 0 0,0 0 0 0 0,1 1 0 0 0,-1-1 1 0 0,1 1-1 0 0,0-1 0 0 0,0 1 0 0 0,0-1 0 0 0,1 1 0 0 0,-1 0 1 0 0,1-1-1 0 0,0 1 0 0 0,0 0 0 0 0,0 0 0 0 0,0 0 0 0 0,0 0 1 0 0,1 1-1 0 0,-1-1 0 0 0,1 0 0 0 0,3-2 0 0 0,0 1-60 0 0,0 0-1 0 0,1 1 1 0 0,-1-1 0 0 0,1 1-1 0 0,0 1 1 0 0,0-1-1 0 0,0 1 1 0 0,0 0-1 0 0,14-1 1 0 0,-19 2-81 0 0,1 1 0 0 0,-1 0-1 0 0,1 0 1 0 0,0 0 0 0 0,-1 0 0 0 0,1 0 0 0 0,-1 1 0 0 0,1-1-1 0 0,0 1 1 0 0,-1-1 0 0 0,1 1 0 0 0,-1 0 0 0 0,0 0-1 0 0,1 0 1 0 0,-1 1 0 0 0,0-1 0 0 0,1 1 0 0 0,-1-1 0 0 0,0 1-1 0 0,0 0 1 0 0,0-1 0 0 0,-1 1 0 0 0,1 0 0 0 0,0 0-1 0 0,-1 0 1 0 0,1 1 0 0 0,-1-1 0 0 0,0 0 0 0 0,1 1 0 0 0,0 2-1 0 0,-1 0 1 0 0,0-1 0 0 0,0 1-1 0 0,-1-1 1 0 0,1 1 0 0 0,-1-1-1 0 0,0 1 1 0 0,0-1 0 0 0,-1 1-1 0 0,1-1 1 0 0,-1 1-1 0 0,0-1 1 0 0,-1 1 0 0 0,1-1-1 0 0,-1 0 1 0 0,1 1 0 0 0,-4 4-1 0 0,-5 9 14 0 0,0-1-1 0 0,-18 21 1 0 0,16-21 22 0 0,-4 3-6 0 0,16-20-44 0 0,0 0-1 0 0,0 0 1 0 0,1 0-1 0 0,-1 0 1 0 0,0 0-1 0 0,0 0 1 0 0,0 0-1 0 0,0 0 1 0 0,1 0-1 0 0,-1 1 1 0 0,0-1-1 0 0,0 0 1 0 0,0 0-1 0 0,1 0 0 0 0,-1 0 1 0 0,0 0-1 0 0,0 0 1 0 0,0 0-1 0 0,0 0 1 0 0,1 0-1 0 0,-1 1 1 0 0,0-1-1 0 0,0 0 1 0 0,0 0-1 0 0,0 0 1 0 0,0 0-1 0 0,0 0 1 0 0,0 1-1 0 0,1-1 0 0 0,-1 0 1 0 0,0 0-1 0 0,0 0 1 0 0,0 0-1 0 0,0 1 1 0 0,0-1-1 0 0,0 0 1 0 0,0 0-1 0 0,0 0 1 0 0,0 1-1 0 0,0-1 1 0 0,0 0-1 0 0,0 0 1 0 0,0 0-1 0 0,0 1 0 0 0,0-1 1 0 0,0 0-1 0 0,0 0 1 0 0,0 0-1 0 0,0 0 1 0 0,0 1-1 0 0,0-1 1 0 0,-1 0-1 0 0,1 0 1 0 0,0 0-1 0 0,0 0 1 0 0,0 1-1 0 0,2-1 7 0 0,0-1-52 0 0,1 1 46 0 0,2-1 0 0 0,25 3 1 0 0,-21-1 4 0 0,1 0 0 0 0,0 1 0 0 0,0 1 0 0 0,-1-1-1 0 0,1 2 1 0 0,14 6 0 0 0,-19-8 12 0 0,-1 1-1 0 0,1 0 1 0 0,-1 0-1 0 0,1 0 1 0 0,-1 1-1 0 0,0-1 1 0 0,0 1 0 0 0,0 0-1 0 0,-1 0 1 0 0,0 0-1 0 0,1 1 1 0 0,-1-1-1 0 0,3 7 1 0 0,-5-7 30 0 0,0 1 0 0 0,0-1 0 0 0,0 0 1 0 0,0 0-1 0 0,0 1 0 0 0,-1-1 0 0 0,0 0 0 0 0,0 1 1 0 0,0-1-1 0 0,-1 0 0 0 0,1 0 0 0 0,-1 1 0 0 0,0-1 1 0 0,0 0-1 0 0,0 0 0 0 0,-1 0 0 0 0,0 0 0 0 0,1 0 1 0 0,-2 0-1 0 0,1 0 0 0 0,0-1 0 0 0,-1 1 0 0 0,1-1 1 0 0,-7 7-1 0 0,0-1-4 0 0,0 0 0 0 0,-1 0 0 0 0,0-1 0 0 0,0 0 0 0 0,-1 0 0 0 0,0-1 0 0 0,-13 6 0 0 0,8-6-28 0 0,-1-1 1 0 0,0 0 0 0 0,0-1 0 0 0,0-1-1 0 0,-1-1 1 0 0,1 0 0 0 0,-1-1-1 0 0,0-1 1 0 0,1-1 0 0 0,-20-2 0 0 0,35 3-82 0 0,0-1 1 0 0,0 0-1 0 0,0-1 0 0 0,0 1 1 0 0,0 0-1 0 0,0 0 1 0 0,1-1-1 0 0,-1 1 1 0 0,0-1-1 0 0,0 0 0 0 0,0 1 1 0 0,1-1-1 0 0,-1 0 1 0 0,0 0-1 0 0,1 0 1 0 0,-1 0-1 0 0,1-1 1 0 0,-1 1-1 0 0,1 0 0 0 0,0 0 1 0 0,0-1-1 0 0,-1 1 1 0 0,1-1-1 0 0,0 1 1 0 0,0-1-1 0 0,-1-3 1 0 0,1 3-217 0 0,1 0 1 0 0,0 0 0 0 0,0 0 0 0 0,0-1 0 0 0,0 1-1 0 0,0 0 1 0 0,0 0 0 0 0,1 0 0 0 0,-1-1-1 0 0,1 1 1 0 0,-1 0 0 0 0,1 0 0 0 0,0 0 0 0 0,0 0-1 0 0,0 0 1 0 0,0 0 0 0 0,0 0 0 0 0,1 0 0 0 0,-1 1-1 0 0,2-3 1 0 0,20-19-5636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0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47 888 0 0,'-23'-13'16792'0'0,"23"13"-16727"0"0,0-1-1 0 0,1 1 0 0 0,-1-1 1 0 0,0 1-1 0 0,1 0 1 0 0,-1-1-1 0 0,1 1 0 0 0,-1-1 1 0 0,1 1-1 0 0,-1 0 1 0 0,1-1-1 0 0,-1 1 0 0 0,1 0 1 0 0,-1 0-1 0 0,1-1 1 0 0,-1 1-1 0 0,1 0 0 0 0,-1 0 1 0 0,1 0-1 0 0,-1 0 1 0 0,1 0-1 0 0,0 0 1 0 0,-1 0-1 0 0,1 0 0 0 0,-1 0 1 0 0,1 0-1 0 0,145-21 1505 0 0,-96 18-3510 0 0,-5 2-3507 0 0,-31-1 612 0 0,-11 1 3512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0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23 1132 0 0,'-46'-21'14225'0'0,"41"21"-13116"0"0,4-1-1048 0 0,1 1-1 0 0,0 0 1 0 0,-1 0 0 0 0,1 0 0 0 0,-1 0-1 0 0,1 0 1 0 0,0-1 0 0 0,-1 1 0 0 0,1 0 0 0 0,0 0-1 0 0,-1 0 1 0 0,1 0 0 0 0,-1 0 0 0 0,1 0-1 0 0,0 0 1 0 0,-1 0 0 0 0,1 1 0 0 0,-1-1 0 0 0,1 0-1 0 0,0 0 1 0 0,-1 0 0 0 0,1 0 0 0 0,0 0-1 0 0,-1 1 1 0 0,1-1 0 0 0,0 0 0 0 0,-1 0 0 0 0,1 0-1 0 0,0 1 1 0 0,0-1 0 0 0,-1 0 0 0 0,1 1-1 0 0,0-1 1 0 0,0 0 0 0 0,-1 1 0 0 0,1-1 0 0 0,0 0-1 0 0,0 1 1 0 0,0-1 0 0 0,0 0 0 0 0,-1 1-1 0 0,1-1 1 0 0,0 0 0 0 0,0 1 0 0 0,0-1 0 0 0,0 1-1 0 0,0 0 1 0 0,-3 21 411 0 0,0-1-1 0 0,2 1 0 0 0,0 0 1 0 0,3 25-1 0 0,0 4-193 0 0,-6 42 114 0 0,1 8-1312 0 0,7-36-5286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1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155 100 600 0 0,'-12'-9'3212'0'0,"2"0"0"0"0,-1-2 0 0 0,1 1 0 0 0,1-1 0 0 0,-14-21 0 0 0,10 16-1343 0 0,13 14-1571 0 0,-1 3-269 0 0,0-1 0 0 0,1 1-1 0 0,-1-1 1 0 0,0 0-1 0 0,1 1 1 0 0,-1-1 0 0 0,1 1-1 0 0,-1 0 1 0 0,1-1 0 0 0,-1 1-1 0 0,1-1 1 0 0,-1 1 0 0 0,1 0-1 0 0,0-1 1 0 0,-1 2-1 0 0,-7 88 911 0 0,-10 73-262 0 0,-3-19 7 0 0,11-69-8269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1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0 214 512 0 0,'0'-10'1304'0'0,"1"0"-1"0"0,0 0 1 0 0,0 0-1 0 0,1 0 1 0 0,0 0-1 0 0,1 1 1 0 0,6-16-1 0 0,-6 18-964 0 0,1-1 0 0 0,0 1 0 0 0,1 0-1 0 0,0 0 1 0 0,0 1 0 0 0,0-1-1 0 0,1 1 1 0 0,0 0 0 0 0,0 1-1 0 0,1-1 1 0 0,-1 1 0 0 0,1 1-1 0 0,0-1 1 0 0,15-6 0 0 0,-11 6-166 0 0,0 1 0 0 0,0 1 0 0 0,0 0 0 0 0,1 0 0 0 0,-1 1-1 0 0,1 1 1 0 0,-1 0 0 0 0,23 1 0 0 0,-28 0-112 0 0,1 0 0 0 0,-1 1 0 0 0,0 0-1 0 0,1 0 1 0 0,-1 1 0 0 0,0 0 0 0 0,0 0 0 0 0,0 0-1 0 0,0 1 1 0 0,-1-1 0 0 0,1 2 0 0 0,-1-1 0 0 0,1 1 0 0 0,-1-1-1 0 0,0 1 1 0 0,0 1 0 0 0,6 6 0 0 0,-9-8-39 0 0,0 1 1 0 0,0 0 0 0 0,0 0-1 0 0,-1 0 1 0 0,1 0 0 0 0,-1 0-1 0 0,0 0 1 0 0,0 0 0 0 0,0 0-1 0 0,-1 0 1 0 0,1 1 0 0 0,-1-1-1 0 0,0 0 1 0 0,0 0-1 0 0,-1 1 1 0 0,1-1 0 0 0,-1 0-1 0 0,0 0 1 0 0,0 0 0 0 0,0 0-1 0 0,-1 0 1 0 0,1 0 0 0 0,-1 0-1 0 0,-3 5 1 0 0,-4 7 8 0 0,-1-1 1 0 0,0 0-1 0 0,-1 0 0 0 0,-16 17 0 0 0,9-15 17 0 0,-1-1 0 0 0,0 0-1 0 0,-1-1 1 0 0,0-1-1 0 0,-2-1 1 0 0,1-1-1 0 0,-1-1 1 0 0,-28 9-1 0 0,44-18 173 0 0,-1 0-1 0 0,1 0 0 0 0,-1-1 0 0 0,-13 2 0 0 0,18-3 795 0 0,17 1-504 0 0,-4 1-300 0 0,1 0 0 0 0,-1 0 0 0 0,-1 1 0 0 0,1 1 0 0 0,0 0 0 0 0,-1 0 0 0 0,14 9 0 0 0,60 43 272 0 0,-72-48-475 0 0,-2 1-1 0 0,1 0 1 0 0,-1 1-1 0 0,-1 0 1 0 0,0 0-1 0 0,0 1 1 0 0,-1 0 0 0 0,0 1-1 0 0,-1 0 1 0 0,-1 0-1 0 0,1 0 1 0 0,-2 1-1 0 0,0 0 1 0 0,3 15-1 0 0,8 13-4332 0 0,-4-16-3912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2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1712 0 0,'4'-26'10083'0'0,"-3"23"-9490"0"0,1 0-1 0 0,-1 0 1 0 0,0 0-1 0 0,1 0 1 0 0,0 0 0 0 0,0 0-1 0 0,0 0 1 0 0,0 1-1 0 0,0-1 1 0 0,0 1 0 0 0,1-1-1 0 0,-1 1 1 0 0,5-3-1 0 0,-3 2-384 0 0,-1 1 0 0 0,1 0 0 0 0,0 0-1 0 0,0 0 1 0 0,0 1 0 0 0,0-1-1 0 0,0 1 1 0 0,1 0 0 0 0,-1 0 0 0 0,0 0-1 0 0,1 1 1 0 0,-1 0 0 0 0,0-1 0 0 0,1 1-1 0 0,-1 1 1 0 0,8 0 0 0 0,-10 0-178 0 0,0 0-1 0 0,-1-1 1 0 0,1 1 0 0 0,-1 0 0 0 0,1 0-1 0 0,0 0 1 0 0,-1 0 0 0 0,0 0 0 0 0,1 0-1 0 0,-1 0 1 0 0,0 0 0 0 0,1 1 0 0 0,-1-1 0 0 0,0 0-1 0 0,0 1 1 0 0,0-1 0 0 0,0 1 0 0 0,0-1-1 0 0,-1 1 1 0 0,1 0 0 0 0,0-1 0 0 0,-1 1-1 0 0,1 0 1 0 0,-1 0 0 0 0,1-1 0 0 0,-1 1-1 0 0,0 0 1 0 0,0 0 0 0 0,0-1 0 0 0,0 1-1 0 0,0 0 1 0 0,0 0 0 0 0,-1 0 0 0 0,1 1 0 0 0,-2 8 40 0 0,0 0 1 0 0,-1-1 0 0 0,-6 20-1 0 0,8-29-67 0 0,-10 25 5 0 0,-1-1 1 0 0,-15 25-1 0 0,12-24-6 0 0,-15 34 1 0 0,29-59-3 0 0,1 0 1 0 0,0-1-1 0 0,-1 1 1 0 0,1-1 0 0 0,0 1-1 0 0,0 0 1 0 0,0 0 0 0 0,-1-1-1 0 0,1 1 1 0 0,0 0-1 0 0,0-1 1 0 0,0 1 0 0 0,0 0-1 0 0,0-1 1 0 0,0 1-1 0 0,0 0 1 0 0,1 0 0 0 0,-1-1-1 0 0,0 1 1 0 0,0 0-1 0 0,0-1 1 0 0,1 1 0 0 0,-1 0-1 0 0,0-1 1 0 0,1 1-1 0 0,-1-1 1 0 0,1 2 0 0 0,0-1 1 0 0,0-1 1 0 0,0 1 0 0 0,1-1-1 0 0,-1 1 1 0 0,0-1-1 0 0,0 1 1 0 0,0-1 0 0 0,1 0-1 0 0,-1 0 1 0 0,0 1 0 0 0,0-1-1 0 0,1 0 1 0 0,-1 0-1 0 0,2 0 1 0 0,6-1 16 0 0,-1-1-1 0 0,1 1 1 0 0,11-4 0 0 0,-18 4-16 0 0,187-65-2383 0 0,-67 11-8585 0 0,-79 31 1600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3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63 312 0 0,'14'-18'14452'0'0,"-9"10"-12028"0"0,-6 6-2328 0 0,0 0 1 0 0,0 1 0 0 0,0-1 0 0 0,0 0 0 0 0,0 0 0 0 0,0 1-1 0 0,0-1 1 0 0,0 1 0 0 0,-1-1 0 0 0,1 1 0 0 0,-1 0 0 0 0,1 0 0 0 0,-1-1-1 0 0,1 1 1 0 0,-1 0 0 0 0,0 0 0 0 0,0 0 0 0 0,1 1 0 0 0,-1-1-1 0 0,0 0 1 0 0,-2 0 0 0 0,-6-1-51 0 0,0 0 0 0 0,1 0 0 0 0,-1 1 0 0 0,-18 0 0 0 0,-2 3-32 0 0,25-1-16 0 0,0-1-1 0 0,1 1 1 0 0,-1 0 0 0 0,1 0 0 0 0,0 1 0 0 0,-1-1-1 0 0,1 1 1 0 0,0 0 0 0 0,0 0 0 0 0,0 1 0 0 0,0-1-1 0 0,0 1 1 0 0,1 0 0 0 0,-1 0 0 0 0,1 0 0 0 0,0 0-1 0 0,0 0 1 0 0,0 1 0 0 0,0 0 0 0 0,0-1 0 0 0,1 1-1 0 0,0 0 1 0 0,-1 0 0 0 0,2 0 0 0 0,-1 1 0 0 0,0-1-1 0 0,1 0 1 0 0,0 1 0 0 0,-1 7 0 0 0,-2 13 3 0 0,1 0 0 0 0,1 0 0 0 0,3 50 0 0 0,17 76 490 0 0,-8-80 257 0 0,25 296 1068 0 0,-31-261-1203 0 0,-15 155 1 0 0,-15-30-160 0 0,-25 340-248 0 0,42-371-98 0 0,-18 498 924 0 0,18-485-672 0 0,-2 84 481 0 0,9-158-174 0 0,4 142 37 0 0,-1-276-696 0 0,-1-2-4 0 0,0 0 0 0 0,0-1 0 0 0,0 1 0 0 0,0 0 1 0 0,1 0-1 0 0,-1-1 0 0 0,1 1 0 0 0,0 0 0 0 0,0 0 0 0 0,0-1 0 0 0,0 1 1 0 0,0-1-1 0 0,0 1 0 0 0,1-1 0 0 0,-1 0 0 0 0,1 1 0 0 0,2 2 1 0 0,-3-5-4 0 0,0 1 0 0 0,0-1 0 0 0,0 0 0 0 0,0 1 0 0 0,0-1 0 0 0,0 0 0 0 0,0 0 0 0 0,0 1 0 0 0,0-1 1 0 0,0 0-1 0 0,0 0 0 0 0,0 0 0 0 0,0 0 0 0 0,0 0 0 0 0,0-1 0 0 0,0 1 0 0 0,2-1 0 0 0,0 1 2 0 0,7-1-188 0 0,0-1 0 0 0,0 0 0 0 0,0 0 0 0 0,0-1 0 0 0,0 0 0 0 0,11-6 0 0 0,53-30-2840 0 0,-66 35 2712 0 0,39-25-4079 0 0,0-2-1 0 0,64-58 0 0 0,-50 35-3651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4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64 380 0 0,'-14'-46'17424'0'0,"10"37"-13563"0"0,-1 3-2770 0 0,5 6-997 0 0,0 0 0 0 0,0-1 0 0 0,-1 1 0 0 0,1 0 1 0 0,0 0-1 0 0,0 0 0 0 0,-1-1 0 0 0,1 1 0 0 0,0 0 0 0 0,-1 0 0 0 0,1 0 0 0 0,0 0 0 0 0,-1 0 0 0 0,1 0 0 0 0,0 0 0 0 0,-1 0 0 0 0,1 0 0 0 0,0 0 0 0 0,-1 0 0 0 0,1 0 0 0 0,0 0 0 0 0,-1 0 0 0 0,1 0 0 0 0,0 0 0 0 0,-1 0 0 0 0,1 0 0 0 0,0 0 0 0 0,-1 0 0 0 0,1 1 0 0 0,0-1 0 0 0,-1 0 0 0 0,1 0 0 0 0,0 0 1 0 0,0 1-1 0 0,-1-1 0 0 0,1 0 0 0 0,0 0 0 0 0,0 1 0 0 0,-1-1 0 0 0,1 0 0 0 0,0 0 0 0 0,0 1 0 0 0,-1 0 0 0 0,-6 14-74 0 0,1 0 1 0 0,0 1-1 0 0,0-1 1 0 0,2 2-1 0 0,-6 32 1 0 0,5-23 10 0 0,-21 133-537 0 0,2-13-3924 0 0,15-105-2183 0 0,-19 58 1 0 0,20-76 129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5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183 103 660 0 0,'-33'-55'8731'0'0,"29"49"-7886"0"0,-1 0 1 0 0,0 0-1 0 0,0 0 1 0 0,-1 1-1 0 0,-11-10 0 0 0,17 15-797 0 0,-1-1-1 0 0,0 1 1 0 0,0-1-1 0 0,0 1 0 0 0,0 0 1 0 0,0-1-1 0 0,0 1 1 0 0,0 0-1 0 0,0 0 0 0 0,0 0 1 0 0,0 0-1 0 0,0 0 1 0 0,1 0-1 0 0,-1 0 1 0 0,0 0-1 0 0,0 0 0 0 0,0 0 1 0 0,0 0-1 0 0,0 1 1 0 0,0-1-1 0 0,0 0 0 0 0,0 1 1 0 0,0-1-1 0 0,0 0 1 0 0,0 1-1 0 0,1-1 0 0 0,-1 1 1 0 0,0 0-1 0 0,0-1 1 0 0,1 1-1 0 0,-2 1 1 0 0,-18 25 566 0 0,11-9-525 0 0,0 0 0 0 0,1 0 0 0 0,1 1 0 0 0,1 0 0 0 0,1 0 0 0 0,0 0 0 0 0,1 1 0 0 0,1 0 0 0 0,1 0 0 0 0,1 0 0 0 0,1-1 0 0 0,1 1 0 0 0,0 0 0 0 0,9 39 0 0 0,-9-53-76 0 0,1 0 0 0 0,0-1 0 0 0,1 1 0 0 0,-1-1 1 0 0,1 1-1 0 0,0-1 0 0 0,0 0 0 0 0,1 0 0 0 0,0-1 1 0 0,0 1-1 0 0,0-1 0 0 0,0 1 0 0 0,9 5 0 0 0,-9-7 0 0 0,0-1-1 0 0,0 1 0 0 0,1-1 0 0 0,0 0 1 0 0,-1 0-1 0 0,1-1 0 0 0,0 0 0 0 0,0 0 0 0 0,-1 0 1 0 0,1 0-1 0 0,0-1 0 0 0,0 1 0 0 0,0-1 0 0 0,0 0 1 0 0,0-1-1 0 0,0 1 0 0 0,5-3 0 0 0,-1 2 43 0 0,-1-1 0 0 0,0-1-1 0 0,0 0 1 0 0,0 0 0 0 0,0-1-1 0 0,-1 1 1 0 0,0-2 0 0 0,1 1-1 0 0,-1-1 1 0 0,-1 0 0 0 0,1-1-1 0 0,-1 1 1 0 0,0-1 0 0 0,0 0-1 0 0,6-10 1 0 0,-6 8-22 0 0,-1-1 0 0 0,0-1 1 0 0,0 1-1 0 0,-1 0 0 0 0,-1-1 0 0 0,1 0 0 0 0,-2 0 1 0 0,1 0-1 0 0,-1 0 0 0 0,-1-1 0 0 0,0 1 0 0 0,0-13 0 0 0,-1 8-27 0 0,-1 0 0 0 0,0 1 0 0 0,-1 0-1 0 0,-1-1 1 0 0,0 1 0 0 0,-1 0-1 0 0,-8-21 1 0 0,9 29-28 0 0,0 0 1 0 0,0 1-1 0 0,0-1 1 0 0,-1 0-1 0 0,0 1 0 0 0,0 0 1 0 0,0 0-1 0 0,0 0 0 0 0,-1 1 1 0 0,0 0-1 0 0,0-1 1 0 0,0 2-1 0 0,0-1 0 0 0,-1 0 1 0 0,1 1-1 0 0,-1 0 1 0 0,0 1-1 0 0,0-1 0 0 0,-8-1 1 0 0,10 3-190 0 0,1 0 0 0 0,0 1 0 0 0,-1 0 0 0 0,1 0 0 0 0,-1 0 0 0 0,0 0 0 0 0,1 0 0 0 0,0 1 1 0 0,-1-1-1 0 0,1 1 0 0 0,-1 0 0 0 0,1 0 0 0 0,0 0 0 0 0,-1 1 0 0 0,1-1 0 0 0,-5 4 0 0 0,2-1-917 0 0,1 0 0 0 0,-1 0 0 0 0,1 1 0 0 0,0 0 0 0 0,0 0 0 0 0,0 0 0 0 0,-5 9 0 0 0,0 0-3112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6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170 196 328 0 0,'0'-3'3225'0'0,"0"-9"-983"0"0,0 0 0 0 0,-1 1 0 0 0,-1-1 0 0 0,-3-16 0 0 0,4 26-1790 0 0,-12-24 2563 0 0,12 25-2987 0 0,0 0 1 0 0,0 0-1 0 0,0 1 0 0 0,0-1 1 0 0,0 1-1 0 0,0-1 1 0 0,0 1-1 0 0,0-1 1 0 0,-1 1-1 0 0,1 0 1 0 0,0-1-1 0 0,0 1 0 0 0,0 0 1 0 0,-1 0-1 0 0,1 0 1 0 0,0 0-1 0 0,0 0 1 0 0,-1 0-1 0 0,1 0 1 0 0,0 0-1 0 0,-3 1 1 0 0,2 1-12 0 0,0-1 1 0 0,-1 0-1 0 0,1 0 1 0 0,0 1-1 0 0,0 0 1 0 0,0-1-1 0 0,0 1 1 0 0,0 0-1 0 0,-3 4 1 0 0,-3 4-21 0 0,1 0-1 0 0,1 1 1 0 0,-8 16 0 0 0,13-24 21 0 0,-11 28-9 0 0,1 0 0 0 0,1 1-1 0 0,2 0 1 0 0,2 1-1 0 0,0-1 1 0 0,3 1 0 0 0,-1 53-1 0 0,4-78-1 0 0,0 1-1 0 0,1-1 1 0 0,0 0-1 0 0,0 1 1 0 0,1-1-1 0 0,0 0 1 0 0,0 0-1 0 0,1 0 1 0 0,7 15-1 0 0,-8-20-1 0 0,0 0-1 0 0,0 0 1 0 0,1 0 0 0 0,-1 0 0 0 0,1 0-1 0 0,0 0 1 0 0,0-1 0 0 0,0 1 0 0 0,0-1-1 0 0,0 0 1 0 0,1 0 0 0 0,-1 0 0 0 0,1 0-1 0 0,-1-1 1 0 0,1 1 0 0 0,-1-1 0 0 0,1 0-1 0 0,0 0 1 0 0,0 0 0 0 0,0-1 0 0 0,-1 1-1 0 0,1-1 1 0 0,5 0 0 0 0,2 0-1 0 0,0-1 0 0 0,-1-1-1 0 0,1 0 1 0 0,-1 0 0 0 0,1-1 0 0 0,-1 0 0 0 0,0 0 0 0 0,0-1 0 0 0,0-1 0 0 0,0 0 0 0 0,-1 0 0 0 0,0-1 0 0 0,0 0-1 0 0,-1-1 1 0 0,1 0 0 0 0,-1 0 0 0 0,-1 0 0 0 0,1-1 0 0 0,7-12 0 0 0,-2 3 7 0 0,-2-1 0 0 0,-1 1-1 0 0,0-2 1 0 0,-1 1 0 0 0,-1-1 0 0 0,0-1-1 0 0,-2 0 1 0 0,0 0 0 0 0,3-23 0 0 0,-7 29 25 0 0,-1 0 0 0 0,0 0 0 0 0,-1 0 0 0 0,0 0 0 0 0,-1 0 1 0 0,-1 0-1 0 0,0 0 0 0 0,-1 0 0 0 0,0 0 0 0 0,-1 1 0 0 0,-1-1 0 0 0,-9-19 0 0 0,10 25-120 0 0,-1 1 0 0 0,0 0-1 0 0,0 0 1 0 0,0 0-1 0 0,-1 1 1 0 0,0-1-1 0 0,0 1 1 0 0,0 1-1 0 0,-11-8 1 0 0,10 9-323 0 0,1 0 0 0 0,-1 1 0 0 0,0 0 0 0 0,-1 0-1 0 0,1 0 1 0 0,0 1 0 0 0,-1 0 0 0 0,0 1 0 0 0,1-1 0 0 0,-1 1 0 0 0,-12 1 0 0 0,-37 3-6892 0 0,40 0 2792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38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36 496 0 0,'12'-15'16682'0'0,"-14"13"-16646"0"0,-8-6 330 0 0,-27 3-149 0 0,28 4-195 0 0,-67-4-27 0 0,68 5-32 0 0,-1 1 0 0 0,0-1 0 0 0,0 2 0 0 0,1-1 0 0 0,-1 1 0 0 0,-11 4 0 0 0,17-5 20 0 0,1 1-1 0 0,-1-1 1 0 0,0 1 0 0 0,1 0 0 0 0,0 0-1 0 0,-1-1 1 0 0,1 2 0 0 0,0-1-1 0 0,0 0 1 0 0,0 0 0 0 0,0 1-1 0 0,1-1 1 0 0,-1 1 0 0 0,1-1 0 0 0,-3 6-1 0 0,0 2-27 0 0,0 1-1 0 0,-3 19 1 0 0,3-14 67 0 0,1-3 111 0 0,2 1 0 0 0,-1 0-1 0 0,2-1 1 0 0,1 25 0 0 0,0-4-1 0 0,-1 63 239 0 0,-3 249 1451 0 0,-12-56-1339 0 0,-3 166-232 0 0,6 59 1579 0 0,4-261-1272 0 0,2-119-465 0 0,0 81-122 0 0,-3 28 70 0 0,1-93-52 0 0,-10 114 95 0 0,4-66-126 0 0,5 45 258 0 0,3-89-231 0 0,5-129 36 0 0,-3 29 0 0 0,4-54-17 0 0,0-1 0 0 0,0 0 0 0 0,1 1 0 0 0,-1-1 0 0 0,0 0 1 0 0,1 1-1 0 0,-1-1 0 0 0,0 0 0 0 0,1 1 0 0 0,-1-1 0 0 0,1 0 0 0 0,-1 0 0 0 0,0 0 0 0 0,1 1 0 0 0,-1-1 0 0 0,1 0 0 0 0,-1 0 0 0 0,1 0 0 0 0,-1 0 0 0 0,1 0 0 0 0,-1 0 0 0 0,1 0 0 0 0,-1 0 1 0 0,1 0-1 0 0,-1 0 0 0 0,0 0 0 0 0,2 0 0 0 0,11 0-13 0 0,1-4-134 0 0,0 0 0 0 0,-1 0 0 0 0,1-1 0 0 0,17-10 0 0 0,3 0-205 0 0,248-98-2957 0 0,-10 5-1621 0 0,-94 30-1590 0 0,-89 36 971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39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31 68 0 0,'23'-30'10197'0'0,"-29"62"-3027"0"0,0 45-6423 0 0,2-23-255 0 0,-2 50-164 0 0,-5 42 80 0 0,-4-28-2109 0 0,16-101-2732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7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53 133 1020 0 0,'-3'-13'993'0'0,"-1"1"0"0"0,0 0 0 0 0,-7-15 0 0 0,-19-28-1258 0 0,30 51-1011 0 0,0-6 229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0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1068 0 0,'0'0'10761'0'0,"22"10"-3988"0"0,31-13-6155 0 0,55-10 0 0 0,-95 11-563 0 0,56-12 89 0 0,-66 14-136 0 0,0-1-5 0 0,8 0-4 0 0,-8 1 12 0 0,0-1-10 0 0,6-1-1 0 0,49-7 7 0 0,-55 9-73 0 0,15 0-1131 0 0,2-2-2336 0 0,-19 2 3599 0 0,12 0-1870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0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14 756 0 0,'-1'-14'18198'0'0,"-1"29"-17130"0"0,1 19-808 0 0,-1 145 1856 0 0,1-2-4429 0 0,4-141-950 0 0,3-14-4411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27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1 800 0 0,'0'0'2716'0'0,"-7"8"-2012"0"0,9 33-2250 0 0,-2-28 1276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29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27 492 0 0,'7'-20'2536'0'0,"-6"13"-1148"0"0,-7 15-2094 0 0,1 1-204 0 0,1 1 514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30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38 16 0 0,'1'-17'2065'0'0,"1"-3"-1122"0"0,-2 37-564 0 0,-5 37-393 0 0,5-53 19 0 0,0 1-7 0 0,-1 5-3 0 0,1-6 26 0 0,2 23-216 0 0,-1-22-188 0 0,4 5-1071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8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80 0 0,'0'0'268'0'0,"-3"10"-124"0"0,-2 6-428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49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37 156 0 0,'12'-14'14819'0'0,"-11"21"-14734"0"0,-1-1 0 0 0,0 1 1 0 0,0 0-1 0 0,0 0 0 0 0,-1 0 0 0 0,0-1 0 0 0,0 1 0 0 0,-3 6 0 0 0,0 10 73 0 0,0 5-67 0 0,1 0 1 0 0,2 1-1 0 0,1-1 1 0 0,3 33-1 0 0,-1-47-76 0 0,0-1 0 0 0,1 1 0 0 0,0-1 0 0 0,1 0 0 0 0,0 0 0 0 0,1-1-1 0 0,1 1 1 0 0,0-1 0 0 0,1 0 0 0 0,13 19 0 0 0,-16-26 12 0 0,0-1 0 0 0,1 1 0 0 0,-1-1 0 0 0,1 0 0 0 0,0 0 0 0 0,0-1-1 0 0,0 1 1 0 0,0-1 0 0 0,0 0 0 0 0,1 0 0 0 0,0-1 0 0 0,-1 0 0 0 0,1 0 0 0 0,0 0 0 0 0,0-1 0 0 0,0 0-1 0 0,0 0 1 0 0,0 0 0 0 0,1-1 0 0 0,-1 0 0 0 0,0 0 0 0 0,0 0 0 0 0,0-1 0 0 0,10-2 0 0 0,-8 1 72 0 0,0-1-1 0 0,0 0 1 0 0,-1 0 0 0 0,1 0 0 0 0,-1-1 0 0 0,0 0 0 0 0,0-1 0 0 0,0 0 0 0 0,0 0-1 0 0,-1 0 1 0 0,0-1 0 0 0,0 1 0 0 0,0-2 0 0 0,-1 1 0 0 0,0-1 0 0 0,0 1 0 0 0,6-14-1 0 0,-5 6-17 0 0,0-1-1 0 0,-1 1 1 0 0,-1-1-1 0 0,0 0 1 0 0,-2 0-1 0 0,1 0 1 0 0,-2-1-1 0 0,0 1 1 0 0,-1-17 0 0 0,0 20-42 0 0,-1 0 1 0 0,0 0 0 0 0,-1 1 0 0 0,-1-1-1 0 0,1 1 1 0 0,-2 0 0 0 0,0-1 0 0 0,0 1-1 0 0,-1 1 1 0 0,0-1 0 0 0,-1 1 0 0 0,-9-14 0 0 0,8 17-18 0 0,0 1 1 0 0,0-1 0 0 0,0 1 0 0 0,-1 1 0 0 0,0-1 0 0 0,0 1 0 0 0,-1 1 0 0 0,1-1 0 0 0,-1 2-1 0 0,0-1 1 0 0,0 1 0 0 0,-18-4 0 0 0,17 5-333 0 0,-1 1 1 0 0,1 0-1 0 0,-1 0 0 0 0,-20 2 1 0 0,24 0-363 0 0,1 0 0 0 0,-1 0 0 0 0,1 0 0 0 0,-1 1 0 0 0,1 0 0 0 0,0 1 0 0 0,-1-1 0 0 0,-5 5 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1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13 232 0 0,'-20'-12'12698'0'0,"9"12"-10419"0"0,10 1-2261 0 0,0-1 0 0 0,0 1 0 0 0,1 0 0 0 0,-1-1 0 0 0,0 1 0 0 0,0 0 0 0 0,0 0 0 0 0,1 0 0 0 0,-1-1 0 0 0,1 1 0 0 0,-1 0 0 0 0,1 0 0 0 0,-1 0 1 0 0,1 0-1 0 0,-1 0 0 0 0,1 0 0 0 0,0 0 0 0 0,-1 1 0 0 0,1-1 0 0 0,0 0 0 0 0,0 0 0 0 0,0 0 0 0 0,0 0 0 0 0,0 1 0 0 0,-1 5-5 0 0,-5 116 174 0 0,6-105-145 0 0,1 0 0 0 0,1-1 0 0 0,0 1 0 0 0,1 0 0 0 0,6 17 0 0 0,-8-32-31 0 0,0 0-1 0 0,0 0 1 0 0,1 0 0 0 0,-1 0-1 0 0,1-1 1 0 0,-1 1-1 0 0,1 0 1 0 0,0-1-1 0 0,0 1 1 0 0,0-1 0 0 0,0 0-1 0 0,0 0 1 0 0,1 0-1 0 0,-1 0 1 0 0,1 0 0 0 0,-1 0-1 0 0,1 0 1 0 0,0-1-1 0 0,-1 1 1 0 0,1-1 0 0 0,0 0-1 0 0,0 0 1 0 0,0 0-1 0 0,0 0 1 0 0,0-1-1 0 0,6 1 1 0 0,-4-1-13 0 0,0 0 0 0 0,-1 0-1 0 0,1-1 1 0 0,0 0 0 0 0,-1 0 0 0 0,1 0-1 0 0,-1-1 1 0 0,0 1 0 0 0,1-1 0 0 0,-1 0-1 0 0,0 0 1 0 0,0-1 0 0 0,0 1 0 0 0,0-1-1 0 0,0 0 1 0 0,-1 0 0 0 0,6-6 0 0 0,10-13-30 0 0,-1-1 1 0 0,22-39-1 0 0,-34 52 52 0 0,-2 4 88 0 0,-2 4-32 0 0,0-1 1 0 0,0 0 0 0 0,-1 0-1 0 0,1 0 1 0 0,-1-1 0 0 0,0 1 0 0 0,1 0-1 0 0,-1-4 1 0 0,0 5 1 0 0,0-2-26 0 0,-1 4-53 0 0,0 0 1 0 0,0 0-1 0 0,0 0 0 0 0,0 0 0 0 0,0 0 0 0 0,0 0 1 0 0,0 0-1 0 0,0 0 0 0 0,1 0 0 0 0,-1 0 1 0 0,0 0-1 0 0,0 0 0 0 0,0 0 0 0 0,0 0 0 0 0,0 0 1 0 0,0 0-1 0 0,0 0 0 0 0,0 0 0 0 0,0 0 1 0 0,0 0-1 0 0,0 0 0 0 0,0 0 0 0 0,0 0 0 0 0,0 0 1 0 0,1 0-1 0 0,-1 0 0 0 0,0 0 0 0 0,0 0 1 0 0,0 0-1 0 0,0 0 0 0 0,0 0 0 0 0,0 0 0 0 0,0 0 1 0 0,0 0-1 0 0,0 0 0 0 0,0 0 0 0 0,0 0 1 0 0,0 0-1 0 0,0 0 0 0 0,0 0 0 0 0,0 0 0 0 0,0 0 1 0 0,1 0-1 0 0,-1 0 0 0 0,0 0 0 0 0,0 0 1 0 0,0 0-1 0 0,0-1 0 0 0,0 1 0 0 0,0 0 0 0 0,0 0 1 0 0,0 0-1 0 0,0 0 0 0 0,0 0 0 0 0,0 0 1 0 0,0 0-1 0 0,0 0 0 0 0,0 0 0 0 0,0 0 1 0 0,0 0-1 0 0,0 0 0 0 0,2 10 125 0 0,-1 1 0 0 0,0-1 0 0 0,-1 1 0 0 0,0-1 0 0 0,-1 1 0 0 0,-2 14-1 0 0,0 11 28 0 0,2-21-134 0 0,-1 127-765 0 0,4-120-1621 0 0,0-1-1 0 0,7 29 1 0 0,-5-37-978 0 0,3-1-1244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1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14 152 0 0,'9'-14'19318'0'0,"-21"30"-19011"0"0,-208 306 334 0 0,193-276-3521 0 0,13-14-2248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2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65 616 0 0,'19'-20'12012'0'0,"-2"3"-6846"0"0,-16 16-4676 0 0,33-20 1066 0 0,-13 16-1355 0 0,-18 4-161 0 0,0 1-5 0 0,3 1-21 0 0,-1-1 0 0 0,1 1 0 0 0,-1 0 1 0 0,0 0-1 0 0,1 1 0 0 0,-1-1 0 0 0,0 1 0 0 0,0 1 1 0 0,0-1-1 0 0,0 0 0 0 0,0 1 0 0 0,-1 0 0 0 0,1 1 1 0 0,-1-1-1 0 0,0 0 0 0 0,0 1 0 0 0,0 0 0 0 0,0 0 1 0 0,4 8-1 0 0,-6-10 4 0 0,-1 0 0 0 0,0 0 0 0 0,0 1 0 0 0,0-1 0 0 0,0 0 0 0 0,0 1 0 0 0,0-1 0 0 0,-1 0 0 0 0,1 1 0 0 0,-1-1 0 0 0,0 1 0 0 0,1-1 1 0 0,-1 1-1 0 0,0-1 0 0 0,-1 5 0 0 0,-11 33 635 0 0,6-22-153 0 0,4-10-309 0 0,-2 10 159 0 0,4-18-348 0 0,1 1 0 0 0,-1-1 1 0 0,0 1-1 0 0,0-1 1 0 0,0 1-1 0 0,1-1 0 0 0,-1 1 1 0 0,0-1-1 0 0,1 1 1 0 0,-1-1-1 0 0,0 0 0 0 0,1 1 1 0 0,-1-1-1 0 0,1 0 1 0 0,-1 1-1 0 0,0-1 0 0 0,1 0 1 0 0,-1 1-1 0 0,1-1 1 0 0,-1 0-1 0 0,1 0 1 0 0,-1 1-1 0 0,1-1 0 0 0,0 0 1 0 0,1 1 10 0 0,2-1-6 0 0,-3 0-8 0 0,12-1 26 0 0,0 2-1 0 0,0-1 0 0 0,0 2 1 0 0,0 0-1 0 0,0 0 0 0 0,-1 1 0 0 0,24 9 1 0 0,-34-11 10 0 0,-1-1 0 0 0,1 1 0 0 0,0 0 0 0 0,0 0 0 0 0,-1 0 0 0 0,1 0 0 0 0,-1 0 0 0 0,1 0 0 0 0,-1 0 0 0 0,1 0 0 0 0,-1 1 0 0 0,1-1 0 0 0,-1 1 0 0 0,0-1 0 0 0,0 1 0 0 0,0-1 0 0 0,0 1 0 0 0,0 0 0 0 0,0 0 0 0 0,1 2 0 0 0,-2-2 40 0 0,0 0-1 0 0,0 0 1 0 0,0 0-1 0 0,0 0 1 0 0,-1 0-1 0 0,1 0 1 0 0,0 0-1 0 0,-1 0 1 0 0,1 0-1 0 0,-1-1 1 0 0,0 1-1 0 0,0 0 1 0 0,1 0-1 0 0,-1 0 1 0 0,0-1-1 0 0,-2 3 1 0 0,-2 2 77 0 0,0 0 0 0 0,0 0 0 0 0,-1-1-1 0 0,0 0 1 0 0,0 0 0 0 0,0 0 0 0 0,0-1 0 0 0,-11 5 0 0 0,-6 1-418 0 0,-1-1 1 0 0,0-2-1 0 0,-1 0 0 0 0,0-2 1 0 0,0 0-1 0 0,0-2 1 0 0,-1-1-1 0 0,-28-1 0 0 0,-79-10-4956 0 0,9-14-3863 0 0,81 13 2161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4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82 720 0 0,'7'-71'11286'0'0,"-7"69"-10780"0"0,1-6 1250 0 0,-4 16-1742 0 0,1 0 0 0 0,0 0 0 0 0,1 0 0 0 0,0 1 1 0 0,0-1-1 0 0,1 0 0 0 0,0 1 0 0 0,1-1 0 0 0,1 9 0 0 0,-1 15-3 0 0,-1-21 11 0 0,0-1 0 0 0,0 1-1 0 0,1-1 1 0 0,1 1 0 0 0,0-1 0 0 0,0 0 0 0 0,1 0-1 0 0,0 0 1 0 0,1 0 0 0 0,0-1 0 0 0,1 1 0 0 0,0-1-1 0 0,0 0 1 0 0,1 0 0 0 0,12 14 0 0 0,-15-21 4 0 0,0 0 0 0 0,0 0 0 0 0,0-1 0 0 0,1 1-1 0 0,-1-1 1 0 0,1 0 0 0 0,-1 0 0 0 0,1 0 0 0 0,0 0 0 0 0,-1-1 0 0 0,1 0 0 0 0,0 1 0 0 0,6-2 0 0 0,-5 0-24 0 0,-1-1 0 0 0,1 0 1 0 0,0 0-1 0 0,-1 0 0 0 0,1-1 0 0 0,-1 1 0 0 0,0-1 0 0 0,0 0 1 0 0,0-1-1 0 0,0 1 0 0 0,0-1 0 0 0,5-7 0 0 0,4-6 823 0 0,19-32-1 0 0,-31 48-573 0 0,0 0-219 0 0,-1-1 0 0 0,1 1 0 0 0,-1 0-1 0 0,1 0 1 0 0,-1 0 0 0 0,1 0 0 0 0,0 1-1 0 0,0-1 1 0 0,0 0 0 0 0,-1 0 0 0 0,1 0-1 0 0,0 1 1 0 0,1-2 0 0 0,0 7 3 0 0,0 0 1 0 0,-1 0-1 0 0,0 0 0 0 0,0 1 0 0 0,-1-1 1 0 0,1 0-1 0 0,-1 0 0 0 0,0 1 1 0 0,0-1-1 0 0,-2 9 0 0 0,0 12 68 0 0,-2 53 214 0 0,1 21-785 0 0,3-87-561 0 0,1 0-1 0 0,0-1 1 0 0,2 1-1 0 0,-1 0 1 0 0,7 18-1 0 0,6-9-4215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5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4 1116 0 0,'7'-4'18378'0'0,"-18"20"-15308"0"0,1-3-3795 0 0,-55 65 1588 0 0,-9 9-1010 0 0,28-26-3794 0 0,41-55 2945 0 0,-4 5-2649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5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67 3456 0 0,'7'-8'8628'0'0,"6"-8"-2935"0"0,7-6-3391 0 0,-15 19-2227 0 0,0 1-1 0 0,-1-1 1 0 0,1 1-1 0 0,0 1 1 0 0,0-1-1 0 0,0 1 0 0 0,0-1 1 0 0,8 1-1 0 0,-13 0-72 0 0,4 0 6 0 0,27 1 26 0 0,-22-1-32 0 0,-6 1-2 0 0,-1 0 0 0 0,1 0 0 0 0,0 0 0 0 0,-1 0 0 0 0,1 0 0 0 0,-1 0 0 0 0,1 1 0 0 0,0-1 0 0 0,-1 1 0 0 0,1-1 0 0 0,-1 1 0 0 0,1 0 0 0 0,-1 0 0 0 0,0 0 0 0 0,1 1 0 0 0,-1-1 0 0 0,0 1 0 0 0,0-1 0 0 0,4 4 0 0 0,-5-4 8 0 0,1 1 0 0 0,0-1 0 0 0,-1 1 0 0 0,1 0 0 0 0,-1-1 0 0 0,0 1 0 0 0,1 0 0 0 0,-1 0 0 0 0,0 0 0 0 0,0 0 0 0 0,0 0 0 0 0,0 0 0 0 0,-1 0 0 0 0,1 0 1 0 0,-1 0-1 0 0,1 1 0 0 0,0 3 0 0 0,-2-1 11 0 0,1 0 1 0 0,-1 1 0 0 0,1-1 0 0 0,-2 0-1 0 0,1 0 1 0 0,-3 6 0 0 0,-25 60-41 0 0,29-70-19 0 0,1 21-44 0 0,4-18 89 0 0,0 1 0 0 0,0-2 0 0 0,0 1 0 0 0,1-1 1 0 0,-1 1-1 0 0,1-1 0 0 0,0-1 0 0 0,10 4 1 0 0,-9-3 2 0 0,0-1 1 0 0,0 1 0 0 0,-1 0 0 0 0,1 1 0 0 0,-1 0 0 0 0,0 0-1 0 0,1 0 1 0 0,-2 1 0 0 0,7 5 0 0 0,-11-8 36 0 0,0-1 0 0 0,0 0 0 0 0,-1 0 1 0 0,1 1-1 0 0,0-1 0 0 0,-1 0 0 0 0,1 1 0 0 0,-1-1 1 0 0,1 0-1 0 0,-1 1 0 0 0,0-1 0 0 0,1 1 0 0 0,-1-1 1 0 0,0 0-1 0 0,0 1 0 0 0,0-1 0 0 0,0 1 0 0 0,-1-1 1 0 0,1 1-1 0 0,-1 2 0 0 0,0-1 33 0 0,0 1 1 0 0,-1 0-1 0 0,0 0 0 0 0,0-1 0 0 0,0 1 1 0 0,0-1-1 0 0,-4 5 0 0 0,-4 4 60 0 0,-1-2 0 0 0,0 1 0 0 0,-16 11 0 0 0,-4 0-516 0 0,-2 0 0 0 0,-1-2 0 0 0,0-2 0 0 0,-64 25 0 0 0,53-28-4698 0 0,-81 17-1 0 0,64-20-3671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4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76 180 0 0,'4'-25'7584'0'0,"-5"-21"6150"0"0,-1 41-13421 0 0,-3 10-164 0 0,-1 8-165 0 0,-34 334-1120 0 0,35-272-2821 0 0,2 0-3419 0 0,1-49 305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0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37 1352 0 0,'0'0'9716'0'0,"11"6"-8976"0"0,2-3-505 0 0,1-1-1 0 0,-1 0 0 0 0,1-1 0 0 0,-1 0 0 0 0,1-1 0 0 0,0-1 0 0 0,22-3 0 0 0,126-19 145 0 0,4 0-344 0 0,-162 23-43 0 0,1-1 0 0 0,-1 1 0 0 0,0 0 0 0 0,1 0 0 0 0,-1 1 0 0 0,1-1-1 0 0,-1 1 1 0 0,0 0 0 0 0,1 0 0 0 0,-1 0 0 0 0,4 3 0 0 0,-5-3 12 0 0,-1 1 0 0 0,1 0 0 0 0,-1 0 0 0 0,1 0 0 0 0,-1 0 0 0 0,0 0 0 0 0,0 1 0 0 0,0-1 0 0 0,0 0 0 0 0,0 1 0 0 0,-1 0 0 0 0,1-1 0 0 0,-1 1 0 0 0,0 0 0 0 0,0 0 0 0 0,1 3 0 0 0,7 26 123 0 0,-1 0 1 0 0,-2 1-1 0 0,-1 0 1 0 0,-2-1-1 0 0,-1 67 1 0 0,-29 166 200 0 0,23-234-298 0 0,-63 407 295 0 0,4 137 1225 0 0,71 84 293 0 0,16-144 151 0 0,-12-110-178 0 0,-17-282-1310 0 0,0-56-367 0 0,5-65-156 0 0,0 30 61 0 0,-1 16 145 0 0,2-46-171 0 0,-3 32 54 0 0,4 3 797 0 0,-2-35-532 0 0,0-1-189 0 0,0 1-1 0 0,0 0 0 0 0,-1 0 1 0 0,1-1-1 0 0,0 1 1 0 0,0 0-1 0 0,-1 0 0 0 0,1 0 1 0 0,-1-1-1 0 0,0 1 1 0 0,1 0-1 0 0,-1-1 0 0 0,0 1 1 0 0,-2 1-1 0 0,-12 4-260 0 0,-1 0 0 0 0,0-2 0 0 0,0 0-1 0 0,-1-1 1 0 0,0-1 0 0 0,-21 2 0 0 0,1 1-670 0 0,-173 25-4525 0 0,69-15-3586 0 0,71-9-10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1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37 660 0 0,'-8'7'10016'0'0,"8"-6"-9916"0"0,-1-1 0 0 0,1 0 0 0 0,-1 0 0 0 0,1 0 0 0 0,-1 1 0 0 0,1-1 0 0 0,-1 0 0 0 0,1 0 0 0 0,0 1 0 0 0,-1-1 0 0 0,1 0 0 0 0,-1 1 0 0 0,1-1 0 0 0,0 0 0 0 0,-1 1 0 0 0,1-1 0 0 0,0 1 0 0 0,0-1 0 0 0,-1 1 1 0 0,1-1-1 0 0,0 1 0 0 0,0-1 0 0 0,0 1 0 0 0,-1-1 0 0 0,1 1 0 0 0,0-1 0 0 0,0 1 0 0 0,0-1 0 0 0,0 1 0 0 0,0-1 0 0 0,0 1 0 0 0,0-1 0 0 0,0 1 0 0 0,0 0 0 0 0,2 0-48 0 0,-1-1 0 0 0,0 1 1 0 0,0-1-1 0 0,1 0 0 0 0,-1 1 0 0 0,0-1 0 0 0,1 0 0 0 0,-1 0 0 0 0,0 0 1 0 0,0 0-1 0 0,1 0 0 0 0,1 0 0 0 0,48-9-243 0 0,50-18-2077 0 0,-38 8-3560 0 0,-41 13 1664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51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28 2380 0 0,'-27'24'3906'0'0,"19"-19"-2941"0"0,2 1 1 0 0,-1 0-1 0 0,0 1 1 0 0,1 0-1 0 0,-7 9 0 0 0,12-14-695 0 0,3-1-238 0 0,0 0 0 0 0,0-1 0 0 0,0 1-1 0 0,0 0 1 0 0,-1-1 0 0 0,1 1 0 0 0,0-1 0 0 0,0 0 0 0 0,0 1 0 0 0,0-1 0 0 0,0 0 0 0 0,0 0 0 0 0,0 0 0 0 0,0-1 0 0 0,0 1 0 0 0,0 0-1 0 0,0-1 1 0 0,0 1 0 0 0,3-2 0 0 0,48-17-685 0 0,-35 11 291 0 0,117-46-5291 0 0,-86 33 1739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50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0 476 0 0,'0'0'2161'0'0,"3"10"-1250"0"0,-3-10-898 0 0,0 0-1 0 0,0 0 0 0 0,0 1 1 0 0,0-1-1 0 0,0 0 0 0 0,0 0 1 0 0,1 0-1 0 0,-1 1 0 0 0,0-1 1 0 0,0 0-1 0 0,0 0 0 0 0,0 0 1 0 0,1 0-1 0 0,-1 0 0 0 0,0 1 1 0 0,0-1-1 0 0,0 0 0 0 0,1 0 1 0 0,-1 0-1 0 0,0 0 0 0 0,0 0 1 0 0,0 0-1 0 0,1 0 0 0 0,-1 0 1 0 0,0 0-1 0 0,0 0 0 0 0,1 0 1 0 0,-1 0-1 0 0,0 0 0 0 0,0 0 1 0 0,0 0-1 0 0,1 0 0 0 0,-1 0 1 0 0,0 0-1 0 0,0 0 0 0 0,1 0 1 0 0,-1 0-1 0 0,0 0 0 0 0,0-1 1 0 0,0 1-1 0 0,1 0 0 0 0,-1 0 1 0 0,0 0-1 0 0,0 0 0 0 0,0 0 1 0 0,0-1-1 0 0,1 1 0 0 0,-1 0 1 0 0,0 0-1 0 0,0 0 0 0 0,0 0 1 0 0,0-1-1 0 0,0 1 0 0 0,1-1-94 0 0,1-8-1646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9:51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1 348 0 0,'0'0'5221'0'0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25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1432 0 0,'0'0'7710'0'0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26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44 408 0 0,'0'0'9778'0'0,"6"-7"-9589"0"0,-12-8-38 0 0,2-7-7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07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1452 0 0,'8'-10'5201'0'0,"25"-31"6239"0"0,-28 34-9536 0 0,0 0 944 0 0,-4 7-2801 0 0,-1 0 0 0 0,1 0 1 0 0,-1 0-1 0 0,0 0 0 0 0,1 1 0 0 0,-1-1 0 0 0,0 0 0 0 0,1 0 0 0 0,-1 0 0 0 0,0 1 0 0 0,1-1 0 0 0,-1 0 0 0 0,0 1 0 0 0,0-1 0 0 0,1 0 0 0 0,-1 1 0 0 0,0-1 0 0 0,0 0 1 0 0,0 1-1 0 0,0-1 0 0 0,1 0 0 0 0,-1 1 0 0 0,0-1 0 0 0,0 1 0 0 0,0-1 0 0 0,0 0 0 0 0,0 1 0 0 0,0-1 0 0 0,0 1 0 0 0,0 0 0 0 0,3 11 334 0 0,-1 0 0 0 0,0 0 1 0 0,-1 0-1 0 0,-1 0 0 0 0,0 0 0 0 0,-2 18 0 0 0,-15 76 483 0 0,11-75-633 0 0,-7 16-45 0 0,-2 15-55 0 0,14-57-121 0 0,1 0-1 0 0,-1 0 0 0 0,1 1 1 0 0,0-1-1 0 0,0 0 0 0 0,1 0 1 0 0,0 0-1 0 0,0 1 1 0 0,2 6-1 0 0,-2-10-4 0 0,1 1 0 0 0,-1 0 1 0 0,1-1-1 0 0,0 1 0 0 0,0-1 0 0 0,0 0 0 0 0,0 0 1 0 0,1 0-1 0 0,-1 0 0 0 0,1 0 0 0 0,-1 0 0 0 0,1 0 1 0 0,-1-1-1 0 0,1 1 0 0 0,0-1 0 0 0,0 0 0 0 0,0 0 1 0 0,0 0-1 0 0,0 0 0 0 0,0-1 0 0 0,0 1 0 0 0,4 0 1 0 0,9 1-3 0 0,1-1-1 0 0,30-1 1 0 0,-41-1-4 0 0,13 1-70 0 0,-1-2 0 0 0,1 0 0 0 0,0-1-1 0 0,0-1 1 0 0,-1 0 0 0 0,0-2 0 0 0,0 0-1 0 0,0-1 1 0 0,-1 0 0 0 0,0-2 0 0 0,23-15 0 0 0,-36 21 62 0 0,-1 1-1 0 0,0-1 1 0 0,0 0 0 0 0,0 0 0 0 0,0 0 0 0 0,-1-1 0 0 0,1 1 0 0 0,-1-1 0 0 0,0 1 0 0 0,0-1 0 0 0,2-5 0 0 0,-2 3 0 0 0,-1 0 0 0 0,1 1-1 0 0,-1-1 1 0 0,-1 0-1 0 0,1 0 1 0 0,-1 0 0 0 0,0 0-1 0 0,-1 1 1 0 0,1-1 0 0 0,-3-8-1 0 0,-4-12-23 0 0,5 22 18 0 0,1 3-5 0 0,1 0 16 0 0,0 1-1 0 0,0-1 0 0 0,0 1 1 0 0,0-1-1 0 0,0 1 0 0 0,-1 0 1 0 0,1-1-1 0 0,0 1 0 0 0,0 0 1 0 0,-1-1-1 0 0,1 1 1 0 0,0 0-1 0 0,0-1 0 0 0,-1 1 1 0 0,1 0-1 0 0,-1-1 0 0 0,1 1 1 0 0,0 0-1 0 0,-1 0 0 0 0,1-1 1 0 0,0 1-1 0 0,-1 0 1 0 0,-1 1 8 0 0,0 0 0 0 0,1 1 1 0 0,-1-1-1 0 0,1 1 0 0 0,-1-1 1 0 0,1 1-1 0 0,0-1 0 0 0,0 1 1 0 0,0 0-1 0 0,-1 0 0 0 0,2 0 1 0 0,-1-1-1 0 0,0 1 0 0 0,0 0 1 0 0,1 0-1 0 0,-1 0 0 0 0,0 4 1 0 0,-4 43 248 0 0,4-31-106 0 0,-5 82 84 0 0,8 134 0 0 0,-1-228-449 0 0,5 64-3938 0 0,-5-63 2817 0 0,0 0 0 0 0,1 0 0 0 0,-1 0 0 0 0,1-1 0 0 0,1 1 0 0 0,0-1 0 0 0,6 13 0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07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37 2888 0 0,'17'-36'20692'0'0,"-34"85"-15947"0"0,1-12-4089 0 0,-2-1-1 0 0,-1-1 0 0 0,-2-1 0 0 0,-28 36 1 0 0,27-38-483 0 0,-75 88 658 0 0,58-74-2103 0 0,2 1-4028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6:08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323 110 452 0 0,'-4'-11'13687'0'0,"4"9"-13338"0"0,-1 0 0 0 0,1 0 1 0 0,-1 0-1 0 0,1 0 1 0 0,0 1-1 0 0,0-1 0 0 0,0 0 1 0 0,0 0-1 0 0,1 0 0 0 0,-1 0 1 0 0,0 0-1 0 0,1 0 1 0 0,-1 0-1 0 0,1 0 0 0 0,0 0 1 0 0,0 0-1 0 0,-1 1 0 0 0,1-1 1 0 0,2-1-1 0 0,-1-1-94 0 0,1 1-1 0 0,0 0 1 0 0,0 0 0 0 0,0 0-1 0 0,1 0 1 0 0,-1 0 0 0 0,1 1-1 0 0,5-3 1 0 0,2-1-155 0 0,0 2 0 0 0,0 0 0 0 0,0 0 0 0 0,0 1 0 0 0,1 0 0 0 0,11-1 0 0 0,-10 3-21 0 0,0 0-1 0 0,21 2 0 0 0,-30-1-57 0 0,0 0-1 0 0,0 1 0 0 0,0 0 1 0 0,0-1-1 0 0,0 1 1 0 0,0 1-1 0 0,0-1 0 0 0,0 1 1 0 0,-1-1-1 0 0,1 1 0 0 0,-1 0 1 0 0,7 5-1 0 0,-9-5-7 0 0,1 0 1 0 0,-1 0-1 0 0,0 0 0 0 0,0 0 0 0 0,0 0 0 0 0,0 0 0 0 0,0 0 0 0 0,-1 0 1 0 0,1 0-1 0 0,-1 1 0 0 0,1-1 0 0 0,-1 0 0 0 0,0 0 0 0 0,0 1 0 0 0,0-1 1 0 0,0 0-1 0 0,0 1 0 0 0,-1-1 0 0 0,1 0 0 0 0,0 0 0 0 0,-1 0 1 0 0,0 1-1 0 0,0-1 0 0 0,0 0 0 0 0,1 0 0 0 0,-3 2 0 0 0,-1 4 8 0 0,0 0 0 0 0,-1-1 0 0 0,1 0 0 0 0,-1 0-1 0 0,-11 11 1 0 0,-52 54 1253 0 0,67-71-1076 0 0,1-1-188 0 0,0 0-1 0 0,-1 0 0 0 0,1 0 0 0 0,0 0 0 0 0,0 0 0 0 0,0 0 1 0 0,-1 0-1 0 0,1 0 0 0 0,0 0 0 0 0,0 0 0 0 0,0 0 0 0 0,-1 0 0 0 0,1 0 1 0 0,0 0-1 0 0,0 1 0 0 0,0-1 0 0 0,0 0 0 0 0,0 0 0 0 0,-1 0 1 0 0,1 0-1 0 0,0 0 0 0 0,0 1 0 0 0,0-1 0 0 0,0 0 0 0 0,0 0 0 0 0,0 0 1 0 0,-1 0-1 0 0,1 1 0 0 0,0-1 0 0 0,0 0 0 0 0,0 0 0 0 0,0 0 1 0 0,0 1-1 0 0,0-1 0 0 0,0 0 0 0 0,0 0 0 0 0,0 0 0 0 0,0 1 1 0 0,0-1-1 0 0,0 0 0 0 0,0 1 7 0 0,1-1 0 0 0,-1 0 1 0 0,0 1-1 0 0,0-1 1 0 0,1 1-1 0 0,-1-1 0 0 0,0 0 1 0 0,1 1-1 0 0,-1-1 0 0 0,0 0 1 0 0,1 1-1 0 0,-1-1 0 0 0,0 0 1 0 0,1 0-1 0 0,-1 1 0 0 0,1-1 1 0 0,-1 0-1 0 0,1 0 0 0 0,-1 0 1 0 0,0 1-1 0 0,1-1 0 0 0,-1 0 1 0 0,1 0-1 0 0,-1 0 0 0 0,1 0 1 0 0,0 0-1 0 0,4 0-7 0 0,4 1 21 0 0,1 1-1 0 0,-1 0 1 0 0,0 0 0 0 0,-1 0-1 0 0,1 1 1 0 0,10 5-1 0 0,-13-5 73 0 0,1 0 1 0 0,-1 0-1 0 0,0 1 0 0 0,0-1 0 0 0,0 1 1 0 0,-1 1-1 0 0,1-1 0 0 0,-1 1 0 0 0,0 0 0 0 0,0 0 1 0 0,-1 0-1 0 0,1 1 0 0 0,-1 0 0 0 0,-1 0 0 0 0,5 7 1 0 0,-8-11-33 0 0,0 1 0 0 0,0 0 0 0 0,0-1 0 0 0,0 1 0 0 0,0-1 0 0 0,-1 1 1 0 0,1-1-1 0 0,-1 1 0 0 0,0-1 0 0 0,1 1 0 0 0,-1-1 0 0 0,0 1 0 0 0,-1-1 1 0 0,1 0-1 0 0,0 0 0 0 0,-1 0 0 0 0,1 0 0 0 0,-1 1 0 0 0,1-2 0 0 0,-4 4 0 0 0,-5 3-21 0 0,0-1-1 0 0,0 0 0 0 0,-1 0 1 0 0,0-1-1 0 0,0-1 0 0 0,0 0 1 0 0,0 0-1 0 0,-1-1 0 0 0,0-1 1 0 0,0 0-1 0 0,0 0 0 0 0,0-1 1 0 0,-13 0-1 0 0,-20 0-1366 0 0,0-3 0 0 0,-54-6 1 0 0,68 4-174 0 0,-68-10-4249 0 0,34 1-1565 0 0,7-1-3190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28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 0 0,'0'0'432'0'0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29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31 1040 0 0,'-10'-8'4963'0'0,"-26"-14"2699"0"0,34 21-7217 0 0,2 1-443 0 0,0 0 0 0 0,0 0 0 0 0,-1 0 1 0 0,1 1-1 0 0,0-1 0 0 0,-1 0 0 0 0,1 0 0 0 0,0 0 1 0 0,0 0-1 0 0,-1 0 0 0 0,1 1 0 0 0,0-1 0 0 0,0 0 0 0 0,-1 0 1 0 0,1 0-1 0 0,0 1 0 0 0,0-1 0 0 0,0 0 0 0 0,-1 0 0 0 0,1 1 1 0 0,0-1-1 0 0,0 0 0 0 0,0 0 0 0 0,0 1 0 0 0,0-1 0 0 0,0 0 1 0 0,-1 1-1 0 0,1-1 0 0 0,0 0 0 0 0,0 0 0 0 0,0 1 1 0 0,0-1-1 0 0,0 0 0 0 0,0 1 0 0 0,0-1 0 0 0,0 0 0 0 0,0 1 1 0 0,0-1-1 0 0,1 0 0 0 0,-1 0 0 0 0,0 1 0 0 0,4 15 56 0 0,-3-13-42 0 0,4 14 20 0 0,6 22 39 0 0,2-1 0 0 0,28 59 1 0 0,-39-92-70 0 0,1-1 0 0 0,-1 0 0 0 0,1 0 1 0 0,-1 0-1 0 0,1 0 0 0 0,1 0 0 0 0,-1 0 1 0 0,0-1-1 0 0,1 0 0 0 0,0 0 0 0 0,0 0 1 0 0,0 0-1 0 0,0 0 0 0 0,0-1 0 0 0,9 4 1 0 0,-11-5-6 0 0,-1-1 0 0 0,1 0 0 0 0,-1 0 0 0 0,1 0 0 0 0,-1 0 1 0 0,1-1-1 0 0,0 1 0 0 0,-1 0 0 0 0,1-1 0 0 0,-1 1 0 0 0,0-1 0 0 0,1 1 1 0 0,-1-1-1 0 0,1 0 0 0 0,-1 1 0 0 0,0-1 0 0 0,1 0 0 0 0,-1 0 0 0 0,0 0 1 0 0,0 0-1 0 0,0 0 0 0 0,0 0 0 0 0,0-1 0 0 0,0 1 0 0 0,0 0 1 0 0,0 0-1 0 0,0-1 0 0 0,0 1 0 0 0,0-3 0 0 0,3-3 35 0 0,-2 0-1 0 0,1 1 1 0 0,-1-1 0 0 0,3-13-1 0 0,5-38 1397 0 0,-10 56-1398 0 0,3-4-111 0 0,2 26 109 0 0,0 0 0 0 0,-2 1-1 0 0,3 38 1 0 0,-2-15 6 0 0,-3-32-12 0 0,20 129-2384 0 0,-16-116-1701 0 0,16 41 0 0 0,-14-49 510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29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1552 0 0,'0'0'2313'0'0,"1"-28"7378"0"0,0 18-8024 0 0,-1 9-1541 0 0,4-2-104 0 0,1 0 1 0 0,0 1 0 0 0,-1 0-1 0 0,1 0 1 0 0,0 0 0 0 0,9-2-1 0 0,3 0-588 0 0,2 0-3561 0 0,30-11 1 0 0,-32 7-158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30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37 1808 0 0,'-2'-12'9134'0'0,"2"11"-9006"0"0,0 1 1 0 0,0-1-1 0 0,-1 1 0 0 0,1-1 0 0 0,0 1 0 0 0,0-1 0 0 0,0 1 1 0 0,0-1-1 0 0,-1 1 0 0 0,1-1 0 0 0,0 1 0 0 0,-1-1 0 0 0,1 1 1 0 0,0-1-1 0 0,-1 1 0 0 0,1 0 0 0 0,0-1 0 0 0,-1 1 0 0 0,1 0 1 0 0,-1-1-1 0 0,1 1 0 0 0,-1 0 0 0 0,1 0 0 0 0,-1-1 0 0 0,1 1 1 0 0,-1 0-1 0 0,1 0 0 0 0,-1 0 0 0 0,1-1 0 0 0,-1 1 0 0 0,1 0 0 0 0,-1 0 1 0 0,1 0-1 0 0,-1 0 0 0 0,0 0 0 0 0,-1 1-27 0 0,0 0 0 0 0,0 0 0 0 0,1 0 0 0 0,-1 0 0 0 0,0 0 0 0 0,1 0 0 0 0,-1 0 0 0 0,1 0 0 0 0,-1 1 0 0 0,-1 1 0 0 0,-5 6-105 0 0,1 1-1 0 0,-10 16 1 0 0,10-13 44 0 0,0 0 0 0 0,0 0 0 0 0,1 1 0 0 0,1 0 0 0 0,0 0 0 0 0,-3 16 0 0 0,8-26-35 0 0,-1 0-1 0 0,1 0 0 0 0,-1 0 1 0 0,1 0-1 0 0,0-1 0 0 0,1 1 0 0 0,-1 0 1 0 0,1 0-1 0 0,-1 0 0 0 0,1 0 1 0 0,0-1-1 0 0,1 1 0 0 0,-1 0 1 0 0,1-1-1 0 0,-1 1 0 0 0,1-1 0 0 0,0 0 1 0 0,0 0-1 0 0,1 1 0 0 0,-1-1 1 0 0,1 0-1 0 0,-1-1 0 0 0,1 1 0 0 0,0 0 1 0 0,0-1-1 0 0,0 0 0 0 0,0 0 1 0 0,7 4-1 0 0,4 0-1 0 0,1-1 0 0 0,0 0 1 0 0,0-1-1 0 0,0 0 0 0 0,1-1 1 0 0,-1-1-1 0 0,17 0 0 0 0,-15-1 0 0 0,-1 1-1 0 0,0 0 0 0 0,1 1 1 0 0,-1 1-1 0 0,-1 0 1 0 0,22 10-1 0 0,-35-13 5 0 0,1 0 0 0 0,-1 0 1 0 0,0 1-1 0 0,1-1 0 0 0,-1 1 0 0 0,0 0 0 0 0,0 0 0 0 0,0-1 0 0 0,-1 1 0 0 0,1 0 1 0 0,0 1-1 0 0,-1-1 0 0 0,1 0 0 0 0,-1 0 0 0 0,0 1 0 0 0,0-1 0 0 0,0 1 0 0 0,0-1 0 0 0,0 1 1 0 0,0-1-1 0 0,-1 1 0 0 0,1 0 0 0 0,-1-1 0 0 0,1 1 0 0 0,-1 0 0 0 0,0-1 0 0 0,0 1 0 0 0,-1 0 1 0 0,1-1-1 0 0,0 1 0 0 0,-1-1 0 0 0,0 1 0 0 0,0 0 0 0 0,1-1 0 0 0,-1 1 0 0 0,-2 3 1 0 0,0-1 116 0 0,0 1 1 0 0,0-1 0 0 0,-1 1 0 0 0,0-1 0 0 0,1 0 0 0 0,-2 0 0 0 0,1-1 0 0 0,0 1 0 0 0,-1-1 0 0 0,0 0 0 0 0,0 0 0 0 0,0 0 0 0 0,-1-1 0 0 0,1 0 0 0 0,-9 4-1 0 0,11-6-34 0 0,-1 0-1 0 0,1 0 0 0 0,-1 0 1 0 0,1 0-1 0 0,-1-1 0 0 0,0 1 1 0 0,1-1-1 0 0,-1 0 0 0 0,0 0 1 0 0,-6-1-1 0 0,8 0-71 0 0,0 0 0 0 0,0 1 0 0 0,0-1 0 0 0,0 0 0 0 0,0 0 0 0 0,1 0 0 0 0,-1 0 0 0 0,0 0 0 0 0,0-1 0 0 0,1 1 1 0 0,-1-1-1 0 0,0 1 0 0 0,1-1 0 0 0,0 1 0 0 0,-1-1 0 0 0,1 0 0 0 0,0 0 0 0 0,0 1 0 0 0,0-1 0 0 0,0 0 0 0 0,-1-4 0 0 0,-2-6-7 0 0,0 0 0 0 0,1 0 1 0 0,1 0-1 0 0,0 0 0 0 0,0-23 0 0 0,6-64-12 0 0,0 19-20 0 0,-4 49 35 0 0,2 16-10 0 0,-2 0 1 0 0,0 0 0 0 0,-1 0-1 0 0,0 1 1 0 0,-1-1 0 0 0,-1 0-1 0 0,-8-25 1 0 0,10 39-12 0 0,0-1 0 0 0,0 0 1 0 0,0 1-1 0 0,0-1 0 0 0,0 1 0 0 0,0-1 1 0 0,0 1-1 0 0,0-1 0 0 0,-1 1 0 0 0,1 0 1 0 0,0-1-1 0 0,-1 1 0 0 0,0 0 0 0 0,1 0 1 0 0,-1 0-1 0 0,1 0 0 0 0,-1 1 1 0 0,0-1-1 0 0,0 0 0 0 0,1 1 0 0 0,-4-1 1 0 0,1 0 11 0 0,1 1 0 0 0,-1 0 1 0 0,0 0-1 0 0,1 0 0 0 0,-1 1 1 0 0,1-1-1 0 0,-1 1 0 0 0,1 0 1 0 0,-1 0-1 0 0,-5 3 0 0 0,1-1-148 0 0,1 1-1 0 0,-1 0 1 0 0,1 1 0 0 0,0 0-1 0 0,0 0 1 0 0,0 0 0 0 0,1 1-1 0 0,0 0 1 0 0,-7 8-1 0 0,10-9-323 0 0,-1 0-1 0 0,1 1 0 0 0,1 0 1 0 0,-1-1-1 0 0,1 1 0 0 0,-1 0 0 0 0,2 0 1 0 0,-1 0-1 0 0,1 0 0 0 0,-1 9 0 0 0,2 38-7320 0 0,1-38 3809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30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23 187 1668 0 0,'-4'7'1798'0'0,"1"0"1"0"0,0 0-1 0 0,0 1 0 0 0,-3 11 1 0 0,6-18-1137 0 0,-3 11 550 0 0,3-12-1155 0 0,0 0 1 0 0,0 0-1 0 0,0 1 1 0 0,0-1 0 0 0,0 0-1 0 0,0 1 1 0 0,0-1-1 0 0,0 0 1 0 0,0 1 0 0 0,0-1-1 0 0,0 0 1 0 0,0 1-1 0 0,0-1 1 0 0,0 0 0 0 0,0 1-1 0 0,0-1 1 0 0,0 0-1 0 0,0 1 1 0 0,1-1 0 0 0,-1 0-1 0 0,0 0 1 0 0,0 1-1 0 0,0-1 1 0 0,0 0 0 0 0,1 0-1 0 0,-1 1 1 0 0,0-1-1 0 0,0 0 1 0 0,1 0-1 0 0,-1 0 1 0 0,0 1 0 0 0,0-1-1 0 0,1 0 1 0 0,-1 0-1 0 0,0 0 1 0 0,1 1 0 0 0,24-9 473 0 0,-1-2 0 0 0,0 0 1 0 0,34-20-1 0 0,-16 8-287 0 0,83-37 107 0 0,160-54 0 0 0,-281 112-776 0 0,0 0-1 0 0,0 0 1 0 0,-1 0-1 0 0,1 1 1 0 0,0-1 0 0 0,1 1-1 0 0,-1 0 1 0 0,5 0-1 0 0,-8 1 313 0 0,0-1 0 0 0,0 0 0 0 0,0 0 0 0 0,-1 0 0 0 0,1 0 0 0 0,0 1-1 0 0,0-1 1 0 0,0 0 0 0 0,-1 1 0 0 0,1-1 0 0 0,0 1 0 0 0,-1-1 0 0 0,1 1 0 0 0,0-1 0 0 0,-1 1 0 0 0,1-1-1 0 0,-1 1 1 0 0,1 0 0 0 0,0-1 0 0 0,-1 1 0 0 0,0 0 0 0 0,1-1 0 0 0,-1 1 0 0 0,1 0 0 0 0,-1 0 0 0 0,0 0-1 0 0,0-1 1 0 0,1 1 0 0 0,-1 0 0 0 0,0 0 0 0 0,0 0 0 0 0,0-1 0 0 0,0 1 0 0 0,0 0 0 0 0,0 0 0 0 0,0 0 0 0 0,0 0-1 0 0,0 0 1 0 0,0-1 0 0 0,-1 1 0 0 0,1 0 0 0 0,0 0 0 0 0,-1 1 0 0 0,-1 6-2740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31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49 1248 0 0,'-35'20'16459'0'0,"15"-13"-8914"0"0,22-15-7857 0 0,1 2 302 0 0,1 1-1 0 0,0 0 0 0 0,1-1 0 0 0,-1 2 0 0 0,1-1 1 0 0,0 0-1 0 0,0 1 0 0 0,1 0 0 0 0,-1 0 0 0 0,1 1 1 0 0,8-5-1 0 0,-10 7-1 0 0,1-1 1 0 0,-1 1 0 0 0,1-1-1 0 0,-1 1 1 0 0,1 0-1 0 0,-1 1 1 0 0,1-1-1 0 0,-1 1 1 0 0,1 0-1 0 0,-1 0 1 0 0,1 1-1 0 0,0-1 1 0 0,-1 1-1 0 0,6 1 1 0 0,-7-1 9 0 0,-1 1 1 0 0,0-1-1 0 0,1 0 0 0 0,-1 1 0 0 0,0-1 1 0 0,0 1-1 0 0,0 0 0 0 0,0 0 1 0 0,0-1-1 0 0,0 2 0 0 0,-1-1 1 0 0,1 0-1 0 0,-1 0 0 0 0,1 0 1 0 0,-1 1-1 0 0,0-1 0 0 0,0 0 0 0 0,0 1 1 0 0,0 0-1 0 0,0-1 0 0 0,0 1 1 0 0,-1-1-1 0 0,1 1 0 0 0,-1 0 1 0 0,0 3-1 0 0,0-1 10 0 0,0 4-5 0 0,0-1 1 0 0,0 0-1 0 0,-1 0 1 0 0,-2 11-1 0 0,-26 57-135 0 0,28-75 130 0 0,-4 11 0 0 0,4-10-6 0 0,0-1 0 0 0,0 1 0 0 0,0-1-1 0 0,0 1 1 0 0,1-1 0 0 0,-1 1 0 0 0,0 0 0 0 0,1-1 0 0 0,0 1-1 0 0,-1 0 1 0 0,1 0 0 0 0,0-1 0 0 0,0 1 0 0 0,0 0-1 0 0,0 0 1 0 0,0 0 0 0 0,1 2 0 0 0,-1-3-51 0 0,6 0 23 0 0,0 0 16 0 0,-1 1 0 0 0,1 0 0 0 0,-1 0 1 0 0,10 4-1 0 0,-3 0 1 0 0,9 5 12 0 0,-17-10 9 0 0,0 0 0 0 0,8 14 14 0 0,-11-14-12 0 0,0 1 0 0 0,0 0 0 0 0,0-1 0 0 0,0 1 0 0 0,0 0 0 0 0,0 0 0 0 0,-1-1 0 0 0,1 1 0 0 0,-1 0 0 0 0,0 0 0 0 0,1 0 0 0 0,-1 0 0 0 0,0 0 0 0 0,0 0 0 0 0,0 0 0 0 0,0-1 0 0 0,-1 3 0 0 0,0 1 10 0 0,0-1 0 0 0,0 1 1 0 0,-1-1-1 0 0,1 0 0 0 0,-1 1 0 0 0,-5 6 1 0 0,0-1 80 0 0,0 0 0 0 0,0 0 0 0 0,-2-1 0 0 0,-13 13 0 0 0,10-11-21 0 0,0-1 0 0 0,-1-1 0 0 0,-1 0 0 0 0,1 0 1 0 0,-1-1-1 0 0,-1-1 0 0 0,1-1 0 0 0,-1 0 0 0 0,-1-1 0 0 0,1 0 1 0 0,-1-1-1 0 0,1-1 0 0 0,-1-1 0 0 0,0 0 0 0 0,0-1 1 0 0,-29-1-1 0 0,30-2-952 0 0,0-1-1 0 0,0 0 1 0 0,0 0 0 0 0,0-2 0 0 0,1 0 0 0 0,-23-11 0 0 0,15 7-2815 0 0,5 2-2284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6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64 1408 0 0,'-69'-61'15574'0'0,"69"61"-15520"0"0,-1-1 1 0 0,1 1-1 0 0,0 0 1 0 0,-1 0 0 0 0,1-1-1 0 0,-1 1 1 0 0,1 0-1 0 0,0 0 1 0 0,-1 0 0 0 0,1 0-1 0 0,-1 0 1 0 0,1-1 0 0 0,0 1-1 0 0,-1 0 1 0 0,1 0-1 0 0,-1 0 1 0 0,1 0 0 0 0,-1 0-1 0 0,1 0 1 0 0,0 1-1 0 0,-1-1 1 0 0,1 0 0 0 0,-1 0-1 0 0,1 0 1 0 0,0 0-1 0 0,-1 0 1 0 0,1 1 0 0 0,-1-1-1 0 0,1 0 1 0 0,0 0 0 0 0,-1 0-1 0 0,1 1 1 0 0,0-1-1 0 0,-1 0 1 0 0,1 1 0 0 0,0-1-1 0 0,0 0 1 0 0,-1 1-1 0 0,1-1 1 0 0,0 0 0 0 0,0 1-1 0 0,-1-1 1 0 0,1 1-1 0 0,-7 36 734 0 0,2 1-1 0 0,1 0 0 0 0,2 0 0 0 0,6 71 0 0 0,-3-102-755 0 0,0 1 1 0 0,0-1-1 0 0,1 0 0 0 0,0 0 1 0 0,0 0-1 0 0,1 0 0 0 0,6 12 1 0 0,-7-16-24 0 0,0 0 1 0 0,0 0 0 0 0,0-1-1 0 0,0 1 1 0 0,0-1 0 0 0,0 0-1 0 0,1 1 1 0 0,0-1 0 0 0,-1 0-1 0 0,1-1 1 0 0,0 1 0 0 0,0 0 0 0 0,0-1-1 0 0,0 1 1 0 0,0-1 0 0 0,0 0-1 0 0,0 0 1 0 0,0 0 0 0 0,1-1-1 0 0,5 1 1 0 0,-1 0-2 0 0,-1-1 0 0 0,0-1 0 0 0,1 1 0 0 0,-1-1 0 0 0,0 0 0 0 0,1-1 0 0 0,-1 0 0 0 0,0 0 0 0 0,0-1 1 0 0,0 1-1 0 0,-1-2 0 0 0,1 1 0 0 0,-1-1 0 0 0,0 0 0 0 0,0 0 0 0 0,0 0 0 0 0,0-1 0 0 0,-1 0 0 0 0,1 0 0 0 0,5-9 0 0 0,5-8-5 0 0,-1-1 1 0 0,-1-1-1 0 0,-1 0 0 0 0,-1-1 1 0 0,9-29-1 0 0,-21 53-3 0 0,1 0 93 0 0,-1 5 57 0 0,1 1 0 0 0,-1-1 0 0 0,0 1 0 0 0,0-1 0 0 0,-1 0 0 0 0,0 6 0 0 0,0-5 36 0 0,1 5 78 0 0,-10 203 3011 0 0,10-160-3480 0 0,2 0 0 0 0,10 53 0 0 0,-1-59-3231 0 0,-10-44 2850 0 0,0 0 0 0 0,0-1 1 0 0,0 1-1 0 0,1 0 1 0 0,-1-1-1 0 0,1 1 0 0 0,0-1 1 0 0,0 0-1 0 0,0 1 1 0 0,0-1-1 0 0,0 0 1 0 0,4 3-1 0 0,-5-5 130 0 0,1 1 1 0 0,-1 0-1 0 0,1-1 0 0 0,0 1 0 0 0,-1-1 1 0 0,1 0-1 0 0,-1 0 0 0 0,1 0 1 0 0,0 1-1 0 0,-1-1 0 0 0,1-1 0 0 0,-1 1 1 0 0,1 0-1 0 0,0 0 0 0 0,-1-1 1 0 0,1 1-1 0 0,-1 0 0 0 0,1-1 0 0 0,1 0 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6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45 2300 0 0,'25'-44'13615'0'0,"-23"56"-10184"0"0,-5 7-1298 0 0,-2 0 0 0 0,-9 30 0 0 0,-24 35 472 0 0,-59 78-2163 0 0,73-124-114 0 0,-8 9-443 0 0,-13 21-2444 0 0,22-22-4402 0 0,19-34 4121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07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91 122 2756 0 0,'24'-40'15308'0'0,"-17"23"-12510"0"0,-4 13-2615 0 0,-1 0 0 0 0,1 1 0 0 0,-1 0 0 0 0,1 0 0 0 0,0 0 0 0 0,0 0-1 0 0,1 0 1 0 0,-1 0 0 0 0,1 1 0 0 0,-1 0 0 0 0,1 0 0 0 0,0 0 0 0 0,0 0 0 0 0,4-2 0 0 0,-1 1 9 0 0,2-1-139 0 0,0 1 0 0 0,0 0 0 0 0,0 1 0 0 0,0 0 0 0 0,0 0 1 0 0,1 1-1 0 0,-1 0 0 0 0,0 1 0 0 0,1 0 0 0 0,-1 0 0 0 0,11 2 0 0 0,-18-2-41 0 0,0 0 0 0 0,0 0 0 0 0,0 1 0 0 0,0-1 0 0 0,0 1 0 0 0,0-1 0 0 0,0 1 0 0 0,-1 0 0 0 0,1-1 0 0 0,0 1 0 0 0,0 0 0 0 0,0 0 0 0 0,-1 0 0 0 0,1 1 0 0 0,0-1 0 0 0,-1 0 0 0 0,1 1 0 0 0,-1-1 0 0 0,0 1 0 0 0,1-1 0 0 0,-1 1 0 0 0,0 0 0 0 0,0-1 1 0 0,0 1-1 0 0,0 0 0 0 0,0 0 0 0 0,0 0 0 0 0,-1 0 0 0 0,1 0 0 0 0,-1 0 0 0 0,1 0 0 0 0,-1 0 0 0 0,0 0 0 0 0,0 0 0 0 0,0 0 0 0 0,0 0 0 0 0,0 0 0 0 0,0 0 0 0 0,0 0 0 0 0,-1 0 0 0 0,1 0 0 0 0,-2 2 0 0 0,-2 9 6 0 0,0-1 0 0 0,-1 0 1 0 0,-1 0-1 0 0,0-1 0 0 0,-8 13 0 0 0,9-16-52 0 0,-2 2-10 0 0,5-7 155 0 0,0-1 0 0 0,1 1 0 0 0,-1 0 0 0 0,1-1 0 0 0,-1 1 0 0 0,1 0 0 0 0,0 0 0 0 0,0 0 0 0 0,0 0 0 0 0,0 0 0 0 0,0 7 0 0 0,44 1 451 0 0,-26-6-131 0 0,-1 1 0 0 0,1 1-1 0 0,-1 0 1 0 0,18 12 0 0 0,-26-14-90 0 0,-1 0 0 0 0,1 1 0 0 0,-1 0 0 0 0,0 0 0 0 0,-1 0 0 0 0,1 1 0 0 0,-1 0 0 0 0,-1 1 0 0 0,8 10 0 0 0,-12-16-331 0 0,0 0-1 0 0,0 0 1 0 0,0 0 0 0 0,-1 0-1 0 0,1 1 1 0 0,0-1 0 0 0,-1 0 0 0 0,1 1-1 0 0,-1-1 1 0 0,0 0 0 0 0,0 1-1 0 0,0-1 1 0 0,0 0 0 0 0,0 1-1 0 0,0-1 1 0 0,-1 0 0 0 0,1 1-1 0 0,-1-1 1 0 0,1 0 0 0 0,-1 0 0 0 0,0 1-1 0 0,0-1 1 0 0,0 0 0 0 0,-2 2-1 0 0,-1 2 5 0 0,0-1 0 0 0,-1 0 0 0 0,0 0 0 0 0,0 0-1 0 0,-9 7 1 0 0,10-9-13 0 0,-5 3-280 0 0,0 0-1 0 0,0-1 1 0 0,0 0-1 0 0,-1-1 1 0 0,0 0-1 0 0,0 0 1 0 0,0-1-1 0 0,-1 0 1 0 0,1-1-1 0 0,-1 0 1 0 0,1-1-1 0 0,-1 0 1 0 0,-20-2-1 0 0,-8-1-1522 0 0,-1-2 0 0 0,-51-13 0 0 0,12 0-8576 0 0,36 6-288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17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26 1028 0 0,'0'0'1236'0'0,"-26"10"5463"0"0,14-2-2496 0 0,21-6-2435 0 0,33-6-1490 0 0,-26 2 179 0 0,310-37 652 0 0,-325 39-1170 0 0,0 0 0 0 0,-1 0-1 0 0,1 0 1 0 0,0 0 0 0 0,0 0 0 0 0,-1 0 0 0 0,1 0 0 0 0,0 0 0 0 0,0 0 0 0 0,-1 0 0 0 0,1 1 0 0 0,0-1 0 0 0,-1 0 0 0 0,1 1 0 0 0,0-1 0 0 0,-1 0 0 0 0,1 1 0 0 0,0-1 0 0 0,-1 1 0 0 0,1-1 0 0 0,-1 1 0 0 0,1-1 0 0 0,-1 1 0 0 0,1-1 0 0 0,-1 1 0 0 0,1 0 0 0 0,-1-1 0 0 0,1 2 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17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22 1856 0 0,'-4'-21'11024'0'0,"1"23"-10881"0"0,1-1-1 0 0,0 1 1 0 0,0 0-1 0 0,-1 0 1 0 0,1 0 0 0 0,1 1-1 0 0,-1-1 1 0 0,0 0 0 0 0,0 1-1 0 0,1-1 1 0 0,0 1 0 0 0,-1 0-1 0 0,1-1 1 0 0,0 1 0 0 0,0 0-1 0 0,0 3 1 0 0,-13 55 607 0 0,12-48-648 0 0,-1 1-50 0 0,2 0 1 0 0,0 1-1 0 0,0-1 0 0 0,2 0 1 0 0,2 21-1 0 0,-2-28-37 0 0,0 1 0 0 0,1-1 1 0 0,0 0-1 0 0,0 1 0 0 0,0-1 0 0 0,1 0 0 0 0,0-1 1 0 0,1 1-1 0 0,-1 0 0 0 0,1-1 0 0 0,1 0 1 0 0,5 7-1 0 0,-7-11-5 0 0,-1 1 0 0 0,1-1 0 0 0,0 0 1 0 0,0 1-1 0 0,0-2 0 0 0,1 1 0 0 0,-1 0 0 0 0,0-1 0 0 0,1 1 1 0 0,-1-1-1 0 0,5 1 0 0 0,-6-1-5 0 0,1 0 1 0 0,0-1-1 0 0,-1 1 0 0 0,1-1 1 0 0,0 0-1 0 0,-1 0 0 0 0,1 0 1 0 0,0 0-1 0 0,-1 0 0 0 0,1 0 1 0 0,0-1-1 0 0,-1 1 1 0 0,1-1-1 0 0,0 0 0 0 0,-1 0 1 0 0,1 0-1 0 0,-1 0 0 0 0,0 0 1 0 0,1-1-1 0 0,-1 1 0 0 0,0-1 1 0 0,0 1-1 0 0,0-1 0 0 0,0 0 1 0 0,3-3-1 0 0,3-4 26 0 0,-1-1-1 0 0,-1 0 1 0 0,0 0-1 0 0,0 0 1 0 0,-1-1-1 0 0,0 1 1 0 0,-1-1-1 0 0,6-20 0 0 0,-6 17 124 0 0,6-12 378 0 0,-7 24-90 0 0,-5 15 80 0 0,-6 47 370 0 0,0 78 0 0 0,-1 12-680 0 0,9-150-212 0 0,-7 96-732 0 0,10-47-2639 0 0,-2-40 1287 0 0,1 0 0 0 0,0 0 0 0 0,4 10 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18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27 844 0 0,'14'-27'13485'0'0,"-22"37"-11501"0"0,-87 106 1145 0 0,10-13-2783 0 0,69-82-1853 0 0,1 1 0 0 0,-23 46 0 0 0,37-66 1049 0 0,-6 15-1324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18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89 1584 0 0,'10'-12'4549'0'0,"-5"7"-3621"0"0,1-3 1082 0 0,1 1 0 0 0,14-13 0 0 0,-14 14-1245 0 0,-3 3-597 0 0,0 0 0 0 0,0 0 0 0 0,0 0-1 0 0,0 1 1 0 0,0-1 0 0 0,1 1 0 0 0,-1 0-1 0 0,1 0 1 0 0,0 0 0 0 0,-1 1 0 0 0,1 0 0 0 0,0 0-1 0 0,0 0 1 0 0,0 0 0 0 0,0 1 0 0 0,0 0 0 0 0,0 0-1 0 0,5 1 1 0 0,-6-1-96 0 0,1 0 1 0 0,0 1-1 0 0,-1-1 0 0 0,1 1 0 0 0,-1 1 1 0 0,1-1-1 0 0,-1 1 0 0 0,0-1 1 0 0,1 1-1 0 0,-1 0 0 0 0,0 1 0 0 0,0-1 1 0 0,0 1-1 0 0,-1 0 0 0 0,1 0 0 0 0,-1 0 1 0 0,1 0-1 0 0,2 5 0 0 0,-5-5-27 0 0,0 0 0 0 0,0 0 0 0 0,-1 0 0 0 0,0 0 0 0 0,1 0 0 0 0,-1 0 0 0 0,0 0 0 0 0,-1 0 0 0 0,1 0 0 0 0,0 0-1 0 0,-1 0 1 0 0,0 0 0 0 0,0 0 0 0 0,0 0 0 0 0,0 0 0 0 0,0 0 0 0 0,0 0 0 0 0,-3 3 0 0 0,-14 36 88 0 0,17-41-121 0 0,1 0-9 0 0,-1-1 0 0 0,1 0 0 0 0,0 1-1 0 0,-1-1 1 0 0,1 0 0 0 0,0 1 0 0 0,0-1-1 0 0,-1 1 1 0 0,1-1 0 0 0,0 1 0 0 0,0-1-1 0 0,0 0 1 0 0,-1 1 0 0 0,1-1 0 0 0,0 1-1 0 0,0-1 1 0 0,0 1 0 0 0,0-1 0 0 0,0 1-1 0 0,0-1 1 0 0,0 1 0 0 0,0-1 0 0 0,0 1-1 0 0,0-1 1 0 0,0 0 0 0 0,1 1 0 0 0,-1-1-1 0 0,0 1 1 0 0,0-1 0 0 0,0 1 0 0 0,0-1-1 0 0,1 1 1 0 0,-1-1 0 0 0,0 0 0 0 0,1 1-1 0 0,-1-1 1 0 0,0 0 0 0 0,1 1 0 0 0,-1-1-1 0 0,0 0 1 0 0,1 1 0 0 0,-1-1 0 0 0,0 0-1 0 0,1 0 1 0 0,-1 1 0 0 0,1-1 0 0 0,-1 0-1 0 0,1 0 1 0 0,16 2 91 0 0,-1 0 1 0 0,0 0-1 0 0,-1 2 0 0 0,1 0 0 0 0,-1 1 1 0 0,1 0-1 0 0,-1 2 0 0 0,-1-1 1 0 0,28 18-1 0 0,-41-23-24 0 0,0 0 0 0 0,0 0 0 0 0,0-1 0 0 0,0 1 0 0 0,0 0 0 0 0,0 0 0 0 0,0 0 0 0 0,0 0 0 0 0,-1 0 1 0 0,1 0-1 0 0,0 0 0 0 0,-1 0 0 0 0,1 1 0 0 0,-1-1 0 0 0,1 0 0 0 0,-1 0 0 0 0,0 0 0 0 0,1 1 0 0 0,-1-1 0 0 0,0 0 0 0 0,0 1 0 0 0,0-1 0 0 0,0 0 0 0 0,0 0 0 0 0,0 1 1 0 0,0-1-1 0 0,0 0 0 0 0,-1 0 0 0 0,1 1 0 0 0,0-1 0 0 0,-1 0 0 0 0,1 0 0 0 0,-1 1 0 0 0,1-1 0 0 0,-1 0 0 0 0,0 0 0 0 0,1 0 0 0 0,-1 0 0 0 0,-2 2 0 0 0,-1 1 77 0 0,0 1 0 0 0,0-1-1 0 0,0 0 1 0 0,-1 0-1 0 0,0 0 1 0 0,-10 5-1 0 0,-9 4-88 0 0,-1-2-1 0 0,0-1 0 0 0,-1-1 0 0 0,0-1 1 0 0,-1-1-1 0 0,-47 5 0 0 0,-47-4-3860 0 0,1-12-6128 0 0,62 0 1346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21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1632 0 0,'10'-14'13221'0'0,"-9"16"-12847"0"0,1 10 13 0 0,0 1 0 0 0,0-1 0 0 0,-1 0-1 0 0,-1 1 1 0 0,0-1 0 0 0,-4 25 0 0 0,1-2-133 0 0,0 11-379 0 0,0-20 298 0 0,2 45 0 0 0,9-24-3362 0 0,-6-40 1875 0 0,1-1 0 0 0,-1 0 1 0 0,1 0-1 0 0,0 0 0 0 0,5 6 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22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1980 0 0,'18'18'8332'0'0,"0"-3"-4437"0"0,-12-11-3656 0 0,-1-1 0 0 0,1 1 0 0 0,0-1 0 0 0,0-1 0 0 0,0 1 0 0 0,0-1 0 0 0,0 0 0 0 0,1 0 0 0 0,7 1 0 0 0,257 35 1084 0 0,-264-36-1329 0 0,1-1 0 0 0,-1 2 0 0 0,0-1 1 0 0,0 1-1 0 0,0 0 0 0 0,0 1 0 0 0,0-1 1 0 0,-1 1-1 0 0,1 1 0 0 0,8 7 0 0 0,-6-4 59 0 0,-1 1 1 0 0,0 0-1 0 0,0 0 0 0 0,-1 1 0 0 0,12 21 1 0 0,-4 1 268 0 0,-1 0 0 0 0,-2 1 1 0 0,13 52-1 0 0,2 43 683 0 0,15 174 0 0 0,-16-100-387 0 0,28 207 73 0 0,61 366-280 0 0,-37-285-167 0 0,-36-98-54 0 0,-26-121 1791 0 0,-21-218-1429 0 0,-1-21 306 0 0,5-29-736 0 0,0 0-1 0 0,-1 0 0 0 0,1 0 1 0 0,-1 0-1 0 0,1 0 0 0 0,-1 0 0 0 0,0-1 1 0 0,0 1-1 0 0,0 0 0 0 0,-1-1 0 0 0,1 0 1 0 0,0 1-1 0 0,-1-1 0 0 0,0 0 0 0 0,1 0 1 0 0,-1 0-1 0 0,0-1 0 0 0,0 1 0 0 0,0-1 1 0 0,0 0-1 0 0,0 1 0 0 0,-1-1 0 0 0,-4 1 1 0 0,-21 5-43 0 0,0-1 1 0 0,0-1-1 0 0,0-2 1 0 0,0-1 0 0 0,-39-2-1 0 0,-147-20-989 0 0,158 13 170 0 0,-124-20-3317 0 0,60 5-3807 0 0,116 21 6563 0 0,-1 0 0 0 0,1 0 0 0 0,-1-1-1 0 0,1 0 1 0 0,-9-4 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23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1880 0 0,'11'-17'12753'0'0,"-6"12"-11225"0"0,53-6-928 0 0,14-1-2313 0 0,-24 11-7010 0 0,-35 3 4802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7:23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35 656 0 0,'-5'3'1153'0'0,"-37"29"8507"0"0,42-31-9608 0 0,0-1 0 0 0,0 1 0 0 0,0-1 0 0 0,0 0 0 0 0,0 1-1 0 0,1-1 1 0 0,-1 1 0 0 0,0-1 0 0 0,0 1 0 0 0,1-1 0 0 0,-1 0 0 0 0,0 1 0 0 0,1-1 0 0 0,-1 0-1 0 0,0 1 1 0 0,1-1 0 0 0,-1 0 0 0 0,1 0 0 0 0,-1 1 0 0 0,0-1 0 0 0,1 0 0 0 0,-1 0 0 0 0,1 1-1 0 0,24-3 180 0 0,0-2 0 0 0,-1 0 0 0 0,25-8 0 0 0,6 0-970 0 0,97-22-6089 0 0,-111 24 3161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33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1 304 0 0,'0'0'3528'0'0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33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0 312 0 0,'0'0'2304'0'0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33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1 392 0 0,'0'0'1928'0'0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48:33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36 0 0,'0'0'4180'0'0,"0"8"-5992"0"0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34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0 181 1116 0 0,'6'-14'2857'0'0,"3"-19"509"0"0,-4 18-1704 0 0,-1-1 0 0 0,-1 0 0 0 0,0 0 0 0 0,1-23 0 0 0,-4 37-1274 0 0,1-23 2536 0 0,-2 20-2064 0 0,1 17-855 0 0,-13 461-330 0 0,6-284-8893 0 0,5-141 1339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36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23 1712 0 0,'-28'7'22712'0'0,"21"-7"-22388"0"0,14-2 349 0 0,28-6 836 0 0,-13 3-1094 0 0,48-7-1288 0 0,-68 11 409 0 0,18 0-1979 0 0,-20 1 2218 0 0,1 0 1 0 0,0 0-1 0 0,0 0 0 0 0,0 0 1 0 0,-1 1-1 0 0,1-1 0 0 0,0 0 1 0 0,0 1-1 0 0,-1-1 1 0 0,1 0-1 0 0,0 1 0 0 0,0-1 1 0 0,-1 1-1 0 0,1-1 0 0 0,0 1 1 0 0,-1-1-1 0 0,1 1 1 0 0,-1-1-1 0 0,1 1 0 0 0,-1 0 1 0 0,1 0-1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42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59 240 0 0,'0'0'1884'0'0,"18"-45"14380"0"0,-24 47-16674 0 0,5-1 415 0 0,-1 0-1 0 0,1 1 0 0 0,-1-1 1 0 0,1 1-1 0 0,0-1 0 0 0,-1 1 0 0 0,1-1 1 0 0,0 1-1 0 0,0 0 0 0 0,0 0 1 0 0,0 0-1 0 0,-1 3 0 0 0,-4 11 3 0 0,-5 8 15 0 0,2 1 0 0 0,1 0 0 0 0,-10 49 0 0 0,17-64-20 0 0,0 0 0 0 0,1 0-1 0 0,0-1 1 0 0,0 1 0 0 0,1 0 0 0 0,0-1 0 0 0,1 1 0 0 0,0 0-1 0 0,0-1 1 0 0,1 0 0 0 0,4 10 0 0 0,-5-14 9 0 0,1-1-1 0 0,-1 1 1 0 0,1-1 0 0 0,0 0 0 0 0,1 0-1 0 0,-1 0 1 0 0,1 0 0 0 0,-1 0 0 0 0,1-1-1 0 0,0 0 1 0 0,1 0 0 0 0,-1 0 0 0 0,0 0-1 0 0,1 0 1 0 0,0-1 0 0 0,-1 0 0 0 0,1 0 0 0 0,0 0-1 0 0,0-1 1 0 0,0 0 0 0 0,0 0 0 0 0,7 1-1 0 0,0-1 92 0 0,0-1-1 0 0,0-1 0 0 0,0 1 1 0 0,0-2-1 0 0,0 0 0 0 0,0 0 0 0 0,0-1 1 0 0,-1-1-1 0 0,1 0 0 0 0,-1 0 1 0 0,0-1-1 0 0,0 0 0 0 0,0-1 1 0 0,-1-1-1 0 0,0 1 0 0 0,0-2 0 0 0,-1 1 1 0 0,15-17-1 0 0,-18 18 7 0 0,-1 1-1 0 0,0-1 1 0 0,0-1 0 0 0,0 1-1 0 0,-1-1 1 0 0,0 0 0 0 0,-1 0-1 0 0,0 0 1 0 0,0 0 0 0 0,0 0-1 0 0,-1-1 1 0 0,0 0 0 0 0,0 1-1 0 0,-1-1 1 0 0,0 0 0 0 0,0 0-1 0 0,-1 1 1 0 0,0-1 0 0 0,0 0-1 0 0,-1 0 1 0 0,0 0 0 0 0,0 0-1 0 0,-1 1 1 0 0,0-1 0 0 0,-1 1-1 0 0,1-1 1 0 0,-1 1-1 0 0,-1 0 1 0 0,-6-11 0 0 0,5 11-111 0 0,0 1 0 0 0,0 0 0 0 0,0 0 0 0 0,0 1 0 0 0,-1-1 0 0 0,0 1 0 0 0,0 1 0 0 0,-1-1 0 0 0,1 1 0 0 0,-1 0 0 0 0,0 0 0 0 0,0 1 0 0 0,0 0 0 0 0,0 0 0 0 0,-1 1 0 0 0,1 0 0 0 0,-1 0 0 0 0,0 1 0 0 0,1 0 0 0 0,-1 0 0 0 0,0 1 0 0 0,-12 0 0 0 0,1 2-509 0 0,1 0 0 0 0,0 1 0 0 0,0 0 0 0 0,0 2 0 0 0,0 0 1 0 0,1 1-1 0 0,0 1 0 0 0,-25 13 0 0 0,19-7-3515 0 0,-39 31 1 0 0,21-10-4394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54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69 52 0 0,'-4'-10'3404'0'0,"-10"-33"3028"0"0,13 42-5850 0 0,-5-10 1958 0 0,0 8-1302 0 0,3 12-1143 0 0,0 75 315 0 0,-3-1 1 0 0,-22 106 0 0 0,11-69-481 0 0,15-40-4731 0 0,4-64 1345 0 0,1-3-1388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59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92 224 0 0,'0'-9'1963'0'0,"-1"1"0"0"0,0-1 1 0 0,-1 0-1 0 0,1 1 0 0 0,-2-1 0 0 0,1 1 0 0 0,-6-12 0 0 0,7 19-1821 0 0,0 0-1 0 0,0 0 0 0 0,0 0 0 0 0,0 0 0 0 0,0 1 1 0 0,-1-1-1 0 0,1 0 0 0 0,0 0 0 0 0,0 1 1 0 0,-1-1-1 0 0,1 1 0 0 0,0-1 0 0 0,-1 1 0 0 0,1 0 1 0 0,0-1-1 0 0,-1 1 0 0 0,1 0 0 0 0,-3 0 0 0 0,1 1-113 0 0,-1 0 0 0 0,1 0 0 0 0,-1 0 0 0 0,1 1 0 0 0,-1-1 0 0 0,1 1 0 0 0,0 0 0 0 0,0 0 0 0 0,-1 0 0 0 0,2 0 0 0 0,-1 1 0 0 0,0-1 0 0 0,0 1 0 0 0,1 0 0 0 0,-1-1 0 0 0,1 1 0 0 0,0 0 0 0 0,0 1 0 0 0,0-1 0 0 0,0 0 0 0 0,-2 7 0 0 0,-4 10-14 0 0,1 0 0 0 0,-8 35 0 0 0,12-44 2 0 0,-3 15-6 0 0,1 0 0 0 0,1 0 0 0 0,1 1 0 0 0,1 31 0 0 0,2-45 10 0 0,1-1 1 0 0,1 0-1 0 0,-1 0 0 0 0,2 0 1 0 0,0 0-1 0 0,0 0 1 0 0,1 0-1 0 0,0-1 1 0 0,1 1-1 0 0,1-1 1 0 0,8 14-1 0 0,-11-21 8 0 0,0-1-1 0 0,0 1 0 0 0,0 0 1 0 0,0-1-1 0 0,1 0 1 0 0,-1 0-1 0 0,1 0 1 0 0,0 0-1 0 0,0 0 1 0 0,0-1-1 0 0,0 0 1 0 0,0 0-1 0 0,0 0 0 0 0,1 0 1 0 0,-1-1-1 0 0,1 1 1 0 0,-1-1-1 0 0,1 0 1 0 0,-1-1-1 0 0,1 1 1 0 0,0-1-1 0 0,-1 0 0 0 0,1 0 1 0 0,0 0-1 0 0,-1-1 1 0 0,1 0-1 0 0,0 0 1 0 0,-1 0-1 0 0,1 0 1 0 0,-1-1-1 0 0,1 1 0 0 0,5-4 1 0 0,2-1 44 0 0,-1-1 1 0 0,0 0-1 0 0,0 0 1 0 0,0-1-1 0 0,-1 0 0 0 0,0-1 1 0 0,-1 0-1 0 0,0 0 0 0 0,-1-1 1 0 0,12-17-1 0 0,-12 14 22 0 0,-2 0 0 0 0,0 0 0 0 0,-1 0-1 0 0,0 0 1 0 0,-1-1 0 0 0,0 0 0 0 0,-1 0-1 0 0,-1 0 1 0 0,0 0 0 0 0,-1-1 0 0 0,-1-23-1 0 0,0 28-81 0 0,0 0-1 0 0,-2 1 0 0 0,1-1 1 0 0,-1 1-1 0 0,0 0 0 0 0,-1-1 1 0 0,0 1-1 0 0,-1 0 1 0 0,1 0-1 0 0,-2 1 0 0 0,1-1 1 0 0,-1 1-1 0 0,-1 0 0 0 0,1 0 1 0 0,-1 1-1 0 0,-1 0 0 0 0,1 0 1 0 0,-11-8-1 0 0,13 12-214 0 0,0 0 0 0 0,-1 0 0 0 0,1 1 0 0 0,-1-1-1 0 0,1 1 1 0 0,-9-2 0 0 0,-3 1-2961 0 0,-2 2-3943 0 0,-2 1-1420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15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28 552 0 0,'-4'10'10089'0'0,"4"-9"-9964"0"0,0-1-1 0 0,0 1 1 0 0,0-1 0 0 0,0 1-1 0 0,0-1 1 0 0,0 0-1 0 0,0 1 1 0 0,0-1 0 0 0,0 1-1 0 0,0-1 1 0 0,0 1 0 0 0,0-1-1 0 0,0 1 1 0 0,1-1 0 0 0,-1 1-1 0 0,0-1 1 0 0,0 1-1 0 0,0-1 1 0 0,1 0 0 0 0,-1 1-1 0 0,0-1 1 0 0,0 1 0 0 0,1-1-1 0 0,-1 0 1 0 0,0 1 0 0 0,1-1-1 0 0,-1 0 1 0 0,0 1-1 0 0,1-1 1 0 0,-1 0 0 0 0,1 0-1 0 0,-1 1 1 0 0,1-1 0 0 0,-1 0-1 0 0,0 0 1 0 0,1 0 0 0 0,-1 0-1 0 0,1 0 1 0 0,-1 1-1 0 0,2-1 1 0 0,22-2-797 0 0,-16 1 1059 0 0,38-5-329 0 0,71-17-1 0 0,-84 14-53 0 0,29-2-7669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15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31 2660 0 0,'-20'-30'16313'0'0,"19"30"-16293"0"0,1 0 0 0 0,0 0 0 0 0,-1 0 0 0 0,1 0 0 0 0,-1 1 0 0 0,1-1 0 0 0,0 0 0 0 0,-1 0 0 0 0,1 0 0 0 0,0 1 0 0 0,-1-1 0 0 0,1 0 0 0 0,0 0 0 0 0,-1 1 0 0 0,1-1 0 0 0,0 0 0 0 0,0 0 0 0 0,-1 1 0 0 0,1-1 0 0 0,0 0 0 0 0,0 1 0 0 0,-1-1 0 0 0,1 1 0 0 0,0-1 0 0 0,0 0 0 0 0,0 1 0 0 0,0-1 0 0 0,0 1 0 0 0,0-1 0 0 0,0 1 0 0 0,-2 17 277 0 0,2-12-145 0 0,-6 103 1189 0 0,-14 156-541 0 0,16-236-1515 0 0,-14 105 1722 0 0,11-90-4851 0 0,-1-2-5133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16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80 376 0 0,'-4'-10'4179'0'0,"-12"-22"4779"0"0,13 29-8237 0 0,3 3-522 0 0,-1-1-1 0 0,1 0 1 0 0,0 1-1 0 0,-1-1 1 0 0,0 0 396 0 0,1 1-397 0 0,-1-1 1 0 0,1 1-1 0 0,-1-1 1 0 0,1 1-1 0 0,-1 0 1 0 0,0 0-1 0 0,1-1 1 0 0,-1 1-1 0 0,1 0 1 0 0,-1 0-1 0 0,1-1 1 0 0,-1 1-1 0 0,0 0 1 0 0,1 0-1 0 0,-2 0 1 0 0,-2 4-158 0 0,-1 0 1 0 0,1 0 0 0 0,0 1 0 0 0,0 0-1 0 0,1-1 1 0 0,-1 1 0 0 0,1 0 0 0 0,-5 11-1 0 0,-20 50 48 0 0,26-61-80 0 0,-5 13 7 0 0,2 0 1 0 0,-1 1-1 0 0,2-1 0 0 0,1 1 0 0 0,-2 26 1 0 0,5-36-3 0 0,0 1 0 0 0,0-1 0 0 0,1 0 0 0 0,0 0 0 0 0,0 1 0 0 0,1-1 0 0 0,1 0 0 0 0,-1 0 0 0 0,1-1 0 0 0,1 1 0 0 0,0-1 0 0 0,0 1 0 0 0,6 7 0 0 0,-7-12 14 0 0,1 0 0 0 0,-1-1 0 0 0,1 1 1 0 0,-1-1-1 0 0,1 0 0 0 0,0 0 0 0 0,1 0 0 0 0,-1-1 0 0 0,0 0 0 0 0,1 1 0 0 0,-1-1 0 0 0,1-1 0 0 0,0 1 1 0 0,-1-1-1 0 0,1 0 0 0 0,0 0 0 0 0,0 0 0 0 0,0-1 0 0 0,0 1 0 0 0,0-1 0 0 0,0-1 0 0 0,0 1 0 0 0,9-2 1 0 0,1-1 120 0 0,0-1 0 0 0,0 0 1 0 0,-1-1-1 0 0,0 0 1 0 0,0-1-1 0 0,21-12 0 0 0,-14 5 141 0 0,-1 0-1 0 0,-1-1 1 0 0,0-1-1 0 0,-1-1 1 0 0,24-26-1 0 0,-35 35-182 0 0,-1-1 0 0 0,-1 1 0 0 0,1-1 0 0 0,-1 0 0 0 0,-1 0 0 0 0,1-1 0 0 0,-1 1 0 0 0,-1-1 0 0 0,0 0 0 0 0,0 0 0 0 0,0 0 1 0 0,-1 0-1 0 0,-1-1 0 0 0,0 1 0 0 0,0 0 0 0 0,-1-18 0 0 0,0 21-79 0 0,-1 0 0 0 0,0 0 0 0 0,-1 0 0 0 0,0 0 0 0 0,1 0 0 0 0,-2 1 0 0 0,1-1 0 0 0,-1 1 1 0 0,1 0-1 0 0,-2-1 0 0 0,1 1 0 0 0,0 1 0 0 0,-1-1 0 0 0,-7-7 0 0 0,4 7-104 0 0,1 0 0 0 0,-1 0 1 0 0,0 1-1 0 0,0 0 0 0 0,0 0 0 0 0,0 0 0 0 0,-1 1 0 0 0,1 1 0 0 0,-16-4 0 0 0,4 2-723 0 0,-1 2-1 0 0,1 0 1 0 0,-1 1-1 0 0,1 1 1 0 0,-1 1-1 0 0,0 1 1 0 0,1 1-1 0 0,-23 6 1 0 0,-40 14-6802 0 0,41-8 97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18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75 672 0 0,'-3'0'2210'0'0,"-29"-2"10712"0"0,20 2-11189 0 0,22-6-1358 0 0,15-2-155 0 0,37-7 0 0 0,-35 9-192 0 0,116-26 152 0 0,-141 32-168 0 0,0-1 4 0 0,7 0-7 0 0,-4 0-5 0 0,3-1-2 0 0,-6 1 2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19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30 1976 0 0,'12'-29'26945'0'0,"-21"124"-24450"0"0,1-18-1144 0 0,-18 156-1351 0 0,11-106 0 0 0,14-112 0 0 0,0-1 0 0 0,-1-3 0 0 0,1 0 0 0 0,-1-1 0 0 0,1 2 0 0 0,-1-2 0 0 0,0 0 0 0 0,1-3-23 0 0,1-5-243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20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72 1100 0 0,'0'0'1465'0'0,"-4"-12"3046"0"0,-15-20 5379 0 0,17 32-9869 0 0,0 0 0 0 0,1 1 0 0 0,-1-1 1 0 0,0 1-1 0 0,1 0 0 0 0,-1-1 0 0 0,1 1 1 0 0,-1 0-1 0 0,1 0 0 0 0,0 0 0 0 0,-1 0 0 0 0,1 0 1 0 0,0 0-1 0 0,-1 0 0 0 0,1 0 0 0 0,0 1 1 0 0,-1 0-1 0 0,-20 30 172 0 0,14-19-118 0 0,-5 6 2 0 0,1 1 1 0 0,1 1-1 0 0,1 0 1 0 0,-15 41 0 0 0,22-54-59 0 0,1-1 0 0 0,0 1 0 0 0,0 0 1 0 0,1 0-1 0 0,0 0 0 0 0,1 0 0 0 0,-1-1 0 0 0,1 1 1 0 0,1 0-1 0 0,-1 0 0 0 0,2 0 0 0 0,-1 0 1 0 0,1 0-1 0 0,0-1 0 0 0,0 1 0 0 0,1-1 0 0 0,7 14 1 0 0,-8-18-7 0 0,1 1 1 0 0,-1-1 0 0 0,1 0-1 0 0,0 0 1 0 0,0 0 0 0 0,0 0-1 0 0,0-1 1 0 0,1 1-1 0 0,-1-1 1 0 0,1 0 0 0 0,-1 0-1 0 0,1 0 1 0 0,0 0 0 0 0,4 1-1 0 0,-1-2 41 0 0,0 1 0 0 0,0-1 0 0 0,0 0 0 0 0,0 0 0 0 0,0-1 0 0 0,0 0 0 0 0,12-1 0 0 0,-5-1 111 0 0,-1-1 1 0 0,0 0-1 0 0,0-1 0 0 0,-1 0 1 0 0,1-1-1 0 0,-1-1 1 0 0,0 0-1 0 0,15-9 1 0 0,-15 6 6 0 0,1-1 1 0 0,-1 0 0 0 0,-1-1-1 0 0,0-1 1 0 0,-1 1 0 0 0,0-2-1 0 0,16-26 1 0 0,-21 32-145 0 0,-1 0 0 0 0,0-1 0 0 0,-1 0 0 0 0,0 0 0 0 0,0 0 0 0 0,0-1 0 0 0,-1 1 0 0 0,-1 0 0 0 0,1-1 0 0 0,-1 1 0 0 0,-1-1 0 0 0,0 0 0 0 0,0 1 0 0 0,0-1 0 0 0,-1 1 0 0 0,-2-10 0 0 0,1 13-11 0 0,0-1 1 0 0,0 1-1 0 0,0 1 0 0 0,0-1 1 0 0,-1 0-1 0 0,0 1 0 0 0,0-1 1 0 0,0 1-1 0 0,0 0 1 0 0,-1 0-1 0 0,1 0 0 0 0,-8-6 1 0 0,3 5-151 0 0,1 0 1 0 0,-1 0 0 0 0,0 1 0 0 0,0 0-1 0 0,-1 0 1 0 0,-16-4 0 0 0,0 2-981 0 0,-1 2 1 0 0,0 0-1 0 0,0 2 0 0 0,-32 1 1 0 0,13 1-1305 0 0,-21 3-2345 0 0,1 2-1724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37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0 1740 0 0,'-2'2'1855'0'0,"-36"22"6602"0"0,9-5-4530 0 0,9 6 542 0 0,20-24-4293 0 0,10 5-26 0 0,-2-2-103 0 0,1 0 0 0 0,0-1 0 0 0,0-1-1 0 0,0 1 1 0 0,0-1 0 0 0,15 1 0 0 0,76-1 296 0 0,-73-2-209 0 0,20 0-8 0 0,-44 0-95 0 0,0 0-100 0 0,7 0 15 0 0,-8 0-70 0 0,13-9-5973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37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21 3184 0 0,'-4'-21'19162'0'0,"9"40"-17093"0"0,5 34-1928 0 0,1 107 2428 0 0,-13 211 1 0 0,2-345-2484 0 0,-2 31 77 0 0,-5 107 511 0 0,4-115-325 0 0,3-48-405 0 0,0-1 1 0 0,0 0-1 0 0,0 1 1 0 0,0-1-1 0 0,0 0 1 0 0,0 1-1 0 0,0-1 0 0 0,0 0 1 0 0,0 1-1 0 0,0-1 1 0 0,0 1-1 0 0,0-1 1 0 0,-1 0-1 0 0,1 1 1 0 0,0-1-1 0 0,0 0 0 0 0,0 0 1 0 0,-1 1-1 0 0,1-1 1 0 0,0 0-1 0 0,0 1 1 0 0,0-1-1 0 0,-1 0 1 0 0,1 0-1 0 0,0 1 0 0 0,-1-1 1 0 0,1 0-1 0 0,0 0 1 0 0,-1 0-1 0 0,1 0 1 0 0,0 1-1 0 0,-1-1 1 0 0,1 0-1 0 0,0 0 0 0 0,-1 0 1 0 0,1 0-1 0 0,0 0 1 0 0,-1 0-1 0 0,1 0 1 0 0,-1 0-1 0 0,1 0 1 0 0,0 0-1 0 0,-1 0 1 0 0,1 0-1 0 0,0 0 0 0 0,-1 0 1 0 0,1 0-1 0 0,0 0 1 0 0,-1-1-1 0 0,1 1 1 0 0,0 0-1 0 0,-1 0 1 0 0,1 0-1 0 0,0-1 0 0 0,-1 1 1 0 0,1 0-1 0 0,-1-1 1 0 0,-18-15-6243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38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85 976 0 0,'-11'-30'7024'0'0,"-5"-12"2276"0"0,15 41-9037 0 0,1 0 1 0 0,0 0 0 0 0,-1 0 0 0 0,1 1 0 0 0,0-1 0 0 0,-1 0 0 0 0,1 1 0 0 0,-3-4 1319 0 0,2 3-1319 0 0,0 1 0 0 0,-1-1 0 0 0,0 14-184 0 0,-1 1 1 0 0,2-1-1 0 0,-1 1 0 0 0,2 0 1 0 0,1 14-1 0 0,-1 10-13 0 0,10 336-1448 0 0,1-291-5055 0 0,-8-61 1985 0 0,1 0-3212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40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46 408 0 0,'13'-5'14853'0'0,"14"3"-14535"0"0,0-2-1 0 0,32-8 1 0 0,16-2-14 0 0,-27 9-344 0 0,-38 3 37 0 0,36 0-20 0 0,-43 2 38 0 0,0 0 1 0 0,0 0 0 0 0,0 1 0 0 0,0-1 0 0 0,0 1 0 0 0,0-1 0 0 0,0 1 0 0 0,0 0 0 0 0,0 0 0 0 0,0 0 0 0 0,-1 0 0 0 0,1 1 0 0 0,0-1 0 0 0,-1 1 0 0 0,1 0 0 0 0,-1 0 0 0 0,1 0 0 0 0,-1 0 0 0 0,0 0 0 0 0,0 0 0 0 0,0 0 0 0 0,0 1 0 0 0,0-1 0 0 0,0 1 0 0 0,-1 0 0 0 0,1-1 0 0 0,0 4 0 0 0,3 2 5 0 0,21 40 233 0 0,-1 1 0 0 0,-3 1 1 0 0,-2 1-1 0 0,-2 1 0 0 0,19 98 1 0 0,-16-27 498 0 0,6 180 1 0 0,-25 179 865 0 0,-32 0 425 0 0,-1-144-872 0 0,-15 235 621 0 0,28-257-424 0 0,-19 464 3182 0 0,37-492-4393 0 0,-4 91-50 0 0,3-359-108 0 0,-2 1 0 0 0,0-1 0 0 0,-1 1 0 0 0,-1-1 0 0 0,-13 34 0 0 0,14-46 0 0 0,0 1 0 0 0,0-1 0 0 0,-1 0 0 0 0,0 0 0 0 0,-1-1 0 0 0,0 1 0 0 0,0-1 0 0 0,0 0 0 0 0,-1-1 0 0 0,0 0 0 0 0,0 0 0 0 0,0 0 0 0 0,-1-1 0 0 0,0 0 0 0 0,-9 4 0 0 0,-6 0 0 0 0,1-1 0 0 0,-1-1 0 0 0,0-1 0 0 0,-42 5 0 0 0,-99 1 0 0 0,134-11 0 0 0,5 1-4 0 0,-96 1-215 0 0,100-4 13 0 0,0 0-1 0 0,0-1 0 0 0,-34-9 1 0 0,54 11-82 0 0,-1-1 1 0 0,1 1-1 0 0,-1 0 1 0 0,1-1-1 0 0,-1 1 0 0 0,1-1 1 0 0,-1 0-1 0 0,1 1 1 0 0,-1-1-1 0 0,1 0 1 0 0,0 0-1 0 0,-1 0 1 0 0,1 0-1 0 0,0 0 1 0 0,0 0-1 0 0,0 0 1 0 0,0-1-1 0 0,0 1 1 0 0,0 0-1 0 0,0-1 1 0 0,0 1-1 0 0,0 0 1 0 0,1-1-1 0 0,-1 1 1 0 0,0-1-1 0 0,1 1 1 0 0,0-1-1 0 0,-1 1 1 0 0,1-1-1 0 0,0 0 1 0 0,0 1-1 0 0,-1-1 1 0 0,2-2-1 0 0,0-2-1081 0 0,0-1 0 0 0,1 1 0 0 0,0 0 0 0 0,0 0-1 0 0,1 1 1 0 0,-1-1 0 0 0,6-8 0 0 0,10-17-7216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41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52 1680 0 0,'-6'-20'14851'0'0,"2"11"-12226"0"0,1 12-2511 0 0,1-1-1 0 0,0 1 0 0 0,-1 0 0 0 0,1 0 0 0 0,0 0 0 0 0,1 1 0 0 0,-1-1 0 0 0,-2 7 0 0 0,-11 36 883 0 0,8-23-518 0 0,-135 460 3228 0 0,130-438-3562 0 0,1 1-8 0 0,4-16 227 0 0,-18 48 0 0 0,24-76-150 0 0,0-2-210 0 0,0 0 1 0 0,1-1-1 0 0,-1 1 1 0 0,0 0-1 0 0,0-1 0 0 0,1 1 1 0 0,-1 0-1 0 0,0-1 0 0 0,1 1 1 0 0,-1-1-1 0 0,0 1 0 0 0,1-1 1 0 0,-1 1-1 0 0,1-1 0 0 0,-1 0 1 0 0,1 1-1 0 0,-1-1 1 0 0,1 0-1 0 0,-1 1 0 0 0,1-1 1 0 0,0 0-1 0 0,-1 0 0 0 0,1 1 1 0 0,0-1-1 0 0,0 0 0 0 0,-1 0 1 0 0,1-1-1 0 0,-5-27 16 0 0,5 22 22 0 0,-6-35-41 0 0,3 0 1 0 0,3-66-1 0 0,19-84-221 0 0,-14 153 234 0 0,2 1 0 0 0,2 0 0 0 0,1 1 0 0 0,2 0 1 0 0,2 0-1 0 0,1 2 0 0 0,23-40 0 0 0,-37 72-22 0 0,1 1 1 0 0,-1-1-1 0 0,1 1 1 0 0,-1 0-1 0 0,1 0 1 0 0,0 0-1 0 0,0 0 1 0 0,0 0-1 0 0,0 0 1 0 0,0 0-1 0 0,0 1 1 0 0,1-1-1 0 0,-1 1 1 0 0,1-1-1 0 0,-1 1 1 0 0,1 0-1 0 0,-1 0 1 0 0,1 0-1 0 0,0 0 1 0 0,-1 1-1 0 0,1-1 1 0 0,0 1-1 0 0,0-1 0 0 0,3 1 1 0 0,-1 1-9 0 0,-1 0-1 0 0,0 0 1 0 0,0 0 0 0 0,0 1 0 0 0,-1-1-1 0 0,1 1 1 0 0,0 0 0 0 0,0 0 0 0 0,-1 1-1 0 0,0-1 1 0 0,1 1 0 0 0,-1-1 0 0 0,0 1-1 0 0,0 0 1 0 0,0 0 0 0 0,2 4 0 0 0,8 11 61 0 0,0 0 1 0 0,-1 1 0 0 0,-2 1-1 0 0,0-1 1 0 0,0 2-1 0 0,8 30 1 0 0,28 134 232 0 0,-38-148-245 0 0,11 112 815 0 0,-14-100-3336 0 0,0-2-5032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41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34 848 0 0,'-26'3'7399'0'0,"-34"9"1146"0"0,47-11-4740 0 0,29-7-3155 0 0,1 0 0 0 0,-1 2 0 0 0,19-4 0 0 0,25-1-1671 0 0,-4 0-3343 0 0,-28 4-1617 0 0,-1 2-3446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54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50 1176 0 0,'-13'10'15035'0'0,"129"-36"-14729"0"0,-32 5-261 0 0,-34 10-73 0 0,-36 9-362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55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47 328 0 0,'-6'-30'12922'0'0,"1"17"-10968"0"0,2 9-865 0 0,2 13-1231 0 0,0 32 265 0 0,0-13-39 0 0,5 49 0 0 0,-3-68-71 0 0,0 0 0 0 0,1 0 0 0 0,1 0 1 0 0,-1-1-1 0 0,1 1 0 0 0,1-1 0 0 0,-1 0 0 0 0,1 0 0 0 0,10 14 1 0 0,-10-18-3 0 0,-1 0 1 0 0,1 0 0 0 0,0 0-1 0 0,1-1 1 0 0,-1 1 0 0 0,1-1 0 0 0,-1 0-1 0 0,1 0 1 0 0,0-1 0 0 0,0 1 0 0 0,0-1-1 0 0,0 0 1 0 0,1 0 0 0 0,-1-1 0 0 0,10 2-1 0 0,-11-3-4 0 0,0 1 0 0 0,0-1 0 0 0,0 0 0 0 0,1 0 0 0 0,-1 0 0 0 0,0 0 0 0 0,0-1 0 0 0,1 0-1 0 0,-1 0 1 0 0,0 0 0 0 0,0 0 0 0 0,0-1 0 0 0,0 1 0 0 0,0-1 0 0 0,-1 0 0 0 0,1 0 0 0 0,0-1 0 0 0,-1 1-1 0 0,0-1 1 0 0,5-4 0 0 0,-3 1 37 0 0,0 0 0 0 0,0 0 0 0 0,-1-1 0 0 0,1 1 0 0 0,-2-1 0 0 0,1 0 0 0 0,4-13 0 0 0,5-32 3263 0 0,-13 50-2976 0 0,1 0 248 0 0,-1-2 70 0 0,-1 15-644 0 0,-3 37 87 0 0,-32 231 106 0 0,28-241-814 0 0,-7 47 504 0 0,12-57-4466 0 0,2-1-4564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55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23 932 0 0,'6'-23'16796'0'0,"-20"41"-13723"0"0,5-7-3564 0 0,-140 199 921 0 0,81-108-356 0 0,56-86-84 0 0,4-4-799 0 0,0-1 0 0 0,-9 19 0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0:56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72 1512 0 0,'28'-11'18042'0'0,"-24"8"-16835"0"0,4-3-1130 0 0,0-1 1 0 0,1 1-1 0 0,-1 0 1 0 0,1 1-1 0 0,0 0 1 0 0,0 1-1 0 0,1 0 1 0 0,-1 0-1 0 0,1 1 1 0 0,18-4-1 0 0,-26 6-78 0 0,1 1 2 0 0,-1 0-4 0 0,11 1-4 0 0,-11 0 8 0 0,-1-1 0 0 0,1 1 0 0 0,-1 0 1 0 0,1 0-1 0 0,-1 0 0 0 0,0 0 1 0 0,1 0-1 0 0,-1 0 0 0 0,0 0 0 0 0,0 0 1 0 0,0 0-1 0 0,0 1 0 0 0,0-1 0 0 0,0 0 1 0 0,0 1-1 0 0,0-1 0 0 0,-1 1 1 0 0,1-1-1 0 0,0 1 0 0 0,-1-1 0 0 0,1 1 1 0 0,-1-1-1 0 0,0 1 0 0 0,0 0 0 0 0,1-1 1 0 0,-1 1-1 0 0,0 0 0 0 0,-1 2 1 0 0,1 3 5 0 0,-1-1 0 0 0,-1 0 0 0 0,1 0 0 0 0,-1 0 0 0 0,-3 6 1 0 0,5-10-6 0 0,-12 24 74 0 0,-30 47-1 0 0,32-55-45 0 0,9-17-25 0 0,0 0-4 0 0,0 0 1 0 0,1 0 0 0 0,-1 0 0 0 0,0 0-1 0 0,0 0 1 0 0,1 0 0 0 0,-1 0-1 0 0,0 1 1 0 0,1-1 0 0 0,0 0 0 0 0,-1 0-1 0 0,1 1 1 0 0,0-1 0 0 0,-1 0 0 0 0,1 1-1 0 0,0-1 1 0 0,0 0 0 0 0,0 1 0 0 0,0-1-1 0 0,0 0 1 0 0,1 2 0 0 0,5 1 0 0 0,0-1 0 0 0,1 0 0 0 0,-1 0 0 0 0,12 3 0 0 0,-9-4 1 0 0,-1 1-1 0 0,0 0 0 0 0,1 0 0 0 0,-1 1 0 0 0,-1 1 1 0 0,1-1-1 0 0,-1 1 0 0 0,9 7 0 0 0,-13-10 40 0 0,-1 0-1 0 0,0 0 1 0 0,1 0 0 0 0,-1 0-1 0 0,0 1 1 0 0,0-1-1 0 0,0 1 1 0 0,-1-1 0 0 0,1 1-1 0 0,-1 0 1 0 0,1-1-1 0 0,-1 1 1 0 0,0 0-1 0 0,0 0 1 0 0,0 0 0 0 0,0 0-1 0 0,-1 0 1 0 0,1 0-1 0 0,-1 0 1 0 0,0 0-1 0 0,0 1 1 0 0,0-1 0 0 0,0 0-1 0 0,-1 5 1 0 0,-1-2 223 0 0,0-1-1 0 0,-1 1 1 0 0,1-1 0 0 0,-1 0 0 0 0,0 0-1 0 0,0 0 1 0 0,-1 0 0 0 0,1-1-1 0 0,-1 1 1 0 0,0-1 0 0 0,-9 7 0 0 0,4-3-133 0 0,0-2 1 0 0,0 1-1 0 0,-1-1 1 0 0,0-1-1 0 0,0 1 0 0 0,-1-2 1 0 0,1 1-1 0 0,-1-2 1 0 0,0 1-1 0 0,0-2 1 0 0,0 1-1 0 0,0-1 1 0 0,-1-1-1 0 0,1 0 0 0 0,-1-1 1 0 0,-13-1-1 0 0,9 0-445 0 0,0-2-1 0 0,0 1 0 0 0,0-2 0 0 0,-22-8 0 0 0,21 5-1104 0 0,-1 0 0 0 0,1-2 0 0 0,-24-15 1 0 0,-10-11-4026 0 0,17 9-979 0 0,11 6-476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05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79 1644 0 0,'-14'-6'5506'0'0,"-8"-1"-1853"0"0,12 1-426 0 0,11 5-3156 0 0,-1 1 0 0 0,0 0 0 0 0,0-1 0 0 0,1 1-1 0 0,-1 0 1 0 0,0-1 0 0 0,0 1 0 0 0,1 0 0 0 0,-1 0-1 0 0,0-1 1 0 0,1 1 0 0 0,-1 0 0 0 0,0 0-1 0 0,1-1 1 0 0,-1 1 0 0 0,0 0 0 0 0,1 0 0 0 0,-1 0-1 0 0,1 0 1 0 0,-1 0 0 0 0,0-1 0 0 0,1 1 0 0 0,-1 0-1 0 0,1 0 1 0 0,-1 0 0 0 0,0 0 0 0 0,1 0-1 0 0,-1 0 1 0 0,1 0 0 0 0,-1 1 0 0 0,126-25 182 0 0,48-6-343 0 0,-171 30-121 0 0,1 0-192 0 0,24 6-4393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05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49 1368 0 0,'-10'-12'6025'0'0,"-17"-19"2996"0"0,25 30-8386 0 0,2 1-555 0 0,0 0 0 0 0,0-1 1 0 0,0 1-1 0 0,0 0 0 0 0,0 0 1 0 0,0-1-1 0 0,-2-1 803 0 0,2 2-803 0 0,0 0 1 0 0,0 0-1 0 0,-1 0 0 0 0,1 0 0 0 0,0 0 1 0 0,0 0-1 0 0,0 0 0 0 0,-1-1 1 0 0,1 1-1 0 0,0 0 0 0 0,0 0 0 0 0,-1 0 1 0 0,1 0-1 0 0,0 0 0 0 0,0 0 1 0 0,-1 0-1 0 0,1 0 0 0 0,-2 7 281 0 0,1-1-1 0 0,0 1 1 0 0,0 0 0 0 0,0-1-1 0 0,1 1 1 0 0,0 0 0 0 0,0 0-1 0 0,1-1 1 0 0,0 1-1 0 0,2 7 1 0 0,0 11 361 0 0,3 81 157 0 0,-5 0 0 0 0,-21 181-1 0 0,17-261-1923 0 0,0 7-5538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05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13 1504 0 0,'12'-13'17465'0'0,"-112"140"-12735"0"0,4-5-3732 0 0,-130 143-163 0 0,225-264-924 0 0,-15 21-552 0 0,15-21 258 0 0,0 0 0 0 0,1 0-1 0 0,-1 0 1 0 0,1 0 0 0 0,-1 0 0 0 0,1 1-1 0 0,-1-1 1 0 0,1 0 0 0 0,0 0 0 0 0,-1 1-1 0 0,1-1 1 0 0,0 0 0 0 0,0 0 0 0 0,0 1-1 0 0,0-1 1 0 0,0 2 0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06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63 432 0 0,'0'0'15030'0'0,"3"-12"-12759"0"0,2 7-2134 0 0,0 1 0 0 0,0-1 0 0 0,1 1 0 0 0,-1 0 0 0 0,1 0 0 0 0,0 1 0 0 0,0-1 0 0 0,1 1 0 0 0,-1 1 0 0 0,0-1 0 0 0,1 1 0 0 0,12-2 1 0 0,-15 3-131 0 0,-1 0 1 0 0,1 0-1 0 0,-1 1 1 0 0,1-1-1 0 0,-1 1 1 0 0,1 0-1 0 0,-1 0 1 0 0,1 1-1 0 0,0-1 1 0 0,-1 1-1 0 0,1-1 1 0 0,-1 1-1 0 0,1 0 1 0 0,-1 1-1 0 0,0-1 1 0 0,0 1-1 0 0,1-1 1 0 0,-1 1-1 0 0,0 0 1 0 0,0 0-1 0 0,0 0 1 0 0,-1 0-1 0 0,1 1 1 0 0,0-1-1 0 0,-1 1 1 0 0,0 0-1 0 0,0-1 1 0 0,2 4-1 0 0,-2-2 4 0 0,0 0 0 0 0,-1 0 0 0 0,0 0-1 0 0,1 1 1 0 0,-2-1 0 0 0,1 0 0 0 0,0 0-1 0 0,-1 1 1 0 0,0-1 0 0 0,0 0 0 0 0,0 0-1 0 0,-1 1 1 0 0,1-1 0 0 0,-1 0-1 0 0,0 0 1 0 0,0 0 0 0 0,-3 6 0 0 0,-3 8 162 0 0,-1-1 0 0 0,-17 28 1 0 0,4-9 1128 0 0,21-35-1137 0 0,-1 0-155 0 0,1-1 0 0 0,0 0 0 0 0,0 0-1 0 0,-1 1 1 0 0,1-1 0 0 0,0 0 0 0 0,0 1-1 0 0,0-1 1 0 0,0 0 0 0 0,-1 0 0 0 0,1 1 0 0 0,0-1-1 0 0,0 0 1 0 0,0 1 0 0 0,0-1 0 0 0,0 0-1 0 0,0 1 1 0 0,0-1 0 0 0,0 0 0 0 0,0 1-1 0 0,0-1 1 0 0,0 0 0 0 0,0 1 0 0 0,0-1 0 0 0,0 0-1 0 0,0 1 1 0 0,1-1 0 0 0,-1 0 0 0 0,0 1-1 0 0,0-1 1 0 0,0 0 0 0 0,0 0 0 0 0,0 1-1 0 0,1-1 1 0 0,-1 0 0 0 0,0 1 0 0 0,0-1-1 0 0,1 0 1 0 0,-1 0 0 0 0,0 0 0 0 0,0 1 0 0 0,1-1-1 0 0,-1 0 1 0 0,0 0 0 0 0,1 0 0 0 0,-1 0-1 0 0,0 0 1 0 0,1 1 0 0 0,-1-1 0 0 0,0 0-1 0 0,1 0 1 0 0,-1 0 0 0 0,0 0 0 0 0,1 0 0 0 0,-1 0-1 0 0,1 0 1 0 0,17-2 37 0 0,0 1-1 0 0,0 1 1 0 0,20 2-1 0 0,-34-2-12 0 0,0 0 0 0 0,0 1-1 0 0,0-1 1 0 0,0 1-1 0 0,0 0 1 0 0,0 0 0 0 0,0 1-1 0 0,0-1 1 0 0,-1 1-1 0 0,1 0 1 0 0,-1 0 0 0 0,1 0-1 0 0,-1 0 1 0 0,0 0-1 0 0,1 1 1 0 0,-1 0 0 0 0,-1 0-1 0 0,1 0 1 0 0,0 0-1 0 0,-1 0 1 0 0,4 5-1 0 0,-5-4 82 0 0,0-1 0 0 0,-1 0-1 0 0,1 1 1 0 0,-1-1-1 0 0,1 1 1 0 0,-1-1-1 0 0,0 1 1 0 0,-1-1-1 0 0,1 1 1 0 0,0-1-1 0 0,-1 0 1 0 0,0 1 0 0 0,0-1-1 0 0,0 0 1 0 0,0 1-1 0 0,-1-1 1 0 0,1 0-1 0 0,-1 0 1 0 0,0 0-1 0 0,-2 3 1 0 0,-2 3 82 0 0,-1 0 0 0 0,1-1 0 0 0,-2 0 1 0 0,1 0-1 0 0,-10 8 0 0 0,7-9-84 0 0,-1 1 0 0 0,1-1 1 0 0,-1-1-1 0 0,0 0 0 0 0,-1-1 0 0 0,0 0 0 0 0,1 0 1 0 0,-24 4-1 0 0,26-7-223 0 0,0 0 1 0 0,1-1-1 0 0,-1 0 1 0 0,0-1 0 0 0,0 0-1 0 0,0-1 1 0 0,0 1-1 0 0,0-2 1 0 0,0 1-1 0 0,1-1 1 0 0,-1-1-1 0 0,0 1 1 0 0,-10-6-1 0 0,15 6-364 0 0,1-1-1 0 0,-1 1 0 0 0,1-1 0 0 0,0 0 1 0 0,-1 0-1 0 0,1 0 0 0 0,0 0 0 0 0,1 0 1 0 0,-1-1-1 0 0,1 1 0 0 0,-1-1 0 0 0,1 0 1 0 0,0 1-1 0 0,-2-9 0 0 0,2 7-844 0 0,0-1 1 0 0,0 1-1 0 0,1-1 0 0 0,0 0 1 0 0,1 0-1 0 0,-1-7 0 0 0,2-12-6395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08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1 244 0 0,'-12'13'19492'0'0,"12"-12"-19484"0"0,1 0 0 0 0,0-1 0 0 0,-1 1 1 0 0,1 0-1 0 0,0-1 0 0 0,0 1 0 0 0,0-1 1 0 0,-1 1-1 0 0,1-1 0 0 0,0 1 0 0 0,0-1 0 0 0,0 0 1 0 0,0 1-1 0 0,0-1 0 0 0,0 0 0 0 0,0 0 1 0 0,0 1-1 0 0,0-1 0 0 0,0 0 0 0 0,1 0 0 0 0,30-2 102 0 0,-2 0-25 0 0,44-3 16 0 0,-20-1-44 0 0,-40 6-43 0 0,22 1 6 0 0,-33-1-10 0 0,-1 1-6 0 0,4-1-1 0 0,-1 1 1 0 0,1 0-1 0 0,-1 1 1 0 0,0-1 0 0 0,0 1-1 0 0,0 0 1 0 0,1 0 0 0 0,-2 1-1 0 0,1 0 1 0 0,0 0-1 0 0,0 0 1 0 0,6 6 0 0 0,-5-3 10 0 0,0 0 1 0 0,-1 1-1 0 0,1 0 1 0 0,-2 0 0 0 0,1 0-1 0 0,-1 0 1 0 0,6 13-1 0 0,0 8 59 0 0,-1 2 0 0 0,-1-1 0 0 0,6 51 0 0 0,-10-57-36 0 0,7 79 881 0 0,-2 175 1 0 0,-9-263-900 0 0,15 354 590 0 0,-6-213-231 0 0,40 290-63 0 0,-20-234-396 0 0,11 73 436 0 0,15 130 712 0 0,11 180 652 0 0,-22-93 1638 0 0,-42-459-3273 0 0,11 406 1770 0 0,-7-270-1401 0 0,-4-146-453 0 0,-2 0 0 0 0,-4 48 0 0 0,3-69 0 0 0,-1 0 0 0 0,-1 0 0 0 0,0-1 0 0 0,0 1 0 0 0,-1-1 0 0 0,-1 0 0 0 0,1 0 0 0 0,-2 0 0 0 0,1 0 0 0 0,-1-1 0 0 0,-8 9 0 0 0,-7 5-913 0 0,-1-2 1 0 0,0 0-1 0 0,-2-1 1 0 0,0-2-1 0 0,-49 29 1 0 0,-142 57-10265 0 0,85-51-2534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09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63 616 0 0,'-15'-9'13201'0'0,"14"8"-12808"0"0,6-3-325 0 0,-1 1 0 0 0,1-1-1 0 0,0 1 1 0 0,0 1 0 0 0,1-1 0 0 0,-1 1 0 0 0,11-4 0 0 0,46-11 23 0 0,-51 15-102 0 0,-5 1-152 0 0,22-5-1465 0 0,-9 9-4104 0 0,-6 1 826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10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44 122 2484 0 0,'-44'39'10187'0'0,"61"-46"-9503"0"0,183-80-1633 0 0,-104 44-4546 0 0,-46 19 988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11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15 1236 0 0,'-1'-14'14675'0'0,"1"13"-14182"0"0,-4 1-312 0 0,-11 0-30 0 0,12 0-29 0 0,-1 0-26 0 0,-3 0-49 0 0,-5 0-17 0 0,0 1 0 0 0,0 0 0 0 0,0 0 0 0 0,0 1 0 0 0,0 1 0 0 0,0 0 0 0 0,1 0 0 0 0,-20 10 1 0 0,13-6-31 0 0,12-4-2 0 0,0 3-8 0 0,2-3 8 0 0,-1 1 1 0 0,1 1 0 0 0,1-1 0 0 0,-1 1 0 0 0,0-1 0 0 0,1 1 0 0 0,0 0 0 0 0,0 0 0 0 0,1 0-1 0 0,-1 1 1 0 0,1-1 0 0 0,-2 9 0 0 0,2-2 4 0 0,0 0-1 0 0,0 0 0 0 0,2 23 1 0 0,0-32 0 0 0,5 95 103 0 0,31 172 0 0 0,-6-70 40 0 0,33 697 322 0 0,-60-845-432 0 0,11 292 70 0 0,31 475 1101 0 0,-24 122 1471 0 0,-23-890-2460 0 0,-3 81 294 0 0,19 217 0 0 0,-13-333-484 0 0,2-1 0 0 0,0 0-1 0 0,1 0 1 0 0,0 0 0 0 0,1 0 0 0 0,8 16 0 0 0,-9-25-13 0 0,-1 0 0 0 0,0-1 0 0 0,1 1 0 0 0,0-1 0 0 0,1 0 0 0 0,-1 0 1 0 0,1 0-1 0 0,0-1 0 0 0,0 1 0 0 0,0-1 0 0 0,1-1 0 0 0,-1 1 0 0 0,1-1 0 0 0,0 0 0 0 0,0 0 0 0 0,12 4 0 0 0,-1-3 7 0 0,-1-1 0 0 0,1 0 0 0 0,0-1 0 0 0,0-1 0 0 0,0-1 0 0 0,0 0-1 0 0,21-4 1 0 0,120-26-454 0 0,-140 25 290 0 0,182-52-3345 0 0,-70 9-4309 0 0,-43 12-1922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13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17 936 0 0,'4'-16'23483'0'0,"-5"17"-23094"0"0,0 1 0 0 0,0-1 1 0 0,0 1-1 0 0,0-1 0 0 0,0 1 1 0 0,1-1-1 0 0,-1 1 0 0 0,0 0 0 0 0,1-1 1 0 0,-1 1-1 0 0,1 0 0 0 0,0-1 1 0 0,0 1-1 0 0,-1 0 0 0 0,1 0 0 0 0,1 3 1 0 0,5 34-1338 0 0,-2-15 1244 0 0,28 215-636 0 0,-2-39-3292 0 0,-15-109-1050 0 0,-2 0-5037 0 0,-8-56 111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17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13 268 0 0,'-12'-3'5133'0'0,"-6"-2"-2296"0"0,25 2-1407 0 0,-1 2-1335 0 0,-1 1 0 0 0,0-1 0 0 0,1 1 0 0 0,-1 1 0 0 0,10 0 0 0 0,-8 1-80 0 0,-1 0-1 0 0,1 0 0 0 0,-1 0 0 0 0,0 1 1 0 0,0 0-1 0 0,0 0 0 0 0,0 0 0 0 0,0 1 1 0 0,-1 0-1 0 0,7 6 0 0 0,-9-7-4 0 0,-1 0-1 0 0,1 0 1 0 0,-1 0-1 0 0,0 0 1 0 0,0 0-1 0 0,0 1 0 0 0,-1-1 1 0 0,1 1-1 0 0,-1-1 1 0 0,0 1-1 0 0,0 0 1 0 0,0-1-1 0 0,0 1 1 0 0,-1 0-1 0 0,1 0 0 0 0,-1-1 1 0 0,0 1-1 0 0,0 0 1 0 0,-1 0-1 0 0,0 7 1 0 0,-3 6 106 0 0,-1 0 1 0 0,0 0 0 0 0,-1-1-1 0 0,-1 1 1 0 0,0-1 0 0 0,-13 19 0 0 0,-65 87 1254 0 0,55-82-939 0 0,18-24-282 0 0,7-11-91 0 0,1 1 1 0 0,0 0 0 0 0,0 0-1 0 0,0 0 1 0 0,-5 12-1 0 0,9-17-50 0 0,0 0-1 0 0,0-1 0 0 0,0 1 0 0 0,0 0 1 0 0,-1-1-1 0 0,1 1 0 0 0,0 0 1 0 0,0-1-1 0 0,0 1 0 0 0,1 0 0 0 0,-1-1 1 0 0,0 1-1 0 0,0 0 0 0 0,0-1 1 0 0,0 1-1 0 0,1 0 0 0 0,-1-1 0 0 0,0 1 1 0 0,0-1-1 0 0,1 1 0 0 0,-1-1 0 0 0,1 1 1 0 0,-1 0-1 0 0,0-1 0 0 0,1 1 1 0 0,-1-1-1 0 0,1 0 0 0 0,-1 1 0 0 0,1-1 1 0 0,-1 1-1 0 0,1-1 0 0 0,0 0 1 0 0,-1 1-1 0 0,1-1 0 0 0,-1 0 0 0 0,1 0 1 0 0,0 1-1 0 0,-1-1 0 0 0,1 0 1 0 0,0 0-1 0 0,-1 0 0 0 0,1 0 0 0 0,0 0 1 0 0,1 0-1 0 0,29 0 95 0 0,-29 0-101 0 0,26-4 21 0 0,0-1 0 0 0,-1 0-1 0 0,30-11 1 0 0,31-15-2769 0 0,-59 20 620 0 0,-8 3-876 0 0,0-2-1010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17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5 1988 0 0,'4'-5'14852'0'0,"-9"9"-14625"0"0,0 1 0 0 0,0-1 0 0 0,0 1 0 0 0,1 0 0 0 0,0 0 0 0 0,0 0 0 0 0,-4 8 0 0 0,-25 47 442 0 0,14-23-453 0 0,-29 52-105 0 0,-52 132 0 0 0,75-152-3954 0 0,3 1-3839 0 0,20-56 1848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18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53 1888 0 0,'25'-34'12711'0'0,"-25"34"-12629"0"0,1-1 0 0 0,-1 0-1 0 0,0 0 1 0 0,1 0 0 0 0,-1 1-1 0 0,1-1 1 0 0,-1 0 0 0 0,1 0-1 0 0,-1 1 1 0 0,1-1 0 0 0,-1 0-1 0 0,1 1 1 0 0,0-1 0 0 0,-1 1 0 0 0,1-1-1 0 0,0 1 1 0 0,0-1 0 0 0,-1 1-1 0 0,1 0 1 0 0,0-1 0 0 0,0 1-1 0 0,0 0 1 0 0,0-1 0 0 0,-1 1-1 0 0,3 0 1 0 0,17-4 326 0 0,-20 4-407 0 0,3 0 51 0 0,-2 1-36 0 0,1 0 0 0 0,-1 0-1 0 0,0 0 1 0 0,1 0 0 0 0,-1 0-1 0 0,0 0 1 0 0,0 1 0 0 0,0-1 0 0 0,0 1-1 0 0,0-1 1 0 0,0 1 0 0 0,-1-1-1 0 0,1 1 1 0 0,0-1 0 0 0,-1 1-1 0 0,1-1 1 0 0,-1 1 0 0 0,1 0 0 0 0,-1-1-1 0 0,0 1 1 0 0,0 2 0 0 0,-2 11 35 0 0,-1 0 1 0 0,-1-1 0 0 0,-1 0 0 0 0,0 0-1 0 0,0 0 1 0 0,-2-1 0 0 0,-8 15 0 0 0,6-10-36 0 0,9-17-18 0 0,-1 2-4 0 0,0-3 6 0 0,1 1 1 0 0,0 0-1 0 0,0-1 0 0 0,-1 1 1 0 0,1 0-1 0 0,0-1 0 0 0,0 1 1 0 0,0 0-1 0 0,0 0 1 0 0,0-1-1 0 0,0 1 0 0 0,0 0 1 0 0,0 0-1 0 0,0-1 0 0 0,0 1 1 0 0,0 0-1 0 0,0-1 0 0 0,0 1 1 0 0,1 0-1 0 0,-1 0 0 0 0,0-1 1 0 0,0 1-1 0 0,1 0 1 0 0,-1-1-1 0 0,1 1 0 0 0,-1-1 1 0 0,1 1-1 0 0,-1 0 0 0 0,1-1 1 0 0,-1 1-1 0 0,1-1 0 0 0,-1 1 1 0 0,1-1-1 0 0,-1 0 0 0 0,1 1 1 0 0,0-1-1 0 0,-1 0 1 0 0,1 1-1 0 0,1-1 0 0 0,5 4 0 0 0,0 0 0 0 0,0-1 0 0 0,0 1-1 0 0,1-2 1 0 0,0 1 0 0 0,12 1-1 0 0,10 4-5 0 0,4 5 18 0 0,-29-12 103 0 0,1 2 0 0 0,-1-1 0 0 0,1 0 0 0 0,-1 1 0 0 0,0 0 0 0 0,0 1 0 0 0,5 3 0 0 0,-9-6-31 0 0,0 0-1 0 0,0 1 0 0 0,0-1 0 0 0,0 0 0 0 0,0 0 0 0 0,0 0 0 0 0,0 1 0 0 0,0-1 1 0 0,-1 0-1 0 0,1 1 0 0 0,-1-1 0 0 0,1 1 0 0 0,-1-1 0 0 0,1 1 0 0 0,-1-1 0 0 0,0 1 1 0 0,0-1-1 0 0,0 1 0 0 0,0-1 0 0 0,0 1 0 0 0,0 0 0 0 0,0-1 0 0 0,0 1 0 0 0,0-1 1 0 0,-1 1-1 0 0,1-1 0 0 0,-1 1 0 0 0,1-1 0 0 0,-1 0 0 0 0,0 1 0 0 0,1-1 0 0 0,-1 0 1 0 0,-1 2-1 0 0,-4 5 64 0 0,0-1 0 0 0,0-1 1 0 0,0 1-1 0 0,-1-1 1 0 0,0 0-1 0 0,0-1 0 0 0,0 1 1 0 0,-1-2-1 0 0,1 1 1 0 0,-1-1-1 0 0,-1 0 0 0 0,1 0 1 0 0,0-1-1 0 0,-1 0 1 0 0,-12 2-1 0 0,-1-1-161 0 0,-1 0 0 0 0,0-1 1 0 0,0-2-1 0 0,-43-1 0 0 0,62 0-443 0 0,0-1 0 0 0,0 1 0 0 0,0-1 0 0 0,0 0 0 0 0,1 0 0 0 0,-1-1 1 0 0,0 1-1 0 0,1-1 0 0 0,-1 1 0 0 0,-5-5 0 0 0,8 5 246 0 0,1 1 0 0 0,-1-1 0 0 0,1 1 0 0 0,-1-1 0 0 0,1 0 0 0 0,-1 1 0 0 0,1-1 0 0 0,-1 0 0 0 0,1 0 0 0 0,0 1 0 0 0,0-1 0 0 0,-1 0 0 0 0,1 0 0 0 0,0 0 0 0 0,0 0 0 0 0,0 1 0 0 0,0-1 0 0 0,0 0-1 0 0,0 0 1 0 0,0 0 0 0 0,0 1 0 0 0,0-1 0 0 0,0-1 0 0 0,7-18-5574 0 0,3 4 59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44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43 130 808 0 0,'-16'-1'6751'0'0,"13"0"-6459"0"0,-16-4 2841 0 0,19 5-3098 0 0,0 0 1 0 0,0 0-1 0 0,-1 0 1 0 0,1 0 0 0 0,0 0-1 0 0,0 0 1 0 0,0 0-1 0 0,-1 0 1 0 0,1 0-1 0 0,0 0 1 0 0,0 0-1 0 0,0 0 1 0 0,-1 0-1 0 0,1 0 1 0 0,0-1-1 0 0,0 1 1 0 0,0 0-1 0 0,0 0 1 0 0,-1 0-1 0 0,1 0 1 0 0,0 0 0 0 0,0-1-1 0 0,0 1 1 0 0,0 0-1 0 0,0 0 1 0 0,0 0-1 0 0,-1-1 1 0 0,1 1-1 0 0,0 0 1 0 0,0 0-1 0 0,0 0 1 0 0,0-1-1 0 0,0 1 1 0 0,0 0-1 0 0,0 0 1 0 0,0 0-1 0 0,0-1 1 0 0,0 1 0 0 0,0 0-1 0 0,0 0 1 0 0,0 0-1 0 0,0-1 1 0 0,0 1-1 0 0,0 0 1 0 0,0 0-1 0 0,0-1 1 0 0,1 1-1 0 0,-1 0 1 0 0,0 0-1 0 0,0 0 1 0 0,0 0-1 0 0,0-1 1 0 0,0 1-1 0 0,0 0 1 0 0,1 0 0 0 0,-1 0-1 0 0,0 0 1 0 0,0 0-1 0 0,0-1 1 0 0,0 1-1 0 0,1 0 1 0 0,-1 0-1 0 0,0 0 1 0 0,0 0-1 0 0,0 0 1 0 0,1 0-1 0 0,-1 0 1 0 0,3-1-33 0 0,0 0 0 0 0,0 0 1 0 0,1 0-1 0 0,-1 1 0 0 0,0 0 1 0 0,0-1-1 0 0,6 2 0 0 0,-1-2 2 0 0,433-106-775 0 0,-419 106-1695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44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85 129 1500 0 0,'-3'1'1440'0'0,"-57"23"6718"0"0,58-24-7644 0 0,-18 8 4201 0 0,139-45-3789 0 0,5-1-781 0 0,-3 10-96 0 0,108-27 42 0 0,-223 54-84 0 0,0 0 1 0 0,1 0 0 0 0,-1 1 0 0 0,1 0-1 0 0,6 1 1 0 0,-10-1-27 0 0,-4 1-315 0 0,1 0 124 0 0,-1 0 1 0 0,0 0-1 0 0,1 1 0 0 0,-1-1 1 0 0,0 0-1 0 0,1 0 1 0 0,-1 0-1 0 0,0-1 0 0 0,0 1 1 0 0,0 0-1 0 0,0 0 1 0 0,-1 1-1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58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36 0 0,'0'0'4761'0'0,"-16"2"1112"0"0,16-2-5954 0 0,0 0 124 0 0,-1-1-1 0 0,1 1 1 0 0,0 0-1 0 0,0 0 0 0 0,-1 0 1 0 0,1 0-1 0 0,0 0 0 0 0,0 0 1 0 0,0 0-1 0 0,-1 0 1 0 0,1 0-1 0 0,0 0 0 0 0,0 0 1 0 0,0 0-1 0 0,-1 0 1 0 0,1 0-1 0 0,0 0 0 0 0,0 0 1 0 0,-1 1-1 0 0,1-1 0 0 0,0 0 1 0 0,0 0-1 0 0,0 0 1 0 0,0 0-1 0 0,-1 0 0 0 0,1 0 1 0 0,0 1-1 0 0,0-1 1 0 0,0 0-1 0 0,0 0 0 0 0,-1 0 1 0 0,1 0-1 0 0,0 1 1 0 0,0-1-1 0 0,0 0 0 0 0,0 0 1 0 0,0 0-1 0 0,0 1 0 0 0,0-1 1 0 0,0 0-1 0 0,0 0 1 0 0,0 0-1 0 0,0 1 0 0 0,-1-1 1 0 0,1 0-1 0 0,0 0 1 0 0,0 0-1 0 0,1 1 0 0 0,-1-1 1 0 0,0 0-1 0 0,0 0 0 0 0,0 1 1 0 0,0-1-1 0 0,0 0 1 0 0,0 0-1 0 0,0 0 0 0 0,0 1 1 0 0,0-1-1 0 0,0 0 1 0 0,0 0-1 0 0,1 0 0 0 0,-1 0 1 0 0,0 1-1 0 0,0-1 1 0 0,1 1-13 0 0,73-2 114 0 0,-7-2-75 0 0,-64 2-69 0 0,0 1 5 0 0,7 0-10 0 0,5 0-23 0 0,-12-1-198 0 0,1 1 0 0 0,-1 0 1 0 0,0 0-1 0 0,1 0 0 0 0,-1 0 0 0 0,0 1 0 0 0,1 0 1 0 0,-1-1-1 0 0,0 1 0 0 0,4 2 0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59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110 110 1436 0 0,'-25'-32'12377'0'0,"24"31"-12213"0"0,0-1 1 0 0,0 1 0 0 0,0-1-1 0 0,0 0 1 0 0,1 0 0 0 0,-1 0 0 0 0,0 0-1 0 0,1 1 1 0 0,-1-1 0 0 0,1 0-1 0 0,0 0 1 0 0,0 0 0 0 0,-1 0 0 0 0,1 0-1 0 0,0 0 1 0 0,1 0 0 0 0,-1 0-1 0 0,0 0 1 0 0,1 0 0 0 0,-1 0 0 0 0,1 0-1 0 0,1-3 1 0 0,0 3-150 0 0,1-1 1 0 0,0 0 0 0 0,0 0-1 0 0,0 1 1 0 0,0 0-1 0 0,1 0 1 0 0,-1 0-1 0 0,1 0 1 0 0,-1 0-1 0 0,1 1 1 0 0,0-1-1 0 0,0 1 1 0 0,3-1-1 0 0,1 1-12 0 0,0 0-1 0 0,-1 0 0 0 0,1 1 0 0 0,-1 0 0 0 0,1 1 1 0 0,0 0-1 0 0,-1 0 0 0 0,1 0 0 0 0,-1 1 1 0 0,0 0-1 0 0,1 0 0 0 0,12 7 0 0 0,-16-7 1 0 0,0 0-1 0 0,0 1 0 0 0,0-1 0 0 0,-1 1 0 0 0,1 0 1 0 0,-1 0-1 0 0,0 0 0 0 0,0 0 0 0 0,0 0 0 0 0,0 1 1 0 0,0-1-1 0 0,-1 1 0 0 0,1 0 0 0 0,-1 0 0 0 0,0 0 1 0 0,0 0-1 0 0,-1 0 0 0 0,1 0 0 0 0,-1 1 0 0 0,0-1 1 0 0,0 0-1 0 0,0 1 0 0 0,-1-1 0 0 0,1 5 0 0 0,-2 1 2 0 0,0-1 0 0 0,0 0 0 0 0,0 0 0 0 0,-1 0-1 0 0,-1 0 1 0 0,-6 17 0 0 0,-29 48 48 0 0,15-31 47 0 0,-1 2 53 0 0,23-44-156 0 0,2 1-17 0 0,1 5 18 0 0,-2-7 2 0 0,0 0 0 0 0,0 0 0 0 0,0 1 0 0 0,0-1 1 0 0,0 0-1 0 0,0 0 0 0 0,0 1 0 0 0,0-1 0 0 0,1 0 1 0 0,-1 0-1 0 0,0 0 0 0 0,0 1 0 0 0,0-1 1 0 0,0 0-1 0 0,0 0 0 0 0,1 0 0 0 0,-1 0 0 0 0,0 1 1 0 0,0-1-1 0 0,0 0 0 0 0,0 0 0 0 0,1 0 0 0 0,-1 0 1 0 0,0 0-1 0 0,0 0 0 0 0,0 0 0 0 0,1 1 0 0 0,-1-1 1 0 0,0 0-1 0 0,0 0 0 0 0,1 0 0 0 0,-1 0 0 0 0,17 5 6 0 0,-9-1-1 0 0,0 0-1 0 0,0 1 0 0 0,0 0 1 0 0,0 0-1 0 0,-1 0 0 0 0,0 1 0 0 0,0 0 1 0 0,12 14-1 0 0,-17-17 17 0 0,1 0 0 0 0,-1 1 1 0 0,0-1-1 0 0,0 1 0 0 0,-1 0 0 0 0,1-1 1 0 0,-1 1-1 0 0,0 0 0 0 0,0 0 0 0 0,0 0 0 0 0,0 0 1 0 0,0 0-1 0 0,-1 0 0 0 0,0 0 0 0 0,0 0 1 0 0,0 0-1 0 0,-1 0 0 0 0,1 0 0 0 0,-1 0 0 0 0,0 0 1 0 0,0 0-1 0 0,-3 6 0 0 0,2-3 78 0 0,-1-1 0 0 0,0 1 0 0 0,-1-1 0 0 0,0 0 0 0 0,0-1 0 0 0,0 1 0 0 0,0-1 0 0 0,-1 1-1 0 0,0-1 1 0 0,0-1 0 0 0,-1 1 0 0 0,1-1 0 0 0,-1 0 0 0 0,0 0 0 0 0,0 0 0 0 0,0-1 0 0 0,0 0 0 0 0,-1 0 0 0 0,1-1 0 0 0,-1 0 0 0 0,0 0 0 0 0,0-1 0 0 0,0 1 0 0 0,0-1-1 0 0,0-1 1 0 0,0 1 0 0 0,-9-2 0 0 0,7 1-59 0 0,-2-1 6 0 0,1 1 0 0 0,-1-2-1 0 0,0 1 1 0 0,1-1 0 0 0,-11-4 0 0 0,-42-20-233 0 0,62 26 86 0 0,1 0 0 0 0,-1 0 0 0 0,1-1 0 0 0,0 1 0 0 0,-1 0 0 0 0,1 0 1 0 0,-1-1-1 0 0,1 1 0 0 0,0-1 0 0 0,0 1 0 0 0,-1 0 0 0 0,1-1 0 0 0,0 1 0 0 0,0-1 1 0 0,-1 1-1 0 0,1 0 0 0 0,0-1 0 0 0,0 1 0 0 0,0-1 0 0 0,0 1 0 0 0,0-1 1 0 0,-1 1-1 0 0,1-1 0 0 0,0 1 0 0 0,0-1 0 0 0,0 1 0 0 0,0-1 0 0 0,0 1 0 0 0,1 0 1 0 0,-1-1-1 0 0,0 1 0 0 0,0-1 0 0 0,0 1 0 0 0,0-1 0 0 0,0 1 0 0 0,1-1 1 0 0,-1 1-1 0 0,0 0 0 0 0,0-1 0 0 0,1 1 0 0 0,-1-1 0 0 0,0 1 0 0 0,1 0 0 0 0,-1-1 1 0 0,0 1-1 0 0,1 0 0 0 0,-1 0 0 0 0,1-1 0 0 0,-1 1 0 0 0,1 0 0 0 0,19-16-6792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59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 1992 0 0,'-6'-7'16560'0'0,"9"40"-17804"0"0,0-11 2218 0 0,0 145-167 0 0,-11 84-2125 0 0,4-219-836 0 0,1 4-6071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59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3 192 1228 0 0,'-3'-39'7555'0'0,"9"3"-3953"0"0,-4 30-3474 0 0,0 0 0 0 0,0 0 1 0 0,1 1-1 0 0,0-1 0 0 0,0 1 1 0 0,0 0-1 0 0,0 0 0 0 0,1 0 1 0 0,0 0-1 0 0,0 0 0 0 0,0 1 1 0 0,1 0-1 0 0,-1 0 1 0 0,1 0-1 0 0,0 0 0 0 0,7-3 1 0 0,-2 2-70 0 0,-1 0 0 0 0,1 1 0 0 0,0 0 0 0 0,0 1 0 0 0,13-3 0 0 0,-19 5-52 0 0,-1 0 1 0 0,1 1-1 0 0,-1-1 1 0 0,1 1-1 0 0,-1 0 0 0 0,0 0 1 0 0,1 0-1 0 0,-1 0 1 0 0,1 1-1 0 0,-1-1 1 0 0,1 1-1 0 0,-1 0 1 0 0,0 0-1 0 0,1 0 1 0 0,-1 1-1 0 0,0-1 1 0 0,0 1-1 0 0,0 0 0 0 0,0 0 1 0 0,3 2-1 0 0,-4-1 10 0 0,0-1-1 0 0,0 1 0 0 0,-1-1 0 0 0,1 1 0 0 0,-1 0 0 0 0,1-1 0 0 0,-1 1 1 0 0,0 0-1 0 0,0 0 0 0 0,-1 0 0 0 0,1 0 0 0 0,0 0 0 0 0,-1 0 0 0 0,0 0 1 0 0,0 0-1 0 0,0 0 0 0 0,0 0 0 0 0,0 0 0 0 0,-1 0 0 0 0,1 0 1 0 0,-1 0-1 0 0,0 0 0 0 0,0 0 0 0 0,0-1 0 0 0,-1 4 0 0 0,-5 9 40 0 0,0-1 0 0 0,0 0 0 0 0,-14 19 0 0 0,17-27-36 0 0,-8 8 75 0 0,1 0-1 0 0,-1-1 0 0 0,-1 0 0 0 0,-1-1 0 0 0,-17 13 0 0 0,-28 25 1958 0 0,58-48-1975 0 0,-14 13 128 0 0,14-15-200 0 0,0 4-5 0 0,9 9 38 0 0,12 7 36 0 0,1-1 0 0 0,36 25 0 0 0,-9-7 34 0 0,-17-11-195 0 0,32 24-2564 0 0,-54-44-35 0 0,0 0 0 0 0,19 8 0 0 0,-13-9-3127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00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63 1088 0 0,'-13'-5'6970'0'0,"8"2"-5329"0"0,1 1 0 0 0,0-1 0 0 0,0 0-1 0 0,0 0 1 0 0,-6-6 531 0 0,15-3-1118 0 0,-2 10-997 0 0,0-1-1 0 0,0 1 1 0 0,0 0-1 0 0,0 0 0 0 0,0 0 1 0 0,1 1-1 0 0,-1-1 1 0 0,1 1-1 0 0,-1 0 1 0 0,1 0-1 0 0,-1 0 0 0 0,1 0 1 0 0,0 1-1 0 0,0-1 1 0 0,6 1-1 0 0,-2 0-46 0 0,1 1 0 0 0,0 0 0 0 0,-1 0 0 0 0,1 1 0 0 0,12 4 0 0 0,-19-5-6 0 0,0 1 0 0 0,0-1 0 0 0,0 1 1 0 0,0-1-1 0 0,0 1 0 0 0,0 0 0 0 0,-1 0 0 0 0,1 0 0 0 0,-1 0 0 0 0,0 0 0 0 0,1 0 0 0 0,-1 0 0 0 0,0 1 0 0 0,0-1 0 0 0,0 0 1 0 0,0 1-1 0 0,-1-1 0 0 0,1 1 0 0 0,-1-1 0 0 0,1 1 0 0 0,-1-1 0 0 0,0 1 0 0 0,0 3 0 0 0,-1 3 8 0 0,-1 0 0 0 0,0 0-1 0 0,0 0 1 0 0,-1 0 0 0 0,0-1-1 0 0,-1 1 1 0 0,1-1 0 0 0,-9 13 0 0 0,-22 48 34 0 0,30-64-61 0 0,4-5 13 0 0,0 0 1 0 0,-1 1-1 0 0,1-1 1 0 0,0 1-1 0 0,-1-1 1 0 0,1 0-1 0 0,0 1 1 0 0,-1-1-1 0 0,1 1 1 0 0,0-1-1 0 0,-1 1 0 0 0,1-1 1 0 0,0 1-1 0 0,0-1 1 0 0,0 1-1 0 0,0-1 1 0 0,0 1-1 0 0,0 0 1 0 0,-1-1-1 0 0,1 1 1 0 0,0-1-1 0 0,1 1 1 0 0,-1-1-1 0 0,0 1 1 0 0,0-1-1 0 0,0 1 1 0 0,0-1-1 0 0,0 1 1 0 0,0-1-1 0 0,1 1 0 0 0,-1-1 1 0 0,0 1-1 0 0,1 0 1 0 0,-1 1-1 0 0,1 0 0 0 0,0 0 1 0 0,0 0-1 0 0,0 0 0 0 0,0 0 0 0 0,0-1 1 0 0,0 1-1 0 0,1 0 0 0 0,-1-1 0 0 0,1 1 1 0 0,-1 0-1 0 0,1-1 0 0 0,-1 0 0 0 0,1 1 1 0 0,0-1-1 0 0,3 2 0 0 0,35 16 16 0 0,-30-15-31 0 0,-7-3 19 0 0,18 8 6 0 0,-2 0 0 0 0,36 23 0 0 0,-53-31 30 0 0,1 1 0 0 0,-1-1 0 0 0,1 1 0 0 0,-1 0 0 0 0,0 0 0 0 0,0 0 0 0 0,0 0 0 0 0,0 0-1 0 0,0 0 1 0 0,-1 0 0 0 0,1 1 0 0 0,-1-1 0 0 0,1 1 0 0 0,-1-1 0 0 0,0 1 0 0 0,0 0 0 0 0,0 0 0 0 0,0-1 0 0 0,0 1 0 0 0,-1 0-1 0 0,1 0 1 0 0,-1 0 0 0 0,0 0 0 0 0,0-1 0 0 0,0 1 0 0 0,0 0 0 0 0,0 0 0 0 0,-1 0 0 0 0,0 0 0 0 0,1-1 0 0 0,-1 1 0 0 0,0 0-1 0 0,-2 3 1 0 0,1-1 23 0 0,-1-1 0 0 0,1 1-1 0 0,-1-1 1 0 0,-1 1-1 0 0,1-1 1 0 0,-1 0 0 0 0,1-1-1 0 0,-1 1 1 0 0,0-1-1 0 0,0 1 1 0 0,-1-1 0 0 0,1 0-1 0 0,-1-1 1 0 0,0 1 0 0 0,1-1-1 0 0,-10 3 1 0 0,-3 0 53 0 0,0-2 0 0 0,-1 0 0 0 0,1-1 0 0 0,-34 0 0 0 0,40-2-475 0 0,0-1 1 0 0,1 0-1 0 0,-1 0 0 0 0,1-1 0 0 0,-1-1 0 0 0,1 0 0 0 0,0 0 0 0 0,0-1 0 0 0,-13-6 0 0 0,22 9-74 0 0,-12-20-8704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01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51 932 0 0,'-13'-35'24422'0'0,"7"28"-25200"0"0,5 6 883 0 0,-7-1-23 0 0,1 0 0 0 0,0 1-1 0 0,-16-2 1 0 0,16 3-92 0 0,-1 1 0 0 0,1-1 0 0 0,0 2 0 0 0,-1-1 0 0 0,1 1 0 0 0,0 0 0 0 0,-1 0 0 0 0,1 1 0 0 0,1 0 0 0 0,-1 0 0 0 0,0 1 0 0 0,1 0 0 0 0,-1 0 0 0 0,-10 10 0 0 0,8-5-4 0 0,1 1 0 0 0,1 0 1 0 0,-1 1-1 0 0,2 0 0 0 0,-1 0 0 0 0,2 1 0 0 0,-1-1 0 0 0,-4 17 0 0 0,-23 104-6 0 0,27-103 22 0 0,-3 30 365 0 0,2 0-1 0 0,2 103 1 0 0,16 179 3026 0 0,-1-117-2358 0 0,7 145-542 0 0,-4-134-433 0 0,-7-108-32 0 0,40 605-55 0 0,-19-414 31 0 0,0-37-35 0 0,-12-117 52 0 0,-11-105 43 0 0,-3-36 101 0 0,7 40-1 0 0,-8-62-137 0 0,0 0 0 0 0,1 1 0 0 0,-1-1 0 0 0,1 0 0 0 0,0 0 0 0 0,-1 0-1 0 0,1 0 1 0 0,0 0 0 0 0,0 0 0 0 0,0 0 0 0 0,0 0 0 0 0,0 0 0 0 0,0 0 0 0 0,0 0 0 0 0,0 0-1 0 0,0 0 1 0 0,0-1 0 0 0,0 1 0 0 0,1-1 0 0 0,-1 1 0 0 0,0-1 0 0 0,0 1 0 0 0,1-1 0 0 0,-1 1 0 0 0,2-1-1 0 0,37 3 194 0 0,-35-3-193 0 0,81-4-2155 0 0,163-30 0 0 0,-211 28 1064 0 0,90-21-4230 0 0,-46 7-2303 0 0,-12 2-3918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02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17 816 0 0,'-1'-16'7121'0'0,"0"28"-2737"0"0,-1 30-1915 0 0,3 82 905 0 0,-8 237 1130 0 0,-10-199-3676 0 0,17-161-669 0 0,-2 16-3099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02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116 141 520 0 0,'-7'-25'8932'0'0,"5"19"-7115"0"0,-9-15 4853 0 0,4 19-4920 0 0,-3 13-2199 0 0,-4 16 562 0 0,1 1 1 0 0,2 0 0 0 0,-12 43 0 0 0,18-51-93 0 0,0 1 0 0 0,2 0 1 0 0,0 0-1 0 0,2 0 0 0 0,1 39 0 0 0,0-53 9 0 0,1 0-1 0 0,0 0 0 0 0,0-1 0 0 0,1 1 0 0 0,0 0 0 0 0,0 0 0 0 0,0-1 0 0 0,1 0 0 0 0,0 1 0 0 0,0-1 0 0 0,0 0 0 0 0,1 0 0 0 0,0 0 0 0 0,1-1 0 0 0,-1 0 0 0 0,1 0 0 0 0,0 0 0 0 0,0 0 1 0 0,0 0-1 0 0,1-1 0 0 0,-1 0 0 0 0,1-1 0 0 0,0 1 0 0 0,1-1 0 0 0,-1 0 0 0 0,0 0 0 0 0,1-1 0 0 0,0 0 0 0 0,-1 0 0 0 0,1-1 0 0 0,0 1 0 0 0,13-1 0 0 0,-10 0 65 0 0,0-2 0 0 0,0 1-1 0 0,-1-1 1 0 0,1-1 0 0 0,0 1 0 0 0,-1-2-1 0 0,1 1 1 0 0,-1-1 0 0 0,0-1 0 0 0,0 0-1 0 0,12-7 1 0 0,-10 4 19 0 0,-1 0 0 0 0,1-1-1 0 0,-1 0 1 0 0,-1-1-1 0 0,0 0 1 0 0,0-1 0 0 0,-1 0-1 0 0,8-11 1 0 0,-6 6 47 0 0,-2 0-1 0 0,1 0 1 0 0,-2-1 0 0 0,0 0 0 0 0,-1 0 0 0 0,0-1-1 0 0,-2 1 1 0 0,0-1 0 0 0,-1-1 0 0 0,0 1 0 0 0,-2 0-1 0 0,0-1 1 0 0,-1-20 0 0 0,-1 30-129 0 0,-1-1-1 0 0,0 1 1 0 0,0-1-1 0 0,-1 1 1 0 0,0 0-1 0 0,0 0 1 0 0,-1 0-1 0 0,0 0 1 0 0,-1 1-1 0 0,1 0 1 0 0,-1 0-1 0 0,-1 0 1 0 0,1 0-1 0 0,-1 1 1 0 0,0 0 0 0 0,-1 0-1 0 0,-12-9 1 0 0,8 8-189 0 0,0 0 0 0 0,-1 0 0 0 0,0 1 0 0 0,0 0 1 0 0,0 1-1 0 0,-1 0 0 0 0,0 1 0 0 0,0 1 0 0 0,0 0 1 0 0,-20-1-1 0 0,31 3-64 0 0,0 1 0 0 0,0 0 0 0 0,0 0 1 0 0,0 1-1 0 0,-1-1 0 0 0,1 0 0 0 0,0 1 0 0 0,0-1 1 0 0,0 1-1 0 0,0 0 0 0 0,0-1 0 0 0,0 1 0 0 0,0 0 0 0 0,0 0 1 0 0,0 1-1 0 0,1-1 0 0 0,-1 0 0 0 0,0 1 0 0 0,1-1 1 0 0,-1 1-1 0 0,1-1 0 0 0,-1 1 0 0 0,1 0 0 0 0,0-1 1 0 0,0 1-1 0 0,-2 2 0 0 0,3-2-288 0 0,-1 0 0 0 0,0 0 1 0 0,1-1-1 0 0,-1 1 0 0 0,1 0 0 0 0,-1 0 0 0 0,1 0 0 0 0,0 0 1 0 0,0 0-1 0 0,0 0 0 0 0,0 0 0 0 0,0 0 0 0 0,1 0 1 0 0,-1-1-1 0 0,0 1 0 0 0,1 0 0 0 0,0 2 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04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87 68 0 0,'-6'-8'7215'0'0,"-5"-6"-1551"0"0,-2 21-5366 0 0,6 15-205 0 0,1-1-1 0 0,1 1 1 0 0,1 0-1 0 0,1 0 1 0 0,1 0-1 0 0,1 1 1 0 0,3 43-1 0 0,0-53-42 0 0,0-1-1 0 0,1 0 1 0 0,0-1 0 0 0,1 1-1 0 0,0-1 1 0 0,1 1-1 0 0,0-1 1 0 0,1-1-1 0 0,13 20 1 0 0,-15-25-9 0 0,1-1 1 0 0,-1 1-1 0 0,1-1 0 0 0,-1 1 1 0 0,1-1-1 0 0,0-1 0 0 0,1 1 1 0 0,-1-1-1 0 0,1 0 1 0 0,-1 0-1 0 0,1 0 0 0 0,0-1 1 0 0,0 0-1 0 0,0 0 0 0 0,1-1 1 0 0,-1 0-1 0 0,0 0 0 0 0,0 0 1 0 0,1-1-1 0 0,10 0 0 0 0,-8-1 40 0 0,0 0-1 0 0,0 0 0 0 0,0-1 1 0 0,0-1-1 0 0,0 1 0 0 0,0-2 1 0 0,0 1-1 0 0,-1-1 0 0 0,0 0 1 0 0,1-1-1 0 0,-2 0 0 0 0,1 0 1 0 0,-1-1-1 0 0,1 0 0 0 0,-1 0 1 0 0,-1 0-1 0 0,1-1 0 0 0,-1 0 1 0 0,-1-1-1 0 0,7-10 0 0 0,-4 6 85 0 0,-2 0 0 0 0,0-1 0 0 0,0 0 0 0 0,-1 0 0 0 0,-1 0 0 0 0,0-1 0 0 0,-1 1-1 0 0,0-1 1 0 0,-1 0 0 0 0,-1 0 0 0 0,0 0 0 0 0,-2-27 0 0 0,-1 32-114 0 0,1 1 0 0 0,-1-1 0 0 0,-1 1 0 0 0,0 0 0 0 0,0 0 1 0 0,0 0-1 0 0,-1 1 0 0 0,0-1 0 0 0,-1 1 0 0 0,1 0 0 0 0,-1 0 0 0 0,-1 0 1 0 0,0 0-1 0 0,1 1 0 0 0,-2 0 0 0 0,1 1 0 0 0,-1-1 0 0 0,0 1 0 0 0,-14-8 1 0 0,13 9-65 0 0,0 0 1 0 0,0 0 0 0 0,0 1 0 0 0,0 0 0 0 0,-1 0 0 0 0,0 1-1 0 0,1 0 1 0 0,-1 1 0 0 0,0-1 0 0 0,0 2 0 0 0,0-1-1 0 0,0 1 1 0 0,0 1 0 0 0,1 0 0 0 0,-1 0 0 0 0,0 1 0 0 0,0 0-1 0 0,-16 6 1 0 0,21-6-222 0 0,0 0 0 0 0,0 0 0 0 0,0 0 0 0 0,1 1 0 0 0,-1-1 0 0 0,1 1-1 0 0,0 0 1 0 0,0 0 0 0 0,0 1 0 0 0,0-1 0 0 0,0 0 0 0 0,-3 7 0 0 0,4-8-239 0 0,1 1 0 0 0,0-1 1 0 0,0 1-1 0 0,0 0 1 0 0,0-1-1 0 0,0 1 0 0 0,1 0 1 0 0,-1-1-1 0 0,1 1 0 0 0,0 0 1 0 0,0 0-1 0 0,0-1 0 0 0,0 1 1 0 0,0 0-1 0 0,1 0 0 0 0,-1-1 1 0 0,1 1-1 0 0,-1 0 0 0 0,1 0 1 0 0,2 4-1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04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65 748 0 0,'3'-30'14159'0'0,"-3"26"-12722"0"0,-1-27 10059 0 0,-2 40-10732 0 0,-16 142-491 0 0,0 2-291 0 0,12-107 36 0 0,-2 13-444 0 0,0-23-3483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06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5 105 1220 0 0,'6'-16'14349'0'0,"-10"41"-13799"0"0,0 0 1 0 0,2 0 0 0 0,1 35 0 0 0,11 79 361 0 0,-8-122-832 0 0,1 0 0 0 0,0 0 0 0 0,1-1 0 0 0,1 1 0 0 0,1-1 0 0 0,0 0 0 0 0,1 0 0 0 0,13 20 0 0 0,-17-30-10 0 0,1-1 0 0 0,0 0 0 0 0,1 0 0 0 0,-1 0 1 0 0,1 0-1 0 0,0-1 0 0 0,0 0 0 0 0,0 0 1 0 0,1 0-1 0 0,9 5 0 0 0,-10-7 7 0 0,0-1 1 0 0,0 1-1 0 0,0-1 0 0 0,1 1 0 0 0,-1-2 1 0 0,0 1-1 0 0,0-1 0 0 0,1 1 1 0 0,-1-1-1 0 0,0-1 0 0 0,1 1 0 0 0,-1-1 1 0 0,0 0-1 0 0,10-3 0 0 0,-5 1 5 0 0,0-1 0 0 0,-1-1 0 0 0,1 0 0 0 0,-1 0 0 0 0,0-1 0 0 0,0 0 0 0 0,-1 0 0 0 0,0-1 0 0 0,0 0 0 0 0,0-1 0 0 0,-1 0 0 0 0,0 0 0 0 0,-1 0 0 0 0,0-1 0 0 0,0 0 0 0 0,-1 0 0 0 0,0 0 0 0 0,0-1 0 0 0,4-13 0 0 0,-2 2-17 0 0,-1 1 0 0 0,-1-2 0 0 0,-1 1 0 0 0,0 0 0 0 0,-2-1 0 0 0,0 0 0 0 0,-2 0-1 0 0,-3-33 1 0 0,2 44-41 0 0,-1 0 0 0 0,0 0-1 0 0,-1 0 1 0 0,0 1-1 0 0,-1-1 1 0 0,0 1-1 0 0,-1 0 1 0 0,0 0-1 0 0,0 1 1 0 0,-1-1-1 0 0,-1 1 1 0 0,1 0-1 0 0,-12-10 1 0 0,13 13-75 0 0,-2 1 1 0 0,1-1-1 0 0,0 1 1 0 0,-1 1-1 0 0,0-1 1 0 0,0 1-1 0 0,0 1 1 0 0,-1-1-1 0 0,1 1 1 0 0,-1 0-1 0 0,0 1 1 0 0,0 0-1 0 0,0 0 1 0 0,0 1-1 0 0,0 0 1 0 0,0 0-1 0 0,0 1 1 0 0,-15 1-1 0 0,17 0-282 0 0,0 0 1 0 0,1 0-1 0 0,-1 1 0 0 0,1 0 0 0 0,-1 0 0 0 0,1 0 0 0 0,0 1 0 0 0,0 0 0 0 0,0 0 0 0 0,0 0 0 0 0,1 0 0 0 0,-1 1 0 0 0,-5 5 0 0 0,6-4-840 0 0,0 0 0 0 0,0 0 0 0 0,0 0 0 0 0,0 0 0 0 0,1 0 0 0 0,0 1 0 0 0,-3 7-1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07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65 2148 0 0,'-16'-34'17983'0'0,"15"34"-17914"0"0,1-1 0 0 0,-1 0-1 0 0,1 1 1 0 0,-1-1 0 0 0,0 1-1 0 0,1-1 1 0 0,-1 1 0 0 0,1-1-1 0 0,-1 1 1 0 0,0 0 0 0 0,1-1-1 0 0,-1 1 1 0 0,0 0 0 0 0,1-1 0 0 0,-1 1-1 0 0,0 0 1 0 0,0 0 0 0 0,1 0-1 0 0,-1 0 1 0 0,0 0 0 0 0,0 0-1 0 0,1 0 1 0 0,-1 0 0 0 0,0 0 0 0 0,0 0-1 0 0,0 0 1 0 0,1 0 0 0 0,-1 0-1 0 0,0 1 1 0 0,1-1 0 0 0,-2 1-1 0 0,-16 11-30 0 0,1 2-1 0 0,0 0 0 0 0,1 1 0 0 0,1 1 0 0 0,0 0 0 0 0,1 1 0 0 0,-20 31 0 0 0,0 9-25 0 0,-34 77 0 0 0,58-114-4 0 0,1 2 0 0 0,2-1 1 0 0,0 1-1 0 0,1 1 0 0 0,1-1 0 0 0,1 1 0 0 0,-1 43 1 0 0,5-57 4 0 0,0 0 0 0 0,1 0 1 0 0,1 0-1 0 0,-1 0 0 0 0,1-1 1 0 0,1 1-1 0 0,0 0 1 0 0,0-1-1 0 0,0 0 0 0 0,6 9 1 0 0,-5-11 23 0 0,0-1 0 0 0,0 0 1 0 0,0 0-1 0 0,1 0 0 0 0,0 0 1 0 0,0-1-1 0 0,0 1 0 0 0,0-1 1 0 0,1-1-1 0 0,0 1 0 0 0,0-1 1 0 0,0 0-1 0 0,0 0 0 0 0,13 3 1 0 0,-5-2 32 0 0,1-1 0 0 0,-1-1 1 0 0,1 0-1 0 0,0-1 0 0 0,0-1 0 0 0,0 0 1 0 0,0-1-1 0 0,-1-1 0 0 0,1 0 0 0 0,0-1 1 0 0,-1-1-1 0 0,0 0 0 0 0,1-1 0 0 0,-2 0 1 0 0,1-1-1 0 0,21-13 0 0 0,-15 7 42 0 0,0-1 1 0 0,-1 0-1 0 0,-1-2 0 0 0,0 0 0 0 0,-1-2 0 0 0,0 1 0 0 0,-2-2 1 0 0,0 0-1 0 0,23-38 0 0 0,-28 39-10 0 0,-2-1 0 0 0,0 0-1 0 0,-1-1 1 0 0,0 1 0 0 0,-2-1 0 0 0,0 0-1 0 0,-1-1 1 0 0,-2 1 0 0 0,1-1 0 0 0,-2 0 0 0 0,-1 1-1 0 0,-3-34 1 0 0,1 40-88 0 0,0 1 0 0 0,0-1-1 0 0,-1 1 1 0 0,-1-1 0 0 0,0 1 0 0 0,-1 0 0 0 0,0 1-1 0 0,-1-1 1 0 0,0 1 0 0 0,-1 0 0 0 0,0 0 0 0 0,-1 1-1 0 0,0 0 1 0 0,-1 1 0 0 0,0-1 0 0 0,0 2 0 0 0,-1-1-1 0 0,0 1 1 0 0,0 1 0 0 0,-17-10 0 0 0,22 15-276 0 0,-1-1 0 0 0,1 1 1 0 0,-1 0-1 0 0,0 0 0 0 0,0 1 1 0 0,1 0-1 0 0,-1 0 0 0 0,0 0 1 0 0,0 0-1 0 0,0 1 0 0 0,0 0 1 0 0,0 1-1 0 0,0-1 0 0 0,-8 2 1 0 0,12-1-138 0 0,-1 0 0 0 0,0 0 0 0 0,1 0 0 0 0,-1 0 0 0 0,1 1 0 0 0,-1-1 1 0 0,1 0-1 0 0,0 1 0 0 0,-1 0 0 0 0,1 0 0 0 0,0 0 0 0 0,0-1 0 0 0,-3 5 0 0 0,4-3-226 0 0,-1 0-1 0 0,0 0 0 0 0,1-1 0 0 0,0 1 1 0 0,0 0-1 0 0,0 1 0 0 0,0-1 0 0 0,0 0 1 0 0,1 0-1 0 0,-1 0 0 0 0,1 0 0 0 0,0 1 1 0 0,0-1-1 0 0,0 4 0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31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21 984 0 0,'34'-20'22689'0'0,"-77"34"-22425"0"0,40-13-277 0 0,-34 16 28 0 0,23-6-20 0 0,0 0 0 0 0,0 0 0 0 0,1 1 0 0 0,1 1 0 0 0,0 0 0 0 0,1 0 0 0 0,-14 22 0 0 0,13-16 4 0 0,1 2 0 0 0,0 0 1 0 0,2 0-1 0 0,1 1 0 0 0,0 0 0 0 0,1 0 1 0 0,-3 25-1 0 0,-4-3 185 0 0,14-43-143 0 0,0 1-50 0 0,0 6 0 0 0,-5 9 49 0 0,5-15 49 0 0,0-1-86 0 0,-2 5-5 0 0,2-5 154 0 0,0 0-119 0 0,0-1 26 0 0,0 0 0 0 0,0 1-1 0 0,0-1 1 0 0,-1 1-1 0 0,1-1 1 0 0,0 0 0 0 0,0 1-1 0 0,0-1 1 0 0,-1 0-1 0 0,1 0 1 0 0,0 1-1 0 0,0-1 1 0 0,-1 0 0 0 0,1 1-1 0 0,0-1 1 0 0,-1 0-1 0 0,1 0 1 0 0,0 0 0 0 0,-1 1-1 0 0,0-1 1 0 0,-2-10-72 0 0,0-1 0 0 0,1 0 0 0 0,0 0 1 0 0,0 0-1 0 0,1 0 0 0 0,1 0 0 0 0,0 0 0 0 0,0 0 1 0 0,1 0-1 0 0,0 0 0 0 0,1 1 0 0 0,1-1 1 0 0,-1 0-1 0 0,2 1 0 0 0,-1-1 0 0 0,2 1 0 0 0,-1 0 1 0 0,1 0-1 0 0,1 1 0 0 0,0-1 0 0 0,0 1 1 0 0,1 0-1 0 0,12-12 0 0 0,-2 4-21 0 0,2 2 1 0 0,0 0-1 0 0,1 1 0 0 0,1 0 1 0 0,0 2-1 0 0,0 1 0 0 0,36-14 1 0 0,-55 24 19 0 0,1 1 0 0 0,-1-1 0 0 0,1 1 1 0 0,-1-1-1 0 0,0 1 0 0 0,1 0 0 0 0,-1 0 1 0 0,1 0-1 0 0,-1 0 0 0 0,0 1 0 0 0,1-1 1 0 0,-1 0-1 0 0,1 1 0 0 0,-1 0 0 0 0,0 0 1 0 0,0-1-1 0 0,3 3 0 0 0,-2-2-8 0 0,0 1 16 0 0,1 0 0 0 0,0 0 0 0 0,-1 1 0 0 0,1-1 0 0 0,-1 1 0 0 0,0 0 0 0 0,0 0 0 0 0,0 0 0 0 0,0 0 0 0 0,0 1 0 0 0,3 5 0 0 0,19 42-64 0 0,-20-38 43 0 0,1 4 51 0 0,0 2 0 0 0,0-1 0 0 0,-2 0 1 0 0,-1 1-1 0 0,0 0 0 0 0,-1 0 0 0 0,-1 0 0 0 0,0 0 0 0 0,-2 0 0 0 0,0 0 1 0 0,-2-1-1 0 0,-5 26 0 0 0,0-14 19 0 0,-1 0-1 0 0,-1-1 1 0 0,-2 0 0 0 0,-1-1 0 0 0,-1-1 0 0 0,-33 49-1 0 0,26-48-2 0 0,-2-2-1 0 0,0-1 0 0 0,-2 0 1 0 0,-1-2-1 0 0,-1-1 0 0 0,-50 31 1 0 0,42-29-11 0 0,9-8-28 0 0,9-4-3 0 0,10-4-30 0 0,6-6 52 0 0,36-5 29 0 0,0-1 0 0 0,-1-1 0 0 0,1-3 0 0 0,40-13 0 0 0,-16 5-12 0 0,24-10 33 0 0,13-3 107 0 0,-93 29-331 0 0,0-1 1 0 0,0 0-1 0 0,0 1 1 0 0,-1-1-1 0 0,1 0 0 0 0,0-1 1 0 0,0 1-1 0 0,-1 0 0 0 0,1-1 1 0 0,-1 0-1 0 0,1 0 1 0 0,3-3-1 0 0,-4 3-455 0 0,-1 0 0 0 0,0 0-1 0 0,0 0 1 0 0,0 0 0 0 0,0 0 0 0 0,0-1 0 0 0,0 1-1 0 0,-1 0 1 0 0,1-1 0 0 0,-1 1 0 0 0,1 0 0 0 0,-1-1-1 0 0,0 1 1 0 0,0-5 0 0 0,-1-5-4365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23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25 688 0 0,'-3'0'1466'0'0,"-100"-15"8572"0"0,101 15-9500 0 0,12-6-334 0 0,-4 5-187 0 0,1 0 1 0 0,-1 0 0 0 0,1 1-1 0 0,0 0 1 0 0,0 0 0 0 0,-1 0-1 0 0,1 1 1 0 0,0 0-1 0 0,-1 0 1 0 0,12 4 0 0 0,-15-3-14 0 0,0-1 0 0 0,0 1 0 0 0,0 0 0 0 0,0 0 0 0 0,0 0 0 0 0,0 0 0 0 0,0 0 0 0 0,-1 1 0 0 0,1-1 0 0 0,-1 1 0 0 0,0 0 0 0 0,0 0 0 0 0,0-1 0 0 0,0 1 0 0 0,0 1 0 0 0,0-1 0 0 0,-1 0 0 0 0,0 0 0 0 0,1 1 0 0 0,-1-1 0 0 0,-1 0 1 0 0,2 5-1 0 0,-1 3 28 0 0,0 0 1 0 0,-1 0 0 0 0,0 0 0 0 0,-1 0 0 0 0,0 0-1 0 0,-1 0 1 0 0,0 0 0 0 0,-1-1 0 0 0,-4 13 0 0 0,-6 11 386 0 0,-23 45 0 0 0,-68 103 725 0 0,103-181-1141 0 0,0-1 1 0 0,1 1-1 0 0,-1 0 1 0 0,1-1-1 0 0,0 1 1 0 0,-1 0-1 0 0,1 0 1 0 0,0-1-1 0 0,-1 1 1 0 0,1 0-1 0 0,0 0 1 0 0,0-1-1 0 0,-1 1 1 0 0,1 0-1 0 0,0 0 1 0 0,0 0-1 0 0,0-1 1 0 0,0 1-1 0 0,0 0 1 0 0,0 0-1 0 0,0 0 1 0 0,1-1-1 0 0,-1 1 1 0 0,0 0-1 0 0,0 0 1 0 0,1 0-1 0 0,-1-1 1 0 0,0 1-1 0 0,1 0 1 0 0,-1-1-1 0 0,1 1 1 0 0,-1 0-1 0 0,1-1 1 0 0,-1 1-1 0 0,1 0 1 0 0,-1-1-1 0 0,1 1 1 0 0,-1-1-1 0 0,1 1 1 0 0,0-1-1 0 0,-1 1 1 0 0,1-1-1 0 0,0 0 0 0 0,0 1 1 0 0,-1-1-1 0 0,1 0 1 0 0,0 0-1 0 0,0 1 1 0 0,0-1-1 0 0,-1 0 1 0 0,2 0-1 0 0,5 1 12 0 0,-1-1 0 0 0,1 0 0 0 0,-1 0-1 0 0,0-1 1 0 0,8-1 0 0 0,47-9 52 0 0,-15 2-2036 0 0,56-3 0 0 0,-57 9-3886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23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1 1464 0 0,'-5'8'6853'0'0,"-5"1"-5404"0"0,0 0-1 0 0,1 1 1 0 0,-1 1 0 0 0,2 0 0 0 0,-10 14 0 0 0,-33 66-88 0 0,21-36-818 0 0,-47 88 175 0 0,45-67-2313 0 0,25-55-1911 0 0,-7 35-1 0 0,12-44-135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1:24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44 400 0 0,'3'-22'12634'0'0,"-1"14"-11057"0"0,0 7-1528 0 0,0-1 0 0 0,0 1 0 0 0,0 0-1 0 0,0 0 1 0 0,0-1 0 0 0,0 1-1 0 0,0 1 1 0 0,0-1 0 0 0,0 0 0 0 0,0 0-1 0 0,1 1 1 0 0,-1-1 0 0 0,0 1 0 0 0,1 0-1 0 0,-1 0 1 0 0,0 0 0 0 0,1 0-1 0 0,-1 0 1 0 0,0 0 0 0 0,0 1 0 0 0,1-1-1 0 0,-1 1 1 0 0,0-1 0 0 0,0 1 0 0 0,1 0-1 0 0,-1 0 1 0 0,0 0 0 0 0,0 0-1 0 0,0 0 1 0 0,0 1 0 0 0,0-1 0 0 0,-1 0-1 0 0,1 1 1 0 0,0 0 0 0 0,-1-1 0 0 0,1 1-1 0 0,-1 0 1 0 0,1 0 0 0 0,-1 0-1 0 0,0 0 1 0 0,0 0 0 0 0,0 0 0 0 0,0 0-1 0 0,0 0 1 0 0,0 0 0 0 0,-1 1 0 0 0,2 3-1 0 0,-1 1 7 0 0,0 1 0 0 0,-1-1 0 0 0,0 1 0 0 0,0 0 0 0 0,0-1 0 0 0,-3 13 0 0 0,-19 51 109 0 0,8-28-91 0 0,13-42-75 0 0,1 0 0 0 0,-1 0 1 0 0,1 0-1 0 0,0 0 0 0 0,-1 0 1 0 0,1 1-1 0 0,0-1 0 0 0,0 0 1 0 0,0 0-1 0 0,0 0 1 0 0,0 1-1 0 0,0-1 0 0 0,0 0 1 0 0,0 0-1 0 0,1 0 0 0 0,-1 1 1 0 0,0-1-1 0 0,1 1 0 0 0,2 1-3 0 0,-1 0 0 0 0,0 0 0 0 0,1-1 0 0 0,0 1 0 0 0,-1-1 1 0 0,1 0-1 0 0,0 0 0 0 0,4 2 0 0 0,31 20-7 0 0,-33-21 62 0 0,1 1 1 0 0,-1 0-1 0 0,0 0 1 0 0,0 0 0 0 0,-1 1-1 0 0,1 0 1 0 0,-1 0 0 0 0,0 0-1 0 0,0 0 1 0 0,3 7-1 0 0,-6-9 43 0 0,1 0 0 0 0,-1 0 0 0 0,-1 0 0 0 0,1 0 0 0 0,0 1 0 0 0,-1-1 0 0 0,1 0 0 0 0,-1 1 0 0 0,0-1 0 0 0,0 0 0 0 0,0 1 0 0 0,-1-1 0 0 0,1 0 0 0 0,-1 0 0 0 0,0 1 0 0 0,0-1 0 0 0,0 0 0 0 0,0 0 0 0 0,0 0 0 0 0,-1 0 0 0 0,-2 4 0 0 0,-1 0 12 0 0,0 0 0 0 0,0 0 0 0 0,0-1 0 0 0,-1 0 0 0 0,0 0 0 0 0,0 0 0 0 0,-1-1 0 0 0,1 0 0 0 0,-1 0 0 0 0,0-1 0 0 0,-14 7 0 0 0,17-9-138 0 0,0 0 0 0 0,0-1 0 0 0,0 1 0 0 0,0-1 0 0 0,0 0 0 0 0,0 0 0 0 0,-1-1 1 0 0,1 1-1 0 0,0-1 0 0 0,0 0 0 0 0,-1 0 0 0 0,1 0 0 0 0,0-1 0 0 0,0 1 0 0 0,0-1 0 0 0,-1 0 1 0 0,1 0-1 0 0,0-1 0 0 0,0 1 0 0 0,1-1 0 0 0,-1 0 0 0 0,0 0 0 0 0,0 0 0 0 0,1 0 0 0 0,-5-4 1 0 0,7 4-208 0 0,-1 1 0 0 0,1-1 0 0 0,-1 0 0 0 0,1 0 0 0 0,-1 0 0 0 0,1 0 0 0 0,0 0 0 0 0,0 0 0 0 0,0 0 1 0 0,0 0-1 0 0,0 0 0 0 0,1-1 0 0 0,-1 1 0 0 0,1 0 0 0 0,-1-3 0 0 0,3-35-7445 0 0,1 22 1122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31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1528 0 0,'0'0'5857'0'0,"0"-8"-5473"0"0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19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5 848 0 0,'6'-5'16331'0'0,"-50"15"-15592"0"0,1 1-1 0 0,0 3 1 0 0,1 1 0 0 0,-45 23 0 0 0,78-33-732 0 0,0 1 0 0 0,0 0 0 0 0,1 0 0 0 0,0 1 0 0 0,0 0 0 0 0,0 0 0 0 0,1 1 0 0 0,0 0 0 0 0,-9 14 0 0 0,7-8 43 0 0,1 1-1 0 0,1-1 1 0 0,1 1 0 0 0,0 1-1 0 0,-6 24 1 0 0,2 10 351 0 0,3 0-1 0 0,2 0 1 0 0,1 53 0 0 0,3-78-121 0 0,34 704 4112 0 0,-2-491-4111 0 0,-3-36 22 0 0,-21-137 71 0 0,25 368 1217 0 0,-39 24-570 0 0,21 418 660 0 0,-2-754-1681 0 0,-9-105 0 0 0,0 0 0 0 0,1-1 0 0 0,1 1 0 0 0,0-1 0 0 0,12 23 0 0 0,-14-34-65 0 0,0 1 0 0 0,0-1 0 0 0,0 0 0 0 0,1 1 0 0 0,0-1 0 0 0,-1-1 0 0 0,1 1 0 0 0,1-1 0 0 0,-1 1 0 0 0,0-1 0 0 0,1 0 0 0 0,0-1 1 0 0,-1 1-1 0 0,1-1 0 0 0,0 0 0 0 0,0 0 0 0 0,1 0 0 0 0,-1-1 0 0 0,0 0 0 0 0,0 0 0 0 0,1 0 0 0 0,-1-1 0 0 0,1 0 0 0 0,5 0 0 0 0,10-2-348 0 0,0 0 0 0 0,-1-2 0 0 0,1 0 1 0 0,-1-1-1 0 0,20-8 0 0 0,9-5-2471 0 0,87-45 1 0 0,-19-7-6159 0 0,-34 14-2411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19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7 996 0 0,'-3'-7'24626'0'0,"2"13"-24628"0"0,-1-1 1 0 0,1 0-1 0 0,1 1 1 0 0,-1-1-1 0 0,1 1 1 0 0,0-1 0 0 0,1 11-1 0 0,-1 6-30 0 0,-4 227-200 0 0,12-84-4761 0 0,-1-107 908 0 0,3-21-2801 0 0,-2-20-92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20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73 1728 0 0,'-2'0'6602'0'0,"-4"0"-6473"0"0,-12 1 5957 0 0,15 0-5198 0 0,18-4-641 0 0,175-50 114 0 0,-109 35-5977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20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2524 0 0,'20'-34'25502'0'0,"-20"34"-25485"0"0,0 0 0 0 0,1 0-1 0 0,-1 1 1 0 0,0-1 0 0 0,0 0 0 0 0,0 0 0 0 0,0 0 0 0 0,0 0 0 0 0,0 0-1 0 0,0 0 1 0 0,1 0 0 0 0,-1 0 0 0 0,0 0 0 0 0,0 0 0 0 0,0 1 0 0 0,0-1-1 0 0,0 0 1 0 0,1 0 0 0 0,-1 0 0 0 0,0 0 0 0 0,0 0 0 0 0,0 0 0 0 0,0 0-1 0 0,0 0 1 0 0,1 0 0 0 0,-1 0 0 0 0,0 0 0 0 0,0 0 0 0 0,0 0-1 0 0,0 0 1 0 0,0-1 0 0 0,1 1 0 0 0,-1 0 0 0 0,0 0 0 0 0,0 0 0 0 0,0 0-1 0 0,0 0 1 0 0,0 0 0 0 0,0 0 0 0 0,0 0 0 0 0,1 0 0 0 0,-1 0 0 0 0,0-1-1 0 0,0 1 1 0 0,0 0 0 0 0,0 0 0 0 0,0 0 0 0 0,0 0 0 0 0,0 0 0 0 0,0 0-1 0 0,0-1 1 0 0,0 1 0 0 0,0 0 0 0 0,0 0 0 0 0,0 0 0 0 0,0 0 0 0 0,1-1-1 0 0,6 18 587 0 0,1 32-93 0 0,-2 1 0 0 0,-2 100 0 0 0,2 31-4962 0 0,3-138-484 0 0,2-16-4709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21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60 1436 0 0,'-8'-34'11295'0'0,"-4"9"-3642"0"0,11 24-7334 0 0,-1 4-300 0 0,0-1 1 0 0,-1 0-1 0 0,1 1 1 0 0,1-1-1 0 0,-1 1 1 0 0,0 0-1 0 0,1-1 1 0 0,-1 1-1 0 0,1 0 1 0 0,-1 3-1 0 0,-13 39 99 0 0,7-18-62 0 0,-2 1-33 0 0,2 0 0 0 0,0 1-1 0 0,-3 36 1 0 0,9-52 4 0 0,1-1 0 0 0,1 0 1 0 0,0 1-1 0 0,0-1 0 0 0,1 0 0 0 0,1 0 0 0 0,0 0 0 0 0,1 0 0 0 0,0 0 0 0 0,7 18 1 0 0,-7-26-5 0 0,-1 1 0 0 0,1-1 0 0 0,-1 1 0 0 0,1-1 0 0 0,0 0 0 0 0,1 0 0 0 0,-1 0 0 0 0,1-1 0 0 0,0 1 0 0 0,0-1 0 0 0,0 0 0 0 0,0 0 1 0 0,0 0-1 0 0,1-1 0 0 0,-1 1 0 0 0,8 2 0 0 0,-5-3 47 0 0,0 0 1 0 0,0-1 0 0 0,0 0-1 0 0,0 0 1 0 0,1 0 0 0 0,-1-1-1 0 0,0 0 1 0 0,1 0 0 0 0,-1-1-1 0 0,12-3 1 0 0,-7 2 116 0 0,-1-1-1 0 0,0-1 1 0 0,0 0 0 0 0,0-1 0 0 0,0 0-1 0 0,-1-1 1 0 0,1 0 0 0 0,-2 0 0 0 0,1-1-1 0 0,-1 0 1 0 0,0-1 0 0 0,0 0 0 0 0,-1-1-1 0 0,10-11 1 0 0,-10 6 26 0 0,0 1 0 0 0,0-1 1 0 0,-2-1-1 0 0,0 1 0 0 0,0-1 0 0 0,5-25 0 0 0,-8 28-122 0 0,-2 1 0 0 0,1 0 0 0 0,-1-1-1 0 0,-1 1 1 0 0,0-1 0 0 0,0 1 0 0 0,-1-1 0 0 0,-1 1-1 0 0,-5-21 1 0 0,5 27-77 0 0,1 0-1 0 0,-1 0 1 0 0,0 0-1 0 0,-1 1 1 0 0,1-1-1 0 0,-1 1 1 0 0,0 0-1 0 0,0 0 1 0 0,0 0 0 0 0,-1 0-1 0 0,1 0 1 0 0,-1 1-1 0 0,0 0 1 0 0,0-1-1 0 0,-6-2 1 0 0,3 2-210 0 0,1 1 1 0 0,-1 0 0 0 0,0 1-1 0 0,0 0 1 0 0,0 0 0 0 0,0 1-1 0 0,-1-1 1 0 0,1 1 0 0 0,-13 1-1 0 0,-4 1-991 0 0,1 1 0 0 0,-1 2 0 0 0,0 0 0 0 0,1 2 0 0 0,-33 11 0 0 0,-70 32-8265 0 0,79-29 2316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22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53 444 0 0,'-6'-8'7920'0'0,"5"7"-7660"0"0,1 0 0 0 0,-1 1 0 0 0,1-1 0 0 0,-1 0 0 0 0,1 0 0 0 0,-1 1 0 0 0,1-1 0 0 0,-1 0 1 0 0,1 0-1 0 0,0 0 0 0 0,-1 0 0 0 0,1 0 0 0 0,0 1 0 0 0,0-1 0 0 0,0 0 0 0 0,0 0 0 0 0,-1 0 0 0 0,1 0 0 0 0,1 0 0 0 0,-1 0 0 0 0,0 0 0 0 0,0 0 0 0 0,0 1 0 0 0,0-1 0 0 0,1 0 0 0 0,0-2 0 0 0,0 2-168 0 0,0 0-1 0 0,0-1 0 0 0,0 1 1 0 0,0 0-1 0 0,0 0 1 0 0,1 0-1 0 0,-1 0 0 0 0,0 0 1 0 0,1 0-1 0 0,-1 0 1 0 0,1 0-1 0 0,-1 1 0 0 0,1-1 1 0 0,1 0-1 0 0,0 0-115 0 0,0 0 1 0 0,0 0-1 0 0,1 0 1 0 0,-1 1-1 0 0,0 0 1 0 0,0-1-1 0 0,1 1 0 0 0,-1 0 1 0 0,0 0-1 0 0,0 1 1 0 0,1-1-1 0 0,-1 1 0 0 0,0-1 1 0 0,0 1-1 0 0,0 0 1 0 0,0 0-1 0 0,4 2 1 0 0,-5 0 27 0 0,1-1 0 0 0,-1 0 0 0 0,0 1 1 0 0,0-1-1 0 0,1 1 0 0 0,-2 0 1 0 0,1-1-1 0 0,0 1 0 0 0,-1 0 1 0 0,1 0-1 0 0,-1 0 0 0 0,0 1 1 0 0,0-1-1 0 0,0 0 0 0 0,0 0 1 0 0,-1 1-1 0 0,1-1 0 0 0,-1 0 1 0 0,0 1-1 0 0,0-1 0 0 0,0 0 1 0 0,0 1-1 0 0,-2 5 0 0 0,-1 9 20 0 0,-1-1 0 0 0,-1 0-1 0 0,-9 23 1 0 0,6-21-26 0 0,-1 2 0 0 0,-16 44-8 0 0,25-65 13 0 0,-6 14-9 0 0,6-13 6 0 0,-1 0 1 0 0,1-1 0 0 0,0 1-1 0 0,0 0 1 0 0,0 0-1 0 0,0-1 1 0 0,0 1 0 0 0,0 0-1 0 0,0 0 1 0 0,0-1-1 0 0,0 1 1 0 0,0 0-1 0 0,0-1 1 0 0,0 1 0 0 0,0 0-1 0 0,0 0 1 0 0,1-1-1 0 0,-1 1 1 0 0,0 0 0 0 0,1-1-1 0 0,-1 1 1 0 0,0 0-1 0 0,1-1 1 0 0,-1 1 0 0 0,1-1-1 0 0,0 1 1 0 0,1 0 0 0 0,1-1-1 0 0,-1 1 1 0 0,0-1 0 0 0,1 0 0 0 0,-1 0 0 0 0,0 0-1 0 0,1 0 1 0 0,-1-1 0 0 0,1 1 0 0 0,-1 0 0 0 0,0-1-1 0 0,5-1 1 0 0,-5 1-5 0 0,35-9-52 0 0,49-14-1494 0 0,-29 10-6338 0 0,-44 10 3251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22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6 2220 0 0,'5'-5'19058'0'0,"-10"10"-18857"0"0,-43 43 337 0 0,2 1 0 0 0,-43 61 0 0 0,8 20 165 0 0,50-74-4100 0 0,0-1-8630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23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48 1052 0 0,'20'-14'15673'0'0,"-13"8"-14447"0"0,-3 3-1117 0 0,1 0 0 0 0,0 0-1 0 0,0 0 1 0 0,0 0 0 0 0,0 1 0 0 0,0 0 0 0 0,1 0-1 0 0,-1 0 1 0 0,1 1 0 0 0,9-2 0 0 0,-11 3-95 0 0,11 1 33 0 0,-13 0-42 0 0,-1 0-1 0 0,1 0 1 0 0,0 0 0 0 0,-1 0-1 0 0,0 1 1 0 0,1-1 0 0 0,-1 0-1 0 0,0 1 1 0 0,1-1 0 0 0,-1 1-1 0 0,0 0 1 0 0,0-1 0 0 0,0 1-1 0 0,-1 0 1 0 0,1-1 0 0 0,0 1-1 0 0,0 0 1 0 0,-1 0 0 0 0,1 0-1 0 0,-1 0 1 0 0,0-1 0 0 0,0 1-1 0 0,0 0 1 0 0,1 0 0 0 0,-2 2-1 0 0,0 6 36 0 0,0-1-1 0 0,-1 1 1 0 0,-1-1-1 0 0,-4 12 1 0 0,-3 14 20 0 0,2-14-41 0 0,6-14-30 0 0,1-6 10 0 0,1 0 0 0 0,-1 0 0 0 0,1 0 0 0 0,0 0 0 0 0,-1 0 0 0 0,1 0 0 0 0,0 0 0 0 0,0 0 0 0 0,-1 0 0 0 0,1 0 0 0 0,0 0 0 0 0,0 0 0 0 0,0 0 0 0 0,0 1 0 0 0,1-1 0 0 0,-1 0 0 0 0,0 0 0 0 0,0 0 0 0 0,1 0 0 0 0,-1 0 0 0 0,0 0 0 0 0,1 0 0 0 0,-1 0 0 0 0,1 0 0 0 0,-1 0 0 0 0,1-1 0 0 0,0 1 0 0 0,-1 0 0 0 0,1 0 0 0 0,0 0 0 0 0,0-1 0 0 0,-1 1 0 0 0,1 0 0 0 0,0-1 0 0 0,0 1 0 0 0,0 0-1 0 0,0-1 1 0 0,0 1 0 0 0,0-1 0 0 0,1 1 0 0 0,20 11 3 0 0,43 28 22 0 0,-61-38 73 0 0,-1 1 0 0 0,1-1 0 0 0,-1 1 1 0 0,0 0-1 0 0,1 0 0 0 0,-2 0 0 0 0,1 0 1 0 0,0 1-1 0 0,-1-1 0 0 0,1 1 0 0 0,-1-1 1 0 0,0 1-1 0 0,0 0 0 0 0,0 0 0 0 0,-1 0 0 0 0,1 0 1 0 0,0 8-1 0 0,-2-9 7 0 0,0 1-1 0 0,-1-1 1 0 0,1 1 0 0 0,-1-1-1 0 0,0 1 1 0 0,0-1 0 0 0,0 0-1 0 0,-1 0 1 0 0,1 1 0 0 0,-1-1-1 0 0,0 0 1 0 0,0 0 0 0 0,0-1-1 0 0,0 1 1 0 0,0 0 0 0 0,0-1-1 0 0,-1 1 1 0 0,1-1 0 0 0,-6 4-1 0 0,-3 2 8 0 0,-1 0 0 0 0,0 0-1 0 0,0-1 1 0 0,-1 0-1 0 0,0-1 1 0 0,0-1 0 0 0,-27 7-1 0 0,17-6-97 0 0,0-2 0 0 0,0 0-1 0 0,-44 0 1 0 0,64-4-109 0 0,1 0 1 0 0,-1 1-1 0 0,1-2 0 0 0,0 1 1 0 0,-1 0-1 0 0,1 0 1 0 0,0-1-1 0 0,-1 1 0 0 0,1-1 1 0 0,0 0-1 0 0,0 0 1 0 0,0 0-1 0 0,-1 0 0 0 0,1 0 1 0 0,0 0-1 0 0,0-1 1 0 0,0 1-1 0 0,1 0 0 0 0,-3-3 1 0 0,3 3-76 0 0,1 0 1 0 0,-1 0 0 0 0,1 0-1 0 0,-1 0 1 0 0,1 0 0 0 0,-1 0-1 0 0,1 0 1 0 0,-1 0 0 0 0,1 0-1 0 0,0 0 1 0 0,0-1 0 0 0,0 1-1 0 0,-1 0 1 0 0,1 0 0 0 0,0 0-1 0 0,1 0 1 0 0,-1-1 0 0 0,0 1-1 0 0,0 0 1 0 0,0 0 0 0 0,1 0-1 0 0,-1 0 1 0 0,0 0 0 0 0,1-1-1 0 0,-1 1 1 0 0,2-1-1 0 0,16-27-6313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23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87 2624 0 0,'-38'-21'14574'0'0,"37"20"-14072"0"0,2 0-464 0 0,0 0-1 0 0,0 1 0 0 0,0-1 0 0 0,0 0 1 0 0,0 1-1 0 0,0-1 0 0 0,0 0 1 0 0,1 1-1 0 0,-1-1 0 0 0,0 1 0 0 0,0 0 1 0 0,1 0-1 0 0,1-1 0 0 0,3-1 59 0 0,96-22-74 0 0,-47 12-2702 0 0,-2-1-4839 0 0,-37 8 1782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23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 2440 0 0,'-20'-9'18617'0'0,"19"10"-18536"0"0,1 1 0 0 0,-1-1 0 0 0,0 0-1 0 0,1 0 1 0 0,-1 1 0 0 0,1-1 0 0 0,-1 0 0 0 0,1 1 0 0 0,0-1 0 0 0,-1 0 0 0 0,1 1 0 0 0,0-1 0 0 0,0 1 0 0 0,0-1 0 0 0,0 1 0 0 0,1 1 0 0 0,3 35 555 0 0,-1-13-423 0 0,-6 138 1167 0 0,-1-76-3976 0 0,6 1-9778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24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95 508 0 0,'-11'-32'14896'0'0,"6"15"-9438"0"0,5 17-5441 0 0,-1 0 0 0 0,0 1 0 0 0,1-1 0 0 0,-1 0-1 0 0,1 0 1 0 0,-1 1 0 0 0,0-1 0 0 0,1 0 0 0 0,-1 1 0 0 0,1-1 0 0 0,-1 0 0 0 0,1 1 0 0 0,-1-1 0 0 0,1 1 0 0 0,-1-1 0 0 0,1 1-1 0 0,0-1 1 0 0,-1 2 0 0 0,-5 23 101 0 0,0 2-72 0 0,2 1 0 0 0,-3 40 0 0 0,7-59 6 0 0,0 0 0 0 0,0 0 1 0 0,1 0-1 0 0,1 0 0 0 0,-1 0 1 0 0,2-1-1 0 0,-1 1 0 0 0,1-1 1 0 0,0 1-1 0 0,1-1 0 0 0,0 0 0 0 0,5 8 1 0 0,-7-13 33 0 0,0 0 1 0 0,0 0-1 0 0,1-1 1 0 0,-1 1-1 0 0,1-1 0 0 0,-1 0 1 0 0,1 0-1 0 0,0 0 1 0 0,0 0-1 0 0,0 0 1 0 0,0-1-1 0 0,0 1 1 0 0,0-1-1 0 0,0 0 1 0 0,0 0-1 0 0,1 0 1 0 0,-1 0-1 0 0,0 0 1 0 0,1-1-1 0 0,-1 0 0 0 0,1 1 1 0 0,-1-1-1 0 0,0-1 1 0 0,1 1-1 0 0,-1 0 1 0 0,1-1-1 0 0,-1 0 1 0 0,0 0-1 0 0,1 0 1 0 0,-1 0-1 0 0,4-2 1 0 0,2-1 31 0 0,-1 1 0 0 0,0-2 1 0 0,0 1-1 0 0,0-2 0 0 0,-1 1 0 0 0,0-1 1 0 0,0 0-1 0 0,0 0 0 0 0,-1 0 1 0 0,11-14-1 0 0,-10 10-25 0 0,-1 0 0 0 0,0-1-1 0 0,0 0 1 0 0,-1 0 0 0 0,-1 0 0 0 0,0 0 0 0 0,0-1 0 0 0,-1 0-1 0 0,3-17 1 0 0,-6 24-73 0 0,0-1-1 0 0,1 1 0 0 0,-1 0 1 0 0,-1 0-1 0 0,1 0 0 0 0,-1 0 1 0 0,0 0-1 0 0,0 0 0 0 0,0 0 1 0 0,-1 1-1 0 0,0-1 0 0 0,0 0 1 0 0,0 1-1 0 0,0-1 0 0 0,-1 1 1 0 0,0 0-1 0 0,0 0 0 0 0,0 0 1 0 0,0 0-1 0 0,-1 0 0 0 0,1 1 1 0 0,-1-1-1 0 0,0 1 0 0 0,0 0 1 0 0,-6-4-1 0 0,-2 2-64 0 0,1 0 1 0 0,-1 0-1 0 0,0 1 1 0 0,0 1-1 0 0,0 0 1 0 0,0 0-1 0 0,0 1 0 0 0,-1 1 1 0 0,1 0-1 0 0,-15 1 1 0 0,-4 2-1008 0 0,-1 0 0 0 0,-56 13 0 0 0,23 2-1465 0 0,-28 16-1084 0 0,-7 12-4553 0 0,56-23 858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26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3 672 0 0,'0'0'10459'0'0,"3"11"-7390"0"0,3-7-3052 0 0,-2-3-2 0 0,1 1-1 0 0,0-1 0 0 0,0 0 0 0 0,0-1 1 0 0,-1 1-1 0 0,1-1 0 0 0,0 0 0 0 0,0 0 1 0 0,7-1-1 0 0,-5 0-2 0 0,59-2 44 0 0,5-6 45 0 0,-69 9-81 0 0,1 0-2 0 0,51-6 202 0 0,-52 5-215 0 0,6-1-2595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44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67 476 0 0,'-5'-27'17026'0'0,"5"26"-17001"0"0,1 0-1 0 0,-1-1 0 0 0,1 1 0 0 0,-1 0 1 0 0,1 0-1 0 0,0 0 0 0 0,-1 0 0 0 0,1 0 1 0 0,0 0-1 0 0,0 0 0 0 0,-1 0 1 0 0,1 0-1 0 0,0 0 0 0 0,0 0 0 0 0,0 0 1 0 0,0 0-1 0 0,1 1 0 0 0,-1-1 0 0 0,0 0 1 0 0,0 1-1 0 0,0-1 0 0 0,2 0 0 0 0,32-12 42 0 0,-22 12-50 0 0,-1-1-1 0 0,24 1 1 0 0,-31 1-13 0 0,29 5-8 0 0,-31-4 2 0 0,0-1 0 0 0,0 1 0 0 0,0 0-1 0 0,-1 0 1 0 0,1 0 0 0 0,0 0 0 0 0,0 0 0 0 0,-1 1 0 0 0,1-1-1 0 0,-1 1 1 0 0,1 0 0 0 0,-1 0 0 0 0,1 0 0 0 0,-1 0 0 0 0,0 0 0 0 0,0 0-1 0 0,0 1 1 0 0,2 3 0 0 0,-2-2 3 0 0,-1-1 0 0 0,0 1 0 0 0,0-1 0 0 0,0 1-1 0 0,0 0 1 0 0,0 0 0 0 0,-1-1 0 0 0,0 1 0 0 0,0 0 0 0 0,0 0 0 0 0,0-1 0 0 0,0 1-1 0 0,-2 4 1 0 0,-1 5 5 0 0,-1 1 0 0 0,0-1 0 0 0,-2 0 0 0 0,1 0 0 0 0,-1-1 0 0 0,-15 22 0 0 0,-15 15 28 0 0,18-27 16 0 0,-19 32 0 0 0,37-53-32 0 0,-5 7 23 0 0,4-8-40 0 0,1 1 1 0 0,-1-1-1 0 0,1 1 0 0 0,-1-1 1 0 0,1 1-1 0 0,-1-1 0 0 0,1 1 0 0 0,-1 0 1 0 0,1-1-1 0 0,0 1 0 0 0,-1 0 1 0 0,1-1-1 0 0,0 1 0 0 0,0 0 1 0 0,-1-1-1 0 0,1 1 0 0 0,0 0 1 0 0,0-1-1 0 0,0 1 0 0 0,0 0 1 0 0,0 0-1 0 0,0-1 0 0 0,0 1 0 0 0,0 0 1 0 0,0-1-1 0 0,0 1 0 0 0,0 0 1 0 0,1 0-1 0 0,28 39-14 0 0,-20-29 17 0 0,-1 0 1 0 0,0 0-1 0 0,0 1 0 0 0,-1 0 1 0 0,-1 1-1 0 0,0-1 1 0 0,0 1-1 0 0,4 20 1 0 0,-8-23 357 0 0,-1 0 1 0 0,0 0-1 0 0,-1 1 1 0 0,0-1-1 0 0,-1 0 1 0 0,0 0-1 0 0,-1 1 1 0 0,0-1-1 0 0,0 0 1 0 0,-1-1-1 0 0,0 1 1 0 0,-9 16-1 0 0,9-20-99 0 0,0 0 0 0 0,0 0-1 0 0,-1 0 1 0 0,0-1 0 0 0,0 0-1 0 0,0 0 1 0 0,0 0 0 0 0,-1 0-1 0 0,0-1 1 0 0,0 1 0 0 0,-1-1-1 0 0,1 0 1 0 0,-1-1 0 0 0,1 0 0 0 0,-1 1-1 0 0,0-2 1 0 0,-1 1 0 0 0,1-1-1 0 0,0 0 1 0 0,-9 2 0 0 0,7-4-147 0 0,-1-1 0 0 0,1 1 0 0 0,-1-1 0 0 0,1-1 0 0 0,0 1 1 0 0,-1-1-1 0 0,-8-4 0 0 0,3 2-27 0 0,1-1-51 0 0,1 0-1 0 0,-1-1 1 0 0,1-1-1 0 0,-15-10 1 0 0,6 3-636 0 0,19 14 104 0 0,-9-10-3726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45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 1260 0 0,'-4'-7'11833'0'0,"36"8"-11019"0"0,-1-1 0 0 0,35-6 0 0 0,-63 6-746 0 0,-1-1-6 0 0,10 0 9 0 0,-10 1 2 0 0,13-2 569 0 0,-14 2-401 0 0,23-1-1731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46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18 157 1128 0 0,'-1'-2'1875'0'0,"1"1"-1780"0"0,-13-39 7358 0 0,12 37-7017 0 0,0 0 0 0 0,1 0 0 0 0,-1 0 0 0 0,1-1 0 0 0,0 1 0 0 0,0 0 0 0 0,0-1 0 0 0,0 1 0 0 0,0 0 0 0 0,1 0 0 0 0,1-4 0 0 0,-1 4-337 0 0,1 1 0 0 0,0-1 0 0 0,-1 0 0 0 0,1 1-1 0 0,0-1 1 0 0,1 1 0 0 0,-1 0 0 0 0,0 0 0 0 0,1 0 0 0 0,-1 0-1 0 0,1 0 1 0 0,0 0 0 0 0,5-2 0 0 0,39-14 126 0 0,-26 12-196 0 0,0 2 1 0 0,1 0 0 0 0,23-1-1 0 0,-42 5-30 0 0,0 0 1 0 0,0 0-1 0 0,0 0 0 0 0,0 0 0 0 0,0 0 0 0 0,0 0 1 0 0,0 1-1 0 0,0-1 0 0 0,-1 1 0 0 0,1 0 0 0 0,0 0 0 0 0,0 0 1 0 0,0 0-1 0 0,-1 1 0 0 0,1-1 0 0 0,3 3 0 0 0,-4-2 1 0 0,0 0-1 0 0,-1 0 1 0 0,1 0-1 0 0,-1 0 1 0 0,1 0-1 0 0,-1 0 1 0 0,0 0-1 0 0,0 0 0 0 0,0 1 1 0 0,0-1-1 0 0,0 0 1 0 0,0 1-1 0 0,-1-1 1 0 0,1 1-1 0 0,-1 3 1 0 0,0 4 16 0 0,0 0 0 0 0,-1-1-1 0 0,0 1 1 0 0,0-1 0 0 0,-1 1 0 0 0,-1-1 0 0 0,1 0 0 0 0,-6 11 0 0 0,-10 29 136 0 0,18-47-122 0 0,-2 4-7 0 0,-2 12 1491 0 0,4-17-1490 0 0,-1-1 0 0 0,1 1 0 0 0,0-1 0 0 0,0 1 1 0 0,0-1-1 0 0,0 1 0 0 0,0-1 0 0 0,0 1 0 0 0,0-1 1 0 0,0 1-1 0 0,0-1 0 0 0,0 1 0 0 0,0-1 0 0 0,1 1 1 0 0,-1-1-1 0 0,0 1 0 0 0,0-1 0 0 0,0 1 0 0 0,1-1 1 0 0,-1 0-1 0 0,0 1 0 0 0,0-1 0 0 0,1 1 0 0 0,-1-1 1 0 0,0 0-1 0 0,1 1 0 0 0,0-1 0 0 0,7 4 102 0 0,1 1 0 0 0,-1 0 0 0 0,0 0 0 0 0,-1 0-1 0 0,1 1 1 0 0,-1 0 0 0 0,0 0 0 0 0,0 1 0 0 0,-1 0 0 0 0,0 0 0 0 0,0 1-1 0 0,0-1 1 0 0,-1 1 0 0 0,-1 1 0 0 0,1-1 0 0 0,-1 1 0 0 0,-1-1 0 0 0,0 1-1 0 0,0 0 1 0 0,0 0 0 0 0,-1 1 0 0 0,-1-1 0 0 0,1 0 0 0 0,-1 1 0 0 0,-1 13-1 0 0,-1-4 404 0 0,0 0 0 0 0,-1 0 0 0 0,-1-1 0 0 0,-1 1 0 0 0,-9 26-1 0 0,10-34-328 0 0,-1 0 0 0 0,-1-1 0 0 0,0 0 0 0 0,-1 0 0 0 0,1 0-1 0 0,-2 0 1 0 0,0-1 0 0 0,0 0 0 0 0,0 0 0 0 0,-12 9 0 0 0,17-16-186 0 0,-1 0 0 0 0,1 0 0 0 0,-1 0 0 0 0,0 0 0 0 0,0-1 0 0 0,0 1 0 0 0,0-1 0 0 0,0 0 0 0 0,0 0 1 0 0,0 0-1 0 0,-1 0 0 0 0,1-1 0 0 0,0 1 0 0 0,0-1 0 0 0,-1 0 0 0 0,1 0 0 0 0,0 0 0 0 0,-1 0 0 0 0,1 0 1 0 0,0-1-1 0 0,-1 1 0 0 0,-3-2 0 0 0,2 0-306 0 0,1 0 1 0 0,-1-1-1 0 0,1 1 1 0 0,-1-1-1 0 0,1 0 0 0 0,0 0 1 0 0,0 0-1 0 0,0 0 1 0 0,0-1-1 0 0,1 0 1 0 0,0 1-1 0 0,-1-1 1 0 0,-3-8-1 0 0,0 1-1613 0 0,1 0-1 0 0,0-1 1 0 0,-5-16-1 0 0,1-15-6164 0 0,7 21 1253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47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6 476 0 0,'-15'12'11516'0'0,"23"-10"-11219"0"0,0 0 0 0 0,1-1 0 0 0,-1 0 0 0 0,0-1-1 0 0,0 0 1 0 0,0 0 0 0 0,1-1 0 0 0,-1 0 0 0 0,9-2 0 0 0,24-2 422 0 0,58-1 458 0 0,-44 1-715 0 0,0 3 0 0 0,62 5 1 0 0,-113-2-418 0 0,1 0 0 0 0,-1 0 1 0 0,0 0-1 0 0,0 1 0 0 0,0-1 1 0 0,0 1-1 0 0,0 0 0 0 0,0 1 1 0 0,0-1-1 0 0,-1 1 1 0 0,1-1-1 0 0,-1 1 0 0 0,0 0 1 0 0,0 0-1 0 0,0 1 0 0 0,0-1 1 0 0,0 1-1 0 0,-1-1 0 0 0,3 6 1 0 0,4 7 208 0 0,-1 1 0 0 0,0-1 0 0 0,5 21 0 0 0,-11-32-201 0 0,24 77 679 0 0,-4 2 1 0 0,-4 0 0 0 0,-4 0-1 0 0,8 172 1 0 0,-39 347 1204 0 0,11-513-1771 0 0,-31 438 378 0 0,-15 318-57 0 0,60 69 275 0 0,-5-802-490 0 0,-11 128 1284 0 0,6-225-1352 0 0,0 1 0 0 0,-1-1-1 0 0,-1 0 1 0 0,0 0 0 0 0,-1 0-1 0 0,-1-1 1 0 0,-12 24 0 0 0,12-30-87 0 0,0 1 1 0 0,0-1 0 0 0,-1-1 0 0 0,0 1-1 0 0,0-1 1 0 0,-1-1 0 0 0,0 1-1 0 0,-1-2 1 0 0,1 1 0 0 0,-1-1 0 0 0,-1 0-1 0 0,-12 6 1 0 0,3-4-438 0 0,-1-1 0 0 0,1 0 0 0 0,-1-2 0 0 0,0 0 1 0 0,-1-1-1 0 0,1-1 0 0 0,-1-1 0 0 0,0-1 0 0 0,0-1 0 0 0,1 0 0 0 0,-1-2 0 0 0,0 0 0 0 0,1-2 1 0 0,0 0-1 0 0,0-1 0 0 0,0-1 0 0 0,0-1 0 0 0,-31-16 0 0 0,47 21-142 0 0,0 0-1 0 0,0-1 0 0 0,0 1 1 0 0,0-1-1 0 0,1 1 0 0 0,0-1 1 0 0,-1 0-1 0 0,1-1 1 0 0,0 1-1 0 0,1 0 0 0 0,-1-1 1 0 0,0 0-1 0 0,1 1 1 0 0,-3-6-1 0 0,4 5-397 0 0,0 0-1 0 0,0 1 1 0 0,0-1 0 0 0,0 0-1 0 0,1 0 1 0 0,-1 0 0 0 0,1 0-1 0 0,0 0 1 0 0,0 0 0 0 0,2-7-1 0 0,5-17-7021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48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291 201 1912 0 0,'0'-1'104'0'0,"-1"-7"2009"0"0,-1-1-1 0 0,1 0 1 0 0,-1 0-1 0 0,-4-11 915 0 0,5 20-2904 0 0,1-1-1 0 0,0 1 1 0 0,-1-1-1 0 0,1 1 1 0 0,-1 0-1 0 0,1-1 1 0 0,0 1-1 0 0,0-1 1 0 0,-1 1-1 0 0,1-1 1 0 0,0 1-1 0 0,0-1 1 0 0,-1 1-1 0 0,1-1 1 0 0,0 0-1 0 0,0 1 1 0 0,0-1-1 0 0,0 1 1 0 0,0-1-1 0 0,0 0 1 0 0,-4-12 2721 0 0,4 13-2832 0 0,0 0 1 0 0,-1 0-1 0 0,1-1 0 0 0,0 1 1 0 0,0 0-1 0 0,-1 0 0 0 0,1 0 1 0 0,0 0-1 0 0,-1 0 0 0 0,1 0 1 0 0,0 0-1 0 0,0 0 0 0 0,-1 0 1 0 0,1 0-1 0 0,0 0 0 0 0,-1 0 1 0 0,1 0-1 0 0,0 0 0 0 0,-1 0 1 0 0,1 0-1 0 0,0 0 0 0 0,0 0 1 0 0,-1 0-1 0 0,1 1 0 0 0,0-1 1 0 0,0 0-1 0 0,-1 0 0 0 0,1 0 1 0 0,0 0-1 0 0,0 1 0 0 0,-1-1 1 0 0,1 0-1 0 0,0 0 0 0 0,0 1 1 0 0,0-1-1 0 0,-1 0 0 0 0,1 0 1 0 0,0 1-1 0 0,0-1 0 0 0,0 0 1 0 0,0 0-1 0 0,0 1 0 0 0,-3 4 0 0 0,0-1 0 0 0,1 1 0 0 0,-1 0-1 0 0,2 0 1 0 0,-1 0 0 0 0,0 0-1 0 0,1 0 1 0 0,0 1 0 0 0,-1 7-1 0 0,-4 14 22 0 0,-6 13-161 0 0,-84 257 4 0 0,-1-70 1821 0 0,96-225-1487 0 0,-2-2 138 0 0,3 0-340 0 0,-1 1 0 0 0,1-1 1 0 0,-1 0-1 0 0,1 0 1 0 0,0 0-1 0 0,-1 0 1 0 0,1 1-1 0 0,-1-1 1 0 0,1 0-1 0 0,0 0 1 0 0,-1 0-1 0 0,1 0 1 0 0,-1 0-1 0 0,1 0 0 0 0,-1 0 1 0 0,1 0-1 0 0,0 0 1 0 0,-1 0-1 0 0,1 0 1 0 0,-1-1-1 0 0,1 1 1 0 0,0 0-1 0 0,-1 0 1 0 0,1 0-1 0 0,-1 0 1 0 0,1-1-1 0 0,0 1 0 0 0,-1 0 1 0 0,1 0-1 0 0,0-1 1 0 0,-1 1-1 0 0,1 0 1 0 0,0-1-1 0 0,0 1 1 0 0,-1 0-1 0 0,1-1 1 0 0,0 1-1 0 0,0 0 0 0 0,-1-1 1 0 0,1 0-1 0 0,-3-12 8 0 0,1-1 0 0 0,0 1 0 0 0,1-1 0 0 0,0 1 0 0 0,1-1 0 0 0,0 1 0 0 0,1-1 0 0 0,1 0 0 0 0,4-16 0 0 0,7-21 38 0 0,21-51 0 0 0,-26 78-30 0 0,14-38-27 0 0,3 1 0 0 0,3 1 0 0 0,2 1 0 0 0,64-92-1 0 0,-90 145 3 0 0,0 0-1 0 0,1 0 1 0 0,0 1-1 0 0,0 0 0 0 0,1 0 1 0 0,-1 0-1 0 0,7-4 1 0 0,-11 9 2 0 0,0 0 0 0 0,0-1 0 0 0,1 1 0 0 0,-1 0 0 0 0,0 0 0 0 0,0-1 0 0 0,0 1 0 0 0,0 0 1 0 0,0 0-1 0 0,0 0 0 0 0,0 0 0 0 0,0 1 0 0 0,0-1 0 0 0,0 0 0 0 0,0 0 0 0 0,0 1 0 0 0,0-1 0 0 0,1 0 0 0 0,-2 1 0 0 0,1-1 1 0 0,0 1-1 0 0,0 0 0 0 0,0-1 0 0 0,0 1 0 0 0,0 0 0 0 0,0-1 0 0 0,1 2 0 0 0,18 22-33 0 0,-14-13 36 0 0,-1 0-1 0 0,0 0 0 0 0,-1 1 0 0 0,0 0 0 0 0,-1-1 1 0 0,0 1-1 0 0,1 14 0 0 0,-1 4 33 0 0,-1 53 0 0 0,-14 91 156 0 0,4-88 7 0 0,5 113 0 0 0,3-193-363 0 0,0 0 1 0 0,0 0-1 0 0,1 0 1 0 0,0-1-1 0 0,0 1 1 0 0,0 0-1 0 0,1 0 1 0 0,0-1-1 0 0,0 1 1 0 0,1-1-1 0 0,-1 0 1 0 0,6 9-1 0 0,-7-14-84 0 0,0 1-1 0 0,0-1 0 0 0,-1 1 1 0 0,1-1-1 0 0,0 1 1 0 0,0-1-1 0 0,0 0 1 0 0,-1 1-1 0 0,1-1 0 0 0,0 0 1 0 0,0 0-1 0 0,0 1 1 0 0,0-1-1 0 0,0 0 0 0 0,0 0 1 0 0,0 0-1 0 0,-1 0 1 0 0,1 0-1 0 0,0 0 0 0 0,0 0 1 0 0,0-1-1 0 0,0 1 1 0 0,1 0-1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48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63 2044 0 0,'-4'0'1714'0'0,"-31"3"1919"0"0,32-3-2697 0 0,-16 2 3194 0 0,31-13-3524 0 0,-6 8-507 0 0,0 0 1 0 0,0 0 0 0 0,1 0 0 0 0,-1 1 0 0 0,0 0 0 0 0,10-2-1 0 0,15-4 155 0 0,16-7-306 0 0,-24 9-1706 0 0,-2-1-3398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03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58 2796 0 0,'6'-5'3991'0'0,"-3"1"-2469"0"0,0 1 0 0 0,0-1-1 0 0,-1 0 1 0 0,1 0-1 0 0,-1 0 1 0 0,0 0 0 0 0,0-1-1 0 0,4-9 1650 0 0,-6 14-3066 0 0,0 0 1 0 0,0-1-1 0 0,0 1 0 0 0,0 0 1 0 0,0-1-1 0 0,0 1 1 0 0,-1-4 1581 0 0,1 4-1582 0 0,-3 1-71 0 0,0 1 1 0 0,0-1-1 0 0,1 1 1 0 0,-1 0-1 0 0,1-1 1 0 0,-1 1-1 0 0,1 1 0 0 0,0-1 1 0 0,0 0-1 0 0,0 0 1 0 0,-2 4-1 0 0,-23 34 94 0 0,20-30-106 0 0,-10 16 49 0 0,-18 29-6 0 0,-32 64-1 0 0,59-101-58 0 0,0 0-1 0 0,1 1 1 0 0,1-1-1 0 0,1 1 1 0 0,0 1 0 0 0,2-1-1 0 0,0 1 1 0 0,0 22-1 0 0,3-35 38 0 0,0 0 0 0 0,0 1 1 0 0,1-1-1 0 0,0 0 0 0 0,0 0 0 0 0,1 0 0 0 0,0 1 0 0 0,0-2 0 0 0,1 1 0 0 0,0 0 0 0 0,0 0 0 0 0,1-1 0 0 0,-1 0 0 0 0,1 0 0 0 0,1 0 0 0 0,-1 0 0 0 0,1 0 1 0 0,0-1-1 0 0,0 0 0 0 0,1 0 0 0 0,-1 0 0 0 0,1-1 0 0 0,0 0 0 0 0,1 0 0 0 0,-1 0 0 0 0,1-1 0 0 0,-1 0 0 0 0,1-1 0 0 0,0 1 0 0 0,0-1 0 0 0,0 0 0 0 0,0-1 1 0 0,1 0-1 0 0,-1 0 0 0 0,0 0 0 0 0,12-1 0 0 0,-5-1 185 0 0,1 1 1 0 0,-1-2-1 0 0,0 0 0 0 0,0-1 1 0 0,1 0-1 0 0,-2-1 1 0 0,1-1-1 0 0,0 0 0 0 0,-1-1 1 0 0,0 0-1 0 0,0-1 1 0 0,-1 0-1 0 0,0-1 1 0 0,17-15-1 0 0,-16 11-50 0 0,0 0 1 0 0,-1-2-1 0 0,-1 1 1 0 0,-1-1-1 0 0,1-1 1 0 0,-2 0-1 0 0,0 0 1 0 0,-1-1-1 0 0,-1 0 1 0 0,0 0-1 0 0,6-27 1 0 0,-8 28-165 0 0,-2 0 0 0 0,0-1 0 0 0,-1 1 0 0 0,0-1 0 0 0,-1 0 0 0 0,-1 0 0 0 0,-4-31 0 0 0,2 36-13 0 0,-1-1 1 0 0,0 1 0 0 0,-1 0-1 0 0,0 0 1 0 0,-1 0-1 0 0,0 0 1 0 0,-1 1 0 0 0,0 0-1 0 0,0 0 1 0 0,-1 0-1 0 0,-11-11 1 0 0,12 15-227 0 0,0 0 0 0 0,0 0 0 0 0,-1 1 1 0 0,1-1-1 0 0,-1 1 0 0 0,0 1 0 0 0,0 0 0 0 0,-1 0 0 0 0,1 0 0 0 0,-1 1 0 0 0,0 0 1 0 0,0 0-1 0 0,-13-2 0 0 0,10 4-107 0 0,1 0 0 0 0,0 1 1 0 0,0 0-1 0 0,0 0 0 0 0,0 1 0 0 0,0 1 1 0 0,0 0-1 0 0,0 0 0 0 0,0 1 0 0 0,0 0 0 0 0,-9 5 1 0 0,-13 7-1991 0 0,1 1-1 0 0,1 2 1 0 0,-35 25 0 0 0,1 5-4468 0 0,24-17-365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05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 1368 0 0,'-28'5'8432'0'0,"6"1"-1597"0"0,25-5-6730 0 0,0 0 0 0 0,-1 0 0 0 0,1 0 1 0 0,0 0-1 0 0,0 0 0 0 0,0-1 0 0 0,0 1 1 0 0,0-1-1 0 0,6 0 0 0 0,31-1 251 0 0,-33 1-347 0 0,192-17 211 0 0,-196 17-543 0 0,6-3-1167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06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1288 0 0,'24'-55'22229'0'0,"-25"62"-22429"0"0,-2 7 230 0 0,-3 22 7 0 0,-4 55-1 0 0,9-82-33 0 0,1 1 0 0 0,1 0-1 0 0,-1 0 1 0 0,2 0-1 0 0,-1-1 1 0 0,1 1-1 0 0,1 0 1 0 0,0-1 0 0 0,0 0-1 0 0,8 16 1 0 0,-8-20 10 0 0,1 0 1 0 0,0-1-1 0 0,1 1 1 0 0,-1-1-1 0 0,1 1 1 0 0,0-1-1 0 0,0-1 1 0 0,0 1 0 0 0,0-1-1 0 0,1 0 1 0 0,-1 0-1 0 0,1 0 1 0 0,0-1-1 0 0,0 0 1 0 0,0 0-1 0 0,0 0 1 0 0,0-1-1 0 0,0 0 1 0 0,0 0-1 0 0,10-1 1 0 0,-12 0-12 0 0,0 0 1 0 0,0-1-1 0 0,-1 0 1 0 0,1 0-1 0 0,0 0 1 0 0,0 0-1 0 0,0 0 0 0 0,-1-1 1 0 0,1 0-1 0 0,-1 1 1 0 0,7-6-1 0 0,29-28 5 0 0,-36 32-8 0 0,16-17 217 0 0,24-35 0 0 0,-14 17 3591 0 0,-24 30-2705 0 0,6-5-341 0 0,-7 13-592 0 0,-3 6 226 0 0,-8 106 6 0 0,1-18-461 0 0,4-36-24 0 0,-6 127-2220 0 0,-10-65-5710 0 0,16-110 5665 0 0,0-1-1 0 0,-1 0 1 0 0,-6 14-1 0 0,-2-3-6221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08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83 356 0 0,'-1'-3'975'0'0,"1"-1"0"0"0,-1 1 0 0 0,1-1 0 0 0,-1 1-1 0 0,0 0 1 0 0,0 0 0 0 0,-1-1 0 0 0,1 1 0 0 0,-3-4 961 0 0,3 3-632 0 0,0-1 1 0 0,1 1-1 0 0,-1 0 1 0 0,-1 0-1 0 0,1 0 1 0 0,-1 0-1 0 0,1 1 1 0 0,-1-1-1 0 0,-4-6 999 0 0,6 13-2296 0 0,2 145 1964 0 0,-2 57-653 0 0,-3-140-1235 0 0,0 39-815 0 0,2-34-6943 0 0,1-62 5458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13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537 83 1044 0 0,'-14'-24'10115'0'0,"15"23"-10038"0"0,-1 0-1 0 0,1 0 0 0 0,-1 1 0 0 0,1-1 1 0 0,-1 1-1 0 0,1-1 0 0 0,0 0 1 0 0,-1 1-1 0 0,1-1 0 0 0,0 1 1 0 0,-1-1-1 0 0,1 1 0 0 0,0 0 1 0 0,0-1-1 0 0,0 1 0 0 0,-1 0 1 0 0,1-1-1 0 0,0 1 0 0 0,0 0 1 0 0,0 0-1 0 0,0 0 0 0 0,1 0 1 0 0,218-30 1434 0 0,-76 13-524 0 0,-141 17-959 0 0,0 0 1 0 0,10 0 24 0 0,-9-1-42 0 0,-1 1 0 0 0,1-1 1 0 0,0 1-1 0 0,-1 0 0 0 0,1 1 1 0 0,0-1-1 0 0,-1 1 0 0 0,1-1 1 0 0,-1 1-1 0 0,1 0 0 0 0,-1 1 1 0 0,0-1-1 0 0,1 0 0 0 0,-1 1 1 0 0,0 0-1 0 0,0 0 0 0 0,0 0 1 0 0,5 4-1 0 0,8 11 331 0 0,-2 1-1 0 0,0 0 0 0 0,-1 1 1 0 0,-1 1-1 0 0,-1 0 1 0 0,-1 0-1 0 0,9 23 0 0 0,2 16 262 0 0,19 83 0 0 0,-12-8 0 0 0,13 168-1 0 0,-13 138-487 0 0,-23-349-66 0 0,-3 672 34 0 0,-32-374 362 0 0,27-356-414 0 0,-50 440 253 0 0,18-202 6 0 0,12-109-252 0 0,21-127 2 0 0,-5 33-45 0 0,7-67 9 0 0,-4 33 95 0 0,4-26-100 0 0,-1 47 33 0 0,1-53-26 0 0,-2 31 25 0 0,0-23-35 0 0,1-8 4 0 0,2 13 18 0 0,-1-13-16 0 0,-5 39 3467 0 0,-24 389-3650 0 0,25-371 226 0 0,-5 51 2 0 0,6-93 98 0 0,0-1 0 0 0,-1 0 1 0 0,0 0-1 0 0,-11 23 0 0 0,11-31-81 0 0,-1-1 0 0 0,0 0 1 0 0,0 0-1 0 0,0 0 0 0 0,-1 0 0 0 0,0-1 0 0 0,0 0 0 0 0,-1 0 0 0 0,1-1 1 0 0,-1 0-1 0 0,-1 0 0 0 0,1 0 0 0 0,-1-1 0 0 0,0 0 0 0 0,1-1 0 0 0,-13 4 1 0 0,-14 3-63 0 0,0-1 1 0 0,-60 7-1 0 0,65-12 30 0 0,-47 5-937 0 0,0-3 0 0 0,-79-3 0 0 0,59-8-4140 0 0,-114-20 1 0 0,155 14 61 0 0,5-2-2499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14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13 268 0 0,'-6'-13'13617'0'0,"6"14"-13509"0"0,-22 31-870 0 0,12-17 1858 0 0,-163 243-73 0 0,84-121-900 0 0,52-80-146 0 0,2-4-4621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14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40 860 0 0,'23'-21'14488'0'0,"3"8"-12972"0"0,-24 12-1481 0 0,15-3 31 0 0,-13 4-63 0 0,0 0 0 0 0,0 0-1 0 0,-1 0 1 0 0,1 0 0 0 0,0 1 0 0 0,-1-1 0 0 0,1 1 0 0 0,-1 0-1 0 0,1 0 1 0 0,-1 1 0 0 0,5 1 0 0 0,-6-1-4 0 0,-1-2 2 0 0,0 0 1 0 0,0 0-1 0 0,-1 1 1 0 0,1-1-1 0 0,-1 1 1 0 0,1-1-1 0 0,0 1 1 0 0,-1-1-1 0 0,1 1 1 0 0,-1-1 0 0 0,1 1-1 0 0,-1-1 1 0 0,1 1-1 0 0,-1 0 1 0 0,0-1-1 0 0,1 1 1 0 0,-1 0-1 0 0,0-1 1 0 0,1 1-1 0 0,-1 0 1 0 0,0-1 0 0 0,0 1-1 0 0,0 0 1 0 0,1 0-1 0 0,-1-1 1 0 0,0 1-1 0 0,0 0 1 0 0,0 0-1 0 0,0-1 1 0 0,0 1-1 0 0,-1 1 1 0 0,2 24 118 0 0,-3-17-90 0 0,-1 1 0 0 0,0-1 0 0 0,-4 9 0 0 0,-1 3-7 0 0,8-19-20 0 0,-4 9-16 0 0,1-5 13 0 0,3-5-8 0 0,1 11 0 0 0,7-3 12 0 0,-2-5-6 0 0,3 0-2 0 0,37 19 8 0 0,-45-22-2 0 0,6 8 183 0 0,-6-8-156 0 0,-1 0 0 0 0,1-1 0 0 0,0 1 0 0 0,0 0 0 0 0,0 0 0 0 0,-1 0-1 0 0,1 0 1 0 0,0 0 0 0 0,-1 0 0 0 0,1 0 0 0 0,-1 0 0 0 0,1 0-1 0 0,-1 0 1 0 0,0 0 0 0 0,1 1 0 0 0,-2 3 123 0 0,1-1 0 0 0,-1 0 1 0 0,0 0-1 0 0,-1 0 0 0 0,1 0 0 0 0,-1 0 1 0 0,0 0-1 0 0,0 0 0 0 0,0-1 0 0 0,0 1 1 0 0,0 0-1 0 0,-1-1 0 0 0,0 0 0 0 0,0 0 0 0 0,0 0 1 0 0,0 0-1 0 0,0 0 0 0 0,-1 0 0 0 0,-5 3 1 0 0,-9 5 40 0 0,-1 0 0 0 0,-29 13 1 0 0,46-24-182 0 0,-11 6-67 0 0,-1-1-1 0 0,0-1 1 0 0,-1 0 0 0 0,1-1 0 0 0,-30 2-1 0 0,-15-3-2591 0 0,0-4-3543 0 0,39 2 2941 0 0,-7-2-3501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17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1100 0 0,'0'0'6138'0'0,"0"3"-5229"0"0,0-1 1 0 0,0 1-1 0 0,1 0 1 0 0,-1 0-1 0 0,1 0 1 0 0,0-1-1 0 0,1 5 1 0 0,7-5-742 0 0,-1-1 1 0 0,1 0-1 0 0,-1 0 0 0 0,1 0 1 0 0,-1-1-1 0 0,12-1 0 0 0,56-11 725 0 0,-55 7-3079 0 0,1 2-1 0 0,25-1 1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2:18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0 2484 0 0,'-17'20'4027'0'0,"2"-3"2133"0"0,-22 33 0 0 0,36-49-5832 0 0,1 0-278 0 0,-1-1-1 0 0,1 1 1 0 0,-1-1 0 0 0,1 0 0 0 0,0 1-1 0 0,-1-1 1 0 0,1 1 0 0 0,-1 0-1 0 0,1-1 1 0 0,0 1 0 0 0,0-1-1 0 0,-1 1 1 0 0,1 0 0 0 0,0-1-1 0 0,0 1 1 0 0,-1 0 0 0 0,2 1-30 0 0,0-1 1 0 0,0 0-1 0 0,0-1 1 0 0,1 1 0 0 0,-1 0-1 0 0,0 0 1 0 0,0 0-1 0 0,0-1 1 0 0,1 1-1 0 0,-1 0 1 0 0,0-1-1 0 0,1 1 1 0 0,-1-1 0 0 0,0 0-1 0 0,1 1 1 0 0,-1-1-1 0 0,1 0 1 0 0,-1 0-1 0 0,1 0 1 0 0,-1 0-1 0 0,0 0 1 0 0,3 0 0 0 0,38-7-639 0 0,-42 7 609 0 0,70-20-3955 0 0,-24 2-2871 0 0,-21 6 188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14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9 284 0 0,'0'0'5028'0'0,"-1"-8"-4966"0"0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15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 0 0,'0'0'568'0'0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16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68 32 0 0,'-11'-20'444'0'0,"-1"3"-260"0"0,-4 3-412 0 0,-4-2 80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28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16 1692 0 0,'-21'-13'9745'0'0,"14"11"-8410"0"0,5 8-1043 0 0,1 0-1 0 0,-1 0 1 0 0,1 1 0 0 0,1-1 0 0 0,-1 0-1 0 0,1 1 1 0 0,0-1 0 0 0,1 9 0 0 0,-1 17 349 0 0,-17 105 692 0 0,-51 195 0 0 0,38-205-3869 0 0,4 0-3916 0 0,23-115 3325 0 0,0-1-1059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28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0 191 1836 0 0,'3'-6'664'0'0,"21"-46"4152"0"0,-19 44-4429 0 0,-1 1 0 0 0,1 0 0 0 0,1-1 0 0 0,-1 1 0 0 0,1 1 0 0 0,0-1 0 0 0,11-8 0 0 0,-6 7-115 0 0,1 0-1 0 0,0 1 0 0 0,0 0 0 0 0,0 1 1 0 0,1 0-1 0 0,0 1 0 0 0,0 0 0 0 0,0 1 1 0 0,0 0-1 0 0,18-1 0 0 0,-23 4-209 0 0,1 0-1 0 0,0 0 0 0 0,-1 1 0 0 0,1 1 1 0 0,0-1-1 0 0,-1 2 0 0 0,1-1 0 0 0,-1 1 0 0 0,1 0 1 0 0,-1 1-1 0 0,0 0 0 0 0,0 0 0 0 0,0 1 1 0 0,0 0-1 0 0,-1 0 0 0 0,0 1 0 0 0,12 8 1 0 0,-16-9-28 0 0,1-1 0 0 0,-1 1 0 0 0,1-1 0 0 0,-1 1 0 0 0,0 0 0 0 0,-1 0 0 0 0,1 1 0 0 0,-1-1 0 0 0,0 1 0 0 0,0-1 0 0 0,0 1 0 0 0,0-1 0 0 0,1 9 0 0 0,-2-6 0 0 0,-1 1-1 0 0,1 0 0 0 0,-1-1 1 0 0,0 1-1 0 0,-1 0 1 0 0,0-1-1 0 0,-3 16 1 0 0,-3-2 25 0 0,-1 0 1 0 0,-1 0 0 0 0,0-1-1 0 0,-25 38 1 0 0,13-28 45 0 0,-1-2 0 0 0,-1 0 0 0 0,-2-2 0 0 0,-1-1 0 0 0,-1 0 0 0 0,-1-2 0 0 0,-57 36 0 0 0,79-55 43 0 0,0 0 1 0 0,-1-1-1 0 0,0 1 0 0 0,0-1 1 0 0,0-1-1 0 0,0 1 0 0 0,-8 1 1 0 0,13-4 9 0 0,-14-1 39 0 0,16 0-192 0 0,0 1 0 0 0,1 0 0 0 0,-1-1 1 0 0,0 1-1 0 0,1-1 0 0 0,-1 1 0 0 0,1 0 0 0 0,-1-1 0 0 0,1 1 1 0 0,-1 0-1 0 0,1 0 0 0 0,-1-1 0 0 0,1 1 0 0 0,-1 0 0 0 0,1 0 1 0 0,-1 0-1 0 0,1 0 0 0 0,-1 0 0 0 0,1 0 0 0 0,-1 0 0 0 0,1 0 1 0 0,0 0-1 0 0,-1 0 0 0 0,1 0 0 0 0,-1 0 0 0 0,2 0 0 0 0,22 7 361 0 0,18 16 198 0 0,-22-9-413 0 0,0 0-1 0 0,-2 2 0 0 0,1 0 0 0 0,22 27 0 0 0,53 79-1424 0 0,-51-62-2546 0 0,-17-27-2399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29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57 2344 0 0,'-2'-2'923'0'0,"0"-1"53"0"0,0 1-1 0 0,0-1 1 0 0,0 0 0 0 0,1 0-1 0 0,-1 0 1 0 0,1 0-1 0 0,0 0 1 0 0,-2-5 0 0 0,3 8-859 0 0,0-1 1 0 0,0 1-1 0 0,0-1 1 0 0,0 0-1 0 0,0 1 1 0 0,0-1-1 0 0,0 0 1 0 0,0 1-1 0 0,1-1 1 0 0,-1 0-1 0 0,0 1 1 0 0,0-1-1 0 0,1 1 1 0 0,-1-1-1 0 0,0 0 1 0 0,1 1-1 0 0,-1-1 1 0 0,0 1-1 0 0,2-2 1 0 0,-1 1-44 0 0,1 0 0 0 0,-1 0 0 0 0,1 0 0 0 0,-1 0-1 0 0,1 1 1 0 0,-1-1 0 0 0,1 0 0 0 0,0 1 0 0 0,0-1 0 0 0,3 0 0 0 0,0 0 21 0 0,0 1 1 0 0,0-1 0 0 0,0 1 0 0 0,0 0-1 0 0,0 0 1 0 0,1 1 0 0 0,-1-1 0 0 0,0 1-1 0 0,0 0 1 0 0,0 1 0 0 0,0-1 0 0 0,0 1-1 0 0,-1 0 1 0 0,1 0 0 0 0,0 1 0 0 0,-1-1-1 0 0,0 1 1 0 0,1 0 0 0 0,-1 0 0 0 0,0 0-1 0 0,0 1 1 0 0,-1-1 0 0 0,1 1 0 0 0,-1 0-1 0 0,0 0 1 0 0,0 0 0 0 0,0 1 0 0 0,-1-1-1 0 0,1 1 1 0 0,-1 0 0 0 0,0-1 0 0 0,0 1-1 0 0,-1 0 1 0 0,1 0 0 0 0,-1 0 0 0 0,0 0-1 0 0,-1 0 1 0 0,1 0 0 0 0,-1 1 0 0 0,0 5-1 0 0,-2 4 64 0 0,-1 0-1 0 0,0 0 0 0 0,0-1 0 0 0,-2 1 0 0 0,0-1 1 0 0,-1 0-1 0 0,-11 21 0 0 0,-6 4 325 0 0,-35 42 0 0 0,30-44-174 0 0,-22 42 0 0 0,49-79-303 0 0,1 1 0 0 0,-1-1 0 0 0,1 1 0 0 0,-1 0-1 0 0,1-1 1 0 0,0 1 0 0 0,-1-1 0 0 0,1 1 0 0 0,0 0 0 0 0,-1-1 0 0 0,1 1 0 0 0,0 0 0 0 0,0-1 0 0 0,0 1-1 0 0,0 0 1 0 0,0 0 0 0 0,-1-1 0 0 0,1 1 0 0 0,1 0 0 0 0,-1-1 0 0 0,0 1 0 0 0,0 0 0 0 0,0-1-1 0 0,0 1 1 0 0,0 0 0 0 0,1-1 0 0 0,-1 1 0 0 0,0 0 0 0 0,0-1 0 0 0,1 1 0 0 0,-1 0 0 0 0,0-1 0 0 0,1 1-1 0 0,-1-1 1 0 0,1 1 0 0 0,-1-1 0 0 0,1 1 0 0 0,-1-1 0 0 0,1 1 0 0 0,0-1 0 0 0,-1 1 0 0 0,1-1-1 0 0,-1 0 1 0 0,1 1 0 0 0,0-1 0 0 0,-1 0 0 0 0,1 0 0 0 0,0 1 0 0 0,-1-1 0 0 0,1 0 0 0 0,0 0 0 0 0,-1 0-1 0 0,1 0 1 0 0,0 0 0 0 0,1 0 0 0 0,6 0 17 0 0,-1 0-1 0 0,1 0 0 0 0,-1-1 1 0 0,9-1-1 0 0,109-27 187 0 0,-8 1-1893 0 0,-111 27 161 0 0,0-1-1 0 0,1 0 1 0 0,-1 0 0 0 0,-1 0-1 0 0,1-1 1 0 0,0 1 0 0 0,8-7-1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29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93 184 0 0,'-27'-20'12406'0'0,"8"8"-6677"0"0,19 12-5621 0 0,0-1 0 0 0,-1 1-1 0 0,1 0 1 0 0,0 0 0 0 0,0-1 0 0 0,-1 1-1 0 0,1 0 1 0 0,0-1 0 0 0,0 1 0 0 0,0 0 0 0 0,-1-1-1 0 0,1 1 1 0 0,0 0 0 0 0,0-1 0 0 0,0 1-1 0 0,0 0 1 0 0,0-1 0 0 0,0 1 0 0 0,-1-1 0 0 0,1 1-1 0 0,0 0 1 0 0,0-1 0 0 0,3-1-10 0 0,0-1 0 0 0,0 2 1 0 0,-1-1-1 0 0,1 0 0 0 0,0 0 1 0 0,0 1-1 0 0,1 0 0 0 0,-1 0 1 0 0,0 0-1 0 0,5-1 0 0 0,40-7 158 0 0,84-4 363 0 0,-68 7-2606 0 0,-3-1-5847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29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16 1652 0 0,'-3'-1'2806'0'0,"-4"-3"-254"0"0,4 3-1734 0 0,1-1 0 0 0,-1 1 0 0 0,1 0 0 0 0,-1 0 0 0 0,0 0 0 0 0,0 0 1 0 0,1 0-1 0 0,-1 1 0 0 0,0-1 0 0 0,0 1 0 0 0,0-1 0 0 0,0 1 0 0 0,0 0 1 0 0,0 0-1 0 0,1 1 0 0 0,-5 0 0 0 0,6 0-699 0 0,0-1 0 0 0,1 1 0 0 0,-1 0 0 0 0,0 0 0 0 0,0 0 0 0 0,1 0 0 0 0,-1 0 0 0 0,0 0 0 0 0,1 0 0 0 0,-1 0 0 0 0,1 1 0 0 0,0-1 0 0 0,-1 0 0 0 0,1 0 0 0 0,0 0 0 0 0,0 2 0 0 0,-4 23 786 0 0,3-21-755 0 0,-17 125 1239 0 0,-13 131-2772 0 0,33-204-3013 0 0,7-22-1807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0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2268 0 0,'14'-24'8655'0'0,"21"-49"2283"0"0,-32 79-10308 0 0,-2-6-612 0 0,-1 0 0 0 0,0 0 0 0 0,1 0 0 0 0,-1 0 0 0 0,0 1 0 0 0,1-1 0 0 0,-1 0 0 0 0,0 0 0 0 0,0 1 0 0 0,1-1 0 0 0,-1 0 0 0 0,0 1 0 0 0,0-1 0 0 0,0 0 0 0 0,1 0 0 0 0,-1 1 0 0 0,0-1 0 0 0,0 0 0 0 0,0 1 0 0 0,0-1 0 0 0,0 1 0 0 0,0-1-1 0 0,1 0 1 0 0,-1 1 0 0 0,0-1 0 0 0,0 0 0 0 0,0 1 0 0 0,0-1 0 0 0,0 0 0 0 0,-1 1 0 0 0,0 64 1073 0 0,1 70-476 0 0,1-120-597 0 0,1 1 0 0 0,0-1 0 0 0,1 0 0 0 0,1 1-1 0 0,0-1 1 0 0,9 18 0 0 0,-12-29-10 0 0,1-1 0 0 0,0 1 0 0 0,0-1 0 0 0,0 0 0 0 0,1 1 0 0 0,-1-1 0 0 0,1 0 0 0 0,0-1 0 0 0,-1 1 0 0 0,1 0-1 0 0,1-1 1 0 0,-1 1 0 0 0,0-1 0 0 0,0 0 0 0 0,1 0 0 0 0,-1-1 0 0 0,6 3 0 0 0,-7-4-8 0 0,1 1-1 0 0,0-1 1 0 0,-1 1 0 0 0,1-1-1 0 0,0 0 1 0 0,0 0 0 0 0,-1 0-1 0 0,1 0 1 0 0,0-1-1 0 0,0 1 1 0 0,-1-1 0 0 0,1 0-1 0 0,0 0 1 0 0,-1 0 0 0 0,1 0-1 0 0,-1 0 1 0 0,1 0 0 0 0,-1 0-1 0 0,0-1 1 0 0,1 0-1 0 0,-1 1 1 0 0,0-1 0 0 0,0 0-1 0 0,3-3 1 0 0,4-7-46 0 0,0 1-1 0 0,-1-1 1 0 0,-1 0 0 0 0,0 0-1 0 0,0-1 1 0 0,7-23 0 0 0,-2 3-56 0 0,10-55 1 0 0,-9 18 259 0 0,-13 69 444 0 0,-7 22 563 0 0,-15 59-178 0 0,4 1-1 0 0,-9 90 1 0 0,8-48-541 0 0,9-59-336 0 0,-5 32-3396 0 0,-8-2-7848 0 0,17-77 5847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0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29 3100 0 0,'-93'49'20688'0'0,"109"-47"-19404"0"0,-5-3-1011 0 0,0 0 0 0 0,0-1 0 0 0,0-1 0 0 0,20-7 0 0 0,4 0-40 0 0,207-35 644 0 0,-117 37-2170 0 0,-91 9-1443 0 0,54 7 0 0 0,-48 0-1161 0 0,-14 0-2540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1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44 820 0 0,'-24'9'8097'0'0,"-47"9"1"0"0,68-18-6846 0 0,-3-2 269 0 0,-1-2-35 0 0,9 0-1244 0 0,0 1 0 0 0,0 0 0 0 0,1 0-1 0 0,-1 0 1 0 0,1 0 0 0 0,0 0 0 0 0,0 1 0 0 0,0-1 0 0 0,0 1-1 0 0,0 0 1 0 0,1 0 0 0 0,-1 0 0 0 0,1 0 0 0 0,-1 1 0 0 0,8-3 0 0 0,6-2 177 0 0,37-7 0 0 0,-46 12-371 0 0,0 0 0 0 0,0 0-1 0 0,0 0 1 0 0,0 1-1 0 0,0 1 1 0 0,0-1-1 0 0,0 1 1 0 0,0 1 0 0 0,0-1-1 0 0,0 1 1 0 0,13 6-1 0 0,-18-6-37 0 0,0-1-1 0 0,0 1 0 0 0,0 0 0 0 0,0 0 1 0 0,0 0-1 0 0,0 0 0 0 0,-1 0 0 0 0,1 1 0 0 0,-1-1 1 0 0,0 1-1 0 0,0-1 0 0 0,0 1 0 0 0,0 0 1 0 0,0 0-1 0 0,0 0 0 0 0,-1 0 0 0 0,0 0 1 0 0,1 1-1 0 0,-1-1 0 0 0,0 0 0 0 0,-1 0 1 0 0,1 1-1 0 0,0-1 0 0 0,-1 1 0 0 0,0-1 1 0 0,0 1-1 0 0,0-1 0 0 0,0 0 0 0 0,-2 8 0 0 0,0 0 31 0 0,-1 1 0 0 0,0-1 0 0 0,-1 1 0 0 0,0-1 0 0 0,-1 0 0 0 0,0 0 0 0 0,-1-1-1 0 0,-10 15 1 0 0,-6 4 22 0 0,-37 37-1 0 0,17-21-14 0 0,37-39-60 0 0,-5 7-20 0 0,9-13 33 0 0,1 0-1 0 0,0 1 1 0 0,0-1-1 0 0,0 0 1 0 0,-1 1-1 0 0,1-1 1 0 0,0 0-1 0 0,0 1 1 0 0,0-1-1 0 0,0 1 1 0 0,0-1-1 0 0,0 0 1 0 0,0 1-1 0 0,0-1 1 0 0,0 1-1 0 0,0-1 1 0 0,0 0-1 0 0,0 1 1 0 0,0-1-1 0 0,0 1 1 0 0,0-1-1 0 0,0 0 1 0 0,1 1-1 0 0,-1-1 1 0 0,0 0-1 0 0,0 1 1 0 0,0-1-1 0 0,1 0 1 0 0,-1 1-1 0 0,1 0 1 0 0,0 0-26 0 0,2 0 25 0 0,1 0 0 0 0,-1 0 0 0 0,1 0 0 0 0,-1 0 0 0 0,8 0 0 0 0,-5 0 8 0 0,1 1-1 0 0,-1 0 1 0 0,0 0 0 0 0,0 0 0 0 0,1 0 0 0 0,-1 1 0 0 0,-1 0-1 0 0,1 1 1 0 0,6 3 0 0 0,4 5 64 0 0,22 21-1 0 0,-30-24 57 0 0,0-1 1 0 0,-1 1-1 0 0,0 0 0 0 0,0 0 0 0 0,-1 1 0 0 0,0 0 1 0 0,-1 0-1 0 0,0 0 0 0 0,0 1 0 0 0,-1 0 0 0 0,4 19 1 0 0,-7-25-74 0 0,0 0 0 0 0,0 0 0 0 0,0 0 0 0 0,-1 0 0 0 0,0 0 0 0 0,0 0 0 0 0,-1 0 0 0 0,1 0 0 0 0,-1 0 0 0 0,0 0 0 0 0,-1 0 0 0 0,1 0 0 0 0,-1 0 0 0 0,0 0 0 0 0,0-1 0 0 0,0 1 0 0 0,-1-1 0 0 0,1 0 0 0 0,-1 1 0 0 0,0-1 1 0 0,-1-1-1 0 0,1 1 0 0 0,0 0 0 0 0,-1-1 0 0 0,0 1 0 0 0,0-1 0 0 0,0 0 0 0 0,-8 4 0 0 0,2-3-19 0 0,1 0-1 0 0,-1 0 1 0 0,0-1 0 0 0,0 0 0 0 0,-1-1 0 0 0,1 0-1 0 0,0 0 1 0 0,-1-1 0 0 0,1-1 0 0 0,-1 0 0 0 0,1 0-1 0 0,-1-1 1 0 0,-11-3 0 0 0,0 0-16 0 0,1-1 0 0 0,0-1 0 0 0,0-1 1 0 0,0-1-1 0 0,-23-13 0 0 0,35 17-298 0 0,0-1 1 0 0,1 0-1 0 0,0-1 0 0 0,0 1 1 0 0,0-2-1 0 0,1 1 1 0 0,0-1-1 0 0,0 0 0 0 0,0-1 1 0 0,-7-11-1 0 0,11 13-212 0 0,0 1 0 0 0,0-1 0 0 0,1 0 0 0 0,0 0 0 0 0,0 0 0 0 0,0 0 0 0 0,1 0 0 0 0,0 0 0 0 0,0 0 0 0 0,0-1 0 0 0,1 1 0 0 0,0 0 0 0 0,0 0 0 0 0,1-1 0 0 0,0 1 0 0 0,0 0 0 0 0,3-10 0 0 0,20-50-8053 0 0,-5 27 224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1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78 2544 0 0,'15'-78'19757'0'0,"-15"93"-17843"0"0,-54 387 2519 0 0,28-238-5989 0 0,4-1-4926 0 0,17-136 1755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1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0 203 2484 0 0,'1'-9'784'0'0,"0"0"0"0"0,1 1-1 0 0,0-1 1 0 0,1 0 0 0 0,0 1-1 0 0,0-1 1 0 0,1 1 0 0 0,0 0 0 0 0,0 0-1 0 0,1 0 1 0 0,8-11 0 0 0,-6 11-356 0 0,0 1 0 0 0,1 0 0 0 0,-1 0 0 0 0,1 0 0 0 0,1 1 0 0 0,-1 0 0 0 0,1 0 0 0 0,0 1 0 0 0,13-5 0 0 0,-11 6-284 0 0,-1 0 0 0 0,1 1 0 0 0,0 0 0 0 0,0 0 1 0 0,0 2-1 0 0,0-1 0 0 0,0 1 0 0 0,0 1 0 0 0,0 0 0 0 0,0 1 0 0 0,1 0 1 0 0,-1 0-1 0 0,0 1 0 0 0,0 1 0 0 0,-1 0 0 0 0,1 0 0 0 0,-1 1 0 0 0,1 0 1 0 0,16 11-1 0 0,-24-13-100 0 0,1 0 1 0 0,-1 1-1 0 0,1-1 0 0 0,-1 1 1 0 0,0 0-1 0 0,0 0 1 0 0,0 0-1 0 0,0 0 1 0 0,-1 0-1 0 0,1 1 1 0 0,-1-1-1 0 0,0 1 0 0 0,0 0 1 0 0,0 0-1 0 0,-1-1 1 0 0,1 1-1 0 0,0 7 1 0 0,-1-6-9 0 0,-1 1 0 0 0,1-1 0 0 0,-1 1 0 0 0,-1 0 0 0 0,1-1 1 0 0,-1 0-1 0 0,0 1 0 0 0,-1-1 0 0 0,1 1 0 0 0,-1-1 0 0 0,-4 10 0 0 0,-2-1-1 0 0,-1 0 0 0 0,0 0-1 0 0,0 0 1 0 0,-2-1 0 0 0,1-1-1 0 0,-2 0 1 0 0,-24 21 0 0 0,21-21-14 0 0,0-2 0 0 0,0 1 1 0 0,-1-2-1 0 0,-1 0 1 0 0,1-1-1 0 0,-1 0 1 0 0,-1-2-1 0 0,1 0 1 0 0,-1-1-1 0 0,0-1 0 0 0,0 0 1 0 0,-19 1-1 0 0,35-5 19 0 0,-6 1 296 0 0,11 2-29 0 0,21 7 231 0 0,4 2-37 0 0,-8 1-336 0 0,-1 0 0 0 0,0 1 0 0 0,-1 1 0 0 0,-1 1-1 0 0,0 1 1 0 0,-1 0 0 0 0,-1 1 0 0 0,-1 1-1 0 0,0 0 1 0 0,-1 1 0 0 0,-2 0 0 0 0,11 24 0 0 0,-10-18-2396 0 0,25 37 1 0 0,-31-54 160 0 0,0-1 0 0 0,1 0 0 0 0,0 0-1 0 0,11 9 1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2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75 111 2556 0 0,'-6'-11'6641'0'0,"5"9"-6192"0"0,0 0 0 0 0,1 0 0 0 0,-1 0 0 0 0,1 0 0 0 0,-1 0 1 0 0,1 0-1 0 0,0 0 0 0 0,0 0 0 0 0,0 0 0 0 0,0-1 0 0 0,0 1 0 0 0,0 0 0 0 0,1 0 1 0 0,-1 0-1 0 0,1 0 0 0 0,-1 0 0 0 0,1 0 0 0 0,0 0 0 0 0,1-2 0 0 0,0 0-101 0 0,0 1 0 0 0,1-1 0 0 0,-1 1 0 0 0,1 0 0 0 0,0 0 0 0 0,0 0 0 0 0,0 0 0 0 0,0 1 0 0 0,7-5 0 0 0,-6 4-260 0 0,0 1 1 0 0,1-1 0 0 0,0 1 0 0 0,0 0-1 0 0,-1 0 1 0 0,1 0 0 0 0,1 1 0 0 0,-1-1-1 0 0,0 1 1 0 0,0 0 0 0 0,0 1 0 0 0,0 0-1 0 0,1-1 1 0 0,-1 1 0 0 0,0 1 0 0 0,8 1-1 0 0,-11-2-71 0 0,-1 1 0 0 0,1-1 0 0 0,-1 1 0 0 0,1 0 0 0 0,-1 0 0 0 0,1-1 0 0 0,-1 1 0 0 0,0 0 0 0 0,0 0 0 0 0,1 0 0 0 0,-1 1 0 0 0,0-1 0 0 0,0 0 0 0 0,0 0 0 0 0,0 1 0 0 0,0-1 0 0 0,-1 0 0 0 0,1 1-1 0 0,1 2 1 0 0,-1-1 7 0 0,0 0-1 0 0,-1 1 1 0 0,1-1 0 0 0,-1 0-1 0 0,0 0 1 0 0,0 0-1 0 0,0 1 1 0 0,0-1-1 0 0,-2 5 1 0 0,0 4 25 0 0,-2 0 1 0 0,0-1 0 0 0,-10 23-1 0 0,-2-6-6 0 0,0-1 1 0 0,-2-1-1 0 0,-24 28 0 0 0,40-52-42 0 0,2-1 1 0 0,-1 4 4 0 0,2-4-8 0 0,0 0 0 0 0,0-1 0 0 0,0 1 0 0 0,0-1 0 0 0,0 1 0 0 0,0-1 0 0 0,0 0 0 0 0,0 1 1 0 0,0-1-1 0 0,1 0 0 0 0,-1 0 0 0 0,0 0 0 0 0,2 0 0 0 0,38 4-13 0 0,-20-3 150 0 0,-1 1 1 0 0,0 1 0 0 0,1 1 0 0 0,36 12-1 0 0,-42-10 89 0 0,-1 0 0 0 0,23 14-1 0 0,-33-17-111 0 0,0-1 0 0 0,0 1 0 0 0,0 0 0 0 0,0 0 0 0 0,-1 0 0 0 0,0 1-1 0 0,0-1 1 0 0,0 1 0 0 0,0 0 0 0 0,0 0 0 0 0,0 0 0 0 0,-1 0 0 0 0,3 6 0 0 0,-5-7-71 0 0,1 0-1 0 0,-1 0 1 0 0,1 0 0 0 0,-1 0-1 0 0,0 0 1 0 0,0 0 0 0 0,-1 0 0 0 0,1 0-1 0 0,0 0 1 0 0,-1 0 0 0 0,0 0-1 0 0,0 0 1 0 0,0 0 0 0 0,0 0 0 0 0,0-1-1 0 0,0 1 1 0 0,-1 0 0 0 0,0-1-1 0 0,1 1 1 0 0,-1-1 0 0 0,0 1 0 0 0,0-1-1 0 0,0 0 1 0 0,-1 0 0 0 0,1 0-1 0 0,0 0 1 0 0,-5 2 0 0 0,1 1-31 0 0,-1 0 0 0 0,0-1 0 0 0,0 0 0 0 0,0-1 0 0 0,-1 0-1 0 0,1 0 1 0 0,-1 0 0 0 0,0-1 0 0 0,-11 2 0 0 0,2-2-525 0 0,0-2 0 0 0,0 1-1 0 0,-1-2 1 0 0,1-1 0 0 0,0 0-1 0 0,-29-7 1 0 0,32 4-829 0 0,0 1-1 0 0,0-2 1 0 0,-14-7 0 0 0,17 7-515 0 0,1-1 1 0 0,0 0 0 0 0,0 0 0 0 0,-10-10 0 0 0,2-3-5698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3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850 84 1644 0 0,'0'-14'5933'0'0,"1"11"-4891"0"0,-1 0-1 0 0,1 0 1 0 0,-1 0-1 0 0,0-1 1 0 0,0 1-1 0 0,-1 0 0 0 0,1 0 1 0 0,0 0-1 0 0,-2-5 1 0 0,-10-7 2517 0 0,-10 5-3282 0 0,11 7-215 0 0,0 1 0 0 0,1 1 0 0 0,-1 0 0 0 0,0 0 0 0 0,0 1-1 0 0,0 0 1 0 0,0 1 0 0 0,0 0 0 0 0,1 0 0 0 0,-16 6 0 0 0,11-3-49 0 0,1 1 1 0 0,-1 1-1 0 0,1 1 0 0 0,1 0 1 0 0,-1 1-1 0 0,-23 18 1 0 0,22-14-43 0 0,0 1 0 0 0,1 1 1 0 0,1 0-1 0 0,0 1 1 0 0,1 0-1 0 0,0 1 0 0 0,2 0 1 0 0,0 1-1 0 0,1 0 1 0 0,0 1-1 0 0,1 0 0 0 0,-7 25 1 0 0,-2 32 291 0 0,-12 117 0 0 0,10 82 807 0 0,10-108-826 0 0,-84 931 1222 0 0,79-931-1510 0 0,-125 1037 1459 0 0,75-442 928 0 0,50-542-1623 0 0,11-180-576 0 0,2-36-130 0 0,0 1-1 0 0,1 0 0 0 0,0-1 0 0 0,0 1 0 0 0,0 0 0 0 0,0 0 0 0 0,1-1 0 0 0,-1 1 0 0 0,1 0 0 0 0,0-1 0 0 0,0 1 0 0 0,0-1 0 0 0,1 1 0 0 0,3 6 0 0 0,-4-9-9 0 0,0 0 0 0 0,1 0 0 0 0,-1 0 0 0 0,0 0 0 0 0,1 0 0 0 0,-1 0 0 0 0,1 0 0 0 0,-1-1 0 0 0,1 1 0 0 0,-1 0 0 0 0,1-1 0 0 0,0 1 0 0 0,-1-1 0 0 0,1 0 0 0 0,0 0 0 0 0,2 1 0 0 0,30-4 32 0 0,-26 2-29 0 0,67-12-1202 0 0,0-3 0 0 0,119-42-1 0 0,-146 42-143 0 0,125-43-4122 0 0,-61 15-2878 0 0,-51 18-954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4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63 244 0 0,'12'-42'7355'0'0,"-8"21"21"0"0,-77 232-4237 0 0,2-6-2613 0 0,62-176-543 0 0,0-3-663 0 0,-5 28 1 0 0,12-48-220 0 0,1 1 0 0 0,0-1 1 0 0,1 1-1 0 0,0-1 0 0 0,0 1 1 0 0,0-1-1 0 0,0 0 0 0 0,1 1 0 0 0,0-1 1 0 0,3 7-1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5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140 112 1752 0 0,'7'-20'11331'0'0,"-6"11"-9065"0"0,-5 12-2121 0 0,1 0-1 0 0,-1 0 1 0 0,0 1 0 0 0,1-1 0 0 0,0 1 0 0 0,0 0 0 0 0,0 0 0 0 0,0 0-1 0 0,-2 6 1 0 0,-23 48 542 0 0,22-44-570 0 0,-12 26 115 0 0,2 0-1 0 0,-18 67 1 0 0,31-96-204 0 0,1 0 0 0 0,0 0 0 0 0,0 1 0 0 0,1-1 0 0 0,1 1 0 0 0,0 0 1 0 0,0-1-1 0 0,1 1 0 0 0,1-1 0 0 0,0 0 0 0 0,1 1 0 0 0,0-1 0 0 0,0 0 0 0 0,1 0 1 0 0,6 10-1 0 0,-6-14 0 0 0,0-1 0 0 0,1 1 0 0 0,0-1 0 0 0,0 0 0 0 0,1-1 0 0 0,0 1 0 0 0,0-1 0 0 0,0 0 0 0 0,0-1 0 0 0,1 1 0 0 0,0-1 0 0 0,0-1 0 0 0,0 1 0 0 0,0-1 0 0 0,0 0 0 0 0,1-1 0 0 0,-1 0 0 0 0,1 0 0 0 0,0 0 0 0 0,0-1 0 0 0,0 0 0 0 0,-1-1 0 0 0,1 0 0 0 0,0 0 0 0 0,14-2 0 0 0,-9 0-9 0 0,0-1 1 0 0,0 0 0 0 0,-1 0 0 0 0,1-1 0 0 0,-1-1-1 0 0,0 0 1 0 0,0 0 0 0 0,-1-1 0 0 0,0-1 0 0 0,0 0-1 0 0,0-1 1 0 0,-1 0 0 0 0,0 0 0 0 0,0-1 0 0 0,8-11-1 0 0,-6 5-11 0 0,-1-1 0 0 0,-1-1 0 0 0,0 0 0 0 0,-2 0-1 0 0,0-1 1 0 0,0 0 0 0 0,8-37 0 0 0,-12 40-13 0 0,-1-1 0 0 0,-1-1 1 0 0,0 1-1 0 0,-1 0 0 0 0,-1 0 0 0 0,0-1 1 0 0,-1 1-1 0 0,-1 0 0 0 0,-7-29 1 0 0,5 33 14 0 0,-1 0 1 0 0,0 1-1 0 0,-1-1 1 0 0,0 1 0 0 0,-1 0-1 0 0,0 1 1 0 0,-1 0-1 0 0,0 0 1 0 0,0 1-1 0 0,-1 0 1 0 0,-1 0-1 0 0,1 1 1 0 0,-1 0-1 0 0,-13-7 1 0 0,15 10-132 0 0,0 0-1 0 0,0 0 1 0 0,-1 1 0 0 0,0 0 0 0 0,0 1-1 0 0,0 0 1 0 0,0 0 0 0 0,0 1 0 0 0,-1 0-1 0 0,1 1 1 0 0,-1 0 0 0 0,1 1 0 0 0,-1 0-1 0 0,0 0 1 0 0,1 1 0 0 0,-1 0 0 0 0,1 0-1 0 0,0 1 1 0 0,-13 5 0 0 0,17-6-267 0 0,1 1 0 0 0,-1 0 0 0 0,1 1 0 0 0,0-1-1 0 0,0 1 1 0 0,0 0 0 0 0,1 0 0 0 0,-1 0 0 0 0,0 0 0 0 0,1 1 0 0 0,-5 5 0 0 0,6-6-256 0 0,0 0 1 0 0,1 1-1 0 0,-1-1 1 0 0,1 0-1 0 0,-1 1 0 0 0,1-1 1 0 0,0 1-1 0 0,0-1 1 0 0,1 1-1 0 0,-1 3 1 0 0,0 3-2756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5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237 144 1264 0 0,'5'-3'1437'0'0,"0"-1"-1"0"0,0 1 1 0 0,0-1-1 0 0,0 0 1 0 0,0-1 0 0 0,-1 1-1 0 0,0-1 1 0 0,8-11 989 0 0,-11 16-2325 0 0,-1 0 0 0 0,0-1 0 0 0,0 1 0 0 0,0 0 0 0 0,0-1-1 0 0,0 1 1 0 0,0 0 0 0 0,0-1 0 0 0,0 1 0 0 0,0 0 0 0 0,0-1-1 0 0,0 1 1 0 0,0 0 0 0 0,0-1 0 0 0,0 1 0 0 0,0 0 0 0 0,0-1-1 0 0,0 1 1 0 0,-1 0 0 0 0,1-1 0 0 0,0 1 0 0 0,0 0 0 0 0,0-1-1 0 0,0 1 1 0 0,-1 0 0 0 0,1 0 0 0 0,0-1 0 0 0,0 1-1 0 0,-1 0 1 0 0,-3 1 43 0 0,0 1-1 0 0,0 1 0 0 0,0-1 1 0 0,0 0-1 0 0,0 1 0 0 0,0 0 1 0 0,1 0-1 0 0,-1 0 0 0 0,1 0 1 0 0,0 1-1 0 0,0-1 0 0 0,-4 7 1 0 0,-32 52 617 0 0,36-57-701 0 0,0 0-21 0 0,-85 168 806 0 0,80-155-810 0 0,2 0 1 0 0,0 1-1 0 0,1 0 0 0 0,0 0 0 0 0,2 0 1 0 0,0 0-1 0 0,0 38 0 0 0,3-52-4 0 0,1 0 0 0 0,-1 0 0 0 0,1-1 0 0 0,0 1 0 0 0,0 0 0 0 0,0-1 0 0 0,1 1 0 0 0,0-1 0 0 0,-1 0 0 0 0,2 1 1 0 0,-1-1-1 0 0,0 0 0 0 0,1 0 0 0 0,0-1 0 0 0,0 1 0 0 0,0 0 0 0 0,0-1 0 0 0,1 0 0 0 0,-1 0 0 0 0,1 0 0 0 0,5 4 0 0 0,-3-4 41 0 0,0 0 1 0 0,1-1-1 0 0,-1 1 1 0 0,0-2-1 0 0,1 1 1 0 0,-1 0-1 0 0,1-1 0 0 0,0 0 1 0 0,-1-1-1 0 0,1 0 1 0 0,0 0-1 0 0,-1 0 1 0 0,1-1-1 0 0,12-2 1 0 0,-5-1 61 0 0,0-1 1 0 0,0 0 0 0 0,-1-1-1 0 0,1 0 1 0 0,-1-1 0 0 0,-1-1-1 0 0,1 0 1 0 0,-1-1 0 0 0,0 0-1 0 0,-1 0 1 0 0,0-2 0 0 0,-1 1-1 0 0,0-1 1 0 0,-1-1 0 0 0,11-15-1 0 0,-9 10-94 0 0,-1 0 1 0 0,0-1-1 0 0,-1 0 0 0 0,-1-1 0 0 0,0 0 0 0 0,-2 0 0 0 0,0-1 0 0 0,-1 1 0 0 0,-1-1 0 0 0,2-35 0 0 0,-6 44-32 0 0,-1 0 0 0 0,0-1 0 0 0,-1 1 0 0 0,0 0 0 0 0,-1 0 0 0 0,-1 0 0 0 0,1 0 0 0 0,-1 1 0 0 0,-1-1 0 0 0,0 1 0 0 0,-1 0 0 0 0,0 1 0 0 0,0-1 0 0 0,-1 1 0 0 0,0 0 0 0 0,-1 1 0 0 0,0 0-1 0 0,0 0 1 0 0,-12-9 0 0 0,9 9-193 0 0,-1-1 0 0 0,1 2 1 0 0,-1 0-1 0 0,0 0 0 0 0,-1 1 0 0 0,0 1 0 0 0,0 0 0 0 0,0 0 0 0 0,0 2 0 0 0,-1 0 0 0 0,1 0 0 0 0,-1 1 0 0 0,0 1 0 0 0,0 0 0 0 0,-22 2 0 0 0,29 0-355 0 0,0 0 0 0 0,-1 1-1 0 0,1 0 1 0 0,0 0 0 0 0,0 1 0 0 0,0 0 0 0 0,0 0-1 0 0,-7 5 1 0 0,-4 5-2917 0 0,-25 20-1 0 0,27-19 494 0 0,-10 7-3515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87 211 1504 0 0,'3'-63'9484'0'0,"-7"44"-5651"0"0,-8 38-3131 0 0,2 0 1 0 0,0 1-1 0 0,2 1 0 0 0,0-1 0 0 0,-8 35 0 0 0,12-39-480 0 0,-1-2-140 0 0,1 2 0 0 0,1-1-1 0 0,1 0 1 0 0,0 0 0 0 0,1 1-1 0 0,1-1 1 0 0,0 1 0 0 0,1-1-1 0 0,3 19 1 0 0,-3-29-52 0 0,1 1-1 0 0,-1 0 0 0 0,1 0 1 0 0,0-1-1 0 0,0 1 0 0 0,1-1 1 0 0,0 0-1 0 0,0 0 1 0 0,0 0-1 0 0,1 0 0 0 0,-1 0 1 0 0,1-1-1 0 0,0 1 1 0 0,1-1-1 0 0,-1 0 0 0 0,1 0 1 0 0,-1-1-1 0 0,1 0 0 0 0,0 1 1 0 0,1-2-1 0 0,-1 1 1 0 0,0 0-1 0 0,1-1 0 0 0,0 0 1 0 0,-1-1-1 0 0,10 3 1 0 0,0-2 1 0 0,0-1 0 0 0,0 0 0 0 0,0-1 1 0 0,0 0-1 0 0,-1-2 0 0 0,1 1 1 0 0,0-2-1 0 0,0 0 0 0 0,-1-1 0 0 0,0 0 1 0 0,0-1-1 0 0,0-1 0 0 0,0 0 1 0 0,-1 0-1 0 0,0-2 0 0 0,0 0 0 0 0,-1 0 1 0 0,14-13-1 0 0,-10 7-21 0 0,-1 0 0 0 0,0-1 0 0 0,-1 0 0 0 0,-1-1-1 0 0,-1-1 1 0 0,0 0 0 0 0,-1-1 0 0 0,-1 0 0 0 0,0 0 0 0 0,-2-1 0 0 0,0-1-1 0 0,8-31 1 0 0,-13 41-12 0 0,-2 1-1 0 0,1 0 0 0 0,-1-1 0 0 0,-1 1 1 0 0,0 0-1 0 0,0-1 0 0 0,-1 1 0 0 0,0-1 1 0 0,0 1-1 0 0,-1 0 0 0 0,-1 0 1 0 0,1 0-1 0 0,-1 0 0 0 0,-9-17 0 0 0,8 19 3 0 0,0 1-1 0 0,-1-1 1 0 0,0 1 0 0 0,0 0-1 0 0,-1 0 1 0 0,1 1-1 0 0,-1-1 1 0 0,0 1-1 0 0,-1 1 1 0 0,1-1-1 0 0,-1 1 1 0 0,0 0-1 0 0,0 1 1 0 0,0-1-1 0 0,-1 2 1 0 0,1-1-1 0 0,-16-3 1 0 0,14 5-54 0 0,-1-1 0 0 0,0 2-1 0 0,1-1 1 0 0,-1 1 0 0 0,0 1 0 0 0,0 0-1 0 0,1 0 1 0 0,-1 1 0 0 0,1 0 0 0 0,0 1-1 0 0,-1 0 1 0 0,1 0 0 0 0,-9 5 0 0 0,14-6-252 0 0,0 0 0 0 0,0 1 0 0 0,0-1 0 0 0,0 1 0 0 0,0 0-1 0 0,0 0 1 0 0,1 0 0 0 0,-1 1 0 0 0,1-1 0 0 0,0 1 0 0 0,0 0 0 0 0,0 0 0 0 0,1 0 0 0 0,-1 0 0 0 0,1 0 0 0 0,0 1 0 0 0,0-1 0 0 0,1 1 0 0 0,-1-1 0 0 0,1 1 0 0 0,0 0-1 0 0,0-1 1 0 0,0 1 0 0 0,1 0 0 0 0,0 0 0 0 0,0-1 0 0 0,1 11 0 0 0,0-12-374 0 0,0 1 1 0 0,0 0-1 0 0,0 0 0 0 0,0 0 0 0 0,1 0 1 0 0,0-1-1 0 0,2 6 0 0 0,8 6-3689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6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27 2932 0 0,'35'-11'5572'0'0,"13"-3"2757"0"0,-46 14-7529 0 0,-2 0-719 0 0,1-1 1 0 0,-1 1-1 0 0,1 0 1 0 0,-1 0-1 0 0,1 0 1 0 0,0 0-1 0 0,-1 0 0 0 0,1 0 1 0 0,-1 0-1 0 0,1 0 1 0 0,-1 0-1 0 0,1 0 1 0 0,-1 0-1 0 0,1 0 1 0 0,-1 0-1 0 0,1 0 0 0 0,-1 0 1 0 0,1 1-1 0 0,-1-1 1 0 0,1 0-1 0 0,-1 0 1 0 0,1 1-1 0 0,-1-1 0 0 0,0 0 1 0 0,1 0-1 0 0,-1 1 1 0 0,1-1-1 0 0,-1 1 1 0 0,0-1-1 0 0,1 0 0 0 0,-1 1 1 0 0,0-1-1 0 0,1 1 1 0 0,-1-1-1 0 0,0 1 1 0 0,0-1-1 0 0,0 1 1 0 0,1-1-1 0 0,-1 1 0 0 0,0 0 1 0 0,5 21 1958 0 0,-3-3-1133 0 0,-2 1 0 0 0,0 0 0 0 0,-5 38 1 0 0,-18 57-324 0 0,13-73-342 0 0,-24 83 136 0 0,6-23-1203 0 0,14-34-3766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7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221 128 3012 0 0,'39'-48'17360'0'0,"-42"63"-15885"0"0,-2 3-623 0 0,-2-1 0 0 0,-12 26 0 0 0,-2 4-219 0 0,12-24-410 0 0,-45 131 490 0 0,48-133-669 0 0,1 0 1 0 0,1 0-1 0 0,1 1 0 0 0,1 0 0 0 0,1 30 0 0 0,1-48-19 0 0,0-1 0 0 0,0 0 0 0 0,1 1 0 0 0,0-1 0 0 0,-1 0-1 0 0,1 1 1 0 0,0-1 0 0 0,0 0 0 0 0,1 0 0 0 0,-1 0 0 0 0,1 0 0 0 0,0 0 0 0 0,-1 0 0 0 0,1-1 0 0 0,0 1-1 0 0,1-1 1 0 0,-1 1 0 0 0,0-1 0 0 0,1 0 0 0 0,-1 1 0 0 0,1-1 0 0 0,0 0 0 0 0,4 2 0 0 0,-2-2-1 0 0,1 0 0 0 0,-1 0 0 0 0,1-1 0 0 0,-1 0 1 0 0,1 0-1 0 0,-1 0 0 0 0,1-1 0 0 0,0 1 0 0 0,-1-1 0 0 0,1-1 1 0 0,0 1-1 0 0,-1-1 0 0 0,8-2 0 0 0,6-2 14 0 0,-1 0 0 0 0,0-2 1 0 0,0 0-1 0 0,0-1 0 0 0,-1-1 0 0 0,0-1 0 0 0,-1 0 0 0 0,0-1 0 0 0,0-1 0 0 0,-1-1 0 0 0,13-13 1 0 0,-10 6-14 0 0,0-1 1 0 0,-1 0 0 0 0,-2-1 0 0 0,0 0 0 0 0,-1-1 0 0 0,-1-1-1 0 0,13-35 1 0 0,-23 51-30 0 0,0 0-1 0 0,0-1 0 0 0,-1 1 1 0 0,-1-1-1 0 0,0 0 0 0 0,0 1 1 0 0,0-1-1 0 0,-1 0 1 0 0,0 1-1 0 0,-1-1 0 0 0,0 0 1 0 0,0 1-1 0 0,-1-1 0 0 0,0 1 1 0 0,-1-1-1 0 0,0 1 1 0 0,0 0-1 0 0,0 0 0 0 0,-1 0 1 0 0,-6-8-1 0 0,4 8-1 0 0,0-1-1 0 0,-1 1 1 0 0,0 0 0 0 0,-1 0-1 0 0,0 1 1 0 0,0 0 0 0 0,-1 1-1 0 0,1 0 1 0 0,-1 0-1 0 0,-1 1 1 0 0,1 0 0 0 0,-1 0-1 0 0,0 1 1 0 0,0 0 0 0 0,0 1-1 0 0,-13-2 1 0 0,5 2-468 0 0,0 1 0 0 0,0 0 1 0 0,1 1-1 0 0,-1 2 0 0 0,0 0 0 0 0,0 0 1 0 0,0 2-1 0 0,1 0 0 0 0,-22 7 0 0 0,-2 4-4063 0 0,1 2 0 0 0,-63 34 0 0 0,62-28-2342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7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77 172 1200 0 0,'-6'-31'15346'0'0,"-3"46"-14493"0"0,1 0-1 0 0,1 0 1 0 0,0 1 0 0 0,1 0-1 0 0,-7 33 1 0 0,5-12-205 0 0,-4 63-1 0 0,11-89-547 0 0,1 1-1 0 0,0 0 0 0 0,1 0 0 0 0,0-1 0 0 0,1 1 0 0 0,0-1 0 0 0,1 1 0 0 0,0-1 0 0 0,5 12 0 0 0,-5-17-52 0 0,0 0 0 0 0,0 0 0 0 0,0-1 0 0 0,1 1 0 0 0,0-1 0 0 0,0 0 0 0 0,1 0 0 0 0,0 0 0 0 0,-1 0 0 0 0,1-1 0 0 0,1 0 0 0 0,-1 0 0 0 0,1 0 0 0 0,-1-1 0 0 0,1 0 0 0 0,0 0 0 0 0,8 2 0 0 0,0-1-7 0 0,-1 0 0 0 0,1-2 1 0 0,0 1-1 0 0,-1-2 1 0 0,1 0-1 0 0,0-1 0 0 0,0 0 1 0 0,0-1-1 0 0,0 0 0 0 0,14-4 1 0 0,-7 0-5 0 0,-1 0 0 0 0,1-2 0 0 0,-1 0 1 0 0,0-1-1 0 0,34-20 0 0 0,-42 20-24 0 0,0-1 0 0 0,-1 0 1 0 0,0-1-1 0 0,-1 0 0 0 0,0 0 0 0 0,0-1 1 0 0,-1-1-1 0 0,-1 1 0 0 0,0-2 0 0 0,0 1 1 0 0,-2-1-1 0 0,1 0 0 0 0,-1 0 0 0 0,-1-1 1 0 0,-1 0-1 0 0,0 0 0 0 0,0 0 0 0 0,-2 0 1 0 0,0 0-1 0 0,0-1 0 0 0,-1 1 0 0 0,-2-16 0 0 0,1 17 1 0 0,-1 0-1 0 0,-1 1 0 0 0,0-1 1 0 0,-1 0-1 0 0,-1 1 1 0 0,1-1-1 0 0,-2 1 0 0 0,0 0 1 0 0,0 0-1 0 0,-15-21 0 0 0,14 24-12 0 0,-1 0-1 0 0,0 1 0 0 0,-1 0 1 0 0,0 0-1 0 0,0 1 1 0 0,-1 0-1 0 0,0 0 1 0 0,0 1-1 0 0,0 0 1 0 0,-1 1-1 0 0,0 0 0 0 0,0 1 1 0 0,0 0-1 0 0,-12-3 1 0 0,13 5-4 0 0,0 0 0 0 0,0 0 0 0 0,-1 2 0 0 0,1-1 0 0 0,0 1 0 0 0,-1 0 0 0 0,1 1 0 0 0,0 0 0 0 0,-1 1 0 0 0,1-1 0 0 0,0 2 0 0 0,0 0 0 0 0,-13 5 0 0 0,15-5-101 0 0,0 1 0 0 0,0-1-1 0 0,0 1 1 0 0,1 0 0 0 0,0 1-1 0 0,-1 0 1 0 0,2 0 0 0 0,-1 0 0 0 0,0 1-1 0 0,1 0 1 0 0,0 0 0 0 0,1 0-1 0 0,-1 0 1 0 0,1 1 0 0 0,0 0-1 0 0,-4 12 1 0 0,7-16-151 0 0,-1 1-1 0 0,2-1 0 0 0,-1 1 1 0 0,0 0-1 0 0,1-1 0 0 0,0 1 1 0 0,-1 0-1 0 0,2-1 0 0 0,-1 1 1 0 0,0 0-1 0 0,1-1 0 0 0,-1 1 1 0 0,1 0-1 0 0,0-1 0 0 0,0 1 1 0 0,1-1-1 0 0,-1 1 0 0 0,1-1 1 0 0,3 6-1 0 0,-1-4-559 0 0,0 0-1 0 0,0-1 1 0 0,0 1 0 0 0,1-1-1 0 0,-1 0 1 0 0,1 0 0 0 0,0-1-1 0 0,0 1 1 0 0,0-1 0 0 0,0 0-1 0 0,8 3 1 0 0,14 4-5869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8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192 106 948 0 0,'12'-2'14726'0'0,"-29"13"-10812"0"0,0 4-4102 0 0,-4 7 825 0 0,2 1-1 0 0,1 1 0 0 0,1 1 1 0 0,1 0-1 0 0,-17 36 0 0 0,25-43-511 0 0,0 1 1 0 0,2 0-1 0 0,0 1 0 0 0,1-1 0 0 0,1 1 0 0 0,0 0 1 0 0,2 0-1 0 0,0 38 0 0 0,2-52-86 0 0,0 0 0 0 0,1 1 0 0 0,0-1 0 0 0,0 0 0 0 0,1 0 0 0 0,0 0 0 0 0,0 0 1 0 0,0 0-1 0 0,1-1 0 0 0,0 1 0 0 0,0-1 0 0 0,6 10 0 0 0,-6-12-17 0 0,0 0-1 0 0,0 0 1 0 0,1 0 0 0 0,-1 0 0 0 0,1-1-1 0 0,-1 1 1 0 0,1-1 0 0 0,0 0 0 0 0,0 0 0 0 0,0 0-1 0 0,0 0 1 0 0,0-1 0 0 0,0 0 0 0 0,0 0-1 0 0,1 0 1 0 0,-1 0 0 0 0,0-1 0 0 0,9 1-1 0 0,1-2-10 0 0,0-1 0 0 0,0 0 0 0 0,0-1 0 0 0,-1 0 0 0 0,1-1 0 0 0,-1-1 0 0 0,0 0 0 0 0,0-1 0 0 0,0 0 0 0 0,-1-1-1 0 0,0 0 1 0 0,0-1 0 0 0,-1 0 0 0 0,14-14 0 0 0,-8 7 13 0 0,-2-1-1 0 0,0 0 1 0 0,-1-1 0 0 0,0-1-1 0 0,-2 0 1 0 0,0 0 0 0 0,-1-1-1 0 0,13-32 1 0 0,-18 37 1 0 0,-1 0-1 0 0,-1-1 1 0 0,0 1 0 0 0,-1-1-1 0 0,-1 0 1 0 0,0 0-1 0 0,-1-1 1 0 0,-1 1 0 0 0,0 0-1 0 0,-4-28 1 0 0,2 34-24 0 0,-1-1-1 0 0,1 1 1 0 0,-1 0-1 0 0,-1 0 1 0 0,0 1 0 0 0,0-1-1 0 0,-1 1 1 0 0,0 0 0 0 0,0 0-1 0 0,-1 0 1 0 0,0 1-1 0 0,0-1 1 0 0,-1 2 0 0 0,0-1-1 0 0,0 1 1 0 0,-1 0-1 0 0,1 0 1 0 0,-12-6 0 0 0,12 9 9 0 0,-1-1 0 0 0,1 1 1 0 0,-1 0-1 0 0,1 0 0 0 0,-1 1 0 0 0,0 0 1 0 0,0 1-1 0 0,0 0 0 0 0,0 0 0 0 0,0 0 1 0 0,0 1-1 0 0,-8 1 0 0 0,12 0-146 0 0,0-1 0 0 0,-1 1 0 0 0,1 0 0 0 0,0 1 0 0 0,0-1-1 0 0,0 1 1 0 0,1-1 0 0 0,-1 1 0 0 0,0 0 0 0 0,-5 5 0 0 0,6-5-231 0 0,0 1 1 0 0,1-1-1 0 0,-1 1 0 0 0,1 0 1 0 0,0 0-1 0 0,-1 0 0 0 0,2 1 1 0 0,-1-1-1 0 0,0 0 1 0 0,1 1-1 0 0,-1-1 0 0 0,1 1 1 0 0,-1 5-1 0 0,1-7-15 0 0,1 0-1 0 0,0 0 1 0 0,0 0-1 0 0,0 1 1 0 0,0-1 0 0 0,0 0-1 0 0,1 0 1 0 0,-1 0-1 0 0,1 0 1 0 0,-1 0-1 0 0,1 0 1 0 0,0 0 0 0 0,1 3-1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8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72 2580 0 0,'18'-14'7078'0'0,"-1"1"-1"0"0,31-32 1894 0 0,-47 46-8844 0 0,-1 0 0 0 0,1 0-1 0 0,0 0 1 0 0,0 0-1 0 0,0 0 1 0 0,-1 0-1 0 0,1 0 1 0 0,0 0 0 0 0,-1 0-1 0 0,1 0 1 0 0,-1 0-1 0 0,1 0 1 0 0,-1 1 0 0 0,0-1-1 0 0,1 0 1 0 0,-1 0-1 0 0,0 0 1 0 0,0 1 0 0 0,0-1-1 0 0,0 0 1 0 0,0 2-1 0 0,-1 28 656 0 0,-2-1-1 0 0,-10 53 1 0 0,-23 56-451 0 0,-3-9-89 0 0,-6 19-239 0 0,21-49-5461 0 0,22-95 4110 0 0,-1 10-178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9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925 1 1720 0 0,'-21'0'3881'0'0,"-1"2"0"0"0,-30 6 1213 0 0,54-6-4242 0 0,5 2-71 0 0,127 4 1169 0 0,-48-5-1365 0 0,-62-2-476 0 0,54 3 212 0 0,1 4-1 0 0,116 27 0 0 0,-187-33-246 0 0,0 0-1 0 0,-1 1 1 0 0,1 0 0 0 0,-1 0-1 0 0,0 1 1 0 0,0 0 0 0 0,0 0 0 0 0,0 1-1 0 0,-1 0 1 0 0,1 0 0 0 0,-1 1 0 0 0,0-1-1 0 0,-1 1 1 0 0,0 0 0 0 0,9 14 0 0 0,-8-10 135 0 0,-1 1 0 0 0,-1 0 1 0 0,1 0-1 0 0,-2 0 1 0 0,0 0-1 0 0,0 0 1 0 0,-1 1-1 0 0,0-1 1 0 0,-1 1-1 0 0,0 17 0 0 0,-4 52 1072 0 0,-15 98 0 0 0,-27 79 421 0 0,20-123-1150 0 0,-1 9-65 0 0,-36 230 228 0 0,-3 239-181 0 0,37 5-417 0 0,25 196-154 0 0,2-698 122 0 0,-25 478 202 0 0,22-566-267 0 0,-13 94 35 0 0,13-101-4 0 0,0-1 0 0 0,-2 1 1 0 0,-14 31-1 0 0,17-45-43 0 0,-1 0-1 0 0,-1 0 0 0 0,1 0 1 0 0,-1-1-1 0 0,0 0 0 0 0,-1 0 1 0 0,0 0-1 0 0,0-1 0 0 0,0 0 0 0 0,0 0 1 0 0,-1 0-1 0 0,0-1 0 0 0,0 0 1 0 0,0 0-1 0 0,-13 4 0 0 0,-7 2 24 0 0,-1-2 0 0 0,0-1 0 0 0,-30 3-1 0 0,34-6-26 0 0,-202 28-433 0 0,-329 6-1 0 0,545-38 301 0 0,-66-1-1146 0 0,67 0 648 0 0,0 0 1 0 0,1 0-1 0 0,-1-1 1 0 0,0 0-1 0 0,0-1 1 0 0,-9-4-1 0 0,16 7 422 0 0,1-1 1 0 0,0 0-1 0 0,0 1 0 0 0,-1-1 0 0 0,1 0 0 0 0,0 0 0 0 0,0 0 0 0 0,0 0 0 0 0,0 0 1 0 0,0 0-1 0 0,0 0 0 0 0,0-1 0 0 0,0 1 0 0 0,1 0 0 0 0,-1 0 0 0 0,0-1 1 0 0,1 1-1 0 0,-1 0 0 0 0,1-1 0 0 0,-1 1 0 0 0,1-1 0 0 0,0 1 0 0 0,-1-1 1 0 0,1 1-1 0 0,0 0 0 0 0,0-1 0 0 0,0 1 0 0 0,0-1 0 0 0,0 1 0 0 0,1-1 1 0 0,-1 1-1 0 0,0-1 0 0 0,1 1 0 0 0,0-2 0 0 0,2-4-1384 0 0,0-1 1 0 0,0 1-1 0 0,1 0 0 0 0,8-13 0 0 0,10-10-5069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39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44 1812 0 0,'-117'-30'11267'0'0,"140"21"-11005"0"0,38 5-794 0 0,82 4 0 0 0,-126 1 11 0 0,12 1-1020 0 0,-2 1-1449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0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1 948 0 0,'-120'58'9480'0'0,"119"-58"-9422"0"0,1 1 1 0 0,-1-1-1 0 0,1 0 0 0 0,-1 0 1 0 0,1 0-1 0 0,0 0 1 0 0,-1 1-1 0 0,1-1 1 0 0,-1 0-1 0 0,1 1 1 0 0,0-1-1 0 0,-1 0 1 0 0,1 0-1 0 0,0 1 1 0 0,-1-1-1 0 0,1 1 1 0 0,0-1-1 0 0,0 0 0 0 0,-1 1 1 0 0,1-1-1 0 0,0 1 1 0 0,0-1-1 0 0,0 0 1 0 0,0 1-1 0 0,-1-1 1 0 0,1 1-1 0 0,0-1 1 0 0,0 1-1 0 0,0 0 1 0 0,12 5 646 0 0,22-3-353 0 0,231-26-873 0 0,-89 0-3270 0 0,-115 14 928 0 0,-2-4-797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1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1189 101 96 0 0,'2'-2'1843'0'0,"0"1"-1254"0"0,1-1-1 0 0,-1 0 1 0 0,0 1 0 0 0,0-1 0 0 0,0 0-1 0 0,0-1 1 0 0,0 1 0 0 0,0 0 0 0 0,-1 0 0 0 0,1-1-1 0 0,-1 1 1 0 0,1-1 0 0 0,-1 0 0 0 0,0 1-1 0 0,0-1 1 0 0,0 0 0 0 0,1-4 0 0 0,-2 5-453 0 0,-1 0 1 0 0,1 0-1 0 0,0 0 1 0 0,0 0-1 0 0,-1 0 1 0 0,1 0 0 0 0,-1 0-1 0 0,0 0 1 0 0,0 0-1 0 0,1 1 1 0 0,-1-1-1 0 0,0 0 1 0 0,-1 0-1 0 0,1 1 1 0 0,0-1-1 0 0,0 1 1 0 0,-1-1 0 0 0,1 1-1 0 0,-1 0 1 0 0,1-1-1 0 0,-1 1 1 0 0,1 0-1 0 0,-1 0 1 0 0,0 0-1 0 0,0 0 1 0 0,-2-1-1 0 0,-1 0-84 0 0,0 1-1 0 0,0-1 1 0 0,0 1-1 0 0,-1 0 1 0 0,1 0-1 0 0,0 0 1 0 0,-1 1-1 0 0,1 0 1 0 0,0 0-1 0 0,-11 1 0 0 0,2 2-25 0 0,1-1 0 0 0,-25 9-1 0 0,12-2-69 0 0,1 2-1 0 0,-1 0 1 0 0,2 2 0 0 0,-29 19-1 0 0,39-22 147 0 0,0 1 0 0 0,1 0 0 0 0,0 1 0 0 0,1 1 0 0 0,0 0 0 0 0,1 0 0 0 0,-17 28 0 0 0,-4 17 566 0 0,3 0-1 0 0,3 3 0 0 0,2 0 0 0 0,-30 122 1 0 0,-26 268 1226 0 0,55-282-1635 0 0,-78 424 331 0 0,-44 312 92 0 0,124-725-579 0 0,-71 613 408 0 0,-35 160-183 0 0,109-805-99 0 0,20-147-224 0 0,-1-1 1 0 0,1 1-1 0 0,0 0 0 0 0,0 0 1 0 0,0 0-1 0 0,0 0 1 0 0,1 0-1 0 0,-1 0 0 0 0,0 0 1 0 0,0 0-1 0 0,0 0 0 0 0,1 0 1 0 0,-1 0-1 0 0,0 0 1 0 0,1-1-1 0 0,-1 1 0 0 0,1 0 1 0 0,-1 0-1 0 0,1 0 0 0 0,0-1 1 0 0,-1 1-1 0 0,1 0 1 0 0,0-1-1 0 0,-1 1 0 0 0,1 0 1 0 0,0-1-1 0 0,0 1 0 0 0,0-1 1 0 0,-1 1-1 0 0,1-1 0 0 0,0 0 1 0 0,0 1-1 0 0,0-1 1 0 0,0 0-1 0 0,0 0 0 0 0,0 1 1 0 0,0-1-1 0 0,0 0 0 0 0,0 0 1 0 0,0 0-1 0 0,0 0 1 0 0,1 0-1 0 0,6 0 1 0 0,0 0 0 0 0,0-1 0 0 0,15-3 0 0 0,-20 4-3 0 0,368-79-3103 0 0,-243 50 606 0 0,75-22-6214 0 0,-97 24-237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2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49 1452 0 0,'1'-2'1649'0'0,"18"-45"12164"0"0,-22 62-12836 0 0,-83 272 2171 0 0,5-36-3294 0 0,80-250-438 0 0,1 3-220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2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3 616 0 0,'-17'4'1602'0'0,"-9"1"2487"0"0,0 1-1 0 0,-30 12 0 0 0,54-17-3539 0 0,-16 5 1030 0 0,14-1-823 0 0,11-2-431 0 0,258-27 480 0 0,-213 18-721 0 0,-17-1-1265 0 0,11-7-8367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3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42 1396 0 0,'-3'-20'10411'0'0,"3"19"-10310"0"0,0 1-1 0 0,0-1 1 0 0,0 0 0 0 0,0 1-1 0 0,0-1 1 0 0,0 0 0 0 0,1 1-1 0 0,-1-1 1 0 0,0 1 0 0 0,0-1 0 0 0,0 0-1 0 0,1 1 1 0 0,-1-1 0 0 0,0 1-1 0 0,1-1 1 0 0,0 0 0 0 0,2-1-32 0 0,1 1 1 0 0,-1-1 0 0 0,1 1 0 0 0,0 0 0 0 0,-1 0 0 0 0,1 0-1 0 0,0 1 1 0 0,0-1 0 0 0,0 1 0 0 0,0 0 0 0 0,-1 0 0 0 0,1 0-1 0 0,0 1 1 0 0,0-1 0 0 0,6 3 0 0 0,-5-1-43 0 0,-2 0 9 0 0,0 0 1 0 0,0 1-1 0 0,0-1 1 0 0,-1 1 0 0 0,1 0-1 0 0,-1-1 1 0 0,0 1-1 0 0,0 0 1 0 0,0 1-1 0 0,0-1 1 0 0,0 0 0 0 0,-1 0-1 0 0,1 1 1 0 0,-1-1-1 0 0,0 1 1 0 0,0-1-1 0 0,1 8 1 0 0,-2-3 141 0 0,0 0-1 0 0,-1 0 1 0 0,1 0-1 0 0,-2-1 1 0 0,-3 15-1 0 0,3-10 2 0 0,-8 18 367 0 0,0-1 0 0 0,-1 0 0 0 0,-2 0 0 0 0,-1-1 0 0 0,-20 28 0 0 0,15-23-73 0 0,-22 34 390 0 0,40-65-803 0 0,1-1-53 0 0,0-1 1 0 0,0 1-1 0 0,0 0 0 0 0,1-1 0 0 0,-1 1 0 0 0,0-1 1 0 0,0 1-1 0 0,0-1 0 0 0,1 1 0 0 0,-1-1 0 0 0,0 1 0 0 0,0-1 1 0 0,1 1-1 0 0,-1-1 0 0 0,0 1 0 0 0,1-1 0 0 0,-1 0 1 0 0,1 1-1 0 0,-1-1 0 0 0,0 1 0 0 0,1-1 0 0 0,6 2 11 0 0,0-1 0 0 0,1 0 0 0 0,-1 0 0 0 0,0-1-1 0 0,0 0 1 0 0,9-1 0 0 0,52-9 41 0 0,-16 2-41 0 0,143-10-507 0 0,-69 9-6429 0 0,-110 10 3973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4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1364 0 0,'-17'19'26205'0'0,"22"-17"-26183"0"0,0-1 1 0 0,0 0-1 0 0,0 0 0 0 0,0-1 1 0 0,0 0-1 0 0,1 0 0 0 0,-1 0 1 0 0,0 0-1 0 0,9-2 0 0 0,6 0 29 0 0,82-7 282 0 0,-17 2-1069 0 0,-26 4-4161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4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29 92 0 0,'0'0'4787'0'0,"6"-17"2690"0"0,-1 15-7332 0 0,-1 0 0 0 0,1 0 1 0 0,0 0-1 0 0,0 1 0 0 0,0 0 0 0 0,0 0 1 0 0,0 1-1 0 0,0-1 0 0 0,0 1 0 0 0,0 0 1 0 0,0 0-1 0 0,1 1 0 0 0,4 1 0 0 0,-2-1-129 0 0,0 1-1 0 0,0 0 0 0 0,0 0 0 0 0,0 1 1 0 0,-1 0-1 0 0,0 0 0 0 0,1 1 0 0 0,6 5 1 0 0,-9-6 45 0 0,-1 0 0 0 0,0 1 0 0 0,0 0 0 0 0,0 0 0 0 0,0 0 0 0 0,-1 0 0 0 0,1 1 0 0 0,-1-1 0 0 0,0 1 0 0 0,0 0 0 0 0,-1 0 0 0 0,0 0 0 0 0,1 0 0 0 0,-2 0 1 0 0,3 8-1 0 0,-3-4 94 0 0,0-1 1 0 0,0 1-1 0 0,-1 0 1 0 0,0 0-1 0 0,0 0 1 0 0,-1 0-1 0 0,-1 0 1 0 0,-3 15-1 0 0,-4 2 265 0 0,-1 0 0 0 0,-1-1 0 0 0,-1-1 0 0 0,-1 0 0 0 0,-21 29 0 0 0,-29 29 1057 0 0,39-53-777 0 0,-28 44 0 0 0,50-71-671 0 0,-7 17 148 0 0,9-18-171 0 0,0-1 0 0 0,-1 0 0 0 0,1 1 0 0 0,0-1 0 0 0,0 1 0 0 0,0-1 1 0 0,0 1-1 0 0,0-1 0 0 0,0 1 0 0 0,0-1 0 0 0,0 1 0 0 0,0-1 0 0 0,0 1 0 0 0,0-1 0 0 0,0 1 0 0 0,0-1 0 0 0,0 1 0 0 0,0-1 0 0 0,1 1 1 0 0,-1-1-1 0 0,0 0 0 0 0,0 1 0 0 0,1-1 0 0 0,-1 1 0 0 0,0-1 0 0 0,1 0 0 0 0,-1 1 0 0 0,0-1 0 0 0,1 1 0 0 0,-1-1 0 0 0,0 0 0 0 0,1 0 0 0 0,-1 1 1 0 0,1-1-1 0 0,0 1 0 0 0,8 1 33 0 0,0 1 0 0 0,0-1 1 0 0,0 0-1 0 0,0-1 0 0 0,1 0 0 0 0,13-1 1 0 0,64-6 18 0 0,-50 3-40 0 0,272-21 127 0 0,-306 24-157 0 0,5-1 1040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5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54 548 0 0,'-8'-3'13689'0'0,"93"-2"-11862"0"0,94-17 0 0 0,-107 12-1084 0 0,-3 2 1276 0 0,-66 7-1853 0 0,0 1-104 0 0,19-4 21 0 0,-20 3-262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5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56 2036 0 0,'29'-56'17841'0'0,"-27"72"-17487"0"0,-1-1 0 0 0,-1 1-1 0 0,-1-1 1 0 0,-1 1 0 0 0,0-1 0 0 0,-5 22-1 0 0,-1 5-79 0 0,-23 133 191 0 0,-5 31-892 0 0,23-68-7172 0 0,10-105 699 0 0,1-18 1138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7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30 756 0 0,'0'0'15127'0'0,"9"-8"-14775"0"0,0 4-319 0 0,-1 1-1 0 0,1 0 1 0 0,0 0-1 0 0,0 1 1 0 0,0 0-1 0 0,1 0 1 0 0,-1 1-1 0 0,0 0 1 0 0,1 1-1 0 0,11 1 1 0 0,-16-1-31 0 0,0 0 1 0 0,0 1-1 0 0,0 0 1 0 0,0 0-1 0 0,0 1 1 0 0,-1-1-1 0 0,1 1 1 0 0,0 0-1 0 0,-1 0 1 0 0,1 1-1 0 0,-1-1 1 0 0,0 1-1 0 0,0 0 1 0 0,0 0-1 0 0,0 0 1 0 0,0 1-1 0 0,-1 0 1 0 0,1-1-1 0 0,-1 1 1 0 0,0 0-1 0 0,3 5 1 0 0,-4-4-1 0 0,-1-1 1 0 0,1 0-1 0 0,-1 1 1 0 0,0-1-1 0 0,0 1 1 0 0,0 0-1 0 0,-1-1 1 0 0,0 1 0 0 0,0 0-1 0 0,0-1 1 0 0,0 1-1 0 0,-1-1 1 0 0,1 1-1 0 0,-1 0 1 0 0,0-1-1 0 0,-4 8 1 0 0,-2 7 2 0 0,-1-2 1 0 0,-16 28-1 0 0,20-38-3 0 0,-23 33 38 0 0,-3 7 177 0 0,29-46-177 0 0,1-1-35 0 0,-1 0 0 0 0,1 1-1 0 0,0-1 1 0 0,-1 0 0 0 0,1 0 0 0 0,0 0-1 0 0,-1 0 1 0 0,1 1 0 0 0,0-1-1 0 0,-1 0 1 0 0,1 0 0 0 0,0 0-1 0 0,0 1 1 0 0,-1-1 0 0 0,1 0 0 0 0,0 1-1 0 0,0-1 1 0 0,0 0 0 0 0,-1 0-1 0 0,1 1 1 0 0,0-1 0 0 0,0 0 0 0 0,0 1-1 0 0,0-1 1 0 0,0 1 0 0 0,0-1-1 0 0,0 0 1 0 0,0 1 0 0 0,0-1 0 0 0,0 0-1 0 0,0 1 1 0 0,0-1 0 0 0,0 0-1 0 0,0 1 1 0 0,0-1 0 0 0,0 0 0 0 0,0 1-1 0 0,3 11 69 0 0,-2-11-66 0 0,2 0 2 0 0,12 5 10 0 0,1 1 0 0 0,-1 1 1 0 0,-1 0-1 0 0,1 1 1 0 0,-1 0-1 0 0,-1 2 0 0 0,0-1 1 0 0,0 2-1 0 0,15 17 1 0 0,-26-26 134 0 0,0-1 1 0 0,0 0-1 0 0,0 0 1 0 0,-1 1-1 0 0,1-1 1 0 0,-1 1-1 0 0,1 0 1 0 0,-1-1-1 0 0,0 1 1 0 0,0 0 0 0 0,-1 0-1 0 0,1-1 1 0 0,0 1-1 0 0,-1 0 1 0 0,0 0-1 0 0,1 0 1 0 0,-1 0-1 0 0,-1 0 1 0 0,1 0-1 0 0,0 0 1 0 0,-1 0-1 0 0,1-1 1 0 0,-1 1 0 0 0,0 0-1 0 0,0 0 1 0 0,0 0-1 0 0,0-1 1 0 0,0 1-1 0 0,-1-1 1 0 0,1 1-1 0 0,-4 4 1 0 0,0-2 48 0 0,0-1 0 0 0,1 0 0 0 0,-2 0 0 0 0,1 0 0 0 0,0 0 0 0 0,-1-1 0 0 0,1 0 0 0 0,-1 0 0 0 0,0 0 0 0 0,0-1 0 0 0,0 0 0 0 0,0 0 0 0 0,-10 1 0 0 0,4-2-233 0 0,-1 0 0 0 0,1-1 0 0 0,-1-1 1 0 0,1 0-1 0 0,0-1 0 0 0,-1 0 0 0 0,1-1 0 0 0,0 0 0 0 0,-13-6 0 0 0,21 7-761 0 0,2 2 147 0 0,-1-1 0 0 0,1 0 0 0 0,-1 0 0 0 0,1 0-1 0 0,0 0 1 0 0,0-1 0 0 0,0 1 0 0 0,0 0 0 0 0,0-1 0 0 0,0 0 0 0 0,-2-1 0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8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32 1724 0 0,'-11'-15'11607'0'0,"14"13"-11557"0"0,0 0 1 0 0,0 0 0 0 0,0 1 0 0 0,0-1 0 0 0,0 1 0 0 0,1-1 0 0 0,-1 1 0 0 0,0 0-1 0 0,1 0 1 0 0,-1 1 0 0 0,1-1 0 0 0,0 1 0 0 0,-1-1 0 0 0,1 1 0 0 0,-1 0 0 0 0,1 1-1 0 0,-1-1 1 0 0,1 1 0 0 0,-1-1 0 0 0,1 1 0 0 0,-1 0 0 0 0,1 0 0 0 0,-1 1 0 0 0,0-1-1 0 0,1 1 1 0 0,-1-1 0 0 0,0 1 0 0 0,0 0 0 0 0,0 0 0 0 0,3 4 0 0 0,-2-3-15 0 0,0 1 0 0 0,-1-1 0 0 0,1 1 0 0 0,-1 0 0 0 0,0 0 0 0 0,0 0 0 0 0,0 1 0 0 0,-1-1 0 0 0,0 1 0 0 0,0-1 0 0 0,0 1 0 0 0,0 0 0 0 0,-1 0 0 0 0,1 0 0 0 0,-1 0-1 0 0,0 0 1 0 0,-1 0 0 0 0,0 0 0 0 0,1 0 0 0 0,-1 0 0 0 0,-1 7 0 0 0,-4 7 125 0 0,-1 0-1 0 0,-1 0 0 0 0,0-1 0 0 0,-1 0 1 0 0,-1 0-1 0 0,-1 0 0 0 0,-18 23 1 0 0,2-5 770 0 0,25-34-761 0 0,0-1-114 0 0,1 0 0 0 0,-1 0 0 0 0,1 1 0 0 0,-1-1 0 0 0,1 0 0 0 0,-1 0 0 0 0,1 1 0 0 0,0-1 0 0 0,-1 0 1 0 0,1 1-1 0 0,0-1 0 0 0,0 1 0 0 0,0 1 0 0 0,13-1-43 0 0,-1 1 0 0 0,1 0 0 0 0,-1 0 1 0 0,0 1-1 0 0,0 1 0 0 0,0 0 0 0 0,-1 0 1 0 0,0 1-1 0 0,0 1 0 0 0,0 0 0 0 0,16 14 0 0 0,-19-14 167 0 0,-1-1 0 0 0,1 2 0 0 0,-2-1 0 0 0,1 1 0 0 0,-1 0 0 0 0,0 0-1 0 0,-1 1 1 0 0,0-1 0 0 0,5 13 0 0 0,-8-17 17 0 0,-1 0 0 0 0,0 0 1 0 0,0 0-1 0 0,0 0 0 0 0,-1 1 0 0 0,1-1 0 0 0,-1 0 1 0 0,0 0-1 0 0,0 0 0 0 0,-1 0 0 0 0,1 0 0 0 0,-1 1 1 0 0,0-1-1 0 0,0 0 0 0 0,0 0 0 0 0,-1 0 0 0 0,1-1 1 0 0,-1 1-1 0 0,0 0 0 0 0,0 0 0 0 0,0-1 0 0 0,0 1 1 0 0,-1-1-1 0 0,-5 6 0 0 0,0-2 15 0 0,0 0 0 0 0,0-1 0 0 0,-1 0 1 0 0,0 0-1 0 0,0-1 0 0 0,0 0 0 0 0,-1-1 0 0 0,1 0 0 0 0,-1 0 0 0 0,0-1 1 0 0,0-1-1 0 0,-1 1 0 0 0,1-1 0 0 0,0-1 0 0 0,-1 0 0 0 0,1-1 1 0 0,-13 0-1 0 0,10-1-337 0 0,0 0 1 0 0,1 0 0 0 0,-1-1 0 0 0,1-1-1 0 0,-1 0 1 0 0,1-1 0 0 0,0 0 0 0 0,0-1-1 0 0,1 0 1 0 0,-1-1 0 0 0,1 0-1 0 0,0-1 1 0 0,-18-14 0 0 0,26 18-317 0 0,1 1 0 0 0,0 0 0 0 0,-1-1 0 0 0,1 1 0 0 0,1-1 0 0 0,-1 0 0 0 0,0 0 0 0 0,0 0 1 0 0,1 1-1 0 0,0-2 0 0 0,0 1 0 0 0,0 0 0 0 0,0 0 0 0 0,0 0 0 0 0,0 0 0 0 0,0-6 0 0 0,1 4-772 0 0,1 0-1 0 0,-1 1 0 0 0,1-1 1 0 0,-1 1-1 0 0,2-1 1 0 0,-1 1-1 0 0,2-5 1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8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44 1776 0 0,'0'-3'1669'0'0,"1"1"-1383"0"0,-1-1 235 0 0,1 0 0 0 0,-1 0 1 0 0,0 1-1 0 0,0-1 0 0 0,0 0 0 0 0,0 0 1 0 0,0 0-1 0 0,-1 1 0 0 0,1-1 1 0 0,-1 0-1 0 0,-2-4 0 0 0,3 6-503 0 0,-1 1 0 0 0,1 0 0 0 0,-1 0 0 0 0,1 0 0 0 0,-1 0-1 0 0,1 0 1 0 0,-1 0 0 0 0,0 0 0 0 0,1 0 0 0 0,-1 0 0 0 0,1 0 0 0 0,-1 1 0 0 0,1-1-1 0 0,-1 0 1 0 0,1 0 0 0 0,-1 0 0 0 0,0 1 0 0 0,1-1 0 0 0,-1 0 0 0 0,1 1-1 0 0,0-1 1 0 0,-1 0 0 0 0,1 1 0 0 0,-1-1 0 0 0,1 0 0 0 0,0 1 0 0 0,-1-1 0 0 0,0 1-1 0 0,-13 13 169 0 0,14-14-164 0 0,-18 22 202 0 0,1 1 0 0 0,1 0 0 0 0,0 1 0 0 0,2 0 0 0 0,1 1 0 0 0,1 1 0 0 0,1 0 0 0 0,2 1 0 0 0,0 0 0 0 0,2 0 0 0 0,-7 50 0 0 0,13-68-139 0 0,0 1-1 0 0,1 0 1 0 0,0 0 0 0 0,0-1 0 0 0,1 1 0 0 0,1 0-1 0 0,0 0 1 0 0,0-1 0 0 0,6 15 0 0 0,-7-20-36 0 0,1 0-1 0 0,0 0 1 0 0,0-1 0 0 0,0 1 0 0 0,1-1 0 0 0,-1 0 0 0 0,1 0 0 0 0,0 0-1 0 0,0 0 1 0 0,0 0 0 0 0,0 0 0 0 0,0-1 0 0 0,1 0 0 0 0,-1 1 0 0 0,1-1-1 0 0,0-1 1 0 0,-1 1 0 0 0,1 0 0 0 0,0-1 0 0 0,0 0 0 0 0,0 0 0 0 0,0 0 0 0 0,0 0-1 0 0,0-1 1 0 0,5 1 0 0 0,0-1 38 0 0,0 0-1 0 0,-1 0 0 0 0,1-1 1 0 0,0 0-1 0 0,-1-1 1 0 0,1 0-1 0 0,-1 0 1 0 0,1-1-1 0 0,-1 0 1 0 0,0 0-1 0 0,0-1 1 0 0,-1 0-1 0 0,10-6 1 0 0,-8 3-12 0 0,1 0 1 0 0,-2-1-1 0 0,1 0 0 0 0,-2-1 1 0 0,1 1-1 0 0,-1-2 1 0 0,0 1-1 0 0,-1-1 1 0 0,7-12-1 0 0,-5 6-23 0 0,-1 0 1 0 0,-1-1-1 0 0,-1 0 0 0 0,0 0 0 0 0,-1 0 1 0 0,0 0-1 0 0,-2-1 0 0 0,0 1 0 0 0,-1-1 0 0 0,-1 1 1 0 0,0-1-1 0 0,-2 0 0 0 0,-3-19 0 0 0,4 32-47 0 0,0 1-1 0 0,0-1 1 0 0,0 1-1 0 0,-1-1 1 0 0,0 1-1 0 0,0 0 1 0 0,0 0-1 0 0,0 0 1 0 0,-1 0 0 0 0,0 0-1 0 0,1 0 1 0 0,-1 1-1 0 0,-1-1 1 0 0,1 1-1 0 0,0 0 1 0 0,-1 0-1 0 0,0 0 1 0 0,0 0-1 0 0,0 1 1 0 0,0-1-1 0 0,0 1 1 0 0,0 0-1 0 0,-7-2 1 0 0,6 3-214 0 0,-1 0 1 0 0,0 0-1 0 0,1 1 0 0 0,-1-1 1 0 0,1 1-1 0 0,-1 1 1 0 0,0-1-1 0 0,1 1 1 0 0,-1 0-1 0 0,1 0 0 0 0,-1 0 1 0 0,1 1-1 0 0,0 0 1 0 0,-1 0-1 0 0,1 0 1 0 0,0 1-1 0 0,1 0 0 0 0,-1 0 1 0 0,-5 4-1 0 0,-2 3-2153 0 0,1 0-1 0 0,-18 20 0 0 0,13-11-2296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49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1104 0 0,'-21'29'19375'0'0,"12"-10"-13851"0"0,9-14-5979 0 0,10-2 487 0 0,-7-3-32 0 0,160 10 292 0 0,-87-9-86 0 0,-73-2-146 0 0,-1 2-30 0 0,0 0 1 0 0,1-1-1 0 0,-1 0 1 0 0,0 1-1 0 0,0-1 1 0 0,0 0-1 0 0,1 0 1 0 0,-1 0-1 0 0,3-1 1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50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46 2048 0 0,'25'-46'10107'0'0,"-24"48"-10073"0"0,-1 11 23 0 0,-1 0 1 0 0,0 0-1 0 0,0-1 0 0 0,-1 1 1 0 0,-6 17-1 0 0,-2 20 147 0 0,7-26-122 0 0,0 1 1 0 0,2-1 0 0 0,2 40-1 0 0,0-58-52 0 0,-1 0 0 0 0,1 1 0 0 0,0-1 0 0 0,0 0 0 0 0,1 0 0 0 0,0 0 0 0 0,0 0 0 0 0,1 0 0 0 0,-1 0 0 0 0,1 0 0 0 0,0-1 0 0 0,1 1 0 0 0,-1-1 0 0 0,1 0 0 0 0,0 0 0 0 0,1-1 0 0 0,-1 1 0 0 0,1-1 0 0 0,6 5 0 0 0,-8-7 13 0 0,0 0 0 0 0,1 0 0 0 0,0-1 0 0 0,-1 1 0 0 0,1-1 0 0 0,0 0 0 0 0,-1 0 0 0 0,1 0 0 0 0,0-1 0 0 0,0 1 1 0 0,0-1-1 0 0,0 0 0 0 0,0 0 0 0 0,0 0 0 0 0,-1 0 0 0 0,7-2 0 0 0,-4 0 6 0 0,0 0 1 0 0,0 0 0 0 0,0-1 0 0 0,-1 1-1 0 0,1-1 1 0 0,0-1 0 0 0,-1 1 0 0 0,0-1-1 0 0,6-5 1 0 0,1-3 658 0 0,0-1 0 0 0,0 0-1 0 0,-1-1 1 0 0,-1 0 0 0 0,-1-1-1 0 0,11-21 1 0 0,9-6 2347 0 0,-28 40-2628 0 0,0 3-419 0 0,-1 0 1 0 0,1 0-1 0 0,-1-1 0 0 0,1 1 0 0 0,-1 0 1 0 0,1 0-1 0 0,-1 0 0 0 0,0 0 1 0 0,1 0-1 0 0,-1 0 0 0 0,0 0 0 0 0,0 0 1 0 0,0 0-1 0 0,0-1 0 0 0,0 1 0 0 0,0 0 1 0 0,0 0-1 0 0,0 0 0 0 0,0 1 0 0 0,-46 250 1563 0 0,20-119-3711 0 0,14-67-2313 0 0,1 1-3283 0 0,8-44-599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50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79 103 468 0 0,'-9'-6'1999'0'0,"-31"-17"6603"0"0,16 8-2455 0 0,24 15-6082 0 0,0 0-1 0 0,-1 0 1 0 0,1 0-1 0 0,0-1 1 0 0,-1 1-1 0 0,1 0 1 0 0,0 0-1 0 0,-1-1 1 0 0,1 1-1 0 0,0 0 0 0 0,0 0 1 0 0,-1-1-1 0 0,1 1 1 0 0,0 0-1 0 0,0-1 1 0 0,0 1-1 0 0,-1-1 1 0 0,1 1-1 0 0,0 0 1 0 0,0-1-1 0 0,0 1 0 0 0,0 0 1 0 0,0-1-1 0 0,0 1 1 0 0,0-1-1 0 0,0 1 1 0 0,0 0-1 0 0,0-1 1 0 0,0 1-1 0 0,0-1 1 0 0,0 1-1 0 0,0 0 0 0 0,0-1 1 0 0,0 1-1 0 0,0 0 1 0 0,0-1-1 0 0,1 1 1 0 0,-1-1-1 0 0,0 1 1 0 0,1-1-1 0 0,0 0-44 0 0,1 0 0 0 0,0 1 0 0 0,0-1 0 0 0,0 0 1 0 0,0 1-1 0 0,-1-1 0 0 0,1 1 0 0 0,0 0 0 0 0,0-1 0 0 0,0 1 0 0 0,0 0 0 0 0,2 0 0 0 0,7 0 49 0 0,220-25-277 0 0,-77 16-6428 0 0,-124 7 2247 0 0,-1-1-2163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51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66 392 0 0,'-6'-10'6582'0'0,"-2"-7"-78"0"0,7 0-3618 0 0,1 16-2835 0 0,0 0 1 0 0,1 0-1 0 0,0-1 0 0 0,-1 1 1 0 0,1 0-1 0 0,-1 0 0 0 0,1 0 0 0 0,0 0 1 0 0,0 0-1 0 0,0 0 0 0 0,0 0 1 0 0,0 0-1 0 0,0 1 0 0 0,0-1 1 0 0,0 0-1 0 0,0 0 0 0 0,0 1 0 0 0,0-1 1 0 0,0 1-1 0 0,0-1 0 0 0,1 1 1 0 0,-1-1-1 0 0,0 1 0 0 0,0 0 0 0 0,1-1 1 0 0,-1 1-1 0 0,0 0 0 0 0,0 0 1 0 0,3 0-1 0 0,3 0-20 0 0,0 0 0 0 0,0 0 0 0 0,1 0 0 0 0,-1 1 0 0 0,0 0 1 0 0,0 0-1 0 0,0 1 0 0 0,-1 0 0 0 0,1 0 0 0 0,0 1 0 0 0,9 4 0 0 0,-13-5-18 0 0,0 0 1 0 0,0 0-1 0 0,0 0 0 0 0,0 0 1 0 0,0 1-1 0 0,0-1 0 0 0,-1 1 0 0 0,1 0 1 0 0,-1 0-1 0 0,0 0 0 0 0,0 0 1 0 0,0 0-1 0 0,0 0 0 0 0,-1 1 1 0 0,1-1-1 0 0,-1 0 0 0 0,0 1 0 0 0,0-1 1 0 0,0 1-1 0 0,0 0 0 0 0,-1-1 1 0 0,1 1-1 0 0,-1 0 0 0 0,0-1 0 0 0,0 5 1 0 0,-2 0 21 0 0,1-1 1 0 0,-1 1 0 0 0,0-1-1 0 0,0 0 1 0 0,-1 0 0 0 0,0 0 0 0 0,-1 0-1 0 0,-4 9 1 0 0,-39 50 170 0 0,37-53-185 0 0,9-12-21 0 0,1 0-1 0 0,-1 0 1 0 0,1 0-1 0 0,0 0 0 0 0,-1 0 1 0 0,1 0-1 0 0,0 0 1 0 0,-1 0-1 0 0,1 0 0 0 0,0 0 1 0 0,0 0-1 0 0,0 0 1 0 0,0 0-1 0 0,0 0 0 0 0,0 0 1 0 0,0 0-1 0 0,0 0 0 0 0,0 0 1 0 0,1-1-1 0 0,-1 1 1 0 0,0 0-1 0 0,1 0 0 0 0,-1 0 1 0 0,1 0-1 0 0,-1 0 1 0 0,1 0-1 0 0,-1 0 0 0 0,1-1 1 0 0,-1 1-1 0 0,1 0 1 0 0,0 0-1 0 0,1 0 0 0 0,29 24 8 0 0,-24-20-12 0 0,6 4 29 0 0,-1 0 1 0 0,0 1-1 0 0,-1 0 1 0 0,0 1-1 0 0,0 0 1 0 0,11 17-1 0 0,-20-25 73 0 0,0 1 1 0 0,0-1-1 0 0,0 1 0 0 0,0 0 0 0 0,-1-1 1 0 0,1 1-1 0 0,-1 0 0 0 0,0 0 1 0 0,0 0-1 0 0,-1 0 0 0 0,1 0 0 0 0,-1 0 1 0 0,0 0-1 0 0,0 0 0 0 0,0 1 0 0 0,0-1 1 0 0,-1 0-1 0 0,0 0 0 0 0,0 0 1 0 0,0 0-1 0 0,0-1 0 0 0,-1 1 0 0 0,1 0 1 0 0,-1 0-1 0 0,0-1 0 0 0,0 1 0 0 0,0-1 1 0 0,-5 6-1 0 0,0-1 49 0 0,0 0 0 0 0,-1 0-1 0 0,-1-1 1 0 0,1 0 0 0 0,-1 0 0 0 0,0-1 0 0 0,-1 0 0 0 0,1-1-1 0 0,-1 0 1 0 0,0-1 0 0 0,-21 7 0 0 0,23-8-364 0 0,1-1-1 0 0,-1-1 1 0 0,0 1 0 0 0,1-1 0 0 0,-1 0 0 0 0,0-1-1 0 0,0 0 1 0 0,0 0 0 0 0,0-1 0 0 0,1 0 0 0 0,-1 0 0 0 0,0-1-1 0 0,1 0 1 0 0,-1 0 0 0 0,1-1 0 0 0,-1 0 0 0 0,-9-5-1 0 0,13 5-503 0 0,1 1 0 0 0,0-1-1 0 0,0 0 1 0 0,0 0 0 0 0,0 0-1 0 0,1 0 1 0 0,-1 0 0 0 0,1-1-1 0 0,0 1 1 0 0,0-1 0 0 0,0 1-1 0 0,0-1 1 0 0,-1-5 0 0 0,-3-14-6728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52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913 128 1524 0 0,'0'-12'5313'0'0,"2"9"-5089"0"0,-1 1 0 0 0,1-1 0 0 0,0 1 0 0 0,-1-1 0 0 0,1 1 0 0 0,0 0 0 0 0,0 0-1 0 0,0 0 1 0 0,1 0 0 0 0,-1 0 0 0 0,0 0 0 0 0,1 1 0 0 0,-1-1 0 0 0,1 1 0 0 0,0-1 0 0 0,0 1-1 0 0,3-1 1 0 0,11-4 165 0 0,30-6 0 0 0,-25 6 122 0 0,58-13 6 0 0,1 4 0 0 0,88-6 0 0 0,-165 21-508 0 0,-1 0 0 0 0,1 0 0 0 0,-1 0 0 0 0,1 0 0 0 0,-1 1 0 0 0,0 0 0 0 0,1 0 0 0 0,-1 0 1 0 0,0 0-1 0 0,1 0 0 0 0,-1 0 0 0 0,0 1 0 0 0,0 0 0 0 0,0 0 0 0 0,0-1 0 0 0,0 2 0 0 0,0-1 0 0 0,-1 0 0 0 0,1 1 0 0 0,-1-1 0 0 0,0 1 0 0 0,1 0 0 0 0,-1-1 0 0 0,0 1 0 0 0,-1 0 0 0 0,1 0 0 0 0,0 1 0 0 0,-1-1 0 0 0,1 4 0 0 0,4 8 333 0 0,-2 0-1 0 0,0 0 1 0 0,-1 1 0 0 0,2 30-1 0 0,-1 19 960 0 0,-9 113 0 0 0,-22 64-16 0 0,26-232-1235 0 0,-22 172 639 0 0,-94 855 731 0 0,-15 123 2392 0 0,-21-389 372 0 0,137-716-3804 0 0,-2-1 0 0 0,-3-1 0 0 0,-3 0 0 0 0,-1-2-1 0 0,-3-1 1 0 0,-2-1 0 0 0,-59 73 0 0 0,71-100-380 0 0,-2-1 0 0 0,-1 0 0 0 0,-37 27 0 0 0,43-37 0 0 0,-1-1 0 0 0,0 0 0 0 0,-1-1 0 0 0,0-1 0 0 0,-1-1 0 0 0,-29 8 0 0 0,10-6-584 0 0,0-1 1 0 0,-1-3-1 0 0,-59 3 1 0 0,70-8 105 0 0,1-1 1 0 0,0-1-1 0 0,-1-2 1 0 0,2 0-1 0 0,-1-2 1 0 0,-26-8-1 0 0,46 11-302 0 0,0 1 1 0 0,0-1-1 0 0,0 0 0 0 0,1 0 0 0 0,-1 0 0 0 0,1-1 0 0 0,-8-7 0 0 0,9 8-455 0 0,1-1 0 0 0,-1 0 0 0 0,1 0 0 0 0,0 0 0 0 0,0-1 0 0 0,-2-4 0 0 0,-7-18-8567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52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87 4 0 0,'12'-14'2562'0'0,"3"-3"1339"0"0,0 0 0 0 0,25-21 0 0 0,-39 38-3426 0 0,1 5 226 0 0,0 6 4 0 0,-73 264 4576 0 0,-66 130-3921 0 0,108-336-1313 0 0,-4 13-555 0 0,13-28-2860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53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2576 0 0,'25'-73'12798'0'0,"-9"76"-12207"0"0,-12 0-439 0 0,0 0 0 0 0,-1 0 0 0 0,0 0 1 0 0,1 0-1 0 0,-1 0 0 0 0,0 1 0 0 0,-1-1 0 0 0,1 1 1 0 0,-1 0-1 0 0,1 0 0 0 0,1 5 0 0 0,-1-4 30 0 0,15 28 428 0 0,-2 1 0 0 0,-2 1 1 0 0,0 0-1 0 0,-3 0 0 0 0,12 64 0 0 0,11 188 1567 0 0,-28-220-1827 0 0,-3-22-294 0 0,8 58 99 0 0,-12-102-241 0 0,2 0 0 0 0,-1 1 1 0 0,0-1-1 0 0,0 0 0 0 0,0 0 1 0 0,0 0-1 0 0,1 0 1 0 0,-1 1-1 0 0,1-1 0 0 0,-1 0 1 0 0,1 0-1 0 0,-1 0 0 0 0,1 0 1 0 0,0 0-1 0 0,-1 0 0 0 0,1 0 1 0 0,0 0-1 0 0,0 0 1 0 0,0-1-1 0 0,0 1 0 0 0,0 0 1 0 0,-1 0-1 0 0,1-1 0 0 0,1 1 1 0 0,-1 0-1 0 0,0-1 1 0 0,0 1-1 0 0,0-1 0 0 0,0 0 1 0 0,0 1-1 0 0,0-1 0 0 0,1 0 1 0 0,-1 0-1 0 0,0 1 1 0 0,0-1-1 0 0,2 0 0 0 0,0-1-754 0 0,0 0 0 0 0,0 1 0 0 0,0-1 0 0 0,0 0 0 0 0,0-1 0 0 0,0 1 0 0 0,0 0 0 0 0,-1-1 0 0 0,1 1 0 0 0,-1-1 0 0 0,1 0 0 0 0,2-2 0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53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61 2248 0 0,'-40'5'6704'0'0,"-58"16"1421"0"0,123-23-7711 0 0,-2 0-1 0 0,30-7 1 0 0,1 0-260 0 0,142-21-875 0 0,-65 5-7864 0 0,-97 15 1823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3:59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10 420 0 0,'0'0'2492'0'0,"-2"-10"-2156"0"0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0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134 211 572 0 0,'-100'38'12275'0'0,"98"-37"-11813"0"0,0 0-51 0 0,-7 2-19 0 0,7-2-24 0 0,-10 5 895 0 0,5 0-263 0 0,15-5-402 0 0,17-2 11 0 0,282-73 765 0 0,-181 39-1233 0 0,400-103 66 0 0,-509 133-202 0 0,-6 1 1 0 0,1 1-1 0 0,0 1 0 0 0,0-1 1 0 0,12 1-1 0 0,-23 1-12 0 0,-1 1 0 0 0,1 0 1 0 0,0 0-1 0 0,0 0 0 0 0,0 0 0 0 0,0 1 1 0 0,-1-1-1 0 0,1 0 0 0 0,0 0 0 0 0,0 0 1 0 0,-1 1-1 0 0,1-1 0 0 0,0 0 1 0 0,0 1-1 0 0,-1-1 0 0 0,1 0 0 0 0,1 2 1 0 0,-2-2-9 0 0,0 1 1 0 0,0-1 0 0 0,1 0 0 0 0,-1 1-1 0 0,0-1 1 0 0,0 1 0 0 0,0-1 0 0 0,0 1 0 0 0,0-1-1 0 0,0 0 1 0 0,0 1 0 0 0,0-1 0 0 0,0 1-1 0 0,0-1 1 0 0,0 1 0 0 0,0-1 0 0 0,0 1-1 0 0,0-1 1 0 0,0 0 0 0 0,-1 1 0 0 0,1-1 0 0 0,0 1-1 0 0,-1 0 1 0 0,-21 26-3061 0 0,14-18-413 0 0,2-1 767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0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16 1212 0 0,'-3'0'2022'0'0,"-18"0"1556"0"0,1 0 0 0 0,-1-1 0 0 0,1-1 0 0 0,-29-7 1012 0 0,47 8-4152 0 0,-22-1 1157 0 0,22 1-1322 0 0,-5 21 537 0 0,19 121 102 0 0,-6 1 1 0 0,-22 242 0 0 0,13-359-1046 0 0,-8 92-126 0 0,4-39-5358 0 0,6-69 3066 0 0,-1 10-1039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0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98 2168 0 0,'-28'18'3028'0'0,"17"-11"-1657"0"0,0 0 0 0 0,0 1 1 0 0,1 0-1 0 0,0 1 0 0 0,-15 16 0 0 0,24-25-1277 0 0,1 1-1 0 0,-1 0 1 0 0,1-1-1 0 0,0 1 1 0 0,-1-1-1 0 0,1 1 1 0 0,0 0-1 0 0,-1-1 0 0 0,1 1 1 0 0,0 0-1 0 0,0 0 1 0 0,0-1-1 0 0,-1 1 1 0 0,1 0-1 0 0,0-1 1 0 0,0 1-1 0 0,0 0 1 0 0,0 0-1 0 0,0-1 1 0 0,0 1-1 0 0,0 0 1 0 0,1 0-1 0 0,-1-1 0 0 0,0 1 1 0 0,0 0-1 0 0,1-1 1 0 0,-1 1-1 0 0,0 0 1 0 0,1-1-1 0 0,-1 1 1 0 0,0-1-1 0 0,1 1 1 0 0,-1 0-1 0 0,1-1 1 0 0,-1 1-1 0 0,1-1 1 0 0,-1 1-1 0 0,1-1 1 0 0,0 1-1 0 0,-1-1 0 0 0,1 0 1 0 0,-1 1-1 0 0,1-1 1 0 0,0 0-1 0 0,-1 0 1 0 0,1 1-1 0 0,0-1 1 0 0,0 0-1 0 0,-1 0 1 0 0,1 0-1 0 0,1 0 1 0 0,4 2 187 0 0,0-1 1 0 0,0 1 0 0 0,0-2 0 0 0,11 1-1 0 0,27-4 193 0 0,1-1 0 0 0,-1-3-1 0 0,50-15 1 0 0,-48 12-334 0 0,551-129 374 0 0,-524 122-161 0 0,-63 14-786 0 0,16-5-526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1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2 808 0 0,'-2'2'1798'0'0,"-40"28"9181"0"0,39-26-10347 0 0,3-4-598 0 0,-1 0 0 0 0,1 1 1 0 0,0-1-1 0 0,0 0 0 0 0,0 0 0 0 0,-1 0 0 0 0,1 0 1 0 0,0 0-1 0 0,0 1 0 0 0,0-1 0 0 0,0 0 0 0 0,-1 0 1 0 0,1 0-1 0 0,0 0 0 0 0,0 1 0 0 0,0-1 0 0 0,0 0 1 0 0,0 0-1 0 0,0 1 0 0 0,0-1 0 0 0,0 0 0 0 0,-1 0 0 0 0,1 1 1 0 0,0-1-1 0 0,0 0 0 0 0,0 0 0 0 0,0 0 0 0 0,0 1 1 0 0,0-1-1 0 0,0 0 0 0 0,0 0 0 0 0,0 1 0 0 0,1-1 1 0 0,-1 0-1 0 0,0 0 0 0 0,0 1 0 0 0,0-1 0 0 0,0 0 1 0 0,0 1-1 0 0,1 0 172 0 0,16 0 50 0 0,21-5-180 0 0,55-16 0 0 0,-41 8-2780 0 0,2 2-4494 0 0,-35 8 3305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1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0 420 0 0,'-14'14'2930'0'0,"-15"15"2557"0"0,-32 41 1 0 0,60-69-5311 0 0,0-1-151 0 0,1 1 0 0 0,0-1 1 0 0,-1 0-1 0 0,1 1 0 0 0,0-1 0 0 0,-1 1 0 0 0,1-1 1 0 0,0 0-1 0 0,-1 1 0 0 0,1-1 0 0 0,0 1 1 0 0,0-1-1 0 0,0 1 0 0 0,-1-1 0 0 0,1 1 0 0 0,0-1 1 0 0,0 1-1 0 0,0-1 0 0 0,0 1 0 0 0,0-1 1 0 0,0 2-1 0 0,9-2 26 0 0,0 1 0 0 0,-1-1 0 0 0,1-1 0 0 0,0 0 0 0 0,0 0 0 0 0,-1 0 0 0 0,1-1 0 0 0,9-4 0 0 0,8 0-11 0 0,183-41-1582 0 0,-66 15-4741 0 0,-85 19 921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2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34 1572 0 0,'-2'-1'2394'0'0,"-43"-32"7149"0"0,43 58-8578 0 0,10 16 24 0 0,-1 1 0 0 0,-3 0 0 0 0,-1 1-1 0 0,-4 61 1 0 0,-29 169-234 0 0,2-36-4332 0 0,24-190 326 0 0,-1-16-2633 0 0,2-19 827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2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1 196 1992 0 0,'3'-16'1847'0'0,"0"0"0"0"0,2 0-1 0 0,0 1 1 0 0,8-16 0 0 0,-10 24-1602 0 0,1 0 1 0 0,1 0-1 0 0,-1 0 0 0 0,1 1 1 0 0,0 0-1 0 0,1 0 1 0 0,-1 0-1 0 0,1 0 0 0 0,1 1 1 0 0,7-6-1 0 0,-6 7-164 0 0,0 0 0 0 0,0 1 0 0 0,0-1 0 0 0,0 1 0 0 0,0 1 0 0 0,1 0-1 0 0,-1 0 1 0 0,1 1 0 0 0,-1-1 0 0 0,1 2 0 0 0,0 0 0 0 0,0 0 0 0 0,-1 0 0 0 0,1 1-1 0 0,0 0 1 0 0,-1 1 0 0 0,1 0 0 0 0,-1 0 0 0 0,0 1 0 0 0,0 0 0 0 0,12 6 0 0 0,-14-7 23 0 0,-1 1 1 0 0,1 0 0 0 0,-1 1 0 0 0,0-1 0 0 0,1 1 0 0 0,-2 0-1 0 0,1 0 1 0 0,0 1 0 0 0,-1-1 0 0 0,0 1 0 0 0,0 0 0 0 0,0 0 0 0 0,-1 0-1 0 0,1 1 1 0 0,-1 0 0 0 0,-1-1 0 0 0,1 1 0 0 0,-1 0 0 0 0,0 0-1 0 0,0 0 1 0 0,-1 0 0 0 0,0 0 0 0 0,0 1 0 0 0,0-1 0 0 0,-1 0-1 0 0,0 1 1 0 0,0-1 0 0 0,0 0 0 0 0,-3 12 0 0 0,-1-5-79 0 0,0 1-1 0 0,-1-1 1 0 0,0-1 0 0 0,-1 1 0 0 0,-1-1 0 0 0,0 0 0 0 0,0 0 0 0 0,-1-1 0 0 0,-1 0-1 0 0,0 0 1 0 0,0-1 0 0 0,-1 0 0 0 0,-1-1 0 0 0,1 0 0 0 0,-1-1 0 0 0,-1 0 0 0 0,0 0-1 0 0,0-2 1 0 0,0 1 0 0 0,-1-1 0 0 0,0-1 0 0 0,0-1 0 0 0,0 1 0 0 0,-1-2 0 0 0,-24 4-1 0 0,33-7-63 0 0,4 1-326 0 0,0-1 0 0 0,0 0 0 0 0,0 1 0 0 0,-1-1 0 0 0,1 0 0 0 0,0 0 0 0 0,0 0 0 0 0,0 0 0 0 0,0 0 0 0 0,0 0 0 0 0,0 0 0 0 0,0-1 0 0 0,0 1 0 0 0,0 0 0 0 0,0 0 0 0 0,0-1 0 0 0,0 1 0 0 0,0-1 0 0 0,0 1 0 0 0,-1-1 0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3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42 2028 0 0,'-31'-29'7710'0'0,"25"23"-6547"0"0,-5-1 73 0 0,11 8-1186 0 0,-1-1 0 0 0,1 0 0 0 0,0 1 0 0 0,-1-1 1 0 0,1 0-1 0 0,-1 1 0 0 0,1-1 0 0 0,0 1 0 0 0,-1-1 0 0 0,1 1 1 0 0,0-1-1 0 0,0 1 0 0 0,-1-1 0 0 0,1 1 0 0 0,0-1 0 0 0,0 1 1 0 0,0 0-1 0 0,0-1 0 0 0,0 1 0 0 0,-1-1 0 0 0,1 1 1 0 0,0-1-1 0 0,0 1 0 0 0,1 0 0 0 0,-1 0 0 0 0,-10 130 3403 0 0,-7 63-1426 0 0,-39 104-766 0 0,36-203-1063 0 0,2 14-771 0 0,16-92-854 0 0,1 0 0 0 0,2 20-1 0 0,3-17-6156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3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1 177 2228 0 0,'48'-125'11983'0'0,"-27"74"-7778"0"0,-18 52-3882 0 0,0 0-218 0 0,0 1 0 0 0,0-1 0 0 0,0 1-1 0 0,-1 0 1 0 0,1 0 0 0 0,-1 0 0 0 0,1 1 0 0 0,-1-1-1 0 0,0 0 1 0 0,0 1 0 0 0,0 0 0 0 0,0-1 0 0 0,0 1-1 0 0,2 5 1 0 0,23 53 1024 0 0,-18-39-784 0 0,175 506 1979 0 0,-180-516-2173 0 0,18 49-2502 0 0,-20-58 1398 0 0,0 1 1 0 0,0-1 0 0 0,0 1 0 0 0,0-1-1 0 0,1 0 1 0 0,-1 0 0 0 0,4 4 0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3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76 2660 0 0,'-109'26'11748'0'0,"111"-26"-11343"0"0,11 1-229 0 0,-1-2 0 0 0,1 1 0 0 0,-1-1 0 0 0,0-1-1 0 0,18-5 1 0 0,9 0-17 0 0,139-17 167 0 0,32-4-2165 0 0,-70 4-5427 0 0,-99 15 2422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4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40 1632 0 0,'-10'-16'6319'0'0,"-3"-2"-2013"0"0,13 18-4268 0 0,0 0 0 0 0,0 0 0 0 0,0-1 0 0 0,0 1 0 0 0,0 0 0 0 0,0 0 0 0 0,0 0 0 0 0,0 0 0 0 0,0-1 0 0 0,0 1 0 0 0,0 0 0 0 0,0 0 0 0 0,0 0 0 0 0,0 0 0 0 0,0-1 0 0 0,0 1 0 0 0,0 0 0 0 0,0 0 0 0 0,0 0 0 0 0,0 0 0 0 0,0 0 0 0 0,0-1 0 0 0,0 1 0 0 0,0 0 0 0 0,0 0 0 0 0,0 0 0 0 0,0 0 0 0 0,0 0 0 0 0,-1-1 0 0 0,1 1 0 0 0,0 0 0 0 0,0 0 0 0 0,0 0 0 0 0,0 0 0 0 0,0 0 0 0 0,0 0 0 0 0,-1 0 0 0 0,1 0 0 0 0,0 0 0 0 0,0-1 0 0 0,0 1 0 0 0,0 0 0 0 0,0 0 0 0 0,-1 0 0 0 0,1 0 0 0 0,0 0 0 0 0,0 0 0 0 0,0 0 0 0 0,0 0 0 0 0,-1 0 0 0 0,1 0 0 0 0,0 0 0 0 0,0 0 0 0 0,0 0 0 0 0,0 0 0 0 0,-1 0 0 0 0,1 0 0 0 0,0 0 0 0 0,0 1 0 0 0,0-1 0 0 0,-6 8 880 0 0,4 3-514 0 0,2 0-1 0 0,-1 1 1 0 0,1-1-1 0 0,1 0 0 0 0,3 17 1 0 0,0 4 40 0 0,13 858 2313 0 0,-14-751-4672 0 0,-1-83-1749 0 0,-1-1-4364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5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68 271 600 0 0,'1'-22'2674'0'0,"0"0"0"0"0,5-23 0 0 0,-3 30-1971 0 0,1 0-1 0 0,0 1 1 0 0,1-1 0 0 0,9-18 0 0 0,-12 27-639 0 0,1 0 0 0 0,0 1 0 0 0,0 0 0 0 0,0-1 0 0 0,1 1 0 0 0,0 1 0 0 0,0-1 0 0 0,0 0 0 0 0,0 1 0 0 0,1 0 0 0 0,0 0 0 0 0,-1 0 0 0 0,2 1 0 0 0,-1 0 0 0 0,0 0 0 0 0,1 0 0 0 0,-1 0 0 0 0,1 1 0 0 0,0 0 0 0 0,0 0 0 0 0,0 1 0 0 0,0-1 0 0 0,0 1 0 0 0,0 1 0 0 0,0-1 0 0 0,0 1 0 0 0,0 0 0 0 0,11 1 0 0 0,-11 0-21 0 0,1 0 0 0 0,0 1 0 0 0,-1-1 0 0 0,0 1 0 0 0,1 0 0 0 0,-1 1 0 0 0,0 0 0 0 0,0 0 0 0 0,0 0 0 0 0,0 1 0 0 0,-1-1 1 0 0,1 1-1 0 0,-1 1 0 0 0,0-1 0 0 0,0 1 0 0 0,-1 0 0 0 0,1 0 0 0 0,-1 0 0 0 0,0 0 0 0 0,-1 1 0 0 0,1 0 0 0 0,-1 0 0 0 0,0 0 0 0 0,0 0 0 0 0,-1 0 0 0 0,0 1 0 0 0,0-1 0 0 0,-1 1 0 0 0,1-1 0 0 0,-1 1 0 0 0,-1-1 0 0 0,1 1 0 0 0,-1 0 1 0 0,0 0-1 0 0,-1-1 0 0 0,0 1 0 0 0,0 0 0 0 0,-3 10 0 0 0,-1-4 36 0 0,0 0 0 0 0,0 0-1 0 0,-1 0 1 0 0,-1-1 0 0 0,0 0 0 0 0,-1 0 0 0 0,0-1 0 0 0,-1 0 0 0 0,0 0 0 0 0,-1-1-1 0 0,0 0 1 0 0,0-1 0 0 0,-1 0 0 0 0,-17 10 0 0 0,6-6-66 0 0,0-1-1 0 0,0-1 1 0 0,-1-1 0 0 0,-1 0 0 0 0,1-2 0 0 0,-1-2-1 0 0,-35 7 1 0 0,34-12-1773 0 0,24-1 1664 0 0,1 0 0 0 0,0 0 0 0 0,0 0 0 0 0,-1 0 0 0 0,1 0-1 0 0,0 0 1 0 0,-1 0 0 0 0,1 0 0 0 0,0 0 0 0 0,0 0-1 0 0,-1 0 1 0 0,1 0 0 0 0,0-1 0 0 0,-1 1 0 0 0,1 0 0 0 0,0 0-1 0 0,0 0 1 0 0,-1 0 0 0 0,1-1 0 0 0,-1 0-673 0 0,1 0 672 0 0,-1 1 1 0 0,2-1-62 0 0,-1 0 0 0 0,1 0-1 0 0,-1 0 1 0 0,1 1 0 0 0,-1-1-1 0 0,1 0 1 0 0,0 0 0 0 0,-1 1-1 0 0,1-1 1 0 0,0 0 0 0 0,0 1-1 0 0,-1-1 1 0 0,1 1 0 0 0,0-1 0 0 0,1 0-1 0 0,15-8-2949 0 0,0-2-1158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5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15 2848 0 0,'-4'22'10170'0'0,"0"-3"-4395"0"0,4-18-5749 0 0,0-1 0 0 0,0 0 0 0 0,1 1 0 0 0,-1-1 0 0 0,0 0 0 0 0,1 0 0 0 0,-1 1 0 0 0,0-1 0 0 0,1 0 0 0 0,-1 0 0 0 0,1 0 0 0 0,-1 1 0 0 0,0-1 0 0 0,1 0 1 0 0,-1 0-1 0 0,1 0 0 0 0,-1 0 0 0 0,0 0 0 0 0,1 0 0 0 0,-1 0 0 0 0,1 0 0 0 0,-1 0 0 0 0,1 0 0 0 0,-1 0 0 0 0,0 0 0 0 0,1 0 0 0 0,-1 0 0 0 0,1 0 0 0 0,-1 0 0 0 0,0-1 0 0 0,1 1 0 0 0,-1 0 0 0 0,1 0 0 0 0,-1 0 0 0 0,1-1 0 0 0,62-21-109 0 0,11-3-3542 0 0,-24 14-4954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5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60 2508 0 0,'-7'7'1083'0'0,"-16"15"2568"0"0,1 1 0 0 0,-23 33-1 0 0,43-54-3351 0 0,3-2-276 0 0,-1 1 0 0 0,1-1 0 0 0,-1 1 0 0 0,1-1 1 0 0,0 0-1 0 0,-1 1 0 0 0,1-1 0 0 0,-1 0 0 0 0,1 1 0 0 0,0-1 0 0 0,-1 0 0 0 0,1 0 0 0 0,0 0 1 0 0,-1 1-1 0 0,1-1 0 0 0,0 0 0 0 0,-1 0 0 0 0,1 0 0 0 0,0 0 0 0 0,0 0 0 0 0,-1 0 0 0 0,1-1 1 0 0,0 1-1 0 0,-1 0 0 0 0,1 0 0 0 0,-1 0 0 0 0,2-1 0 0 0,19-4 112 0 0,-21 5-132 0 0,152-54 52 0 0,-82 27-1066 0 0,100-38-5851 0 0,-112 43 1457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6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560 71 1500 0 0,'27'-31'16474'0'0,"-24"25"-14339"0"0,-3 6-2052 0 0,1 0 1 0 0,-1-1-1 0 0,0 1 1 0 0,1 0-1 0 0,-1-1 0 0 0,0 1 1 0 0,1 0-1 0 0,-1-1 1 0 0,0 1-1 0 0,0 0 1 0 0,1-1-1 0 0,-1 1 1 0 0,0-1-1 0 0,0 1 1 0 0,0 0-1 0 0,1-1 1 0 0,-1 1-1 0 0,0-1 1 0 0,0 1-1 0 0,0-1 0 0 0,0 1 1 0 0,0-1-1 0 0,0 1 1 0 0,0 0-1 0 0,0-1 1 0 0,0 1-1 0 0,0-1 1 0 0,0 1-1 0 0,-1-1 1 0 0,1 1-1 0 0,0-1 1 0 0,0 1-1 0 0,0 0 0 0 0,0-1 1 0 0,-1 1-1 0 0,1-1 1 0 0,0 1-1 0 0,0 0 1 0 0,-1-1-1 0 0,1 1 1 0 0,0 0-1 0 0,-1-1 1 0 0,1 1-1 0 0,-1 0 1 0 0,1 0-1 0 0,0-1 0 0 0,-1 1 1 0 0,-15-4-45 0 0,0 0 1 0 0,-1 1-1 0 0,1 1 0 0 0,0 0 1 0 0,-1 2-1 0 0,1 0 0 0 0,-1 0 1 0 0,-16 4-1 0 0,-133 30-70 0 0,162-33 37 0 0,-4 1-7 0 0,-19 4-45 0 0,0 2 0 0 0,-51 21 0 0 0,71-25 23 0 0,0-1 1 0 0,1 1-1 0 0,-1 0 1 0 0,1 1-1 0 0,0 0 1 0 0,0 0-1 0 0,0 0 1 0 0,1 0-1 0 0,-1 1 1 0 0,1 0-1 0 0,1 0 1 0 0,-1 1-1 0 0,1-1 1 0 0,0 1-1 0 0,-4 11 1 0 0,2 0 4 0 0,1-1 0 0 0,2 0 1 0 0,-1 1-1 0 0,2 0 0 0 0,-1 23 1 0 0,7 94 11 0 0,-2-96 23 0 0,37 527 297 0 0,26 1072-168 0 0,-55-259 2034 0 0,-12-1319-2127 0 0,0 4 8 0 0,11 118 0 0 0,-9-176-52 0 0,1 0 0 0 0,0 0-1 0 0,1 1 1 0 0,0-1 0 0 0,0 0 0 0 0,0-1-1 0 0,0 1 1 0 0,1 0 0 0 0,5 7 0 0 0,-6-10-8 0 0,0-1 1 0 0,0 0-1 0 0,1 1 1 0 0,-1-1-1 0 0,1 0 1 0 0,0-1-1 0 0,-1 1 1 0 0,1 0-1 0 0,0-1 0 0 0,0 1 1 0 0,0-1-1 0 0,0 0 1 0 0,0 0-1 0 0,0 0 1 0 0,1-1-1 0 0,-1 1 1 0 0,0-1-1 0 0,0 1 1 0 0,1-1-1 0 0,3 0 1 0 0,15-2-147 0 0,0 0-1 0 0,0-1 1 0 0,-1-1 0 0 0,1-1 0 0 0,30-11 0 0 0,102-48-1985 0 0,-150 63 2069 0 0,244-127-5147 0 0,-87 26-2724 0 0,-61 31-246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6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82 2036 0 0,'2'-23'9063'0'0,"0"-36"-1"0"0,-2 82-8524 0 0,-1 0-1 0 0,-4 23 1 0 0,0 1-203 0 0,-14 143 527 0 0,-4 108-2350 0 0,24-277-496 0 0,4 34 0 0 0,6-5-6414 0 0,-8-33 1685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7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 1420 0 0,'-18'5'5045'0'0,"-30"12"2890"0"0,46-16-7217 0 0,-23 7 2232 0 0,25-8-2942 0 0,0 0 0 0 0,0 0 0 0 0,0 0 1 0 0,0 0-1 0 0,0 0 0 0 0,1 0 0 0 0,-1 0 1 0 0,0 0-1 0 0,0 0 0 0 0,0 0 0 0 0,0 0 1 0 0,0 0-1 0 0,0 0 0 0 0,0 1 0 0 0,0-1 1 0 0,0 0-1 0 0,0 0 0 0 0,0 0 0 0 0,1 0 1 0 0,-1 0-1 0 0,0 0 0 0 0,0 0 0 0 0,0 0 1 0 0,0 0-1 0 0,0 0 0 0 0,0 1 0 0 0,0-1 1 0 0,0 0-1 0 0,0 0 0 0 0,0 0 0 0 0,0 0 1 0 0,0 0-1 0 0,0 0 0 0 0,0 0 0 0 0,0 0 1 0 0,0 1-1 0 0,0-1 0 0 0,0 0 0 0 0,0 0 1 0 0,0 0-1 0 0,0 0 0 0 0,0 0 0 0 0,0 0 1 0 0,0 0-1 0 0,0 0 0 0 0,0 1 0 0 0,-1-1 1 0 0,1 0-1 0 0,0 0 0 0 0,0 0 0 0 0,0 0 1 0 0,0 0-1 0 0,0 0 0 0 0,0 0 0 0 0,0 0 1 0 0,19 2 227 0 0,29-4-41 0 0,40-6-35 0 0,65-7 38 0 0,-100 11-179 0 0,-51 4 17 0 0,18-2-518 0 0,3 1-7533 0 0,-20 1 8167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7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3164 0 0,'0'-10'13984'0'0,"2"7"-13838"0"0,-1-1 0 0 0,1 1 0 0 0,0 0 0 0 0,0 0 0 0 0,0 0 0 0 0,0 0 0 0 0,1 1 0 0 0,-1-1 0 0 0,1 1 0 0 0,0-1 0 0 0,0 1 0 0 0,0 0 0 0 0,0 0 0 0 0,0 0 0 0 0,0 0 0 0 0,0 1 0 0 0,4-2 0 0 0,1 0-133 0 0,1 1-1 0 0,-1 0 1 0 0,0 0-1 0 0,1 1 1 0 0,-1 0-1 0 0,14 0 1 0 0,-20 1-6 0 0,1 0 0 0 0,-1 0 0 0 0,1 1 0 0 0,0-1 0 0 0,-1 1 0 0 0,1-1 0 0 0,-1 1 0 0 0,1 0 0 0 0,-1 0 0 0 0,0 0 0 0 0,1 0 1 0 0,-1 0-1 0 0,0 1 0 0 0,0-1 0 0 0,0 1 0 0 0,0-1 0 0 0,0 1 0 0 0,0 0 0 0 0,0 0 0 0 0,0 0 0 0 0,-1 0 0 0 0,1 0 0 0 0,-1 0 0 0 0,1 0 0 0 0,-1 0 0 0 0,0 1 0 0 0,0-1 1 0 0,0 1-1 0 0,0-1 0 0 0,-1 1 0 0 0,1-1 0 0 0,-1 1 0 0 0,1-1 0 0 0,-1 1 0 0 0,0 2 0 0 0,1 6 55 0 0,-1 1-1 0 0,0-1 1 0 0,-1 0-1 0 0,0 0 1 0 0,-1 0 0 0 0,-4 16-1 0 0,-17 40 274 0 0,14-43-229 0 0,1 1 0 0 0,-6 31 0 0 0,14-56-101 0 0,0 1-1 0 0,0 0 1 0 0,0 0 0 0 0,1 0-1 0 0,-1-1 1 0 0,0 1-1 0 0,1 0 1 0 0,-1 0 0 0 0,0-1-1 0 0,1 1 1 0 0,-1 0 0 0 0,1-1-1 0 0,-1 1 1 0 0,1 0 0 0 0,-1-1-1 0 0,1 1 1 0 0,0-1 0 0 0,-1 1-1 0 0,1-1 1 0 0,0 1 0 0 0,-1-1-1 0 0,1 1 1 0 0,0-1-1 0 0,0 0 1 0 0,0 1 0 0 0,-1-1-1 0 0,1 0 1 0 0,0 0 0 0 0,0 0-1 0 0,0 0 1 0 0,-1 1 0 0 0,1-1-1 0 0,0 0 1 0 0,0 0 0 0 0,1-1-1 0 0,202-28 272 0 0,17-2-4445 0 0,-216 30 3846 0 0,32-1-2525 0 0,-12 3-2456 0 0,-9-1-1293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8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81 1412 0 0,'-28'-13'8940'0'0,"13"6"-6017"0"0,13 6-2083 0 0,-7-3 578 0 0,-3-2 15 0 0,13 3-1037 0 0,8-1-367 0 0,27-6 249 0 0,0 3 1 0 0,43-4-1 0 0,-12 4-2962 0 0,-12 2-4447 0 0,-39 3 1124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9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25 1100 0 0,'-14'-4'12331'0'0,"-1"-4"-7670"0"0,15 8-4619 0 0,0-1 0 0 0,0 1 1 0 0,0 0-1 0 0,0-1 0 0 0,0 1 1 0 0,0 0-1 0 0,0-1 0 0 0,0 1 0 0 0,0 0 1 0 0,0-1-1 0 0,0 1 0 0 0,1 0 1 0 0,-1-1-1 0 0,0 1 0 0 0,0 0 0 0 0,0-1 1 0 0,0 1-1 0 0,0 0 0 0 0,1-1 0 0 0,-1 1 1 0 0,0 0-1 0 0,0 0 0 0 0,0-1 1 0 0,1 1-1 0 0,-1 0 0 0 0,0 0 0 0 0,0 0 1 0 0,1-1-1 0 0,-1 1 0 0 0,0 0 1 0 0,1 0-1 0 0,-1 0 0 0 0,0 0 0 0 0,1-1 1 0 0,-1 1-1 0 0,0 0 0 0 0,1 0 1 0 0,-1 0-1 0 0,0 0 0 0 0,1 0 0 0 0,-1 0 1 0 0,0 0-1 0 0,1 0 0 0 0,-1 0 1 0 0,0 0-1 0 0,1 0 0 0 0,7-1-31 0 0,-1 0 0 0 0,1 0 0 0 0,0 1 0 0 0,0 0 0 0 0,-1 0 0 0 0,1 1 0 0 0,0 0 0 0 0,-1 0 0 0 0,1 1 0 0 0,0 0 0 0 0,-1 1 0 0 0,0-1 0 0 0,0 1 0 0 0,0 1 0 0 0,11 5 0 0 0,-16-7-3 0 0,1 0 0 0 0,-1-1 0 0 0,0 1 0 0 0,0 0 0 0 0,1 1 1 0 0,-1-1-1 0 0,0 0 0 0 0,-1 0 0 0 0,1 1 0 0 0,0-1 0 0 0,-1 1 1 0 0,1 0-1 0 0,-1-1 0 0 0,0 1 0 0 0,1 4 0 0 0,0-1 3 0 0,-1-1-1 0 0,0 1 1 0 0,-1-1 0 0 0,0 1-1 0 0,0 0 1 0 0,0-1-1 0 0,-1 11 1 0 0,-3 0 0 0 0,0 1 1 0 0,-1-1-1 0 0,-1 1 0 0 0,-11 22 1 0 0,-4 3 62 0 0,-3-2 0 0 0,-37 51 0 0 0,-67 68 270 0 0,19-26-16 0 0,95-109-248 0 0,14-23-76 0 0,0-1-1 0 0,-1 1 1 0 0,1-1 0 0 0,0 1-1 0 0,0-1 1 0 0,0 1-1 0 0,0-1 1 0 0,0 1 0 0 0,0-1-1 0 0,-1 1 1 0 0,1-1 0 0 0,0 1-1 0 0,0 0 1 0 0,1-1-1 0 0,-1 1 1 0 0,0-1 0 0 0,0 1-1 0 0,0-1 1 0 0,0 1 0 0 0,0-1-1 0 0,1 1 1 0 0,-1-1 0 0 0,0 1-1 0 0,0-1 1 0 0,1 1-1 0 0,-1-1 1 0 0,0 1 0 0 0,1-1-1 0 0,-1 0 1 0 0,1 1 0 0 0,-1-1-1 0 0,0 1 1 0 0,1-1 0 0 0,-1 0-1 0 0,1 1 1 0 0,-1-1-1 0 0,1 0 1 0 0,-1 0 0 0 0,1 0-1 0 0,-1 1 1 0 0,1-1 0 0 0,-1 0-1 0 0,1 0 1 0 0,-1 0-1 0 0,1 0 1 0 0,0 0 0 0 0,-1 0-1 0 0,1 0 1 0 0,0 0 0 0 0,18 0 35 0 0,0 0 0 0 0,-1-1 0 0 0,37-8 0 0 0,61-20 24 0 0,-72 17-40 0 0,28-6-14 0 0,66-19-897 0 0,-137 36 324 0 0,0 1 461 0 0,-1 0-1 0 0,0 0 1 0 0,1 0-1 0 0,-1 0 1 0 0,0 1 0 0 0,1-1-1 0 0,-1 0 1 0 0,1 0 0 0 0,-1 0-1 0 0,0 0 1 0 0,1-1 0 0 0,-1 1-1 0 0,0 0 1 0 0,1 0 0 0 0,-1 0-1 0 0,0 0 1 0 0,1 0 0 0 0,-1 0-1 0 0,0 0 1 0 0,1-1 0 0 0,-1 1-1 0 0,0 0 1 0 0,0 0 0 0 0,1 0-1 0 0,-1-1 1 0 0,0 1-1 0 0,0 0 1 0 0,1-1 0 0 0,-1 1-1 0 0,0 0 1 0 0,0 0 0 0 0,1-1-1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09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26 1320 0 0,'-5'8'20108'0'0,"7"-7"-20093"0"0,-1 1 0 0 0,1-1-1 0 0,0 0 1 0 0,0 0 0 0 0,0-1 0 0 0,0 1-1 0 0,1 0 1 0 0,-1-1 0 0 0,0 1 0 0 0,0-1 0 0 0,0 0-1 0 0,4 1 1 0 0,34-1 77 0 0,-24-1-57 0 0,349-10 37 0 0,-350 10-983 0 0,50-7-5432 0 0,-24-6-805 0 0,-24 6 2135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0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33 224 0 0,'2'-33'19654'0'0,"2"277"-16945"0"0,-1 98-4073 0 0,-3-332 1018 0 0,-4 113-3859 0 0,-2-42-3000 0 0,2-43 142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1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121 123 1712 0 0,'-20'-27'12150'0'0,"19"26"-12016"0"0,1 0-1 0 0,-1 0 1 0 0,1 0 0 0 0,-1 0 0 0 0,1 0-1 0 0,-1 0 1 0 0,1 0 0 0 0,-1 0-1 0 0,1 0 1 0 0,0 0 0 0 0,0 0 0 0 0,0-1-1 0 0,-1 1 1 0 0,1 0 0 0 0,0 0 0 0 0,0 0-1 0 0,1 0 1 0 0,-1 0 0 0 0,0-1-1 0 0,0 1 1 0 0,0 0 0 0 0,1 0 0 0 0,-1 0-1 0 0,1 0 1 0 0,-1 0 0 0 0,0 0 0 0 0,2-1-1 0 0,0 0-134 0 0,0-1 1 0 0,1 1-1 0 0,-1 0 0 0 0,1 0 0 0 0,-1 0 0 0 0,1 1 1 0 0,0-1-1 0 0,0 1 0 0 0,4-2 0 0 0,9-5 17 0 0,0 1 0 0 0,1 1 0 0 0,0 0 0 0 0,0 1 0 0 0,1 1 0 0 0,-1 1 0 0 0,1 0 0 0 0,0 1 0 0 0,0 1 0 0 0,22 2 0 0 0,-35-1-16 0 0,0 0 7 0 0,0 1 0 0 0,0 0 0 0 0,1-1 1 0 0,-1 2-1 0 0,0-1 0 0 0,-1 1 0 0 0,1-1 0 0 0,0 1 0 0 0,5 4 0 0 0,-9-5-4 0 0,0-1 0 0 0,0 1 0 0 0,0 0 0 0 0,0 0 1 0 0,-1 0-1 0 0,1 1 0 0 0,0-1 0 0 0,-1 0 0 0 0,1 0 0 0 0,-1 0 0 0 0,1 0 0 0 0,-1 1 1 0 0,0-1-1 0 0,0 0 0 0 0,1 0 0 0 0,-1 1 0 0 0,0-1 0 0 0,0 0 0 0 0,0 0 0 0 0,0 1 0 0 0,0-1 1 0 0,0 0-1 0 0,-1 0 0 0 0,1 2 0 0 0,-11 31 46 0 0,5-23-37 0 0,0 0 0 0 0,-2 0 1 0 0,-8 10-1 0 0,-9 14-10 0 0,24-34-5 0 0,0 0 1 0 0,1-1-1 0 0,-1 1 1 0 0,1 0-1 0 0,-1 0 0 0 0,1 0 1 0 0,-1-1-1 0 0,1 1 0 0 0,-1 0 1 0 0,1 0-1 0 0,0 0 1 0 0,0 0-1 0 0,-1 0 0 0 0,1 0 1 0 0,0 0-1 0 0,0 0 0 0 0,0 0 1 0 0,0-1-1 0 0,0 3 1 0 0,1-2 0 0 0,1-1 0 0 0,-1 1 0 0 0,0 0 0 0 0,0-1 0 0 0,1 0 0 0 0,-1 1 0 0 0,0-1 0 0 0,0 0 0 0 0,1 1 0 0 0,-1-1 0 0 0,0 0 0 0 0,3 0 0 0 0,1 0-1 0 0,13 2-14 0 0,0 1 0 0 0,1 1 0 0 0,-2 1 0 0 0,29 11 0 0 0,-36-12 98 0 0,-1 0 1 0 0,0 1 0 0 0,0 0-1 0 0,0 0 1 0 0,-1 1 0 0 0,0 0-1 0 0,0 1 1 0 0,0-1 0 0 0,-1 2-1 0 0,8 9 1 0 0,-13-15 23 0 0,-1 0 1 0 0,0 0-1 0 0,0 0 0 0 0,0 0 1 0 0,0 1-1 0 0,0-1 0 0 0,0 0 0 0 0,0 0 1 0 0,-1 1-1 0 0,1-1 0 0 0,-1 1 1 0 0,0-1-1 0 0,0 0 0 0 0,0 1 1 0 0,0-1-1 0 0,0 1 0 0 0,-1 1 0 0 0,0 1 47 0 0,0 0-1 0 0,-1 0 1 0 0,0-1-1 0 0,0 1 1 0 0,0 0-1 0 0,0-1 0 0 0,-6 8 1 0 0,0-1 29 0 0,-1-1 0 0 0,0 0 0 0 0,-1 0 0 0 0,0-1 1 0 0,-14 9-1 0 0,1-2-132 0 0,-2-1 1 0 0,0-2 0 0 0,-1 0-1 0 0,0-2 1 0 0,-1-1-1 0 0,0-1 1 0 0,-1-1-1 0 0,0-1 1 0 0,0-2 0 0 0,0-1-1 0 0,-1-1 1 0 0,0-1-1 0 0,-38-3 1 0 0,62 1-401 0 0,0-1 1 0 0,-1 1-1 0 0,1-1 1 0 0,0 0-1 0 0,0-1 1 0 0,-1 1-1 0 0,1-1 1 0 0,0 0-1 0 0,1 0 1 0 0,-1-1-1 0 0,0 1 1 0 0,-7-7-1 0 0,11 8 36 0 0,0 1-1 0 0,1-1 1 0 0,-1 0-1 0 0,1 0 1 0 0,0 0-1 0 0,-1 0 1 0 0,1 0-1 0 0,0 0 1 0 0,-1 0-1 0 0,1 0 1 0 0,0 0-1 0 0,0 0 1 0 0,0 0-1 0 0,0 0 0 0 0,0 0 1 0 0,0 0-1 0 0,0 0 1 0 0,0 0-1 0 0,1 0 1 0 0,-1 0-1 0 0,0 0 1 0 0,0 0-1 0 0,1 1 1 0 0,-1-1-1 0 0,1 0 1 0 0,-1 0-1 0 0,1 0 1 0 0,-1 0-1 0 0,1 0 1 0 0,0 1-1 0 0,0-2 0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1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209 126 320 0 0,'-9'1'1578'0'0,"0"-1"0"0"0,0-1 0 0 0,0 0 0 0 0,1 0 0 0 0,-1-1 0 0 0,0 0 1 0 0,1 0-1 0 0,-13-5 0 0 0,20 6-1527 0 0,0 1 0 0 0,1-1-1 0 0,-1 1 1 0 0,0-1 0 0 0,1 1 0 0 0,-1-1 0 0 0,1 1 0 0 0,-1-1 0 0 0,0 0 0 0 0,1 1 0 0 0,0-1 0 0 0,-1 0 0 0 0,1 1 0 0 0,-1-1-1 0 0,1 0 1 0 0,0 0 0 0 0,-1 1 0 0 0,1-1 0 0 0,0 0 0 0 0,0 0 0 0 0,0 0 0 0 0,0 1 0 0 0,-1-1 0 0 0,1 0 0 0 0,0 0 0 0 0,0 0 0 0 0,1 0-1 0 0,-1 1 1 0 0,0-1 0 0 0,0 0 0 0 0,0 0 0 0 0,0 0 0 0 0,1-1 0 0 0,1-1 32 0 0,-1 0 0 0 0,0 0 0 0 0,1 0 0 0 0,0 0 0 0 0,0 1 0 0 0,4-6 1 0 0,0 2-39 0 0,0 1 1 0 0,1-1 0 0 0,0 1 0 0 0,0 1 0 0 0,0-1 0 0 0,0 1 0 0 0,1 1 0 0 0,0-1-1 0 0,-1 1 1 0 0,1 1 0 0 0,0-1 0 0 0,11-1 0 0 0,-6 2-26 0 0,-1 1-1 0 0,1-1 1 0 0,-1 2 0 0 0,0 0-1 0 0,1 0 1 0 0,-1 1 0 0 0,22 5 0 0 0,-29-5-6 0 0,-1 0-1 0 0,1 1 1 0 0,0 0 0 0 0,0 0 0 0 0,-1 0 0 0 0,1 0 0 0 0,-1 1 0 0 0,0-1 0 0 0,0 1 0 0 0,0 0 0 0 0,0 1-1 0 0,0-1 1 0 0,0 1 0 0 0,-1-1 0 0 0,0 1 0 0 0,0 0 0 0 0,0 0 0 0 0,5 9 0 0 0,-6-8 24 0 0,-1 0 1 0 0,1 0 0 0 0,-1 0-1 0 0,0 1 1 0 0,0-1 0 0 0,-1 0-1 0 0,1 0 1 0 0,-1 1-1 0 0,0-1 1 0 0,-1 0 0 0 0,1 0-1 0 0,-1 1 1 0 0,0-1 0 0 0,0 0-1 0 0,-1 0 1 0 0,1 0-1 0 0,-6 9 1 0 0,-1 5 170 0 0,0-3 416 0 0,-11 32-1 0 0,19-46-586 0 0,1-1-12 0 0,1 1-24 0 0,1-1 1 0 0,-1 0-1 0 0,0 1 0 0 0,1-1 1 0 0,-1 0-1 0 0,1 0 0 0 0,0 0 1 0 0,-1 0-1 0 0,1-1 0 0 0,-1 1 0 0 0,1-1 1 0 0,0 0-1 0 0,3 0 0 0 0,3 2-2 0 0,19 6 8 0 0,31 13 1 0 0,-50-17 17 0 0,0 1 0 0 0,0 0 0 0 0,0 0 0 0 0,-1 1 0 0 0,1 0 0 0 0,11 12 1 0 0,-18-16 49 0 0,-1 0 0 0 0,1 0 1 0 0,-1 0-1 0 0,1 0 0 0 0,-1 0 1 0 0,0 0-1 0 0,0 0 0 0 0,0 1 1 0 0,0-1-1 0 0,-1 0 0 0 0,1 1 1 0 0,-1-1-1 0 0,1 1 0 0 0,-1-1 1 0 0,0 0-1 0 0,0 1 1 0 0,0-1-1 0 0,0 1 0 0 0,0-1 1 0 0,0 1-1 0 0,-1-1 0 0 0,1 1 1 0 0,-1-1-1 0 0,0 0 0 0 0,0 1 1 0 0,0-1-1 0 0,0 0 0 0 0,0 0 1 0 0,0 0-1 0 0,-3 4 1 0 0,-2 2 126 0 0,0 1 0 0 0,0-2 0 0 0,-1 1 0 0 0,0 0 0 0 0,-16 11 0 0 0,7-7-113 0 0,-1-1 0 0 0,-1-1 1 0 0,1 0-1 0 0,-2-1 0 0 0,1-2 0 0 0,-1 1 0 0 0,-1-2 0 0 0,1-1 1 0 0,-1 0-1 0 0,0-2 0 0 0,0 0 0 0 0,-31 0 0 0 0,31-3-346 0 0,0 0 1 0 0,1-2-1 0 0,-1-1 0 0 0,0 0 0 0 0,1-1 0 0 0,-1-1 0 0 0,-31-13 0 0 0,45 15-149 0 0,0 0-1 0 0,0 0 0 0 0,0 0 0 0 0,1-1 0 0 0,-1 0 1 0 0,1 0-1 0 0,-1 0 0 0 0,1-1 0 0 0,-7-9 0 0 0,9 11-453 0 0,0-1 0 0 0,1 0 0 0 0,0 0 0 0 0,0 0 0 0 0,0 0 0 0 0,1 0 0 0 0,-1-1 0 0 0,1 1-1 0 0,-1-9 1 0 0,-1-15-7101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2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40 1516 0 0,'0'-14'5783'0'0,"0"12"-5187"0"0,0 0-1 0 0,0 0 1 0 0,0 0-1 0 0,0 0 1 0 0,0 0-1 0 0,-1 0 1 0 0,1 0-1 0 0,-1 0 1 0 0,1 0-1 0 0,-2-3 1 0 0,2 5-572 0 0,0 0 1 0 0,-1 0-1 0 0,1 0 1 0 0,0 0-1 0 0,0 0 0 0 0,0 0 1 0 0,0 0-1 0 0,0 0 1 0 0,-1 0-1 0 0,1 0 0 0 0,0 0 1 0 0,0 0-1 0 0,0 0 1 0 0,0 0-1 0 0,-1 0 0 0 0,1 0 1 0 0,0 0-1 0 0,0 0 1 0 0,0 0-1 0 0,0 0 1 0 0,-1 0-1 0 0,1 0 0 0 0,0 0 1 0 0,0 0-1 0 0,0 0 1 0 0,0 0-1 0 0,-1 0 0 0 0,1 0 1 0 0,0 0-1 0 0,0 0 1 0 0,0 1-1 0 0,0-1 1 0 0,0 0-1 0 0,0 0 0 0 0,0 0 1 0 0,-1 0-1 0 0,1 0 1 0 0,0 1-1 0 0,0-1 0 0 0,-9 16 209 0 0,-29 68 7 0 0,5 2 0 0 0,3 2 0 0 0,-34 174 0 0 0,59-239-205 0 0,2 1-1 0 0,1-1 0 0 0,1 1 1 0 0,1 0-1 0 0,1-1 0 0 0,1 1 0 0 0,7 33 1 0 0,-7-49 64 0 0,1 0 0 0 0,0 0 0 0 0,0 0 0 0 0,1 0 0 0 0,-1 0 0 0 0,2-1 0 0 0,-1 1 1 0 0,1-1-1 0 0,0 0 0 0 0,8 7 0 0 0,-8-9 63 0 0,0-1 1 0 0,0 0-1 0 0,1 0 1 0 0,0 0-1 0 0,-1-1 0 0 0,1 0 1 0 0,1 0-1 0 0,-1 0 0 0 0,0-1 1 0 0,1 0-1 0 0,-1 0 1 0 0,1-1-1 0 0,-1 0 0 0 0,12 1 1 0 0,-8-1 57 0 0,1-1 0 0 0,-1 0 0 0 0,0-1 0 0 0,1 0 0 0 0,-1-1 0 0 0,0 0 0 0 0,0-1 1 0 0,0 0-1 0 0,0 0 0 0 0,-1-1 0 0 0,15-8 0 0 0,-12 5-10 0 0,-1 0 0 0 0,1-2 0 0 0,-2 1 0 0 0,1-2-1 0 0,-1 1 1 0 0,0-1 0 0 0,15-22 0 0 0,-13 14-60 0 0,0 0-1 0 0,-2-1 1 0 0,0 0-1 0 0,-2-1 0 0 0,0 0 1 0 0,-1 0-1 0 0,-1 0 1 0 0,0-1-1 0 0,-2 0 1 0 0,-1 0-1 0 0,1-26 1 0 0,-4 32-122 0 0,0 0 0 0 0,-2 0 1 0 0,0-1-1 0 0,0 1 0 0 0,-2 0 1 0 0,0 1-1 0 0,0-1 0 0 0,-2 1 1 0 0,0 0-1 0 0,0 0 0 0 0,-1 0 0 0 0,-1 1 1 0 0,0 0-1 0 0,-20-23 0 0 0,20 26-123 0 0,-1 1 0 0 0,0 1 0 0 0,-1-1-1 0 0,0 1 1 0 0,0 1 0 0 0,0 0 0 0 0,-1 0 0 0 0,0 1-1 0 0,-1 1 1 0 0,1 0 0 0 0,-1 0 0 0 0,0 1-1 0 0,0 0 1 0 0,0 1 0 0 0,-1 1 0 0 0,1 0-1 0 0,-1 1 1 0 0,-19 0 0 0 0,23 1-208 0 0,1 1 1 0 0,-1 0-1 0 0,1 0 1 0 0,-1 1-1 0 0,1 1 0 0 0,0-1 1 0 0,0 1-1 0 0,0 1 1 0 0,0-1-1 0 0,0 1 1 0 0,1 1-1 0 0,0-1 0 0 0,0 1 1 0 0,0 0-1 0 0,0 1 1 0 0,-6 7-1 0 0,6-5-588 0 0,0 1 0 0 0,0 0 0 0 0,1 0 0 0 0,0 1 0 0 0,1 0 0 0 0,0 0 0 0 0,1 0 0 0 0,0 0 1 0 0,0 1-1 0 0,1 0 0 0 0,0-1 0 0 0,0 14 0 0 0,-1 7-4528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2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5 1176 0 0,'-76'50'7754'0'0,"-26"17"3100"0"0,105-67-10547 0 0,13-4-33 0 0,0 0 1 0 0,0-1-1 0 0,29-13 1 0 0,5-2-128 0 0,117-24-1060 0 0,-111 32-2603 0 0,1 2-4008 0 0,-33 5 545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3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35 360 0 0,'0'-35'20563'0'0,"0"48"-20482"0"0,0 23 296 0 0,6 46 0 0 0,-5-72-350 0 0,1 0 0 0 0,0 0 1 0 0,0 0-1 0 0,1 0 1 0 0,1-1-1 0 0,-1 1 0 0 0,1-1 1 0 0,1 0-1 0 0,10 16 0 0 0,-13-23-11 0 0,-1 0 0 0 0,0-1-1 0 0,1 1 1 0 0,0 0-1 0 0,-1-1 1 0 0,1 0-1 0 0,0 1 1 0 0,0-1 0 0 0,-1 0-1 0 0,1 0 1 0 0,0 0-1 0 0,0 0 1 0 0,1 0 0 0 0,-1 0-1 0 0,0-1 1 0 0,0 1-1 0 0,0-1 1 0 0,0 1-1 0 0,1-1 1 0 0,2 0 0 0 0,-2 0-4 0 0,1-1 0 0 0,-1 1 0 0 0,1-1-1 0 0,-1 0 1 0 0,1-1 0 0 0,-1 1 0 0 0,0 0 0 0 0,0-1 0 0 0,0 0 0 0 0,0 1 0 0 0,5-5 0 0 0,3-3 13 0 0,0-1 0 0 0,-1-1 0 0 0,0 0 0 0 0,16-22 0 0 0,-11 12 27 0 0,-6 9 563 0 0,0-1 1 0 0,11-20-1 0 0,3 3 1060 0 0,-21 44-1562 0 0,-1 0 0 0 0,0-1 0 0 0,-1 1 0 0 0,-1 0 0 0 0,0 0 0 0 0,-1-1 0 0 0,-4 16 0 0 0,0 4-3 0 0,-27 284-403 0 0,19-105-7365 0 0,8-118-443 0 0,3-56-657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3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32 400 0 0,'-79'26'9284'0'0,"-39"14"1893"0"0,133-38-10765 0 0,4-4-258 0 0,0 0 0 0 0,0-1-1 0 0,21-6 1 0 0,13-2-53 0 0,119-20-841 0 0,-57 8-4153 0 0,-96 19 3472 0 0,13-3-3543 0 0,1-1-2603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3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82 2012 0 0,'-24'-25'14364'0'0,"23"24"-14098"0"0,1-1 0 0 0,-1 1 1 0 0,1-1-1 0 0,-1 1 0 0 0,1-1 0 0 0,0 0 0 0 0,0 1 0 0 0,0-1 1 0 0,0 0-1 0 0,0 1 0 0 0,0-1 0 0 0,0 1 0 0 0,0-1 0 0 0,1 0 1 0 0,0-2-1 0 0,0 2-187 0 0,0 0 0 0 0,0 0 1 0 0,1 0-1 0 0,-1 0 0 0 0,0 1 1 0 0,1-1-1 0 0,0 0 0 0 0,-1 1 1 0 0,1-1-1 0 0,0 1 0 0 0,0-1 1 0 0,0 1-1 0 0,0 0 0 0 0,0 0 1 0 0,4-2-1 0 0,-4 2-38 0 0,1 1-2 0 0,0 1-29 0 0,0-1 1 0 0,0 1-1 0 0,0-1 1 0 0,0 1-1 0 0,0 0 0 0 0,0 0 1 0 0,0 1-1 0 0,-1-1 1 0 0,1 0-1 0 0,0 1 1 0 0,-1 0-1 0 0,1 0 0 0 0,-1-1 1 0 0,0 1-1 0 0,0 1 1 0 0,0-1-1 0 0,0 0 0 0 0,0 0 1 0 0,0 1-1 0 0,0-1 1 0 0,-1 1-1 0 0,1 0 0 0 0,-1-1 1 0 0,0 1-1 0 0,0 0 1 0 0,0 0-1 0 0,0 0 0 0 0,0 0 1 0 0,-1 0-1 0 0,1 0 1 0 0,-1 0-1 0 0,0 0 0 0 0,0 0 1 0 0,0 0-1 0 0,0 4 1 0 0,-3 10 22 0 0,0 0 0 0 0,-2 0 0 0 0,1-1 1 0 0,-2 1-1 0 0,-12 23 0 0 0,5-8-8 0 0,13-31-25 0 0,0 0 0 0 0,0 0 0 0 0,0 0 0 0 0,0-1-1 0 0,0 1 1 0 0,0 0 0 0 0,0 0 0 0 0,1 0 0 0 0,-1 0 0 0 0,0 0-1 0 0,1 0 1 0 0,-1 0 0 0 0,0-1 0 0 0,1 1 0 0 0,-1 0-1 0 0,1 0 1 0 0,-1-1 0 0 0,1 1 0 0 0,0 0 0 0 0,-1-1-1 0 0,2 2 1 0 0,13 11 1 0 0,-2-4-9 0 0,0-1 0 0 0,20 10 0 0 0,13 7 9 0 0,-38-19-59 0 0,3 0 178 0 0,-2 1 1 0 0,1 0 0 0 0,-1 0-1 0 0,16 18 1 0 0,-23-24-43 0 0,-1 1 0 0 0,1 0 0 0 0,-1 0 0 0 0,0 0 1 0 0,1 0-1 0 0,-1 0 0 0 0,0 1 0 0 0,0-1 0 0 0,-1 0 0 0 0,1 0 0 0 0,0 1 0 0 0,-1-1 0 0 0,1 0 1 0 0,-1 1-1 0 0,0-1 0 0 0,0 1 0 0 0,0-1 0 0 0,0 0 0 0 0,0 1 0 0 0,0-1 0 0 0,-1 1 1 0 0,1-1-1 0 0,-1 0 0 0 0,0 1 0 0 0,0-1 0 0 0,1 0 0 0 0,-1 0 0 0 0,-1 0 0 0 0,1 0 1 0 0,-2 3-1 0 0,-4 4 52 0 0,0-1 1 0 0,-1 0 0 0 0,0 0-1 0 0,0-1 1 0 0,0 0 0 0 0,-1-1 0 0 0,0 0-1 0 0,0 0 1 0 0,-1-1 0 0 0,0 0-1 0 0,0-1 1 0 0,0 0 0 0 0,0 0-1 0 0,-16 2 1 0 0,11-2-392 0 0,-1-1-1 0 0,0-1 0 0 0,0-1 1 0 0,1 0-1 0 0,-1-1 1 0 0,0-1-1 0 0,0 0 0 0 0,0-1 1 0 0,-19-5-1 0 0,28 5-297 0 0,0 0 0 0 0,1-1 0 0 0,-1 1 0 0 0,1-1 0 0 0,0-1 1 0 0,0 1-1 0 0,0-1 0 0 0,0 0 0 0 0,1-1 0 0 0,-6-4 0 0 0,7 4-647 0 0,-1 0 1 0 0,1 0 0 0 0,0-1 0 0 0,1 1-1 0 0,-1-1 1 0 0,-4-10 0 0 0,-3-20-6674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4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728 33 2448 0 0,'-91'-19'12742'0'0,"88"18"-12209"0"0,-8-3 964 0 0,27 1-1323 0 0,0 0 0 0 0,0 1 0 0 0,1 1-1 0 0,19 1 1 0 0,69 9 20 0 0,-66-5-110 0 0,151 24 79 0 0,-158-21-128 0 0,-1 2 1 0 0,0 1-1 0 0,56 26 1 0 0,-77-30 84 0 0,0 0 0 0 0,0 1 0 0 0,-1-1 0 0 0,0 2 0 0 0,0-1 0 0 0,0 1 1 0 0,-1 1-1 0 0,-1-1 0 0 0,10 15 0 0 0,-8-8 144 0 0,0-1-1 0 0,-1 2 1 0 0,-1-1 0 0 0,-1 1 0 0 0,9 29 0 0 0,-7-4 227 0 0,-1 0 0 0 0,-2 1 0 0 0,-2-1 0 0 0,-3 63 0 0 0,-32 236 840 0 0,-24 0-889 0 0,9-64-274 0 0,-15 330 119 0 0,40 2 692 0 0,1-173 458 0 0,-39-4 848 0 0,26-290-1265 0 0,25-114-794 0 0,0-1 1 0 0,-1 1 0 0 0,-16 27 0 0 0,18-42-227 0 0,1-1 0 0 0,-1 1 0 0 0,-1-1 0 0 0,0-1 0 0 0,-1 0 0 0 0,0 0 0 0 0,0 0 0 0 0,-1-2 0 0 0,0 1 0 0 0,-24 13 0 0 0,16-13 0 0 0,1-1 0 0 0,-1-1 0 0 0,0 0 0 0 0,-1-1 0 0 0,0-2 0 0 0,-40 6 0 0 0,-51-2 0 0 0,0-5 0 0 0,-1-5 0 0 0,-120-17 0 0 0,230 18-2 0 0,-152-23-7841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5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19 1296 0 0,'-41'0'7293'0'0,"-13"3"-1841"0"0,51-3-4974 0 0,-8 1 1283 0 0,17-4-1720 0 0,0 0 0 0 0,1 0 0 0 0,-1 1-1 0 0,1 0 1 0 0,0 1 0 0 0,0-1 0 0 0,7 0-1 0 0,54-2-355 0 0,-47 3-1024 0 0,41 5-1 0 0,-55-3 596 0 0,0 0 1 0 0,-1 1 0 0 0,1-1-1 0 0,0 1 1 0 0,-1 1-1 0 0,1-1 1 0 0,-1 1 0 0 0,0 0-1 0 0,10 7 1 0 0,-5-1-3031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5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36 2128 0 0,'-127'102'12635'0'0,"126"-102"-12602"0"0,1 0 1 0 0,-1 1-1 0 0,1-1 1 0 0,0 0-1 0 0,0 0 1 0 0,-1 0-1 0 0,1 1 1 0 0,0-1 0 0 0,-1 0-1 0 0,1 0 1 0 0,0 1-1 0 0,0-1 1 0 0,-1 0-1 0 0,1 1 1 0 0,0-1-1 0 0,0 0 1 0 0,0 1-1 0 0,-1-1 1 0 0,1 0-1 0 0,0 1 1 0 0,0-1-1 0 0,0 0 1 0 0,0 1 0 0 0,0-1-1 0 0,0 0 1 0 0,0 1-1 0 0,0-1 1 0 0,0 1-1 0 0,0-1 1 0 0,0 0-1 0 0,0 1 1 0 0,11 3 309 0 0,13-5-268 0 0,136-31-99 0 0,-105 19-551 0 0,90-18-1759 0 0,87-21-4306 0 0,-148 29 2363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5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24 2924 0 0,'-9'-21'12122'0'0,"8"20"-11880"0"0,1 1 0 0 0,-1 0 0 0 0,0-1 0 0 0,1 1 1 0 0,-1 0-1 0 0,0 0 0 0 0,1 0 0 0 0,-1-1 1 0 0,0 1-1 0 0,-1 1-103 0 0,0-1 0 0 0,1 1 0 0 0,-1 0 0 0 0,1-1-1 0 0,-1 1 1 0 0,1 0 0 0 0,-1 0 0 0 0,1 0 0 0 0,-1 0 0 0 0,1 1 0 0 0,-2 0 0 0 0,-11 14 579 0 0,1 0 0 0 0,1 0 0 0 0,0 2 0 0 0,2-1 0 0 0,-16 34 0 0 0,19-39-528 0 0,-219 540 2345 0 0,207-501-2523 0 0,-57 178 450 0 0,35-102-5466 0 0,32-110 861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6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2200 0 0,'67'-117'14192'0'0,"-64"112"-13301"0"0,11-16 400 0 0,-14 21-1268 0 0,0-1 0 0 0,1 1 0 0 0,-1-1 0 0 0,0 1 1 0 0,1-1-1 0 0,-1 1 0 0 0,1-1 0 0 0,-1 1 0 0 0,1 0 1 0 0,-1-1-1 0 0,1 1 0 0 0,-1 0 0 0 0,1-1 0 0 0,-1 1 1 0 0,1 0-1 0 0,0 0 0 0 0,-1-1 0 0 0,1 1 0 0 0,-1 0 0 0 0,1 0 1 0 0,0 0-1 0 0,-1 0 0 0 0,1 0 0 0 0,-1 0 0 0 0,1 0 1 0 0,0 0-1 0 0,-1 0 0 0 0,1 0 0 0 0,0 0 0 0 0,0 1 0 0 0,8 5 142 0 0,0 1 0 0 0,0 0 0 0 0,-1 0-1 0 0,0 1 1 0 0,0 0 0 0 0,-1 0-1 0 0,0 1 1 0 0,0 0 0 0 0,9 18-1 0 0,2 7 347 0 0,22 56 0 0 0,-24-44-140 0 0,-2 0 0 0 0,-2 1 0 0 0,8 65 1 0 0,3 147 421 0 0,-15-143-710 0 0,-6-95-109 0 0,-1 7-56 0 0,2-1 0 0 0,1 0 0 0 0,8 29 0 0 0,-11-55-33 0 0,-1 0 0 0 0,0 0 0 0 0,1 0 1 0 0,-1 0-1 0 0,0 0 0 0 0,1 0 1 0 0,0 0-1 0 0,-1 0 0 0 0,1 0 1 0 0,-1 0-1 0 0,1 0 0 0 0,0 0 1 0 0,0-1-1 0 0,-1 1 0 0 0,1 0 1 0 0,0-1-1 0 0,0 1 0 0 0,0 0 0 0 0,0-1 1 0 0,0 1-1 0 0,0-1 0 0 0,0 1 1 0 0,0-1-1 0 0,0 0 0 0 0,0 1 1 0 0,0-1-1 0 0,0 0 0 0 0,0 0 1 0 0,0 0-1 0 0,0 0 0 0 0,0 0 1 0 0,1 0-1 0 0,-1 0 0 0 0,0 0 0 0 0,1-1 1 0 0,1 1-645 0 0,0-1 0 0 0,0 0 0 0 0,-1 0 0 0 0,1 0-1 0 0,0-1 1 0 0,-1 1 0 0 0,1-1 0 0 0,-1 1 0 0 0,1-1 0 0 0,-1 0 0 0 0,0 0 0 0 0,3-3 0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6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204 175 2284 0 0,'-65'2'6316'0'0,"22"0"-690"0"0,-51-5 0 0 0,92 2-5381 0 0,8-10 111 0 0,-2 8-324 0 0,0 0 0 0 0,0 0 0 0 0,1 0 0 0 0,0 0 0 0 0,-1 1 0 0 0,1-1 0 0 0,0 1 0 0 0,0 0 0 0 0,0 1 0 0 0,8-2 0 0 0,2-2-15 0 0,146-42-1574 0 0,-52 17-2041 0 0,-1-7-4168 0 0,-69 21 2269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6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49 142 2436 0 0,'-1'0'3155'0'0,"-14"-3"1960"0"0,3 0-1258 0 0,-4 0 1010 0 0,16 3-4845 0 0,0 1 0 0 0,0-1 1 0 0,-1 0-1 0 0,1 0 0 0 0,0 0 0 0 0,0 0 1 0 0,0 0-1 0 0,0 0 0 0 0,-1 0 0 0 0,1 0 1 0 0,0 0-1 0 0,0 0 0 0 0,0 0 1 0 0,0-1-1 0 0,0 1 0 0 0,-1 0 0 0 0,1 0 1 0 0,0 0-1 0 0,0 0 0 0 0,0 0 0 0 0,0 0 1 0 0,0 0-1 0 0,0 0 0 0 0,-1 0 1 0 0,1 0-1 0 0,0-1 0 0 0,0 1 0 0 0,0 0 1 0 0,0 0-1 0 0,0 0 0 0 0,0 0 0 0 0,0 0 1 0 0,0 0-1 0 0,0-1 0 0 0,-1 1 1 0 0,1 0-1 0 0,0 0 0 0 0,0 0 0 0 0,0 0 1 0 0,0-1-1 0 0,0 1 0 0 0,0 0 0 0 0,0 0 1 0 0,0 0-1 0 0,0 0 0 0 0,0 0 1 0 0,0-1-1 0 0,0 1 0 0 0,0 0 0 0 0,0 0 1 0 0,1 0-1 0 0,-1 0 0 0 0,0 0 0 0 0,0-1 1 0 0,0 1-1 0 0,0 0 0 0 0,0 0 0 0 0,0 0 1 0 0,0 0-1 0 0,15-8 492 0 0,31-7-488 0 0,-35 12 103 0 0,43-14-663 0 0,38-12-2932 0 0,-71 21 446 0 0,-1-1 1 0 0,26-15-1 0 0,-21 9-2952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16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177 143 480 0 0,'6'-143'19653'0'0,"-11"162"-18749"0"0,-23 139 647 0 0,7-27-1230 0 0,-31 144-747 0 0,20-91-3030 0 0,-1 7-6082 0 0,21-125 2453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36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303 197 1084 0 0,'-4'-14'3582'0'0,"2"9"-2988"0"0,1-1 0 0 0,-1 1 0 0 0,0 0 0 0 0,0-1-1 0 0,-1 1 1 0 0,1 0 0 0 0,-1 1 0 0 0,0-1 0 0 0,0 0 0 0 0,-1 1 0 0 0,0 0 0 0 0,1 0 0 0 0,-1 0 0 0 0,-1 0 0 0 0,1 0 0 0 0,-8-4 0 0 0,11 8-564 0 0,0 0 1 0 0,0 0-1 0 0,0 0 0 0 0,0 0 1 0 0,0 0-1 0 0,0 1 1 0 0,0-1-1 0 0,0 0 1 0 0,1 0-1 0 0,-1 1 0 0 0,0-1 1 0 0,0 1-1 0 0,0-1 1 0 0,0 1-1 0 0,1-1 1 0 0,-1 1-1 0 0,0-1 0 0 0,0 1 1 0 0,0 1-1 0 0,-13 12 202 0 0,-1 8-117 0 0,1 1 0 0 0,1 1 1 0 0,2 0-1 0 0,0 1 0 0 0,-10 35 1 0 0,14-40-68 0 0,-9 27 60 0 0,2 1 1 0 0,-12 78-1 0 0,23-99-57 0 0,0-1-1 0 0,2 1 1 0 0,1 0 0 0 0,1-1-1 0 0,1 1 1 0 0,9 40 0 0 0,-9-59-6 0 0,0 0 0 0 0,0-1 0 0 0,1 0 0 0 0,0 1 0 0 0,0-1 0 0 0,1 0 0 0 0,0-1 0 0 0,0 1 0 0 0,1-1 0 0 0,0 0 0 0 0,0 0 0 0 0,0 0 0 0 0,1 0 0 0 0,0-1 0 0 0,9 7 0 0 0,-9-9-14 0 0,0 0 0 0 0,0 0 0 0 0,0 0-1 0 0,0-1 1 0 0,1 0 0 0 0,-1 0 0 0 0,1 0 0 0 0,-1-1 0 0 0,1 0-1 0 0,0 0 1 0 0,0-1 0 0 0,-1 0 0 0 0,1 0 0 0 0,0-1 0 0 0,0 1-1 0 0,-1-1 1 0 0,1-1 0 0 0,7-2 0 0 0,3-2-16 0 0,-1 0 0 0 0,1-1 0 0 0,-2-1 0 0 0,1-1 0 0 0,-1 0 0 0 0,0-1 0 0 0,-1-1 0 0 0,0 0 0 0 0,-1-1 0 0 0,0 0 0 0 0,-1-1 0 0 0,0-1 0 0 0,-1 0 0 0 0,-1 0 0 0 0,0-1-1 0 0,-1 0 1 0 0,0-1 0 0 0,9-25 0 0 0,-9 19-21 0 0,-1-1 0 0 0,-1-1 0 0 0,-1 1 0 0 0,-1-1 0 0 0,-2 0-1 0 0,0 0 1 0 0,-1 0 0 0 0,-1-1 0 0 0,-2 1 0 0 0,0 0 0 0 0,-2-1-1 0 0,0 1 1 0 0,-8-23 0 0 0,5 24-30 0 0,-1 1 0 0 0,-2 0 0 0 0,0 1 0 0 0,-1 0 0 0 0,-1 1 0 0 0,-2 0 0 0 0,1 0 0 0 0,-29-31 0 0 0,34 44 12 0 0,-1-1 0 0 0,0 1-1 0 0,0 0 1 0 0,-1 1 0 0 0,0 0 0 0 0,0 1 0 0 0,0 0 0 0 0,-1 0-1 0 0,-12-4 1 0 0,14 6 10 0 0,-1 1-1 0 0,1 1 0 0 0,-1-1 0 0 0,0 1 1 0 0,1 1-1 0 0,-1 0 0 0 0,0 0 0 0 0,1 0 1 0 0,-1 1-1 0 0,1 1 0 0 0,-1-1 0 0 0,-13 5 1 0 0,10-1 14 0 0,1-1 1 0 0,0 2 0 0 0,0-1-1 0 0,1 2 1 0 0,0-1 0 0 0,0 1-1 0 0,0 1 1 0 0,1 0 0 0 0,0 0-1 0 0,1 1 1 0 0,-1 0 0 0 0,2 0-1 0 0,-1 1 1 0 0,-9 17 0 0 0,8-11 2 0 0,1 1 1 0 0,0 0-1 0 0,1 0 1 0 0,1 1-1 0 0,1 0 1 0 0,1 0-1 0 0,0 0 1 0 0,1 0-1 0 0,0 19 1 0 0,2-30 12 0 0,1 0 0 0 0,0 0 0 0 0,0-1-1 0 0,0 1 1 0 0,1 0 0 0 0,0 0 0 0 0,1-1 0 0 0,-1 1 0 0 0,1-1 0 0 0,1 1 0 0 0,-1-1-1 0 0,1 0 1 0 0,0 0 0 0 0,0 0 0 0 0,1 0 0 0 0,0-1 0 0 0,0 1 0 0 0,0-1-1 0 0,1 0 1 0 0,-1 0 0 0 0,1-1 0 0 0,1 1 0 0 0,-1-1 0 0 0,9 6 0 0 0,20 5 37 0 0,0-1 0 0 0,36 9 0 0 0,26 11-7 0 0,-67-22 17 0 0,-1 2-1 0 0,0 0 1 0 0,-1 2-1 0 0,35 27 1 0 0,-46-31-282 0 0,-2 2 0 0 0,1-1 0 0 0,-2 2 0 0 0,0 0 0 0 0,-1 1 0 0 0,0 0 0 0 0,-1 0 0 0 0,9 21 0 0 0,-10-20-2327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36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65 3028 0 0,'1'-13'9620'0'0,"-7"-24"281"0"0,5 36-9331 0 0,2-3-556 0 0,0-2-338 0 0,10 3-4051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41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0 452 0 0,'0'0'3180'0'0,"-18"10"3598"0"0,19-9-6719 0 0,1 0 0 0 0,-1 0 0 0 0,0 0-1 0 0,1 0 1 0 0,-1 0 0 0 0,1 0-1 0 0,-1-1 1 0 0,1 1 0 0 0,0 0 0 0 0,-1-1-1 0 0,1 1 1 0 0,0-1 0 0 0,-1 0 0 0 0,3 1-1 0 0,32 1 384 0 0,-24-1-333 0 0,125 0 555 0 0,-66-2-783 0 0,-68 1-341 0 0,0 0-349 0 0,24-4-4786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42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31 1100 0 0,'17'-31'18874'0'0,"-33"45"-18419"0"0,0 3-333 0 0,1 2 0 0 0,0-1 1 0 0,-21 38-1 0 0,-27 68 19 0 0,47-91-109 0 0,3 0 0 0 0,-12 44 0 0 0,21-65-23 0 0,1 1-1 0 0,1 0 0 0 0,0 0 1 0 0,1 1-1 0 0,0-1 1 0 0,1 0-1 0 0,0 0 0 0 0,1 0 1 0 0,4 20-1 0 0,-3-28-5 0 0,-1 0 1 0 0,1-1-1 0 0,0 1 0 0 0,1 0 0 0 0,-1-1 0 0 0,1 1 0 0 0,0-1 0 0 0,0 0 1 0 0,0 0-1 0 0,0 0 0 0 0,1 0 0 0 0,0-1 0 0 0,0 1 0 0 0,0-1 0 0 0,0 0 1 0 0,0 0-1 0 0,7 3 0 0 0,-4-2 3 0 0,0-1 0 0 0,1-1 0 0 0,-1 1 0 0 0,1-1 0 0 0,-1-1 0 0 0,1 1-1 0 0,-1-1 1 0 0,1 0 0 0 0,0-1 0 0 0,12-1 0 0 0,-18 1-2 0 0,0 0 0 0 0,0-1-1 0 0,1 1 1 0 0,-1-1-1 0 0,0 0 1 0 0,0 0 0 0 0,0 0-1 0 0,-1 0 1 0 0,1 0-1 0 0,0 0 1 0 0,0 0 0 0 0,-1-1-1 0 0,1 1 1 0 0,0-1 0 0 0,-1 1-1 0 0,1-1 1 0 0,-1 1-1 0 0,0-1 1 0 0,0 0 0 0 0,2-3-1 0 0,-2 3-4 0 0,0 0-1 0 0,0-1 1 0 0,-1 1-1 0 0,1 0 1 0 0,-1 0-1 0 0,1 0 1 0 0,-1 0 0 0 0,0 0-1 0 0,0-1 1 0 0,0 1-1 0 0,0 0 1 0 0,0 0-1 0 0,0 0 1 0 0,-1 0-1 0 0,0-4 1 0 0,0 5-14 0 0,1-1 0 0 0,-1 1 0 0 0,0 0 1 0 0,0 0-1 0 0,0 0 0 0 0,1 0 0 0 0,-1 0 0 0 0,0 0 1 0 0,0 0-1 0 0,0 1 0 0 0,-1-1 0 0 0,1 0 1 0 0,0 1-1 0 0,0-1 0 0 0,0 0 0 0 0,-1 1 0 0 0,1-1 1 0 0,-2 0-1 0 0,-2 1-204 0 0,0-1 0 0 0,0 0-1 0 0,0 1 1 0 0,1 0 0 0 0,-1 0 0 0 0,0 1 0 0 0,0-1 0 0 0,0 1 0 0 0,0 0 0 0 0,-5 3-1 0 0,-7 2-1403 0 0,1 2 0 0 0,1 0 0 0 0,0 2 0 0 0,0-1-1 0 0,0 2 1 0 0,-16 15 0 0 0,8-6-3333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42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 1604 0 0,'-49'14'7814'0'0,"47"-13"-7288"0"0,-16 7 3159 0 0,292-18-2562 0 0,-232 11-1817 0 0,37-1-6565 0 0,-61-1 2864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43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82 2272 0 0,'0'-3'2018'0'0,"-3"-48"9829"0"0,-7 23-3451 0 0,9 34-8363 0 0,0 0-1 0 0,0 0 1 0 0,0 0-1 0 0,1 0 1 0 0,-1 0-1 0 0,2 0 1 0 0,0 9 0 0 0,0 7 2 0 0,-14 261 61 0 0,8-190-2875 0 0,3-71 249 0 0,0 0-1705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43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70 106 2332 0 0,'-2'-34'10652'0'0,"3"31"-10405"0"0,0 0-1 0 0,0-1 1 0 0,0 1 0 0 0,0 0-1 0 0,0 0 1 0 0,1 0 0 0 0,-1 0-1 0 0,1 1 1 0 0,0-1 0 0 0,0 0-1 0 0,0 1 1 0 0,3-3 0 0 0,-2 1-199 0 0,1 1 1 0 0,0 0-1 0 0,0 0 1 0 0,0 1-1 0 0,0-1 1 0 0,0 1-1 0 0,1 0 1 0 0,-1 0-1 0 0,0 0 1 0 0,1 1 0 0 0,0-1-1 0 0,-1 1 1 0 0,9-1-1 0 0,-6 2-35 0 0,-1 0 0 0 0,0 0 0 0 0,1 1 0 0 0,-1 0 0 0 0,0 0 0 0 0,0 0 0 0 0,0 1 0 0 0,7 2 0 0 0,-11-3-10 0 0,0 0 0 0 0,0 1-1 0 0,0-1 1 0 0,0 1 0 0 0,0-1 0 0 0,0 1 0 0 0,0 0 0 0 0,-1-1 0 0 0,1 1-1 0 0,-1 0 1 0 0,1 0 0 0 0,-1 1 0 0 0,0-1 0 0 0,0 0 0 0 0,1 0 0 0 0,-2 0-1 0 0,1 1 1 0 0,0-1 0 0 0,0 1 0 0 0,-1-1 0 0 0,1 1 0 0 0,-1-1 0 0 0,0 1-1 0 0,0-1 1 0 0,0 0 0 0 0,0 1 0 0 0,0-1 0 0 0,-1 4 0 0 0,0 3 11 0 0,-1 0 1 0 0,0 0 0 0 0,-1 0 0 0 0,1 0 0 0 0,-2-1 0 0 0,-3 9 0 0 0,-38 65 81 0 0,20-36 308 0 0,24-45 122 0 0,4 1-449 0 0,1 0-1 0 0,0 0 1 0 0,0 0-1 0 0,0 0 1 0 0,0-1-1 0 0,0 0 1 0 0,0 0-1 0 0,0 0 1 0 0,0 0-1 0 0,1-1 1 0 0,4 1-1 0 0,14 2 20 0 0,-10 0-60 0 0,0 1-1 0 0,-1 0 1 0 0,1 1 0 0 0,-1 0 0 0 0,19 12 0 0 0,-24-13 0 0 0,0 1 1 0 0,0 0-1 0 0,0 0 1 0 0,0 0-1 0 0,-1 1 1 0 0,0 0-1 0 0,0 1 1 0 0,-1-1-1 0 0,9 14 1 0 0,-12-16 159 0 0,1 1-1 0 0,-1 0 1 0 0,0 0 0 0 0,-1 0 0 0 0,1 0 0 0 0,-1 0 0 0 0,0 1 0 0 0,0-1-1 0 0,0 0 1 0 0,-1 0 0 0 0,0 1 0 0 0,0-1 0 0 0,-1 0 0 0 0,1 1-1 0 0,-1-1 1 0 0,-2 6 0 0 0,1-4 89 0 0,-1 1-1 0 0,0-1 0 0 0,-1 0 1 0 0,1 0-1 0 0,-1-1 1 0 0,-1 1-1 0 0,1-1 1 0 0,-1 0-1 0 0,0 0 1 0 0,-8 6-1 0 0,3-3-44 0 0,0-1 0 0 0,0 0 0 0 0,-1 0-1 0 0,0-2 1 0 0,-1 1 0 0 0,1-1 0 0 0,-1-1 0 0 0,0 0 0 0 0,-1-1 0 0 0,1 0-1 0 0,-1-1 1 0 0,-25 4 0 0 0,28-7-228 0 0,1 0 1 0 0,-1-1-1 0 0,0 0 0 0 0,1-1 1 0 0,-1 0-1 0 0,1 0 0 0 0,-1-1 1 0 0,1 0-1 0 0,-15-8 0 0 0,17 7-827 0 0,0 0-1 0 0,1 0 1 0 0,-1-1-1 0 0,1 1 0 0 0,-7-8 1 0 0,3 0-4145 0 0,7 8 3307 0 0,0 0 0 0 0,0-1 0 0 0,1 1 0 0 0,-1-1 0 0 0,-1-6 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44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1100 0 0,'57'-119'13646'0'0,"-50"106"-12502"0"0,-7 13-1135 0 0,1 0-1 0 0,-1 0 1 0 0,0 0 0 0 0,0 0-1 0 0,0 0 1 0 0,0 0 0 0 0,0 0 0 0 0,0 0-1 0 0,0 0 1 0 0,0 0 0 0 0,0 0-1 0 0,1 0 1 0 0,-1 0 0 0 0,0 0 0 0 0,0 0-1 0 0,0 0 1 0 0,0 0 0 0 0,0 0-1 0 0,0 0 1 0 0,0 0 0 0 0,0 0 0 0 0,0 0-1 0 0,1 0 1 0 0,-1 0 0 0 0,0 0-1 0 0,0 0 1 0 0,0 0 0 0 0,0 0 0 0 0,0 0-1 0 0,0 0 1 0 0,0 0 0 0 0,0 1-1 0 0,0-1 1 0 0,0 0 0 0 0,0 0 0 0 0,0 0-1 0 0,0 0 1 0 0,0 0 0 0 0,0 0-1 0 0,1 0 1 0 0,-1 0 0 0 0,0 0-1 0 0,0 0 1 0 0,0 1 0 0 0,0-1 0 0 0,0 0-1 0 0,0 0 1 0 0,0 0 0 0 0,0 0-1 0 0,0 0 1 0 0,0 0 0 0 0,0 0 0 0 0,0 0-1 0 0,-1 0 1 0 0,1 1 0 0 0,0 20 145 0 0,0-21-154 0 0,-21 163 251 0 0,20-140-222 0 0,1-1 1 0 0,0 0 0 0 0,2 1 0 0 0,0-1 0 0 0,7 27 0 0 0,-7-43-3 0 0,0 0 0 0 0,0 0 1 0 0,1 0-1 0 0,0-1 0 0 0,0 1 0 0 0,0-1 0 0 0,1 0 0 0 0,-1 0 0 0 0,1 0 0 0 0,1 0 0 0 0,-1-1 1 0 0,0 1-1 0 0,1-1 0 0 0,0-1 0 0 0,0 1 0 0 0,0 0 0 0 0,7 2 0 0 0,-8-4-11 0 0,-1-1 0 0 0,1 1 0 0 0,-1-1 0 0 0,1 0 0 0 0,0 0 0 0 0,0 0 0 0 0,-1-1 0 0 0,1 1 0 0 0,0-1 0 0 0,0 0 0 0 0,0 0 0 0 0,0 0 0 0 0,0-1 0 0 0,-1 1 0 0 0,1-1 0 0 0,0 0 0 0 0,0 0 0 0 0,-1 0-1 0 0,1-1 1 0 0,0 1 0 0 0,-1-1 0 0 0,0 0 0 0 0,1 0 0 0 0,-1 0 0 0 0,0 0 0 0 0,0-1 0 0 0,0 1 0 0 0,0-1 0 0 0,2-3 0 0 0,2-2 62 0 0,0-1 1 0 0,-1 0-1 0 0,0-1 0 0 0,-1 0 1 0 0,0 1-1 0 0,0-2 0 0 0,5-17 1 0 0,-3 4 1010 0 0,-2 0 1 0 0,5-31 0 0 0,-7 36-573 0 0,-1 22-194 0 0,-1 34-77 0 0,-1-21-227 0 0,4 75 105 0 0,9 119-2735 0 0,1-109-2422 0 0,-5-40-1843 0 0,-4-29 746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46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76 80 0 0,'0'-14'8582'0'0,"-11"-48"15150"0"0,11 62-23788 0 0,-1 0 49 0 0,1 1 0 0 0,-1-1 0 0 0,1 0 0 0 0,0 1 0 0 0,-1-1 0 0 0,1 0 0 0 0,-1 1 0 0 0,1-1 0 0 0,0 0 0 0 0,-1 1 0 0 0,1-1 1 0 0,0 0-1 0 0,-1 1 0 0 0,1-1 0 0 0,0 1 0 0 0,0-1 0 0 0,0 1 0 0 0,-1-1 0 0 0,1 1 0 0 0,0-1 0 0 0,0 1 0 0 0,0-1 0 0 0,0 1 0 0 0,0-1 0 0 0,0 1 0 0 0,0-1 0 0 0,0 1 0 0 0,-1 17-163 0 0,1-16 191 0 0,7 181-747 0 0,-6-169-305 0 0,0 0 1 0 0,1-1 0 0 0,4 16 0 0 0,7 4-3509 0 0,-11-30 3172 0 0,0 0 1 0 0,1 1-1 0 0,-1-1 0 0 0,10 10-2733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47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84 1820 0 0,'-22'-23'12011'0'0,"22"23"-11964"0"0,0 0 1 0 0,-1 0-1 0 0,1 0 1 0 0,0 0-1 0 0,0 0 0 0 0,0 0 1 0 0,0 0-1 0 0,0 0 1 0 0,-1 0-1 0 0,1 0 1 0 0,0 0-1 0 0,0 0 1 0 0,0 0-1 0 0,0-1 1 0 0,0 1-1 0 0,-1 0 1 0 0,1 0-1 0 0,0 0 1 0 0,0 0-1 0 0,0 0 1 0 0,0 0-1 0 0,0-1 1 0 0,0 1-1 0 0,0 0 1 0 0,0 0-1 0 0,0 0 1 0 0,0 0-1 0 0,0 0 1 0 0,0-1-1 0 0,0 1 0 0 0,0 0 1 0 0,0 0-1 0 0,0 0 1 0 0,0 0-1 0 0,0-1 1 0 0,0 1-1 0 0,0 0 1 0 0,0 0-1 0 0,0 0 1 0 0,0 0-1 0 0,0-1 1 0 0,0 1-1 0 0,0 0 1 0 0,0 0-1 0 0,0 0 1 0 0,0 0-1 0 0,0 0 1 0 0,0 0-1 0 0,0-1 1 0 0,1 1-1 0 0,-1 0 1 0 0,0 0-1 0 0,0 0 1 0 0,0 0-1 0 0,0 0 0 0 0,0 0 1 0 0,0 0-1 0 0,1 0 1 0 0,-1-1-1 0 0,0 1 1 0 0,17-5 538 0 0,23 0-688 0 0,-40 5 116 0 0,292-32-697 0 0,-224 25-3823 0 0,-53 2-561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47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53 52 0 0,'-4'-10'10881'0'0,"4"9"-10467"0"0,0-1 0 0 0,0 1 0 0 0,0 0-1 0 0,0 0 1 0 0,0 0 0 0 0,0-1 0 0 0,0 1 0 0 0,0 0 0 0 0,0 0-1 0 0,1 0 1 0 0,-1-1 0 0 0,0 1 0 0 0,2-2 0 0 0,-1 2-367 0 0,0-1 1 0 0,0 1 0 0 0,0 0 0 0 0,1-1-1 0 0,-1 1 1 0 0,0 0 0 0 0,1 0-1 0 0,-1 0 1 0 0,1 0 0 0 0,-1 0 0 0 0,1 0-1 0 0,0 0 1 0 0,-1 1 0 0 0,1-1-1 0 0,0 1 1 0 0,-1-1 0 0 0,3 0 0 0 0,5 0-4 0 0,0-1 1 0 0,0 1 0 0 0,0 0-1 0 0,0 1 1 0 0,0 0 0 0 0,0 0-1 0 0,0 1 1 0 0,0 0 0 0 0,15 4-1 0 0,-21-4-38 0 0,1 1 0 0 0,-1-1-1 0 0,1 0 1 0 0,-1 1 0 0 0,1 0-1 0 0,-1 0 1 0 0,0 0 0 0 0,0 0-1 0 0,0 0 1 0 0,0 0 0 0 0,-1 1-1 0 0,1 0 1 0 0,-1-1 0 0 0,1 1-1 0 0,-1 0 1 0 0,0 0-1 0 0,0 0 1 0 0,0 1 0 0 0,0-1-1 0 0,-1 0 1 0 0,1 1 0 0 0,-1-1-1 0 0,0 1 1 0 0,0 0 0 0 0,0-1-1 0 0,0 7 1 0 0,-1 3 15 0 0,0-1 1 0 0,-1 0-1 0 0,-1 0 0 0 0,1 0 1 0 0,-2 0-1 0 0,0 0 0 0 0,0 0 0 0 0,-1-1 1 0 0,-1 1-1 0 0,-9 16 0 0 0,-8 12 101 0 0,-38 52-1 0 0,56-87-111 0 0,-28 38 52 0 0,-22 33 7 0 0,54-75-64 0 0,-1 0-1 0 0,0 0 1 0 0,1 0-1 0 0,-1 0 1 0 0,0 0-1 0 0,1 0 1 0 0,-1 0-1 0 0,1 0 1 0 0,0 1-1 0 0,-1-1 1 0 0,1 0-1 0 0,0 0 1 0 0,0 0-1 0 0,0 1 1 0 0,0-1-1 0 0,0 0 1 0 0,0 0-1 0 0,0 1 1 0 0,0-1-1 0 0,0 0 1 0 0,1 0-1 0 0,-1 0 1 0 0,0 1-1 0 0,1-1 1 0 0,-1 0-1 0 0,1 0 1 0 0,-1 0-1 0 0,1 0 1 0 0,0 0-1 0 0,-1 0 1 0 0,1 0-1 0 0,0 0 1 0 0,0 0 0 0 0,0 0-1 0 0,0 0 1 0 0,0-1-1 0 0,0 1 1 0 0,0 0-1 0 0,0 0 1 0 0,0-1-1 0 0,0 1 1 0 0,0-1-1 0 0,0 1 1 0 0,0-1-1 0 0,2 1 1 0 0,7 2 21 0 0,-1 0-1 0 0,1-1 1 0 0,0 0 0 0 0,14 0 0 0 0,-18-1-23 0 0,122 5 52 0 0,10 2 23 0 0,-116-5-1369 0 0,0 0 0 0 0,0 2 1 0 0,0 0-1 0 0,21 9 0 0 0,-26-5-2921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53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47 1548 0 0,'-6'-10'4785'0'0,"-6"-3"-717"0"0,9 11-3138 0 0,0-1-1 0 0,0 1 1 0 0,1-1 0 0 0,-1 0-1 0 0,1 0 1 0 0,-3-4-1 0 0,23 7-849 0 0,214 30 190 0 0,-193-25-127 0 0,19 2-2658 0 0,-7-3-5742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54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264 106 2068 0 0,'-3'-16'4566'0'0,"2"10"-3466"0"0,0 3-512 0 0,0-1 0 0 0,0 0 1 0 0,0 0-1 0 0,0 0 0 0 0,1 0 1 0 0,-1 0-1 0 0,1-1 0 0 0,0 1 1 0 0,1 0-1 0 0,0-6 0 0 0,1 7-515 0 0,0 1 0 0 0,0 0-1 0 0,-1 0 1 0 0,1 0 0 0 0,1 0-1 0 0,-1 0 1 0 0,0 0 0 0 0,0 0-1 0 0,1 1 1 0 0,-1-1 0 0 0,1 1-1 0 0,-1 0 1 0 0,1 0 0 0 0,4-2-1 0 0,0 2-44 0 0,0-1 0 0 0,-1 1 0 0 0,1 0 0 0 0,0 0 0 0 0,0 1 0 0 0,-1 0 0 0 0,1 0 0 0 0,0 1 0 0 0,0 0 0 0 0,-1 0 0 0 0,1 0 0 0 0,0 1 0 0 0,-1 0 0 0 0,1 1 0 0 0,-1-1 0 0 0,0 1 0 0 0,0 0 0 0 0,0 1 0 0 0,8 5 0 0 0,-11-6-21 0 0,0 0 0 0 0,0 0 0 0 0,-1 0 0 0 0,1 0 0 0 0,-1 0 0 0 0,0 1 0 0 0,0-1 0 0 0,0 1 0 0 0,0-1 0 0 0,-1 1 0 0 0,1 0 0 0 0,-1 0 0 0 0,0 0 0 0 0,1 5 0 0 0,-2-3 3 0 0,0 1 1 0 0,0-1-1 0 0,0 1 1 0 0,0-1-1 0 0,-1 1 0 0 0,0-1 1 0 0,-1 0-1 0 0,-2 8 0 0 0,-4 8 26 0 0,-2-1 0 0 0,0 0 0 0 0,-25 36 0 0 0,26-42-20 0 0,6-11-13 0 0,-10 22-19 0 0,12-25 9 0 0,6 23 0 0 0,7-8 25 0 0,22 20 0 0 0,-24-28-10 0 0,-2 1 1 0 0,1 0-1 0 0,-1 1 0 0 0,0 0 0 0 0,-1 0 1 0 0,0 0-1 0 0,8 19 0 0 0,-14-24 81 0 0,0 0 0 0 0,0-1 0 0 0,0 1 0 0 0,-1-1 0 0 0,0 1 0 0 0,0 0 0 0 0,0-1 0 0 0,-1 1 0 0 0,0 0 0 0 0,0-1-1 0 0,0 1 1 0 0,0-1 0 0 0,0 1 0 0 0,-1-1 0 0 0,0 0 0 0 0,0 1 0 0 0,0-1 0 0 0,-1 0 0 0 0,1 0 0 0 0,-1-1 0 0 0,0 1 0 0 0,-4 4 0 0 0,-5 5 86 0 0,-1 0 0 0 0,0-1 0 0 0,0-1 0 0 0,-23 15 0 0 0,20-16-31 0 0,-1-1 1 0 0,0-1-1 0 0,0 0 0 0 0,-1-1 1 0 0,0-1-1 0 0,0-1 0 0 0,-32 5 1 0 0,-40 0-1450 0 0,2-8-6080 0 0,63 0-1885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54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2312 0 0,'-17'17'6229'0'0,"-21"28"601"0"0,38-44-6747 0 0,1 0 0 0 0,-1-1 0 0 0,0 1 0 0 0,0 0 0 0 0,0-1 0 0 0,1 1 0 0 0,-1 0 0 0 0,0-1 0 0 0,1 1 0 0 0,-1-1 0 0 0,1 1 0 0 0,-1-1 0 0 0,0 1 0 0 0,1-1 0 0 0,-1 1 0 0 0,1-1 0 0 0,0 1 0 0 0,-1-1 0 0 0,1 0 0 0 0,-1 1 0 0 0,1-1 0 0 0,-1 0 0 0 0,1 1 0 0 0,0-1 0 0 0,-1 0 0 0 0,1 0 0 0 0,0 0 0 0 0,1 1 0 0 0,20 2 416 0 0,-17-3-288 0 0,21 2 137 0 0,-1-1 0 0 0,29-2 0 0 0,-7-1-154 0 0,48 2-220 0 0,-12-1-5863 0 0,-62-2 934 0 0,-16 1 3604 0 0,9-2-3750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55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18 176 1528 0 0,'12'-24'20701'0'0,"-12"9"-17818"0"0,0 13-2798 0 0,-28-22 197 0 0,27 23-295 0 0,2 0 15 0 0,1-1 0 0 0,-1 1 0 0 0,1 0 0 0 0,-1 0 0 0 0,1 0 0 0 0,0 0 0 0 0,-1 0 0 0 0,1 0 0 0 0,0 0 0 0 0,0 1 0 0 0,-1-1 0 0 0,1 1 0 0 0,3-1 0 0 0,1-1-20 0 0,207-63-8 0 0,-168 53 34 0 0,11-3 3062 0 0,-41 12 44 0 0,-14 3-3102 0 0,-1 0 1 0 0,0 1-1 0 0,1-1 0 0 0,-1 0 0 0 0,1 0 0 0 0,-1 0 0 0 0,0 1 1 0 0,1-1-1 0 0,-1 0 0 0 0,0 0 0 0 0,1 1 0 0 0,-1-1 1 0 0,0 0-1 0 0,1 1 0 0 0,-1-1 0 0 0,0 0 0 0 0,0 1 0 0 0,1-1 1 0 0,-1 0-1 0 0,0 1 0 0 0,0-1 0 0 0,0 1 0 0 0,1-1 0 0 0,-1 0 1 0 0,0 1-1 0 0,0-1 0 0 0,0 1 0 0 0,0 0 0 0 0,-1 20 223 0 0,-11 30 8 0 0,7-31-169 0 0,-33 139-243 0 0,-9 48-5869 0 0,13-52-5562 0 0,27-126 7132 0 0,-1 4-3400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56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30 1660 0 0,'0'0'20143'0'0,"-8"2"-17076"0"0,15-7-3083 0 0,1 1 0 0 0,0 0 0 0 0,1 1 0 0 0,-1-1-1 0 0,0 2 1 0 0,1-1 0 0 0,0 1 0 0 0,-1 0 0 0 0,1 1-1 0 0,0 0 1 0 0,0 1 0 0 0,0-1 0 0 0,17 3 0 0 0,-23-1 13 0 0,0-1 0 0 0,0 1 0 0 0,0 0 0 0 0,0 0 0 0 0,1 1 0 0 0,-2-1 0 0 0,1 0 0 0 0,0 1 0 0 0,0 0 0 0 0,0 0 0 0 0,-1 0 0 0 0,1 0 1 0 0,-1 0-1 0 0,0 0 0 0 0,1 1 0 0 0,2 4 0 0 0,-3-3 2 0 0,1 0 0 0 0,-1 0 0 0 0,-1 0 0 0 0,1 1 1 0 0,-1-1-1 0 0,0 0 0 0 0,0 1 0 0 0,0-1 0 0 0,0 1 0 0 0,-1 7 0 0 0,0 2 5 0 0,-2 0-1 0 0,1 0 0 0 0,-2 0 0 0 0,0-1 1 0 0,0 1-1 0 0,-9 19 0 0 0,-2-2-18 0 0,-2-1 0 0 0,-1-1 0 0 0,-2 0 0 0 0,0-1 0 0 0,-40 43 0 0 0,55-67 5 0 0,-2 3-7 0 0,0-1 1 0 0,0 1-1 0 0,-8 15 0 0 0,13-20-3 0 0,1-2 22 0 0,0 0 0 0 0,-1 0 0 0 0,1 0 1 0 0,0 0-1 0 0,0 0 0 0 0,0 1 1 0 0,-1-1-1 0 0,1 0 0 0 0,0 0 0 0 0,0 0 1 0 0,0 0-1 0 0,0 1 0 0 0,0-1 1 0 0,-1 0-1 0 0,1 0 0 0 0,0 1 1 0 0,0-1-1 0 0,0 0 0 0 0,0 0 0 0 0,0 1 1 0 0,0-1-1 0 0,0 0 0 0 0,0 0 1 0 0,0 1-1 0 0,0-1 0 0 0,0 0 0 0 0,0 0 1 0 0,0 1-1 0 0,0-1 0 0 0,0 0 1 0 0,0 0-1 0 0,0 1 0 0 0,0-1 1 0 0,0 0-1 0 0,0 0 0 0 0,0 1 0 0 0,0-1 1 0 0,1 0-1 0 0,-1 0 0 0 0,0 1 1 0 0,8 0 20 0 0,0 0 0 0 0,0 0 1 0 0,-1-1-1 0 0,1 0 1 0 0,0 0-1 0 0,15-3 1 0 0,55-13 66 0 0,-49 9-101 0 0,91-16 32 0 0,63-16-555 0 0,-149 35-2139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57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1 728 0 0,'0'0'16672'0'0,"-1"0"-16605"0"0,0 0-1 0 0,1 0 1 0 0,-1 0-1 0 0,0 0 0 0 0,0 0 1 0 0,1 1-1 0 0,-1-1 1 0 0,0 0-1 0 0,1 0 1 0 0,-1 1-1 0 0,1-1 1 0 0,-1 0-1 0 0,0 1 0 0 0,1-1 1 0 0,-1 1-1 0 0,0 0 1 0 0,-4 183 2533 0 0,1-39-2264 0 0,6 0-3869 0 0,2-114-4260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58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690 0 272 0 0,'-21'8'15252'0'0,"29"-6"-15052"0"0,0 0 0 0 0,1 0 1 0 0,-1-1-1 0 0,0 0 0 0 0,1-1 0 0 0,-1 0 0 0 0,1 0 1 0 0,12-2-1 0 0,14 0 120 0 0,43 1-26 0 0,-16-1-148 0 0,0 3 1 0 0,98 15 0 0 0,-154-15-135 0 0,0 1 0 0 0,0 0 1 0 0,-1 0-1 0 0,1 0 1 0 0,-1 1-1 0 0,1 0 0 0 0,-1 0 1 0 0,0 0-1 0 0,0 1 0 0 0,0 0 1 0 0,-1-1-1 0 0,1 2 1 0 0,-1-1-1 0 0,0 1 0 0 0,0-1 1 0 0,0 1-1 0 0,-1 0 1 0 0,0 0-1 0 0,0 1 0 0 0,0-1 1 0 0,3 11-1 0 0,3 8 354 0 0,-2 1 0 0 0,-1 0 0 0 0,6 46 0 0 0,-10-52-211 0 0,7 74 463 0 0,-5 0-1 0 0,-8 104 1 0 0,2-141-452 0 0,-16 343 606 0 0,-4 373 132 0 0,85 223-630 0 0,-37-693-358 0 0,7 228 290 0 0,-30-455-64 0 0,-2 213 2168 0 0,-22-62-1984 0 0,9-21-346 0 0,11-197 2 0 0,-6 138 2130 0 0,7-144-2047 0 0,0 0 2 0 0,0 9 11 0 0,0-9-7 0 0,0 12 377 0 0,-4 25 304 0 0,4-38-572 0 0,0 2 218 0 0,0-2-357 0 0,0 0 1 0 0,0-1-1 0 0,1 1 1 0 0,-1 0-1 0 0,0 0 1 0 0,0 0-1 0 0,0-1 1 0 0,0 1-1 0 0,0 0 1 0 0,0 0-1 0 0,-1 0 1 0 0,1-1-1 0 0,0 1 1 0 0,0 0-1 0 0,0 0 1 0 0,-1-1-1 0 0,1 1 1 0 0,0 0-1 0 0,-1 0 1 0 0,1-1-1 0 0,-1 1 1 0 0,1 0-1 0 0,-1-1 1 0 0,1 1-1 0 0,-1-1 1 0 0,1 1-1 0 0,-1-1 1 0 0,0 1-1 0 0,1-1 1 0 0,-1 1-1 0 0,0-1 1 0 0,1 1 0 0 0,-1-1-1 0 0,0 0 1 0 0,-1 1-1 0 0,-9 4-41 0 0,-1 0 0 0 0,1-1 0 0 0,-1 0 0 0 0,-1-1 0 0 0,1 0 0 0 0,0-1 0 0 0,-15 1 0 0 0,6-1 0 0 0,-325 32-2866 0 0,10-3-1662 0 0,301-26 3704 0 0,-268 33-10010 0 0,126-21-477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17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1768 0 0,'5'-6'17913'0'0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19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1 600 0 0,'-51'11'13347'0'0,"35"-6"-9436"0"0,17-5-3890 0 0,-1 0 1 0 0,0 0-1 0 0,0 0 0 0 0,0 0 0 0 0,0 0 0 0 0,0 0 1 0 0,1 0-1 0 0,-1 0 0 0 0,0 0 0 0 0,0 0 0 0 0,0 0 0 0 0,0 0 1 0 0,0 1-1 0 0,0-1 0 0 0,1 0 0 0 0,-1 0 0 0 0,0 0 1 0 0,0 0-1 0 0,0 0 0 0 0,0 0 0 0 0,0 0 0 0 0,0 1 0 0 0,0-1 1 0 0,0 0-1 0 0,0 0 0 0 0,0 0 0 0 0,0 0 0 0 0,1 1 1 0 0,-1-1-1 0 0,0 0 0 0 0,0 0 0 0 0,0 0 0 0 0,0 0 0 0 0,0 0 1 0 0,0 1-1 0 0,0-1 0 0 0,0 0 0 0 0,-1 0 0 0 0,1 0 1 0 0,0 0-1 0 0,0 1 0 0 0,0-1 0 0 0,0 0 0 0 0,0 0 0 0 0,0 0 1 0 0,0 0-1 0 0,0 0 0 0 0,0 0 0 0 0,0 1 0 0 0,0-1 1 0 0,-1 0-1 0 0,1 0 0 0 0,0 0 0 0 0,0 0 0 0 0,0 0 0 0 0,0 0 1 0 0,0 0-1 0 0,0 0 0 0 0,-1 1 0 0 0,1-1 0 0 0,0 0 1 0 0,0 0-1 0 0,0 0 0 0 0,0 0 0 0 0,0 0 0 0 0,-1 0 0 0 0,1 0 1 0 0,0 0-1 0 0,0 0 0 0 0,21 5 362 0 0,26-1-291 0 0,177-10 82 0 0,-130-3-2633 0 0,-52 4-3840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19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 1140 0 0,'-84'31'13525'0'0,"82"-31"-13332"0"0,1 1 0 0 0,0-1 0 0 0,-1 1 0 0 0,1-1 0 0 0,0 1 0 0 0,-1-1 0 0 0,1 1 0 0 0,0 0 0 0 0,0 0 0 0 0,0 0 0 0 0,-1 0 0 0 0,1 0 0 0 0,-1 1 0 0 0,2-1-150 0 0,0-1 0 0 0,0 0 1 0 0,0 1-1 0 0,0-1 0 0 0,1 0 0 0 0,-1 1 0 0 0,0-1 1 0 0,0 0-1 0 0,1 0 0 0 0,-1 1 0 0 0,0-1 0 0 0,0 0 1 0 0,1 0-1 0 0,-1 1 0 0 0,0-1 0 0 0,0 0 0 0 0,1 0 1 0 0,-1 0-1 0 0,0 0 0 0 0,1 1 0 0 0,-1-1 0 0 0,0 0 1 0 0,1 0-1 0 0,-1 0 0 0 0,0 0 0 0 0,1 0 0 0 0,-1 0 1 0 0,1 0-1 0 0,-1 0 0 0 0,1 0 0 0 0,37 3 516 0 0,360-31 361 0 0,-310 20-812 0 0,-86 8-95 0 0,1 0-4 0 0,1-1-8 0 0,21 0 6 0 0,8-5 332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22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885 92 908 0 0,'-4'-30'7998'0'0,"3"27"-7400"0"0,-1 0-1 0 0,1-1 1 0 0,-1 1-1 0 0,0 0 1 0 0,0 0-1 0 0,0 0 1 0 0,0 0-1 0 0,-1 0 1 0 0,1 0-1 0 0,-1 0 1 0 0,1 1-1 0 0,-4-3 1 0 0,4 4-184 0 0,1 0-327 0 0,0 0 0 0 0,0 0 0 0 0,0 0 0 0 0,0 0 0 0 0,0 0 0 0 0,0 0 0 0 0,-1 0 0 0 0,1 0 0 0 0,0 1 0 0 0,-1-1 0 0 0,1 0 0 0 0,-1 1 0 0 0,1-1 0 0 0,-3 0 0 0 0,-21-3 124 0 0,22 3-185 0 0,-6 0-23 0 0,0 1 1 0 0,0-1-1 0 0,0 1 0 0 0,0 1 1 0 0,0 0-1 0 0,0 0 1 0 0,-10 3-1 0 0,-6 3-81 0 0,-27 11-1 0 0,45-15 80 0 0,-1 0 0 0 0,1 1 0 0 0,-1 0-1 0 0,1 0 1 0 0,1 0 0 0 0,-1 1 0 0 0,1 0 0 0 0,-1 1-1 0 0,1-1 1 0 0,1 1 0 0 0,-1 0 0 0 0,1 1-1 0 0,0-1 1 0 0,1 1 0 0 0,-1 0 0 0 0,1 0 0 0 0,1 1-1 0 0,-1-1 1 0 0,1 1 0 0 0,1-1 0 0 0,-1 1-1 0 0,1 0 1 0 0,1 0 0 0 0,-2 9 0 0 0,-20 316 199 0 0,23-311-186 0 0,-53 782 1080 0 0,7-348-361 0 0,28-262-657 0 0,-30 346 198 0 0,-69 582 2973 0 0,7-523-475 0 0,36-241-332 0 0,48-222-982 0 0,26-133-1399 0 0,-1 0-1 0 0,1 0 1 0 0,-1 0-1 0 0,1 0 1 0 0,0 0-1 0 0,0 0 1 0 0,1 0-1 0 0,-1 1 1 0 0,1 3-1 0 0,0-6-19 0 0,-1 1 0 0 0,1-1 0 0 0,-1 0 0 0 0,1 0 0 0 0,0 0 0 0 0,0 1-1 0 0,-1-1 1 0 0,1 0 0 0 0,0 0 0 0 0,0 0 0 0 0,0 0 0 0 0,0 0 0 0 0,0 0-1 0 0,0-1 1 0 0,2 3 0 0 0,2-2 14 0 0,0 1-1 0 0,1 0 1 0 0,-1-1 0 0 0,0 0-1 0 0,0-1 1 0 0,1 1 0 0 0,-1-1-1 0 0,10 0 1 0 0,57-4 59 0 0,124-23 1 0 0,-108 12-80 0 0,603-109-4374 0 0,-530 79-380 0 0,-84 12-87 0 0,-58 23 102 0 0,32-22 1 0 0,-30 15-2377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33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13 2320 0 0,'-7'-6'11138'0'0,"-1"0"-9714"0"0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35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31 452 0 0,'22'-31'18562'0'0,"-12"111"-15013"0"0,-11 33-682 0 0,-21 142 0 0 0,15-224-2655 0 0,5-22-91 0 0,0 0-1 0 0,0 1 0 0 0,-1 16 1 0 0,1-23-1251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36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91 1128 0 0,'-2'-10'4345'0'0,"-15"-21"3213"0"0,15 33-7484 0 0,-1 1 0 0 0,0 0 0 0 0,1 0 1 0 0,0 0-1 0 0,-1 0 0 0 0,1 0 0 0 0,-3 6 1 0 0,-2 6-28 0 0,0 0 1 0 0,1 1-1 0 0,0-1 1 0 0,2 1-1 0 0,-1 0 1 0 0,2 0-1 0 0,0 1 1 0 0,1-1-1 0 0,1 1 0 0 0,1-1 1 0 0,0 1-1 0 0,4 26 1 0 0,-3-39 35 0 0,0-1 0 0 0,0 1 1 0 0,0-1-1 0 0,0 0 0 0 0,1 0 0 0 0,-1 1 1 0 0,1-1-1 0 0,0 0 0 0 0,0-1 0 0 0,0 1 0 0 0,0 0 1 0 0,0 0-1 0 0,1-1 0 0 0,-1 1 0 0 0,1-1 1 0 0,0 0-1 0 0,0 0 0 0 0,0 0 0 0 0,0 0 0 0 0,0-1 1 0 0,0 1-1 0 0,0-1 0 0 0,0 1 0 0 0,1-1 1 0 0,-1 0-1 0 0,0-1 0 0 0,1 1 0 0 0,-1 0 0 0 0,1-1 1 0 0,-1 0-1 0 0,1 0 0 0 0,-1 0 0 0 0,1 0 1 0 0,-1-1-1 0 0,1 1 0 0 0,-1-1 0 0 0,1 0 0 0 0,-1 0 1 0 0,0 0-1 0 0,1 0 0 0 0,-1-1 0 0 0,0 1 1 0 0,0-1-1 0 0,3-2 0 0 0,2-2 75 0 0,0 0 0 0 0,0-1 0 0 0,-1 0 0 0 0,0 0 0 0 0,0 0 0 0 0,-1-1 0 0 0,0 0 0 0 0,0-1 0 0 0,-1 1 0 0 0,0-1 0 0 0,-1 0 0 0 0,7-17 0 0 0,-7 12-79 0 0,1 0-1 0 0,-2 0 1 0 0,0 0-1 0 0,-1-1 1 0 0,-1 1-1 0 0,0-1 1 0 0,0 1-1 0 0,-3-19 1 0 0,1 27-67 0 0,0 1-1 0 0,0-1 1 0 0,0 1-1 0 0,-1 0 1 0 0,0-1 0 0 0,0 1-1 0 0,0 0 1 0 0,-1 0-1 0 0,1 0 1 0 0,-1 0 0 0 0,0 1-1 0 0,-1-1 1 0 0,-6-6-1 0 0,7 8-52 0 0,1 1-1 0 0,-1 0 0 0 0,0 0 1 0 0,0 0-1 0 0,0 0 0 0 0,0 1 1 0 0,0-1-1 0 0,0 1 0 0 0,0 0 0 0 0,-1-1 1 0 0,1 2-1 0 0,0-1 0 0 0,-1 0 1 0 0,1 1-1 0 0,-1-1 0 0 0,1 1 1 0 0,-1 0-1 0 0,1 0 0 0 0,-1 0 1 0 0,1 1-1 0 0,0-1 0 0 0,-1 1 1 0 0,-4 1-1 0 0,2 1-464 0 0,0-1 1 0 0,0 1-1 0 0,0 0 0 0 0,0 0 1 0 0,0 1-1 0 0,1 0 0 0 0,-1 0 1 0 0,1 0-1 0 0,0 1 1 0 0,-7 8-1 0 0,-22 35-6957 0 0,24-30 2982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37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84 1680 0 0,'-1'-16'2585'0'0,"1"12"-1920"0"0,0 0-1 0 0,0 0 1 0 0,0 0-1 0 0,-1 0 1 0 0,1 0 0 0 0,-1 1-1 0 0,0-1 1 0 0,0 0-1 0 0,-1 0 1 0 0,1 1-1 0 0,-1-1 1 0 0,0 1-1 0 0,0-1 1 0 0,0 1-1 0 0,-3-4 1 0 0,4 6-184 0 0,1 1-460 0 0,0 0 0 0 0,0-1-1 0 0,0 1 1 0 0,-1 0 0 0 0,1 0 0 0 0,0 0 0 0 0,0-1 0 0 0,0 1 0 0 0,-1 0 0 0 0,1 0 0 0 0,0 0-1 0 0,0 0 1 0 0,-1-1 0 0 0,1 1 0 0 0,0 0 0 0 0,0 0 0 0 0,-1 0 0 0 0,1 0 0 0 0,0 0 0 0 0,0 0-1 0 0,-1 0 1 0 0,1 0 0 0 0,0 0 0 0 0,-1 0 0 0 0,1 0 0 0 0,0 0 0 0 0,0 0 0 0 0,-1 0 0 0 0,1 0-1 0 0,0 0 1 0 0,-1 0 0 0 0,1 0 0 0 0,0 0 0 0 0,0 0 0 0 0,-1 0 0 0 0,1 1 0 0 0,0-1 0 0 0,0 0 0 0 0,-1 0-1 0 0,-11 5 244 0 0,11-5-244 0 0,-5 5 41 0 0,0-1 1 0 0,0 1 0 0 0,0 0 0 0 0,1 0 0 0 0,-1 1 0 0 0,1-1 0 0 0,1 1 0 0 0,-7 10 0 0 0,-3 7 18 0 0,-10 26-1 0 0,20-42-53 0 0,-3 8-5 0 0,1 1 1 0 0,1 0 0 0 0,0 0 0 0 0,1 0 0 0 0,-4 32 0 0 0,7-38 4 0 0,1 0 0 0 0,0 0 0 0 0,0 0-1 0 0,1 0 1 0 0,0-1 0 0 0,0 1 0 0 0,1 0 0 0 0,1 0 0 0 0,-1-1 0 0 0,2 1 0 0 0,4 9 0 0 0,-7-16 26 0 0,1-1 0 0 0,0 1 0 0 0,-1-1 0 0 0,1 1 0 0 0,0-1 0 0 0,0 0 0 0 0,0 0 0 0 0,0 0 0 0 0,1 0 0 0 0,-1 0 0 0 0,1 0-1 0 0,-1 0 1 0 0,1-1 0 0 0,-1 0 0 0 0,1 1 0 0 0,0-1 0 0 0,0 0 0 0 0,0 0 0 0 0,-1-1 0 0 0,1 1 0 0 0,0 0 0 0 0,0-1 0 0 0,0 0 0 0 0,0 0 0 0 0,0 0-1 0 0,0 0 1 0 0,0 0 0 0 0,0 0 0 0 0,0-1 0 0 0,0 0 0 0 0,0 1 0 0 0,0-1 0 0 0,0 0 0 0 0,5-3 0 0 0,-1 0 69 0 0,1 1 0 0 0,-1-1 0 0 0,0-1 0 0 0,0 1 0 0 0,0-1 0 0 0,-1-1 0 0 0,1 1 0 0 0,-1-1 0 0 0,-1 0 0 0 0,1-1 1 0 0,7-10-1 0 0,-5 3-28 0 0,-1 0 0 0 0,0-1 0 0 0,-2 1 0 0 0,1-1 1 0 0,-2 0-1 0 0,0 0 0 0 0,2-18 0 0 0,-4 27-89 0 0,-2-1-1 0 0,1 1 0 0 0,-1 0 1 0 0,0-1-1 0 0,0 1 0 0 0,0 0 1 0 0,-1-1-1 0 0,0 1 0 0 0,-1 0 1 0 0,1 0-1 0 0,-1 0 1 0 0,0 0-1 0 0,-1 0 0 0 0,1 0 1 0 0,-1 0-1 0 0,0 1 0 0 0,-1 0 1 0 0,1-1-1 0 0,-1 1 0 0 0,-6-6 1 0 0,8 9-214 0 0,-1 0 0 0 0,1 1 0 0 0,-1-1 0 0 0,1 0 0 0 0,-1 1 0 0 0,0 0 0 0 0,0 0 0 0 0,0-1 0 0 0,0 2 0 0 0,0-1 0 0 0,0 0 0 0 0,0 1 0 0 0,0-1 0 0 0,0 1 0 0 0,0 0 0 0 0,-4 0 0 0 0,2 0-888 0 0,-1 1-1 0 0,0 0 0 0 0,0 1 0 0 0,0-1 1 0 0,1 1-1 0 0,-1 0 0 0 0,1 0 0 0 0,-7 4 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37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36 105 2080 0 0,'-6'-15'14073'0'0,"3"19"-14030"0"0,0 0 0 0 0,0 1 0 0 0,0 0 0 0 0,1 0 1 0 0,0 0-1 0 0,0 0 0 0 0,0 0 0 0 0,1 0 0 0 0,-1 0 1 0 0,1 0-1 0 0,0 9 0 0 0,-3 61 88 0 0,4-61-129 0 0,1-1 0 0 0,1 0 0 0 0,0 0 0 0 0,0 0 0 0 0,2 0 0 0 0,5 16 0 0 0,-7-24 90 0 0,0-1 1 0 0,0 1-1 0 0,0 0 1 0 0,0-1-1 0 0,1 1 0 0 0,0-1 1 0 0,0 0-1 0 0,0 0 1 0 0,0 0-1 0 0,0 0 0 0 0,1-1 1 0 0,0 1-1 0 0,0-1 1 0 0,0 0-1 0 0,0 0 0 0 0,1 0 1 0 0,-1-1-1 0 0,8 4 1 0 0,-7-5 23 0 0,-1 0 1 0 0,1 0-1 0 0,-1-1 0 0 0,1 0 1 0 0,-1 1-1 0 0,1-2 1 0 0,0 1-1 0 0,-1 0 1 0 0,1-1-1 0 0,-1 0 1 0 0,1 0-1 0 0,-1 0 1 0 0,1-1-1 0 0,-1 0 0 0 0,0 1 1 0 0,0-2-1 0 0,0 1 1 0 0,0 0-1 0 0,0-1 1 0 0,0 1-1 0 0,-1-1 1 0 0,1 0-1 0 0,-1-1 0 0 0,0 1 1 0 0,0 0-1 0 0,4-6 1 0 0,1-3 20 0 0,0 0 0 0 0,0 0-1 0 0,-1-1 1 0 0,-1 0 0 0 0,0 0 0 0 0,7-27 0 0 0,-9 28-35 0 0,-1-1-1 0 0,-1 1 1 0 0,0 0-1 0 0,-1-1 1 0 0,0 1-1 0 0,-1-1 1 0 0,-3-24-1 0 0,2 31-96 0 0,0 0-1 0 0,0 1 1 0 0,-1-1-1 0 0,0 0 1 0 0,0 0-1 0 0,-1 1 1 0 0,0 0-1 0 0,0-1 1 0 0,0 1-1 0 0,0 0 1 0 0,-1 0-1 0 0,0 1 1 0 0,0-1 0 0 0,0 1-1 0 0,0 0 1 0 0,-1 0-1 0 0,0 0 1 0 0,-6-3-1 0 0,2 2-415 0 0,0 0 0 0 0,0 1 0 0 0,0 1 0 0 0,-1 0 0 0 0,1 0 0 0 0,-19-2 0 0 0,-26-1-8095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38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182 193 1368 0 0,'0'-2'1242'0'0,"-7"-68"6523"0"0,4 53-5081 0 0,3 15-2192 0 0,-1-1 75 0 0,1 3-540 0 0,0 0-1 0 0,0 0 1 0 0,0-1-1 0 0,0 1 1 0 0,0 0-1 0 0,0 0 1 0 0,0 0-1 0 0,0-1 1 0 0,0 1-1 0 0,0 0 1 0 0,0 0-1 0 0,0 0 1 0 0,0 0-1 0 0,0 0 1 0 0,0-1-1 0 0,0 1 1 0 0,0 0-1 0 0,-1 0 1 0 0,1 0-1 0 0,0 0 1 0 0,0 0-1 0 0,0-1 1 0 0,0 1-1 0 0,0 0 1 0 0,0 0-1 0 0,0 0 1 0 0,-1 0-1 0 0,1 0 1 0 0,0 0-1 0 0,0 0 1 0 0,0 0-1 0 0,0-1 1 0 0,0 1-1 0 0,-1 0 1 0 0,1 0-1 0 0,0 0 1 0 0,0 0-1 0 0,0 0 1 0 0,0 0-1 0 0,-1 0 1 0 0,1 0-1 0 0,0 0 1 0 0,0 0-1 0 0,0 0 1 0 0,-1 0-1 0 0,-2 2 8 0 0,0 1-1 0 0,0-1 0 0 0,0 1 0 0 0,0-1 1 0 0,1 1-1 0 0,-1 0 0 0 0,1 0 0 0 0,0 0 1 0 0,-1 0-1 0 0,1 1 0 0 0,1-1 0 0 0,-1 1 1 0 0,-1 4-1 0 0,-20 55 231 0 0,19-52-252 0 0,-9 34-8 0 0,-13 69-1 0 0,23-92 50 0 0,0 1-1 0 0,2 0 1 0 0,0 0-1 0 0,2 0 1 0 0,3 25 0 0 0,-2-39 32 0 0,-1 0 1 0 0,2-1 0 0 0,-1 1-1 0 0,1-1 1 0 0,4 10 0 0 0,-5-15 57 0 0,0 1 1 0 0,0-1-1 0 0,1 1 0 0 0,-1-1 1 0 0,1 0-1 0 0,-1 0 1 0 0,1 0-1 0 0,0 0 1 0 0,0-1-1 0 0,0 1 1 0 0,1-1-1 0 0,5 4 0 0 0,-6-5-46 0 0,-1 0 0 0 0,1-1 0 0 0,-1 1-1 0 0,1-1 1 0 0,-1 0 0 0 0,1 0 0 0 0,-1 1-1 0 0,1-2 1 0 0,-1 1 0 0 0,1 0 0 0 0,-1 0-1 0 0,1-1 1 0 0,3-1 0 0 0,30-13 923 0 0,-26 8-890 0 0,0 0 1 0 0,-1-1 0 0 0,0 0 0 0 0,0 0-1 0 0,-1-1 1 0 0,0 0 0 0 0,-1-1 0 0 0,0 0 0 0 0,0 0-1 0 0,-1-1 1 0 0,6-12 0 0 0,2-10-13 0 0,0-1 0 0 0,12-49 0 0 0,-21 64-86 0 0,-1 1 1 0 0,-1-1-1 0 0,0 0 1 0 0,-2-1-1 0 0,0 1 0 0 0,-1 0 1 0 0,-1 0-1 0 0,-5-32 0 0 0,4 43-38 0 0,1 0-1 0 0,-2 1 0 0 0,1-1 0 0 0,-1 1 0 0 0,0 0 0 0 0,0 0 0 0 0,-1 0 1 0 0,0 0-1 0 0,0 0 0 0 0,-1 1 0 0 0,0 0 0 0 0,0 0 0 0 0,0 0 0 0 0,-1 0 1 0 0,0 1-1 0 0,0 0 0 0 0,0 0 0 0 0,-1 1 0 0 0,1 0 0 0 0,-1 0 0 0 0,0 0 1 0 0,0 1-1 0 0,-13-4 0 0 0,14 5-40 0 0,0 1 0 0 0,0 0 0 0 0,0 0 0 0 0,0 1-1 0 0,-1 0 1 0 0,1 0 0 0 0,0 0 0 0 0,0 1 0 0 0,0 0 0 0 0,0 0 0 0 0,0 0 0 0 0,0 1 0 0 0,0 0 0 0 0,0 0 0 0 0,1 0 0 0 0,-1 1 0 0 0,1 0 0 0 0,-1 0-1 0 0,1 1 1 0 0,0-1 0 0 0,0 1 0 0 0,1 0 0 0 0,-1 0 0 0 0,1 1 0 0 0,-5 5 0 0 0,0 2-879 0 0,0-1 0 0 0,1 1 0 0 0,0 1 1 0 0,1 0-1 0 0,0 0 0 0 0,1 0 0 0 0,1 1 0 0 0,0-1 0 0 0,-5 24 0 0 0,5-12-3221 0 0,0-1-2024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39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2132 0 0,'35'-59'16846'0'0,"-32"61"-16606"0"0,-3-2-231 0 0,0 0 0 0 0,1 1 0 0 0,-1-1 0 0 0,0 0 0 0 0,1 0 0 0 0,-1 0 0 0 0,0 0 0 0 0,1 1 0 0 0,-1-1 0 0 0,0 0 0 0 0,0 0 0 0 0,1 1 0 0 0,-1-1 0 0 0,0 0 0 0 0,0 0-1 0 0,1 1 1 0 0,-1-1 0 0 0,0 0 0 0 0,0 1 0 0 0,0-1 0 0 0,0 0 0 0 0,1 1 0 0 0,-1-1 0 0 0,0 0 0 0 0,0 1 0 0 0,0-1 0 0 0,0 1 0 0 0,-2 241 3435 0 0,1 6-5036 0 0,-2-204-2470 0 0,-1-15-2404 0 0,4-24 4615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39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83 332 508 0 0,'-3'-15'4758'0'0,"-21"-70"5403"0"0,23 84-9551 0 0,2 0-531 0 0,-1 0-1 0 0,0 0 0 0 0,0 1 0 0 0,0-1 0 0 0,0 0 0 0 0,0 0 0 0 0,0 1 0 0 0,-1-1 0 0 0,1 0 0 0 0,0 0 0 0 0,0 1 0 0 0,0-1 0 0 0,-1 0 1 0 0,1 1-1 0 0,0-1 0 0 0,-1 0 0 0 0,1 1 0 0 0,0-1 0 0 0,-1 0 0 0 0,0 0 0 0 0,1 1-52 0 0,-1 0 0 0 0,1 0 0 0 0,-1 0 0 0 0,1 0 1 0 0,-1 0-1 0 0,1 0 0 0 0,0 0 0 0 0,-1 0 0 0 0,1 0 0 0 0,-1 0 0 0 0,1 0 0 0 0,0 0 0 0 0,-1 1 0 0 0,1-1 1 0 0,-1 0-1 0 0,1 0 0 0 0,0 0 0 0 0,-1 1 0 0 0,1-1 0 0 0,0 0 0 0 0,-1 0 0 0 0,1 1 0 0 0,0-1 0 0 0,-1 1 1 0 0,-1 1-5 0 0,-1 0 1 0 0,1 1-1 0 0,0-1 1 0 0,0 1-1 0 0,1 0 1 0 0,-4 5-1 0 0,0 9 12 0 0,0 1 0 0 0,0 0-1 0 0,2 0 1 0 0,0 1 0 0 0,1 26 0 0 0,1-35-15 0 0,1 0 1 0 0,1-1-1 0 0,0 1 1 0 0,1-1 0 0 0,-1 0-1 0 0,2 1 1 0 0,-1-1-1 0 0,1 0 1 0 0,1 0 0 0 0,0 0-1 0 0,0-1 1 0 0,7 11-1 0 0,-10-18-2 0 0,0 1 0 0 0,0-1-1 0 0,1 1 1 0 0,-1-1-1 0 0,0 0 1 0 0,1 0-1 0 0,-1 0 1 0 0,1 0 0 0 0,0 0-1 0 0,-1 0 1 0 0,1 0-1 0 0,0 0 1 0 0,0 0 0 0 0,-1-1-1 0 0,1 1 1 0 0,0-1-1 0 0,0 0 1 0 0,2 1-1 0 0,0-1 9 0 0,1 0-1 0 0,-1 0 0 0 0,0-1 0 0 0,0 1 1 0 0,0-1-1 0 0,0 0 0 0 0,0 0 0 0 0,5-2 0 0 0,0-1 13 0 0,0-1-1 0 0,0 0 0 0 0,0 0 0 0 0,0 0 1 0 0,-1-1-1 0 0,10-9 0 0 0,-5 2-18 0 0,-2-1 1 0 0,0 0-1 0 0,0 0 0 0 0,-1-1 0 0 0,-1-1 0 0 0,0 1 0 0 0,-1-1 1 0 0,-1-1-1 0 0,5-17 0 0 0,-5 13-13 0 0,-2 1 0 0 0,0-1 0 0 0,-2 0-1 0 0,0 0 1 0 0,-1-1 0 0 0,-1 1 0 0 0,-3-28 0 0 0,2 43-10 0 0,-1 0 0 0 0,0 0 0 0 0,-1 0 0 0 0,1 0 0 0 0,-1 1 0 0 0,-1-1 0 0 0,1 1-1 0 0,-1-1 1 0 0,1 1 0 0 0,-2 0 0 0 0,1 0 0 0 0,0 0 0 0 0,-8-7 0 0 0,9 10 0 0 0,-1-1-1 0 0,1 1 0 0 0,-1 0 1 0 0,0 0-1 0 0,0 0 1 0 0,0 0-1 0 0,0 1 0 0 0,0-1 1 0 0,0 1-1 0 0,-1 0 1 0 0,1 0-1 0 0,0 0 0 0 0,-1 0 1 0 0,1 1-1 0 0,-1-1 1 0 0,1 1-1 0 0,-1 0 0 0 0,1 0 1 0 0,0 0-1 0 0,-1 0 1 0 0,1 1-1 0 0,-1-1 0 0 0,1 1 1 0 0,-6 2-1 0 0,0 1-176 0 0,1-1 0 0 0,0 2 0 0 0,0-1 0 0 0,0 1 0 0 0,1 0 0 0 0,-1 1 0 0 0,1 0 0 0 0,1 0 0 0 0,-1 0-1 0 0,1 1 1 0 0,-9 13 0 0 0,4-5-1822 0 0,1 1 0 0 0,1 0 1 0 0,1 1-1 0 0,-11 31 0 0 0,12-26-3129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40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77 151 920 0 0,'-24'10'6513'0'0,"20"-6"-6135"0"0,0 1 0 0 0,0-1-1 0 0,0 1 1 0 0,0 0-1 0 0,1 0 1 0 0,-1 1-1 0 0,1-1 1 0 0,1 1 0 0 0,-1-1-1 0 0,1 1 1 0 0,-2 6-1 0 0,1 1-156 0 0,0 0-1 0 0,1 0 0 0 0,0 0 1 0 0,1 0-1 0 0,0 0 0 0 0,1 1 0 0 0,1-1 1 0 0,0 0-1 0 0,1 0 0 0 0,0 0 1 0 0,1 0-1 0 0,1-1 0 0 0,0 1 0 0 0,0-1 1 0 0,1 1-1 0 0,1-2 0 0 0,10 17 0 0 0,-15-26-110 0 0,1 1 0 0 0,0-1 0 0 0,0 0 0 0 0,0-1-1 0 0,0 1 1 0 0,0 0 0 0 0,0 0 0 0 0,0-1 0 0 0,1 0-1 0 0,-1 1 1 0 0,1-1 0 0 0,-1 0 0 0 0,1 0 0 0 0,-1 0-1 0 0,1 0 1 0 0,4 0 0 0 0,-2 0-4 0 0,0-1 0 0 0,0 0 1 0 0,-1 0-1 0 0,1-1 0 0 0,0 1 1 0 0,0-1-1 0 0,-1 0 0 0 0,1 0 0 0 0,5-3 1 0 0,-1 1 8 0 0,0-2 1 0 0,-1 1 0 0 0,1-1 0 0 0,-1 0-1 0 0,0-1 1 0 0,0 0 0 0 0,0 0 0 0 0,13-15-1 0 0,-12 10-12 0 0,-1-1-1 0 0,0-1 1 0 0,-1 0-1 0 0,0 0 1 0 0,-1 0-1 0 0,0-1 0 0 0,6-23 1 0 0,-9 26-15 0 0,-1 0 0 0 0,0 0 0 0 0,0 0 0 0 0,-1 0 0 0 0,0-1 0 0 0,-1 1 0 0 0,-1 0 0 0 0,1-1 1 0 0,-2 1-1 0 0,-4-18 0 0 0,4 22-72 0 0,-1 1 1 0 0,0-1-1 0 0,0 1 1 0 0,-1 0 0 0 0,1-1-1 0 0,-2 2 1 0 0,1-1-1 0 0,-1 0 1 0 0,1 1 0 0 0,-1 0-1 0 0,-1 0 1 0 0,1 0-1 0 0,-1 1 1 0 0,0 0 0 0 0,-8-5-1 0 0,-9-2-1083 0 0,0 0-1 0 0,-49-14 0 0 0,32 11-3090 0 0,18 2-2193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41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182 113 660 0 0,'0'0'1719'0'0,"-30"-27"7840"0"0,30 26-9397 0 0,-1 0 0 0 0,0 1-1 0 0,1-1 1 0 0,-1 0 0 0 0,0 1 0 0 0,0-1-1 0 0,1 1 1 0 0,-1-1 0 0 0,0 1-1 0 0,0-1 1 0 0,0 1 0 0 0,0 0-1 0 0,0 0 1 0 0,1-1 0 0 0,-1 1-1 0 0,0 0 1 0 0,0 0 0 0 0,0 0-1 0 0,0 0 1 0 0,0 0 0 0 0,0 0-1 0 0,0 0 1 0 0,0 0 0 0 0,-1 0-1 0 0,0 1-76 0 0,0 0 0 0 0,1 0 0 0 0,-1 0 0 0 0,0 0 0 0 0,1 0 0 0 0,-1 0 1 0 0,1 1-1 0 0,-1-1 0 0 0,1 0 0 0 0,0 1 0 0 0,-2 2 0 0 0,-3 5-177 0 0,0 1 1 0 0,1 0-1 0 0,-6 14 1 0 0,9-19 358 0 0,-19 43-206 0 0,-23 79 0 0 0,40-111-33 0 0,0-1 1 0 0,2 1 0 0 0,-1-1 0 0 0,2 1 0 0 0,0 0 0 0 0,1 0 0 0 0,1 0 0 0 0,0 0 0 0 0,6 27 0 0 0,-5-37 37 0 0,-1-1 0 0 0,1 0 0 0 0,0 0 0 0 0,0 0 0 0 0,1 0 0 0 0,-1 0 0 0 0,1 0 0 0 0,0-1 0 0 0,0 1 0 0 0,1-1 0 0 0,-1 0 0 0 0,1 0 0 0 0,0 0 0 0 0,0-1 0 0 0,1 1 0 0 0,-1-1 0 0 0,1 0 0 0 0,-1 0 0 0 0,7 2 0 0 0,-5-3 79 0 0,0 0-1 0 0,1 0 0 0 0,0-1 1 0 0,-1 1-1 0 0,1-1 1 0 0,0-1-1 0 0,0 0 0 0 0,-1 0 1 0 0,1 0-1 0 0,0 0 0 0 0,0-1 1 0 0,-1-1-1 0 0,1 1 1 0 0,0-1-1 0 0,7-3 0 0 0,-2 0-23 0 0,0-1 0 0 0,-1 0-1 0 0,0-1 1 0 0,0 0 0 0 0,0-1-1 0 0,-1 0 1 0 0,0 0 0 0 0,-1-1-1 0 0,0-1 1 0 0,0 1 0 0 0,-1-2-1 0 0,0 1 1 0 0,8-16 0 0 0,0-2-22 0 0,-2 0 1 0 0,-1-1-1 0 0,-1 0 1 0 0,11-43-1 0 0,-19 56-59 0 0,0-1-1 0 0,-1 1 1 0 0,-1-1-1 0 0,0 0 1 0 0,-2 0-1 0 0,0 1 1 0 0,0-1-1 0 0,-5-23 1 0 0,4 33-35 0 0,-1 1 1 0 0,0-1 0 0 0,0 1 0 0 0,-1 0-1 0 0,1 0 1 0 0,-1 0 0 0 0,0 1-1 0 0,-1-1 1 0 0,0 1 0 0 0,-6-9-1 0 0,6 10-9 0 0,0 1-1 0 0,0 0 0 0 0,0-1 0 0 0,-1 1 0 0 0,1 1 1 0 0,-1-1-1 0 0,0 1 0 0 0,1 0 0 0 0,-1 0 0 0 0,0 0 0 0 0,0 0 1 0 0,0 1-1 0 0,-1 0 0 0 0,-9-1 0 0 0,6 2-185 0 0,0 0 0 0 0,-1 1 0 0 0,1 0 0 0 0,0 0 0 0 0,0 1 1 0 0,0 0-1 0 0,0 1 0 0 0,0 0 0 0 0,0 0 0 0 0,1 1 0 0 0,-1 0 0 0 0,1 0 0 0 0,0 1 0 0 0,0 0 0 0 0,1 1 0 0 0,-14 12 0 0 0,4-2-1824 0 0,1 1 0 0 0,1 1 0 0 0,0 0-1 0 0,2 1 1 0 0,-19 34 0 0 0,18-27-3744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41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14 181 848 0 0,'0'-10'4809'0'0,"0"1"-2271"0"0,0 0 0 0 0,-1 1 0 0 0,0-1 1 0 0,-4-15 884 0 0,5 24-3415 0 0,-1 1 1 0 0,0 0-1 0 0,1 0 0 0 0,-1 0 0 0 0,1 0 1 0 0,-1 0-1 0 0,1-1 0 0 0,0 1 0 0 0,-1 0 1 0 0,1 0-1 0 0,0 0 0 0 0,0 0 1 0 0,-1 0-1 0 0,1 0 0 0 0,0 0 0 0 0,0 0 1 0 0,0 2-1 0 0,-1 19 38 0 0,2-2-20 0 0,0-1 0 0 0,0 0 0 0 0,2 0 0 0 0,6 22-1 0 0,-8-36 13 0 0,0 1-1 0 0,1-1 0 0 0,0 1 0 0 0,0-1 0 0 0,0 0 1 0 0,1 0-1 0 0,0 0 0 0 0,0 0 0 0 0,0 0 0 0 0,1-1 0 0 0,-1 1 1 0 0,1-1-1 0 0,0 0 0 0 0,0 0 0 0 0,1-1 0 0 0,-1 1 1 0 0,1-1-1 0 0,7 4 0 0 0,-7-5 104 0 0,0-1 0 0 0,0 0 1 0 0,0 0-1 0 0,0-1 0 0 0,0 1 1 0 0,0-1-1 0 0,0 0 0 0 0,0 0 1 0 0,0-1-1 0 0,0 0 0 0 0,0 0 0 0 0,0 0 1 0 0,0 0-1 0 0,6-3 0 0 0,-2-1-47 0 0,0 0 0 0 0,-1 0 1 0 0,0-1-1 0 0,0 0 0 0 0,0 0 0 0 0,-1-1 0 0 0,0 0 0 0 0,0-1 0 0 0,-1 1 0 0 0,0-1 0 0 0,0 0 0 0 0,0-1 0 0 0,-1 0 0 0 0,-1 1 0 0 0,4-11 0 0 0,-2 3 48 0 0,0 1 1 0 0,-1-1-1 0 0,-1 0 0 0 0,-1-1 1 0 0,0 1-1 0 0,-1-1 0 0 0,-1 1 1 0 0,-1-23-1 0 0,0 36-236 0 0,0 0-1 0 0,0 1 1 0 0,0-1 0 0 0,0 0 0 0 0,-1 1-1 0 0,1-1 1 0 0,-1 0 0 0 0,0 1-1 0 0,0-1 1 0 0,0 1 0 0 0,0-1 0 0 0,0 1-1 0 0,-1 0 1 0 0,1-1 0 0 0,-1 1-1 0 0,0 0 1 0 0,1 0 0 0 0,-1 0 0 0 0,0 0-1 0 0,0 0 1 0 0,0 1 0 0 0,0-1-1 0 0,-1 1 1 0 0,1-1 0 0 0,0 1 0 0 0,-1 0-1 0 0,1-1 1 0 0,-1 1 0 0 0,1 0-1 0 0,-1 1 1 0 0,1-1 0 0 0,-1 0 0 0 0,0 1-1 0 0,1 0 1 0 0,-1-1 0 0 0,0 1-1 0 0,-2 1 1 0 0,-4-1-358 0 0,0 1 0 0 0,0 0 0 0 0,0 1 0 0 0,0 0 0 0 0,0 0 0 0 0,0 1 0 0 0,1 0 0 0 0,0 1 0 0 0,-16 8 0 0 0,6 0-3869 0 0,-32 28-1 0 0,28-20-1697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45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39 340 0 0,'-3'-25'9901'0'0,"-1"12"-6364"0"0,1 18-1838 0 0,3 25-1141 0 0,4 2 276 0 0,-1 43-1 0 0,-1-20-399 0 0,-4 43 27 0 0,0-64-638 0 0,2 41 0 0 0,1-70-951 0 0,-1-1 0 0 0,1 1 1 0 0,0-1-1 0 0,0 1 0 0 0,0-1 0 0 0,1 1 1 0 0,-1-1-1 0 0,1 0 0 0 0,4 7 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45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128 141 2268 0 0,'-33'39'11637'0'0,"20"-24"-5461"0"0,8-7-3515 0 0,0-2-2550 0 0,0 0 0 0 0,1 1 0 0 0,0-1 0 0 0,0 1 0 0 0,1 0 0 0 0,0 0 0 0 0,-5 14 0 0 0,-13 58-214 0 0,18-67 121 0 0,-2 12-20 0 0,0 0-1 0 0,0 26 0 0 0,4-39 9 0 0,1 0 1 0 0,0 0-1 0 0,1 0 1 0 0,1-1-1 0 0,-1 1 0 0 0,2-1 1 0 0,4 14-1 0 0,-7-21 8 0 0,1-1-1 0 0,1 1 1 0 0,-1-1 0 0 0,0 1-1 0 0,0-1 1 0 0,1 1-1 0 0,0-1 1 0 0,-1 0-1 0 0,1 0 1 0 0,0 0 0 0 0,0 0-1 0 0,0 0 1 0 0,0 0-1 0 0,1-1 1 0 0,-1 1 0 0 0,0-1-1 0 0,1 1 1 0 0,4 1-1 0 0,-3-2 6 0 0,0 0-1 0 0,0 0 0 0 0,0 0 1 0 0,1-1-1 0 0,-1 0 0 0 0,0 1 1 0 0,1-2-1 0 0,-1 1 0 0 0,0 0 1 0 0,0-1-1 0 0,6-1 0 0 0,1-1 20 0 0,-1-1 0 0 0,1 0 0 0 0,-1 0 0 0 0,1-2 0 0 0,-1 1 0 0 0,-1-1 0 0 0,1 0 0 0 0,12-11 0 0 0,-10 4-4 0 0,0 1 1 0 0,-1-2-1 0 0,0 0 0 0 0,-1 0 0 0 0,-1-1 0 0 0,0 0 1 0 0,-1 0-1 0 0,0-1 0 0 0,-2 0 0 0 0,6-19 1 0 0,-6 14-19 0 0,0 0 0 0 0,-2-1 1 0 0,-1 0-1 0 0,0 0 0 0 0,-2 0 1 0 0,0 0-1 0 0,-5-36 1 0 0,3 50-148 0 0,0 0 1 0 0,-1 0 0 0 0,0 0 0 0 0,0 1 0 0 0,-1-1-1 0 0,0 0 1 0 0,0 1 0 0 0,-1 0 0 0 0,0 0-1 0 0,0 0 1 0 0,-1 0 0 0 0,0 0 0 0 0,0 1 0 0 0,-7-6-1 0 0,-22-13-4669 0 0,27 22 2410 0 0,0 0 1 0 0,0 0-1 0 0,-12-3 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46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29 1416 0 0,'-2'-12'5621'0'0,"-3"-5"-641"0"0,-4 23-4605 0 0,2 2-294 0 0,0 1 1 0 0,1 0-1 0 0,0 1 0 0 0,0-1 1 0 0,1 1-1 0 0,-6 17 1 0 0,6-16-9 0 0,-9 20 167 0 0,1 1 0 0 0,1 0 0 0 0,2 1-1 0 0,2 0 1 0 0,1 0 0 0 0,1 1 0 0 0,2 0 0 0 0,0 49-1 0 0,4-76-78 0 0,1 0 0 0 0,0 0 0 0 0,0 0 0 0 0,1 0 1 0 0,0 0-1 0 0,0-1 0 0 0,0 1 0 0 0,1-1 0 0 0,0 1 0 0 0,0-1 0 0 0,1 0 0 0 0,0 0 0 0 0,4 6 0 0 0,-5-9-58 0 0,0 0 0 0 0,0 0 0 0 0,-1-1 0 0 0,1 0 1 0 0,1 1-1 0 0,-1-1 0 0 0,0 0 0 0 0,1 0 0 0 0,-1-1 0 0 0,1 1 0 0 0,-1-1 1 0 0,1 1-1 0 0,0-1 0 0 0,-1 0 0 0 0,1-1 0 0 0,0 1 0 0 0,0-1 1 0 0,0 1-1 0 0,0-1 0 0 0,-1 0 0 0 0,1-1 0 0 0,0 1 0 0 0,0-1 1 0 0,0 1-1 0 0,4-3 0 0 0,5-1 41 0 0,-1-1 0 0 0,1-1 1 0 0,-1 0-1 0 0,0-1 0 0 0,0 0 0 0 0,-1 0 1 0 0,0-2-1 0 0,-1 1 0 0 0,1-1 1 0 0,-2-1-1 0 0,1 0 0 0 0,-1 0 0 0 0,-1-1 1 0 0,0 0-1 0 0,10-18 0 0 0,-6 8-62 0 0,-1-1-1 0 0,-2 0 1 0 0,0 0 0 0 0,-1-1-1 0 0,-1-1 1 0 0,-1 1-1 0 0,5-48 1 0 0,-10 64-73 0 0,-1 0 1 0 0,0 0-1 0 0,0 0 1 0 0,-1 0-1 0 0,0 0 1 0 0,0 0-1 0 0,-1 0 1 0 0,0 0-1 0 0,0 1 1 0 0,-1-1-1 0 0,0 0 1 0 0,0 1-1 0 0,-6-10 1 0 0,7 13-98 0 0,0 1 0 0 0,0-1 0 0 0,0 0 0 0 0,-1 1 0 0 0,1 0 0 0 0,-1-1 0 0 0,0 1 0 0 0,1 0 1 0 0,-1 1-1 0 0,0-1 0 0 0,0 0 0 0 0,0 1 0 0 0,0-1 0 0 0,-1 1 0 0 0,1 0 0 0 0,0 0 0 0 0,0 0 0 0 0,-1 1 1 0 0,1-1-1 0 0,-1 1 0 0 0,1 0 0 0 0,0 0 0 0 0,-1 0 0 0 0,1 0 0 0 0,-1 1 0 0 0,1-1 0 0 0,0 1 0 0 0,-1 0 0 0 0,-5 2 1 0 0,0 1-516 0 0,0 0 1 0 0,0 0 0 0 0,0 1 0 0 0,1 0 0 0 0,0 1 0 0 0,0 0-1 0 0,0 0 1 0 0,-7 8 0 0 0,-6 9-3397 0 0,-22 30 0 0 0,24-31-766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46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53 760 0 0,'0'0'14047'0'0,"-12"5"-13464"0"0,5 16-403 0 0,2 0 0 0 0,0 1 0 0 0,2-1 0 0 0,-2 36 0 0 0,4-45-69 0 0,1-1 0 0 0,1 0 0 0 0,0 0 0 0 0,0 1 0 0 0,1-1 0 0 0,1 0 0 0 0,0-1 0 0 0,0 1-1 0 0,1 0 1 0 0,10 19 0 0 0,-12-27-18 0 0,-1-1 0 0 0,1 1 1 0 0,0-1-1 0 0,0 0 0 0 0,0 0 0 0 0,0 1 0 0 0,1-1 0 0 0,-1-1 0 0 0,0 1 0 0 0,1 0 0 0 0,0 0 0 0 0,-1-1 0 0 0,1 0 0 0 0,0 1 0 0 0,-1-1 1 0 0,1 0-1 0 0,6 1 0 0 0,-4-2 14 0 0,0 1 0 0 0,0-1 1 0 0,0 0-1 0 0,0 0 0 0 0,0-1 0 0 0,0 1 1 0 0,0-1-1 0 0,0-1 0 0 0,0 1 0 0 0,4-2 1 0 0,1-1 33 0 0,0 0 0 0 0,-1-1 0 0 0,1 0 1 0 0,-1-1-1 0 0,0 0 0 0 0,-1 0 0 0 0,0-1 1 0 0,0 0-1 0 0,12-14 0 0 0,-9 7-31 0 0,-1-1 0 0 0,-1 0-1 0 0,0 0 1 0 0,10-28 0 0 0,-15 34-83 0 0,-1 0-1 0 0,0-1 1 0 0,-1 0-1 0 0,0 1 1 0 0,0-1 0 0 0,-1 0-1 0 0,0 0 1 0 0,-1 0 0 0 0,-2-17-1 0 0,2 23-24 0 0,-1 0-1 0 0,0 0 1 0 0,0 1-1 0 0,0-1 1 0 0,0 0-1 0 0,-1 1 1 0 0,1-1-1 0 0,-1 1 1 0 0,0 0-1 0 0,0-1 1 0 0,0 1 0 0 0,0 0-1 0 0,-1 0 1 0 0,0 1-1 0 0,1-1 1 0 0,-6-3-1 0 0,4 3-97 0 0,0 0-1 0 0,-1 1 1 0 0,0 0 0 0 0,1 0-1 0 0,-1 0 1 0 0,0 0-1 0 0,0 1 1 0 0,0 0 0 0 0,0 0-1 0 0,0 0 1 0 0,-6 1-1 0 0,-2 0-417 0 0,1 0-1 0 0,-1 1 0 0 0,0 1 0 0 0,0 0 0 0 0,1 1 0 0 0,-1 1 1 0 0,1-1-1 0 0,0 2 0 0 0,-12 5 0 0 0,0 3-1610 0 0,1 0 1 0 0,0 1-1 0 0,-31 27 0 0 0,26-17-3286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4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14 210 1944 0 0,'-1'-20'10290'0'0,"-2"27"-10207"0"0,1 0 0 0 0,0 0 0 0 0,0 0 0 0 0,1 1 0 0 0,0-1 0 0 0,1 0 0 0 0,-1 0 0 0 0,2 13 0 0 0,-1-18-67 0 0,0 15 75 0 0,1-1 0 0 0,0 1 0 0 0,6 23 0 0 0,-6-36 45 0 0,0 1-1 0 0,0-1 0 0 0,0 0 0 0 0,1 0 1 0 0,-1 0-1 0 0,1 0 0 0 0,0 0 0 0 0,1 0 1 0 0,-1 0-1 0 0,1-1 0 0 0,-1 1 1 0 0,1-1-1 0 0,0 0 0 0 0,0 1 0 0 0,1-1 1 0 0,-1-1-1 0 0,7 5 0 0 0,-4-5 33 0 0,0-1 0 0 0,0-1 0 0 0,1 1 0 0 0,-1-1-1 0 0,1 0 1 0 0,-1 0 0 0 0,0 0 0 0 0,1-1 0 0 0,-1 0 0 0 0,0-1 0 0 0,0 1-1 0 0,9-4 1 0 0,-3-1-14 0 0,-1 1 0 0 0,0-2-1 0 0,0 1 1 0 0,0-1-1 0 0,-1-1 1 0 0,0 0 0 0 0,0-1-1 0 0,-1 0 1 0 0,0 0 0 0 0,-1-1-1 0 0,0 0 1 0 0,0 0-1 0 0,8-16 1 0 0,-9 13-35 0 0,0-1-1 0 0,0 0 1 0 0,-2 0 0 0 0,0 0-1 0 0,0-1 1 0 0,-1 0-1 0 0,-1 0 1 0 0,-1 0 0 0 0,0 0-1 0 0,-1 0 1 0 0,0-16 0 0 0,-2 26-104 0 0,1 1 0 0 0,0-1 1 0 0,-1 1-1 0 0,0-1 0 0 0,0 1 1 0 0,-1-1-1 0 0,1 1 0 0 0,-1 0 0 0 0,0 0 1 0 0,0-1-1 0 0,0 1 0 0 0,0 1 1 0 0,-1-1-1 0 0,0 0 0 0 0,0 1 1 0 0,0-1-1 0 0,0 1 0 0 0,0 0 1 0 0,-1 0-1 0 0,1 0 0 0 0,-8-4 1 0 0,7 5-75 0 0,-1 0 0 0 0,0 0 0 0 0,0 0 1 0 0,0 1-1 0 0,0 0 0 0 0,0 0 1 0 0,0 0-1 0 0,0 0 0 0 0,0 1 0 0 0,0 0 1 0 0,-1 0-1 0 0,1 1 0 0 0,0-1 1 0 0,0 1-1 0 0,0 0 0 0 0,0 0 0 0 0,0 1 1 0 0,0-1-1 0 0,-5 4 0 0 0,-2 1-500 0 0,0 0 1 0 0,1 1-1 0 0,0 0 0 0 0,1 1 0 0 0,-1 0 0 0 0,1 1 1 0 0,-10 10-1 0 0,4 0-2551 0 0,0 0 0 0 0,-24 40 0 0 0,26-35-1401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48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11 140 0 0,'-5'-9'13869'0'0,"5"9"-13832"0"0,0 0 0 0 0,0 0 1 0 0,0-1-1 0 0,0 1 1 0 0,0 0-1 0 0,0 0 1 0 0,-1 0-1 0 0,1 0 0 0 0,0 0 1 0 0,0 0-1 0 0,0 0 1 0 0,0 0-1 0 0,0 0 0 0 0,0 0 1 0 0,0 0-1 0 0,-1 0 1 0 0,1 0-1 0 0,0 0 1 0 0,0 0-1 0 0,0-1 0 0 0,0 1 1 0 0,0 0-1 0 0,0 0 1 0 0,-1 0-1 0 0,1 0 0 0 0,0 1 1 0 0,0-1-1 0 0,0 0 1 0 0,0 0-1 0 0,0 0 1 0 0,0 0-1 0 0,-1 0 0 0 0,1 0 1 0 0,0 0-1 0 0,0 0 1 0 0,0 0-1 0 0,0 0 0 0 0,0 0 1 0 0,0 0-1 0 0,0 0 1 0 0,0 0-1 0 0,-1 0 1 0 0,1 1-1 0 0,0-1 0 0 0,0 0 1 0 0,0 0-1 0 0,0 0 1 0 0,0 0-1 0 0,0 0 0 0 0,0 0 1 0 0,0 0-1 0 0,0 1 1 0 0,0-1-1 0 0,0 0 1 0 0,0 0-1 0 0,0 0 0 0 0,0 0 1 0 0,-3 15 712 0 0,3 25-849 0 0,1-29 409 0 0,-4 114 435 0 0,3 91-574 0 0,6-169-2171 0 0,-5-43 1137 0 0,0-1-1 0 0,0 0 1 0 0,0 0-1 0 0,0 0 0 0 0,1 1 1 0 0,0-1-1 0 0,1 3 1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49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863 1 1976 0 0,'-19'3'16025'0'0,"30"-3"-15245"0"0,31 0-746 0 0,-14 0 49 0 0,-2 1-60 0 0,0 1 1 0 0,0 1 0 0 0,-1 1-1 0 0,1 2 1 0 0,26 8-1 0 0,-41-10-16 0 0,0 1-1 0 0,0 0 0 0 0,0 1 0 0 0,-1 0 1 0 0,0 0-1 0 0,0 1 0 0 0,0 0 0 0 0,-1 1 0 0 0,0 0 1 0 0,0 1-1 0 0,-1 0 0 0 0,13 19 0 0 0,-8-7 210 0 0,-1 1 0 0 0,-1 0 0 0 0,-2 1 0 0 0,0 0 0 0 0,-1 1 0 0 0,-1 0 0 0 0,-2 0 0 0 0,0 0 0 0 0,2 46 0 0 0,-4 15 685 0 0,-14 128 0 0 0,8-177-940 0 0,-42 404 282 0 0,3-52 192 0 0,32-273-209 0 0,-51 660-25 0 0,59-736-142 0 0,-7 103 93 0 0,-35 190 1 0 0,26-240-129 0 0,-14 57 170 0 0,-24 54 474 0 0,31-95-492 0 0,-20 193 0 0 0,22-44 398 0 0,15-171-379 0 0,4-41-55 0 0,-1 0 0 0 0,-22 81-1 0 0,26-118-128 0 0,-1-1 0 0 0,0 0 0 0 0,0 0 0 0 0,-1 0 0 0 0,0 0 0 0 0,0-1-1 0 0,-1 1 1 0 0,0-1 0 0 0,0 0 0 0 0,0 0 0 0 0,-1 0 0 0 0,0 0-1 0 0,0-1 1 0 0,-6 5 0 0 0,5-7 3 0 0,1-1 1 0 0,-1 1-1 0 0,0-1 0 0 0,0-1 0 0 0,0 1 0 0 0,-1-1 0 0 0,1 0 1 0 0,-9 0-1 0 0,-2 1 2 0 0,-615 132-6504 0 0,594-125 3167 0 0,9-3-2497 0 0,1 1-3396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0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90 1160 0 0,'3'-10'2348'0'0,"0"0"0"0"0,-1-1 0 0 0,0 1 0 0 0,0-1 0 0 0,-1 0 0 0 0,-1-14 0 0 0,0 23-2162 0 0,0 5-78 0 0,-12 72 177 0 0,-35 116 1 0 0,25-111-1938 0 0,-13 94-1 0 0,33-160 548 0 0,-2 18-5080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0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1 182 460 0 0,'22'-108'12364'0'0,"-6"38"-5931"0"0,-15 68-6126 0 0,-1 3-299 0 0,0-1-1 0 0,0 0 1 0 0,0 0 0 0 0,0 0 0 0 0,0 0 0 0 0,0 0 0 0 0,1 0-1 0 0,-1 0 1 0 0,0 0 0 0 0,0 1 0 0 0,0-1 0 0 0,0 0-1 0 0,1 0 1 0 0,-1 0 0 0 0,0 0 0 0 0,0 0 0 0 0,0 0 0 0 0,0 0-1 0 0,1 0 1 0 0,-1 0 0 0 0,0 0 0 0 0,0 0 0 0 0,0 0-1 0 0,0 0 1 0 0,1 0 0 0 0,-1 0 0 0 0,0 0 0 0 0,0 0 0 0 0,0-1-1 0 0,0 1 1 0 0,1 0 0 0 0,-1 0 0 0 0,0 0 0 0 0,0 0-1 0 0,0 0 1 0 0,0 0 0 0 0,0 0 0 0 0,0-1 0 0 0,1 1 0 0 0,-1 0-1 0 0,0 0 1 0 0,0 0 0 0 0,0 0 0 0 0,0 0 0 0 0,0-1-1 0 0,0 1 1 0 0,0 0 0 0 0,0 0 0 0 0,0 0 0 0 0,0 0 0 0 0,0-1-1 0 0,0 1 1 0 0,9 16 72 0 0,26 125 1038 0 0,20 157 0 0 0,-53-280-1140 0 0,6 44 95 0 0,2 0 0 0 0,22 72 0 0 0,-30-127-192 0 0,-1-5-70 0 0,-1 0 1 0 0,1 0-1 0 0,-1-1 0 0 0,1 1 0 0 0,0 0 0 0 0,0 0 0 0 0,0 0 1 0 0,0 0-1 0 0,0-1 0 0 0,0 1 0 0 0,0 0 0 0 0,0-1 0 0 0,1 1 1 0 0,-1-1-1 0 0,1 1 0 0 0,-1-1 0 0 0,1 0 0 0 0,3 2 0 0 0,-5-3 38 0 0,1 1 0 0 0,-1-1 0 0 0,1 0-1 0 0,-1 0 1 0 0,1 0 0 0 0,0 0-1 0 0,-1 0 1 0 0,1 0 0 0 0,-1 0 0 0 0,1 0-1 0 0,-1 0 1 0 0,1 0 0 0 0,-1-1-1 0 0,1 1 1 0 0,0 0 0 0 0,-1 0 0 0 0,1 0-1 0 0,-1-1 1 0 0,1 1 0 0 0,0-1-1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0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177 138 2312 0 0,'-47'3'4543'0'0,"-82"4"8911"0"0,154-18-12845 0 0,154-24-215 0 0,40-11-3320 0 0,-76 5-6519 0 0,-107 26 2908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1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56 1396 0 0,'0'-3'1503'0'0,"-3"-41"5525"0"0,3 42-6275 0 0,-2-5 1047 0 0,-5 31-437 0 0,-5 46-1 0 0,-3 8-946 0 0,-43 206 357 0 0,41-160-4388 0 0,11-90-2770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2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64 240 0 0,'-11'-51'10057'0'0,"11"50"-9470"0"0,-1-10 2311 0 0,2 11-2845 0 0,-1 0 1 0 0,0 0-1 0 0,0 0 1 0 0,0 0-1 0 0,0 0 1 0 0,0 0-1 0 0,0 0 1 0 0,1 0-1 0 0,5 2 108 0 0,0 1 0 0 0,-1 0 1 0 0,1 1-1 0 0,-1-1 0 0 0,0 1 0 0 0,1 0 0 0 0,-2 1 0 0 0,1-1 0 0 0,0 1 0 0 0,-1 0 0 0 0,7 9 0 0 0,41 69 748 0 0,-43-67-866 0 0,7 13 64 0 0,-1 2-1 0 0,-2 0 1 0 0,-1 0 0 0 0,-2 1 0 0 0,0 1 0 0 0,4 37 0 0 0,-4 7-208 0 0,-9-51-2848 0 0,0-1-4172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2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48 392 0 0,'-57'10'9333'0'0,"55"-10"-8726"0"0,-7 3 1273 0 0,53-5-1645 0 0,-1-3-1 0 0,49-11 1 0 0,10-1-1287 0 0,-8 0-5377 0 0,-74 13 3398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2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80 1392 0 0,'-18'-9'11130'0'0,"18"8"-11062"0"0,0 0 1 0 0,1-1-1 0 0,-1 1 1 0 0,1 0-1 0 0,0 0 1 0 0,0 0-1 0 0,-1 0 0 0 0,1-1 1 0 0,0 1-1 0 0,0 0 1 0 0,0 0-1 0 0,0 1 1 0 0,0-1-1 0 0,0 0 1 0 0,0 0-1 0 0,0 0 0 0 0,1 1 1 0 0,-1-1-1 0 0,0 0 1 0 0,3 0-1 0 0,30-12 117 0 0,-30 11-112 0 0,86-22-660 0 0,-32 13-6434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3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50 1324 0 0,'-35'35'9422'0'0,"37"-32"-9095"0"0,-2-2-320 0 0,0-1 0 0 0,0 0 0 0 0,0 0 0 0 0,0 1-1 0 0,0-1 1 0 0,0 0 0 0 0,0 0 0 0 0,0 0 0 0 0,0 1 0 0 0,0-1 0 0 0,0 0 0 0 0,0 0-1 0 0,1 0 1 0 0,-1 1 0 0 0,0-1 0 0 0,0 0 0 0 0,0 0 0 0 0,0 0 0 0 0,0 0 0 0 0,1 1 0 0 0,-1-1-1 0 0,0 0 1 0 0,0 0 0 0 0,0 0 0 0 0,0 0 0 0 0,1 0 0 0 0,-1 0 0 0 0,0 1 0 0 0,0-1-1 0 0,0 0 1 0 0,1 0 0 0 0,-1 0 0 0 0,0 0 0 0 0,0 0 0 0 0,0 0 0 0 0,1 0 0 0 0,-1 0-1 0 0,0 0 1 0 0,0 0 0 0 0,1 0 0 0 0,-1 0 0 0 0,0 0 0 0 0,1 0 0 0 0,46-7-289 0 0,1-2 0 0 0,51-16 1 0 0,-14 3-2171 0 0,-26 7-107 0 0,2 0-557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3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72 1712 0 0,'-5'-6'15259'0'0,"272"-45"-15735"0"0,-234 45-586 0 0,-15 5-269 0 0,15-4-6431 0 0,-23 3 3826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3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1504 0 0,'-5'3'1248'0'0,"1"0"0"0"0,0 1-1 0 0,0-1 1 0 0,0 1 0 0 0,-5 6 0 0 0,7-6-1077 0 0,0 0 1 0 0,0 0-1 0 0,0 0 1 0 0,0 0-1 0 0,1 0 1 0 0,0 1-1 0 0,-1-1 1 0 0,2 0-1 0 0,-1 1 1 0 0,0 8-1 0 0,2 61 187 0 0,0 7-1647 0 0,-3-68 9 0 0,0-5-2135 0 0,-1 5 568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4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64 892 0 0,'-2'0'3304'0'0,"-21"10"2394"0"0,23-10-5645 0 0,0 1-1 0 0,1-1 1 0 0,-1 1 0 0 0,0-1 0 0 0,0 0 0 0 0,1 1 0 0 0,-1-1 0 0 0,1 0 0 0 0,-1 1 0 0 0,0-1 0 0 0,1 0 0 0 0,-1 1 0 0 0,1-1 0 0 0,-1 0 0 0 0,1 0 0 0 0,-1 1 0 0 0,0-1-1 0 0,1 0 1 0 0,-1 0 0 0 0,1 0 0 0 0,-1 0 0 0 0,1 0 0 0 0,0 0 0 0 0,0 1 0 0 0,287-25 1174 0 0,-151 8-1168 0 0,-68 11-348 0 0,60-7-996 0 0,-108 8-1596 0 0,39-11-1 0 0,-48 11 120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4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10 1740 0 0,'2'-9'8912'0'0,"-6"32"-5914"0"0,-11 57-2915 0 0,-53 104 399 0 0,29-84-3771 0 0,26-72-1250 0 0,6-17 556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5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2172 0 0,'1'-6'1681'0'0,"0"1"0"0"0,1-1 0 0 0,-1 1 0 0 0,1-1 0 0 0,5-8 0 0 0,-6 12-1092 0 0,9 0 502 0 0,-9 1-1056 0 0,0 1 0 0 0,-1 0 0 0 0,1 0 0 0 0,0-1 0 0 0,0 1 0 0 0,-1 0 1 0 0,1 0-1 0 0,0 0 0 0 0,0 0 0 0 0,-1 0 0 0 0,1 0 0 0 0,0 0 0 0 0,0 0 0 0 0,-1 0 0 0 0,1 0 0 0 0,0 0 1 0 0,0 1-1 0 0,-1-1 0 0 0,1 0 0 0 0,0 0 0 0 0,0 1 0 0 0,-1-1 0 0 0,1 1 0 0 0,1 0 0 0 0,11 9 86 0 0,0 0-1 0 0,-1 1 1 0 0,0 0-1 0 0,-1 1 1 0 0,0 0-1 0 0,-1 1 1 0 0,15 23-1 0 0,-4 1-36 0 0,30 72 0 0 0,-29-41-5883 0 0,-19-58 2826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5:5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36 1700 0 0,'-15'-4'2304'0'0,"3"3"1405"0"0,-5-4-681 0 0,2 1-1120 0 0,6 1 8 0 0,16-6-1508 0 0,7 6-88 0 0,10 0-68 0 0,8 1-180 0 0,3 0-792 0 0,11 2-884 0 0,7 0-2544 0 0,-1 0-2593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38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463 106 164 0 0,'7'-10'2809'0'0,"0"-2"1"0"0,0 1-1 0 0,6-17 909 0 0,-13 28-3577 0 0,0 0-1 0 0,1-1 0 0 0,-1 1 0 0 0,1-1 0 0 0,-1 1 0 0 0,0-1 1 0 0,0 1-1 0 0,1-1 0 0 0,-1 0 0 0 0,0 1 0 0 0,0-1 0 0 0,0 1 1 0 0,0-1-1 0 0,1 0 0 0 0,-1 1 0 0 0,0-1 0 0 0,0 1 0 0 0,0-1 1 0 0,0 0-1 0 0,0 1 0 0 0,-1-1 0 0 0,1 1 0 0 0,0-1 0 0 0,0 1 1 0 0,0-2-1 0 0,-6-16 1706 0 0,2 17-1783 0 0,1-1 0 0 0,-1 0 0 0 0,0 1 0 0 0,0 0-1 0 0,1-1 1 0 0,-1 2 0 0 0,0-1 0 0 0,0 0 0 0 0,0 1 0 0 0,0 0 0 0 0,0 0 0 0 0,0 0 0 0 0,-5 1-1 0 0,-60 9 207 0 0,51-6-221 0 0,-21 3-93 0 0,0 2 1 0 0,1 1 0 0 0,-48 21-1 0 0,80-28 66 0 0,0 0-1 0 0,0 0 0 0 0,1 0 1 0 0,0 1-1 0 0,-1 0 1 0 0,2 0-1 0 0,-1 0 0 0 0,0 1 1 0 0,1 0-1 0 0,0 0 0 0 0,0 0 1 0 0,0 0-1 0 0,0 0 0 0 0,1 1 1 0 0,0 0-1 0 0,0 0 1 0 0,1 0-1 0 0,0 0 0 0 0,0 0 1 0 0,0 0-1 0 0,0 0 0 0 0,0 13 1 0 0,0 8 475 0 0,1 0 0 0 0,2 1 0 0 0,1-1 0 0 0,6 32 0 0 0,-2-10 258 0 0,25 172 1459 0 0,1-3-963 0 0,-4 531 751 0 0,-70 3-621 0 0,3-324-602 0 0,-27 426-89 0 0,51-399-351 0 0,30-1-418 0 0,-12-418 83 0 0,5 62 25 0 0,28 136 1 0 0,-34-222-23 0 0,1 0 0 0 0,1 0 1 0 0,0 0-1 0 0,1-1 1 0 0,0 0-1 0 0,1 0 0 0 0,0 0 1 0 0,8 10-1 0 0,-11-16-7 0 0,1-1 0 0 0,0 0 0 0 0,0 0 0 0 0,0-1 1 0 0,1 1-1 0 0,-1-1 0 0 0,1 0 0 0 0,0 0 0 0 0,0 0 0 0 0,0-1 0 0 0,0 0 0 0 0,0 0 0 0 0,0 0 0 0 0,1-1 0 0 0,-1 1 0 0 0,1-1 0 0 0,-1-1 0 0 0,1 1 0 0 0,-1-1 0 0 0,8 0 1 0 0,26-2-808 0 0,-1-3 1 0 0,1-1 0 0 0,67-19 0 0 0,107-50-4665 0 0,34-37-6178 0 0,-161 67 3215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38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30 155 184 0 0,'-18'-21'7293'0'0,"16"19"-6967"0"0,1 0 1 0 0,0 0-1 0 0,0 0 1 0 0,-1-1-1 0 0,1 1 1 0 0,1-1-1 0 0,-1 1 0 0 0,0-1 1 0 0,1 1-1 0 0,-1-1 1 0 0,1 1-1 0 0,0-1 1 0 0,-1 0-1 0 0,1 1 1 0 0,1-1-1 0 0,-1 1 1 0 0,0-1-1 0 0,1 0 1 0 0,-1 1-1 0 0,2-4 1 0 0,0 2-190 0 0,-1 1 1 0 0,2-1 0 0 0,-1 0-1 0 0,0 1 1 0 0,1-1 0 0 0,-1 1-1 0 0,1 0 1 0 0,0-1 0 0 0,0 1-1 0 0,0 1 1 0 0,1-1-1 0 0,5-3 1 0 0,0 1-87 0 0,0 0 0 0 0,0 1 0 0 0,0 0-1 0 0,1 1 1 0 0,-1 0 0 0 0,1 1 0 0 0,0 0 0 0 0,0 0-1 0 0,0 1 1 0 0,0 0 0 0 0,0 1 0 0 0,0 0 0 0 0,0 0-1 0 0,0 1 1 0 0,0 1 0 0 0,0 0 0 0 0,0 0 0 0 0,-1 1-1 0 0,16 6 1 0 0,-19-6-41 0 0,0-1-1 0 0,0 2 1 0 0,0-1-1 0 0,0 1 1 0 0,-1 0-1 0 0,0 0 1 0 0,1 0-1 0 0,-1 1 1 0 0,-1-1-1 0 0,1 1 1 0 0,-1 1-1 0 0,0-1 1 0 0,4 7-1 0 0,-6-7 2 0 0,1 0-1 0 0,-1 1 1 0 0,0-1-1 0 0,-1 1 1 0 0,1 0-1 0 0,-1 0 0 0 0,0-1 1 0 0,-1 1-1 0 0,1 0 1 0 0,-1 0-1 0 0,0 0 1 0 0,-1 0-1 0 0,1-1 1 0 0,-1 1-1 0 0,0 0 0 0 0,-4 10 1 0 0,-2 5 18 0 0,-2 0 0 0 0,0 0 0 0 0,-20 31 1 0 0,-44 54 77 0 0,38-57-94 0 0,28-40 22 0 0,6-7-19 0 0,-1 0 0 0 0,1 0 1 0 0,0 0-1 0 0,-1-1 0 0 0,1 1 0 0 0,0 1 0 0 0,0-1 0 0 0,0 0 0 0 0,1 0 0 0 0,-2 4 0 0 0,2-5-13 0 0,0-1 0 0 0,1 1 0 0 0,-1-1 0 0 0,0 0 0 0 0,0 1 1 0 0,0-1-1 0 0,1 0 0 0 0,-1 1 0 0 0,0-1 0 0 0,1 0 0 0 0,-1 1 0 0 0,0-1 0 0 0,1 0 0 0 0,-1 1 0 0 0,0-1 0 0 0,1 0 0 0 0,-1 0 0 0 0,1 0 0 0 0,-1 1 0 0 0,0-1 0 0 0,1 0 0 0 0,-1 0 0 0 0,1 0 0 0 0,-1 0 0 0 0,1 0 0 0 0,-1 0 0 0 0,1 0 0 0 0,-1 0 0 0 0,1 0 0 0 0,-1 0 1 0 0,21 2 46 0 0,0-2-19 0 0,149 4-1183 0 0,-140-1-1230 0 0,0 1-1 0 0,0 1 1 0 0,50 16-1 0 0,-51-11-2605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39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77 129 932 0 0,'-49'-10'9666'0'0,"30"8"-6269"0"0,19 2-3330 0 0,-1 0 1 0 0,1 0 0 0 0,0 0-1 0 0,-1 0 1 0 0,1 0 0 0 0,0 0-1 0 0,-1-1 1 0 0,1 1 0 0 0,0 0-1 0 0,-1 0 1 0 0,1 0 0 0 0,0 0 0 0 0,-1 0-1 0 0,1 0 1 0 0,0-1 0 0 0,0 1-1 0 0,-1 0 1 0 0,1 0 0 0 0,0 0-1 0 0,0-1 1 0 0,-1 1 0 0 0,1 0-1 0 0,0 0 1 0 0,0-1 0 0 0,-1 1 0 0 0,1 0-1 0 0,0-1 1 0 0,0 1 0 0 0,0 0-1 0 0,0 0 1 0 0,0-1 0 0 0,0 1-1 0 0,-1 0 1 0 0,1-1 0 0 0,0 1-1 0 0,0 0 1 0 0,0-1 0 0 0,0 1-1 0 0,0 0 1 0 0,0-1 0 0 0,0 1 0 0 0,0-1-1 0 0,15-12 842 0 0,35-10-1016 0 0,-43 20 356 0 0,131-45 24 0 0,-80 32-2939 0 0,-52 14 732 0 0,3 1 1619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39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0 2216 0 0,'-6'2'1038'0'0,"1"1"0"0"0,-1 0 0 0 0,1 0 0 0 0,0 0 0 0 0,0 0 0 0 0,0 1 0 0 0,-7 6 0 0 0,9-6-726 0 0,-1 0-1 0 0,1 1 1 0 0,0-1-1 0 0,0 1 0 0 0,0 0 1 0 0,1 0-1 0 0,-1 0 0 0 0,1 0 1 0 0,1 0-1 0 0,-1 1 0 0 0,1-1 1 0 0,-2 11-1 0 0,2-10-222 0 0,0 0 0 0 0,1 0 0 0 0,-1 0 0 0 0,2 0 0 0 0,-1 0 0 0 0,0 1 0 0 0,1-1-1 0 0,2 6 1 0 0,-2-8-45 0 0,0-1-1 0 0,1 1 1 0 0,0-1-1 0 0,-1 1 1 0 0,1-1-1 0 0,0 0 1 0 0,1 0-1 0 0,-1 0 1 0 0,1 0-1 0 0,-1 0 1 0 0,1 0-1 0 0,0-1 1 0 0,6 5-1 0 0,-4-4-5 0 0,-1-1 0 0 0,1 0 0 0 0,0 0-1 0 0,0-1 1 0 0,0 1 0 0 0,0-1-1 0 0,0 0 1 0 0,1 0 0 0 0,-1-1 0 0 0,0 0-1 0 0,0 0 1 0 0,1 0 0 0 0,6-1-1 0 0,14 0 64 0 0,12 0-37 0 0,-27 1 43 0 0,-1 0 0 0 0,0 1 0 0 0,0 0 1 0 0,0 1-1 0 0,0 0 0 0 0,0 0 0 0 0,0 1 0 0 0,0 1 0 0 0,-1 0 0 0 0,1 0 0 0 0,14 9 0 0 0,-20-10 46 0 0,0-1 0 0 0,-1 1-1 0 0,0-1 1 0 0,1 1 0 0 0,-1 0 0 0 0,0 0-1 0 0,-1 1 1 0 0,1-1 0 0 0,0 0 0 0 0,-1 1-1 0 0,0 0 1 0 0,0-1 0 0 0,0 1-1 0 0,0 0 1 0 0,0 0 0 0 0,-1 0 0 0 0,0 1-1 0 0,0-1 1 0 0,0 0 0 0 0,0 0 0 0 0,-1 1-1 0 0,0-1 1 0 0,0 0 0 0 0,0 1 0 0 0,0-1-1 0 0,0 0 1 0 0,-1 0 0 0 0,0 1 0 0 0,0-1-1 0 0,-3 7 1 0 0,0 0 30 0 0,-1 0-1 0 0,0-1 1 0 0,-1 1 0 0 0,0-1 0 0 0,-1-1-1 0 0,1 1 1 0 0,-2-1 0 0 0,0 0-1 0 0,0-1 1 0 0,0 0 0 0 0,-1 0 0 0 0,0-1-1 0 0,-1 0 1 0 0,1 0 0 0 0,-1-1-1 0 0,-1-1 1 0 0,1 1 0 0 0,-1-2 0 0 0,0 1-1 0 0,0-2 1 0 0,0 1 0 0 0,-1-2-1 0 0,1 1 1 0 0,-1-2 0 0 0,1 1-1 0 0,-20-2 1 0 0,-8-3-691 0 0,31 2-15 0 0,-1-1 116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39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2724 0 0,'-16'-1'15780'0'0,"15"1"-15815"0"0,-1 0 509 0 0,1 0 1 0 0,0 0-1 0 0,-1 1 1 0 0,1-1-1 0 0,0 0 1 0 0,0 1 0 0 0,-1-1-1 0 0,1 0 1 0 0,0 1-1 0 0,0 0 1 0 0,-1-1 0 0 0,1 1-1 0 0,-1 0 475 0 0,0 2-474 0 0,-2 9-181 0 0,14 133 678 0 0,-5-102-853 0 0,5 44-1318 0 0,2 23-4374 0 0,-9-37-5223 0 0,-3-54 3321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40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177 144 1704 0 0,'0'0'1580'0'0,"-11"-29"5816"0"0,-4 0-2645 0 0,4 9 1140 0 0,8 21-5515 0 0,2-1-344 0 0,0 0-1 0 0,0 0 1 0 0,0 1-1 0 0,0-1 1 0 0,0 0 0 0 0,0 1-1 0 0,0-1 1 0 0,0 1-1 0 0,0-1 1 0 0,0 1 0 0 0,0 0-1 0 0,-1 1 1 0 0,-7 13 150 0 0,1 1 0 0 0,0 0 0 0 0,1 1 0 0 0,1-1 1 0 0,1 1-1 0 0,-5 21 0 0 0,2 4-45 0 0,-3 64 0 0 0,9-84-90 0 0,2 0 0 0 0,1 0 0 0 0,4 26 0 0 0,-4-41-24 0 0,0 1 0 0 0,1-1 0 0 0,0 1 0 0 0,0-1 1 0 0,1 0-1 0 0,-1 0 0 0 0,2 0 0 0 0,-1-1 1 0 0,1 1-1 0 0,0-1 0 0 0,1 1 0 0 0,8 9 1 0 0,-10-14-5 0 0,0 1 0 0 0,1 0 0 0 0,-1-1 0 0 0,0 0 0 0 0,1 0 0 0 0,-1 0 0 0 0,1 0 0 0 0,0-1 0 0 0,0 0 0 0 0,0 1 0 0 0,0-1 0 0 0,0 0 0 0 0,0-1 0 0 0,5 1 0 0 0,-2-1 0 0 0,0 0 0 0 0,0-1 0 0 0,0 0 1 0 0,0 0-1 0 0,-1 0 0 0 0,1-1 0 0 0,12-5 1 0 0,-6 1 2 0 0,0 0 0 0 0,0-2 0 0 0,0 1 0 0 0,-1-2 0 0 0,-1 1 0 0 0,1-2 0 0 0,13-14 1 0 0,-11 8-10 0 0,-2 1 1 0 0,0-1-1 0 0,-1-1 1 0 0,-1 0-1 0 0,0-1 1 0 0,-1 0-1 0 0,12-36 1 0 0,-17 39-31 0 0,0 0 1 0 0,0 0-1 0 0,-2 0 1 0 0,1 0-1 0 0,-2 0 1 0 0,0-1-1 0 0,-1 1 1 0 0,-1 0-1 0 0,0-1 1 0 0,-7-29-1 0 0,6 38 20 0 0,0 0 0 0 0,0 1 0 0 0,-1-1 0 0 0,0 0 0 0 0,-1 1 0 0 0,1 0 0 0 0,-1 0 0 0 0,0 0 0 0 0,-1 0 0 0 0,1 0 0 0 0,-1 1 0 0 0,0 0 0 0 0,-1 0 0 0 0,-6-4 0 0 0,4 3-84 0 0,-1 1 0 0 0,0 0 1 0 0,0 1-1 0 0,-1 0 0 0 0,1 0 0 0 0,-1 1 0 0 0,0 0 1 0 0,1 1-1 0 0,-13-1 0 0 0,2 1-696 0 0,-1 1 0 0 0,0 0 0 0 0,-37 5 0 0 0,28 1-2651 0 0,-50 13 0 0 0,56-11-1167 0 0,0 0-2369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11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20 0 0,'-14'24'20001'0'0,"14"-24"-19843"0"0,-1 1 0 0 0,1 0 1 0 0,0 0-1 0 0,-1 0 0 0 0,1-1 0 0 0,0 1 0 0 0,0 0 0 0 0,0 0 0 0 0,0 0 0 0 0,0 0 1 0 0,0 0-1 0 0,0-1 0 0 0,0 1 0 0 0,0 0 0 0 0,0 0 0 0 0,0 0 0 0 0,1 0 1 0 0,-1-1-1 0 0,0 1 0 0 0,1 0 0 0 0,-1 0 0 0 0,0 0 0 0 0,1-1 0 0 0,-1 1 1 0 0,1 0-1 0 0,-1-1 0 0 0,1 1 0 0 0,-1 0 0 0 0,1-1 0 0 0,0 1 0 0 0,-1-1 0 0 0,1 1 1 0 0,0-1-1 0 0,0 1 0 0 0,-1-1 0 0 0,1 1 0 0 0,1-1 0 0 0,5 4-329 0 0,0-1 0 0 0,0-1-1 0 0,12 4 1 0 0,-5-2 609 0 0,47 14-146 0 0,112 16 0 0 0,-171-34-287 0 0,48 10 566 0 0,-48-9-80 0 0,-52-23-939 0 0,24 12-4723 0 0,25 10 4671 0 0,-1-1 0 0 0,1 1 1 0 0,-1 0-1 0 0,0-1 0 0 0,1 1 0 0 0,-1 0 0 0 0,1 0 0 0 0,-1 0 0 0 0,0 0 0 0 0,1 0 0 0 0,-3 1 0 0 0,-10-1-4878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15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52 0 0,'0'0'1332'0'0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17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19 408 0 0,'0'0'1822'0'0,"2"-10"1156"0"0,-1 2-4852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18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0 476 0 0,'0'0'3016'0'0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48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 1628 0 0,'-5'1'1375'0'0,"0"-1"1"0"0,0 2-1 0 0,0-1 0 0 0,-1 1 1 0 0,1-1-1 0 0,1 1 0 0 0,-8 4 1114 0 0,-21 9 5864 0 0,32-15-8346 0 0,1 0 0 0 0,0 0-1 0 0,0 0 1 0 0,0 0 0 0 0,0 0-1 0 0,0 0 1 0 0,0 0 0 0 0,0 0 0 0 0,0 0-1 0 0,0 0 1 0 0,0 0 0 0 0,-1 0-1 0 0,1 0 1 0 0,0 0 0 0 0,0 0-1 0 0,0 0 1 0 0,0 0 0 0 0,0 0-1 0 0,0 0 1 0 0,0 1 0 0 0,0-1-1 0 0,0 0 1 0 0,0 0 0 0 0,0 0-1 0 0,0 0 1 0 0,0 0 0 0 0,0 0 0 0 0,0 0-1 0 0,0 0 1 0 0,0 0 0 0 0,0 1-1 0 0,0-1 1 0 0,0 0 0 0 0,0 0-1 0 0,0 0 1 0 0,0 0 0 0 0,0 0-1 0 0,0 0 1 0 0,0 0 0 0 0,0 0-1 0 0,0 0 1 0 0,0 0 0 0 0,0 1 0 0 0,0-1-1 0 0,0 0 1 0 0,0 0 0 0 0,0 0-1 0 0,0 0 1 0 0,0 0 0 0 0,0 0-1 0 0,0 0 1 0 0,0 0 0 0 0,1 0-1 0 0,-1 0 1 0 0,0 0 0 0 0,0 1-1 0 0,9 0 166 0 0,22 0-113 0 0,-19-2-15 0 0,198-3 88 0 0,-188 3-128 0 0,27-2-32 0 0,-46 3-106 0 0,-1 0-151 0 0,20-5-2309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48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2404 0 0,'8'-24'10415'0'0,"-2"5"-2714"0"0,-6 19-7549 0 0,0-1 1 0 0,0 1-1 0 0,0 0 1 0 0,0-1-1 0 0,0 1 1 0 0,0-1-1 0 0,0 1 1 0 0,0-1-1 0 0,1 1 1 0 0,-1 0-1 0 0,2-3 1221 0 0,-1 2-1221 0 0,2 10-102 0 0,0 0-1 0 0,-1 1 1 0 0,0-1-1 0 0,0 1 0 0 0,-1-1 1 0 0,0 14-1 0 0,3 20-20 0 0,-2-32-17 0 0,0 0 0 0 0,0 0 0 0 0,1 0 1 0 0,1-1-1 0 0,0 1 0 0 0,0-1 0 0 0,11 17 0 0 0,-13-24-10 0 0,0 0-1 0 0,0 0 1 0 0,1 0-1 0 0,-1-1 0 0 0,1 1 1 0 0,0-1-1 0 0,-1 0 0 0 0,1 1 1 0 0,0-1-1 0 0,0-1 1 0 0,1 1-1 0 0,-1 0 0 0 0,0-1 1 0 0,1 1-1 0 0,-1-1 0 0 0,1 0 1 0 0,-1 0-1 0 0,1-1 1 0 0,-1 1-1 0 0,1-1 0 0 0,-1 0 1 0 0,1 1-1 0 0,0-2 0 0 0,-1 1 1 0 0,1 0-1 0 0,0-1 1 0 0,4-1-1 0 0,1 0-13 0 0,-1-1-1 0 0,0 0 1 0 0,0 0 0 0 0,0-1 0 0 0,0 0 0 0 0,-1-1-1 0 0,0 0 1 0 0,0 0 0 0 0,0 0 0 0 0,0-1-1 0 0,-1 0 1 0 0,0 0 0 0 0,0-1 0 0 0,5-7-1 0 0,7-12 484 0 0,-1 0-1 0 0,20-44 0 0 0,-32 58-2 0 0,-4 11-375 0 0,1-8 59 0 0,1 16-27 0 0,2 14-39 0 0,-9 137 74 0 0,-2-40-2321 0 0,8-8-2911 0 0,0-36-2909 0 0,1-28-945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19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0 328 0 0,'0'0'4068'0'0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19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0 896 0 0,'-6'9'4967'0'0,"2"-2"-6966"0"0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21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0 772 0 0,'0'0'825'0'0,"-5"24"3598"0"0,4-20-3867 0 0,0-3-605 0 0,1-1 1 0 0,0 0-1 0 0,0 0 0 0 0,0 1 0 0 0,0-1 0 0 0,-1 0 1 0 0,1 1-1 0 0,0-1 0 0 0,0 0 0 0 0,0 0 0 0 0,0 1 1 0 0,0-1-1 0 0,0 0 0 0 0,0 1 0 0 0,0-1 0 0 0,0 0 1 0 0,0 1-1 0 0,0-1 0 0 0,0 0 0 0 0,0 1 0 0 0,0-1 1 0 0,0 0-1 0 0,0 0 0 0 0,0 1 0 0 0,1-1 0 0 0,-1 0 1 0 0,0 1-1 0 0,0-1 0 0 0,0 0 0 0 0,0 0 0 0 0,1 1 1 0 0,-1-1-1 0 0,0 0 0 0 0,0 0 0 0 0,1 1 1 0 0,-1-1-1 0 0,0 0 0 0 0,0 0 0 0 0,1 0 0 0 0,-1 0 1 0 0,0 1-1 0 0,0-1 0 0 0,1 0 0 0 0,-1 0 0 0 0,0 0 1 0 0,1 0-1 0 0,-1 0 0 0 0,0 0 0 0 0,1 0 0 0 0,-1 0 1 0 0,0 0-1 0 0,0 0 0 0 0,1 0 0 0 0,-1 0 0 0 0,0 0 1 0 0,1 0-1 0 0,-1 0 0 0 0,0 0 0 0 0,1 0 0 0 0,-1-1 1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21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0 172 0 0,'-10'4'7100'0'0,"7"-2"-6991"0"0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50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117 126 1552 0 0,'-16'4'9331'0'0,"12"-4"-8291"0"0,0-1 260 0 0,1 1 1 0 0,-1 0 0 0 0,0-1 0 0 0,1 0-1 0 0,-1 0 1 0 0,-4-2 1931 0 0,-6 6-2096 0 0,10 0-1120 0 0,2 1 0 0 0,-1-1 0 0 0,0 1 0 0 0,1 0 0 0 0,-1 0 0 0 0,1 0 0 0 0,0 0 0 0 0,1 0 0 0 0,-1 0 0 0 0,1 0-1 0 0,-2 6 1 0 0,-10 55 95 0 0,11-53-84 0 0,-2 12-1 0 0,1 1 0 0 0,1-1-1 0 0,2 1 1 0 0,2 33 0 0 0,-2-51-17 0 0,1 0 0 0 0,0 0 0 0 0,1 0 0 0 0,-1 0 0 0 0,1 0-1 0 0,1 0 1 0 0,-1 0 0 0 0,1-1 0 0 0,0 1 0 0 0,1-1 0 0 0,-1 0 0 0 0,1 0 0 0 0,1 0 0 0 0,-1-1 0 0 0,1 1 0 0 0,0-1 0 0 0,0 0 0 0 0,0 0 0 0 0,9 5 0 0 0,-10-8 8 0 0,1 0 1 0 0,-1-1 0 0 0,1 1 0 0 0,0-1-1 0 0,0 0 1 0 0,0 0 0 0 0,0 0-1 0 0,-1-1 1 0 0,1 1 0 0 0,0-1 0 0 0,0-1-1 0 0,0 1 1 0 0,0-1 0 0 0,0 0 0 0 0,0 0-1 0 0,0 0 1 0 0,0 0 0 0 0,-1-1 0 0 0,1 0-1 0 0,-1 0 1 0 0,7-4 0 0 0,1-1 20 0 0,-1 0 0 0 0,1 0 0 0 0,-1-2 0 0 0,-1 1 0 0 0,0-1 0 0 0,16-18 0 0 0,-15 12-18 0 0,0 0 0 0 0,-1 0 1 0 0,0-2-1 0 0,-2 1 1 0 0,0-1-1 0 0,0 0 0 0 0,-2-1 1 0 0,0 1-1 0 0,3-20 0 0 0,-6 24 8 0 0,-1 1-1 0 0,0-1 0 0 0,-1 1 0 0 0,-1-1 0 0 0,0 1 0 0 0,0-1 1 0 0,-1 0-1 0 0,-1 1 0 0 0,0 0 0 0 0,-1-1 0 0 0,0 1 1 0 0,-1 0-1 0 0,0 0 0 0 0,-8-14 0 0 0,9 20-56 0 0,-1 1 0 0 0,0 0-1 0 0,0 0 1 0 0,0 0 0 0 0,0 0 0 0 0,-1 1-1 0 0,0-1 1 0 0,0 1 0 0 0,0 0 0 0 0,0 1-1 0 0,0-1 1 0 0,-1 1 0 0 0,0 0 0 0 0,0 0-1 0 0,0 1 1 0 0,0 0 0 0 0,0 0 0 0 0,0 0-1 0 0,0 1 1 0 0,-1 0 0 0 0,1 0 0 0 0,-1 1 0 0 0,1 0-1 0 0,0 0 1 0 0,-1 0 0 0 0,-6 2 0 0 0,0-1-692 0 0,1 1 0 0 0,0 1 0 0 0,0 0 0 0 0,0 1 0 0 0,-16 8 0 0 0,15-6-1407 0 0,1 0-1 0 0,0 1 1 0 0,0 1 0 0 0,-15 13 0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4:50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82 1920 0 0,'-1'-11'2592'0'0,"0"0"0"0"0,-1 0 0 0 0,0 0-1 0 0,0 1 1 0 0,-7-17 1183 0 0,9 27-3742 0 0,0 0 0 0 0,0 1 0 0 0,0-1 0 0 0,0 0 0 0 0,0 0-1 0 0,0 1 1 0 0,0-1 0 0 0,0 0 0 0 0,0 0 0 0 0,0 1 0 0 0,0-1-1 0 0,-1 0 1 0 0,1 0 0 0 0,0 1 0 0 0,0-1 0 0 0,0 0 0 0 0,0 0-1 0 0,0 1 1 0 0,-1-1 0 0 0,1 0 0 0 0,0 0 0 0 0,0 0 0 0 0,0 1 0 0 0,0-1-1 0 0,-1 0 1 0 0,1 0 0 0 0,0 0 0 0 0,0 0 0 0 0,-1 0 0 0 0,1 0-1 0 0,0 1 1 0 0,0-1 0 0 0,-1 0 0 0 0,1 0 0 0 0,0 0 0 0 0,0 0-1 0 0,-1 0 1 0 0,1 0 0 0 0,0 0 0 0 0,0 0 0 0 0,-1 0 0 0 0,1 0-1 0 0,0 0 1 0 0,-1 0 0 0 0,1 0 0 0 0,0 0 0 0 0,0 0 0 0 0,-1-1-1 0 0,1 1 1 0 0,0 0 0 0 0,0 0 0 0 0,-1 0 0 0 0,1 0 0 0 0,0 0 0 0 0,0-1-1 0 0,0 1 1 0 0,-1 0 0 0 0,1 0 0 0 0,0 0 0 0 0,0 0 0 0 0,0-1-1 0 0,0 1 1 0 0,0 0 0 0 0,-1 0 0 0 0,1-1 0 0 0,0 1 0 0 0,-14 242 760 0 0,4-118-3691 0 0,6 0-7318 0 0,5-97 4086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22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1028 0 0,'44'21'6567'0'0,"-43"-21"-6477"0"0,0 1 0 0 0,-1-1 0 0 0,1 0 0 0 0,-1 1 0 0 0,1-1 0 0 0,0 1 0 0 0,0-1 0 0 0,-1 0-1 0 0,1 1 1 0 0,0-1 0 0 0,-1 0 0 0 0,1 0 0 0 0,0 0 0 0 0,0 0 0 0 0,0 0 0 0 0,-1 0 0 0 0,1 0 0 0 0,0 0 0 0 0,1 0-1 0 0,19 1 882 0 0,-19-1-1195 0 0,1-1-385 0 0,0 1-1 0 0,0-1 0 0 0,0 0 0 0 0,0 0 1 0 0,-1 0-1 0 0,1 0 0 0 0,4-2 0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22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0 976 0 0,'0'0'6136'0'0,"2"0"-5295"0"0,4 0-1004 0 0,12 0 5542 0 0,-16 0-5676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23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15 2212 0 0,'0'0'4169'0'0,"-7"-6"-2273"0"0,10-3-5341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23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1 740 0 0,'0'0'1740'0'0,"13"7"440"0"0,-1-2-839 0 0,-3 0-497 0 0,-1 0-132 0 0,2 0-364 0 0,0 0-1260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23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1408 0 0,'0'0'1284'0'0,"10"7"1068"0"0,-1-4-759 0 0,3 4-1341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24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36 0 0,'0'0'1992'0'0,"22"-5"600"0"0,-6 1-763 0 0,-1 1-2093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47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1020 0 0,'-11'16'15962'0'0,"12"-15"-15877"0"0,0 0 0 0 0,0 0 1 0 0,0 0-1 0 0,0 0 0 0 0,1 0 0 0 0,-1 0 0 0 0,0-1 0 0 0,1 1 0 0 0,-1 0 1 0 0,1-1-1 0 0,-1 1 0 0 0,1-1 0 0 0,-1 0 0 0 0,3 1 0 0 0,32 2 423 0 0,-23-3-377 0 0,33 3 77 0 0,108 4 139 0 0,-152-7-335 0 0,1 0-3 0 0,17 0-80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47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31 2264 0 0,'30'-31'25553'0'0,"-29"34"-25432"0"0,0 0 0 0 0,0 0 0 0 0,0 1 0 0 0,0-1 0 0 0,-1 0 0 0 0,1 0 0 0 0,-1 0 0 0 0,0 1 0 0 0,0-1 0 0 0,0 0 0 0 0,0 1 0 0 0,-1 2 0 0 0,-8 48 853 0 0,6-41-686 0 0,-84 363 1827 0 0,80-350-2115 0 0,3-8 0 0 0,-1-1 0 0 0,-11 26 0 0 0,11-32 0 0 0,0-3-52 0 0,4-8-81 0 0,1 1 1 0 0,-1-1-1 0 0,1 1 1 0 0,-1-1-1 0 0,1 1 1 0 0,-1-1-1 0 0,0 0 0 0 0,1 0 1 0 0,-1 1-1 0 0,0-1 1 0 0,1 0-1 0 0,-1 0 1 0 0,0 1-1 0 0,0-1 0 0 0,1 0 1 0 0,-1 0-1 0 0,0 0 1 0 0,1 0-1 0 0,-1 0 1 0 0,0 0-1 0 0,0 0 1 0 0,1-1-1 0 0,-1 1 0 0 0,0 0 1 0 0,1 0-1 0 0,-1 0 1 0 0,0-1-1 0 0,1 1 1 0 0,-1 0-1 0 0,0-1 0 0 0,1 1 1 0 0,-1-1-1 0 0,1 1 1 0 0,-2-1-1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48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47 1768 0 0,'20'-34'13885'0'0,"-19"34"-13630"0"0,-1-1 1 0 0,0 0-1 0 0,0 0 1 0 0,0 1-1 0 0,1-1 1 0 0,-1 0-1 0 0,4-4 2045 0 0,-1 2-1120 0 0,-10 41-880 0 0,-16 52 0 0 0,13-57-236 0 0,2 1 1 0 0,-7 52 0 0 0,15-83-56 0 0,0-1-1 0 0,0 1 1 0 0,-1 0-1 0 0,1 0 1 0 0,1-1-1 0 0,-1 1 1 0 0,0 0-1 0 0,1-1 0 0 0,-1 1 1 0 0,1 0-1 0 0,0-1 1 0 0,0 1-1 0 0,0 0 1 0 0,0-1-1 0 0,1 0 1 0 0,-1 1-1 0 0,0-1 1 0 0,1 0-1 0 0,0 0 1 0 0,0 1-1 0 0,-1-1 0 0 0,1-1 1 0 0,0 1-1 0 0,1 0 1 0 0,-1 0-1 0 0,0-1 1 0 0,0 1-1 0 0,1-1 1 0 0,-1 0-1 0 0,1 0 1 0 0,-1 0-1 0 0,1 0 1 0 0,0 0-1 0 0,-1 0 1 0 0,1-1-1 0 0,0 1 0 0 0,-1-1 1 0 0,6 0-1 0 0,2 1 15 0 0,-1-1 0 0 0,0-1 0 0 0,0 0 0 0 0,1 0 0 0 0,-1-1 0 0 0,0 0 0 0 0,0-1 0 0 0,-1 0 0 0 0,1 0-1 0 0,13-7 1 0 0,-14 4 116 0 0,1 0-1 0 0,-1 0 0 0 0,0-1 0 0 0,-1 0 1 0 0,1-1-1 0 0,-1 1 0 0 0,-1-1 0 0 0,1-1 0 0 0,-2 1 1 0 0,1-1-1 0 0,-1 0 0 0 0,0-1 0 0 0,-1 1 1 0 0,5-17-1 0 0,-8 24 119 0 0,5-12 461 0 0,-3 11-484 0 0,-4 13-176 0 0,-88 428-332 0 0,86-426-594 0 0,-6 47-2643 0 0,12-21-6382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49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 1080 0 0,'1'-1'25416'0'0,"-2"18"-20689"0"0,-7 80-3322 0 0,-5-20-1327 0 0,-53 233-17 0 0,62-296-61 0 0,2-3 0 0 0,-2-2 0 0 0,4-9-25 0 0,0 0 0 0 0,0 1-1 0 0,-1-1 1 0 0,1 0 0 0 0,0 0 0 0 0,0 0 0 0 0,-1 1 0 0 0,1-1-1 0 0,0 0 1 0 0,0 0 0 0 0,-1 0 0 0 0,1 0 0 0 0,0 0-1 0 0,0 0 1 0 0,-1 1 0 0 0,1-1 0 0 0,0 0 0 0 0,-1 0 0 0 0,1 0-1 0 0,0 0 1 0 0,-1 0 0 0 0,1 0 0 0 0,0 0 0 0 0,-1 0 0 0 0,1 0-1 0 0,0 0 1 0 0,0-1 0 0 0,-1 1 0 0 0,1 0 0 0 0,0 0-1 0 0,-1 0 1 0 0,1 0 0 0 0,0 0 0 0 0,0 0 0 0 0,-1-1 0 0 0,1 1-1 0 0,0 0 1 0 0,0 0 0 0 0,-1 0 0 0 0,1-1 0 0 0,0 1-1 0 0,0 0 1 0 0,0 0 0 0 0,-1-1 0 0 0,1 1 0 0 0,0 0 0 0 0,0-1-1 0 0,0 1 1 0 0,0 0 0 0 0,0 0 0 0 0,0-1 0 0 0,0 0 0 0 0,-5-8-2484 0 0,7-29-13356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50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34 100 1204 0 0,'-23'-12'13797'0'0,"22"11"-13608"0"0,0 1-1 0 0,0-1 0 0 0,0 0 0 0 0,1 0 0 0 0,-1 0 0 0 0,0 0 0 0 0,1 0 0 0 0,-1 0 1 0 0,1 0-1 0 0,-1 0 0 0 0,1 0 0 0 0,-1 0 0 0 0,1 0 0 0 0,0 0 0 0 0,-1 0 1 0 0,1 0-1 0 0,0 0 0 0 0,0 0 0 0 0,0-1 0 0 0,0 1 0 0 0,0 0 0 0 0,0 0 0 0 0,0 0 1 0 0,0 0-1 0 0,0 0 0 0 0,1-1 0 0 0,-1 1 0 0 0,1-1 0 0 0,0 0-59 0 0,1-1 0 0 0,0 1 0 0 0,0-1 0 0 0,0 1 0 0 0,0 0 0 0 0,0 0 0 0 0,0 0 0 0 0,0 0-1 0 0,1 0 1 0 0,4-3 0 0 0,2 1-124 0 0,-1-1 1 0 0,1 1-1 0 0,1 0 0 0 0,-1 1 0 0 0,0 0 0 0 0,14-2 0 0 0,-14 4 2 0 0,-1 1 0 0 0,1 0 0 0 0,-1 0-1 0 0,1 0 1 0 0,-1 1 0 0 0,1 1 0 0 0,-1-1-1 0 0,0 2 1 0 0,0-1 0 0 0,0 1 0 0 0,0 0-1 0 0,0 0 1 0 0,-1 1 0 0 0,1 0-1 0 0,-1 1 1 0 0,0 0 0 0 0,0 0 0 0 0,0 0-1 0 0,-1 1 1 0 0,0 0 0 0 0,0 0 0 0 0,-1 0-1 0 0,1 1 1 0 0,-1 0 0 0 0,-1 0 0 0 0,1 0-1 0 0,-1 1 1 0 0,-1-1 0 0 0,1 1 0 0 0,-1 0-1 0 0,-1 0 1 0 0,1 0 0 0 0,-1 0 0 0 0,-1 1-1 0 0,0-1 1 0 0,0 1 0 0 0,0-1 0 0 0,-1 1-1 0 0,0-1 1 0 0,-1 0 0 0 0,0 1 0 0 0,0-1-1 0 0,-4 13 1 0 0,-1-5 125 0 0,-1 1-1 0 0,0-1 1 0 0,-1-1 0 0 0,-1 0-1 0 0,-1 0 1 0 0,0 0 0 0 0,0-2 0 0 0,-22 23-1 0 0,1-7 672 0 0,0-1 1 0 0,-54 36-1 0 0,32-21 156 0 0,53-43-951 0 0,0 0 0 0 0,0 0 0 0 0,-1 0 0 0 0,1 0 0 0 0,0 1 0 0 0,0-1 1 0 0,-1 0-1 0 0,1 0 0 0 0,0 0 0 0 0,0 0 0 0 0,0 1 0 0 0,0-1 0 0 0,-1 0 0 0 0,1 0 0 0 0,0 1 0 0 0,0-1 0 0 0,0 0 0 0 0,0 0 0 0 0,0 0 0 0 0,0 1 0 0 0,0-1 0 0 0,0 0 0 0 0,-1 1 0 0 0,1-1 0 0 0,0 0 0 0 0,0 0 0 0 0,0 1 0 0 0,0-1 0 0 0,0 0 0 0 0,0 0 0 0 0,1 1 0 0 0,-1-1 0 0 0,0 0 0 0 0,0 0 0 0 0,0 1 0 0 0,0-1 0 0 0,10 5 101 0 0,14-3-69 0 0,-24-2-29 0 0,216-5 119 0 0,-90 0-82 0 0,18-4-2429 0 0,21 1-1682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59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48 1292 0 0,'-3'-15'17560'0'0,"3"15"-17376"0"0,77-6 21 0 0,78-7 298 0 0,-57 0-3705 0 0,-94 13 1939 0 0,11 1-1813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6:59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0 1468 0 0,'-20'0'3684'0'0,"16"0"-3180"0"0,1 0 0 0 0,-1 1-1 0 0,0-1 1 0 0,1 1 0 0 0,-1 0 0 0 0,0 0 0 0 0,1 0 0 0 0,-1 0 0 0 0,1 1-1 0 0,0 0 1 0 0,0-1 0 0 0,-1 1 0 0 0,-2 3 0 0 0,1-1-81 0 0,0 0-1 0 0,0 1 1 0 0,1 0-1 0 0,0 0 1 0 0,0 0 0 0 0,-6 10-1 0 0,-1 5-63 0 0,2 1 0 0 0,0 0-1 0 0,-7 28 1 0 0,14-42-156 0 0,-2 5-87 0 0,1 0 0 0 0,-3 22 0 0 0,5-31-79 0 0,1 0 0 0 0,0 0 0 0 0,0 0 0 0 0,0-1-1 0 0,0 1 1 0 0,0 0 0 0 0,1 0 0 0 0,-1 0 0 0 0,1-1 0 0 0,0 1 0 0 0,0 0 0 0 0,0-1 0 0 0,0 1 0 0 0,0 0 0 0 0,0-1-1 0 0,1 0 1 0 0,3 5 0 0 0,-3-5 3 0 0,1-1-1 0 0,-1 0 0 0 0,1 0 1 0 0,0 0-1 0 0,0 0 1 0 0,0-1-1 0 0,0 1 0 0 0,-1-1 1 0 0,1 1-1 0 0,0-1 1 0 0,0 0-1 0 0,0 0 0 0 0,0 0 1 0 0,0-1-1 0 0,4 0 1 0 0,-1 0 19 0 0,12 0 30 0 0,-8-1-69 0 0,0 1 0 0 0,1 0 0 0 0,-1 1 0 0 0,1 0 0 0 0,-1 1 0 0 0,0 0 0 0 0,1 0 0 0 0,-1 1 0 0 0,0 1 0 0 0,0 0 0 0 0,14 5 0 0 0,-15-3 54 0 0,-1 1 1 0 0,1-1-1 0 0,-1 1 1 0 0,-1 1-1 0 0,1 0 0 0 0,-1 0 1 0 0,0 0-1 0 0,0 1 0 0 0,-1 0 1 0 0,0 0-1 0 0,-1 1 0 0 0,8 14 1 0 0,-10-17 88 0 0,-1-1 0 0 0,0 1 1 0 0,0 0-1 0 0,0-1 0 0 0,-1 1 1 0 0,0 0-1 0 0,0 0 0 0 0,-1 0 0 0 0,1 0 1 0 0,-1 0-1 0 0,-1 0 0 0 0,1-1 1 0 0,-1 1-1 0 0,0 0 0 0 0,0 0 0 0 0,-1 0 1 0 0,1-1-1 0 0,-1 1 0 0 0,-1 0 1 0 0,1-1-1 0 0,-1 0 0 0 0,-6 9 0 0 0,3-6-12 0 0,0-1-1 0 0,-1 0 0 0 0,0 0 0 0 0,-1 0 0 0 0,1-1 0 0 0,-1 0 0 0 0,0-1 0 0 0,-1 0 0 0 0,0 0 0 0 0,1-1 0 0 0,-1 0 0 0 0,-1 0 0 0 0,1-1 0 0 0,0 0 0 0 0,-1-1 0 0 0,-12 2 0 0 0,7-2-166 0 0,0-1-1 0 0,0 0 1 0 0,0-1-1 0 0,0-1 1 0 0,1 0-1 0 0,-1-1 1 0 0,0-1-1 0 0,1 0 0 0 0,-1-1 1 0 0,-16-7-1 0 0,29 10-269 0 0,0 0 0 0 0,0 1-1 0 0,0-1 1 0 0,0 0 0 0 0,0-1 0 0 0,0 1-1 0 0,0 0 1 0 0,1 0 0 0 0,-1-1-1 0 0,1 1 1 0 0,-1-1 0 0 0,1 1 0 0 0,-1-1-1 0 0,1 0 1 0 0,0 0 0 0 0,0 1-1 0 0,-1-4 1 0 0,1 4-173 0 0,1-1 0 0 0,0 0 0 0 0,0 1 0 0 0,0-1 0 0 0,0 1 0 0 0,0-1 0 0 0,0 1 1 0 0,0-1-1 0 0,0 0 0 0 0,1 1 0 0 0,-1-1 0 0 0,1 1 0 0 0,-1-1 0 0 0,1 1 0 0 0,0 0 0 0 0,-1-1 0 0 0,1 1 0 0 0,0-1 0 0 0,0 1 0 0 0,0 0 0 0 0,0 0 0 0 0,0 0 0 0 0,0-1 0 0 0,2 0 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00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11 820 0 0,'1'-11'17878'0'0,"172"21"-16870"0"0,-1-1-739 0 0,-162-7-232 0 0,-6 0-35 0 0,25-4-114 0 0,-19 0-279 0 0,-7 2-298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00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15 2888 0 0,'25'-15'19138'0'0,"-25"16"-19013"0"0,-3 31 3311 0 0,-32 137-70 0 0,-48 77-2761 0 0,60-198 122 0 0,11-25-4758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01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0 113 112 0 0,'17'-33'9957'0'0,"0"-2"-3075"0"0,-14 31-6464 0 0,0 0-1 0 0,0 0 1 0 0,0 0 0 0 0,0 0 0 0 0,6-4 0 0 0,-5 5-342 0 0,1 1 1 0 0,-1 0 0 0 0,1 0-1 0 0,-1 0 1 0 0,1 1 0 0 0,0-1-1 0 0,0 1 1 0 0,0 0-1 0 0,0 1 1 0 0,0-1 0 0 0,0 1-1 0 0,0 0 1 0 0,9 1 0 0 0,-10-1-56 0 0,0 1 0 0 0,0-1 1 0 0,0 1-1 0 0,0 0 0 0 0,0 0 1 0 0,0 0-1 0 0,0 1 0 0 0,0-1 1 0 0,-1 1-1 0 0,1 0 0 0 0,-1 0 1 0 0,1 0-1 0 0,-1 1 0 0 0,0-1 1 0 0,5 6-1 0 0,-6-6 14 0 0,0 1-1 0 0,0-1 1 0 0,-1 1-1 0 0,1 0 1 0 0,-1-1-1 0 0,0 1 0 0 0,0 0 1 0 0,0 0-1 0 0,0 0 1 0 0,0 0-1 0 0,-1 0 1 0 0,1 0-1 0 0,-1 0 1 0 0,0 0-1 0 0,0 0 1 0 0,0 0-1 0 0,0 0 1 0 0,-1 0-1 0 0,1 0 1 0 0,-2 6-1 0 0,-2 2 44 0 0,0 1 0 0 0,-1-1 1 0 0,0 0-1 0 0,-1 0 0 0 0,-9 13 0 0 0,-38 48 186 0 0,47-66-224 0 0,5-4-1 0 0,1-2-33 0 0,-1 1 0 0 0,1-1 0 0 0,-1 1 0 0 0,1 0 0 0 0,-1-1 1 0 0,1 1-1 0 0,0-1 0 0 0,-1 1 0 0 0,1 0 0 0 0,0-1 0 0 0,-1 1 0 0 0,1 0 0 0 0,0 0 0 0 0,0-1 0 0 0,0 1 0 0 0,0 1 0 0 0,5 2 5 0 0,0 1 0 0 0,0-1 0 0 0,1 0 0 0 0,-1 0 0 0 0,1-1-1 0 0,0 0 1 0 0,1 0 0 0 0,-1 0 0 0 0,12 3 0 0 0,10 5 87 0 0,-13-4 24 0 0,71 37-1 0 0,-76-37 78 0 0,1 0 0 0 0,-1 0 0 0 0,0 1 0 0 0,-1 0-1 0 0,14 16 1 0 0,-21-22-74 0 0,-1 0 1 0 0,1 1-1 0 0,-1-1 0 0 0,1 1 0 0 0,-1 0 1 0 0,0-1-1 0 0,0 1 0 0 0,0 0 0 0 0,0-1 0 0 0,0 1 1 0 0,-1 0-1 0 0,0 0 0 0 0,1 0 0 0 0,-1 0 1 0 0,0 0-1 0 0,0-1 0 0 0,0 1 0 0 0,-1 0 0 0 0,1 0 1 0 0,-1 0-1 0 0,1 0 0 0 0,-1 0 0 0 0,0-1 1 0 0,0 1-1 0 0,0 0 0 0 0,-1-1 0 0 0,1 1 0 0 0,-1-1 1 0 0,-2 4-1 0 0,1-1-16 0 0,-2 0 0 0 0,1 0 0 0 0,0 0-1 0 0,-1 0 1 0 0,0-1 0 0 0,0 0 0 0 0,0 0 0 0 0,-1 0 0 0 0,1 0 0 0 0,-1-1-1 0 0,-10 4 1 0 0,-2-1 5 0 0,1 0 0 0 0,-1-2 0 0 0,-1 0 0 0 0,-30 2 0 0 0,37-6-565 0 0,0 0 1 0 0,1 0-1 0 0,-17-4 1 0 0,21 3-631 0 0,-1-1 0 0 0,1 0 0 0 0,-1-1 1 0 0,1 0-1 0 0,-12-6 0 0 0,4-6-3927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01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39 1508 0 0,'-2'0'2316'0'0,"-7"0"-563"0"0,-23 0 7946 0 0,20 0-5611 0 0,-1 0-674 0 0,3-1-596 0 0,139-12-2397 0 0,-14 3-4724 0 0,-40-5-7483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01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47 3128 0 0,'5'-46'19107'0'0,"-5"79"-18507"0"0,-6 30-266 0 0,3-37-251 0 0,1 0-1 0 0,1 1 1 0 0,4 39-1 0 0,-2-64-84 0 0,-1 2-2 0 0,0-1 0 0 0,1 1 0 0 0,0 0 0 0 0,-1-1-1 0 0,1 1 1 0 0,1-1 0 0 0,-1 1 0 0 0,0-1 0 0 0,1 1 0 0 0,3 5-1 0 0,-4-9 7 0 0,0 1-1 0 0,1 0 1 0 0,-1 0-1 0 0,0-1 0 0 0,0 1 1 0 0,0-1-1 0 0,1 1 0 0 0,-1-1 1 0 0,0 1-1 0 0,0-1 0 0 0,1 0 1 0 0,-1 0-1 0 0,0 0 0 0 0,1 1 1 0 0,-1-1-1 0 0,0 0 0 0 0,1-1 1 0 0,-1 1-1 0 0,0 0 0 0 0,1 0 1 0 0,-1-1-1 0 0,0 1 0 0 0,0 0 1 0 0,1-1-1 0 0,1 0 0 0 0,0-1 5 0 0,0 0 0 0 0,0 0-1 0 0,-1 0 1 0 0,1 0 0 0 0,0 0-1 0 0,3-4 1 0 0,95-113 77 0 0,-100 117-53 0 0,-1 2-28 0 0,0 0 0 0 0,0 0 0 0 0,0 0 0 0 0,0 0 0 0 0,0 0 0 0 0,0-1 0 0 0,0 1 0 0 0,0 0 0 0 0,0 0 0 0 0,0 0 0 0 0,0 0 0 0 0,0-1 0 0 0,0 1 0 0 0,0 0 0 0 0,0 0 0 0 0,1 0-1 0 0,-1 0 1 0 0,0 0 0 0 0,0 0 0 0 0,0-1 0 0 0,0 1 0 0 0,0 0 0 0 0,0 0 0 0 0,0 0 0 0 0,1 0 0 0 0,-1 0 0 0 0,0 0 0 0 0,0 0 0 0 0,0 0 0 0 0,0 0 0 0 0,0-1 0 0 0,1 1 0 0 0,-1 0 0 0 0,0 0 0 0 0,0 0 0 0 0,0 0 0 0 0,0 0 0 0 0,1 0 0 0 0,-1 0 0 0 0,0 0 0 0 0,0 0 0 0 0,0 0 0 0 0,0 0 0 0 0,0 0 0 0 0,1 0 0 0 0,-1 0 0 0 0,0 1 0 0 0,0-1 0 0 0,0 0 0 0 0,0 0 0 0 0,0 0 0 0 0,1 0 0 0 0,-1 0 0 0 0,0 0 0 0 0,0 0 0 0 0,0 0 0 0 0,0 0 0 0 0,0 1 0 0 0,0-1 0 0 0,1 0 0 0 0,-1 0 0 0 0,0 0 0 0 0,0 0 0 0 0,7 8 217 0 0,-4 0 59 0 0,-2 0 1 0 0,1 1-1 0 0,-1 0 0 0 0,-1-1 1 0 0,0 1-1 0 0,0 0 0 0 0,-2 15 1 0 0,0 0-47 0 0,-11 105 667 0 0,2-22-2121 0 0,10-35-4000 0 0,6-46-3929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08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90 60 0 0,'-33'-7'23179'0'0,"33"7"-23013"0"0,0-1 0 0 0,0 1 0 0 0,0 0 0 0 0,0-1 0 0 0,-1 0 0 0 0,4-9-1755 0 0,-1 6 1593 0 0,1 0 0 0 0,-1 0-1 0 0,1 0 1 0 0,0 1 0 0 0,0-1-1 0 0,0 1 1 0 0,1 0 0 0 0,-1 0 0 0 0,1 0-1 0 0,-1 0 1 0 0,9-4 0 0 0,-1 2-11 0 0,0 0 1 0 0,0 0 0 0 0,12-2-1 0 0,-19 6-1 0 0,-1 0 0 0 0,0 1-1 0 0,1-1 1 0 0,-1 1-1 0 0,0 0 1 0 0,1 0 0 0 0,-1 0-1 0 0,1 1 1 0 0,-1-1-1 0 0,0 1 1 0 0,1 0 0 0 0,-1 0-1 0 0,0 0 1 0 0,0 0-1 0 0,0 0 1 0 0,0 1-1 0 0,0-1 1 0 0,0 1 0 0 0,3 2-1 0 0,0 0 4 0 0,-1 1 0 0 0,0-1 0 0 0,-1 1 0 0 0,1-1 0 0 0,-1 1 0 0 0,0 1 0 0 0,0-1 0 0 0,4 9 0 0 0,-5-9 6 0 0,-1 0 0 0 0,0 0 0 0 0,0 0 0 0 0,-1 0 0 0 0,1 0 0 0 0,-1 0 0 0 0,0 1 0 0 0,-1-1 0 0 0,1 0 0 0 0,-1 1 0 0 0,0-1 0 0 0,-1 10 0 0 0,-1-6 10 0 0,0 0 0 0 0,-1-1 0 0 0,1 1 0 0 0,-2-1-1 0 0,1 0 1 0 0,-1 1 0 0 0,-6 7 0 0 0,-4 5 34 0 0,-2 0 0 0 0,0-2 1 0 0,-1 0-1 0 0,-28 24 0 0 0,-170 122 1683 0 0,171-135-1111 0 0,19-13-294 0 0,15-11-77 0 0,0 0 0 0 0,-15 13 0 0 0,26-18-120 0 0,-1-1-120 0 0,1 1 0 0 0,-1 0 0 0 0,1-1 1 0 0,0 0-1 0 0,-1 1 0 0 0,1-1 0 0 0,0 1 1 0 0,0-1-1 0 0,-1 0 0 0 0,1 1 0 0 0,0-1 1 0 0,0 0-1 0 0,-1 0 0 0 0,1 0 0 0 0,0 0 0 0 0,0 1 1 0 0,0-1-1 0 0,-1 0 0 0 0,3-1 0 0 0,438-38-44 0 0,-339 28 31 0 0,-7-1-2259 0 0,-93 12 1373 0 0,26-3-7905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09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23 1552 0 0,'-3'-1'1724'0'0,"-3"-1"-1369"0"0,-26-8 10964 0 0,20 8-6587 0 0,26 1-4388 0 0,104-2 240 0 0,-14 1-406 0 0,-44 1-29 0 0,-57 1-124 0 0,0 0 0 0 0,0 0-387 0 0,35 0 773 0 0,-23 5-5872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09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48 804 0 0,'25'-32'14503'0'0,"-17"17"-8687"0"0,-18 18-5822 0 0,-15 11 160 0 0,2 0 0 0 0,0 1 0 0 0,0 1 0 0 0,2 1 0 0 0,-26 26 0 0 0,37-34-122 0 0,-31 28 91 0 0,-53 65 0 0 0,80-85-113 0 0,2-1 1 0 0,0 2-1 0 0,1 0 0 0 0,0 0 0 0 0,2 1 0 0 0,0 1 0 0 0,-6 21 0 0 0,13-35 7 0 0,0 0-1 0 0,1 0 1 0 0,0 1 0 0 0,1-1 0 0 0,-1 1-1 0 0,1-1 1 0 0,0 1 0 0 0,1-1-1 0 0,0 1 1 0 0,0-1 0 0 0,0 0-1 0 0,3 8 1 0 0,-3-11 4 0 0,0 1-1 0 0,1-1 1 0 0,0 0 0 0 0,-1 0-1 0 0,1 0 1 0 0,0 0 0 0 0,0 0-1 0 0,1 0 1 0 0,-1-1 0 0 0,1 1-1 0 0,-1-1 1 0 0,1 0 0 0 0,0 0-1 0 0,0 0 1 0 0,0 0 0 0 0,0 0-1 0 0,0 0 1 0 0,0-1 0 0 0,0 1-1 0 0,1-1 1 0 0,-1 0-1 0 0,1 0 1 0 0,3 0 0 0 0,3 1 28 0 0,-1-2 0 0 0,0 1 1 0 0,1-1-1 0 0,-1 0 0 0 0,1-1 1 0 0,-1 0-1 0 0,0-1 0 0 0,1 0 1 0 0,-1 0-1 0 0,14-6 0 0 0,-20 7-44 0 0,0-1 0 0 0,0 1 0 0 0,0-1 0 0 0,0 0-1 0 0,0 0 1 0 0,0 0 0 0 0,0 0 0 0 0,-1 0-1 0 0,1 0 1 0 0,-1-1 0 0 0,0 1 0 0 0,0-1 0 0 0,0 0-1 0 0,0 0 1 0 0,0 0 0 0 0,0 0 0 0 0,-1 0 0 0 0,1 0-1 0 0,-1 0 1 0 0,0 0 0 0 0,0-1 0 0 0,0 1 0 0 0,0 0-1 0 0,-1-1 1 0 0,1 1 0 0 0,-1-1 0 0 0,0 1 0 0 0,0 0-1 0 0,0-1 1 0 0,-1 1 0 0 0,1-1 0 0 0,-2-5 0 0 0,0 5 5 0 0,1 0 1 0 0,-1 0 0 0 0,1 0 0 0 0,-1 0 0 0 0,0 1-1 0 0,-1-1 1 0 0,1 1 0 0 0,-1-1 0 0 0,1 1 0 0 0,-1 0-1 0 0,0 0 1 0 0,0 0 0 0 0,-1 0 0 0 0,1 1 0 0 0,0-1-1 0 0,-1 1 1 0 0,-5-3 0 0 0,-2 0-542 0 0,0 0 1 0 0,0 1-1 0 0,0 0 1 0 0,-22-4-1 0 0,32 7 206 0 0,0 1-1 0 0,-1 0 1 0 0,1 0-1 0 0,0 0 1 0 0,0 0-1 0 0,-1 0 1 0 0,1 0-1 0 0,0 0 0 0 0,0 0 1 0 0,-1 1-1 0 0,1-1 1 0 0,0 0-1 0 0,0 1 1 0 0,0-1-1 0 0,-1 1 1 0 0,1-1-1 0 0,0 1 1 0 0,0-1-1 0 0,0 1 1 0 0,0 0-1 0 0,0 0 0 0 0,0-1 1 0 0,0 1-1 0 0,0 0 1 0 0,1 0-1 0 0,-2 1 1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10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15 876 0 0,'-3'0'2208'0'0,"-5"0"-708"0"0,-25 0 7626 0 0,24 0-7395 0 0,-7 1 3551 0 0,8-1-2930 0 0,19 1-1910 0 0,21-2-544 0 0,171-9 456 0 0,-201 10-329 0 0,2 0-6 0 0,10 0-6 0 0,-10 0 0 0 0,14-2 64 0 0,8-2-1807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10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109 102 244 0 0,'7'-14'7269'0'0,"6"-8"-806"0"0,-12 18-5970 0 0,1 1-1 0 0,0-1 1 0 0,0 0-1 0 0,0 1 1 0 0,0 0-1 0 0,1-1 1 0 0,-1 1-1 0 0,1 0 0 0 0,0 0 1 0 0,0 0-1 0 0,0 1 1 0 0,0-1-1 0 0,5-2 1 0 0,-2 2-386 0 0,1 0 1 0 0,0 0-1 0 0,-1 1 1 0 0,1 0-1 0 0,0 0 1 0 0,0 1-1 0 0,0 0 1 0 0,0 0 0 0 0,0 1-1 0 0,0-1 1 0 0,0 2-1 0 0,14 1 1 0 0,-19-2-99 0 0,0 1 1 0 0,1 0 0 0 0,-1 0 0 0 0,0 0-1 0 0,0 0 1 0 0,0 0 0 0 0,0 0-1 0 0,0 1 1 0 0,0-1 0 0 0,0 1 0 0 0,0-1-1 0 0,0 1 1 0 0,0 0 0 0 0,-1 0-1 0 0,1 0 1 0 0,-1 0 0 0 0,0 0 0 0 0,3 3-1 0 0,-2 0 56 0 0,0 0-1 0 0,0 0 1 0 0,0 0-1 0 0,0 0 1 0 0,-1 1-1 0 0,1 8 1 0 0,-1-5 101 0 0,-2-1 0 0 0,1 1-1 0 0,-1-1 1 0 0,0 1 0 0 0,-1-1 0 0 0,0 1 0 0 0,0-1 0 0 0,-1 0 0 0 0,0 0 0 0 0,-4 8 0 0 0,-6 9 714 0 0,-27 40 0 0 0,-2-10 622 0 0,-3-1 1 0 0,-68 63 0 0 0,99-103-1376 0 0,-18 22 366 0 0,31-34-363 0 0,1-1-115 0 0,1 0 0 0 0,-1-1 0 0 0,1 1 0 0 0,-1 0 0 0 0,1 0 0 0 0,-1 0 0 0 0,1 0 0 0 0,0-1 0 0 0,-1 1-1 0 0,1 0 1 0 0,0-1 0 0 0,0 1 0 0 0,0 0 0 0 0,-1-1 0 0 0,1 1 0 0 0,0-1 0 0 0,0 0 0 0 0,0 1 0 0 0,0-1 0 0 0,0 0 0 0 0,0 1 0 0 0,0-1 0 0 0,0 0-1 0 0,0 0 1 0 0,1 0 0 0 0,31 1 40 0 0,-24-1-1 0 0,355-17 165 0 0,-337 14-256 0 0,42-7-2233 0 0,-67 10 1338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14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0 2044 0 0,'0'0'13425'0'0,"-1"2"-12961"0"0,-35 71 1113 0 0,4 0 1 0 0,-28 92-1 0 0,46-120-1324 0 0,-14 66 0 0 0,25-92-186 0 0,0 0 0 0 0,1 1 0 0 0,1-1 0 0 0,1 1 0 0 0,1-1-1 0 0,3 23 1 0 0,-3-39-28 0 0,-1 1 0 0 0,1-1 0 0 0,0 1-1 0 0,0-1 1 0 0,0 1 0 0 0,1-1 0 0 0,-1 0-1 0 0,1 0 1 0 0,0 1 0 0 0,0-1 0 0 0,0 0-1 0 0,0 0 1 0 0,0-1 0 0 0,1 1 0 0 0,-1 0-1 0 0,1-1 1 0 0,0 0 0 0 0,-1 1 0 0 0,6 2-1 0 0,-3-3 2 0 0,0 0 1 0 0,0-1-1 0 0,0 1 0 0 0,0-1 0 0 0,0 0 0 0 0,0-1 0 0 0,0 1 0 0 0,0-1 0 0 0,1 0 1 0 0,-1 0-1 0 0,0 0 0 0 0,0-1 0 0 0,5-1 0 0 0,3-1-7 0 0,-1-1 1 0 0,1 0-1 0 0,-1-1 0 0 0,0 0 0 0 0,-1-1 0 0 0,1 0 1 0 0,-1-1-1 0 0,-1 0 0 0 0,1 0 0 0 0,-1-2 0 0 0,0 1 1 0 0,-1-1-1 0 0,12-14 0 0 0,-2-1-12 0 0,0 0 0 0 0,-2-2 0 0 0,-1 0 0 0 0,19-42 0 0 0,-29 55-16 0 0,0-1 1 0 0,-1 0-1 0 0,0 0 1 0 0,-1 0-1 0 0,-1-1 0 0 0,0 0 1 0 0,-1 1-1 0 0,1-21 0 0 0,-4 27 2 0 0,1 0 1 0 0,-1 0-1 0 0,0 1 0 0 0,-1-1 0 0 0,0 0 0 0 0,0 1 1 0 0,0-1-1 0 0,-1 1 0 0 0,0 0 0 0 0,-1 0 0 0 0,0 0 0 0 0,0 0 1 0 0,0 1-1 0 0,-1-1 0 0 0,0 1 0 0 0,0 0 0 0 0,-8-7 1 0 0,2 4 5 0 0,-1 0 0 0 0,0 0 0 0 0,-1 1 0 0 0,1 0 0 0 0,-1 1 1 0 0,-19-7-1 0 0,5 5-786 0 0,-1 0 0 0 0,-37-5 0 0 0,59 13-12 0 0,1 0 0 0 0,-1 1 0 0 0,0-1 0 0 0,0 1 0 0 0,-12 2 0 0 0,-1 1-4232 0 0,12-1 1970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15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37 1156 0 0,'24'-35'18777'0'0,"-23"35"-18522"0"0,-1-1 0 0 0,1 1 1 0 0,-1 0-1 0 0,1 0 0 0 0,0 0 1 0 0,1-1-1 0 0,-2 2-168 0 0,1 1-1 0 0,-1-1 1 0 0,0 0 0 0 0,1 0 0 0 0,-1 0 0 0 0,0 0-1 0 0,1 0 1 0 0,-1 0 0 0 0,0 0 0 0 0,0 1-1 0 0,0-1 1 0 0,0 0 0 0 0,0 0 0 0 0,-1 2-1 0 0,-8 80 1328 0 0,-4-1-1 0 0,-35 125 0 0 0,12-65-2202 0 0,29-94-1798 0 0,7-45 1975 0 0,0 1 0 0 0,0-1 0 0 0,1 0 0 0 0,-1 0 0 0 0,1 1 0 0 0,-1-1 0 0 0,2 3 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15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72 1936 0 0,'-10'-15'15260'0'0,"5"9"-12716"0"0,0 11-2342 0 0,1 0 0 0 0,0 0 0 0 0,0 0 0 0 0,0 0 1 0 0,1 1-1 0 0,0-1 0 0 0,0 1 0 0 0,0 0 0 0 0,-2 6 0 0 0,-3 8 212 0 0,-30 51 718 0 0,-36 82 427 0 0,64-129-1462 0 0,1 0 1 0 0,1 0-1 0 0,2 1 0 0 0,-6 39 0 0 0,11-58-73 0 0,1 0 0 0 0,-1 0 0 0 0,1 0-1 0 0,1 0 1 0 0,-1 0 0 0 0,1 0 0 0 0,0 0-1 0 0,0 0 1 0 0,1 0 0 0 0,0-1 0 0 0,0 1 0 0 0,0-1-1 0 0,0 1 1 0 0,1-1 0 0 0,0 0 0 0 0,0 0-1 0 0,1 0 1 0 0,7 9 0 0 0,-5-9 0 0 0,-1-1 1 0 0,1 1-1 0 0,0-1 1 0 0,1 0 0 0 0,-1 0-1 0 0,1-1 1 0 0,-1 0-1 0 0,1 0 1 0 0,0 0-1 0 0,0-1 1 0 0,1 0-1 0 0,-1 0 1 0 0,0-1-1 0 0,13 1 1 0 0,-5-2 17 0 0,0 0 0 0 0,0-1 1 0 0,0-1-1 0 0,-1 0 0 0 0,1-1 1 0 0,-1 0-1 0 0,1-1 0 0 0,-1-1 1 0 0,14-6-1 0 0,-11 3 0 0 0,-1-1-1 0 0,1-1 1 0 0,-1 0 0 0 0,-1-1-1 0 0,0-1 1 0 0,26-26 0 0 0,-30 26-22 0 0,0-1-1 0 0,-1 0 1 0 0,0-1 0 0 0,-1 0 0 0 0,-1 0 0 0 0,0-1 0 0 0,-1 0 0 0 0,6-17 0 0 0,-10 20-13 0 0,1 0 0 0 0,-2 0 0 0 0,0 0 0 0 0,0 0 0 0 0,-1-1 0 0 0,0 1 0 0 0,-1 0 0 0 0,-1-1 0 0 0,0 1 0 0 0,-1 0 0 0 0,-3-17 1 0 0,0 16 4 0 0,0 0 0 0 0,-1 0 0 0 0,0 0 1 0 0,0 1-1 0 0,-2-1 0 0 0,1 2 0 0 0,-2-1 1 0 0,1 1-1 0 0,-2 0 0 0 0,1 1 0 0 0,-1 0 1 0 0,-17-12-1 0 0,13 11-223 0 0,-1 1 0 0 0,0 1 1 0 0,-30-14-1 0 0,32 17-682 0 0,-1 1 1 0 0,1 1 0 0 0,-1 0-1 0 0,-26-4 1 0 0,36 8 144 0 0,1 0 1 0 0,-1 0 0 0 0,1 0-1 0 0,0 0 1 0 0,-1 0-1 0 0,-5 1 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16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43 2056 0 0,'-4'-10'5121'0'0,"3"-5"-356"0"0,-1-3 1933 0 0,-1 31-4273 0 0,-2 64-829 0 0,-12 99-564 0 0,-4-15-1058 0 0,13-93-3135 0 0,0 0-5663 0 0,4-44-454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25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1464 0 1020 0 0,'20'5'19077'0'0,"-27"-3"-19953"0"0,4-2 947 0 0,-23 6 86 0 0,13-2-151 0 0,0 1 0 0 0,1 0-1 0 0,0 1 1 0 0,0 0 0 0 0,0 1 0 0 0,0 0 0 0 0,1 1-1 0 0,1 0 1 0 0,-1 0 0 0 0,1 2 0 0 0,1-1 0 0 0,0 1-1 0 0,0 0 1 0 0,1 1 0 0 0,-9 14 0 0 0,-7 15-10 0 0,2 1 0 0 0,-32 86 0 0 0,25-39 39 0 0,4 0-1 0 0,-19 131 0 0 0,-97 626 65 0 0,101-628-19 0 0,-121 653 10 0 0,49-321 1 0 0,6-37-29 0 0,-29 132-45 0 0,54-267 159 0 0,-66 337 400 0 0,129-624-514 0 0,-60 325 278 0 0,29 4-127 0 0,47-305-179 0 0,3-101 13 0 0,0-1 0 0 0,1 0 1 0 0,0 0-1 0 0,1 0 0 0 0,0-1 1 0 0,1 1-1 0 0,7 15 0 0 0,-6-20-11 0 0,-1-1 0 0 0,1 0-1 0 0,0 0 1 0 0,0 0 0 0 0,1-1 0 0 0,0 0-1 0 0,0 0 1 0 0,0 0 0 0 0,1-1-1 0 0,-1 1 1 0 0,1-2 0 0 0,0 1-1 0 0,0-1 1 0 0,1 0 0 0 0,-1-1-1 0 0,15 4 1 0 0,6 0-16 0 0,1-1 0 0 0,-1-1 0 0 0,37-1-1 0 0,37-2-1688 0 0,119-15-1 0 0,-7-18-7201 0 0,-120 15 948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02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19 1556 0 0,'-4'0'2195'0'0,"-49"2"8809"0"0,25-1-4247 0 0,26-1-6095 0 0,-11 2 2352 0 0,15-3-2821 0 0,192-14-30 0 0,-131 11-3570 0 0,-3 0-10339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02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134 256 2216 0 0,'27'-10'28184'0'0,"-26"9"-27935"0"0,-2-1-33 0 0,1 1 0 0 0,-1 0 0 0 0,0-1 0 0 0,1 1 0 0 0,-1 0 0 0 0,0 0 0 0 0,0-1 0 0 0,0 1 0 0 0,0 0 0 0 0,0 0 0 0 0,-2-2 0 0 0,-42-30-1594 0 0,38 28 2135 0 0,-26-16-731 0 0,21 15-128 0 0,1-1 1 0 0,0-1-1 0 0,-14-12 0 0 0,24 19-103 0 0,-1-5-534 0 0,2 6 718 0 0,-1 0 1 0 0,1-1 0 0 0,0 1-1 0 0,0 0 1 0 0,0 0-1 0 0,-1-1 1 0 0,1 1 0 0 0,0 0-1 0 0,0 0 1 0 0,0-1-1 0 0,0 1 1 0 0,0 0 0 0 0,0-1-1 0 0,0 1 1 0 0,0 0-1 0 0,0 0 1 0 0,0-1 0 0 0,0 1-1 0 0,0 0 1 0 0,0-1 0 0 0,0 1-1 0 0,0 0 1 0 0,0-1-1 0 0,0 1 1 0 0,0 0 0 0 0,0 0-1 0 0,0-1 1 0 0,0 1-1 0 0,0 0 1 0 0,1-1 0 0 0,-1 1-1 0 0,0 0 1 0 0,0 0-1 0 0,0-1 1 0 0,1 1 0 0 0,-1 0-1 0 0,0 0 1 0 0,0 0-1 0 0,0-1 1 0 0,1 1 0 0 0,-1 0-1 0 0,0 0 1 0 0,1 0-1 0 0,-1 0 1 0 0,0 0 0 0 0,0 0-1 0 0,1-1 1 0 0,-1 1-1 0 0,0 0 1 0 0,1 0 0 0 0,-1 0-1 0 0,0 0 1 0 0,0 0-1 0 0,1 0 1 0 0,-1 0 0 0 0,0 0-1 0 0,1 0 1 0 0,-1 0-1 0 0,28-7-498 0 0,0 1-1 0 0,38-3 0 0 0,-11 2 337 0 0,-19 1 429 0 0,70-13-1002 0 0,-92 15 1569 0 0,-1 0-1 0 0,0-1 1 0 0,1 0 0 0 0,-2-1-1 0 0,21-12 1 0 0,-24 12-761 0 0,4 1-52 0 0,-13 5 0 0 0,1 0 0 0 0,-1-1 0 0 0,0 1 0 0 0,1 0 0 0 0,-1 0 0 0 0,0 0 0 0 0,1 0 0 0 0,-1 0 0 0 0,1-1 0 0 0,-1 1 0 0 0,0 0 0 0 0,1 0 0 0 0,-1 0 0 0 0,0 0 0 0 0,1 0 0 0 0,-1 0 0 0 0,1 0 0 0 0,-1 0 0 0 0,0 0 0 0 0,1 1 0 0 0,-1-1 0 0 0,0 0 0 0 0,1 0 0 0 0,-1 0 0 0 0,0 0 0 0 0,1 0 0 0 0,-1 1 0 0 0,0-1 0 0 0,1 0 0 0 0,-1 0 0 0 0,0 0 0 0 0,1 1 0 0 0,-1-1 0 0 0,0 0 0 0 0,0 1 0 0 0,0-1 0 0 0,1 0 0 0 0,-1 0 0 0 0,0 1 0 0 0,0-1 0 0 0,0 0 0 0 0,1 1 0 0 0,-1-1 0 0 0,0 1 0 0 0,-1 14 0 0 0,0-14 0 0 0,-6 46 0 0 0,-3 0 0 0 0,-16 47 0 0 0,-38 88 0 0 0,-15 6-3903 0 0,-61 84-9303 0 0,109-221-48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11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15 36 0 0,'-16'7'21461'0'0,"419"-24"-20093"0"0,-384 16-1138 0 0,-16 0-103 0 0,1 1-4 0 0,45-1 409 0 0,-46 1-490 0 0,1-1-976 0 0,3 1-210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12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76 1200 0 0,'-22'-47'28009'0'0,"27"43"-27731"0"0,-4 3-213 0 0,24-9 40 0 0,-15 7-113 0 0,-1 0-1 0 0,0 1 0 0 0,1 0 0 0 0,-1 1 0 0 0,1-1 0 0 0,0 2 1 0 0,0-1-1 0 0,-1 2 0 0 0,1-1 0 0 0,10 3 0 0 0,-6-2-25 0 0,-9 0 15 0 0,0 0 0 0 0,1 1 0 0 0,-1 0 0 0 0,0 0 0 0 0,0 0 0 0 0,0 0 0 0 0,0 1 0 0 0,0 0 0 0 0,0 0 0 0 0,-1 0 1 0 0,1 1-1 0 0,-1-1 0 0 0,4 5 0 0 0,-6-5 9 0 0,0 0 0 0 0,0 1 1 0 0,0-1-1 0 0,0 0 1 0 0,-1 1-1 0 0,1-1 0 0 0,-1 1 1 0 0,0-1-1 0 0,0 1 0 0 0,0-1 1 0 0,-1 1-1 0 0,1 0 1 0 0,-1-1-1 0 0,0 6 0 0 0,0-3 13 0 0,-1 1-1 0 0,0 0 1 0 0,-1 0-1 0 0,1-1 0 0 0,-1 1 1 0 0,-1-1-1 0 0,-3 8 1 0 0,-3 2 28 0 0,0 0 0 0 0,-1 0 0 0 0,-1-1 0 0 0,-22 24 0 0 0,-17 11 298 0 0,17-19 1241 0 0,32-29-1148 0 0,-2 2 247 0 0,16-5-492 0 0,-2 2-171 0 0,-1 0-1 0 0,1 1 0 0 0,-1 0 1 0 0,0 0-1 0 0,1 1 1 0 0,-1 0-1 0 0,-1 1 0 0 0,1 0 1 0 0,0 1-1 0 0,16 11 1 0 0,-18-11 9 0 0,0 1 0 0 0,0 0 1 0 0,-1 0-1 0 0,0 1 0 0 0,0 0 1 0 0,0 0-1 0 0,-1 0 0 0 0,0 1 1 0 0,-1 0-1 0 0,0 0 0 0 0,0 1 1 0 0,5 11-1 0 0,-10-19-13 0 0,1 0 0 0 0,-1 0 0 0 0,1 0 0 0 0,-1 0 0 0 0,0 0 0 0 0,0 0 0 0 0,1 0 0 0 0,-1 0 0 0 0,0 0 0 0 0,0 0 0 0 0,0 0 0 0 0,0 0 0 0 0,0 0 0 0 0,0 0 0 0 0,0 0 0 0 0,0 0 0 0 0,0-1 0 0 0,-1 1 0 0 0,1 0 0 0 0,0 0 0 0 0,-1 0 0 0 0,1 0 0 0 0,-1 1 0 0 0,0 0 0 0 0,-1 3-2 0 0,0 0 0 0 0,0 0 0 0 0,0 0 0 0 0,-1-1 0 0 0,1 1 0 0 0,-1-1 0 0 0,0 1 0 0 0,-1-1 0 0 0,1 0 0 0 0,-1-1 0 0 0,0 1 0 0 0,1 0 0 0 0,-2-1 0 0 0,1 0 0 0 0,0 0 0 0 0,-1 0 0 0 0,1-1 0 0 0,-9 4 0 0 0,0 0 0 0 0,-1-1 0 0 0,1-1 0 0 0,-1 0 0 0 0,-1 0 0 0 0,-19 1 0 0 0,10-3-923 0 0,-1-2 1 0 0,1 0-1 0 0,0-1 0 0 0,-47-10 0 0 0,-93-32-8676 0 0,108 27 6268 0 0,3 1-9488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27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1272 46 1608 0 0,'6'-8'7445'0'0,"-4"6"-7191"0"0,1 0 1 0 0,-1 1-1 0 0,1-1 1 0 0,0 1-1 0 0,-1-1 1 0 0,1 1-1 0 0,0 0 1 0 0,-1 0-1 0 0,1 0 1 0 0,4 0 0 0 0,37-5 200 0 0,-23 4-63 0 0,58-7 47 0 0,1 4 0 0 0,97 6-1 0 0,159 29-101 0 0,-270-22-317 0 0,169 26 67 0 0,-230-33-82 0 0,-4-1-3 0 0,0 0 0 0 0,1 0 0 0 0,-1 0 0 0 0,1 0 0 0 0,-1 0 0 0 0,0 1 0 0 0,1-1 0 0 0,-1 0 0 0 0,0 1 0 0 0,1-1 1 0 0,-1 1-1 0 0,0 0 0 0 0,0-1 0 0 0,1 1 0 0 0,-1 0 0 0 0,0 0 0 0 0,0 0 0 0 0,0 0 0 0 0,0-1 0 0 0,0 2 0 0 0,0-1 0 0 0,0 0 0 0 0,-1 0 0 0 0,1 0 1 0 0,0 0-1 0 0,0 3 0 0 0,1-1 2 0 0,-1 0 0 0 0,0 0 0 0 0,-1 0 0 0 0,1 0 0 0 0,-1 0 0 0 0,1 0 0 0 0,-1 0 1 0 0,0 0-1 0 0,0 0 0 0 0,0 0 0 0 0,0 0 0 0 0,-1 0 0 0 0,1 0 0 0 0,-1 0 0 0 0,-1 4 0 0 0,-20 50 51 0 0,16-42-38 0 0,-110 300 55 0 0,59-152-31 0 0,-7 12 886 0 0,-217 665 646 0 0,53 241 190 0 0,178-744-786 0 0,-64 396 537 0 0,-46 306-139 0 0,23-169-239 0 0,112-737-611 0 0,-54 165 0 0 0,77-292-510 0 0,-4 13 705 0 0,-1-1 1 0 0,-16 32-1 0 0,22-48-697 0 0,-1 0-1 0 0,0 1 1 0 0,0-1-1 0 0,0 0 1 0 0,0 0-1 0 0,0 0 1 0 0,-1-1-1 0 0,1 1 1 0 0,-1 0-1 0 0,1-1 1 0 0,-1 0-1 0 0,1 1 0 0 0,-1-1 1 0 0,-5 1-1 0 0,-37 7 19 0 0,-423 15-2714 0 0,156-33-5983 0 0,212-1 1507 0 0,54 3 391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27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1596 0 0,'-2'11'7063'0'0,"2"-10"-6784"0"0,0 0-1 0 0,-1 0 0 0 0,1 1 1 0 0,0-1-1 0 0,0 0 0 0 0,0 1 1 0 0,0-1-1 0 0,0 0 0 0 0,1 1 1 0 0,-1-1-1 0 0,0 0 0 0 0,0 0 0 0 0,1 1 1 0 0,0 1-1 0 0,0-2-260 0 0,0 0 0 0 0,0 0 1 0 0,0 0-1 0 0,0-1 0 0 0,1 1 0 0 0,-1 0 0 0 0,0-1 1 0 0,0 1-1 0 0,0-1 0 0 0,1 1 0 0 0,-1-1 0 0 0,0 0 1 0 0,1 1-1 0 0,-1-1 0 0 0,0 0 0 0 0,1 0 0 0 0,-1 0 1 0 0,2 0-1 0 0,43 2-42 0 0,44 3-407 0 0,-77-4-1607 0 0,0 2 1 0 0,18 5-1 0 0,-20-4-2170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27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0 772 0 0,'-118'63'14842'0'0,"133"-58"-14349"0"0,96-4-2336 0 0,-34-8-5022 0 0,-45 3 1870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29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1407 11 64 0 0,'36'-7'21601'0'0,"-43"4"-22060"0"0,5 3 561 0 0,-77 3 222 0 0,58 1-324 0 0,0 1 0 0 0,1 0 0 0 0,0 2 1 0 0,0 0-1 0 0,1 1 0 0 0,0 1 0 0 0,0 1 0 0 0,1 0 0 0 0,0 2 1 0 0,1 0-1 0 0,0 1 0 0 0,1 0 0 0 0,0 2 0 0 0,1 0 0 0 0,1 0 0 0 0,-17 25 1 0 0,9-4 1 0 0,2 2-1 0 0,1 0 1 0 0,2 0 0 0 0,2 2 0 0 0,-12 46 0 0 0,-32 210-47 0 0,32-143-22 0 0,-151 595 172 0 0,-15 173 219 0 0,102-328 639 0 0,-24 180 1104 0 0,72-524-1913 0 0,17-105-26 0 0,-40 274 247 0 0,28-173-157 0 0,12-93-274 0 0,-16 112-21 0 0,40-243 98 0 0,-2 5-25 0 0,2 1 0 0 0,1 37 0 0 0,1-58 28 0 0,0 0-1 0 0,1 0 1 0 0,0 0-1 0 0,0 0 1 0 0,0 0-1 0 0,1 0 1 0 0,0-1-1 0 0,0 1 1 0 0,0-1-1 0 0,1 1 1 0 0,0-1-1 0 0,0 0 1 0 0,0 0-1 0 0,0 0 1 0 0,1 0-1 0 0,7 7 1 0 0,-4-8 2 0 0,-1 0 0 0 0,1 0 0 0 0,0 0 0 0 0,0-1 1 0 0,0 0-1 0 0,0 0 0 0 0,0-1 0 0 0,1 0 0 0 0,-1-1 0 0 0,13 2 1 0 0,10 0 43 0 0,39-2 0 0 0,-69-1-70 0 0,93-4-91 0 0,131-23-1 0 0,88-39-2401 0 0,-80 3-2046 0 0,-10-12-4166 0 0,-113 34 457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31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123 544 880 0 0,'-16'-35'6682'0'0,"1"-1"-2497"0"0,3 17-1780 0 0,12 18-2353 0 0,0 1-1 0 0,0-1 1 0 0,0 1-1 0 0,-1-1 0 0 0,1 1 1 0 0,0-1-1 0 0,-1 1 1 0 0,1 0-1 0 0,0-1 0 0 0,-1 1 1 0 0,1 0-1 0 0,0-1 1 0 0,-1 1-1 0 0,1 0 0 0 0,-1 0 1 0 0,1-1-1 0 0,-1 1 1 0 0,1 0-1 0 0,-1 0 0 0 0,1 0 1 0 0,-1-1-1 0 0,1 1 1 0 0,-1 0-1 0 0,1 0 1 0 0,-1 0-1 0 0,1 0 0 0 0,-1 0 1 0 0,1 0-1 0 0,-1 0 1 0 0,1 0-1 0 0,-1 0 0 0 0,0 1 1 0 0,0 3 5 0 0,1 0 0 0 0,-1 1 0 0 0,0-1 0 0 0,1 1 0 0 0,0-1-1 0 0,1 7 1 0 0,-1-2 38 0 0,-19 361 1039 0 0,16-285-1161 0 0,-2 19-3659 0 0,4-102 2969 0 0,-9-23-3930 0 0,-8-229 1151 0 0,13 125 4475 0 0,3 78 108 0 0,2 0 0 0 0,1-1 0 0 0,11-56 0 0 0,-7 74-699 0 0,2 1 1 0 0,1-1 0 0 0,1 1-1 0 0,2 1 1 0 0,1 0-1 0 0,16-29 1 0 0,-15 34-145 0 0,2 0 1 0 0,0 1-1 0 0,21-23 0 0 0,-31 39-219 0 0,1 0 0 0 0,0 0 0 0 0,0 0 0 0 0,1 1 0 0 0,-1 0 0 0 0,1 0 0 0 0,1 1 0 0 0,-1 0 0 0 0,0 0 0 0 0,1 1 0 0 0,0 0 0 0 0,0 0 0 0 0,0 1 0 0 0,9-2 0 0 0,-13 3-19 0 0,0 1-1 0 0,0-1 1 0 0,0 1 0 0 0,0 0 0 0 0,0 1-1 0 0,1-1 1 0 0,-1 1 0 0 0,0 0 0 0 0,0 0-1 0 0,0 0 1 0 0,0 0 0 0 0,-1 1-1 0 0,1-1 1 0 0,0 1 0 0 0,-1 0 0 0 0,1 0-1 0 0,-1 1 1 0 0,1-1 0 0 0,-1 1-1 0 0,0-1 1 0 0,0 1 0 0 0,0 0 0 0 0,0 0-1 0 0,-1 0 1 0 0,1 1 0 0 0,-1-1 0 0 0,0 1-1 0 0,0-1 1 0 0,2 6 0 0 0,-1 0 7 0 0,1 0 0 0 0,-2 0 0 0 0,1 1 0 0 0,-1-1 0 0 0,-1 1 1 0 0,0-1-1 0 0,0 1 0 0 0,-1-1 0 0 0,0 1 0 0 0,0 0 0 0 0,-3 11 0 0 0,-3 8 7 0 0,-1-1 0 0 0,-2 1-1 0 0,0-1 1 0 0,-2-1 0 0 0,-1 0 0 0 0,-2-1-1 0 0,-17 27 1 0 0,17-31 12 0 0,-2-1-1 0 0,0 0 1 0 0,-2-1 0 0 0,0 0 0 0 0,-1-2-1 0 0,-1 0 1 0 0,0-2 0 0 0,-25 16 0 0 0,27-21 101 0 0,1-2 1 0 0,-23 10-1 0 0,38-19-71 0 0,1 0-56 0 0,1 0 0 0 0,-1 0 0 0 0,0 0 1 0 0,0 0-1 0 0,1 0 0 0 0,-1 0 0 0 0,0 0 0 0 0,0 0 0 0 0,1 0 1 0 0,-1 0-1 0 0,0 0 0 0 0,1 1 0 0 0,-1-1 0 0 0,0 0 1 0 0,0 1-1 0 0,1-1 0 0 0,-1 0 0 0 0,0 1 0 0 0,1-1 1 0 0,-1 1-1 0 0,1-1 0 0 0,-1 1 0 0 0,1-1 0 0 0,-1 1 1 0 0,1-1-1 0 0,-1 1 0 0 0,1-1 0 0 0,-1 1 0 0 0,1 0 0 0 0,0-1 1 0 0,-1 1-1 0 0,1 0 0 0 0,-1 0 0 0 0,1 1-5 0 0,0-1 0 0 0,1 0 0 0 0,-1 0-1 0 0,0 1 1 0 0,0-1 0 0 0,0 0 0 0 0,1 0 0 0 0,-1 1-1 0 0,1-1 1 0 0,-1 0 0 0 0,1 0 0 0 0,-1 0 0 0 0,1 0-1 0 0,0 0 1 0 0,-1 0 0 0 0,3 2 0 0 0,11 11 1 0 0,1-1 0 0 0,0-1 0 0 0,29 19 1 0 0,-15-12 14 0 0,180 127 242 0 0,-173-124 16 0 0,-35-21-263 0 0,24 20-7718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31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70 488 0 0,'5'-41'13415'0'0,"-4"12"-2658"0"0,0 41-10072 0 0,19 300-56 0 0,-20-310-637 0 0,1 12-1758 0 0,0 9-5331 0 0,-3-19 5721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32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 3148 0 0,'31'-1'18046'0'0,"-30"1"-17968"0"0,0 0 1 0 0,0 0-1 0 0,0 0 1 0 0,0 1-1 0 0,0-1 1 0 0,0 0-1 0 0,0 1 1 0 0,0-1-1 0 0,-1 1 1 0 0,1-1-1 0 0,0 1 1 0 0,0-1-1 0 0,-1 1 1 0 0,1-1-1 0 0,0 1 1 0 0,0 0-1 0 0,-1-1 1 0 0,1 1-1 0 0,-1 0 0 0 0,1 0 1 0 0,-1-1-1 0 0,1 1 1 0 0,-1 0-1 0 0,1 0 1 0 0,-1 0-1 0 0,0 0 1 0 0,1 0-1 0 0,-1-1 1 0 0,0 1-1 0 0,0 0 1 0 0,0 0-1 0 0,0 0 1 0 0,0 0-1 0 0,0 0 1 0 0,0 0-1 0 0,0 1 1 0 0,-1 24 248 0 0,-2-1 0 0 0,0 0 0 0 0,-14 49 0 0 0,-1-11-3704 0 0,6-24-2997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32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3 193 1968 0 0,'3'-21'5606'0'0,"5"-30"3215"0"0,-6 42-7995 0 0,0 1 1 0 0,1 0 0 0 0,5-12-1 0 0,-6 15-762 0 0,1 0 0 0 0,0 1 0 0 0,0-1 0 0 0,1 0 0 0 0,-1 1 0 0 0,1 0 0 0 0,0 0 0 0 0,0 0 0 0 0,0 1 0 0 0,1-1 0 0 0,-1 1 0 0 0,1 0 0 0 0,0 0 0 0 0,0 0 0 0 0,0 1 0 0 0,6-2 0 0 0,-5 2-56 0 0,-1 0-1 0 0,1 0 1 0 0,0 1 0 0 0,0-1-1 0 0,12 0 1 0 0,-16 2-8 0 0,1 0-1 0 0,0 0 1 0 0,0 1 0 0 0,-1-1 0 0 0,1 0-1 0 0,0 1 1 0 0,-1 0 0 0 0,1-1 0 0 0,0 1-1 0 0,-1 0 1 0 0,1 1 0 0 0,-1-1 0 0 0,0 0-1 0 0,1 1 1 0 0,-1-1 0 0 0,4 4 0 0 0,-5-3 4 0 0,0-1-1 0 0,0 0 1 0 0,-1 0 0 0 0,1 1 0 0 0,0-1 0 0 0,-1 0 0 0 0,1 1 0 0 0,-1-1 0 0 0,0 1 0 0 0,1-1 0 0 0,-1 1 0 0 0,0-1 0 0 0,0 1 0 0 0,0-1 0 0 0,0 1 0 0 0,0-1 0 0 0,0 3 0 0 0,-7 25 35 0 0,1-15 3 0 0,-1 0 0 0 0,0 0 0 0 0,-1 0 1 0 0,-14 17-1 0 0,21-29-29 0 0,1-2-25 0 0,-2 3 111 0 0,0 0 1 0 0,1 0 0 0 0,-1 0 0 0 0,1 0 0 0 0,0 0 0 0 0,0 0 0 0 0,-1 4 0 0 0,38 6-47 0 0,-29-12-52 0 0,-1 1 1 0 0,1 0-1 0 0,-1 0 1 0 0,10 6-1 0 0,-7-2 75 0 0,0 0 0 0 0,-1 1 0 0 0,1 0 0 0 0,-2 0 1 0 0,1 0-1 0 0,9 14 0 0 0,-14-17 341 0 0,1 1 0 0 0,-1 0 0 0 0,0 1 0 0 0,-1-1 0 0 0,0 1 0 0 0,1-1 0 0 0,1 12 0 0 0,-3-14-160 0 0,0 1 0 0 0,-1-1 1 0 0,1 1-1 0 0,-1-1 0 0 0,0 1 0 0 0,0-1 1 0 0,-1 1-1 0 0,1-1 0 0 0,-1 1 0 0 0,1-1 0 0 0,-1 0 1 0 0,0 1-1 0 0,0-1 0 0 0,-1 0 0 0 0,1 1 0 0 0,-1-1 1 0 0,-2 4-1 0 0,1-3-102 0 0,0-1 0 0 0,-1 1 0 0 0,1-1 0 0 0,-1 0 0 0 0,1 0-1 0 0,-1 0 1 0 0,0-1 0 0 0,0 1 0 0 0,0-1 0 0 0,0 0 0 0 0,-8 2 0 0 0,0 0-284 0 0,-1-1 0 0 0,0 0-1 0 0,0-1 1 0 0,-1 0 0 0 0,1-1 0 0 0,0-1-1 0 0,-1 0 1 0 0,-13-2 0 0 0,-38-8-4924 0 0,22 1-6332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37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76 236 896 0 0,'-3'-11'6639'0'0,"2"10"-6402"0"0,-10-15 5820 0 0,10 16-6022 0 0,1-1 0 0 0,0 1 0 0 0,-1 0 0 0 0,1 0 0 0 0,0 0-1 0 0,0-1 1 0 0,-1 1 0 0 0,1 0 0 0 0,0 0 0 0 0,-1 0 0 0 0,1 0 0 0 0,0 0 0 0 0,-1-1 0 0 0,1 1 0 0 0,0 0 0 0 0,-1 0 0 0 0,1 0 0 0 0,0 0 0 0 0,-1 0 0 0 0,1 0 0 0 0,-1 0 0 0 0,1 0 0 0 0,0 0 0 0 0,-1 1 0 0 0,1-1 0 0 0,0 0 0 0 0,-1 0 0 0 0,1 0 0 0 0,0 0 0 0 0,-1 0 0 0 0,1 1 0 0 0,0-1 0 0 0,0 0 0 0 0,-1 0-1 0 0,1 0 1 0 0,0 1 0 0 0,0-1 0 0 0,-1 0 0 0 0,1 0 0 0 0,0 1 0 0 0,0-1 0 0 0,0 0 0 0 0,-1 1 0 0 0,1-1 0 0 0,0 0 0 0 0,0 1 0 0 0,0-1 0 0 0,0 0 0 0 0,0 1 0 0 0,0-1 0 0 0,-1 0 0 0 0,1 1 0 0 0,0-1 0 0 0,0 0 0 0 0,0 1 0 0 0,-11 35 480 0 0,1 0 0 0 0,2 0 0 0 0,1 1 0 0 0,2 0 0 0 0,2 0 1 0 0,1 1-1 0 0,4 40 0 0 0,-2-72-464 0 0,1 1 1 0 0,0 0 0 0 0,0-1-1 0 0,1 1 1 0 0,0-1 0 0 0,0 0-1 0 0,1 0 1 0 0,-1 1 0 0 0,1-1-1 0 0,1-1 1 0 0,-1 1 0 0 0,1 0-1 0 0,0-1 1 0 0,0 0 0 0 0,5 5-1 0 0,-4-6 13 0 0,-1-1 0 0 0,0 0-1 0 0,1 0 1 0 0,-1-1 0 0 0,1 1-1 0 0,0-1 1 0 0,0 0 0 0 0,0 0-1 0 0,0 0 1 0 0,0-1 0 0 0,0 0-1 0 0,0 0 1 0 0,1 0-1 0 0,-1-1 1 0 0,0 0 0 0 0,1 0-1 0 0,-1 0 1 0 0,0 0 0 0 0,6-2-1 0 0,4 0 107 0 0,0-2-1 0 0,0 1 0 0 0,-1-2 0 0 0,0 0 1 0 0,0 0-1 0 0,0-2 0 0 0,0 0 0 0 0,23-15 0 0 0,-29 15-71 0 0,0 1 0 0 0,0-2 0 0 0,0 1 0 0 0,-1-1 0 0 0,0 0 0 0 0,-1 0 0 0 0,1-1 0 0 0,-2 0 0 0 0,1 0 0 0 0,-1 0 0 0 0,-1-1 0 0 0,0 0 0 0 0,4-14 0 0 0,-3 7-31 0 0,-1 0 0 0 0,-1-1 0 0 0,-1 1 0 0 0,0-1 0 0 0,-1 0 0 0 0,-1 0 0 0 0,-1 1 1 0 0,-1-1-1 0 0,0 0 0 0 0,-1 1 0 0 0,-1-1 0 0 0,-1 1 0 0 0,-11-28 0 0 0,10 31-69 0 0,-1 0 0 0 0,-1 0-1 0 0,0 1 1 0 0,-1 0 0 0 0,0 1-1 0 0,-1-1 1 0 0,-1 2 0 0 0,0 0 0 0 0,0 0-1 0 0,-1 1 1 0 0,0 0 0 0 0,-1 1-1 0 0,0 1 1 0 0,0 0 0 0 0,-28-12-1 0 0,29 15-153 0 0,-1 1 0 0 0,0 0 0 0 0,-19-2 0 0 0,27 5-127 0 0,0 0-1 0 0,0 1 1 0 0,0-1 0 0 0,0 1 0 0 0,0 1 0 0 0,-1-1-1 0 0,1 1 1 0 0,0 0 0 0 0,0 0 0 0 0,0 0 0 0 0,-7 3-1 0 0,10-3-41 0 0,0 0-1 0 0,1 0 0 0 0,-1 0 0 0 0,0 1 1 0 0,0-1-1 0 0,1 0 0 0 0,-1 1 1 0 0,0 0-1 0 0,1-1 0 0 0,0 1 0 0 0,-1 0 1 0 0,-1 2-1 0 0,3-3 33 0 0,0-1 1 0 0,0 1-1 0 0,-1 0 0 0 0,1 0 1 0 0,0 0-1 0 0,0 0 0 0 0,0 0 1 0 0,0 0-1 0 0,0 0 0 0 0,0-1 1 0 0,0 1-1 0 0,0 0 0 0 0,0 0 1 0 0,0 0-1 0 0,0 0 0 0 0,1 0 1 0 0,-1 0-1 0 0,0-1 0 0 0,1 1 1 0 0,-1 0-1 0 0,0 0 0 0 0,1 0 0 0 0,-1-1 1 0 0,1 1-1 0 0,0 0 0 0 0,-1-1 1 0 0,4 3-1172 0 0,-2-1 1172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37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122 114 1140 0 0,'-19'-51'14540'0'0,"17"49"-13816"0"0,2 2-704 0 0,0 0-1 0 0,0-1 1 0 0,0 1-1 0 0,-1 0 1 0 0,1 0-1 0 0,0 0 1 0 0,0 0-1 0 0,0-1 1 0 0,0 1-1 0 0,0 0 1 0 0,0 0-1 0 0,0 0 1 0 0,-1 0-1 0 0,1 0 1 0 0,0 0-1 0 0,0-1 1 0 0,0 1-1 0 0,0 0 1 0 0,0 0-1 0 0,-1 0 1 0 0,1 0-1 0 0,0 0 1 0 0,0 0-1 0 0,0 0 1 0 0,0 0-1 0 0,-1 0 1 0 0,1 0-1 0 0,0 0 1 0 0,0 0-1 0 0,0 0 1 0 0,-1 0-1 0 0,1 0 1 0 0,0 0-1 0 0,0 0 1 0 0,0 0-1 0 0,0 0 1 0 0,-1 0-1 0 0,1 0 1 0 0,0 0-1 0 0,0 0 1 0 0,0 0-1 0 0,-1 0 1 0 0,-6 9 111 0 0,-1 0 1 0 0,2 1-1 0 0,-1 0 1 0 0,1 0-1 0 0,1 0 1 0 0,0 1-1 0 0,0-1 0 0 0,-3 14 1 0 0,-2 11 118 0 0,-9 49 0 0 0,16-65-192 0 0,1-1 0 0 0,0 1-1 0 0,1 0 1 0 0,2 0 0 0 0,-1 0 0 0 0,5 21 0 0 0,-3-32-18 0 0,-1-1-1 0 0,2 1 1 0 0,-1-1-1 0 0,1 0 0 0 0,0 0 1 0 0,0 0-1 0 0,8 12 1 0 0,-8-15-2 0 0,1 0 0 0 0,-1-1-1 0 0,0 1 1 0 0,1-1 0 0 0,0 1 0 0 0,0-1 0 0 0,0 0 0 0 0,0-1-1 0 0,0 1 1 0 0,1-1 0 0 0,-1 1 0 0 0,1-1 0 0 0,5 1 0 0 0,-4-1 17 0 0,0-1 1 0 0,0 0 0 0 0,0-1-1 0 0,1 1 1 0 0,-1-1 0 0 0,0 0 0 0 0,1-1-1 0 0,-1 1 1 0 0,0-1 0 0 0,0-1 0 0 0,1 1-1 0 0,-1-1 1 0 0,0 0 0 0 0,-1 0-1 0 0,1-1 1 0 0,0 0 0 0 0,-1 0 0 0 0,1 0-1 0 0,-1-1 1 0 0,6-4 0 0 0,1-1 54 0 0,-1-1 0 0 0,-1-1 0 0 0,0 1 0 0 0,0-2 1 0 0,-1 1-1 0 0,0-1 0 0 0,10-21 0 0 0,-12 18-11 0 0,0-1 0 0 0,-1 1 0 0 0,-1-2 0 0 0,-1 1 0 0 0,0 0 0 0 0,-1-1 0 0 0,-1 0 0 0 0,0 0 0 0 0,-2 0 1 0 0,1 0-1 0 0,-2 0 0 0 0,-5-28 0 0 0,4 35-72 0 0,0 0-1 0 0,-1 1 1 0 0,0-1 0 0 0,-1 1 0 0 0,0 0 0 0 0,0-1 0 0 0,-1 2 0 0 0,0-1 0 0 0,-13-15 0 0 0,13 18-33 0 0,0 1-1 0 0,0 0 1 0 0,-1 0 0 0 0,0 1 0 0 0,0 0 0 0 0,0 0 0 0 0,0 0-1 0 0,-1 0 1 0 0,0 1 0 0 0,1 1 0 0 0,-1-1 0 0 0,0 1-1 0 0,0 0 1 0 0,-14-2 0 0 0,15 4-166 0 0,0-1 1 0 0,-1 1-1 0 0,1 0 0 0 0,0 1 0 0 0,0-1 0 0 0,0 1 1 0 0,0 1-1 0 0,0-1 0 0 0,0 1 0 0 0,0 0 0 0 0,1 0 0 0 0,-7 3 1 0 0,9-2-313 0 0,-1-1-1 0 0,0 0 1 0 0,0 1 0 0 0,1 0 0 0 0,0 0 0 0 0,-1 0 0 0 0,-3 5 0 0 0,5-5-272 0 0,0 0 0 0 0,0 0 0 0 0,0 0 1 0 0,1 0-1 0 0,-1 0 0 0 0,1 0 0 0 0,0 1 1 0 0,0-1-1 0 0,0 1 0 0 0,0 3 0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38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55 2028 0 0,'-5'-54'17706'0'0,"6"76"-17073"0"0,6 32 1065 0 0,-1 92 1 0 0,-15 55-972 0 0,2-82-1026 0 0,8-72-1592 0 0,-1-45 1253 0 0,1 1 0 0 0,-1 0-1 0 0,1 0 1 0 0,0 0 0 0 0,-1 0-1 0 0,1-1 1 0 0,1 1-1 0 0,-1 0 1 0 0,0-1 0 0 0,1 1-1 0 0,-1-1 1 0 0,5 5 0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39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212 156 228 0 0,'-2'-6'1367'0'0,"-1"0"-1"0"0,0 1 1 0 0,0-1-1 0 0,0 1 1 0 0,-1 0-1 0 0,0 0 1 0 0,0 0 0 0 0,-6-5-1 0 0,9 8-1278 0 0,0 1 0 0 0,-1 0-1 0 0,1 0 1 0 0,-1 0 0 0 0,1 0 0 0 0,0 0 0 0 0,-1 0-1 0 0,0 1 1 0 0,1-1 0 0 0,-1 0 0 0 0,1 1-1 0 0,-1-1 1 0 0,0 1 0 0 0,1 0 0 0 0,-1-1 0 0 0,0 1-1 0 0,0 0 1 0 0,1 0 0 0 0,-1 0 0 0 0,0 0 0 0 0,1 1-1 0 0,-1-1 1 0 0,0 0 0 0 0,1 1 0 0 0,-1-1-1 0 0,0 1 1 0 0,1-1 0 0 0,-1 1 0 0 0,1 0 0 0 0,-1 0-1 0 0,1 0 1 0 0,-1 0 0 0 0,1 0 0 0 0,-3 2-1 0 0,-7 8 29 0 0,0 1 0 0 0,1 1 0 0 0,0-1 0 0 0,1 2 0 0 0,0-1 0 0 0,1 1 0 0 0,1 0-1 0 0,0 1 1 0 0,-8 25 0 0 0,10-23-76 0 0,0 0-1 0 0,2 0 1 0 0,0 0 0 0 0,0 0-1 0 0,2 1 1 0 0,0-1 0 0 0,1 1-1 0 0,3 29 1 0 0,-2-40-23 0 0,1-1 0 0 0,-1 1-1 0 0,1-1 1 0 0,0 1 0 0 0,0-1 0 0 0,1 0 0 0 0,0 0 0 0 0,0 0-1 0 0,0 0 1 0 0,1-1 0 0 0,0 1 0 0 0,0-1 0 0 0,0 0 0 0 0,1 0-1 0 0,0-1 1 0 0,0 1 0 0 0,0-1 0 0 0,10 6 0 0 0,-7-6-1 0 0,0 0 1 0 0,0-1 0 0 0,0 0 0 0 0,1 0-1 0 0,-1-1 1 0 0,1 0 0 0 0,0-1 0 0 0,0 0-1 0 0,0 0 1 0 0,0-1 0 0 0,-1 0-1 0 0,1 0 1 0 0,14-3 0 0 0,-8 0 3 0 0,1 0 1 0 0,-1 0-1 0 0,0-1 0 0 0,0-1 1 0 0,0-1-1 0 0,-1 0 0 0 0,0-1 1 0 0,0 0-1 0 0,-1-2 0 0 0,0 1 0 0 0,0-1 1 0 0,-1-1-1 0 0,0 0 0 0 0,0-1 1 0 0,-2 0-1 0 0,1-1 0 0 0,-1 0 1 0 0,-1-1-1 0 0,0 0 0 0 0,-1 0 1 0 0,0-1-1 0 0,-1 0 0 0 0,-1 0 1 0 0,6-18-1 0 0,-6 13 1 0 0,-1 1-1 0 0,-1-1 1 0 0,-1 0 0 0 0,0 0-1 0 0,0-26 1 0 0,-3 34 14 0 0,0 1 0 0 0,-1-1 1 0 0,0 0-1 0 0,-1 0 0 0 0,0 1 1 0 0,-1-1-1 0 0,0 1 0 0 0,0 0 0 0 0,-1 0 1 0 0,-1 0-1 0 0,-5-9 0 0 0,8 15-33 0 0,-1-1 0 0 0,0 1 0 0 0,-1 0 0 0 0,1 1 0 0 0,-1-1 0 0 0,1 1 0 0 0,-1-1 0 0 0,0 1 0 0 0,0 0 0 0 0,-1 0 0 0 0,1 1-1 0 0,0 0 1 0 0,-1-1 0 0 0,0 1 0 0 0,1 1 0 0 0,-8-3 0 0 0,11 4-95 0 0,-1 0 0 0 0,1-1 0 0 0,0 1 0 0 0,0 0 0 0 0,0 0 0 0 0,0 0 0 0 0,-1 0 0 0 0,1 0 0 0 0,0 0 0 0 0,0 0 0 0 0,0 1-1 0 0,0-1 1 0 0,-1 0 0 0 0,1 1 0 0 0,0-1 0 0 0,0 1 0 0 0,0-1 0 0 0,0 1 0 0 0,0-1 0 0 0,0 1 0 0 0,0 0 0 0 0,0-1 0 0 0,0 1 0 0 0,1 0 0 0 0,-1 0 0 0 0,0 0 0 0 0,0 0 0 0 0,1 0 0 0 0,-1 0 0 0 0,0 0 0 0 0,1 0 0 0 0,-1 0-1 0 0,1 0 1 0 0,-1 0 0 0 0,1 0 0 0 0,0 0 0 0 0,-1 0 0 0 0,1 2 0 0 0,0-1-355 0 0,-1 0-1 0 0,1 0 1 0 0,0 0-1 0 0,0 0 1 0 0,0 1 0 0 0,0-1-1 0 0,1 0 1 0 0,-1 0-1 0 0,0 0 1 0 0,1 0-1 0 0,0 0 1 0 0,-1 0 0 0 0,1 0-1 0 0,0 0 1 0 0,0 0-1 0 0,0 0 1 0 0,0 0-1 0 0,2 2 1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39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1056 0 0,'3'-1'2750'0'0,"37"-21"12183"0"0,-28 19-12659 0 0,-11 4-2232 0 0,0 1 0 0 0,1-1 0 0 0,-1 1 0 0 0,0-1 0 0 0,0 1-1 0 0,0-1 1 0 0,-1 1 0 0 0,1 0 0 0 0,0 0 0 0 0,0-1 0 0 0,-1 1 0 0 0,1 0-1 0 0,-1 0 1 0 0,0 0 0 0 0,1 0 0 0 0,-1-1 0 0 0,0 1 0 0 0,-1 4 0 0 0,0 46 547 0 0,0-37-472 0 0,-13 155 834 0 0,-1 37-4263 0 0,19-173-306 0 0,6-14-3406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0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175 182 180 0 0,'-2'-1'1724'0'0,"-36"-27"6322"0"0,37 28-7875 0 0,-1 0 1 0 0,1-1 0 0 0,0 1-1 0 0,0 0 1 0 0,0-1 0 0 0,-1 1-1 0 0,1-1 1 0 0,0 0 0 0 0,0 1-1 0 0,0-1 1 0 0,0 0 0 0 0,0 1-1 0 0,-1-2 1 0 0,2 1-138 0 0,-1 1 1 0 0,1-1-1 0 0,0 1 0 0 0,-1-1 1 0 0,1 1-1 0 0,-1-1 1 0 0,1 1-1 0 0,0 0 0 0 0,-1-1 1 0 0,1 1-1 0 0,-1 0 1 0 0,0-1-1 0 0,1 1 0 0 0,-1 0 1 0 0,1 0-1 0 0,-1-1 0 0 0,1 1 1 0 0,-1 0-1 0 0,0 0 1 0 0,1 0-1 0 0,-1 0 0 0 0,1 0 1 0 0,-1 0-1 0 0,0 0 1 0 0,1 0-1 0 0,-1 0 0 0 0,1 0 1 0 0,-1 0-1 0 0,0 0 1 0 0,1 0-1 0 0,-1 1 0 0 0,1-1 1 0 0,-1 0-1 0 0,1 0 0 0 0,-1 1 1 0 0,0-1-1 0 0,1 0 1 0 0,-1 1-1 0 0,1-1 0 0 0,0 1 1 0 0,-1-1-1 0 0,1 0 1 0 0,-1 1-1 0 0,1-1 0 0 0,0 1 1 0 0,-1-1-1 0 0,1 1 1 0 0,0-1-1 0 0,-1 1 0 0 0,1 0 1 0 0,0-1-1 0 0,0 1 0 0 0,0-1 1 0 0,-1 1-1 0 0,1 0 1 0 0,-18 37 509 0 0,1 1 0 0 0,-19 72 0 0 0,30-88-361 0 0,1 1-1 0 0,1-1 0 0 0,1 1 0 0 0,1 0 0 0 0,1 0 1 0 0,4 34-1 0 0,-2-51-147 0 0,0 1 0 0 0,1 0 0 0 0,-1 0-1 0 0,2-1 1 0 0,-1 1 0 0 0,1-1 0 0 0,0 0 0 0 0,1 0 0 0 0,0 0 0 0 0,0 0 0 0 0,0-1 0 0 0,8 9 0 0 0,-8-11-17 0 0,0 0 0 0 0,0-1 1 0 0,0 1-1 0 0,1-1 1 0 0,-1 0-1 0 0,1 0 1 0 0,0 0-1 0 0,0-1 1 0 0,0 0-1 0 0,0 0 1 0 0,1 0-1 0 0,-1-1 1 0 0,1 1-1 0 0,-1-1 1 0 0,1-1-1 0 0,-1 1 1 0 0,1-1-1 0 0,7 0 1 0 0,0-1 25 0 0,1 0 0 0 0,-1-1 0 0 0,0-1 0 0 0,0 0 0 0 0,0-1 0 0 0,0 0 0 0 0,0-1 1 0 0,-1-1-1 0 0,19-10 0 0 0,-16 6 46 0 0,0-1-1 0 0,-1 0 1 0 0,-1 0 0 0 0,1-2-1 0 0,-2 1 1 0 0,20-27 0 0 0,-19 21 32 0 0,-1 0 0 0 0,0-1 0 0 0,-2-1 0 0 0,0 0 0 0 0,-1 0 0 0 0,-1-1 0 0 0,-2 0 1 0 0,0 0-1 0 0,0-1 0 0 0,-2 0 0 0 0,-1 1 0 0 0,1-31 0 0 0,-5 39-75 0 0,0 0-1 0 0,0 0 1 0 0,-1 0 0 0 0,-1 0-1 0 0,0 1 1 0 0,-1-1 0 0 0,0 1 0 0 0,-1 0-1 0 0,0 0 1 0 0,-1 0 0 0 0,-12-17-1 0 0,15 24-70 0 0,-1 0 1 0 0,0 0-1 0 0,0 0 0 0 0,0 1 0 0 0,0 0 0 0 0,-1 0 0 0 0,0 0 1 0 0,0 0-1 0 0,0 1 0 0 0,0-1 0 0 0,-1 1 0 0 0,1 1 0 0 0,-1-1 1 0 0,1 1-1 0 0,-1 0 0 0 0,0 0 0 0 0,0 1 0 0 0,0-1 0 0 0,0 1 0 0 0,0 1 1 0 0,-1-1-1 0 0,1 1 0 0 0,0 0 0 0 0,0 1 0 0 0,0-1 0 0 0,-10 3 1 0 0,9-1-316 0 0,0 0 0 0 0,0 1 0 0 0,0-1 0 0 0,1 1 0 0 0,-1 1 0 0 0,1-1 0 0 0,0 1 0 0 0,0 0 0 0 0,0 1 0 0 0,1-1 0 0 0,-9 10 0 0 0,8-8-874 0 0,1 1 0 0 0,0 0 0 0 0,1 0 0 0 0,-1 0 1 0 0,1 0-1 0 0,-3 8 0 0 0,2-1-4390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1556 0 0,'7'-78'13857'0'0,"-9"49"-9119"0"0,11 158-4401 0 0,-1 3 197 0 0,-3 220-1760 0 0,-5-352 1117 0 0,0 1-1 0 0,0-1 0 0 0,0 1 0 0 0,0-1 1 0 0,0 0-1 0 0,0 1 0 0 0,0-1 0 0 0,0 0 1 0 0,0 1-1 0 0,0-1 0 0 0,1 1 0 0 0,-1-1 1 0 0,0 0-1 0 0,0 1 0 0 0,0-1 0 0 0,0 0 1 0 0,0 1-1 0 0,1-1 0 0 0,-1 0 0 0 0,0 0 1 0 0,0 1-1 0 0,1-1 0 0 0,-1 0 0 0 0,0 1 1 0 0,0-1-1 0 0,1 0 0 0 0,-1 0 0 0 0,0 0 1 0 0,1 1-1 0 0,-1-1 0 0 0,0 0 0 0 0,1 0 1 0 0,-1 0-1 0 0,0 0 0 0 0,1 0 0 0 0,-1 0 0 0 0,1 0 1 0 0,-1 1-1 0 0,0-1 0 0 0,1 0 0 0 0,-1 0 1 0 0,0 0-1 0 0,1-1 0 0 0,-1 1 0 0 0,1 0 1 0 0,-1 0-1 0 0,0 0 0 0 0,1 0 0 0 0,-1 0 1 0 0,0 0-1 0 0,1 0 0 0 0,-1-1 0 0 0,0 1 1 0 0,1 0-1 0 0,18-13-4782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2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158 136 1452 0 0,'2'-6'1774'0'0,"-1"1"0"0"0,0-1 1 0 0,0 1-1 0 0,-1-1 0 0 0,0 1 0 0 0,0-7 0 0 0,-3-16 2465 0 0,3 26-3705 0 0,0 1-396 0 0,-1 0-1 0 0,1-1 0 0 0,0 1 1 0 0,-1 0-1 0 0,1 0 0 0 0,-1 0 0 0 0,1 0 1 0 0,-1 0-1 0 0,0-1 0 0 0,1 1 1 0 0,-1 0-1 0 0,0 0 0 0 0,-1-1 1 0 0,-6 10-93 0 0,0-1 1 0 0,0 1 0 0 0,1 1-1 0 0,0-1 1 0 0,1 1 0 0 0,0 1-1 0 0,0-1 1 0 0,-6 15 0 0 0,-31 86 85 0 0,34-83-104 0 0,0 0 1 0 0,3 1 0 0 0,0 0-1 0 0,-3 36 1 0 0,9-54-11 0 0,0 1 0 0 0,0-1 0 0 0,1 1 0 0 0,0-1 0 0 0,1 1 1 0 0,5 13-1 0 0,-5-18 2 0 0,0 0 1 0 0,1 0 0 0 0,-1 0-1 0 0,1-1 1 0 0,1 1 0 0 0,-1-1-1 0 0,1 0 1 0 0,0 0 0 0 0,0 0-1 0 0,1-1 1 0 0,7 7 0 0 0,-6-7 18 0 0,1 0 0 0 0,-1 0 1 0 0,1-1-1 0 0,-1 0 0 0 0,1 0 1 0 0,0-1-1 0 0,0 0 0 0 0,0 0 0 0 0,1 0 1 0 0,-1-1-1 0 0,0 0 0 0 0,1-1 1 0 0,-1 0-1 0 0,0 0 0 0 0,1 0 1 0 0,-1-1-1 0 0,1 0 0 0 0,-1 0 1 0 0,0-1-1 0 0,11-4 0 0 0,-4 1 40 0 0,0 0 0 0 0,-1-1-1 0 0,0-1 1 0 0,0 0 0 0 0,-1 0-1 0 0,0-1 1 0 0,0-1 0 0 0,-1 0-1 0 0,16-16 1 0 0,-16 12-34 0 0,-1 0 0 0 0,0-1-1 0 0,-1 0 1 0 0,0-1 0 0 0,-1 0 0 0 0,-1 0-1 0 0,-1-1 1 0 0,0 1 0 0 0,-1-1 0 0 0,0-1-1 0 0,-1 1 1 0 0,-1-1 0 0 0,-1 1 0 0 0,1-27-1 0 0,-3 33-33 0 0,0 0-1 0 0,-1 1 0 0 0,0-1 0 0 0,-1 0 0 0 0,0 1 1 0 0,0-1-1 0 0,-1 1 0 0 0,0-1 0 0 0,0 1 0 0 0,-1 0 1 0 0,-1 0-1 0 0,1 1 0 0 0,-2 0 0 0 0,1-1 0 0 0,-1 2 1 0 0,0-1-1 0 0,0 1 0 0 0,-1-1 0 0 0,0 2 0 0 0,-1-1 1 0 0,1 1-1 0 0,-1 0 0 0 0,0 1 0 0 0,-1 0 0 0 0,1 0 1 0 0,-12-4-1 0 0,1 1-318 0 0,-1 1 0 0 0,-41-9-1 0 0,56 15-46 0 0,0 0-1 0 0,1 0 0 0 0,-1 0 0 0 0,0 1 1 0 0,0 0-1 0 0,0 0 0 0 0,0 0 0 0 0,0 1 1 0 0,0-1-1 0 0,0 1 0 0 0,0 0 0 0 0,0 1 0 0 0,0-1 1 0 0,1 1-1 0 0,-1 0 0 0 0,0 0 0 0 0,1 1 1 0 0,-6 3-1 0 0,9-5 122 0 0,0 0 1 0 0,0 0 0 0 0,0 1-1 0 0,0-1 1 0 0,1 0 0 0 0,-1 0-1 0 0,0 0 1 0 0,1 0 0 0 0,-1 1-1 0 0,1-1 1 0 0,-1 0-1 0 0,1 1 1 0 0,0-1 0 0 0,-1 2-1 0 0,4 11-5333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3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99 536 0 0,'-36'-40'18650'0'0,"26"50"-18555"0"0,5-6-91 0 0,0 1 0 0 0,1-1 0 0 0,0 2 0 0 0,-1-1 0 0 0,2 0 0 0 0,-1 1 0 0 0,0-1 0 0 0,-3 9 0 0 0,-7 23 11 0 0,2 1 0 0 0,1 0-1 0 0,1 1 1 0 0,3 0 0 0 0,1 1 0 0 0,-1 42-1 0 0,7-60 10 0 0,0-1-1 0 0,1 1 0 0 0,8 38 1 0 0,-6-47-9 0 0,0 0 1 0 0,1 0 0 0 0,0 0-1 0 0,1-1 1 0 0,0 1 0 0 0,1-2-1 0 0,10 16 1 0 0,-12-22 52 0 0,0 0 0 0 0,0 0 0 0 0,1 0 0 0 0,0 0 0 0 0,0 0 0 0 0,0-1 0 0 0,0 0 0 0 0,1 0 0 0 0,0-1 0 0 0,0 0 0 0 0,0 0 0 0 0,0 0-1 0 0,0 0 1 0 0,0-1 0 0 0,1 0 0 0 0,-1 0 0 0 0,1-1 0 0 0,0 0 0 0 0,-1 0 0 0 0,1-1 0 0 0,0 0 0 0 0,0 0 0 0 0,-1 0 0 0 0,1-1 0 0 0,0 0 0 0 0,-1 0 0 0 0,1 0 0 0 0,11-5 0 0 0,-5 1 68 0 0,-1 0 0 0 0,0-1 1 0 0,0 0-1 0 0,0-1 0 0 0,-1 0 0 0 0,0-1 1 0 0,0 0-1 0 0,-1-1 0 0 0,0 0 0 0 0,0 0 1 0 0,-1-1-1 0 0,0-1 0 0 0,12-18 0 0 0,-12 12-64 0 0,0-1-1 0 0,-1 0 0 0 0,0-1 1 0 0,-2 1-1 0 0,0-1 0 0 0,-1-1 0 0 0,-1 1 1 0 0,-1-1-1 0 0,0 1 0 0 0,-2-1 0 0 0,0 0 1 0 0,-4-35-1 0 0,1 38-45 0 0,-1 0 0 0 0,0 0 1 0 0,-1 1-1 0 0,-1-1 0 0 0,-1 1 0 0 0,0 0 0 0 0,-1 1 0 0 0,-1-1 1 0 0,0 2-1 0 0,-1-1 0 0 0,-1 1 0 0 0,0 0 0 0 0,-1 1 1 0 0,-1 0-1 0 0,-14-12 0 0 0,17 17-25 0 0,0 0 0 0 0,-1 1 0 0 0,0 1 0 0 0,-1 0 0 0 0,0 0 0 0 0,1 1 0 0 0,-21-6 0 0 0,23 8-35 0 0,0 2-1 0 0,0-1 1 0 0,0 1-1 0 0,0 0 1 0 0,-1 0 0 0 0,1 1-1 0 0,0 0 1 0 0,0 1-1 0 0,0 0 1 0 0,0 0-1 0 0,0 1 1 0 0,-11 3 0 0 0,11-2-289 0 0,1 0 0 0 0,-1 1 1 0 0,1-1-1 0 0,-1 2 1 0 0,1-1-1 0 0,0 1 1 0 0,1 0-1 0 0,-1 1 0 0 0,-10 12 1 0 0,14-15-29 0 0,1 0 0 0 0,0 0 1 0 0,0 0-1 0 0,0 0 0 0 0,1 0 0 0 0,-1 1 1 0 0,1-1-1 0 0,0 1 0 0 0,0-1 0 0 0,0 1 1 0 0,-1 4-1 0 0,2-5-174 0 0,0 0 0 0 0,0 0 0 0 0,0 0 1 0 0,1 0-1 0 0,-1 0 0 0 0,1 0 0 0 0,0 0 0 0 0,-1 0 1 0 0,1 0-1 0 0,1 0 0 0 0,-1 0 0 0 0,0-1 0 0 0,1 1 1 0 0,-1 0-1 0 0,3 2 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5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121 151 16 0 0,'-2'-2'1426'0'0,"-54"-61"7964"0"0,54 62-9073 0 0,2 1-294 0 0,0 0 0 0 0,-1-1 0 0 0,1 1 0 0 0,0 0 0 0 0,-1-1 0 0 0,1 1 0 0 0,0 0 0 0 0,-1-1 0 0 0,1 1 0 0 0,-1 0 0 0 0,1 0 0 0 0,-1 0 0 0 0,1-1 0 0 0,0 1 0 0 0,-1 0 0 0 0,1 0 0 0 0,-1 0 0 0 0,1 0 1 0 0,-1 0-1 0 0,1 0 0 0 0,-1 0 0 0 0,1 0 0 0 0,-1 0 0 0 0,1 0 0 0 0,-1 0 0 0 0,1 0 0 0 0,-1 0 0 0 0,1 1 0 0 0,0-1 0 0 0,-1 0 0 0 0,1 0 0 0 0,-1 0 0 0 0,1 1 0 0 0,-1-1 0 0 0,1 0 0 0 0,0 1 0 0 0,-1-1 0 0 0,1 0 0 0 0,0 0 0 0 0,-1 1 0 0 0,1-1 0 0 0,-1 1 0 0 0,-9 28 423 0 0,2 0 0 0 0,0 1 0 0 0,2 0 1 0 0,2 0-1 0 0,0 0 0 0 0,2 0 0 0 0,1 1 0 0 0,2-1 0 0 0,4 32 0 0 0,-3-51-396 0 0,0-1 1 0 0,1 1-1 0 0,0-1 0 0 0,1 0 1 0 0,0 1-1 0 0,0-2 0 0 0,1 1 1 0 0,0-1-1 0 0,1 1 0 0 0,0-2 1 0 0,1 1-1 0 0,0-1 0 0 0,12 12 0 0 0,-15-16-14 0 0,1 1-1 0 0,1-1 0 0 0,-1-1 1 0 0,1 1-1 0 0,-1-1 0 0 0,1 0 1 0 0,0 0-1 0 0,0-1 0 0 0,0 1 0 0 0,1-2 1 0 0,-1 1-1 0 0,0 0 0 0 0,1-1 1 0 0,-1 0-1 0 0,1-1 0 0 0,-1 0 1 0 0,1 0-1 0 0,-1 0 0 0 0,1-1 0 0 0,-1 1 1 0 0,1-2-1 0 0,-1 1 0 0 0,10-4 1 0 0,-8 2-5 0 0,1-1 1 0 0,-1 0-1 0 0,1 0 1 0 0,-1-1-1 0 0,-1 0 1 0 0,1 0-1 0 0,-1-1 1 0 0,0 0-1 0 0,0 0 1 0 0,0-1 0 0 0,-1 0-1 0 0,6-8 1 0 0,-4 4 66 0 0,-1-1 1 0 0,-1 0-1 0 0,0 0 1 0 0,0 0 0 0 0,-2-1-1 0 0,1 0 1 0 0,4-23-1 0 0,-5 13 13 0 0,-2 0 1 0 0,0 0-1 0 0,-1-1 0 0 0,-1 1 0 0 0,-2-1 0 0 0,0 1 0 0 0,-1 0 1 0 0,-1 0-1 0 0,-11-33 0 0 0,12 47-108 0 0,-1 0 0 0 0,0 1 0 0 0,0-1 0 0 0,-1 1 0 0 0,0 0 0 0 0,0 0 0 0 0,-1 0 0 0 0,0 1 0 0 0,-1 0 0 0 0,1 0 0 0 0,-1 0 0 0 0,0 1 0 0 0,-10-6 0 0 0,14 9-2 0 0,-1 1 0 0 0,0 0 1 0 0,0 0-1 0 0,0 0 0 0 0,0 1 0 0 0,-1-1 1 0 0,1 1-1 0 0,0 0 0 0 0,-1 0 1 0 0,1 1-1 0 0,-1-1 0 0 0,1 1 1 0 0,-1 0-1 0 0,1 0 0 0 0,-1 0 0 0 0,1 1 1 0 0,0 0-1 0 0,-1 0 0 0 0,1 0 1 0 0,0 0-1 0 0,-1 1 0 0 0,1-1 0 0 0,0 1 1 0 0,0 0-1 0 0,0 0 0 0 0,1 1 1 0 0,-1-1-1 0 0,0 1 0 0 0,-5 6 1 0 0,3-4-169 0 0,0 0 0 0 0,1 1 1 0 0,0 0-1 0 0,0 0 0 0 0,0 0 0 0 0,1 0 1 0 0,0 1-1 0 0,0 0 0 0 0,1 0 1 0 0,0 0-1 0 0,0 0 0 0 0,1 1 1 0 0,0-1-1 0 0,0 1 0 0 0,0-1 1 0 0,1 1-1 0 0,0 0 0 0 0,1 14 1 0 0,1-14-383 0 0,0 1 0 0 0,0-1 0 0 0,1 0 0 0 0,0 0 0 0 0,1 0 0 0 0,0 0 0 0 0,0-1 0 0 0,1 1 0 0 0,0-1 0 0 0,0 1 0 0 0,0-1 0 0 0,1-1 0 0 0,0 1 0 0 0,1-1 0 0 0,-1 0 0 0 0,1 0 0 0 0,10 8 0 0 0,15 8-4541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5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142 265 1700 0 0,'2'-5'1166'0'0,"0"1"0"0"0,-1-1-1 0 0,1 0 1 0 0,-1 0 0 0 0,-1 0-1 0 0,1 0 1 0 0,-1 0 0 0 0,1-1 0 0 0,-1 1-1 0 0,-1 0 1 0 0,-1-9 0 0 0,2 13-1137 0 0,0 1 1 0 0,0 0 0 0 0,0-1-1 0 0,0 1 1 0 0,0 0-1 0 0,0 0 1 0 0,0-1 0 0 0,-1 1-1 0 0,1 0 1 0 0,0-1-1 0 0,0 1 1 0 0,0 0 0 0 0,0 0-1 0 0,-1 0 1 0 0,1-1-1 0 0,0 1 1 0 0,0 0 0 0 0,-1 0-1 0 0,1 0 1 0 0,0-1-1 0 0,0 1 1 0 0,-1 0 0 0 0,1 0-1 0 0,0 0 1 0 0,0 0-1 0 0,-1 0 1 0 0,1 0 0 0 0,0-1-1 0 0,0 1 1 0 0,-1 0 0 0 0,1 0-1 0 0,0 0 1 0 0,-1 0-1 0 0,1 0 1 0 0,0 0 0 0 0,-1 0-1 0 0,1 0 1 0 0,0 0-1 0 0,0 1 1 0 0,-1-1 0 0 0,1 0-1 0 0,0 0 1 0 0,-1 0-1 0 0,1 0 1 0 0,0 0 0 0 0,0 0-1 0 0,-1 1 1 0 0,1-1-1 0 0,0 0 1 0 0,0 0 0 0 0,-1 0-1 0 0,1 1 1 0 0,-14 10 608 0 0,1 6-321 0 0,1 1 1 0 0,1 0-1 0 0,0 1 1 0 0,1 0 0 0 0,-10 28-1 0 0,8-11-161 0 0,1 0 0 0 0,-7 45 0 0 0,16-70-122 0 0,1 0 0 0 0,0 0 0 0 0,0 0 0 0 0,1 0 0 0 0,1 0-1 0 0,0 0 1 0 0,0 0 0 0 0,1 0 0 0 0,1-1 0 0 0,-1 1 0 0 0,2 0 0 0 0,0-1 0 0 0,8 16 0 0 0,-9-20-12 0 0,1 0 1 0 0,0 0 0 0 0,0-1 0 0 0,0 0 0 0 0,1 0-1 0 0,0 0 1 0 0,0 0 0 0 0,0-1 0 0 0,0 0 0 0 0,1 0 0 0 0,0 0-1 0 0,-1-1 1 0 0,2 1 0 0 0,-1-2 0 0 0,0 1 0 0 0,0-1 0 0 0,1 0-1 0 0,-1 0 1 0 0,1 0 0 0 0,0-1 0 0 0,0 0 0 0 0,-1-1-1 0 0,10 1 1 0 0,-2-2 15 0 0,1 0 0 0 0,-1-1 0 0 0,1-1 0 0 0,-1 0 0 0 0,0-1 0 0 0,0 0 0 0 0,0-1-1 0 0,-1-1 1 0 0,1 0 0 0 0,-1-1 0 0 0,-1 0 0 0 0,1-1 0 0 0,-1-1 0 0 0,-1 0 0 0 0,0 0 0 0 0,0-1 0 0 0,-1 0-1 0 0,0-1 1 0 0,10-14 0 0 0,-5 5-8 0 0,-2 0 1 0 0,0-1-1 0 0,-1-1 0 0 0,-2 1 1 0 0,0-2-1 0 0,-1 0 0 0 0,-1 0 0 0 0,-1 0 1 0 0,-1-1-1 0 0,4-41 0 0 0,-8 48-22 0 0,-1 1 0 0 0,-1-1 0 0 0,-1 1 0 0 0,0-1 0 0 0,-1 1 0 0 0,-1 0 0 0 0,0-1 0 0 0,-1 1 0 0 0,-10-24 0 0 0,10 31-27 0 0,0 1-1 0 0,0 0 1 0 0,-1 1-1 0 0,0-1 1 0 0,-1 1-1 0 0,1 0 1 0 0,-1 0-1 0 0,-1 1 1 0 0,1-1-1 0 0,-1 1 1 0 0,0 1-1 0 0,-1 0 1 0 0,1 0-1 0 0,-1 0 1 0 0,0 1-1 0 0,0 0 1 0 0,-1 0-1 0 0,-16-4 1 0 0,16 5-223 0 0,-1 1-1 0 0,1 0 1 0 0,-1 1-1 0 0,0 0 1 0 0,0 1 0 0 0,1 0-1 0 0,-1 0 1 0 0,0 1-1 0 0,-11 2 1 0 0,17-2-103 0 0,0 0-1 0 0,0 1 1 0 0,0-1 0 0 0,0 1 0 0 0,0 0-1 0 0,0 0 1 0 0,0 1 0 0 0,0-1 0 0 0,-5 6-1 0 0,6-6-230 0 0,1 1 0 0 0,-1 0 0 0 0,1 0 0 0 0,0 0 0 0 0,0 0 0 0 0,0 1 0 0 0,0-1 0 0 0,0 0-1 0 0,1 1 1 0 0,0-1 0 0 0,-1 1 0 0 0,0 6 0 0 0,1 9-5746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6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77 276 0 0,'-3'-1'2320'0'0,"1"0"-1938"0"0,-1 0 0 0 0,1 0 0 0 0,-1 0 0 0 0,1 0 1 0 0,-1 1-1 0 0,1-1 0 0 0,-1 1 0 0 0,1 0 0 0 0,-1 0 1 0 0,0 0-1 0 0,1 0 0 0 0,-1 0 0 0 0,0 0 0 0 0,1 1 1 0 0,-1-1-1 0 0,1 1 0 0 0,-1 0 0 0 0,-3 1 0 0 0,2 0-169 0 0,0 0 0 0 0,0 1-1 0 0,0-1 1 0 0,0 1 0 0 0,0 0-1 0 0,1 0 1 0 0,-1 0 0 0 0,1 0-1 0 0,0 1 1 0 0,-4 5-1 0 0,-4 8 189 0 0,1 0-1 0 0,1 1 0 0 0,0 0 0 0 0,1 1 1 0 0,1 0-1 0 0,1 0 0 0 0,-6 30 0 0 0,7-21-132 0 0,1 1 0 0 0,1-1 1 0 0,2 1-1 0 0,3 50 0 0 0,0-68-153 0 0,-1 1 1 0 0,2-1-1 0 0,-1 0 0 0 0,2 1 0 0 0,-1-1 1 0 0,2-1-1 0 0,-1 1 0 0 0,1 0 1 0 0,1-1-1 0 0,0 0 0 0 0,8 10 1 0 0,-11-16-52 0 0,0 0 0 0 0,1-1 0 0 0,-1 0 0 0 0,1 1 0 0 0,0-1 0 0 0,0 0 0 0 0,0-1 0 0 0,0 1 0 0 0,0-1 0 0 0,1 0 0 0 0,-1 0 0 0 0,1 0 0 0 0,-1 0 0 0 0,1-1 0 0 0,0 0 0 0 0,-1 0 0 0 0,1 0 0 0 0,0 0 0 0 0,0-1 0 0 0,0 0 0 0 0,0 0 0 0 0,-1 0 0 0 0,1-1 0 0 0,0 0 0 0 0,0 0 0 0 0,0 0 0 0 0,-1 0 0 0 0,9-4 0 0 0,-3 1 50 0 0,-1 0 0 0 0,0-1 0 0 0,0 0 0 0 0,-1-1-1 0 0,1 0 1 0 0,-1 0 0 0 0,-1-1 0 0 0,1 0 0 0 0,11-14 0 0 0,-9 9-40 0 0,-2-1 0 0 0,1 0 0 0 0,-2 0 0 0 0,0-1 0 0 0,-1 0 0 0 0,6-16 0 0 0,-5 7-11 0 0,-1 0-1 0 0,-1-1 1 0 0,-1 1-1 0 0,-1-1 0 0 0,-1 0 1 0 0,-2 0-1 0 0,0 0 1 0 0,-4-32-1 0 0,2 43-41 0 0,-1 0 0 0 0,0 0-1 0 0,0 0 1 0 0,-1 0 0 0 0,-1 0 0 0 0,0 1-1 0 0,-1 0 1 0 0,0 0 0 0 0,-1 0 0 0 0,-12-15-1 0 0,13 20-88 0 0,0 1 0 0 0,0-1 0 0 0,-1 1-1 0 0,0 1 1 0 0,0-1 0 0 0,0 1 0 0 0,-1 0 0 0 0,1 1-1 0 0,-1-1 1 0 0,0 2 0 0 0,-1-1 0 0 0,1 1-1 0 0,-1 0 1 0 0,1 1 0 0 0,-1 0 0 0 0,-11-1 0 0 0,18 3-120 0 0,0 0 0 0 0,0 0 0 0 0,-1 0 0 0 0,1 0 0 0 0,0 0 0 0 0,0 1 1 0 0,0-1-1 0 0,-1 1 0 0 0,1-1 0 0 0,0 1 0 0 0,0 0 0 0 0,0 0 0 0 0,0 0 1 0 0,0 0-1 0 0,0 0 0 0 0,0 0 0 0 0,1 1 0 0 0,-1-1 0 0 0,0 1 0 0 0,1-1 1 0 0,-1 1-1 0 0,1 0 0 0 0,-1-1 0 0 0,1 1 0 0 0,0 0 0 0 0,-2 4 0 0 0,2-5-233 0 0,0 1-1 0 0,1 0 0 0 0,-1 0 1 0 0,1 0-1 0 0,-1 0 1 0 0,1 0-1 0 0,0 0 0 0 0,0 0 1 0 0,0 0-1 0 0,0-1 0 0 0,0 1 1 0 0,0 0-1 0 0,0 0 0 0 0,1 0 1 0 0,-1 0-1 0 0,1 0 0 0 0,-1 0 1 0 0,1 0-1 0 0,1 2 0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38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40 1728 0 0,'27'-32'14798'0'0,"-25"24"-11794"0"0,-6 10-2914 0 0,1 0 0 0 0,0 0 0 0 0,0 0 0 0 0,0 0 0 0 0,0 0 0 0 0,0 1-1 0 0,0 0 1 0 0,1-1 0 0 0,-1 1 0 0 0,1 0 0 0 0,-3 5 0 0 0,-26 41 537 0 0,28-45-552 0 0,-33 59 654 0 0,4 1 1 0 0,2 2-1 0 0,2 1 0 0 0,-22 88 0 0 0,47-142-647 0 0,0 0 0 0 0,1 0 0 0 0,0 1 0 0 0,1-1 0 0 0,1 0 0 0 0,0 1 0 0 0,1-1 0 0 0,0 0 0 0 0,4 16 0 0 0,-4-24-36 0 0,0-1-1 0 0,1 1 1 0 0,-1 0 0 0 0,1-1 0 0 0,0 1-1 0 0,1-1 1 0 0,-1 0 0 0 0,1 1 0 0 0,0-1 0 0 0,0-1-1 0 0,0 1 1 0 0,0 0 0 0 0,1-1 0 0 0,-1 1-1 0 0,1-1 1 0 0,0 0 0 0 0,0 0 0 0 0,0-1 0 0 0,0 1-1 0 0,1-1 1 0 0,-1 0 0 0 0,1 0 0 0 0,-1 0-1 0 0,1-1 1 0 0,0 0 0 0 0,0 1 0 0 0,6-1-1 0 0,2 0 66 0 0,-1 0 0 0 0,1-1-1 0 0,-1 0 1 0 0,1-1 0 0 0,0 0-1 0 0,-1-1 1 0 0,0-1 0 0 0,0 0-1 0 0,21-8 1 0 0,-17 4-37 0 0,-1-1 0 0 0,0 0-1 0 0,0-1 1 0 0,-1-1 0 0 0,0 0 0 0 0,19-18 0 0 0,-14 8 121 0 0,0 0 1 0 0,-2-1 0 0 0,-1-1-1 0 0,0 0 1 0 0,-2-1-1 0 0,-1-1 1 0 0,0 0 0 0 0,17-49-1 0 0,-26 59-127 0 0,0 0-1 0 0,-1 0 0 0 0,-1-1 1 0 0,0 1-1 0 0,-1 0 0 0 0,0-1 1 0 0,-1 1-1 0 0,-1-1 1 0 0,0 1-1 0 0,-1-1 0 0 0,-1 1 1 0 0,0 0-1 0 0,-1 0 1 0 0,0 0-1 0 0,-9-17 0 0 0,8 21-87 0 0,0 1-1 0 0,0-1 0 0 0,-1 1 0 0 0,-1 1 0 0 0,1-1 0 0 0,-1 1 0 0 0,-1 0 0 0 0,1 1 0 0 0,-1 0 0 0 0,0 0 0 0 0,-1 1 0 0 0,0-1 0 0 0,0 2 1 0 0,0 0-1 0 0,-1 0 0 0 0,0 0 0 0 0,0 1 0 0 0,0 1 0 0 0,0 0 0 0 0,0 0 0 0 0,-15-1 0 0 0,12 2-499 0 0,-1 2-1 0 0,0 0 0 0 0,0 0 1 0 0,1 1-1 0 0,-1 1 1 0 0,0 0-1 0 0,1 1 0 0 0,0 1 1 0 0,-1 0-1 0 0,1 0 0 0 0,1 1 1 0 0,-16 9-1 0 0,-9 8-4481 0 0,0 1 1 0 0,-51 44-1 0 0,53-38-1881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1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312 161 2608 0 0,'1'-24'8219'0'0,"-1"21"-7581"0"0,-1-1 0 0 0,1 1 0 0 0,-1 0 0 0 0,0-1 0 0 0,0 1 0 0 0,-1 0 0 0 0,1 0 0 0 0,-2-3 1 0 0,2 4-381 0 0,-13 10 134 0 0,1 4-288 0 0,0 1 1 0 0,0 1-1 0 0,1 0 0 0 0,1 0 0 0 0,0 1 0 0 0,-10 21 1 0 0,8-15 55 0 0,-12 19 572 0 0,-39 83-1 0 0,58-109-600 0 0,0 1-1 0 0,1 0 1 0 0,1 0-1 0 0,1 0 1 0 0,0 0 0 0 0,0 1-1 0 0,2-1 1 0 0,0 1-1 0 0,2 30 1 0 0,0-41-72 0 0,0 1 1 0 0,0-1 0 0 0,0 0-1 0 0,1 1 1 0 0,-1-1 0 0 0,1 0-1 0 0,0 0 1 0 0,1 0 0 0 0,-1 0 0 0 0,1-1-1 0 0,0 1 1 0 0,1-1 0 0 0,-1 1-1 0 0,1-1 1 0 0,-1 0 0 0 0,1 0 0 0 0,0-1-1 0 0,1 1 1 0 0,-1-1 0 0 0,1 0-1 0 0,-1 0 1 0 0,1 0 0 0 0,0-1-1 0 0,0 0 1 0 0,0 0 0 0 0,0 0 0 0 0,1 0-1 0 0,-1-1 1 0 0,0 0 0 0 0,1 0-1 0 0,-1 0 1 0 0,6-1 0 0 0,11 0 198 0 0,-1-1 0 0 0,1-1 1 0 0,-1-1-1 0 0,0-1 0 0 0,0-1 1 0 0,0-1-1 0 0,-1-1 0 0 0,0 0 1 0 0,0-2-1 0 0,-1 0 0 0 0,0-1 1 0 0,0-1-1 0 0,22-17 0 0 0,-18 10 59 0 0,-1-1 0 0 0,0-1 0 0 0,-1-1 0 0 0,-1 0 0 0 0,-1-2 0 0 0,-2 0 0 0 0,0-1 0 0 0,-1-1 0 0 0,16-33 0 0 0,-27 47-242 0 0,-1-1 0 0 0,1 0 0 0 0,-2 0 0 0 0,0 0-1 0 0,0 0 1 0 0,-1-1 0 0 0,-1 1 0 0 0,0-1 0 0 0,0 1 0 0 0,-1-1-1 0 0,-1 0 1 0 0,0 1 0 0 0,-1-1 0 0 0,-5-17 0 0 0,4 22-87 0 0,0-1 0 0 0,0 1 0 0 0,-1 0 0 0 0,0 0-1 0 0,0 1 1 0 0,-1-1 0 0 0,0 1 0 0 0,0 0 0 0 0,-1 0 0 0 0,0 0 0 0 0,0 1 0 0 0,0 0 0 0 0,-1 0 0 0 0,0 1 0 0 0,0 0 0 0 0,-1 0 0 0 0,1 0 0 0 0,-1 1 0 0 0,0 0 0 0 0,0 1 0 0 0,-11-4 0 0 0,1 3-502 0 0,-1 1 0 0 0,1 0 1 0 0,0 1-1 0 0,-1 1 0 0 0,1 1 1 0 0,0 0-1 0 0,-1 2 0 0 0,1 0 1 0 0,0 1-1 0 0,0 1 0 0 0,0 0 0 0 0,-25 11 1 0 0,-20 10-5925 0 0,-119 68 1 0 0,157-79 4267 0 0,-23 13-4196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4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422 176 964 0 0,'-19'-22'6238'0'0,"14"16"-4993"0"0,0 1 0 0 0,0-1 0 0 0,-1 1 0 0 0,0 0 0 0 0,0 0 0 0 0,-11-7 0 0 0,15 11-1156 0 0,0 0 0 0 0,0 0 1 0 0,1 1-1 0 0,-1-1 0 0 0,0 0 0 0 0,0 1 0 0 0,0-1 0 0 0,0 1 0 0 0,0 0 0 0 0,0-1 0 0 0,0 1 0 0 0,0 0 0 0 0,0 0 0 0 0,0 0 0 0 0,0 1 0 0 0,-3 0 0 0 0,2 0-50 0 0,0 0 0 0 0,0 0 1 0 0,0 1-1 0 0,0 0 0 0 0,0-1 0 0 0,1 1 0 0 0,-1 0 1 0 0,1 0-1 0 0,-1 0 0 0 0,1 1 0 0 0,-2 2 1 0 0,-13 16 132 0 0,1 1 1 0 0,1 0 0 0 0,1 1-1 0 0,1 1 1 0 0,1 0 0 0 0,2 1-1 0 0,0 0 1 0 0,1 1 0 0 0,2 0-1 0 0,0 0 1 0 0,-5 53 0 0 0,12-68-112 0 0,-1 0 0 0 0,1 0 0 0 0,1 0 0 0 0,0 0 0 0 0,1-1 0 0 0,0 1 0 0 0,0 0 0 0 0,6 14 0 0 0,-6-21-12 0 0,-1-1-1 0 0,1 0 1 0 0,-1 0 0 0 0,1 0 0 0 0,0 0 0 0 0,0 0-1 0 0,0 0 1 0 0,0 0 0 0 0,1-1 0 0 0,-1 1 0 0 0,1-1-1 0 0,0 0 1 0 0,-1 0 0 0 0,1 0 0 0 0,0 0 0 0 0,0 0-1 0 0,1 0 1 0 0,-1-1 0 0 0,0 0 0 0 0,0 1-1 0 0,1-1 1 0 0,-1 0 0 0 0,1-1 0 0 0,-1 1 0 0 0,1-1-1 0 0,-1 1 1 0 0,1-1 0 0 0,-1 0 0 0 0,6-1 0 0 0,6-1 120 0 0,-1-1 1 0 0,0-1 0 0 0,1-1-1 0 0,-2 1 1 0 0,1-2 0 0 0,-1 0-1 0 0,1-1 1 0 0,-2 0 0 0 0,1-1-1 0 0,-1 0 1 0 0,0-1-1 0 0,11-12 1 0 0,-4 3 65 0 0,0 0 1 0 0,-2-2-1 0 0,0 0 0 0 0,-1-1 1 0 0,-1-1-1 0 0,12-23 0 0 0,-17 25-25 0 0,0 0 0 0 0,-2-1 0 0 0,0 0 0 0 0,-1 0 0 0 0,-2-1 0 0 0,0 0 0 0 0,3-27 0 0 0,-8 40-149 0 0,1 0 0 0 0,-2 0 0 0 0,1 0 1 0 0,-1 0-1 0 0,-1 0 0 0 0,1 0 0 0 0,-1 0 1 0 0,-7-17-1 0 0,6 20-60 0 0,0 1 0 0 0,0-1 0 0 0,-1 0-1 0 0,0 1 1 0 0,0 0 0 0 0,0 0 0 0 0,0 0 0 0 0,-1 1 0 0 0,0-1 0 0 0,0 1 0 0 0,0 0 0 0 0,0 0 0 0 0,-11-5 0 0 0,8 6-209 0 0,0 0 0 0 0,0 0 1 0 0,0 1-1 0 0,0 0 1 0 0,0 1-1 0 0,0 0 1 0 0,-1 0-1 0 0,1 0 1 0 0,-1 1-1 0 0,1 0 1 0 0,0 1-1 0 0,-11 2 1 0 0,-13 3-1837 0 0,-55 19 0 0 0,84-24 1940 0 0,-131 45-4628 0 0,43-11-1681 0 0,21-7-1231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6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42 912 0 0,'-15'-29'12042'0'0,"15"28"-11800"0"0,0 0 0 0 0,0 1 0 0 0,-1-1-1 0 0,1 0 1 0 0,0 0 0 0 0,0 1 0 0 0,-1-1 0 0 0,1 0 0 0 0,-1 1 0 0 0,1-1 0 0 0,-1 0-1 0 0,1 1 1 0 0,-1-1 0 0 0,1 1 0 0 0,-1-1 0 0 0,1 1 0 0 0,-1-1 0 0 0,-1 0 0 0 0,-4 1 1816 0 0,2 12-1507 0 0,-15 194 1618 0 0,-11 218-3906 0 0,35-366-1630 0 0,6-22-3915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7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1360 0 0,'6'-9'8806'0'0,"-4"8"-8350"0"0,0-1 0 0 0,-1 1 1 0 0,1 0-1 0 0,0-1 0 0 0,0 1 1 0 0,0 0-1 0 0,0 0 1 0 0,1 0-1 0 0,-1 0 0 0 0,0 0 1 0 0,0 1-1 0 0,0-1 0 0 0,1 1 1 0 0,4-1-1 0 0,42 0-339 0 0,-17 0 424 0 0,53-5 129 0 0,168 9-1 0 0,-243-3-637 0 0,0 1 0 0 0,-1 1 0 0 0,1 0 0 0 0,-1 0 0 0 0,0 1 0 0 0,1 0 0 0 0,-1 0 0 0 0,-1 1 0 0 0,1 1 0 0 0,0-1 0 0 0,-1 1 0 0 0,0 1 0 0 0,0-1 0 0 0,-1 1 0 0 0,0 1 0 0 0,0-1 0 0 0,0 1 0 0 0,-1 1 0 0 0,1-1 0 0 0,8 15 0 0 0,-2 1 183 0 0,-1 1-1 0 0,-1 0 1 0 0,-1 1-1 0 0,-2 0 0 0 0,0 0 1 0 0,6 34-1 0 0,14 160 794 0 0,28 618 1959 0 0,-13-153-1549 0 0,80 436 297 0 0,-107-1009-1512 0 0,115 787 1222 0 0,-47-345-400 0 0,-32 1-351 0 0,-49-488-386 0 0,-3-1 0 0 0,-3 1-1 0 0,-13 74 1 0 0,14-130-288 0 0,0 1 0 0 0,-1-1 0 0 0,0 0 0 0 0,-1-1 0 0 0,0 1 0 0 0,0-1 0 0 0,-1 1 0 0 0,0-1 0 0 0,-1-1 0 0 0,0 1 0 0 0,0-1 0 0 0,-14 13 0 0 0,8-10 0 0 0,0-1 0 0 0,-1-1 0 0 0,0 0 0 0 0,-1-1 0 0 0,0 0 0 0 0,0-1 0 0 0,-26 9 0 0 0,4-5-136 0 0,-1-1-1 0 0,1-2 1 0 0,-2-1 0 0 0,1-2-1 0 0,-65 0 1 0 0,37-7-297 0 0,0-2 1 0 0,-94-19-1 0 0,124 16-932 0 0,0-1 1 0 0,-63-23-1 0 0,87 26 375 0 0,-1-1 0 0 0,1 0-1 0 0,0-1 1 0 0,-17-14 0 0 0,22 16-131 0 0,0 0 0 0 0,1-1 1 0 0,0 0-1 0 0,0 0 0 0 0,0 0 1 0 0,1 0-1 0 0,0-1 0 0 0,-6-12 1 0 0,0-14-7996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8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20 84 0 0,'-7'-20'8659'0'0,"5"21"-8562"0"0,0 0 1 0 0,0 0 0 0 0,0 1 0 0 0,0-1-1 0 0,0 1 1 0 0,0-1 0 0 0,1 1-1 0 0,-1-1 1 0 0,0 1 0 0 0,1 0-1 0 0,0 0 1 0 0,-1 0 0 0 0,1 0-1 0 0,0 0 1 0 0,-2 3 0 0 0,-18 42 906 0 0,15-30-694 0 0,-202 537 2050 0 0,172-408-3179 0 0,20-48-5665 0 0,13-79 2211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8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0 217 1432 0 0,'26'-198'14591'0'0,"-27"197"-14565"0"0,1 1 0 0 0,0-1 0 0 0,0 0-1 0 0,0 1 1 0 0,0-1 0 0 0,0 0-1 0 0,1 1 1 0 0,-1-1 0 0 0,0 0 0 0 0,0 1-1 0 0,0-1 1 0 0,0 0 0 0 0,1 1-1 0 0,-1-1 1 0 0,0 0 0 0 0,1 1-1 0 0,-1-1 1 0 0,0 1 0 0 0,1-1 0 0 0,-1 1-1 0 0,1-1 1 0 0,-1 1 0 0 0,1-1-1 0 0,-1 1 1 0 0,1-1 0 0 0,-1 1 0 0 0,1 0-1 0 0,-1-1 1 0 0,1 1 0 0 0,0 0-1 0 0,-1 0 1 0 0,1-1 0 0 0,-1 1 0 0 0,1 0-1 0 0,0 0 1 0 0,-1 0 0 0 0,1 0-1 0 0,0 0 1 0 0,-1 0 0 0 0,1 0-1 0 0,0 0 1 0 0,-1 0 0 0 0,1 0 0 0 0,0 0-1 0 0,-1 0 1 0 0,1 0 0 0 0,0 0-1 0 0,-1 1 1 0 0,1-1 0 0 0,0 0 0 0 0,-1 0-1 0 0,1 1 1 0 0,-1-1 0 0 0,1 1-1 0 0,-1-1 1 0 0,1 0 0 0 0,-1 1 0 0 0,1-1-1 0 0,0 2 1 0 0,5 2 287 0 0,0 1-1 0 0,-1 0 1 0 0,9 10 0 0 0,-5-3 233 0 0,1 1 0 0 0,-2 1 0 0 0,0-1 0 0 0,12 29 0 0 0,18 64 1331 0 0,-27-74-1357 0 0,59 216 2286 0 0,-45-150-2367 0 0,4-1 0 0 0,51 115 0 0 0,-40-125-2023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7:48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52 1248 0 0,'-96'7'11975'0'0,"132"-4"-10289"0"0,191-35-405 0 0,-101 12-2932 0 0,-99 15 202 0 0,8 0-4809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0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81 452 1552 0 0,'5'8'13806'0'0,"-37"192"-12771"0"0,12-66-545 0 0,7-30-463 0 0,12-102-32 0 0,1-1 0 0 0,-1 6 7 0 0,-1 10-440 0 0,0-7 2759 0 0,-3-27-837 0 0,1 0-1434 0 0,2 1 0 0 0,0-1 1 0 0,1 1-1 0 0,2-28 0 0 0,11-70-25 0 0,-9 89-21 0 0,4-31-3 0 0,2 2 1 0 0,3-1 0 0 0,2 1-1 0 0,2 1 1 0 0,39-85 0 0 0,-33 97-4 0 0,27-40 1 0 0,-37 63-3 0 0,2 0 1 0 0,0 1-1 0 0,1 0 0 0 0,22-18 1 0 0,-33 31-5 0 0,0 1 1 0 0,0 0 0 0 0,0 0-1 0 0,0 1 1 0 0,0-1-1 0 0,0 1 1 0 0,1 0-1 0 0,-1 0 1 0 0,1 1-1 0 0,0-1 1 0 0,-1 1 0 0 0,1 0-1 0 0,0 0 1 0 0,0 1-1 0 0,0-1 1 0 0,0 1-1 0 0,0 0 1 0 0,-1 0-1 0 0,1 1 1 0 0,0-1 0 0 0,0 1-1 0 0,0 0 1 0 0,-1 1-1 0 0,1-1 1 0 0,0 1-1 0 0,-1 0 1 0 0,1 0-1 0 0,-1 0 1 0 0,6 4 0 0 0,-7-4 5 0 0,0 0 0 0 0,-1 0 0 0 0,1 1 1 0 0,0-1-1 0 0,-1 1 0 0 0,0-1 0 0 0,1 1 1 0 0,-1 0-1 0 0,0 0 0 0 0,-1 0 0 0 0,1 0 1 0 0,0 0-1 0 0,-1 0 0 0 0,0 0 1 0 0,1 0-1 0 0,0 6 0 0 0,-1-4 2 0 0,-1 1-1 0 0,1-1 1 0 0,-1 1-1 0 0,-1-1 1 0 0,1 1-1 0 0,-1 0 1 0 0,1-1-1 0 0,-2 0 1 0 0,-1 8 0 0 0,-4 5 1 0 0,-1-1 0 0 0,0 0 1 0 0,-1 0-1 0 0,-20 28 1 0 0,17-28 59 0 0,-1 0 0 0 0,0 0 1 0 0,-1-1-1 0 0,-1-1 0 0 0,-1 0 1 0 0,0-1-1 0 0,-1-1 0 0 0,0-1 0 0 0,-1 0 1 0 0,0-1-1 0 0,-1-1 0 0 0,-34 13 1 0 0,11-6 1032 0 0,40-16-1057 0 0,-1 1-30 0 0,3-2-8 0 0,0 0 0 0 0,-1 0 0 0 0,1 0 0 0 0,0 0 0 0 0,0 0 0 0 0,-1 0 0 0 0,1 0 0 0 0,0 0 0 0 0,0 0 0 0 0,0 0 0 0 0,0 0 0 0 0,-1 1-1 0 0,1-1 1 0 0,0 0 0 0 0,0 0 0 0 0,0 0 0 0 0,-1 0 0 0 0,1 0 0 0 0,0 0 0 0 0,0 1 0 0 0,0-1 0 0 0,0 0 0 0 0,0 0 0 0 0,0 0 0 0 0,-1 0 0 0 0,1 1 0 0 0,0-1 0 0 0,0 0 0 0 0,0 0 0 0 0,0 0 0 0 0,0 0 0 0 0,0 1 0 0 0,0-1-1 0 0,0 0 1 0 0,0 1 0 0 0,0 0-1 0 0,0 0 0 0 0,0 1 0 0 0,0-1-1 0 0,0 0 1 0 0,0 0 0 0 0,1 1 0 0 0,-1-1 0 0 0,1 0-1 0 0,-1 1 1 0 0,1-1 0 0 0,-1 0 0 0 0,1 0-1 0 0,-1 0 1 0 0,1 0 0 0 0,0 0 0 0 0,0 1-1 0 0,0-1 1 0 0,0-1 0 0 0,0 1 0 0 0,0 0 0 0 0,2 2-1 0 0,1 1-1 0 0,26 26 8 0 0,1-1-1 0 0,39 29 1 0 0,20 17-14 0 0,0 11 26 0 0,-51-44 2 0 0,-38-41-11 0 0,1 0-9 0 0,3 4 5 0 0,14 15-15 0 0,-17-19 66 0 0,-1 0-48 0 0,4 3 1330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1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135 127 2412 0 0,'-16'-22'13727'0'0,"15"18"-13445"0"0,1 0 0 0 0,-1 0 0 0 0,1 0 0 0 0,0 0 0 0 0,0-1 1 0 0,0 1-1 0 0,1 0 0 0 0,-1 0 0 0 0,1 1 0 0 0,0-1 0 0 0,0 0 0 0 0,1 0 0 0 0,-1 0 1 0 0,3-3-1 0 0,-3 4-275 0 0,0 0 1 0 0,0 1-1 0 0,1-1 1 0 0,0 1-1 0 0,-1 0 0 0 0,1 0 1 0 0,0-1-1 0 0,0 1 1 0 0,0 0-1 0 0,0 0 1 0 0,0 1-1 0 0,1-1 1 0 0,-1 0-1 0 0,0 1 1 0 0,1 0-1 0 0,-1-1 1 0 0,1 1-1 0 0,0 0 0 0 0,-1 0 1 0 0,1 0-1 0 0,0 1 1 0 0,0-1-1 0 0,-1 1 1 0 0,5-1-1 0 0,-2 1-9 0 0,-1 0-1 0 0,1 0 0 0 0,-1 1 0 0 0,0-1 1 0 0,1 1-1 0 0,-1 0 0 0 0,7 3 0 0 0,7 10-25 0 0,-14-10 17 0 0,0 0 11 0 0,-1-1 0 0 0,0 1 0 0 0,0 0 0 0 0,-1 0 0 0 0,1 0-1 0 0,-1 1 1 0 0,0-1 0 0 0,0 0 0 0 0,0 1 0 0 0,0 0 0 0 0,-1-1 0 0 0,1 6 0 0 0,-1-1 5 0 0,0 0 0 0 0,-1 0 0 0 0,0 0 0 0 0,0-1 0 0 0,-1 1 0 0 0,-1 10 0 0 0,-4 6 13 0 0,-2 0 0 0 0,0-1 0 0 0,-17 36 0 0 0,-6 0 133 0 0,-64 94 1 0 0,32-57 680 0 0,21-34-114 0 0,41-62-652 0 0,6 10 66 0 0,0-9-105 0 0,-1-1 0 0 0,1 0 0 0 0,0 0 0 0 0,-1 0 0 0 0,1 0-1 0 0,0-1 1 0 0,0 0 0 0 0,8-1 0 0 0,45-5 89 0 0,269-48 124 0 0,-298 47-1028 0 0,-26 6 345 0 0,14-3-1647 0 0,-11 1 709 0 0,21-14-3078 0 0,-14 7-593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1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50 1508 0 0,'-17'-4'7279'0'0,"-27"0"3470"0"0,59 4-10409 0 0,39-2 6 0 0,-1-2 0 0 0,82-18 0 0 0,-72 11-4121 0 0,-52 8 924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1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26 848 0 0,'-13'-8'6912'0'0,"-25"-10"4923"0"0,30 25-10974 0 0,6 11-166 0 0,1 1-1 0 0,1-1 1 0 0,1 1 0 0 0,4 18 0 0 0,0 23 519 0 0,2 68 562 0 0,2 66-383 0 0,-10-165-1339 0 0,1 12 320 0 0,2-16-3230 0 0,-2-28 1872 0 0,1-1-1 0 0,0 1 1 0 0,0-1 0 0 0,0 1-1 0 0,0 0 1 0 0,0-1 0 0 0,1 1 0 0 0,-1 0-1 0 0,1 0 1 0 0,0 0 0 0 0,0 0-1 0 0,0 0 1 0 0,0 0 0 0 0,1 0-1 0 0,3-3 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2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52 129 400 0 0,'-2'-2'2588'0'0,"-37"-34"11880"0"0,37 34-13667 0 0,2 2-680 0 0,-1 0 0 0 0,0-1 0 0 0,1 1 0 0 0,-1 0 0 0 0,1-1 0 0 0,-1 1-1 0 0,1-1 1 0 0,-1 1 0 0 0,1-1 0 0 0,0 1 0 0 0,-1-1 0 0 0,1 0 0 0 0,-1 1 0 0 0,1-1 0 0 0,0 1 0 0 0,0-1 0 0 0,-1 0 0 0 0,1 1 0 0 0,0-1 0 0 0,0 0 0 0 0,0 1 0 0 0,0-2 0 0 0,4-1-78 0 0,1 0 1 0 0,-1 0-1 0 0,1 0 1 0 0,0 1 0 0 0,0 0-1 0 0,0-1 1 0 0,0 2-1 0 0,0-1 1 0 0,1 1-1 0 0,5-1 1 0 0,9-4 2 0 0,56-15-165 0 0,-34 9-2235 0 0,-2 1-5254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2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 1156 0 0,'-3'1'2034'0'0,"-2"0"-1273"0"0,-1 0-1 0 0,1 1 0 0 0,0 0 1 0 0,-1 1-1 0 0,1-1 0 0 0,0 1 1 0 0,0 0-1 0 0,1 0 0 0 0,-1 0 1 0 0,-5 6-1 0 0,2-2-73 0 0,1 1 1 0 0,1-1-1 0 0,-1 2 0 0 0,1-1 1 0 0,-7 13-1 0 0,5-5-304 0 0,1 0-1 0 0,0 0 1 0 0,1 1 0 0 0,1 0-1 0 0,0 0 1 0 0,-3 28-1 0 0,7-39-290 0 0,0 0 0 0 0,1 1 0 0 0,0-1 0 0 0,0 0 0 0 0,0 0 0 0 0,1 0 0 0 0,0 1 0 0 0,0-1-1 0 0,0 0 1 0 0,1 0 0 0 0,0 0 0 0 0,0-1 0 0 0,1 1 0 0 0,-1 0 0 0 0,1-1 0 0 0,0 1 0 0 0,1-1 0 0 0,6 8 0 0 0,-7-11-4 0 0,0 0 1 0 0,0-1-1 0 0,1 0 1 0 0,-1 0 0 0 0,0 0-1 0 0,1 0 1 0 0,-1 0 0 0 0,0-1-1 0 0,1 1 1 0 0,-1-1 0 0 0,1 0-1 0 0,-1 0 1 0 0,0 0 0 0 0,1 0-1 0 0,3-2 1 0 0,-6 2-83 0 0,119-22 1197 0 0,-116 22-1188 0 0,-1-1 1 0 0,1 1-1 0 0,0 1 0 0 0,0-1 0 0 0,0 0 1 0 0,-1 1-1 0 0,1 0 0 0 0,0 0 0 0 0,-1 0 1 0 0,1 0-1 0 0,0 1 0 0 0,-1-1 0 0 0,0 1 1 0 0,1 0-1 0 0,-1 0 0 0 0,0 0 0 0 0,0 1 1 0 0,0-1-1 0 0,0 1 0 0 0,0 0 1 0 0,-1-1-1 0 0,1 1 0 0 0,-1 0 0 0 0,0 0 1 0 0,0 1-1 0 0,0-1 0 0 0,0 0 0 0 0,2 8 1 0 0,-1-3 114 0 0,0 0 0 0 0,0 1 0 0 0,-1 0 1 0 0,0-1-1 0 0,-1 1 0 0 0,0 0 0 0 0,0 0 1 0 0,-1 0-1 0 0,0 0 0 0 0,-1 0 0 0 0,-2 16 1 0 0,-1-8 198 0 0,-1 0 1 0 0,-1 0-1 0 0,0-1 1 0 0,-1 0-1 0 0,-1 0 1 0 0,0-1-1 0 0,-1 1 1 0 0,-12 13-1 0 0,16-21-184 0 0,-2-1-1 0 0,1 0 0 0 0,-1 0 1 0 0,0-1-1 0 0,0 0 1 0 0,-1 0-1 0 0,1-1 0 0 0,-2 0 1 0 0,1 0-1 0 0,0-1 0 0 0,-1 0 1 0 0,0 0-1 0 0,0-1 0 0 0,0 0 1 0 0,0-1-1 0 0,-15 3 0 0 0,15-5-149 0 0,0 1-1 0 0,0-1 0 0 0,0 0 1 0 0,0-1-1 0 0,1 0 0 0 0,-1 0 1 0 0,0-1-1 0 0,0 0 0 0 0,1-1 0 0 0,0 0 1 0 0,-1 0-1 0 0,-8-6 0 0 0,16 9-156 0 0,-1-1 0 0 0,1 1 0 0 0,0-1-1 0 0,0 0 1 0 0,0 1 0 0 0,-1-1 0 0 0,1 0 0 0 0,0 0-1 0 0,0 0 1 0 0,0 0 0 0 0,1 0 0 0 0,-1 0-1 0 0,0 0 1 0 0,0 0 0 0 0,0 0 0 0 0,1-1-1 0 0,-1 1 1 0 0,1 0 0 0 0,-1 0 0 0 0,1 0-1 0 0,-1-1 1 0 0,1 1 0 0 0,0 0 0 0 0,-1-1-1 0 0,1 1 1 0 0,0 0 0 0 0,0-1 0 0 0,0 1-1 0 0,0-1 1 0 0,0 1 0 0 0,0 0 0 0 0,1-1 0 0 0,-1 1-1 0 0,0 0 1 0 0,1 0 0 0 0,-1-1 0 0 0,1 1-1 0 0,-1 0 1 0 0,1 0 0 0 0,0-1 0 0 0,1-1-1 0 0,3-4-2239 0 0,0 0 0 0 0,1 0 0 0 0,0 0 0 0 0,14-12 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3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36 2340 0 0,'-2'-36'19703'0'0,"4"47"-16189"0"0,1 28-1899 0 0,-2-1 0 0 0,-7 71-1 0 0,-21 78-842 0 0,22-157-474 0 0,-11 51 40 0 0,0-2-729 0 0,9-25-3081 0 0,7-37 587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3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25 282 728 0 0,'-23'-80'17051'0'0,"23"76"-16704"0"0,-1 0-1 0 0,1 0 1 0 0,-1 1 0 0 0,1-1-1 0 0,0 0 1 0 0,0 0-1 0 0,1 0 1 0 0,-1 0 0 0 0,1 0-1 0 0,0 1 1 0 0,1-6 0 0 0,3 0-229 0 0,0 1 1 0 0,0 0-1 0 0,0 0 1 0 0,1 0-1 0 0,0 0 1 0 0,1 1-1 0 0,0 0 1 0 0,0 0-1 0 0,0 1 1 0 0,1 0-1 0 0,0 0 1 0 0,10-5-1 0 0,-3 3-91 0 0,0 0 0 0 0,0 1-1 0 0,1 0 1 0 0,0 2 0 0 0,0 0-1 0 0,21-4 1 0 0,-33 8-10 0 0,1 0 0 0 0,0 1 0 0 0,0 0 0 0 0,0 0 0 0 0,0 0-1 0 0,-1 0 1 0 0,1 1 0 0 0,0 0 0 0 0,0 0 0 0 0,-1 0 0 0 0,1 0 0 0 0,0 1 0 0 0,-1 0-1 0 0,1 0 1 0 0,-1 0 0 0 0,0 0 0 0 0,0 1 0 0 0,0 0 0 0 0,0-1 0 0 0,0 2 0 0 0,0-1-1 0 0,-1 0 1 0 0,6 8 0 0 0,-5-6 65 0 0,-1 0 0 0 0,0 1 0 0 0,0-1-1 0 0,0 1 1 0 0,-1 0 0 0 0,0-1 0 0 0,0 1-1 0 0,0 0 1 0 0,-1 1 0 0 0,0-1 0 0 0,0 0 0 0 0,0 0-1 0 0,-1 0 1 0 0,0 1 0 0 0,0-1 0 0 0,-1 0-1 0 0,1 0 1 0 0,-3 7 0 0 0,-2 4 219 0 0,0 0-1 0 0,-1-1 1 0 0,-1 1-1 0 0,0-1 1 0 0,-20 29 0 0 0,20-34-40 0 0,-1-1 1 0 0,0 0-1 0 0,-1 0 1 0 0,0 0-1 0 0,0-1 1 0 0,-1-1-1 0 0,0 0 1 0 0,-20 13-1 0 0,15-14 488 0 0,0-1 0 0 0,-33 9-1 0 0,46-14-642 0 0,1-1-44 0 0,-1 0-45 0 0,0 1 0 0 0,0-1 0 0 0,1 0 1 0 0,-1 1-1 0 0,0-1 0 0 0,0 1 0 0 0,1 0 0 0 0,-1-1 1 0 0,0 1-1 0 0,-2 2 0 0 0,4-2-21 0 0,0 0 0 0 0,-1 0 0 0 0,1 0 0 0 0,0 0 0 0 0,0 0 0 0 0,0 0-1 0 0,0 0 1 0 0,0 0 0 0 0,0 0 0 0 0,0 0 0 0 0,0 0 0 0 0,0 0 0 0 0,1 0 0 0 0,-1 0 0 0 0,0 0 0 0 0,1 0 0 0 0,-1 0 0 0 0,0 0-1 0 0,1 0 1 0 0,-1-1 0 0 0,2 2 0 0 0,16 27-12 0 0,-7-13 14 0 0,70 100 199 0 0,-46-68 33 0 0,93 107-114 0 0,-70-95-3298 0 0,-56-58 2315 0 0,1 0-1 0 0,-1 0 1 0 0,1 0-1 0 0,0-1 1 0 0,-1 0-1 0 0,1 1 1 0 0,0-1-1 0 0,0 0 1 0 0,0 0 0 0 0,0 0-1 0 0,0-1 1 0 0,0 1-1 0 0,0-1 1 0 0,0 1-1 0 0,0-1 1 0 0,0 0-1 0 0,0 0 1 0 0,0-1 0 0 0,0 1-1 0 0,5-2 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4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42 524 0 0,'24'-42'32102'0'0,"-24"44"-31969"0"0,1 78-123 0 0,-1 39-12 0 0,-5 9-2362 0 0,3 0-3381 0 0,-1 32-3070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5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82 1868 0 0,'0'-3'1507'0'0,"15"-55"6718"0"0,-15 56-7647 0 0,4-12 1445 0 0,-1 10-770 0 0,-3 15-506 0 0,-50 335 3543 0 0,13-105-3933 0 0,31-208-296 0 0,2-19-2733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5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4 266 1672 0 0,'-2'-9'1232'0'0,"1"0"-1"0"0,1 0 1 0 0,0 0-1 0 0,0 0 1 0 0,0 0-1 0 0,1 0 1 0 0,1 0-1 0 0,3-14 1 0 0,-2 14-913 0 0,1 0 0 0 0,0 0 1 0 0,0 0-1 0 0,1 0 0 0 0,0 1 1 0 0,1 0-1 0 0,-1 0 0 0 0,2 0 1 0 0,-1 1-1 0 0,1 0 0 0 0,0 0 1 0 0,13-9-1 0 0,-9 7-130 0 0,1 1 0 0 0,1 0 1 0 0,23-10-1 0 0,-29 15-168 0 0,0 0 1 0 0,0 1-1 0 0,0 1 0 0 0,0-1 0 0 0,1 1 1 0 0,-1 0-1 0 0,0 0 0 0 0,1 1 1 0 0,7 1-1 0 0,-11-1-17 0 0,-1 1-1 0 0,1 0 1 0 0,-1-1-1 0 0,0 1 1 0 0,0 1 0 0 0,1-1-1 0 0,-1 0 1 0 0,0 1-1 0 0,0 0 1 0 0,0-1 0 0 0,0 1-1 0 0,0 0 1 0 0,-1 1-1 0 0,1-1 1 0 0,-1 0 0 0 0,1 1-1 0 0,-1-1 1 0 0,0 1-1 0 0,0 0 1 0 0,0 0 0 0 0,0 0-1 0 0,-1 0 1 0 0,1 0 0 0 0,-1 0-1 0 0,1 0 1 0 0,-1 1-1 0 0,0-1 1 0 0,-1 0 0 0 0,2 6-1 0 0,-1 0 19 0 0,0 0-1 0 0,0 0 0 0 0,-1 0 1 0 0,0 0-1 0 0,0 0 0 0 0,-1 0 1 0 0,0-1-1 0 0,-1 1 1 0 0,-5 16-1 0 0,1-9 10 0 0,-2 0-1 0 0,0 0 1 0 0,-1-1 0 0 0,0 0-1 0 0,-2-1 1 0 0,1 0 0 0 0,-25 24-1 0 0,14-19 274 0 0,0-1 0 0 0,-1 0-1 0 0,0-2 1 0 0,-30 16-1 0 0,20-10 507 0 0,20-12-668 0 0,11-9-140 0 0,-2 6-6 0 0,3-6 4 0 0,0-1 1 0 0,-1 1-1 0 0,1-1 1 0 0,0 1-1 0 0,-1-1 1 0 0,1 1-1 0 0,0-1 1 0 0,0 1-1 0 0,0-1 1 0 0,-1 1-1 0 0,1-1 1 0 0,0 1-1 0 0,0 0 1 0 0,0-1 0 0 0,0 1-1 0 0,0-1 1 0 0,0 1-1 0 0,0 0 1 0 0,0-1-1 0 0,0 1 1 0 0,1-1-1 0 0,-1 1 1 0 0,0-1-1 0 0,0 1 1 0 0,0-1-1 0 0,1 2 1 0 0,7 12 24 0 0,1 0 0 0 0,0-1 1 0 0,0 0-1 0 0,2 0 0 0 0,0-1 0 0 0,23 21 1 0 0,86 56 256 0 0,-71-55-224 0 0,31 17 955 0 0,-79-50-688 0 0,5 3 1499 0 0,9 3-7537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6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58 122 332 0 0,'4'-31'13017'0'0,"-4"26"-12258"0"0,0 1 0 0 0,1-1 0 0 0,0 0 0 0 0,0 0 0 0 0,0 0 0 0 0,1 0 0 0 0,-1 0 0 0 0,1 1 0 0 0,4-9 0 0 0,-4 11-706 0 0,-1-1-1 0 0,1 1 1 0 0,0 0 0 0 0,-1 0 0 0 0,1-1-1 0 0,0 1 1 0 0,0 0 0 0 0,1 1 0 0 0,-1-1-1 0 0,0 0 1 0 0,1 1 0 0 0,-1-1 0 0 0,0 1-1 0 0,1 0 1 0 0,0 0 0 0 0,-1 0 0 0 0,1 0-1 0 0,0 0 1 0 0,0 0 0 0 0,3 0 0 0 0,0 1-42 0 0,1 0 0 0 0,0 0 0 0 0,-1 0 0 0 0,1 0 0 0 0,-1 1 0 0 0,1 1 0 0 0,-1-1 0 0 0,1 1 0 0 0,-1 0 0 0 0,0 0 0 0 0,1 1 0 0 0,-1-1 0 0 0,-1 2 0 0 0,11 5 0 0 0,-12-6 3 0 0,0 1-1 0 0,0 0 1 0 0,-1-1-1 0 0,1 1 0 0 0,-1 0 1 0 0,0 1-1 0 0,0-1 0 0 0,0 0 1 0 0,0 1-1 0 0,-1 0 0 0 0,0 0 1 0 0,0-1-1 0 0,0 1 0 0 0,-1 0 1 0 0,1 1-1 0 0,-1-1 0 0 0,-1 0 1 0 0,1 0-1 0 0,0 10 0 0 0,-2-4 14 0 0,0 0-1 0 0,0 0 0 0 0,-1 0 0 0 0,0 0 0 0 0,-1 0 0 0 0,0-1 1 0 0,-7 16-1 0 0,-5 4 1359 0 0,-20 31 0 0 0,29-51-511 0 0,5-8-608 0 0,0-1-187 0 0,-1 1 1 0 0,1-1-1 0 0,0 1 0 0 0,0-1 0 0 0,0 1 0 0 0,0-1 1 0 0,1 1-1 0 0,-1 0 0 0 0,0 0 0 0 0,1-1 0 0 0,-1 1 1 0 0,1 0-1 0 0,-1 0 0 0 0,1 2 0 0 0,10 4-80 0 0,0 0 0 0 0,0 0 0 0 0,15 7 0 0 0,-12-7 5 0 0,0 0 1 0 0,18 15 0 0 0,-24-16-6 0 0,5 4 24 0 0,21 24 1 0 0,-30-32 14 0 0,-1 0 0 0 0,0 0 0 0 0,1 1 0 0 0,-1-1 0 0 0,-1 1 0 0 0,1 0 0 0 0,0-1 0 0 0,-1 1 0 0 0,0 0 0 0 0,0 0 0 0 0,0 0 0 0 0,0 0 0 0 0,-1 4 0 0 0,0-4 29 0 0,0 0 0 0 0,-1 0 0 0 0,1-1 0 0 0,-1 1-1 0 0,0 0 1 0 0,0-1 0 0 0,0 1 0 0 0,-1-1 0 0 0,1 0 0 0 0,-1 1-1 0 0,0-1 1 0 0,0 0 0 0 0,0 0 0 0 0,0 0 0 0 0,-1 0 0 0 0,1 0-1 0 0,-1-1 1 0 0,0 1 0 0 0,0-1 0 0 0,1 1 0 0 0,-2-1 0 0 0,1 0-1 0 0,0 0 1 0 0,0-1 0 0 0,-1 1 0 0 0,1-1 0 0 0,-5 2 0 0 0,-7 2 39 0 0,1-1 1 0 0,-1-1-1 0 0,0 0 1 0 0,0-1 0 0 0,-18 0-1 0 0,5-2 19 0 0,0-1-1 0 0,-29-5 1 0 0,9 0 36 0 0,45 6-316 0 0,1 0-1 0 0,0-1 1 0 0,0 1 0 0 0,0-1 0 0 0,-1 0-1 0 0,1 0 1 0 0,0 0 0 0 0,0 0 0 0 0,0 0-1 0 0,0 0 1 0 0,0 0 0 0 0,1-1-1 0 0,-1 1 1 0 0,0-1 0 0 0,1 1 0 0 0,-1-1-1 0 0,1 0 1 0 0,-1 1 0 0 0,1-1 0 0 0,0 0-1 0 0,0 0 1 0 0,-2-4 0 0 0,2 4-100 0 0,1 1 0 0 0,0-1 1 0 0,0 1-1 0 0,0-1 0 0 0,0 1 0 0 0,0-1 1 0 0,0 0-1 0 0,0 1 0 0 0,1-1 0 0 0,-1 1 1 0 0,0-1-1 0 0,1 1 0 0 0,0-1 0 0 0,-1 1 1 0 0,1-1-1 0 0,0 1 0 0 0,-1 0 0 0 0,3-3 1 0 0,19-23-4211 0 0,-20 24 3478 0 0,12-12-4928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6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5 1200 0 0,'-4'0'2510'0'0,"-43"-5"8263"0"0,39 5-7868 0 0,-13 2 2167 0 0,24 0-4977 0 0,0 0 1 0 0,0 0-1 0 0,1 0 0 0 0,-1-1 0 0 0,0 1 1 0 0,1-1-1 0 0,-1 0 0 0 0,1 0 0 0 0,0 0 1 0 0,7 1-1 0 0,47 3 474 0 0,-40-3-425 0 0,53 2 292 0 0,78-4 0 0 0,-59-11-5669 0 0,-87 11 4053 0 0,0-1 0 0 0,0 0 0 0 0,0 0 0 0 0,-1 0 0 0 0,1 0 0 0 0,0 0 0 0 0,5-4-1180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7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11 388 0 0,'-3'0'2762'0'0,"-45"-9"10299"0"0,46 9-12825 0 0,1-1 1 0 0,0 1-1 0 0,-1 0 1 0 0,1 0-1 0 0,0 0 1 0 0,-1 0-1 0 0,1 0 1 0 0,0 0-1 0 0,-1 0 1 0 0,1 0-1 0 0,0 1 1 0 0,-1-1-1 0 0,1 0 1 0 0,0 1-1 0 0,-1-1 1 0 0,1 1-1 0 0,0-1 1 0 0,0 1-1 0 0,0 0 1 0 0,0 0-1 0 0,-1-1 0 0 0,1 1 1 0 0,0 0-1 0 0,0 0 1 0 0,0 0-1 0 0,1 0 1 0 0,-1 0-1 0 0,0 0 1 0 0,0 0-1 0 0,0 1 1 0 0,1-1-1 0 0,-1 1 1 0 0,-2 4 361 0 0,2 0 0 0 0,-1 0 0 0 0,0 0 0 0 0,1 0 1 0 0,0 0-1 0 0,0 10 0 0 0,-2 55 1684 0 0,10 107 1 0 0,13 73-2283 0 0,-20-236 0 0 0,0-3 0 0 0,0 0 0 0 0,0 0 0 0 0,0-1 0 0 0,0 0 0 0 0,-1-5 0 0 0,-2-9-143 0 0,-1-12-6335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9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174 171 1160 0 0,'-10'-8'3149'0'0,"1"0"1"0"0,-15-19-1 0 0,-10-20 2428 0 0,33 46-5531 0 0,1 0 1 0 0,-1-1-1 0 0,1 1 1 0 0,-1 0-1 0 0,1-1 0 0 0,0 1 1 0 0,0 0-1 0 0,0 0 1 0 0,0-1-1 0 0,0 1 1 0 0,0 0-1 0 0,0-1 0 0 0,0 1 1 0 0,0 0-1 0 0,1-1 1 0 0,-1 1-1 0 0,0 0 1 0 0,1 0-1 0 0,-1-1 0 0 0,1 1 1 0 0,-1 0-1 0 0,1 0 1 0 0,0 0-1 0 0,0 0 1 0 0,-1 0-1 0 0,1 0 0 0 0,2-2 1 0 0,1-1-17 0 0,0 0 1 0 0,0 1-1 0 0,0-1 0 0 0,0 1 1 0 0,7-4-1 0 0,-4 4-18 0 0,1 0-1 0 0,0 0 1 0 0,0 0 0 0 0,0 1 0 0 0,0 0-1 0 0,0 1 1 0 0,0 0 0 0 0,1 0 0 0 0,-1 1-1 0 0,0 0 1 0 0,1 0 0 0 0,-1 1 0 0 0,0 0-1 0 0,0 0 1 0 0,1 1 0 0 0,14 6 0 0 0,-14-6-6 0 0,-1 2 0 0 0,1-1-1 0 0,-1 1 1 0 0,0 1 0 0 0,0-1 0 0 0,-1 1 0 0 0,1 1 0 0 0,-1-1 0 0 0,0 1 0 0 0,0 0 0 0 0,-1 1 0 0 0,0 0 0 0 0,0 0 0 0 0,-1 0 0 0 0,7 11 0 0 0,-9-12 15 0 0,-1 0-1 0 0,1 0 1 0 0,-1 1 0 0 0,-1-1 0 0 0,1 1 0 0 0,-1-1 0 0 0,0 1 0 0 0,0-1-1 0 0,-1 1 1 0 0,0 0 0 0 0,0-1 0 0 0,-2 12 0 0 0,0-7 31 0 0,-1-1 1 0 0,0 1-1 0 0,-1-1 0 0 0,0 0 1 0 0,-1 0-1 0 0,0 0 0 0 0,-6 10 1 0 0,-6 3 130 0 0,0-1 0 0 0,-1-1 0 0 0,-1 0 0 0 0,-2-2 0 0 0,-23 20 0 0 0,-19 9 805 0 0,-86 50-1 0 0,113-73-787 0 0,35-24-177 0 0,0 14 66 0 0,4-13-77 0 0,0-1-1 0 0,0 1 1 0 0,0-1 0 0 0,0 0 0 0 0,0 0 0 0 0,0 0 0 0 0,0 0 0 0 0,0 0 0 0 0,1-1 0 0 0,-1 1-1 0 0,0-1 1 0 0,1 0 0 0 0,3 0 0 0 0,-4 0-2 0 0,79 2 28 0 0,107-13 0 0 0,-186 11-21 0 0,0 0-8 0 0,11 0 1 0 0,-11 0 2 0 0,17 0 100 0 0,-10-1-100 0 0,-8 0 76 0 0,9 0 37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09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60 68 0 0,'7'-25'8718'0'0,"3"-9"1786"0"0,-7 53-9712 0 0,-1 1 0 0 0,-1 0 0 0 0,-1 0 0 0 0,-1 0 1 0 0,0 0-1 0 0,-7 29 0 0 0,2-5-185 0 0,-41 214 1086 0 0,13-82-5172 0 0,25-160-516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10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3 206 2008 0 0,'-1'-10'2243'0'0,"0"0"-1"0"0,0-1 1 0 0,1-12-1 0 0,1 16-1349 0 0,0-1-1 0 0,0 1 0 0 0,1 0 1 0 0,4-13-1 0 0,-4 14-696 0 0,1 0-1 0 0,0 0 1 0 0,0 0-1 0 0,1 1 0 0 0,0-1 1 0 0,0 1-1 0 0,0 0 1 0 0,0 0-1 0 0,1 1 1 0 0,0-1-1 0 0,0 1 0 0 0,0 0 1 0 0,11-6-1 0 0,-8 6-137 0 0,1 0-1 0 0,0 0 0 0 0,0 1 0 0 0,1 0 1 0 0,-1 1-1 0 0,0 0 0 0 0,1 1 0 0 0,0 0 1 0 0,-1 0-1 0 0,1 1 0 0 0,0 0 0 0 0,-1 1 0 0 0,17 2 1 0 0,-21-2-16 0 0,1 0 0 0 0,-1 0 0 0 0,0 1 1 0 0,1-1-1 0 0,-1 1 0 0 0,0 0 0 0 0,0 1 1 0 0,0-1-1 0 0,0 1 0 0 0,0 0 0 0 0,-1 0 1 0 0,1 1-1 0 0,-1 0 0 0 0,0-1 0 0 0,0 1 0 0 0,0 0 1 0 0,-1 1-1 0 0,1-1 0 0 0,-1 1 0 0 0,0-1 1 0 0,0 1-1 0 0,-1 0 0 0 0,1 0 0 0 0,-1 1 1 0 0,1 5-1 0 0,-2-4 23 0 0,0 0 1 0 0,0 0-1 0 0,-1 0 0 0 0,-1 0 1 0 0,1 0-1 0 0,-1 0 1 0 0,0 0-1 0 0,0 0 0 0 0,-1-1 1 0 0,0 1-1 0 0,0 0 0 0 0,-1-1 1 0 0,0 1-1 0 0,0-1 1 0 0,-6 9-1 0 0,-4 5 37 0 0,-1 0-1 0 0,-1-1 1 0 0,-19 19 0 0 0,18-22 601 0 0,0-1 0 0 0,-31 20 0 0 0,22-17 1129 0 0,24-17-1606 0 0,-22 15 621 0 0,22-15-819 0 0,13 22-233 0 0,20 10 194 0 0,59 49 0 0 0,-62-59-213 0 0,-1 2 0 0 0,-1 0 1 0 0,-2 2-1 0 0,23 31 0 0 0,-17-19-4296 0 0,-5-18-5060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10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41 2496 0 0,'1'-40'27472'0'0,"1"87"-26808"0"0,-1 1 1 0 0,-2-1-1 0 0,-11 66 1 0 0,2-23-1881 0 0,8-63-986 0 0,0 9-3232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11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478 181 1192 0 0,'19'-51'13711'0'0,"-19"19"-5626"0"0,-2 28-7899 0 0,1 1-1 0 0,-1-1 1 0 0,0 1-1 0 0,0 0 0 0 0,0-1 1 0 0,0 1-1 0 0,-1 0 1 0 0,1 0-1 0 0,-1 1 1 0 0,0-1-1 0 0,0 0 1 0 0,0 1-1 0 0,0 0 1 0 0,0 0-1 0 0,-7-4 1 0 0,-2-1-106 0 0,-1 1 0 0 0,0 0 1 0 0,-15-4-1 0 0,11 5-55 0 0,-1 1 0 0 0,0 0 0 0 0,0 2 0 0 0,-21-1 0 0 0,29 2-28 0 0,1 1 1 0 0,-1 1-1 0 0,0 0 1 0 0,0 0-1 0 0,1 1 1 0 0,-1 0-1 0 0,1 0 1 0 0,-1 1-1 0 0,-8 5 0 0 0,13-5 2 0 0,0 0 0 0 0,0 0 0 0 0,0 1 0 0 0,1 0 0 0 0,-1 0 0 0 0,1 0 0 0 0,0 0 0 0 0,0 1 0 0 0,1 0 0 0 0,0-1 0 0 0,-1 1 0 0 0,1 1 0 0 0,1-1 0 0 0,-1 0 0 0 0,1 1 0 0 0,-2 5 0 0 0,-2 12 104 0 0,0 0 0 0 0,-3 40 0 0 0,5-31 271 0 0,-16 220 2234 0 0,23 3-1492 0 0,-2-194-908 0 0,-1 757 1056 0 0,-4-324-735 0 0,5-179-529 0 0,-11 559 0 0 0,-12-212 0 0 0,21-610 0 0 0,-1 18 0 0 0,-18 387 0 0 0,14-291 0 0 0,6-150 0 0 0,0 0 0 0 0,0-1 0 0 0,2-1 0 0 0,0-1 0 0 0,0-2 0 0 0,2-1 0 0 0,4-2 0 0 0,7-4 0 0 0,-3-5-84 0 0,0 1-1 0 0,0-2 1 0 0,0 0 0 0 0,0 0-1 0 0,-1-1 1 0 0,1 0 0 0 0,18-9-1 0 0,79-43-1368 0 0,-98 49 1282 0 0,191-116-7634 0 0,-74 32-2694 0 0,-73 48 739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12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1684 0 0,'-2'2'1882'0'0,"-16"11"2944"0"0,13-10-3198 0 0,0 1 0 0 0,1-1-1 0 0,0 1 1 0 0,-9 8 1444 0 0,13-12-2991 0 0,0 0 1 0 0,-1 1-1 0 0,1-1 0 0 0,0 0 0 0 0,-1 0 1 0 0,1 1-1 0 0,0-1 0 0 0,-1 0 1 0 0,1 0-1 0 0,0 1 0 0 0,-1-1 0 0 0,1 1 1 0 0,0-1-1 0 0,0 0 0 0 0,-1 1 1 0 0,1-1-1 0 0,0 0 0 0 0,0 1 0 0 0,0-1 1 0 0,0 1-1 0 0,0-1 0 0 0,0 0 1 0 0,0 1-1 0 0,-1-1 0 0 0,1 1 0 0 0,0-1 1 0 0,0 1-1 0 0,1-1 0 0 0,-1 1 1 0 0,0-1-1 0 0,0 0 0 0 0,0 1 0 0 0,0-1 1 0 0,0 1-1 0 0,0-1 0 0 0,0 0 1 0 0,1 1-1 0 0,-1-1 0 0 0,0 0 0 0 0,0 1 1 0 0,1-1-1 0 0,-1 1 0 0 0,0-1 1 0 0,1 0-1 0 0,-1 0 0 0 0,0 1 0 0 0,1-1 1 0 0,-1 0-1 0 0,30 5 446 0 0,1-1 0 0 0,-1-2 0 0 0,56-2 0 0 0,-34-1-310 0 0,162 3 750 0 0,-211-2-667 0 0,1 0-60 0 0,11 0 36 0 0,-11 0-68 0 0,16 0 543 0 0,1-3-875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12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1504 0 0,'23'-41'22555'0'0,"-20"46"-22021"0"0,0 0 0 0 0,0 0-1 0 0,-1 1 1 0 0,0 0 0 0 0,0-1 0 0 0,0 1 0 0 0,0 0-1 0 0,0 9 1 0 0,6 52 1250 0 0,-8-63-1677 0 0,12 121 588 0 0,5 106 623 0 0,-18-198-1318 0 0,2 45 0 0 0,0-63-5528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14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59 1360 0 0,'11'-18'9018'0'0,"-7"8"-6675"0"0,12-20 9570 0 0,-19 72-10577 0 0,-1 0 1 0 0,-20 82 0 0 0,2-11-1048 0 0,18-94-254 0 0,2-13 10 0 0,1-1-1 0 0,0 1 1 0 0,0-1-1 0 0,0 1 0 0 0,1 0 1 0 0,0 10-1 0 0,1-15-35 0 0,0 0-1 0 0,0 0 0 0 0,0 0 1 0 0,0 0-1 0 0,0 0 1 0 0,0 0-1 0 0,1 0 0 0 0,-1-1 1 0 0,0 1-1 0 0,1-1 0 0 0,-1 1 1 0 0,0-1-1 0 0,1 1 0 0 0,-1-1 1 0 0,0 0-1 0 0,1 1 1 0 0,-1-1-1 0 0,1 0 0 0 0,-1 0 1 0 0,1 0-1 0 0,1 0 0 0 0,47-3-137 0 0,1-2-1 0 0,-1-2 0 0 0,85-23 0 0 0,-132 29 126 0 0,1 0 0 0 0,-1 0 0 0 0,0 0 0 0 0,0 0-1 0 0,1-1 1 0 0,-1 0 0 0 0,0 1 0 0 0,0-1 0 0 0,-1 0 0 0 0,1 0 0 0 0,0-1 0 0 0,-1 1 0 0 0,1 0-1 0 0,-1-1 1 0 0,0 0 0 0 0,1 1 0 0 0,-1-1 0 0 0,-1 0 0 0 0,1 0 0 0 0,0 0 0 0 0,1-4-1 0 0,-1-2 57 0 0,0 0 0 0 0,0-1 0 0 0,-1 1 0 0 0,0 0 0 0 0,0-1 0 0 0,-2-9 0 0 0,1 17 61 0 0,-5-23 1527 0 0,5 15-1236 0 0,-1 7-287 0 0,2 5-33 0 0,0 19-97 0 0,2 137 207 0 0,1 8-1386 0 0,6-56-7531 0 0,-7-94 5365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14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83 2152 0 0,'-3'-64'17830'0'0,"3"62"-16874"0"0,-1-6 1472 0 0,-1 0 348 0 0,5 17-2043 0 0,4 28 833 0 0,-1 1 0 0 0,0 61 0 0 0,-2-26-372 0 0,5 126-1194 0 0,-9-185 0 0 0,0-1 0 0 0,0-1 0 0 0,0-1 0 0 0,0-1 0 0 0,0-2-201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15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87 2664 0 0,'-11'-17'8926'0'0,"9"12"-7811"0"0,1 3-523 0 0,0 0 0 0 0,1 0 0 0 0,-1 0 0 0 0,1 0 0 0 0,0 0-1 0 0,0 0 1 0 0,0 0 0 0 0,0 0 0 0 0,0-3 0 0 0,0 3-470 0 0,1 0 1 0 0,-1 0-1 0 0,1 0 1 0 0,0 0-1 0 0,0 1 1 0 0,-1-1-1 0 0,1 0 1 0 0,0 1-1 0 0,0-1 1 0 0,1 1-1 0 0,-1-1 1 0 0,0 1-1 0 0,0-1 1 0 0,1 1-1 0 0,-1 0 0 0 0,1 0 1 0 0,-1-1-1 0 0,1 1 1 0 0,-1 0-1 0 0,1 0 1 0 0,0 1-1 0 0,0-1 1 0 0,-1 0-1 0 0,1 1 1 0 0,0-1-1 0 0,2 0 1 0 0,4-1-81 0 0,0 1 0 0 0,0 0 0 0 0,0 0 0 0 0,1 1 1 0 0,-1 0-1 0 0,0 0 0 0 0,0 1 0 0 0,0 0 1 0 0,0 1-1 0 0,0-1 0 0 0,0 2 0 0 0,0-1 0 0 0,-1 1 1 0 0,1 0-1 0 0,-1 0 0 0 0,0 1 0 0 0,0 0 0 0 0,0 1 1 0 0,0-1-1 0 0,-1 1 0 0 0,1 1 0 0 0,-1-1 0 0 0,-1 1 1 0 0,1 0-1 0 0,-1 0 0 0 0,0 1 0 0 0,0-1 0 0 0,-1 1 1 0 0,0 0-1 0 0,0 0 0 0 0,-1 1 0 0 0,0-1 0 0 0,0 1 1 0 0,0 0-1 0 0,-1 0 0 0 0,-1 0 0 0 0,1 0 0 0 0,-1 0 1 0 0,0 11-1 0 0,-2-3 152 0 0,-1 0 1 0 0,-1 1 0 0 0,0-1-1 0 0,-1 0 1 0 0,0-1 0 0 0,-2 1-1 0 0,0-1 1 0 0,0 0 0 0 0,-2 0-1 0 0,0-1 1 0 0,-19 27 0 0 0,-2-3 873 0 0,-2-1 1 0 0,-64 58 0 0 0,74-76-479 0 0,9-8-218 0 0,0 0 0 0 0,-12 15 0 0 0,22-24-312 0 0,2-2-53 0 0,1 1 0 0 0,-1-1-1 0 0,0 1 1 0 0,0 0 0 0 0,0-1 0 0 0,0 1 0 0 0,0-1 0 0 0,1 1-1 0 0,-1 0 1 0 0,0-1 0 0 0,1 1 0 0 0,-1-1 0 0 0,0 1 0 0 0,1-1-1 0 0,-1 1 1 0 0,0-1 0 0 0,1 0 0 0 0,-1 1 0 0 0,1-1 0 0 0,-1 1-1 0 0,1-1 1 0 0,-1 0 0 0 0,1 1 0 0 0,0-1 0 0 0,-1 0 0 0 0,1 0-1 0 0,-1 1 1 0 0,1-1 0 0 0,-1 0 0 0 0,1 0 0 0 0,0 0 0 0 0,0 0-1 0 0,25 3 119 0 0,-24-3-116 0 0,519-16 395 0 0,-474 12-389 0 0,117-7 150 0 0,-161 10-170 0 0,27 0-18 0 0,-28 1-69 0 0,4-2-643 0 0,-29-12-8885 0 0,-8 4-306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16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54 1028 0 0,'-41'-30'12366'0'0,"35"25"-10835"0"0,5 5-1338 0 0,1-1-1 0 0,0 0 0 0 0,-1 1 0 0 0,1-1 1 0 0,-1 1-1 0 0,0 0 0 0 0,1-1 1 0 0,-1 1-1 0 0,1-1 0 0 0,-1 1 1 0 0,1 0-1 0 0,-1-1 0 0 0,0 1 1 0 0,1 0-1 0 0,-1 0 0 0 0,0 0 1 0 0,1-1-1 0 0,-1 1 0 0 0,0 0 1 0 0,1 0-1 0 0,-1 0 0 0 0,-1 0 0 0 0,-2 2-129 0 0,1-1 0 0 0,-1 1 0 0 0,1 0 0 0 0,0 0 0 0 0,-1 0 0 0 0,1 1 0 0 0,0-1 0 0 0,0 1 0 0 0,1-1 0 0 0,-1 1-1 0 0,0 0 1 0 0,1 0 0 0 0,0 0 0 0 0,0 1 0 0 0,0-1 0 0 0,-2 5 0 0 0,-7 14 422 0 0,-12 31 0 0 0,20-44-350 0 0,-10 25 267 0 0,2 0 0 0 0,2 1 0 0 0,-10 68 0 0 0,16-77-317 0 0,2 0 0 0 0,0 0 1 0 0,2 0-1 0 0,1 0 0 0 0,1 0 1 0 0,7 29-1 0 0,-8-47-52 0 0,1 0 0 0 0,-1-1-1 0 0,1 1 1 0 0,0-1 0 0 0,1 0-1 0 0,0 0 1 0 0,0 0 0 0 0,1 0-1 0 0,0-1 1 0 0,0 1 0 0 0,0-1-1 0 0,1-1 1 0 0,0 1 0 0 0,7 5 0 0 0,-8-8 0 0 0,0 0 1 0 0,0 0-1 0 0,1 0 1 0 0,-1 0-1 0 0,1-1 1 0 0,0 0-1 0 0,0 0 1 0 0,0-1-1 0 0,0 1 1 0 0,0-1-1 0 0,0-1 1 0 0,0 1-1 0 0,0-1 1 0 0,0 0-1 0 0,1 0 1 0 0,-1-1-1 0 0,0 0 1 0 0,0 0-1 0 0,7-2 1 0 0,-2-1 141 0 0,0 0-1 0 0,-1 0 1 0 0,1-1-1 0 0,-1 0 1 0 0,0-1 0 0 0,0 0-1 0 0,0-1 1 0 0,-1 0 0 0 0,15-14-1 0 0,-14 9-54 0 0,1 0 0 0 0,-1-1 0 0 0,-1 0-1 0 0,0-1 1 0 0,-1 1 0 0 0,10-24 0 0 0,-9 14-58 0 0,-1 1 1 0 0,-2-1 0 0 0,0-1 0 0 0,-1 0-1 0 0,-1 1 1 0 0,-1-1 0 0 0,-2 0-1 0 0,0-1 1 0 0,-4-34 0 0 0,1 41-35 0 0,-1 1 0 0 0,-1-1 0 0 0,0 1 0 0 0,-2 0 0 0 0,-13-30 0 0 0,16 40-83 0 0,0 0 0 0 0,-1 0 1 0 0,0 1-1 0 0,-1-1 0 0 0,1 1 0 0 0,-1 0 1 0 0,-1 0-1 0 0,1 0 0 0 0,-1 1 1 0 0,0 0-1 0 0,0 0 0 0 0,0 1 0 0 0,-1-1 1 0 0,0 1-1 0 0,-11-5 0 0 0,14 8-180 0 0,-1 0 0 0 0,1 0 0 0 0,0 0-1 0 0,0 1 1 0 0,0-1 0 0 0,0 1 0 0 0,0 0 0 0 0,-1 0-1 0 0,1 1 1 0 0,0-1 0 0 0,0 1 0 0 0,0 0 0 0 0,0 0-1 0 0,0 0 1 0 0,0 1 0 0 0,0-1 0 0 0,0 1 0 0 0,0 0-1 0 0,1 0 1 0 0,-1 0 0 0 0,1 1 0 0 0,0-1-1 0 0,-1 1 1 0 0,1 0 0 0 0,0 0 0 0 0,-3 4 0 0 0,-7 9-2113 0 0,2 0 0 0 0,0 0 0 0 0,0 1 0 0 0,-9 21 0 0 0,20-37 2134 0 0,-14 24-6471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17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54 276 872 0 0,'3'-16'5249'0'0,"1"-12"3279"0"0,-5 7-2482 0 0,-2 24-5998 0 0,0 0 1 0 0,0 1-1 0 0,1-1 0 0 0,-1 1 0 0 0,1 0 0 0 0,0 0 1 0 0,0-1-1 0 0,0 1 0 0 0,1 0 0 0 0,-3 7 0 0 0,-10 49 445 0 0,10-41-220 0 0,-1 6-11 0 0,1 0 1 0 0,1 0 0 0 0,1 0-1 0 0,1 0 1 0 0,2 0 0 0 0,0 0 0 0 0,8 39-1 0 0,-9-61-221 0 0,1 0 0 0 0,-1 0 0 0 0,1 0 0 0 0,0 0 0 0 0,0 0 0 0 0,1 0 0 0 0,-1 0 0 0 0,1-1 1 0 0,-1 1-1 0 0,1 0 0 0 0,0-1 0 0 0,0 1 0 0 0,0-1 0 0 0,0 0 0 0 0,0 0 0 0 0,0 0 0 0 0,1 0 0 0 0,4 3 0 0 0,-3-3 7 0 0,0-1-1 0 0,0 1 1 0 0,0-1 0 0 0,0 0 0 0 0,0 0-1 0 0,0 0 1 0 0,0-1 0 0 0,0 0 0 0 0,0 1 0 0 0,0-1-1 0 0,1-1 1 0 0,5 0 0 0 0,2-2 112 0 0,0 1 1 0 0,0-2 0 0 0,-1 0-1 0 0,0 0 1 0 0,1-1-1 0 0,-2-1 1 0 0,1 0-1 0 0,17-12 1 0 0,-13 5-41 0 0,0-1-1 0 0,-1 0 1 0 0,-1-1 0 0 0,0-1-1 0 0,-2 0 1 0 0,1 0 0 0 0,-2-2-1 0 0,0 1 1 0 0,-1-1 0 0 0,-1 0 0 0 0,0-1-1 0 0,-2 0 1 0 0,0 0 0 0 0,-1 0-1 0 0,-1-1 1 0 0,-1 0 0 0 0,-1 1-1 0 0,0-1 1 0 0,-1 0 0 0 0,-2 0 0 0 0,0 0-1 0 0,-1 0 1 0 0,-5-20 0 0 0,4 28-93 0 0,0 1 1 0 0,-1-1-1 0 0,-1 1 0 0 0,-10-18 1 0 0,12 24-140 0 0,0 0 0 0 0,0 0 0 0 0,-1 0 0 0 0,0 0 1 0 0,0 1-1 0 0,0-1 0 0 0,-1 1 0 0 0,0 0 0 0 0,1 0 0 0 0,-11-5 0 0 0,13 8-62 0 0,0 1-1 0 0,0-1 1 0 0,0 1-1 0 0,0-1 1 0 0,0 1-1 0 0,0 0 1 0 0,0 0-1 0 0,0 0 1 0 0,0 0-1 0 0,-1 0 1 0 0,1 0-1 0 0,0 0 1 0 0,0 1-1 0 0,0-1 1 0 0,0 1-1 0 0,0 0 1 0 0,0 0 0 0 0,-2 1-1 0 0,-1 0-377 0 0,1 0 1 0 0,0 1-1 0 0,-1 0 1 0 0,1 0-1 0 0,0 0 1 0 0,-6 7-1 0 0,0 2-2159 0 0,-18 25-1 0 0,8-1-3880 0 0,11-15-530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18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62 208 0 0,'4'-13'11792'0'0,"-4"12"-11108"0"0,0-1-1 0 0,0 0 1 0 0,-1 0-1 0 0,1 0 1 0 0,0 0-1 0 0,-1 1 1 0 0,1-1-1 0 0,-1 0 1 0 0,1 0-1 0 0,-1 1 1 0 0,-2-4 622 0 0,3 5-1217 0 0,0 0 0 0 0,-1-1 0 0 0,1 1 0 0 0,0 0 0 0 0,0 0 0 0 0,-1 0 0 0 0,1 0 0 0 0,0 0 0 0 0,0 0 0 0 0,-1 0 0 0 0,1 0 0 0 0,0 0 0 0 0,0 0 0 0 0,-1 0 0 0 0,1 0 0 0 0,0 0 0 0 0,0 0 0 0 0,0 0 0 0 0,-1 0 0 0 0,1 0 0 0 0,0 0 0 0 0,0 0 0 0 0,-1 0 0 0 0,1 0 0 0 0,0 1 0 0 0,-13 12-12 0 0,-1 12-16 0 0,0 1-1 0 0,2 0 0 0 0,1 0 1 0 0,1 1-1 0 0,1 1 1 0 0,1 0-1 0 0,2 0 1 0 0,1 0-1 0 0,1 0 1 0 0,1 1-1 0 0,3 55 1 0 0,0-74-14 0 0,2-1 0 0 0,-1 1 0 0 0,1-1 0 0 0,1 1 0 0 0,0-1 0 0 0,0 0 0 0 0,1 0 0 0 0,0 0 0 0 0,8 11 1 0 0,-10-16 3 0 0,1 0 1 0 0,0-1 0 0 0,0 1-1 0 0,1-1 1 0 0,-1 0 0 0 0,1 0-1 0 0,0 0 1 0 0,0 0-1 0 0,0 0 1 0 0,0-1 0 0 0,0 0-1 0 0,0 0 1 0 0,1 0 0 0 0,-1-1-1 0 0,0 1 1 0 0,1-1 0 0 0,0 0-1 0 0,-1 0 1 0 0,1-1 0 0 0,0 1-1 0 0,5-1 1 0 0,2 0 198 0 0,1-1-1 0 0,-1 0 1 0 0,0-1 0 0 0,0 0-1 0 0,0-1 1 0 0,0-1 0 0 0,-1 1-1 0 0,1-2 1 0 0,-1 0 0 0 0,0 0-1 0 0,21-14 1 0 0,-24 13-70 0 0,0 0 0 0 0,0-1 0 0 0,0 0-1 0 0,-1-1 1 0 0,0 0 0 0 0,-1 0 0 0 0,0 0 0 0 0,0-1 0 0 0,0 1 0 0 0,-1-1-1 0 0,-1-1 1 0 0,1 1 0 0 0,-2-1 0 0 0,5-15 0 0 0,-4 10-149 0 0,-1-1-1 0 0,-1-1 1 0 0,0 1-1 0 0,-1 0 1 0 0,-1 0 0 0 0,-1-1-1 0 0,0 1 1 0 0,-1 0 0 0 0,0 0-1 0 0,-6-18 1 0 0,4 23-71 0 0,1 1 0 0 0,-1 0 1 0 0,-1 0-1 0 0,0 0 0 0 0,0 0 0 0 0,-1 1 1 0 0,0 0-1 0 0,-1 0 0 0 0,0 0 0 0 0,0 1 0 0 0,-1 0 1 0 0,0 1-1 0 0,-1 0 0 0 0,1 0 0 0 0,-19-11 1 0 0,14 12-433 0 0,-1 0 0 0 0,1 0 0 0 0,-1 2 0 0 0,0 0 0 0 0,-1 0 0 0 0,1 1 0 0 0,-1 1 0 0 0,1 1 0 0 0,-1 0 1 0 0,0 0-1 0 0,-20 3 0 0 0,-6 3-3824 0 0,0 2 0 0 0,-72 21 1 0 0,35-5-5695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49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165 187 1168 0 0,'-8'6'7857'0'0,"-9"-3"-1404"0"0,-2-6-4015 0 0,-21-13-3222 0 0,15 5 1221 0 0,-25-8-442 0 0,50 19 4 0 0,0 0 1 0 0,0 0-1 0 0,-1 0 0 0 0,1 0 0 0 0,0 0 0 0 0,0 0 1 0 0,0 0-1 0 0,-1 0 0 0 0,1 0 0 0 0,0 0 0 0 0,0 0 1 0 0,0-1-1 0 0,-1 1 0 0 0,1 0 0 0 0,0 0 0 0 0,0 0 1 0 0,0 0-1 0 0,0 0 0 0 0,-1 0 0 0 0,1-1 0 0 0,0 1 1 0 0,0 0-1 0 0,0 0 0 0 0,0 0 0 0 0,0 0 0 0 0,0-1 1 0 0,-1 1-1 0 0,1 0 0 0 0,0 0 0 0 0,0 0 0 0 0,0 0 1 0 0,0-1-1 0 0,0 1 0 0 0,0 0 0 0 0,0 0 0 0 0,0 0 1 0 0,0-1-1 0 0,0 1 0 0 0,9-4-4 0 0,27-2 19 0 0,-22 4-28 0 0,127-22 37 0 0,148-34 8 0 0,-270 52-17 0 0,-1 2 22 0 0,0-2 1 0 0,31-14-1 0 0,-49 20-28 0 0,0 0-1 0 0,1 0 1 0 0,-1 0-1 0 0,0 0 1 0 0,0 0 0 0 0,0 0-1 0 0,1 0 1 0 0,-1-1 0 0 0,0 1-1 0 0,0 0 1 0 0,0 0-1 0 0,0 0 1 0 0,1 0 0 0 0,-1 0-1 0 0,0 0 1 0 0,0-1 0 0 0,0 1-1 0 0,0 0 1 0 0,0 0-1 0 0,1 0 1 0 0,-1-1 0 0 0,0 1-1 0 0,0 0 1 0 0,0 0 0 0 0,0 0-1 0 0,0 0 1 0 0,0-1-1 0 0,0 1 1 0 0,0 0 0 0 0,0 0-1 0 0,0-1 1 0 0,0 1 0 0 0,0 0-1 0 0,0 0 1 0 0,0 0-1 0 0,0-1 1 0 0,0 1 0 0 0,0 0-1 0 0,0 0 1 0 0,0 0 0 0 0,0-1-1 0 0,0 1 1 0 0,0 0-1 0 0,0 0 1 0 0,-1 0 0 0 0,1-1-1 0 0,0 1 1 0 0,0 0 0 0 0,0 0-1 0 0,0 0 1 0 0,0 0-1 0 0,-1 0 1 0 0,1-1 0 0 0,0 1-1 0 0,0 0 1 0 0,0 0 0 0 0,0 0-1 0 0,-1 0 1 0 0,1 0-1 0 0,0 0 1 0 0,-1-1 21 0 0,0 1 0 0 0,0 0 0 0 0,1-1 0 0 0,-1 1-1 0 0,0 0 1 0 0,0 0 0 0 0,0 0 0 0 0,0 0 0 0 0,1 0 0 0 0,-1 0 0 0 0,0 0 0 0 0,0 0-1 0 0,0 0 1 0 0,1 0 0 0 0,-1 0 0 0 0,0 0 0 0 0,0 1 0 0 0,0-1 0 0 0,1 0 0 0 0,-2 1-1 0 0,-4 3 22 0 0,1 0 0 0 0,0 0 0 0 0,0 0 0 0 0,1 1 0 0 0,-1-1 0 0 0,1 1-1 0 0,0 0 1 0 0,1 1 0 0 0,-1-1 0 0 0,1 1 0 0 0,0-1 0 0 0,-4 12 0 0 0,-3 9 69 0 0,-10 46 1 0 0,13-46-64 0 0,-25 123 128 0 0,-17 189 0 0 0,37-134-2896 0 0,9-113-6783 0 0,2-74 4018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8:55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30 836 0 0,'29'-29'26111'0'0,"-21"43"-21614"0"0,3 38-6102 0 0,-9-38 3222 0 0,15 144-569 0 0,-11-85-785 0 0,0 1-263 0 0,18 148 0 0 0,-18-166 0 0 0,-4-41 0 0 0,-1-5 0 0 0,0-1 0 0 0,0-2 0 0 0,-1-12-10 0 0,0 3-388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01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44 143 1884 0 0,'-18'10'13429'0'0,"17"-11"-13181"0"0,-1 1 0 0 0,1-1 1 0 0,-1 0-1 0 0,1 1 0 0 0,0-1 1 0 0,-1 0-1 0 0,1 0 0 0 0,0 1 1 0 0,-1-1-1 0 0,-1-2 0 0 0,2 1 320 0 0,0 1-404 0 0,0-1-1 0 0,0 1 1 0 0,0-1 0 0 0,1 0-1 0 0,-1 1 1 0 0,1-1-1 0 0,-1 0 1 0 0,1 1-1 0 0,-1-1 1 0 0,1 0-1 0 0,0 1 1 0 0,0-1-1 0 0,0 0 1 0 0,0 0 0 0 0,0 1-1 0 0,0-4 1 0 0,1 2-97 0 0,0-1 0 0 0,0 0 0 0 0,0 1 0 0 0,1-1 0 0 0,-1 1 0 0 0,1 0 0 0 0,-1-1 0 0 0,1 1 0 0 0,0 0-1 0 0,1 0 1 0 0,-1 0 0 0 0,0 0 0 0 0,4-3 0 0 0,0 1-18 0 0,1 0 0 0 0,-1 0 0 0 0,1 1 0 0 0,-1-1 0 0 0,1 2-1 0 0,8-4 1 0 0,-2 1-32 0 0,0 2 0 0 0,1 0 0 0 0,0 0 0 0 0,-1 1 0 0 0,1 1 0 0 0,25-1 0 0 0,-33 2-13 0 0,1 1 0 0 0,-1 1 0 0 0,0-1 0 0 0,0 1 0 0 0,1 1 0 0 0,-1-1-1 0 0,0 1 1 0 0,0 0 0 0 0,0 0 0 0 0,0 0 0 0 0,-1 1 0 0 0,1 0 0 0 0,6 5 0 0 0,-9-6-3 0 0,-1 1 0 0 0,1-1 0 0 0,-1 1 0 0 0,0 0 0 0 0,0 0 0 0 0,0-1 1 0 0,0 1-1 0 0,0 1 0 0 0,-1-1 0 0 0,1 0 0 0 0,-1 0 0 0 0,0 0 0 0 0,0 1 1 0 0,0-1-1 0 0,-1 1 0 0 0,1-1 0 0 0,-1 0 0 0 0,0 1 0 0 0,1-1 0 0 0,-2 1 1 0 0,1-1-1 0 0,0 1 0 0 0,-1-1 0 0 0,-1 6 0 0 0,-4 13 75 0 0,-2 0 0 0 0,-1 0 0 0 0,0-1 0 0 0,-1 0 0 0 0,-22 31 0 0 0,7-11 246 0 0,24-39-224 0 0,1 0 38 0 0,0-2-128 0 0,0 1-1 0 0,0-1 1 0 0,0 0 0 0 0,0 0 0 0 0,0 0-1 0 0,0 1 1 0 0,0-1 0 0 0,0 0-1 0 0,0 0 1 0 0,0 1 0 0 0,0-1 0 0 0,0 0-1 0 0,0 0 1 0 0,0 0 0 0 0,0 1-1 0 0,0-1 1 0 0,0 0 0 0 0,0 0 0 0 0,0 0-1 0 0,0 1 1 0 0,0-1 0 0 0,0 0-1 0 0,0 0 1 0 0,1 0 0 0 0,-1 1-1 0 0,0-1 1 0 0,0 0 0 0 0,0 0 0 0 0,0 0-1 0 0,0 0 1 0 0,1 0 0 0 0,-1 1-1 0 0,0-1 1 0 0,35 4 345 0 0,-19-3-109 0 0,-1 1 0 0 0,1 0 0 0 0,-1 1 0 0 0,0 1 0 0 0,0 0-1 0 0,24 11 1 0 0,-30-11-82 0 0,-1 1-1 0 0,0 0 0 0 0,0 0 1 0 0,0 1-1 0 0,11 11 0 0 0,-17-15-53 0 0,0 1-1 0 0,0-1 0 0 0,0 1 0 0 0,0-1 1 0 0,-1 1-1 0 0,1 0 0 0 0,-1 0 0 0 0,0 0 1 0 0,0 0-1 0 0,0 0 0 0 0,0 0 0 0 0,0 0 1 0 0,-1 0-1 0 0,1 0 0 0 0,-1 1 0 0 0,0-1 1 0 0,0 0-1 0 0,0 0 0 0 0,0 0 0 0 0,-2 6 1 0 0,1-2 11 0 0,-1 0 1 0 0,0 0-1 0 0,-1 0 0 0 0,0 0 1 0 0,0 0-1 0 0,0-1 1 0 0,-1 1-1 0 0,0-1 1 0 0,0 0-1 0 0,-1 0 1 0 0,1-1-1 0 0,-1 1 0 0 0,0-1 1 0 0,-1 0-1 0 0,0 0 1 0 0,1-1-1 0 0,-1 1 1 0 0,-1-1-1 0 0,1-1 1 0 0,-1 1-1 0 0,1-1 0 0 0,-1 0 1 0 0,-12 3-1 0 0,5-3-231 0 0,1 0-1 0 0,0-1 0 0 0,-1 0 1 0 0,1-1-1 0 0,-1 0 0 0 0,1-1 0 0 0,-1-1 1 0 0,0 0-1 0 0,1-1 0 0 0,0-1 1 0 0,-1 0-1 0 0,-13-5 0 0 0,-39-19-7522 0 0,24 5-5152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04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38 864 0 0,'0'0'19466'0'0,"3"-10"-19175"0"0,7 5-217 0 0,-4 2-62 0 0,-1 0 1 0 0,1 0-1 0 0,0 0 0 0 0,0 1 1 0 0,0 0-1 0 0,1 0 0 0 0,-1 1 1 0 0,0 0-1 0 0,1 0 1 0 0,-1 0-1 0 0,8 1 0 0 0,-5 0-11 0 0,0 0 0 0 0,-1 1 0 0 0,1 0 0 0 0,0 0 1 0 0,0 1-1 0 0,-1 0 0 0 0,1 1 0 0 0,-1-1 0 0 0,1 2 0 0 0,-1-1 0 0 0,0 1 0 0 0,-1 0 0 0 0,1 1 0 0 0,-1 0 0 0 0,12 10 0 0 0,-14-10 2 0 0,-1-1 1 0 0,1 1-1 0 0,-1-1 0 0 0,-1 1 0 0 0,1 1 0 0 0,-1-1 0 0 0,0 0 1 0 0,0 1-1 0 0,0 0 0 0 0,-1-1 0 0 0,0 1 0 0 0,0 0 1 0 0,-1 0-1 0 0,1 0 0 0 0,-1 1 0 0 0,-1-1 0 0 0,1 0 0 0 0,-1 0 1 0 0,0 0-1 0 0,0 1 0 0 0,-1-1 0 0 0,0 0 0 0 0,-2 7 1 0 0,-3 9 14 0 0,-1-1 0 0 0,-1 1-1 0 0,-1-1 1 0 0,0-1 0 0 0,-26 39 0 0 0,-76 85 1477 0 0,105-137-1352 0 0,-42 53 1991 0 0,47-59-2003 0 0,1 0-114 0 0,0-1 0 0 0,0 0 0 0 0,0 1 1 0 0,0-1-1 0 0,0 1 0 0 0,0-1 0 0 0,0 0 0 0 0,0 1 0 0 0,0-1 1 0 0,1 0-1 0 0,-1 1 0 0 0,0-1 0 0 0,0 0 0 0 0,0 1 0 0 0,1-1 0 0 0,-1 0 1 0 0,0 1-1 0 0,0-1 0 0 0,1 0 0 0 0,-1 0 0 0 0,0 1 0 0 0,1-1 1 0 0,-1 0-1 0 0,0 0 0 0 0,1 1 0 0 0,-1-1 0 0 0,0 0 0 0 0,1 0 1 0 0,-1 0-1 0 0,1 0 0 0 0,18 2 205 0 0,25-8-151 0 0,-36 5-19 0 0,132-23 80 0 0,175-23-475 0 0,-313 46-35 0 0,1 1-221 0 0,14 1-1818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04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82 1012 0 0,'-14'-25'9438'0'0,"13"25"-9392"0"0,-4-5 1436 0 0,0-1 0 0 0,-1 1 0 0 0,0 1 0 0 0,-7-6 0 0 0,11 9-1238 0 0,-1 2-48 0 0,-1 1-159 0 0,-1 0-1 0 0,1 0 0 0 0,0 0 0 0 0,0 1 1 0 0,0 0-1 0 0,0 0 0 0 0,1 0 0 0 0,-1 0 1 0 0,1 0-1 0 0,0 1 0 0 0,-1-1 0 0 0,2 1 0 0 0,-1 0 1 0 0,0 0-1 0 0,1 0 0 0 0,0 1 0 0 0,-3 5 1 0 0,-5 13 5 0 0,1-1 0 0 0,-6 26-1 0 0,10-31 7 0 0,1 0-1 0 0,1 0 1 0 0,0 0-1 0 0,2 1 1 0 0,-1-1-1 0 0,2 0 1 0 0,1 1-1 0 0,4 33 1 0 0,-4-45-14 0 0,1 0 0 0 0,0 1 0 0 0,0-1 0 0 0,0 0 1 0 0,0-1-1 0 0,1 1 0 0 0,0 0 0 0 0,0-1 0 0 0,1 1 0 0 0,0-1 1 0 0,0 0-1 0 0,0 0 0 0 0,0-1 0 0 0,1 1 0 0 0,-1-1 0 0 0,1 0 1 0 0,1 0-1 0 0,-1 0 0 0 0,0-1 0 0 0,1 0 0 0 0,-1 0 1 0 0,1 0-1 0 0,0-1 0 0 0,0 0 0 0 0,0 0 0 0 0,1-1 0 0 0,8 2 1 0 0,-3-2 7 0 0,1 0 0 0 0,-1-1 1 0 0,0 0-1 0 0,0-1 1 0 0,0 0-1 0 0,0-1 0 0 0,0 0 1 0 0,0-1-1 0 0,-1-1 1 0 0,1 0-1 0 0,-1 0 0 0 0,0-1 1 0 0,0-1-1 0 0,0 1 1 0 0,-1-2-1 0 0,0 0 0 0 0,0 0 1 0 0,10-10-1 0 0,-11 9-22 0 0,-1 0 0 0 0,0 0 0 0 0,0-1 1 0 0,-1 0-1 0 0,0-1 0 0 0,-1 0 0 0 0,0 0 0 0 0,0 0 0 0 0,-1 0 0 0 0,0-1 0 0 0,-1 0 0 0 0,-1 0 0 0 0,1 0 0 0 0,-2-1 1 0 0,1 1-1 0 0,-2-1 0 0 0,0 1 0 0 0,0-1 0 0 0,-1-12 0 0 0,-1 15-12 0 0,0 0 0 0 0,-1 0 0 0 0,0 0 0 0 0,-1 1 0 0 0,0-1 0 0 0,0 1 0 0 0,-1 0 0 0 0,0 0 0 0 0,0 0 0 0 0,0 0 0 0 0,-1 1 1 0 0,-1 0-1 0 0,1 0 0 0 0,-1 0 0 0 0,0 0 0 0 0,-1 1 0 0 0,0 0 0 0 0,0 1 0 0 0,-13-9 0 0 0,8 7-28 0 0,1 1-1 0 0,-1 1 1 0 0,0 0 0 0 0,0 0-1 0 0,0 1 1 0 0,-1 1-1 0 0,1 0 1 0 0,-1 1 0 0 0,0 0-1 0 0,0 1 1 0 0,1 1 0 0 0,-1 0-1 0 0,-16 2 1 0 0,25-2-228 0 0,0 1-1 0 0,0 0 1 0 0,-1 0 0 0 0,1 1-1 0 0,0-1 1 0 0,0 1 0 0 0,0 0 0 0 0,-5 3-1 0 0,8-4 80 0 0,0-1-1 0 0,0 1 1 0 0,0 0 0 0 0,0-1-1 0 0,0 1 1 0 0,0 0 0 0 0,0 0-1 0 0,1-1 1 0 0,-1 1 0 0 0,0 0-1 0 0,1 0 1 0 0,-1 0-1 0 0,1 0 1 0 0,-1 0 0 0 0,1 0-1 0 0,-1 0 1 0 0,1 0 0 0 0,-1 0-1 0 0,1 0 1 0 0,0 0-1 0 0,0 0 1 0 0,0 1 0 0 0,0-1-1 0 0,-1 0 1 0 0,1 0 0 0 0,1 0-1 0 0,-1 0 1 0 0,0 0-1 0 0,0 0 1 0 0,0 0 0 0 0,1 1-1 0 0,-1-1 1 0 0,0 0 0 0 0,1 0-1 0 0,-1 0 1 0 0,2 1 0 0 0,-2-1-265 0 0,1 1 1 0 0,0-1 0 0 0,0 0 0 0 0,1 0 0 0 0,-1 0 0 0 0,0 0 0 0 0,0 0 0 0 0,0 0 0 0 0,1-1 0 0 0,2 2-1 0 0,-1 0-615 0 0,8 6-3824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05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1072 0 0,'21'-40'22778'0'0,"-21"39"-22660"0"0,2 23 2283 0 0,-1 42-1955 0 0,-2-50 418 0 0,-7 431 1886 0 0,8-429-3232 0 0,-1 45-1502 0 0,0-41-3503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06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76 123 1292 0 0,'-5'-4'915'0'0,"1"0"1"0"0,0 0-1 0 0,0-1 0 0 0,0 0 0 0 0,0 1 0 0 0,1-1 1 0 0,-5-10-1 0 0,-16-40 4013 0 0,20 46-3519 0 0,3 7-995 0 0,1 2-353 0 0,0-1-1 0 0,0 1 1 0 0,0-1-1 0 0,0 1 1 0 0,0 0-1 0 0,0-1 1 0 0,0 1-1 0 0,0-1 1 0 0,-1 1-1 0 0,1 0 1 0 0,0-1-1 0 0,0 1 1 0 0,0-1-1 0 0,-1 1 1 0 0,1 0-1 0 0,0-1 1 0 0,0 1-1 0 0,-1 0 1 0 0,1-1-1 0 0,0 1 1 0 0,-1 0-1 0 0,1 0 1 0 0,0-1 0 0 0,-1 1-1 0 0,1 0 1 0 0,-1 0-1 0 0,1 0 1 0 0,0 0-1 0 0,-1-1 1 0 0,1 1-1 0 0,-1 0 1 0 0,1 0-1 0 0,-1 0 1 0 0,-1 16 336 0 0,7 28-417 0 0,23 290 956 0 0,-22-230-2100 0 0,0-69-2063 0 0,-6-33 2720 0 0,1-1 0 0 0,0 1 0 0 0,-1-1 0 0 0,1 1 0 0 0,0-1 0 0 0,0 0 0 0 0,0 1 0 0 0,0-1 0 0 0,0 0 0 0 0,0 0 0 0 0,3 3-507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07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68 536 0 0,'2'-16'18868'0'0,"-24"62"-18364"0"0,2 1 0 0 0,-20 72 0 0 0,33-93-431 0 0,1 0 1 0 0,1 0 0 0 0,1 1-1 0 0,2-1 1 0 0,1 1 0 0 0,3 42-1 0 0,-2-61-41 0 0,2 0 0 0 0,-1 0 0 0 0,1 0-1 0 0,1-1 1 0 0,-1 1 0 0 0,1-1 0 0 0,0 0-1 0 0,1 0 1 0 0,0 0 0 0 0,0 0-1 0 0,0-1 1 0 0,1 1 0 0 0,0-1 0 0 0,8 7-1 0 0,-9-8 2 0 0,1-1 0 0 0,1-1 0 0 0,-1 1 0 0 0,0-1 0 0 0,1 0 0 0 0,0 0 0 0 0,0 0-1 0 0,0-1 1 0 0,0 0 0 0 0,0 0 0 0 0,0-1 0 0 0,0 0 0 0 0,1 0 0 0 0,-1 0 0 0 0,0-1-1 0 0,1 1 1 0 0,-1-2 0 0 0,8 0 0 0 0,-2-1 43 0 0,0-1 1 0 0,0 0-1 0 0,0 0 0 0 0,-1-1 0 0 0,1-1 1 0 0,-1 0-1 0 0,0-1 0 0 0,0 0 0 0 0,-1 0 1 0 0,0-1-1 0 0,0 0 0 0 0,-1-1 0 0 0,1 0 1 0 0,-2-1-1 0 0,1 0 0 0 0,-1 0 0 0 0,-1-1 1 0 0,0 0-1 0 0,0 0 0 0 0,-1-1 0 0 0,0 0 1 0 0,-1 0-1 0 0,0 0 0 0 0,4-14 0 0 0,-5 13-36 0 0,0-1 0 0 0,-1 1-1 0 0,-1-1 1 0 0,0 0 0 0 0,0 0-1 0 0,-2 0 1 0 0,1 0-1 0 0,-2 0 1 0 0,0 0 0 0 0,0 1-1 0 0,-1-1 1 0 0,0 0-1 0 0,-2 0 1 0 0,1 1 0 0 0,-1 0-1 0 0,-1 0 1 0 0,0 0 0 0 0,-1 0-1 0 0,0 1 1 0 0,-1-1-1 0 0,0 2 1 0 0,-16-19 0 0 0,7 14-37 0 0,-1 0 0 0 0,0 1 0 0 0,0 1 0 0 0,-2 1-1 0 0,0 0 1 0 0,-38-17 0 0 0,32 19-1258 0 0,-28-8-1 0 0,51 17 902 0 0,-1 0 1 0 0,1 1 0 0 0,0 0-1 0 0,0-1 1 0 0,-1 1-1 0 0,1 0 1 0 0,0 0-1 0 0,-4 0 1 0 0,5 1 174 0 0,1-1 1 0 0,-1 0-1 0 0,0 0 1 0 0,1 0-1 0 0,-1 0 0 0 0,1 1 1 0 0,-1-1-1 0 0,1 0 1 0 0,-1 1-1 0 0,1-1 0 0 0,-1 0 1 0 0,1 1-1 0 0,-1-1 1 0 0,1 1-1 0 0,-1-1 1 0 0,1 0-1 0 0,0 1 0 0 0,-1-1 1 0 0,1 1-1 0 0,0-1 1 0 0,-1 1-1 0 0,1-1 0 0 0,0 1 1 0 0,0 0-1 0 0,0-1 1 0 0,-1 1-1 0 0,1 0 0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07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1704 0 0,'4'-24'25570'0'0,"-2"42"-24823"0"0,14 199 3050 0 0,-8-65-3248 0 0,-6-127-852 0 0,5 40-2579 0 0,0-24-5576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08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7 1492 0 0,'-38'22'17226'0'0,"40"-21"-17039"0"0,1 0-1 0 0,-1 0 0 0 0,0-1 0 0 0,0 1 0 0 0,1-1 0 0 0,-1 0 0 0 0,0 0 1 0 0,1 0-1 0 0,-1 0 0 0 0,0 0 0 0 0,4 0 0 0 0,-4-1-139 0 0,345-26 2635 0 0,-262 22-2587 0 0,-81 6-78 0 0,1 0 1 0 0,0 0 0 0 0,-1 0 0 0 0,1 0 0 0 0,-1 0 0 0 0,1 1 0 0 0,-1 0 0 0 0,0 0 0 0 0,1 0 0 0 0,-1 1 0 0 0,5 3 0 0 0,-1 1 197 0 0,0 1 1 0 0,0 0 0 0 0,-1 0-1 0 0,0 1 1 0 0,0 0 0 0 0,-1 0-1 0 0,0 0 1 0 0,-1 1-1 0 0,0 0 1 0 0,5 12 0 0 0,5 19 436 0 0,11 49 1 0 0,-26-90-648 0 0,29 134 1266 0 0,18 217 0 0 0,-39-270-1109 0 0,15 204 614 0 0,-6-55-135 0 0,30 357-445 0 0,9 93 456 0 0,29 729-527 0 0,-67-934-125 0 0,8-31 0 0 0,-19-353 0 0 0,-7-76 0 0 0,1-1 0 0 0,0-1 0 0 0,-1-1 0 0 0,-1-1 0 0 0,0-1 0 0 0,-4-3 0 0 0,-5-3 0 0 0,-26-1 0 0 0,1-1 0 0 0,-62-5 0 0 0,41 0 0 0 0,-54-3-1146 0 0,2-4-1 0 0,-1-5 1 0 0,-126-35-1 0 0,149 23-3728 0 0,31 1-4272 0 0,24 4-2608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09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0 584 0 0,'-37'44'18121'0'0,"40"-41"-17803"0"0,-3-3-312 0 0,1 1 0 0 0,-1-1 0 0 0,0 0 1 0 0,0 0-1 0 0,0 0 0 0 0,0 1 1 0 0,0-1-1 0 0,0 0 0 0 0,1 0 0 0 0,-1 0 1 0 0,0 1-1 0 0,0-1 0 0 0,0 0 0 0 0,1 0 1 0 0,-1 0-1 0 0,0 0 0 0 0,0 1 1 0 0,1-1-1 0 0,-1 0 0 0 0,0 0 0 0 0,0 0 1 0 0,1 0-1 0 0,-1 0 0 0 0,0 0 0 0 0,0 0 1 0 0,1 0-1 0 0,-1 0 0 0 0,0 0 1 0 0,0 0-1 0 0,1 0 0 0 0,-1 0 0 0 0,0 0 1 0 0,0 0-1 0 0,1 0 0 0 0,-1 0 0 0 0,43-5 115 0 0,40-3-125 0 0,-73 7-1058 0 0,0 1 0 0 0,-1 1 0 0 0,1 0 0 0 0,0 0 0 0 0,-1 1 1 0 0,13 4-1 0 0,-12-1-2863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09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34 1292 0 0,'-12'18'5281'0'0,"-15"30"0"0"0,27-47-5227 0 0,0-1 0 0 0,0 1 1 0 0,0-1-1 0 0,0 1 0 0 0,0-1 0 0 0,0 1 1 0 0,0-1-1 0 0,0 0 0 0 0,0 1 0 0 0,0-1 1 0 0,0 1-1 0 0,1-1 0 0 0,-1 1 0 0 0,0-1 1 0 0,0 0-1 0 0,0 1 0 0 0,1-1 0 0 0,-1 1 1 0 0,0-1-1 0 0,0 0 0 0 0,1 1 1 0 0,-1-1-1 0 0,0 0 0 0 0,1 1 0 0 0,-1-1 1 0 0,0 0-1 0 0,1 0 0 0 0,-1 1 0 0 0,0-1 1 0 0,1 0-1 0 0,-1 0 0 0 0,1 0 0 0 0,-1 0 1 0 0,1 1-1 0 0,-1-1 0 0 0,0 0 0 0 0,1 0 1 0 0,-1 0-1 0 0,1 0 0 0 0,-1 0 1 0 0,1 0-1 0 0,-1 0 0 0 0,0 0 0 0 0,2 0 1 0 0,22 0 690 0 0,21-6-657 0 0,86-23 0 0 0,40-28-7674 0 0,-116 36 2359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10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47 2212 0 0,'24'-29'14597'0'0,"-35"16"-13134"0"0,10 12-1321 0 0,-30-2 234 0 0,25 3-361 0 0,-1 0 0 0 0,0 0 0 0 0,1 0 0 0 0,-1 1 0 0 0,1 0 0 0 0,-1 1 0 0 0,1-1 0 0 0,0 1 1 0 0,-9 4-1 0 0,-15 4-16 0 0,21-7-6 0 0,0 1 1 0 0,0 0-1 0 0,0 0 1 0 0,0 1 0 0 0,1 0-1 0 0,0 0 1 0 0,0 1-1 0 0,0 0 1 0 0,1 1-1 0 0,-9 9 1 0 0,7-5 24 0 0,0 1 0 0 0,0 0 0 0 0,1 1 0 0 0,1 0 0 0 0,0 0 0 0 0,-6 16 0 0 0,1 7 298 0 0,1 1 0 0 0,2 1 1 0 0,2 0-1 0 0,-4 49 1 0 0,6 12 598 0 0,9 122 1 0 0,0-102-390 0 0,1 401 1215 0 0,-3-94-1353 0 0,5-73-236 0 0,3 297 20 0 0,-3-194 223 0 0,-2-265-211 0 0,25 471-92 0 0,3-262 361 0 0,-18-253-396 0 0,-14-131-58 0 0,2 0 1 0 0,0-1-1 0 0,8 26 1 0 0,13 8 140 0 0,-24-48-95 0 0,7 11 360 0 0,-4-10-339 0 0,0 1 1 0 0,0-1-1 0 0,0 0 1 0 0,1 0-1 0 0,-1-1 1 0 0,1 1-1 0 0,0-1 1 0 0,-1 1-1 0 0,1-1 1 0 0,0 0-1 0 0,0 0 0 0 0,0-1 1 0 0,-1 1-1 0 0,1-1 1 0 0,0 0-1 0 0,0 0 1 0 0,0 0-1 0 0,0-1 1 0 0,5-1-1 0 0,40-5-644 0 0,1-3-1 0 0,-2-1 0 0 0,69-27 0 0 0,-83 27-401 0 0,117-42-7139 0 0,-117 41 4075 0 0,37-13-6579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13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17 248 744 0 0,'-2'-40'10181'0'0,"2"39"-9934"0"0,1 0 0 0 0,-1 0-1 0 0,0 0 1 0 0,0 0 0 0 0,0 0 0 0 0,0 0 0 0 0,-1 0-1 0 0,1 0 1 0 0,0 0 0 0 0,0 0 0 0 0,-1 0 0 0 0,1 0-1 0 0,0 0 1 0 0,-1 0 0 0 0,1 0 0 0 0,-1 0 0 0 0,1 0-1 0 0,-8-8 3229 0 0,7 9-3456 0 0,1 1 1 0 0,0-1-1 0 0,0 0 0 0 0,-1 1 0 0 0,1-1 0 0 0,0 0 0 0 0,0 1 1 0 0,0-1-1 0 0,0 1 0 0 0,-1-1 0 0 0,1 1 0 0 0,0-1 0 0 0,0 0 0 0 0,0 1 1 0 0,0-1-1 0 0,0 1 0 0 0,0-1 0 0 0,0 1 0 0 0,0-1 0 0 0,0 0 1 0 0,0 1-1 0 0,0-1 0 0 0,0 1 0 0 0,1-1 0 0 0,-1 1 0 0 0,2 21 3 0 0,1 0 0 0 0,1 0 0 0 0,1-1 0 0 0,0 0 0 0 0,2 0 0 0 0,1 0-1 0 0,11 22 1 0 0,-15-36-14 0 0,0 0 0 0 0,1 0 0 0 0,0 0-1 0 0,0 0 1 0 0,1-1 0 0 0,0 0 0 0 0,0 0-1 0 0,0 0 1 0 0,11 6 0 0 0,-12-9 10 0 0,1 0-1 0 0,0 0 1 0 0,0 0 0 0 0,0-1 0 0 0,1 0-1 0 0,-1 0 1 0 0,0-1 0 0 0,1 0 0 0 0,-1 0 0 0 0,1 0-1 0 0,0-1 1 0 0,-1 0 0 0 0,11-1 0 0 0,-8 0 10 0 0,0 0 1 0 0,0-1-1 0 0,-1 0 1 0 0,1-1-1 0 0,-1 0 1 0 0,1 0 0 0 0,-1-1-1 0 0,0 0 1 0 0,0 0-1 0 0,-1-1 1 0 0,1 0-1 0 0,-1 0 1 0 0,0-1-1 0 0,0 0 1 0 0,-1 0-1 0 0,0-1 1 0 0,0 1-1 0 0,0-1 1 0 0,-1-1-1 0 0,6-9 1 0 0,-5 6 26 0 0,-1 0 1 0 0,0-1-1 0 0,-1 1 1 0 0,0-1-1 0 0,-1 0 1 0 0,-1 1-1 0 0,1-1 1 0 0,-2-1-1 0 0,0 1 0 0 0,0 0 1 0 0,-1 0-1 0 0,0-1 1 0 0,-1 1-1 0 0,-4-17 1 0 0,3 20-26 0 0,0 0 1 0 0,0 0-1 0 0,-1 0 1 0 0,-1 0-1 0 0,1 0 1 0 0,-1 1-1 0 0,-1 0 1 0 0,0 0 0 0 0,0 0-1 0 0,0 0 1 0 0,-1 1-1 0 0,0 0 1 0 0,-1 0-1 0 0,1 0 1 0 0,-1 1-1 0 0,-1 0 1 0 0,1 1-1 0 0,-1-1 1 0 0,0 1 0 0 0,0 1-1 0 0,-15-7 1 0 0,17 9-34 0 0,1 0 0 0 0,-1 0 1 0 0,1 1-1 0 0,-1-1 0 0 0,0 1 1 0 0,0 0-1 0 0,0 1 0 0 0,0 0 0 0 0,0 0 1 0 0,0 0-1 0 0,1 0 0 0 0,-1 1 1 0 0,0 0-1 0 0,0 0 0 0 0,0 1 1 0 0,1-1-1 0 0,-1 1 0 0 0,1 1 1 0 0,-1-1-1 0 0,1 1 0 0 0,0 0 0 0 0,0 0 1 0 0,0 0-1 0 0,-6 6 0 0 0,5-4-192 0 0,0 1 0 0 0,1 0 0 0 0,-1 0 0 0 0,1 0-1 0 0,1 0 1 0 0,-1 1 0 0 0,1 0 0 0 0,-6 12 0 0 0,8-14-355 0 0,1 0 1 0 0,-1 0 0 0 0,1-1-1 0 0,0 1 1 0 0,0 0-1 0 0,1 7 1 0 0,0-7-438 0 0,0-1-1 0 0,0 1 1 0 0,1-1 0 0 0,0 1-1 0 0,0-1 1 0 0,0 1-1 0 0,3 6 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14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0 105 820 0 0,'13'-40'17506'0'0,"-14"51"-16776"0"0,-2 23-524 0 0,2-1 0 0 0,1 1 0 0 0,1-1-1 0 0,2 1 1 0 0,1-1 0 0 0,14 51 0 0 0,-14-71-161 0 0,0 0 0 0 0,0 0 0 0 0,2 0 0 0 0,0-1 0 0 0,0 0 0 0 0,1 0 0 0 0,14 19 0 0 0,-17-27 33 0 0,0 1 1 0 0,1 0-1 0 0,-1-1 0 0 0,1 0 1 0 0,0 0-1 0 0,0 0 1 0 0,1 0-1 0 0,-1-1 1 0 0,1 0-1 0 0,-1 0 1 0 0,1-1-1 0 0,0 1 1 0 0,0-1-1 0 0,0-1 1 0 0,0 1-1 0 0,1-1 0 0 0,-1 0 1 0 0,11 0-1 0 0,-10 0 32 0 0,1-2 0 0 0,-1 1-1 0 0,1-1 1 0 0,-1 0 0 0 0,1 0-1 0 0,-1-1 1 0 0,0 0-1 0 0,1 0 1 0 0,-1-1 0 0 0,0 0-1 0 0,-1 0 1 0 0,1-1 0 0 0,0 0-1 0 0,-1 0 1 0 0,0 0-1 0 0,0-1 1 0 0,0 0 0 0 0,-1 0-1 0 0,0 0 1 0 0,0-1 0 0 0,0 0-1 0 0,0 0 1 0 0,-1 0-1 0 0,0-1 1 0 0,0 1 0 0 0,-1-1-1 0 0,0 0 1 0 0,0 0 0 0 0,0 0-1 0 0,-1 0 1 0 0,0-1-1 0 0,0-7 1 0 0,1-3-52 0 0,-1 0 0 0 0,-2-1 0 0 0,1 1 1 0 0,-2 0-1 0 0,-1-1 0 0 0,0 1 0 0 0,-7-24 0 0 0,6 27-44 0 0,-2 0 0 0 0,0 0-1 0 0,-1 1 1 0 0,0-1 0 0 0,-1 1 0 0 0,-1 1-1 0 0,0 0 1 0 0,-1 0 0 0 0,-10-12 0 0 0,13 19-4 0 0,-1-1 1 0 0,0 1 0 0 0,0 1-1 0 0,-1-1 1 0 0,1 1 0 0 0,-1 1-1 0 0,0-1 1 0 0,0 1-1 0 0,-1 1 1 0 0,1 0 0 0 0,-1 0-1 0 0,-15-3 1 0 0,19 5-113 0 0,1 1 1 0 0,-1-1-1 0 0,0 1 1 0 0,1 0 0 0 0,-1 1-1 0 0,0-1 1 0 0,1 1-1 0 0,-1 0 1 0 0,1 0-1 0 0,-1 0 1 0 0,-6 3-1 0 0,8-2-183 0 0,-1 0-1 0 0,1 0 0 0 0,0 0 0 0 0,0 1 1 0 0,0-1-1 0 0,0 1 0 0 0,0 0 0 0 0,0-1 1 0 0,1 1-1 0 0,0 1 0 0 0,-1-1 1 0 0,1 0-1 0 0,0 0 0 0 0,1 1 0 0 0,-3 5 1 0 0,2-5-295 0 0,1 0 0 0 0,0 0 0 0 0,0 0 0 0 0,1 0 0 0 0,-1 0 0 0 0,1 0 0 0 0,0 0 0 0 0,0 8 0 0 0,1-9-400 0 0,-1 1 1 0 0,1-1-1 0 0,0 0 0 0 0,0 1 1 0 0,0-1-1 0 0,2 5 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14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52 252 0 0,'25'-52'21641'0'0,"-20"68"-19919"0"0,-3-4-1243 0 0,55 279 4322 0 0,-35-167-4281 0 0,-8-34-108 0 0,-14-88-411 0 0,2 3-457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15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113 111 1516 0 0,'0'-3'2956'0'0,"7"-41"10074"0"0,-6 40-11803 0 0,-1 0 0 0 0,1 0-1 0 0,0 0 1 0 0,-1 0 0 0 0,0-6-1 0 0,-3 13-1212 0 0,1-1 0 0 0,-1 1 0 0 0,0 0 0 0 0,1-1 0 0 0,0 1 0 0 0,0 0-1 0 0,0 0 1 0 0,0 1 0 0 0,-1 3 0 0 0,-16 38 58 0 0,10-23-27 0 0,-8 19-11 0 0,2 2 0 0 0,-12 46-1 0 0,24-73-25 0 0,-1 1-1 0 0,2 0 0 0 0,0 0 0 0 0,1-1 1 0 0,1 1-1 0 0,1 0 0 0 0,0 0 1 0 0,7 31-1 0 0,-7-43 14 0 0,0-1 1 0 0,1 1-1 0 0,-1-1 1 0 0,1 0-1 0 0,0 1 1 0 0,0-1-1 0 0,1 0 1 0 0,-1 0-1 0 0,1 0 1 0 0,0 0-1 0 0,0-1 1 0 0,0 1 0 0 0,1-1-1 0 0,-1 0 1 0 0,1 0-1 0 0,0 0 1 0 0,0 0-1 0 0,0-1 1 0 0,0 0-1 0 0,0 1 1 0 0,0-1-1 0 0,1-1 1 0 0,6 3-1 0 0,-1-2 17 0 0,1 0 0 0 0,0-1-1 0 0,-1-1 1 0 0,1 1 0 0 0,0-2 0 0 0,-1 1 0 0 0,1-1-1 0 0,0-1 1 0 0,13-4 0 0 0,-4 1 135 0 0,-1-1 0 0 0,0-2 0 0 0,0 0 0 0 0,-1-1 0 0 0,0 0 0 0 0,0-2 0 0 0,-1 0 0 0 0,0-1 0 0 0,-1 0 0 0 0,-1-2 0 0 0,0 1 0 0 0,-1-2 0 0 0,0 0 0 0 0,-1-1 0 0 0,-1 0 0 0 0,0-1 0 0 0,-2-1 0 0 0,12-23 0 0 0,-18 32-133 0 0,0 1-1 0 0,-1 0 1 0 0,-1-1 0 0 0,0 1-1 0 0,0-1 1 0 0,0 0 0 0 0,-1 0-1 0 0,0 0 1 0 0,-1 1 0 0 0,0-1-1 0 0,0 0 1 0 0,-1 0 0 0 0,0 0-1 0 0,-1 0 1 0 0,0 1 0 0 0,0-1-1 0 0,-1 0 1 0 0,0 1 0 0 0,0 0-1 0 0,-1 0 1 0 0,0 0 0 0 0,-1 0-1 0 0,0 1 1 0 0,0-1 0 0 0,0 1-1 0 0,-1 1 1 0 0,0-1-1 0 0,0 1 1 0 0,-1 0 0 0 0,-11-8-1 0 0,7 6-146 0 0,-1 2 0 0 0,0-1 0 0 0,0 2 0 0 0,0 0 0 0 0,0 0 0 0 0,-1 1-1 0 0,0 0 1 0 0,0 1 0 0 0,0 1 0 0 0,0 0 0 0 0,-26 0 0 0 0,23 3-955 0 0,0 0 1 0 0,0 1 0 0 0,0 1 0 0 0,0 1 0 0 0,1 0-1 0 0,0 1 1 0 0,-1 1 0 0 0,2 0 0 0 0,-24 13 0 0 0,-23 20-7645 0 0,31-20 1018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19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69 376 0 0,'-1'-15'3986'0'0,"0"12"-3469"0"0,0-3 406 0 0,0 1 1 0 0,-1 0-1 0 0,0 0 1 0 0,0-1-1 0 0,-1 1 1 0 0,-4-7-1 0 0,6 11-430 0 0,-5-4 657 0 0,6 5-1137 0 0,0 0 0 0 0,0 1 1 0 0,0-1-1 0 0,0 0 0 0 0,0 0 0 0 0,0 1 1 0 0,0-1-1 0 0,0 0 0 0 0,0 0 1 0 0,-1 1-1 0 0,1-1 0 0 0,0 0 0 0 0,0 0 1 0 0,0 1-1 0 0,0-1 0 0 0,0 0 1 0 0,0 0-1 0 0,-1 0 0 0 0,1 1 0 0 0,0-1 1 0 0,0 0-1 0 0,0 0 0 0 0,-1 0 1 0 0,1 0-1 0 0,0 1 0 0 0,0-1 0 0 0,-1 0 1 0 0,1 0-1 0 0,0 0 0 0 0,0 0 1 0 0,0 0-1 0 0,-1 0 0 0 0,1 0 0 0 0,0 0 1 0 0,-1 0-1 0 0,1 0 0 0 0,0 0 1 0 0,0 0-1 0 0,-1 0 0 0 0,1 0 0 0 0,0 0 1 0 0,0 0-1 0 0,-1 0 0 0 0,1 0 1 0 0,0 0-1 0 0,0 0 0 0 0,-1 0 0 0 0,1 0 1 0 0,0 0-1 0 0,0-1 0 0 0,0 1 1 0 0,-1 0-1 0 0,1 0 0 0 0,0 0 0 0 0,0 0 1 0 0,0-1-1 0 0,-1 1 0 0 0,1 0 1 0 0,0 0-1 0 0,0 0 0 0 0,0-1 1 0 0,0 1-1 0 0,0 0 0 0 0,-1 0 0 0 0,1-1 1 0 0,0 1-1 0 0,-4 17 54 0 0,1 0 0 0 0,0 0 0 0 0,1 0 1 0 0,1 0-1 0 0,2 31 0 0 0,16 85-27 0 0,-13-112-31 0 0,1-1 0 0 0,1 1 0 0 0,1-1-1 0 0,13 28 1 0 0,-16-40 31 0 0,0-1 0 0 0,0 1 1 0 0,0-1-1 0 0,1 0 0 0 0,1 0 0 0 0,-1 0 0 0 0,1-1 0 0 0,0 0 0 0 0,0 0 0 0 0,1-1 0 0 0,0 1 1 0 0,0-2-1 0 0,14 9 0 0 0,-18-12 43 0 0,1 1 1 0 0,-1-1 0 0 0,1 0 0 0 0,0 0 0 0 0,0-1-1 0 0,-1 1 1 0 0,1-1 0 0 0,0 1 0 0 0,0-1-1 0 0,-1-1 1 0 0,1 1 0 0 0,0 0 0 0 0,0-1-1 0 0,-1 0 1 0 0,5-1 0 0 0,-3 0 10 0 0,1 0 1 0 0,-1-1-1 0 0,0 0 1 0 0,0 0-1 0 0,0 0 1 0 0,0 0 0 0 0,-1-1-1 0 0,8-8 1 0 0,1-2 58 0 0,-1-1 1 0 0,-1 0-1 0 0,-1-1 0 0 0,16-32 1 0 0,-19 32-102 0 0,0 0-1 0 0,-1 0 1 0 0,-1-1-1 0 0,0 0 1 0 0,-1 0 0 0 0,-1-1-1 0 0,-1 1 1 0 0,0 0 0 0 0,-1-1-1 0 0,-1 0 1 0 0,-4-31-1 0 0,3 45-37 0 0,0 0 0 0 0,0-1-1 0 0,0 1 1 0 0,-1-1 0 0 0,0 1-1 0 0,1 0 1 0 0,-2 0-1 0 0,1 0 1 0 0,0 0 0 0 0,-1 1-1 0 0,0-1 1 0 0,0 0 0 0 0,0 1-1 0 0,-3-3 1 0 0,1 2-12 0 0,-1 0 0 0 0,1 1 0 0 0,0 0 0 0 0,-1 0 0 0 0,0 1 1 0 0,0 0-1 0 0,0 0 0 0 0,0 0 0 0 0,0 0 0 0 0,0 1 0 0 0,0 0 0 0 0,-10 0 0 0 0,12 1-196 0 0,-1-1-1 0 0,0 1 1 0 0,0 0-1 0 0,0 1 1 0 0,0-1-1 0 0,0 1 1 0 0,1 0-1 0 0,-1 0 1 0 0,0 1-1 0 0,1 0 0 0 0,-1-1 1 0 0,1 1-1 0 0,-9 5 1 0 0,13-6 70 0 0,-1-1-1 0 0,1 1 1 0 0,0 0 0 0 0,0-1-1 0 0,-1 1 1 0 0,1-1 0 0 0,0 1 0 0 0,0-1-1 0 0,0 1 1 0 0,0 0 0 0 0,-1-1 0 0 0,1 1-1 0 0,0 0 1 0 0,0-1 0 0 0,0 1-1 0 0,0 0 1 0 0,1-1 0 0 0,-1 1 0 0 0,0-1-1 0 0,0 1 1 0 0,0 0 0 0 0,0-1 0 0 0,1 1-1 0 0,-1-1 1 0 0,0 1 0 0 0,1-1 0 0 0,-1 1-1 0 0,0-1 1 0 0,1 1 0 0 0,-1-1-1 0 0,0 1 1 0 0,1-1 0 0 0,-1 1 0 0 0,1-1-1 0 0,-1 1 1 0 0,1-1 0 0 0,-1 0 0 0 0,2 1-1 0 0,10 3-4810 0 0,11-4 1110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20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1304 0 0,'0'0'17307'0'0,"13"-9"-17129"0"0,135-30 404 0 0,-30 8-4413 0 0,-109 32 2377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24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53 417 680 0 0,'0'0'867'0'0,"-9"-5"1541"0"0,5 0-2145 0 0,1-1 0 0 0,-1 1 0 0 0,1-1 0 0 0,1 0 0 0 0,-1 0 0 0 0,1 0 0 0 0,0 0-1 0 0,1 0 1 0 0,-2-9 0 0 0,-3-6 388 0 0,-4-19 537 0 0,10 39-1014 0 0,2-42 1277 0 0,-2 41-1332 0 0,1-1 1 0 0,0 1-1 0 0,-1-1 0 0 0,1 1 0 0 0,0-1 0 0 0,0 1 0 0 0,1 0 0 0 0,-1 0 1 0 0,0 0-1 0 0,1-1 0 0 0,0 1 0 0 0,-1 1 0 0 0,1-1 0 0 0,0 0 1 0 0,0 0-1 0 0,0 1 0 0 0,2-3 0 0 0,5-1 359 0 0,0 0 0 0 0,0 1 0 0 0,12-4 0 0 0,22-12 482 0 0,-8-4-367 0 0,46-41 1 0 0,-11 8 758 0 0,-68 56-1260 0 0,5-8 127 0 0,-1 8-97 0 0,-3 10-69 0 0,-3 170 44 0 0,39 277 404 0 0,-17-308-325 0 0,-21-146-148 0 0,-1 0 4 0 0,1 4-2 0 0,-1-4-16 0 0,1 0 1 0 0,-1 0-1 0 0,0 0 1 0 0,1 0-1 0 0,-1 0 1 0 0,0 0-1 0 0,0 0 1 0 0,0 0-1 0 0,-1 0 1 0 0,1 0-1 0 0,0 0 1 0 0,-1 0-1 0 0,1 0 1 0 0,-2 3-1 0 0,1-4-13 0 0,-2-1 2 0 0,-54-5-18 0 0,50 4 12 0 0,1 1 0 0 0,0 0 0 0 0,-1 0 0 0 0,1 0 0 0 0,0 1 0 0 0,-9 2 0 0 0,-7 0-4 0 0,17-2 4 0 0,-32 5-30 0 0,34-6 21 0 0,-19 11-69 0 0,21-11 80 0 0,1 1-1 0 0,0 0 1 0 0,-1 0 0 0 0,1 0 0 0 0,0 0-1 0 0,0 0 1 0 0,0 0 0 0 0,0 0-1 0 0,0 0 1 0 0,0 0 0 0 0,0 0-1 0 0,0 0 1 0 0,0 0 0 0 0,0 0-1 0 0,0 0 1 0 0,1 0 0 0 0,-1-1-1 0 0,0 1 1 0 0,1 0 0 0 0,-1 0 0 0 0,1 0-1 0 0,-1 0 1 0 0,1-1 0 0 0,-1 1-1 0 0,2 1 1 0 0,0-1 9 0 0,-1 1-1 0 0,1-1 1 0 0,0 0 0 0 0,0 0 0 0 0,0 0-1 0 0,0 0 1 0 0,0 0 0 0 0,1 0 0 0 0,-1-1-1 0 0,4 2 1 0 0,6-1 49 0 0,1 0 0 0 0,-1 0 0 0 0,15-2-1 0 0,-22 1-46 0 0,70-7 137 0 0,-1-3-1 0 0,124-33 1 0 0,-75 13-54 0 0,22-4-980 0 0,-88 21-9689 0 0,-43 8 4619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24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59 556 0 0,'-3'0'2616'0'0,"-5"-1"-1225"0"0,-18-3 9613 0 0,18 3-9019 0 0,19-5-1588 0 0,134-28-145 0 0,-135 32-385 0 0,0 1-523 0 0,13-4-2294 0 0,-8 0-3234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25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 1692 0 0,'-5'3'1216'0'0,"-1"0"0"0"0,1 1 0 0 0,0-1 1 0 0,0 1-1 0 0,-9 8 0 0 0,10-7-550 0 0,0 0 1 0 0,0 0-1 0 0,0 0 1 0 0,0 1-1 0 0,-3 7 1 0 0,3-4-346 0 0,1 0 0 0 0,0 1 1 0 0,1-1-1 0 0,-1 1 1 0 0,2-1-1 0 0,-1 1 0 0 0,1 0 1 0 0,1 11-1 0 0,0-15-204 0 0,0 1 0 0 0,1-1 0 0 0,0 1 0 0 0,0-1 0 0 0,0 1 0 0 0,1-1 0 0 0,0 0 0 0 0,0 1 0 0 0,4 6 0 0 0,-5-13-78 0 0,-1 1 0 0 0,1 0 0 0 0,0-1 0 0 0,-1 1 1 0 0,1 0-1 0 0,0-1 0 0 0,0 1 0 0 0,0-1 1 0 0,-1 1-1 0 0,1-1 0 0 0,0 1 0 0 0,0-1 0 0 0,0 0 1 0 0,0 1-1 0 0,0-1 0 0 0,0 0 0 0 0,0 0 0 0 0,0 0 1 0 0,0 0-1 0 0,1 0 0 0 0,23 0 604 0 0,-24 0-618 0 0,65-11 509 0 0,-44 7-419 0 0,32-3 1 0 0,-46 7-100 0 0,1 0 1 0 0,-1 0-1 0 0,1 1 1 0 0,-1 0-1 0 0,0 1 0 0 0,0 0 1 0 0,12 4-1 0 0,-11-2 121 0 0,0 0 1 0 0,0 0-1 0 0,0 1 0 0 0,-1 0 0 0 0,0 1 0 0 0,0 0 1 0 0,-1 0-1 0 0,0 1 0 0 0,0 0 0 0 0,0 0 0 0 0,8 12 1 0 0,-12-16 39 0 0,-1 1 0 0 0,1 0-1 0 0,-1 0 1 0 0,0 1 0 0 0,0-1 0 0 0,0 0 0 0 0,-1 1 0 0 0,1-1 0 0 0,-1 1 0 0 0,0-1 0 0 0,0 1 0 0 0,-1-1 0 0 0,1 1 0 0 0,-1 0 0 0 0,0 0-1 0 0,0-1 1 0 0,-1 1 0 0 0,1 0 0 0 0,-1-1 0 0 0,0 1 0 0 0,-1-1 0 0 0,1 1 0 0 0,-1-1 0 0 0,0 0 0 0 0,-3 6 0 0 0,3-7-134 0 0,0 0 0 0 0,0 0 1 0 0,-1 0-1 0 0,0 0 0 0 0,1-1 0 0 0,-1 1 1 0 0,0-1-1 0 0,0 0 0 0 0,-1 0 1 0 0,1 0-1 0 0,0 0 0 0 0,-1-1 0 0 0,1 1 1 0 0,-1-1-1 0 0,1 0 0 0 0,-1 0 1 0 0,1 0-1 0 0,-1 0 0 0 0,0-1 1 0 0,0 0-1 0 0,-5 0 0 0 0,-7 0 201 0 0,1-1 0 0 0,-1-1 1 0 0,-24-5-1 0 0,30 5-218 0 0,-30-11-3650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25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399 172 2272 0 0,'-3'-22'7607'0'0,"-1"5"-3470"0"0,0 11-1444 0 0,-1 15-2101 0 0,-4 27-128 0 0,2-1 0 0 0,1 1 0 0 0,2 1 0 0 0,0 42 0 0 0,4-59-285 0 0,1-1-1 0 0,1 1 0 0 0,0 0 0 0 0,2-1 0 0 0,0 0 0 0 0,1 1 0 0 0,1-2 0 0 0,1 1 0 0 0,14 27 1 0 0,-19-42-106 0 0,0-1 0 0 0,0 1 0 0 0,1-1 0 0 0,-1 1 0 0 0,1-1 0 0 0,0 0 1 0 0,0 0-1 0 0,0 0 0 0 0,0 0 0 0 0,0-1 0 0 0,1 1 0 0 0,-1-1 0 0 0,1 0 0 0 0,0 0 1 0 0,0 0-1 0 0,0-1 0 0 0,-1 1 0 0 0,2-1 0 0 0,-1 0 0 0 0,0 0 0 0 0,0 0 1 0 0,0-1-1 0 0,0 1 0 0 0,0-1 0 0 0,1 0 0 0 0,-1 0 0 0 0,0 0 0 0 0,0-1 0 0 0,7-1 1 0 0,-2-1 43 0 0,0 0 1 0 0,0-1 0 0 0,0 1 0 0 0,-1-2 0 0 0,1 1 0 0 0,-1-1-1 0 0,0 0 1 0 0,-1-1 0 0 0,1 0 0 0 0,-1 0 0 0 0,0-1-1 0 0,8-10 1 0 0,-3 1-58 0 0,-1-1-1 0 0,0 0 1 0 0,-1-1-1 0 0,-1 0 0 0 0,-1 0 1 0 0,0-1-1 0 0,-1 0 1 0 0,-2 0-1 0 0,0-1 0 0 0,0 0 1 0 0,-2 0-1 0 0,-1 0 1 0 0,0 0-1 0 0,-2 0 0 0 0,0 0 1 0 0,-1-1-1 0 0,-5-23 1 0 0,4 34-59 0 0,0 1 1 0 0,-1 0-1 0 0,0 0 1 0 0,-1 0-1 0 0,0 0 1 0 0,0 0-1 0 0,-1 1 1 0 0,0 0 0 0 0,-1 0-1 0 0,1 0 1 0 0,-2 1-1 0 0,1 0 1 0 0,-1 0-1 0 0,0 0 1 0 0,0 1-1 0 0,-1 0 1 0 0,0 0-1 0 0,-16-8 1 0 0,11 8-60 0 0,0 1 0 0 0,-1 0-1 0 0,0 0 1 0 0,0 2 0 0 0,0-1 0 0 0,0 2 0 0 0,-1 0 0 0 0,1 1-1 0 0,-1 0 1 0 0,1 1 0 0 0,-29 4 0 0 0,19 0-565 0 0,0 1 1 0 0,0 2-1 0 0,1 0 0 0 0,-1 1 1 0 0,-42 23-1 0 0,22-6-4637 0 0,-77 58-1 0 0,65-39-3607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28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12 392 0 0,'0'0'5457'0'0,"-18"-11"1571"0"0,17 12-7024 0 0,1 0 1 0 0,-1 0 0 0 0,0 0 0 0 0,1 0 0 0 0,0 0 0 0 0,-1 0 0 0 0,1 0 0 0 0,0 0 0 0 0,-1 0 0 0 0,1 0 0 0 0,0 0 0 0 0,0 0 0 0 0,0 0 0 0 0,0 0 0 0 0,0 0 0 0 0,0 1 0 0 0,0-1 0 0 0,0 0 0 0 0,1 2 0 0 0,7 30 60 0 0,-4-15-19 0 0,49 380 1608 0 0,-49-339-521 0 0,-4-57-772 0 0,1 10 1286 0 0,0 13 1862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29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85 1012 0 0,'0'0'909'0'0,"-16"-39"6611"0"0,15 37-7290 0 0,1 1 0 0 0,-1 0-1 0 0,0-1 1 0 0,0 1 0 0 0,0 0 0 0 0,0 0 0 0 0,0-1 0 0 0,0 1 0 0 0,0 0-1 0 0,0 0 1 0 0,-1 0 0 0 0,1 1 0 0 0,0-1 0 0 0,-1 0 0 0 0,1 0-1 0 0,0 1 1 0 0,-1-1 0 0 0,-1 0 0 0 0,2 1-191 0 0,0 1 0 0 0,-1-1 0 0 0,1 1 0 0 0,0 0 0 0 0,0-1 0 0 0,0 1 0 0 0,0 0 0 0 0,0-1 0 0 0,0 1 0 0 0,1 0 0 0 0,-1 0 0 0 0,0 0 0 0 0,0 0 0 0 0,1 0 0 0 0,-1 0 0 0 0,0 0 0 0 0,1 0 0 0 0,-1 0 0 0 0,1 0 0 0 0,-1 1-1 0 0,1-1 1 0 0,0 0 0 0 0,-1 0 0 0 0,1 0 0 0 0,0 2 0 0 0,-4 11 14 0 0,1 0-1 0 0,1 0 1 0 0,0 0-1 0 0,1 0 1 0 0,1 0-1 0 0,0 0 1 0 0,1 0-1 0 0,5 27 1 0 0,-2-21 60 0 0,1-1 0 0 0,1 0 0 0 0,0 0 0 0 0,2 0 1 0 0,15 29-1 0 0,-19-42 37 0 0,0 1 0 0 0,0-1 0 0 0,1 1 0 0 0,0-1 1 0 0,0-1-1 0 0,0 1 0 0 0,1-1 0 0 0,0 0 0 0 0,0 0 1 0 0,0-1-1 0 0,8 5 0 0 0,-8-6-11 0 0,-1-1 0 0 0,1 0 0 0 0,0 0 0 0 0,0-1 1 0 0,0 1-1 0 0,0-1 0 0 0,0 0 0 0 0,0-1 0 0 0,0 0 0 0 0,0 0 0 0 0,0 0 0 0 0,0 0 1 0 0,0-1-1 0 0,10-2 0 0 0,-6 0-44 0 0,-1 0 0 0 0,1-1 0 0 0,-1 0 1 0 0,0 0-1 0 0,0-1 0 0 0,0 0 0 0 0,-1 0 1 0 0,0-1-1 0 0,0 0 0 0 0,0-1 0 0 0,-1 0 0 0 0,0 0 1 0 0,0 0-1 0 0,-1-1 0 0 0,0 0 0 0 0,0 0 0 0 0,-1-1 1 0 0,0 1-1 0 0,0-1 0 0 0,-1 0 0 0 0,3-10 1 0 0,-4 10-75 0 0,-1 1 1 0 0,0 0 0 0 0,0-1 0 0 0,-1 1-1 0 0,0-1 1 0 0,0 1 0 0 0,-1-1-1 0 0,0 1 1 0 0,-1-1 0 0 0,0 0 0 0 0,0 1-1 0 0,-1-1 1 0 0,0 1 0 0 0,0 0 0 0 0,-1 0-1 0 0,0 0 1 0 0,0 0 0 0 0,-1 0 0 0 0,0 1-1 0 0,-1-1 1 0 0,0 1 0 0 0,0 0 0 0 0,0 0-1 0 0,-11-10 1 0 0,7 10-6 0 0,0 0 0 0 0,0 0-1 0 0,-1 1 1 0 0,0 0 0 0 0,0 1-1 0 0,0 0 1 0 0,0 1 0 0 0,-1 0 0 0 0,0 1-1 0 0,0 0 1 0 0,-18-3 0 0 0,22 5-217 0 0,1 0 0 0 0,-1 0 0 0 0,0 1 1 0 0,0 0-1 0 0,0 0 0 0 0,0 1 0 0 0,0 0 0 0 0,1 0 0 0 0,-1 1 0 0 0,0 0 1 0 0,1 0-1 0 0,-1 0 0 0 0,1 1 0 0 0,0 0 0 0 0,-1 0 0 0 0,1 0 0 0 0,1 1 1 0 0,-1 0-1 0 0,1 0 0 0 0,-7 7 0 0 0,10-9-88 0 0,0-1 0 0 0,1 1-1 0 0,0 0 1 0 0,-1 0 0 0 0,1 0 0 0 0,0 0 0 0 0,0 1-1 0 0,0-1 1 0 0,0 0 0 0 0,0 0 0 0 0,1 1 0 0 0,-1-1-1 0 0,1 0 1 0 0,-1 1 0 0 0,1 3 0 0 0,0-4-257 0 0,0 0 0 0 0,1 1 1 0 0,-1-2-1 0 0,1 1 0 0 0,-1 0 1 0 0,1 0-1 0 0,0 0 0 0 0,-1 0 0 0 0,1 0 1 0 0,0 0-1 0 0,2 2 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31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141 183 172 0 0,'-14'-37'5191'0'0,"11"27"-3973"0"0,0-1 1 0 0,-1 1-1 0 0,0 0 1 0 0,-1 0-1 0 0,0 1 0 0 0,-7-10 1 0 0,11 18-852 0 0,-10-5 508 0 0,8 7-849 0 0,0 1 0 0 0,0 0 0 0 0,0 0 0 0 0,0 0-1 0 0,1 0 1 0 0,-1 1 0 0 0,0-1 0 0 0,1 1 0 0 0,0-1 0 0 0,0 1 0 0 0,-1 0 0 0 0,2 0 0 0 0,-1 0-1 0 0,0 0 1 0 0,1 0 0 0 0,-1 1 0 0 0,0 2 0 0 0,-5 13 17 0 0,-8 31 0 0 0,11-32-52 0 0,0 1 0 0 0,1-1-1 0 0,1 1 1 0 0,1 0 0 0 0,1 0 0 0 0,3 26-1 0 0,-3-38 30 0 0,1 0 0 0 0,0 0-1 0 0,1 0 1 0 0,0 0 0 0 0,0 0-1 0 0,0-1 1 0 0,1 1 0 0 0,0-1-1 0 0,0 0 1 0 0,1 1 0 0 0,-1-2-1 0 0,2 1 1 0 0,-1 0 0 0 0,0-1-1 0 0,1 0 1 0 0,0 0 0 0 0,0 0-1 0 0,1 0 1 0 0,-1-1-1 0 0,9 5 1 0 0,-8-6 71 0 0,1 0 0 0 0,-1-1 0 0 0,0 0 0 0 0,1 0 0 0 0,-1-1 0 0 0,1 0 0 0 0,0 0 0 0 0,0 0 0 0 0,-1-1 0 0 0,1 0 0 0 0,0 0 0 0 0,0 0 0 0 0,-1-1 0 0 0,1 0 0 0 0,0-1 0 0 0,-1 0 0 0 0,1 0 0 0 0,-1 0 0 0 0,0 0 0 0 0,0-1 0 0 0,9-5 0 0 0,-7 3 12 0 0,-1 0-1 0 0,1-1 0 0 0,-1 1 1 0 0,0-1-1 0 0,0-1 1 0 0,-1 1-1 0 0,0-1 0 0 0,0 0 1 0 0,0 0-1 0 0,-1-1 1 0 0,0 0-1 0 0,-1 0 0 0 0,0 0 1 0 0,0 0-1 0 0,3-13 0 0 0,-3 9-56 0 0,-2 0-1 0 0,0 0 0 0 0,0-1 0 0 0,-1 1 0 0 0,-1-1 0 0 0,0 1 0 0 0,-1-1 1 0 0,0 1-1 0 0,-1-1 0 0 0,0 1 0 0 0,-1 0 0 0 0,0 0 0 0 0,-1 0 0 0 0,-10-20 0 0 0,10 23-38 0 0,-1 1-1 0 0,0-1 0 0 0,-1 1 0 0 0,0 0 0 0 0,-1 0 0 0 0,1 1 0 0 0,-1 0 0 0 0,-1 0 1 0 0,1 1-1 0 0,-1-1 0 0 0,0 2 0 0 0,0-1 0 0 0,-1 1 0 0 0,0 0 0 0 0,0 1 1 0 0,0 0-1 0 0,0 1 0 0 0,-20-5 0 0 0,17 6-59 0 0,0 0 0 0 0,-1 0 0 0 0,1 2 0 0 0,-19 0 0 0 0,27 0-125 0 0,1 0 0 0 0,-1 1 1 0 0,0-1-1 0 0,1 1 0 0 0,-1 0 0 0 0,1 0 0 0 0,-1 0 0 0 0,1 0 0 0 0,0 1 1 0 0,-1-1-1 0 0,1 1 0 0 0,0 0 0 0 0,0 0 0 0 0,0 0 0 0 0,0 0 1 0 0,0 1-1 0 0,1-1 0 0 0,-1 1 0 0 0,-3 4 0 0 0,5-5-120 0 0,0 0 0 0 0,1 0 0 0 0,-1 0-1 0 0,1 0 1 0 0,0-1 0 0 0,-1 1 0 0 0,1 0 0 0 0,0 0 0 0 0,0 0-1 0 0,0 0 1 0 0,0 0 0 0 0,1 0 0 0 0,-1-1 0 0 0,0 1 0 0 0,1 0-1 0 0,-1 0 1 0 0,1 0 0 0 0,0 0 0 0 0,0-1 0 0 0,-1 1-1 0 0,1 0 1 0 0,0-1 0 0 0,1 1 0 0 0,-1-1 0 0 0,0 1 0 0 0,0-1-1 0 0,1 0 1 0 0,-1 1 0 0 0,0-1 0 0 0,4 2 0 0 0,9 9-4701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32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188 138 268 0 0,'-2'-1'1524'0'0,"-39"-25"4274"0"0,-14-14-312 0 0,53 39-5137 0 0,-4-2 35 0 0,6 3-372 0 0,0 0 0 0 0,0 0 1 0 0,0-1-1 0 0,-1 1 0 0 0,1 0 1 0 0,0 0-1 0 0,0-1 0 0 0,0 1 1 0 0,-1 0-1 0 0,1 0 0 0 0,0 0 0 0 0,-1-1 1 0 0,1 1-1 0 0,0 0 0 0 0,0 0 1 0 0,-1 0-1 0 0,1 0 0 0 0,0 0 1 0 0,-1 0-1 0 0,1-1 0 0 0,0 1 1 0 0,-1 0-1 0 0,1 0 0 0 0,0 0 1 0 0,-1 0-1 0 0,1 0 0 0 0,0 0 0 0 0,-1 1 1 0 0,1-1-1 0 0,0 0 0 0 0,-1 0 1 0 0,1 0-1 0 0,-1 0 0 0 0,-3 3 17 0 0,1-1-1 0 0,-1 1 1 0 0,1 0 0 0 0,-1 0-1 0 0,1 0 1 0 0,0 1-1 0 0,0-1 1 0 0,0 1-1 0 0,1 0 1 0 0,-1-1-1 0 0,1 1 1 0 0,0 0 0 0 0,0 0-1 0 0,0 1 1 0 0,-2 7-1 0 0,-2 11 4 0 0,-7 39 0 0 0,12-60-29 0 0,-1 9-1 0 0,1 0-1 0 0,0 1 0 0 0,0-1 0 0 0,2 0 1 0 0,-1 0-1 0 0,1 0 0 0 0,1 0 0 0 0,0 0 1 0 0,0 0-1 0 0,1-1 0 0 0,0 1 0 0 0,7 13 1 0 0,-7-19 33 0 0,-1 0 0 0 0,2 0 1 0 0,-1 0-1 0 0,0 0 1 0 0,1-1-1 0 0,0 1 0 0 0,0-1 1 0 0,0 0-1 0 0,1 0 1 0 0,-1-1-1 0 0,1 1 0 0 0,0-1 1 0 0,0 0-1 0 0,0 0 1 0 0,1-1-1 0 0,-1 1 1 0 0,1-1-1 0 0,-1 0 0 0 0,1-1 1 0 0,0 1-1 0 0,-1-1 1 0 0,1 0-1 0 0,0-1 0 0 0,10 0 1 0 0,-6 0 40 0 0,0 0 0 0 0,0-1 0 0 0,0 0 0 0 0,0-1 1 0 0,0 0-1 0 0,0 0 0 0 0,0-1 0 0 0,0-1 0 0 0,-1 0 0 0 0,0 0 1 0 0,0 0-1 0 0,0-1 0 0 0,0-1 0 0 0,-1 0 0 0 0,1 0 0 0 0,-2 0 1 0 0,1-1-1 0 0,-1 0 0 0 0,0-1 0 0 0,0 1 0 0 0,-1-2 0 0 0,0 1 1 0 0,0 0-1 0 0,-1-1 0 0 0,0 0 0 0 0,-1 0 0 0 0,0-1 1 0 0,0 1-1 0 0,-1-1 0 0 0,-1 0 0 0 0,1 0 0 0 0,-1 0 0 0 0,-1 0 1 0 0,0 0-1 0 0,0 0 0 0 0,-1-1 0 0 0,-1 1 0 0 0,0 0 0 0 0,0 0 1 0 0,-3-13-1 0 0,1 13-56 0 0,-1 1 1 0 0,1 0 0 0 0,-1 1 0 0 0,-1-1-1 0 0,0 1 1 0 0,0 0 0 0 0,-1 0-1 0 0,1 0 1 0 0,-2 1 0 0 0,1 0-1 0 0,-1 0 1 0 0,0 0 0 0 0,-1 1 0 0 0,-14-10-1 0 0,16 12-58 0 0,-1 0 0 0 0,1 1 0 0 0,-1 0 0 0 0,0 0 0 0 0,0 0-1 0 0,0 1 1 0 0,0 0 0 0 0,0 0 0 0 0,0 1 0 0 0,-1 0 0 0 0,1 0 0 0 0,0 0 0 0 0,-1 1-1 0 0,1 0 1 0 0,0 1 0 0 0,-1 0 0 0 0,1 0 0 0 0,0 1 0 0 0,-14 4 0 0 0,18-5-199 0 0,0 0 1 0 0,0 1 0 0 0,0-1 0 0 0,0 1 0 0 0,1 0-1 0 0,-1 0 1 0 0,0 0 0 0 0,1 0 0 0 0,0 0 0 0 0,0 1-1 0 0,-1-1 1 0 0,1 1 0 0 0,1-1 0 0 0,-1 1 0 0 0,-2 5-1 0 0,3-6-257 0 0,0 1 0 0 0,0-1 0 0 0,1 0 0 0 0,-1 1 0 0 0,1-1 0 0 0,-1 1 0 0 0,1-1 0 0 0,0 1 0 0 0,0-1 0 0 0,0 1 0 0 0,1-1 0 0 0,-1 1 0 0 0,1 3 0 0 0,5 6-4730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30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8 117 1576 0 0,'-2'-23'7098'0'0,"1"19"-6481"0"0,0 0-1 0 0,0 0 1 0 0,0 0-1 0 0,0 0 1 0 0,1 0 0 0 0,0 0-1 0 0,0 1 1 0 0,0-1-1 0 0,0 0 1 0 0,2-7 0 0 0,-2 9-540 0 0,1 0 1 0 0,-1 0-1 0 0,1 0 1 0 0,0 1-1 0 0,0-1 1 0 0,0 0 0 0 0,0 0-1 0 0,0 0 1 0 0,0 1-1 0 0,1-1 1 0 0,-1 0-1 0 0,1 1 1 0 0,-1-1-1 0 0,1 1 1 0 0,-1 0 0 0 0,1 0-1 0 0,0-1 1 0 0,-1 1-1 0 0,1 0 1 0 0,0 0-1 0 0,4-1 1 0 0,2 0-56 0 0,0 0 0 0 0,1 0 1 0 0,0 1-1 0 0,-1 0 0 0 0,1 1 0 0 0,0 0 1 0 0,-1 0-1 0 0,1 1 0 0 0,0 0 0 0 0,-1 0 1 0 0,17 5-1 0 0,-12-2-15 0 0,-1 1 0 0 0,1 0 0 0 0,-1 1 1 0 0,0 0-1 0 0,-1 0 0 0 0,22 17 0 0 0,-29-20-1 0 0,0 1-1 0 0,0 0 0 0 0,0-1 0 0 0,-1 1 1 0 0,1 1-1 0 0,-1-1 0 0 0,0 0 0 0 0,-1 1 1 0 0,1-1-1 0 0,-1 1 0 0 0,0 0 0 0 0,0 0 1 0 0,0 0-1 0 0,1 9 0 0 0,-2-6 1 0 0,0 0 0 0 0,-1-1-1 0 0,0 1 1 0 0,0 0 0 0 0,-1 0-1 0 0,0 0 1 0 0,0 0 0 0 0,-5 14-1 0 0,-2 0 57 0 0,-2 0-1 0 0,0-1 0 0 0,-1 0 0 0 0,-1-1 0 0 0,-23 29 1 0 0,-76 103 972 0 0,111-152-1023 0 0,-1 0 0 0 0,1 1 0 0 0,0-1 0 0 0,-1 0 0 0 0,1 1 0 0 0,0-1 1 0 0,-1 1-1 0 0,1-1 0 0 0,0 1 0 0 0,-1-1 0 0 0,1 1 0 0 0,0-1 0 0 0,0 1 0 0 0,0-1 1 0 0,-1 1-1 0 0,1-1 0 0 0,0 1 0 0 0,0-1 0 0 0,0 1 0 0 0,0-1 0 0 0,0 1 0 0 0,0-1 1 0 0,0 1-1 0 0,0-1 0 0 0,0 1 0 0 0,0-1 0 0 0,1 1 0 0 0,-1-1 0 0 0,0 1 0 0 0,0-1 1 0 0,0 1-1 0 0,1-1 0 0 0,-1 1 0 0 0,0-1 0 0 0,0 1 0 0 0,1-1 0 0 0,-1 1 0 0 0,0-1 1 0 0,1 0-1 0 0,-1 1 0 0 0,1-1 0 0 0,-1 0 0 0 0,0 1 0 0 0,1-1 0 0 0,-1 0 0 0 0,1 1 1 0 0,-1-1-1 0 0,1 0 0 0 0,-1 0 0 0 0,1 0 0 0 0,0 1 0 0 0,26 2 214 0 0,-26-3-213 0 0,53-3 154 0 0,-1-3 0 0 0,95-21 0 0 0,-72 11-96 0 0,-36 9-7 0 0,41-9 226 0 0,-79 15-273 0 0,15-2-376 0 0,12-8-8996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33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62 756 0 0,'0'-12'4648'0'0,"7"-27"6554"0"0,-7 29-9373 0 0,16 80-203 0 0,-3 2 1 0 0,5 111-1 0 0,-15-141-1121 0 0,3 163 1692 0 0,-6-188-927 0 0,2-10-3722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34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108 158 180 0 0,'20'-29'5950'0'0,"4"-10"4277"0"0,-28 53-8713 0 0,-1 0-1707 0 0,-3 20 326 0 0,2 1 0 0 0,1-1 0 0 0,1 1-1 0 0,2 0 1 0 0,2 0 0 0 0,7 65 0 0 0,-5-84-80 0 0,0 0 0 0 0,1 0 0 0 0,1-1 0 0 0,1 1 0 0 0,0-1 1 0 0,1 0-1 0 0,1 0 0 0 0,0-1 0 0 0,18 28 0 0 0,-21-36 39 0 0,1 0-1 0 0,0-1 1 0 0,0 1 0 0 0,1-1-1 0 0,0 0 1 0 0,0 0 0 0 0,0 0-1 0 0,0-1 1 0 0,1 0-1 0 0,0-1 1 0 0,0 1 0 0 0,0-1-1 0 0,0 0 1 0 0,0-1 0 0 0,0 0-1 0 0,1 0 1 0 0,-1-1-1 0 0,1 1 1 0 0,0-2 0 0 0,-1 1-1 0 0,1-1 1 0 0,14-2 0 0 0,-8 0-13 0 0,1 0 1 0 0,-2-1 0 0 0,1-1-1 0 0,0-1 1 0 0,-1 0 0 0 0,0 0 0 0 0,0-2-1 0 0,0 1 1 0 0,-1-2 0 0 0,0 1-1 0 0,0-2 1 0 0,-1 0 0 0 0,0 0 0 0 0,-1-1-1 0 0,0 0 1 0 0,10-13 0 0 0,-12 13-54 0 0,0-1-1 0 0,-1 0 1 0 0,0-1 0 0 0,-1 1-1 0 0,-1-1 1 0 0,0-1 0 0 0,0 1 0 0 0,-1-1-1 0 0,-1 1 1 0 0,0-1 0 0 0,0 0-1 0 0,-2-1 1 0 0,1 1 0 0 0,-2 0 0 0 0,0 0-1 0 0,0 0 1 0 0,-4-22 0 0 0,0 19-11 0 0,-1 0 0 0 0,0 1 1 0 0,-1-1-1 0 0,-1 1 0 0 0,-1 0 0 0 0,1 1 1 0 0,-2-1-1 0 0,0 2 0 0 0,-1-1 0 0 0,-1 1 1 0 0,0 1-1 0 0,0 0 0 0 0,-1 1 0 0 0,0 0 1 0 0,-1 0-1 0 0,-1 1 0 0 0,0 1 0 0 0,0 1 1 0 0,-24-12-1 0 0,21 13-75 0 0,0 0-1 0 0,0 0 1 0 0,0 2 0 0 0,-1 0 0 0 0,0 1-1 0 0,0 1 1 0 0,0 0 0 0 0,0 1 0 0 0,0 2-1 0 0,-1-1 1 0 0,1 2 0 0 0,0 1 0 0 0,0 0-1 0 0,0 1 1 0 0,0 1 0 0 0,0 1 0 0 0,-29 11-1 0 0,42-14-161 0 0,0 1 1 0 0,1-1-1 0 0,-1 1 0 0 0,0 0 0 0 0,1 1 0 0 0,0-1 0 0 0,-1 1 0 0 0,1 0 0 0 0,1 0 1 0 0,-1 0-1 0 0,0 0 0 0 0,1 1 0 0 0,-4 5 0 0 0,6-7 15 0 0,0 0-1 0 0,0 1 1 0 0,0-1-1 0 0,0 0 1 0 0,0 1-1 0 0,0-1 1 0 0,1 0-1 0 0,0 1 1 0 0,0-1-1 0 0,0 0 1 0 0,0 1-1 0 0,0-1 1 0 0,1 0 0 0 0,-1 1-1 0 0,1-1 1 0 0,0 0-1 0 0,0 1 1 0 0,0-1-1 0 0,0 0 1 0 0,1 0-1 0 0,-1 0 1 0 0,1 0-1 0 0,2 3 1 0 0,2 2-759 0 0,0-1-1 0 0,1 0 1 0 0,0 0-1 0 0,0 0 1 0 0,0-1 0 0 0,14 9-1 0 0,8 4-4064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31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388 106 240 0 0,'-5'-12'3635'0'0,"0"0"0"0"0,-6-18 0 0 0,0-1 1926 0 0,5 17-3476 0 0,6 14-2054 0 0,0-1 0 0 0,-1 1 0 0 0,1 0 0 0 0,0-1 0 0 0,0 1 0 0 0,0 0-1 0 0,0-1 1 0 0,-1 1 0 0 0,1 0 0 0 0,0-1 0 0 0,0 1 0 0 0,-1 0 0 0 0,1 0 0 0 0,0-1 0 0 0,0 1-1 0 0,-1 0 1 0 0,1 0 0 0 0,0-1 0 0 0,-1 1 0 0 0,1 0 0 0 0,0 0 0 0 0,-1 0 0 0 0,1 0 0 0 0,-1-1 0 0 0,1 1-1 0 0,0 0 1 0 0,-1 0 0 0 0,1 0 0 0 0,0 0 0 0 0,-1 0 0 0 0,0 0 0 0 0,-18 33 30 0 0,1 1-1 0 0,-26 70 1 0 0,37-84-56 0 0,2-1 0 0 0,0 1 1 0 0,1 0-1 0 0,1 0 0 0 0,1 0 0 0 0,1 1 0 0 0,2 28 0 0 0,-1-43 14 0 0,1 1 0 0 0,0-1 0 0 0,0 1 0 0 0,1-1 0 0 0,0 0 0 0 0,0 0-1 0 0,0 0 1 0 0,1 0 0 0 0,0 0 0 0 0,0 0 0 0 0,0-1 0 0 0,1 1 0 0 0,0-1 0 0 0,0 0 0 0 0,0 0 0 0 0,1-1-1 0 0,9 9 1 0 0,-7-9 50 0 0,0 0-1 0 0,0 0 0 0 0,0-1 0 0 0,0 0 1 0 0,1 0-1 0 0,-1 0 0 0 0,1-1 0 0 0,0 0 1 0 0,0-1-1 0 0,0 0 0 0 0,0 0 0 0 0,0 0 1 0 0,0-1-1 0 0,9-1 0 0 0,0-1 111 0 0,0-1 0 0 0,0 0 0 0 0,0-1 0 0 0,0-1 0 0 0,-1 0-1 0 0,1-2 1 0 0,-2 1 0 0 0,1-2 0 0 0,-1 0 0 0 0,0-1 0 0 0,0-1 0 0 0,24-21-1 0 0,-31 24-83 0 0,-1 0-1 0 0,0 0 0 0 0,0-1 0 0 0,0 0 0 0 0,-1 0 0 0 0,0-1 0 0 0,-1 0 0 0 0,0 0 0 0 0,0 0 0 0 0,-1 0 0 0 0,0-1 0 0 0,-1 1 0 0 0,0-1 0 0 0,-1 0 0 0 0,0 0 0 0 0,0-1 0 0 0,-1 1 0 0 0,0 0 0 0 0,-1 0 1 0 0,0-1-1 0 0,-1 1 0 0 0,-3-20 0 0 0,2 24-76 0 0,0 0 1 0 0,0-1 0 0 0,0 1-1 0 0,0 1 1 0 0,-1-1 0 0 0,0 0 0 0 0,-1 1-1 0 0,1-1 1 0 0,-1 1 0 0 0,0 0-1 0 0,0 0 1 0 0,0 1 0 0 0,-6-5-1 0 0,3 3-16 0 0,-1 1-1 0 0,0 0 0 0 0,0 0 0 0 0,0 1 1 0 0,-1 0-1 0 0,0 0 0 0 0,1 1 0 0 0,-11-3 1 0 0,-5 1-389 0 0,0 2 1 0 0,0 0-1 0 0,0 1 1 0 0,0 2-1 0 0,0 0 1 0 0,-28 5-1 0 0,11 1-1188 0 0,-1 2 0 0 0,1 2 0 0 0,-43 16-1 0 0,-49 26-6637 0 0,76-26 1708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34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71 1056 0 0,'-1'-2'1722'0'0,"-2"-7"72"0"0,-20-44 9063 0 0,22 47-9752 0 0,-2 9 92 0 0,-1 12-308 0 0,12 149 2883 0 0,-8 84-2446 0 0,-2-96-976 0 0,2-149-411 0 0,2 42-1524 0 0,3-18-4234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35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23 114 1096 0 0,'-18'-11'12616'0'0,"13"7"-11226"0"0,159-29 194 0 0,172-30-965 0 0,-322 62-613 0 0,1 1 1 0 0,-1-1-1 0 0,1 1 0 0 0,-1 0 1 0 0,0 0-1 0 0,1 0 1 0 0,-1 0-1 0 0,1 1 0 0 0,-1 0 1 0 0,0 0-1 0 0,0 0 1 0 0,5 2-1 0 0,-6-1 31 0 0,0 0 0 0 0,0 0-1 0 0,0 0 1 0 0,0 1 0 0 0,0-1 0 0 0,-1 1 0 0 0,1 0-1 0 0,-1 0 1 0 0,1 0 0 0 0,-1 0 0 0 0,0 0-1 0 0,0 1 1 0 0,1 4 0 0 0,9 18 311 0 0,-1 1 1 0 0,-2 0-1 0 0,13 57 0 0 0,3 90 732 0 0,-20-135-845 0 0,24 427 1962 0 0,-36 2-925 0 0,1-179-1139 0 0,56 700 128 0 0,96 218-310 0 0,-103-883 244 0 0,-42-320-28 0 0,0 0 1 0 0,-1 0-1 0 0,1 0 1 0 0,-1 0-1 0 0,0 0 0 0 0,-1 0 1 0 0,1-1-1 0 0,0 1 1 0 0,-1 0-1 0 0,0 0 1 0 0,0 0-1 0 0,0 0 1 0 0,-1-1-1 0 0,1 1 1 0 0,-3 4-1 0 0,1-4-70 0 0,0 0 0 0 0,-1 0-1 0 0,1-1 1 0 0,-1 1 0 0 0,0-1 0 0 0,0 0-1 0 0,0 0 1 0 0,0-1 0 0 0,-1 1-1 0 0,1-1 1 0 0,-9 4 0 0 0,-13 4 9 0 0,-1-1 0 0 0,0-2 0 0 0,-44 8-1 0 0,-88 2-120 0 0,91-11-152 0 0,60-5 49 0 0,-124 10-2688 0 0,44-11-4331 0 0,63-5-969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36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82 1584 0 0,'20'-82'12123'0'0,"-13"96"-11202"0"0,-5 38-81 0 0,-1-1 1 0 0,-3 1-1 0 0,-11 65 1 0 0,-42 155-395 0 0,18-97-1000 0 0,33-157-983 0 0,-9 29 0 0 0,10-40 69 0 0,1-1 0 0 0,-1 0 0 0 0,0 0 0 0 0,-6 8 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36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0 121 748 0 0,'1'-21'4536'0'0,"1"-1"0"0"0,10-41-1 0 0,-12 62-4459 0 0,0 0-1 0 0,0 1 0 0 0,1-1 1 0 0,-1 0-1 0 0,0 1 0 0 0,1-1 1 0 0,-1 0-1 0 0,0 1 0 0 0,1-1 1 0 0,-1 0-1 0 0,1 1 0 0 0,-1-1 1 0 0,1 1-1 0 0,-1-1 1 0 0,1 1-1 0 0,0-1 0 0 0,-1 1 1 0 0,1-1-1 0 0,-1 1 0 0 0,1-1 1 0 0,0 1-1 0 0,0 0 0 0 0,-1 0 1 0 0,2-1-1 0 0,0 1 39 0 0,0-1 0 0 0,0 1 0 0 0,0 0 0 0 0,0 0-1 0 0,1 1 1 0 0,-1-1 0 0 0,0 0 0 0 0,0 0 0 0 0,2 2 0 0 0,3 0 186 0 0,1 1-1 0 0,-1 0 1 0 0,12 8-1 0 0,5 5 213 0 0,-1 1 0 0 0,-1 2 0 0 0,-1 0 0 0 0,0 1 0 0 0,-1 1-1 0 0,-2 1 1 0 0,32 48 0 0 0,-21-22 27 0 0,-3 0 0 0 0,-2 2 0 0 0,21 63 1 0 0,-5 16 324 0 0,-17-47-2823 0 0,-5-30-4580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8:59:36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65 2212 0 0,'-32'4'2670'0'0,"-9"1"3039"0"0,-43 12-1 0 0,82-16-5133 0 0,14-2-397 0 0,-1 0 1 0 0,1-1 0 0 0,13-4 0 0 0,10-1-143 0 0,-27 6-91 0 0,182-32-2688 0 0,-63 5-4146 0 0,-74 15 1355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01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 4 0 0,'0'0'1260'0'0,"-2"-8"-960"0"0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38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36 1380 0 0,'-14'-3'4108'0'0,"-58"-14"5288"0"0,70 17-8739 0 0,-7-1 287 0 0,35 3-896 0 0,1 0 1 0 0,-1-2 0 0 0,1-1-1 0 0,26-5 1 0 0,17 0-24 0 0,174 1-1649 0 0,-225 8 5 0 0,-16-3 601 0 0,6 2-756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38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25 1644 0 0,'8'-19'13555'0'0,"-4"13"-11296"0"0,-1 15-2054 0 0,-1 1 1 0 0,-1-1-1 0 0,0 1 0 0 0,0 0 0 0 0,-1-1 0 0 0,0 1 0 0 0,-2 13 1 0 0,1 13 101 0 0,-3 20-9 0 0,-1 0-1 0 0,-21 86 0 0 0,11-66-141 0 0,-17 51-328 0 0,14-77-5915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39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11 263 468 0 0,'-3'-8'858'0'0,"1"1"0"0"0,1 0 0 0 0,-1 0-1 0 0,1-1 1 0 0,0 1 0 0 0,1-1 0 0 0,-1 1 0 0 0,2-1 0 0 0,0-7 0 0 0,0 9-590 0 0,1 0 0 0 0,-1 0 0 0 0,1 0 0 0 0,0 0 0 0 0,1 0 1 0 0,0 1-1 0 0,0-1 0 0 0,0 1 0 0 0,0-1 0 0 0,1 1 0 0 0,6-6 0 0 0,0 1-61 0 0,1 0 0 0 0,0 0 0 0 0,1 1 0 0 0,0 1 0 0 0,0 0 0 0 0,1 1 0 0 0,0 0 0 0 0,0 1 0 0 0,1 1 0 0 0,-1 0 0 0 0,1 0 0 0 0,20-3 0 0 0,-17 5-114 0 0,0 0-1 0 0,0 2 1 0 0,0 0-1 0 0,0 0 1 0 0,0 2-1 0 0,0 0 1 0 0,0 1-1 0 0,0 1 1 0 0,0 0-1 0 0,21 8 1 0 0,-31-9-43 0 0,0 1 1 0 0,0 0 0 0 0,0 1-1 0 0,-1-1 1 0 0,1 1 0 0 0,-1 1-1 0 0,0-1 1 0 0,0 1-1 0 0,6 7 1 0 0,-9-9-19 0 0,0 0 0 0 0,-1 1 0 0 0,0-1 0 0 0,0 0 0 0 0,0 1 0 0 0,0 0 0 0 0,0-1 0 0 0,-1 1 0 0 0,0 0 0 0 0,0 0 0 0 0,0 0 0 0 0,0 0 0 0 0,0 0 0 0 0,-1 0 0 0 0,0 0 0 0 0,1 0 0 0 0,-2 0 1 0 0,0 7-1 0 0,-2 1 0 0 0,0 0 0 0 0,-1-1 0 0 0,0 1 0 0 0,-1-1 0 0 0,-1 0 0 0 0,0-1 0 0 0,0 1 0 0 0,-1-1 0 0 0,0 0 0 0 0,0-1 0 0 0,-1 0 0 0 0,-12 11 0 0 0,-4 2 12 0 0,-2-1-1 0 0,0 0 1 0 0,-38 21-1 0 0,28-22 19 0 0,-1-2 0 0 0,-1-1 0 0 0,-1-2 0 0 0,-48 11 0 0 0,85-25 178 0 0,-11-3 302 0 0,21 2-423 0 0,0 0-1 0 0,0 0 0 0 0,0 1 0 0 0,0 0 1 0 0,-1 1-1 0 0,1 0 0 0 0,0 0 0 0 0,-1 1 1 0 0,10 4-1 0 0,10 5 96 0 0,30 19 0 0 0,-13-3-55 0 0,61 47 0 0 0,-86-59-101 0 0,-1 1-1 0 0,0 1 0 0 0,-1 0 1 0 0,-1 1-1 0 0,17 27 0 0 0,-5-8 413 0 0,-28-37-440 0 0,4 5-214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39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30 2008 0 0,'2'-29'25228'0'0,"11"65"-23989"0"0,-13-35-905 0 0,0 6 1856 0 0,-1-12-1573 0 0,0 3-528 0 0,1 2-94 0 0,-1 0 1 0 0,0 0-1 0 0,1 0 1 0 0,-1-1 0 0 0,0 1-1 0 0,1 0 1 0 0,-1 0-1 0 0,0 0 1 0 0,0 0-1 0 0,1 0 1 0 0,-1 1-1 0 0,0-1 1 0 0,1 0-1 0 0,-1 0 1 0 0,1 0-1 0 0,-1 0 1 0 0,0 1-1 0 0,1-1 1 0 0,-1 0-1 0 0,0 1 1 0 0,1-1-1 0 0,-1 1 1 0 0,1-1-1 0 0,-1 0 1 0 0,1 1-1 0 0,-1-1 1 0 0,1 1-1 0 0,0-1 1 0 0,-1 1-1 0 0,1-1 1 0 0,-1 1 0 0 0,1 0-1 0 0,0-1 1 0 0,0 1-1 0 0,-1 0 1 0 0,1-1-1 0 0,0 1 1 0 0,0 0-1 0 0,-12 36 128 0 0,8-24-34 0 0,-35 118-113 0 0,-30 179 0 0 0,69-307-131 0 0,-3 17-1984 0 0,-1 37 0 0 0,6-32-2691 0 0,5-1-3893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41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692 101 556 0 0,'24'-37'7612'0'0,"-19"27"-5667"0"0,-5 9-1799 0 0,1 1-1 0 0,-1 0 0 0 0,0-1 1 0 0,1 1-1 0 0,-1-1 1 0 0,1 1-1 0 0,-1-1 1 0 0,0 1-1 0 0,1-1 0 0 0,-1 0 1 0 0,0 1-1 0 0,0-1 1 0 0,0 1-1 0 0,1-1 0 0 0,-1 0 1 0 0,0 1-1 0 0,0-1 1 0 0,0 1-1 0 0,0-1 0 0 0,0 0 1 0 0,0 1-1 0 0,0-1 1 0 0,0 1-1 0 0,0-1 0 0 0,0 0 1 0 0,-1 1-1 0 0,1-1 1 0 0,0 1-1 0 0,0-1 1 0 0,-1 0-1 0 0,1 1 0 0 0,0-1 1 0 0,-1 1-1 0 0,1-1 1 0 0,0 1-1 0 0,-1-1 0 0 0,1 1 1 0 0,-1-1-1 0 0,1 1 1 0 0,0 0-1 0 0,-1-1 0 0 0,1 1 1 0 0,-1 0-1 0 0,0-1 1 0 0,1 1-1 0 0,-2-1 1 0 0,-7-3-1 0 0,0 0 0 0 0,-1 0 0 0 0,1 0 0 0 0,-1 1 0 0 0,0 1 0 0 0,0 0 0 0 0,0 0 1 0 0,-16 0-1 0 0,-2 1-142 0 0,-55 5 1 0 0,67-3 1 0 0,-1 1 0 0 0,1 1 0 0 0,-1 0 0 0 0,1 1 0 0 0,0 1 0 0 0,1 1 0 0 0,-1 0 0 0 0,1 1 0 0 0,0 0 0 0 0,-26 19 0 0 0,37-23-15 0 0,1 1-1 0 0,-1 0 0 0 0,1 0 0 0 0,-1 0 1 0 0,1 0-1 0 0,1 0 0 0 0,-1 1 0 0 0,1-1 1 0 0,-1 1-1 0 0,1 0 0 0 0,0-1 0 0 0,1 1 1 0 0,-2 8-1 0 0,0 5-56 0 0,0 0 0 0 0,0 26 0 0 0,3-23 53 0 0,-1 49 224 0 0,13 103 1 0 0,-1-36 317 0 0,9 1052 3400 0 0,-20-1143-3839 0 0,-60 963 2155 0 0,-21-361-1700 0 0,63-525-347 0 0,-46 213 125 0 0,-3 23-132 0 0,64-341-189 0 0,2 1 0 0 0,0-1 0 0 0,1 0 0 0 0,1 1 0 0 0,0-1-1 0 0,5 19 1 0 0,-4-26 4 0 0,1-1-1 0 0,1 0 0 0 0,-1-1 1 0 0,2 1-1 0 0,-1 0 1 0 0,1-1-1 0 0,1 0 1 0 0,-1 0-1 0 0,2-1 0 0 0,-1 0 1 0 0,1 0-1 0 0,9 8 1 0 0,-2-5-67 0 0,1 1 1 0 0,0-2-1 0 0,1 0 1 0 0,0-1-1 0 0,0-1 1 0 0,1 0-1 0 0,0-1 0 0 0,1-1 1 0 0,-1-1-1 0 0,1 0 1 0 0,0-2-1 0 0,33 4 1 0 0,-1-4-1316 0 0,0-2 0 0 0,0-3 1 0 0,79-12-1 0 0,-51 1-3783 0 0,125-40-1 0 0,-102 19-2285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42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1880 0 0,'15'-23'17239'0'0,"-11"33"-16799"0"0,0 0 0 0 0,-1 1-1 0 0,0-1 1 0 0,-1 1 0 0 0,0 0-1 0 0,-1-1 1 0 0,0 14 0 0 0,3 10 98 0 0,0 9-154 0 0,-1-1 0 0 0,-2 0 0 0 0,-9 78 1 0 0,3-89-205 0 0,-2 18-4735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42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73 328 0 0,'-5'-2'1032'0'0,"-17"-7"4290"0"0,-46-12 1054 0 0,57 20-4267 0 0,25 4-1696 0 0,0-1 0 0 0,0-1-1 0 0,1 0 1 0 0,16-1 0 0 0,67-8-37 0 0,-49 3-205 0 0,247-23 840 0 0,-294 27-928 0 0,9-1 506 0 0,0-1-2748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43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30 1792 0 0,'17'-30'20611'0'0,"-19"44"-20477"0"0,1-1-1 0 0,-2 1 1 0 0,-8 25-1 0 0,-1 8 4 0 0,10-39-98 0 0,-3 15 85 0 0,1 1 1 0 0,-1 46-1 0 0,4-65-118 0 0,1 1 1 0 0,1-1-1 0 0,-1 0 1 0 0,1 0-1 0 0,0 0 0 0 0,0 0 1 0 0,0 0-1 0 0,0 0 1 0 0,1 0-1 0 0,0 0 1 0 0,0 0-1 0 0,1-1 0 0 0,-1 1 1 0 0,1-1-1 0 0,0 0 1 0 0,0 0-1 0 0,0 0 1 0 0,1 0-1 0 0,-1 0 0 0 0,5 3 1 0 0,-4-5-5 0 0,0 1 0 0 0,0-1 0 0 0,1 0-1 0 0,-1 0 1 0 0,0-1 0 0 0,0 1 0 0 0,1-1 0 0 0,-1 0 0 0 0,1 0 0 0 0,0-1 0 0 0,-1 1 0 0 0,1-1-1 0 0,-1 0 1 0 0,1 0 0 0 0,0-1 0 0 0,-1 1 0 0 0,1-1 0 0 0,6-2 0 0 0,-3 1-36 0 0,-1-1 1 0 0,0 0 0 0 0,0-1 0 0 0,0 1-1 0 0,0-1 1 0 0,0 0 0 0 0,-1-1 0 0 0,0 0-1 0 0,0 0 1 0 0,6-7 0 0 0,4-6 6 0 0,-1-1 0 0 0,-2-1 0 0 0,0 0 1 0 0,18-38-1 0 0,-27 49 202 0 0,0 0 0 0 0,-1 0 1 0 0,3-17-1 0 0,-6 25-42 0 0,5-6 788 0 0,-13 35-579 0 0,1 1 0 0 0,2-1 0 0 0,1 1 0 0 0,-1 47 0 0 0,2-28-185 0 0,-5 42 94 0 0,-2 14-1473 0 0,8-35-6808 0 0,7-50-116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44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26 124 0 0,'0'0'20152'0'0,"1"1"-20072"0"0,-1-1-1 0 0,1 1 1 0 0,-1-1 0 0 0,1 1 0 0 0,0-1 0 0 0,-1 1-1 0 0,1-1 1 0 0,0 1 0 0 0,-1-1 0 0 0,1 1 0 0 0,0-1-1 0 0,0 0 1 0 0,-1 0 0 0 0,1 1 0 0 0,1-1 0 0 0,272-21 1030 0 0,-240 17-1030 0 0,-4 2 32 0 0,-27 2-66 0 0,12-4-672 0 0,-9 3 728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44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32 2496 0 0,'25'-32'18015'0'0,"-20"35"-16906"0"0,-5-3-1069 0 0,0 0 0 0 0,1 0-1 0 0,-1 0 1 0 0,0 0 0 0 0,0 0 0 0 0,1 0 0 0 0,-1 0 0 0 0,0 1-1 0 0,1-1 1 0 0,-1 0 0 0 0,0 0 0 0 0,1 0 0 0 0,-1 0 0 0 0,0 0-1 0 0,0 1 1 0 0,1-1 0 0 0,-1 0 0 0 0,0 0 0 0 0,0 0 0 0 0,0 1-1 0 0,1-1 1 0 0,-1 0 0 0 0,0 0 0 0 0,0 1 0 0 0,0-1 0 0 0,1 0-1 0 0,-1 0 1 0 0,0 1 0 0 0,0-1 0 0 0,0 0 0 0 0,0 1 0 0 0,0-1-1 0 0,0 0 1 0 0,0 1 0 0 0,3 64 3404 0 0,-7 95 0 0 0,0-73-2791 0 0,-11 98 24 0 0,6-107-2776 0 0,3-53-1292 0 0,2-8-1336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45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5 96 0 0,'-4'1'3742'0'0,"-46"9"13810"0"0,51-10-17430 0 0,2 1-37 0 0,1 0 0 0 0,0 0 1 0 0,0-1-1 0 0,-1 1 0 0 0,1-1 1 0 0,0 0-1 0 0,0 0 0 0 0,6-2 0 0 0,7 1 70 0 0,240-7 648 0 0,-201 4-79 0 0,-36-1-2862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45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78 2572 0 0,'22'-31'14558'0'0,"-19"27"-13930"0"0,0 1 1 0 0,1 0-1 0 0,-1-1 1 0 0,0 1-1 0 0,1 0 1 0 0,0 1-1 0 0,-1-1 1 0 0,1 1 0 0 0,0-1-1 0 0,6-1 1 0 0,-3 1-530 0 0,1 1 1 0 0,0 0 0 0 0,0 0-1 0 0,1 0 1 0 0,-1 1 0 0 0,0 1-1 0 0,10-1 1 0 0,-12 2-98 0 0,1 1 0 0 0,0 0 0 0 0,0 0 0 0 0,0 0-1 0 0,-1 1 1 0 0,1 0 0 0 0,-1 0 0 0 0,0 0 0 0 0,0 1 0 0 0,0 0 0 0 0,-1 0 0 0 0,1 1 0 0 0,4 5 0 0 0,-5-6 27 0 0,-1 1 1 0 0,1-1-1 0 0,-1 1 1 0 0,0 1-1 0 0,0-1 1 0 0,-1 0 0 0 0,0 1-1 0 0,0 0 1 0 0,0 0-1 0 0,-1 0 1 0 0,1 0-1 0 0,-1 0 1 0 0,-1 0 0 0 0,2 10-1 0 0,-2-6 8 0 0,-1-1 0 0 0,0 1 1 0 0,-1-1-1 0 0,0 1 0 0 0,0 0 0 0 0,-1-1 0 0 0,0 0 1 0 0,-6 17-1 0 0,-4 0 29 0 0,0-1 0 0 0,-2 0 0 0 0,0-1 0 0 0,-2-1 0 0 0,-30 36 0 0 0,11-21 540 0 0,-54 44 1 0 0,9-9 1424 0 0,79-72-1993 0 0,0 0-1 0 0,0 0 1 0 0,0 0 0 0 0,0 0-1 0 0,0 1 1 0 0,1-1 0 0 0,-1 0-1 0 0,0 0 1 0 0,0 1 0 0 0,1-1-1 0 0,-2 2 1 0 0,2-2-28 0 0,0-1 0 0 0,0 0 0 0 0,0 1 0 0 0,0-1 0 0 0,0 0 0 0 0,1 1 0 0 0,-1-1 0 0 0,0 0 0 0 0,0 0 0 0 0,0 1 0 0 0,0-1 0 0 0,0 0 0 0 0,0 1 0 0 0,0-1 0 0 0,1 0 0 0 0,-1 0 0 0 0,0 0 0 0 0,0 1 0 0 0,0-1 0 0 0,1 0 0 0 0,-1 0 0 0 0,0 1 0 0 0,0-1 0 0 0,1 0 0 0 0,-1 0 0 0 0,0 0 0 0 0,0 0 0 0 0,1 0 0 0 0,-1 1 0 0 0,0-1 0 0 0,1 0 0 0 0,-1 0 0 0 0,5 1 30 0 0,0-1 0 0 0,0 0 1 0 0,0 0-1 0 0,0 0 0 0 0,6-1 0 0 0,-8 1-48 0 0,690-22 432 0 0,-602 19-463 0 0,-88 3-333 0 0,6-6-641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47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34 976 0 0,'-2'-2'1934'0'0,"-32"-27"7166"0"0,29 29-8685 0 0,4-1-406 0 0,1 1 1 0 0,0 0-1 0 0,0 0 0 0 0,-1 0 1 0 0,1 0-1 0 0,0-1 0 0 0,0 1 0 0 0,-1 0 1 0 0,1 0-1 0 0,0 0 0 0 0,0 0 1 0 0,-1 0-1 0 0,1 0 0 0 0,0 0 1 0 0,-1 0-1 0 0,1 0 0 0 0,0 0 0 0 0,0 0 1 0 0,-1 0-1 0 0,1 0 0 0 0,0 0 1 0 0,0 0-1 0 0,-1 0 0 0 0,1 0 1 0 0,0 0-1 0 0,-1 0 0 0 0,1 0 0 0 0,0 1 1 0 0,0-1-1 0 0,-1 0 0 0 0,1 0 1 0 0,0 0-1 0 0,-1 1 0 0 0,-4 5 192 0 0,0 1-1 0 0,0 0 1 0 0,0 1-1 0 0,1-1 1 0 0,0 1-1 0 0,0-1 1 0 0,1 1-1 0 0,0 0 1 0 0,-2 12-1 0 0,-15 82 964 0 0,17-82-1001 0 0,0-2 24 0 0,1 1 1 0 0,1-1-1 0 0,1 0 1 0 0,0 0-1 0 0,2 1 1 0 0,0-1-1 0 0,1 0 1 0 0,10 34-1 0 0,-10-44-27 0 0,0 0 1 0 0,0-1-1 0 0,1 0 1 0 0,0 1-1 0 0,0-1 1 0 0,1-1-1 0 0,0 1 1 0 0,0-1-1 0 0,10 10 0 0 0,-10-12-34 0 0,1 0-1 0 0,-1-1 0 0 0,0 1 0 0 0,1-1 0 0 0,0 0 0 0 0,0 0 0 0 0,0-1 0 0 0,0 0 0 0 0,0 0 1 0 0,0 0-1 0 0,0-1 0 0 0,1 0 0 0 0,10 0 0 0 0,-10 0-35 0 0,0-1 1 0 0,0-1 0 0 0,0 1-1 0 0,0-1 1 0 0,0 0-1 0 0,-1-1 1 0 0,1 1-1 0 0,0-1 1 0 0,-1-1-1 0 0,1 1 1 0 0,-1-1 0 0 0,0 0-1 0 0,0-1 1 0 0,0 1-1 0 0,8-7 1 0 0,-7 3-44 0 0,0 0 0 0 0,-1 0 0 0 0,1-1 1 0 0,-1 0-1 0 0,-1 0 0 0 0,0 0 0 0 0,0 0 1 0 0,0-1-1 0 0,-1 0 0 0 0,3-10 0 0 0,-1 2-40 0 0,-1-1 0 0 0,-1 0-1 0 0,-1 0 1 0 0,0 0 0 0 0,-2 0-1 0 0,0-1 1 0 0,-1 1 0 0 0,0 0-1 0 0,-2-1 1 0 0,0 1-1 0 0,-6-23 1 0 0,5 31-40 0 0,0 0 0 0 0,-1 0 0 0 0,0 1 0 0 0,-1 0 0 0 0,-8-13 0 0 0,11 18-62 0 0,-1 0 0 0 0,0 0 0 0 0,0 0 0 0 0,-1 1 1 0 0,1-1-1 0 0,-1 1 0 0 0,0 0 0 0 0,0 0 0 0 0,0 0 0 0 0,0 1 0 0 0,0 0 0 0 0,-1-1 0 0 0,-6-1 0 0 0,6 3-330 0 0,1-1 0 0 0,-1 1 0 0 0,0 1 0 0 0,0-1-1 0 0,1 1 1 0 0,-10 0 0 0 0,12 0 181 0 0,0 0 0 0 0,0 0-1 0 0,0 1 1 0 0,0-1 0 0 0,0 1 0 0 0,0-1 0 0 0,0 1-1 0 0,1 0 1 0 0,-1 0 0 0 0,0-1 0 0 0,0 1 0 0 0,1 1-1 0 0,-1-1 1 0 0,1 0 0 0 0,-1 0 0 0 0,1 1 0 0 0,-2 1-1 0 0,2-2-55 0 0,1 0 0 0 0,-1 0 0 0 0,1 0 0 0 0,0 0 0 0 0,0 0 0 0 0,-1 0 0 0 0,1 0 0 0 0,0-1 0 0 0,0 1-1 0 0,0 0 1 0 0,0 0 0 0 0,0 0 0 0 0,0 0 0 0 0,1 0 0 0 0,-1 0 0 0 0,0 0 0 0 0,0 0 0 0 0,1 0 0 0 0,-1 0 0 0 0,0 0 0 0 0,1 0-1 0 0,0 1 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47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24 140 0 0,'-14'-4'7415'0'0,"-21"-4"1864"0"0,48 3-8925 0 0,13 3-216 0 0,14-1-25 0 0,44 1 1 0 0,-73 2-129 0 0,0 1 1 0 0,0 1-1 0 0,-1-1 1 0 0,1 2-1 0 0,-1-1 1 0 0,1 1 0 0 0,-1 1-1 0 0,0 0 1 0 0,13 7-1 0 0,-18-7 21 0 0,0 0 0 0 0,0 1 0 0 0,0-1 0 0 0,0 1 0 0 0,-1 0 0 0 0,0 0 0 0 0,0 1-1 0 0,0-1 1 0 0,-1 1 0 0 0,0 0 0 0 0,0 0 0 0 0,0 0 0 0 0,-1 0 0 0 0,1 0 0 0 0,-2 1 0 0 0,1-1 0 0 0,-1 1 0 0 0,0-1-1 0 0,1 10 1 0 0,-1 14 71 0 0,-1-1 0 0 0,-1 1-1 0 0,-6 29 1 0 0,5-40-49 0 0,-2 15-45 0 0,0-7-414 0 0,0 47 0 0 0,4-67-319 0 0,0 0-1 0 0,1 0 0 0 0,0 0 1 0 0,0-1-1 0 0,0 1 0 0 0,1 0 1 0 0,0 0-1 0 0,1-1 0 0 0,-1 1 0 0 0,1-1 1 0 0,7 11-1 0 0,1-2-4819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47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1324 0 0,'36'-47'15188'0'0,"-27"33"-8984"0"0,-6 24-5730 0 0,2 75-58 0 0,-10 166 1 0 0,2-173-3336 0 0,3-69 952 0 0,0-1 0 0 0,1 1 0 0 0,3 12 1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48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92 1808 0 0,'-9'-25'10487'0'0,"11"21"-10225"0"0,0 1-1 0 0,0-1 0 0 0,0 1 1 0 0,0 0-1 0 0,1-1 1 0 0,0 1-1 0 0,0 1 1 0 0,-1-1-1 0 0,2 0 1 0 0,-1 1-1 0 0,0-1 0 0 0,0 1 1 0 0,1 0-1 0 0,0 0 1 0 0,-1 0-1 0 0,1 1 1 0 0,0-1-1 0 0,7-1 1 0 0,3-1-24 0 0,0 0 1 0 0,1 2 0 0 0,28-3 0 0 0,-36 5-222 0 0,1 0 1 0 0,0 0-1 0 0,-1 1 0 0 0,1 0 1 0 0,0 0-1 0 0,-1 1 1 0 0,0 0-1 0 0,1 0 1 0 0,-1 1-1 0 0,0 0 1 0 0,0 0-1 0 0,0 1 0 0 0,-1 0 1 0 0,1 0-1 0 0,6 6 1 0 0,-9-7-3 0 0,0 1 0 0 0,-1-1-1 0 0,1 1 1 0 0,-1 0 0 0 0,0 0 0 0 0,0 1 0 0 0,0-1 0 0 0,-1 1 0 0 0,1-1 0 0 0,-1 1 0 0 0,0 0 0 0 0,0 0 0 0 0,-1 0 0 0 0,0 0-1 0 0,0 0 1 0 0,0 0 0 0 0,0 0 0 0 0,-1 0 0 0 0,0 0 0 0 0,0 1 0 0 0,0-1 0 0 0,-2 10 0 0 0,-3 2 63 0 0,0 1 1 0 0,-1-1 0 0 0,-10 18-1 0 0,3-3 366 0 0,12-31-219 0 0,1 0-198 0 0,-1-1-1 0 0,1 1 1 0 0,0-1-1 0 0,-1 1 1 0 0,1 0-1 0 0,0-1 1 0 0,0 1-1 0 0,-1 0 1 0 0,1-1-1 0 0,0 1 0 0 0,0 0 1 0 0,0-1-1 0 0,0 1 1 0 0,0 0-1 0 0,0-1 1 0 0,0 1-1 0 0,0 0 1 0 0,0-1-1 0 0,0 1 1 0 0,1 0-1 0 0,-1-1 1 0 0,0 1-1 0 0,0 0 1 0 0,1-1-1 0 0,-1 1 1 0 0,0-1-1 0 0,1 1 1 0 0,0 0-1 0 0,19 5 11 0 0,-1 1 0 0 0,1 0 1 0 0,-1 1-1 0 0,0 2 0 0 0,23 15 0 0 0,-29-17 23 0 0,-1 0 0 0 0,0 2 0 0 0,-1-1 0 0 0,0 1 0 0 0,0 1-1 0 0,-1 0 1 0 0,-1 1 0 0 0,12 17 0 0 0,-19-26 83 0 0,-1-1 0 0 0,1 1 0 0 0,-1 0 0 0 0,0 0 0 0 0,1 0 0 0 0,-2 1 0 0 0,1-1 0 0 0,0 0 0 0 0,0 0 0 0 0,-1 0 0 0 0,0 1 0 0 0,0-1 0 0 0,0 0 0 0 0,0 1 0 0 0,0-1 0 0 0,-1 0 0 0 0,1 0 0 0 0,-1 0 0 0 0,0 1 0 0 0,0-1 0 0 0,0 0 0 0 0,0 0 0 0 0,-1 0 0 0 0,1 0 0 0 0,-1-1 0 0 0,-3 5 0 0 0,2-3 7 0 0,-1 0 0 0 0,0 0 0 0 0,0 0 0 0 0,0-1-1 0 0,0 0 1 0 0,0 0 0 0 0,-1 0 0 0 0,0 0 0 0 0,1-1 0 0 0,-1 0 0 0 0,0 0-1 0 0,0 0 1 0 0,0 0 0 0 0,0-1 0 0 0,-11 2 0 0 0,6-3-205 0 0,0 0 0 0 0,1 0 1 0 0,-1-1-1 0 0,0-1 0 0 0,0 1 1 0 0,1-1-1 0 0,-1-1 0 0 0,1 0 1 0 0,0 0-1 0 0,0-1 0 0 0,-10-5 0 0 0,-38-24-5098 0 0,6-4-7337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52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86 784 0 0,'4'-9'9121'0'0,"-4"8"-8854"0"0,0 0-1 0 0,0 0 1 0 0,-1 0-1 0 0,1 0 1 0 0,0 0 0 0 0,-1 0-1 0 0,1 0 1 0 0,-1 0-1 0 0,1 0 1 0 0,-1 0 0 0 0,0 0-1 0 0,1 1 1 0 0,-1-1-1 0 0,-3-2 795 0 0,-11 2-456 0 0,9 6-579 0 0,0 0-1 0 0,-1 0 1 0 0,2 1-1 0 0,-1 0 0 0 0,1 0 1 0 0,-1 0-1 0 0,2 1 1 0 0,-1 0-1 0 0,1 0 0 0 0,0 0 1 0 0,0 0-1 0 0,-3 11 1 0 0,0 1-4 0 0,1 1 0 0 0,1-1 1 0 0,-6 40-1 0 0,10-46 95 0 0,0 0 0 0 0,1 0 1 0 0,0-1-1 0 0,1 1 1 0 0,0 0-1 0 0,1-1 0 0 0,1 1 1 0 0,0-1-1 0 0,0 1 0 0 0,7 11 1 0 0,-8-18-47 0 0,1 0 0 0 0,0 0 0 0 0,1 0 1 0 0,-1-1-1 0 0,1 0 0 0 0,0 0 1 0 0,0 0-1 0 0,1 0 0 0 0,-1 0 0 0 0,1-1 1 0 0,0 0-1 0 0,1 0 0 0 0,-1 0 1 0 0,1-1-1 0 0,-1 0 0 0 0,1 0 0 0 0,0 0 1 0 0,0-1-1 0 0,0 0 0 0 0,1 0 0 0 0,8 1 1 0 0,-10-2 26 0 0,0 0 0 0 0,0 0 0 0 0,0-1 1 0 0,0 0-1 0 0,0 0 0 0 0,0-1 0 0 0,0 1 0 0 0,0-1 1 0 0,0 0-1 0 0,0-1 0 0 0,0 1 0 0 0,0-1 1 0 0,-1 0-1 0 0,1 0 0 0 0,0 0 0 0 0,3-3 0 0 0,-2 0-29 0 0,-1 1 0 0 0,0-1 0 0 0,0 0-1 0 0,0 0 1 0 0,-1 0 0 0 0,1-1-1 0 0,-1 1 1 0 0,-1-1 0 0 0,1 0-1 0 0,3-10 1 0 0,0-3-28 0 0,0 1 0 0 0,-2-2-1 0 0,0 1 1 0 0,-2-1 0 0 0,0 1 0 0 0,-1-1 0 0 0,-1-23-1 0 0,0 24-22 0 0,-2 0-1 0 0,-1 0 1 0 0,0 0-1 0 0,-1 1 0 0 0,-11-35 1 0 0,12 47-92 0 0,0 0 0 0 0,-1 0 1 0 0,0 0-1 0 0,0 1 1 0 0,0-1-1 0 0,0 1 0 0 0,-1-1 1 0 0,0 1-1 0 0,0 0 1 0 0,-1 1-1 0 0,1-1 0 0 0,-1 1 1 0 0,0 0-1 0 0,0 0 1 0 0,-1 0-1 0 0,1 1 0 0 0,-1-1 1 0 0,0 1-1 0 0,1 1 0 0 0,-8-3 1 0 0,11 4-144 0 0,1 1 0 0 0,0-1 0 0 0,-1 1-1 0 0,1-1 1 0 0,-1 1 0 0 0,1 0 0 0 0,-1 0 0 0 0,1 0 0 0 0,-1 0 0 0 0,1 0 0 0 0,-1 0 0 0 0,1 0 0 0 0,-1 0-1 0 0,1 0 1 0 0,-1 1 0 0 0,1-1 0 0 0,-1 1 0 0 0,1-1 0 0 0,0 1 0 0 0,-1-1 0 0 0,1 1 0 0 0,0 0 0 0 0,-1 0-1 0 0,1 0 1 0 0,-2 1 0 0 0,1 2-1373 0 0,2-4 1476 0 0,0 1 1 0 0,-1-1-1 0 0,1 0 0 0 0,0 1 1 0 0,0-1-1 0 0,0 0 0 0 0,0 1 1 0 0,1-1-1 0 0,-1 0 1 0 0,0 1-1 0 0,0-1 0 0 0,0 0 1 0 0,0 0-1 0 0,0 1 1 0 0,0-1-1 0 0,0 0 0 0 0,0 1 1 0 0,1-1-1 0 0,10 8-3959 0 0,-10-8 3937 0 0,10 6-3749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53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80 2196 0 0,'-2'-2'2084'0'0,"-3"-2"-973"0"0,3 2-429 0 0,-1 1 1 0 0,1-1 0 0 0,0 0 0 0 0,-1 0-1 0 0,1-1 1 0 0,0 1 0 0 0,1 0-1 0 0,-1-1 1 0 0,0 1 0 0 0,-1-5 0 0 0,3 6-622 0 0,0 0 0 0 0,0 0 1 0 0,0 0-1 0 0,0 1 1 0 0,0-1-1 0 0,0 0 1 0 0,0 0-1 0 0,1 0 0 0 0,-1 0 1 0 0,0 1-1 0 0,1-1 1 0 0,-1 0-1 0 0,1 0 1 0 0,-1 0-1 0 0,1 1 1 0 0,-1-1-1 0 0,1 0 0 0 0,-1 1 1 0 0,1-1-1 0 0,0 1 1 0 0,-1-1-1 0 0,1 0 1 0 0,0 1-1 0 0,1-1 0 0 0,17-10 502 0 0,-10 7-484 0 0,0 1 0 0 0,1 1 1 0 0,-1 0-1 0 0,1 0 0 0 0,-1 1 1 0 0,1 0-1 0 0,0 1 0 0 0,0 0 1 0 0,0 0-1 0 0,-1 1 0 0 0,1 1 1 0 0,0-1-1 0 0,9 4 0 0 0,-11-3-60 0 0,0 1 0 0 0,0-1-1 0 0,-1 2 1 0 0,1-1 0 0 0,-1 1-1 0 0,0 0 1 0 0,0 0 0 0 0,0 1-1 0 0,0 0 1 0 0,-1 0 0 0 0,0 1-1 0 0,0 0 1 0 0,0 0 0 0 0,-1 0-1 0 0,8 12 1 0 0,-10-12 36 0 0,-1-1 0 0 0,0 1 0 0 0,0 0 1 0 0,-1 0-1 0 0,1-1 0 0 0,-1 1 0 0 0,0 0 0 0 0,-1 0 0 0 0,0 0 0 0 0,0 0 0 0 0,0 0 0 0 0,0 0 0 0 0,-1 0 0 0 0,0 0 0 0 0,-1 0 0 0 0,1 0 1 0 0,-1-1-1 0 0,0 1 0 0 0,-5 9 0 0 0,-5 9 209 0 0,-1 0 0 0 0,-2-1 0 0 0,-17 22 0 0 0,16-24-273 0 0,5-6 42 0 0,4-6-47 0 0,0 1-1 0 0,1-1 0 0 0,-9 19 1 0 0,15-27 23 0 0,0 0 0 0 0,0 0 1 0 0,0-1-1 0 0,1 1 0 0 0,-1 0 1 0 0,0 0-1 0 0,0 0 0 0 0,1 0 1 0 0,-1 0-1 0 0,0-1 0 0 0,1 1 0 0 0,-1 0 1 0 0,1 0-1 0 0,-1-1 0 0 0,1 1 1 0 0,-1 0-1 0 0,1-1 0 0 0,0 1 1 0 0,-1 0-1 0 0,1-1 0 0 0,0 1 1 0 0,0-1-1 0 0,-1 1 0 0 0,1-1 1 0 0,0 0-1 0 0,0 1 0 0 0,0-1 0 0 0,-1 0 1 0 0,1 1-1 0 0,0-1 0 0 0,1 0 1 0 0,16 5 40 0 0,0-2 0 0 0,1 0 0 0 0,-1-1 0 0 0,34 0 0 0 0,82-10-369 0 0,-105 5-28 0 0,46-4-3223 0 0,-29 1-4181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53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206 209 2080 0 0,'-61'-28'10023'0'0,"19"12"-6227"0"0,40 15-3626 0 0,-1 2-42 0 0,-2 2-59 0 0,-1 0 0 0 0,1 0 0 0 0,-1 1 0 0 0,1-1 0 0 0,0 1 0 0 0,0 0 0 0 0,1 0 0 0 0,-1 1 0 0 0,1-1 1 0 0,0 1-1 0 0,0 0 0 0 0,1 0 0 0 0,0 1 0 0 0,-1-1 0 0 0,2 1 0 0 0,-1-1 0 0 0,-2 9 0 0 0,1-5 18 0 0,1 0 0 0 0,0 0 0 0 0,0 1 0 0 0,1-1 0 0 0,1 1 0 0 0,-1-1 0 0 0,1 1 0 0 0,1 0-1 0 0,0 0 1 0 0,2 18 0 0 0,0-22 14 0 0,-1-1-1 0 0,1 0 0 0 0,0 0 1 0 0,0 0-1 0 0,0 0 1 0 0,1 0-1 0 0,0 0 0 0 0,0-1 1 0 0,0 0-1 0 0,0 1 0 0 0,1-1 1 0 0,0 0-1 0 0,6 5 0 0 0,-3-3-18 0 0,0-1 0 0 0,1-1 0 0 0,0 0 0 0 0,0 0 0 0 0,0 0-1 0 0,0-1 1 0 0,15 4 0 0 0,-3-2 53 0 0,1-2 0 0 0,-1-1 0 0 0,0 0 1 0 0,1-1-1 0 0,-1-2 0 0 0,32-3 0 0 0,-43 2-66 0 0,0 1 0 0 0,1-1-1 0 0,-1-1 1 0 0,0 1 0 0 0,-1-2 0 0 0,1 1 0 0 0,0-1 0 0 0,-1 0-1 0 0,0-1 1 0 0,0 0 0 0 0,0 0 0 0 0,-1-1 0 0 0,0 0 0 0 0,0 0-1 0 0,0-1 1 0 0,-1 0 0 0 0,0 0 0 0 0,0 0 0 0 0,-1-1 0 0 0,0 0-1 0 0,0 0 1 0 0,-1 0 0 0 0,0-1 0 0 0,0 1 0 0 0,-1-1 0 0 0,0 0-1 0 0,-1 0 1 0 0,0 0 0 0 0,0 0 0 0 0,-1-1 0 0 0,0 1 0 0 0,-1-15 0 0 0,0 13-89 0 0,0 0 0 0 0,-1 0 0 0 0,0 0 0 0 0,-1-1 0 0 0,0 1 0 0 0,-1 1 0 0 0,0-1 1 0 0,-1 0-1 0 0,0 1 0 0 0,-1 0 0 0 0,0 0 0 0 0,0 0 0 0 0,-1 0 0 0 0,0 1 1 0 0,-1 0-1 0 0,0 0 0 0 0,0 1 0 0 0,-1 0 0 0 0,0 0 0 0 0,-1 1 0 0 0,0 0 0 0 0,0 0 1 0 0,0 1-1 0 0,-1 0 0 0 0,0 1 0 0 0,0 0 0 0 0,0 1 0 0 0,-18-6 0 0 0,16 7-318 0 0,1 0 0 0 0,-1 1 0 0 0,1 1 0 0 0,-18-1 0 0 0,23 2-60 0 0,1 0 1 0 0,0 0-1 0 0,0 1 0 0 0,-1 0 1 0 0,1 0-1 0 0,0 1 0 0 0,0-1 1 0 0,0 1-1 0 0,0 0 0 0 0,0 1 1 0 0,0-1-1 0 0,-5 5 0 0 0,9-7 167 0 0,0 1-1 0 0,0 0 1 0 0,0 0-1 0 0,0-1 0 0 0,0 1 1 0 0,0 0-1 0 0,0 0 0 0 0,0 0 1 0 0,1 0-1 0 0,-1 0 0 0 0,0 1 1 0 0,1-1-1 0 0,-1 0 1 0 0,1 0-1 0 0,-1 0 0 0 0,1 0 1 0 0,-1 1-1 0 0,1-1 0 0 0,0 0 1 0 0,0 0-1 0 0,-1 1 0 0 0,1-1 1 0 0,0 0-1 0 0,0 1 1 0 0,0-1-1 0 0,1 0 0 0 0,-1 0 1 0 0,0 1-1 0 0,0-1 0 0 0,1 0 1 0 0,-1 0-1 0 0,1 1 1 0 0,-1-1-1 0 0,1 0 0 0 0,-1 0 1 0 0,1 0-1 0 0,0 0 0 0 0,0 0 1 0 0,-1 0-1 0 0,1 0 0 0 0,0 0 1 0 0,0 0-1 0 0,0 0 1 0 0,2 1-1 0 0,9 5-3178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54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1904 0 0,'78'-64'22578'0'0,"-66"50"-18220"0"0,-12 15-4337 0 0,0-1 1 0 0,0 0-1 0 0,0 1 1 0 0,0-1-1 0 0,-1 0 0 0 0,1 0 1 0 0,0 1-1 0 0,0-1 1 0 0,0 0-1 0 0,0 1 0 0 0,1-1 1 0 0,-1 0-1 0 0,0 0 0 0 0,0 1 1 0 0,0-1-1 0 0,0 0 1 0 0,0 0-1 0 0,0 1 0 0 0,0-1 1 0 0,0 0-1 0 0,1 0 0 0 0,-1 1 1 0 0,0-1-1 0 0,0 0 1 0 0,0 0-1 0 0,0 1 0 0 0,1-1 1 0 0,-1 0-1 0 0,0 0 1 0 0,0 0-1 0 0,1 0 0 0 0,-1 1 1 0 0,0-1-1 0 0,0 0 0 0 0,1 0 1 0 0,-1 0-1 0 0,0 0 1 0 0,0 0-1 0 0,1 0 0 0 0,-1 0 1 0 0,0 0-1 0 0,1 0 1 0 0,-1 0-1 0 0,0 0 0 0 0,0 0 1 0 0,1 0-1 0 0,-1 0 0 0 0,0 0 1 0 0,1 0-1 0 0,-1 0 1 0 0,0 0-1 0 0,0 0 0 0 0,1 0 1 0 0,-1 0-1 0 0,0 0 1 0 0,0-1-1 0 0,1 1 0 0 0,-1 0 1 0 0,0 0-1 0 0,0 0 0 0 0,0 0 1 0 0,1-1-1 0 0,-1 1 1 0 0,0 0-1 0 0,0 0 0 0 0,0-1 1 0 0,1 1-1 0 0,-33 362-880 0 0,13-209-7445 0 0,12-101 3559 0 0,0-16-1663 0 0,1-9-1166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55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86 348 0 0,'4'-19'16676'0'0,"-5"11"-14534"0"0,-12 30-1972 0 0,-2 16-172 0 0,2 1 1 0 0,2 0-1 0 0,1 1 1 0 0,2 1-1 0 0,-4 63 0 0 0,11-95 9 0 0,1 0 0 0 0,0 0 0 0 0,0 0-1 0 0,1 0 1 0 0,1 0 0 0 0,-1 0 0 0 0,1 0-1 0 0,1-1 1 0 0,-1 1 0 0 0,2-1-1 0 0,-1 1 1 0 0,1-1 0 0 0,0 0 0 0 0,10 14-1 0 0,-8-16 13 0 0,-1 0 0 0 0,1-1 0 0 0,-1 1 0 0 0,2-1 0 0 0,-1 0 0 0 0,0 0 0 0 0,1-1 0 0 0,0 0 0 0 0,0 0 0 0 0,0-1 0 0 0,1 0 0 0 0,-1 0 0 0 0,1-1 0 0 0,-1 0 0 0 0,1 0 0 0 0,15 1 0 0 0,-5-1 42 0 0,0-1 0 0 0,0-1 0 0 0,0-1 0 0 0,0-1 0 0 0,0 0 1 0 0,-1-1-1 0 0,1-1 0 0 0,-1-1 0 0 0,0 0 0 0 0,0-2 0 0 0,27-13 0 0 0,-33 14-18 0 0,0-1 1 0 0,-1 0-1 0 0,0 0 0 0 0,0-1 1 0 0,-1 0-1 0 0,0-1 0 0 0,-1 0 0 0 0,0 0 1 0 0,0-1-1 0 0,-1 0 0 0 0,0-1 0 0 0,-1 1 1 0 0,0-1-1 0 0,0 0 0 0 0,-1-1 0 0 0,-1 1 1 0 0,5-22-1 0 0,-6 20-28 0 0,-1-1-1 0 0,-1 1 1 0 0,0 0-1 0 0,-1-1 1 0 0,-1 1 0 0 0,0-1-1 0 0,-1 1 1 0 0,0 0-1 0 0,-1-1 1 0 0,0 1 0 0 0,-1 0-1 0 0,-1 1 1 0 0,0-1-1 0 0,0 1 1 0 0,-2 0 0 0 0,1 0-1 0 0,-1 1 1 0 0,-1 0-1 0 0,-10-12 1 0 0,10 14-84 0 0,1 1 0 0 0,-1 1 0 0 0,0-1 0 0 0,-1 1 0 0 0,0 1 0 0 0,0 0 0 0 0,0 0 0 0 0,-1 0 0 0 0,0 1 0 0 0,0 1 0 0 0,0 0 0 0 0,0 0 0 0 0,-1 1 0 0 0,0 0 0 0 0,1 1 0 0 0,-1 0 0 0 0,0 1 0 0 0,0 0 0 0 0,0 1 0 0 0,0 0 0 0 0,0 1 0 0 0,0 0 0 0 0,-19 4 0 0 0,21-3-465 0 0,0 1 0 0 0,1 0 0 0 0,0 0 0 0 0,-1 1-1 0 0,-11 7 1 0 0,18-10 182 0 0,0 0-1 0 0,0 1 1 0 0,0-1-1 0 0,0 0 1 0 0,1 1-1 0 0,-1-1 1 0 0,0 1 0 0 0,1 0-1 0 0,-1 0 1 0 0,1-1-1 0 0,0 1 1 0 0,0 0-1 0 0,0 0 1 0 0,-1 0-1 0 0,2 1 1 0 0,-1-1 0 0 0,0 0-1 0 0,0 0 1 0 0,1 0-1 0 0,-1 1 1 0 0,1-1-1 0 0,0 0 1 0 0,0 0-1 0 0,0 1 1 0 0,0-1 0 0 0,0 0-1 0 0,1 4 1 0 0,4 4-4069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5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24 228 0 0,'14'-23'17393'0'0,"-12"32"-14842"0"0,-6 32-4139 0 0,3-29 2502 0 0,-17 296-1498 0 0,21-236-2563 0 0,5-23-3948 0 0,-4-29 827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56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65 1896 0 0,'-14'-23'7468'0'0,"-13"-12"-1308"0"0,26 33-5698 0 0,1 2-446 0 0,0 0 1 0 0,0 0-1 0 0,0-1 0 0 0,0 1 1 0 0,0 0-1 0 0,0 0 0 0 0,0 0 0 0 0,0 0 1 0 0,0-1-1 0 0,0 1 0 0 0,0 0 1 0 0,0 0-1 0 0,0 0 0 0 0,0 0 0 0 0,0-1 1 0 0,-1 1-1 0 0,1 0 0 0 0,0 0 1 0 0,0 0-1 0 0,0 0 0 0 0,0 0 0 0 0,0-1 1 0 0,0 1-1 0 0,-1 0 0 0 0,1 0 1 0 0,0 0-1 0 0,0 0 0 0 0,0 0 0 0 0,0 0 1 0 0,0 0-1 0 0,-1 0 0 0 0,1-1 1 0 0,0 1-1 0 0,0 0 0 0 0,0 0 1 0 0,-1 0-1 0 0,1 0 0 0 0,0 0 0 0 0,0 0 1 0 0,0 0-1 0 0,0 0 0 0 0,-1 0 1 0 0,1 0-1 0 0,0 0 0 0 0,0 0 0 0 0,0 0 1 0 0,0 1-1 0 0,-1-1 0 0 0,1 0 1 0 0,0 0-1 0 0,0 0 0 0 0,0 0 0 0 0,-1 0 1 0 0,-12 2 307 0 0,11-1-370 0 0,-5 4 115 0 0,1 0 0 0 0,1 1 0 0 0,-1 0-1 0 0,1 0 1 0 0,0 1 0 0 0,0-1 0 0 0,1 1 0 0 0,0 0-1 0 0,-3 8 1 0 0,-2 0 2 0 0,-13 22 52 0 0,2 2 0 0 0,-20 51 0 0 0,34-74-105 0 0,1 1-1 0 0,0-1 0 0 0,1 1 0 0 0,1 0 0 0 0,1 0 0 0 0,0 0 1 0 0,1 1-1 0 0,3 29 0 0 0,-1-40 10 0 0,0 0 0 0 0,1 0 0 0 0,0 0 1 0 0,0-1-1 0 0,0 1 0 0 0,1-1 0 0 0,0 1 0 0 0,0-1 0 0 0,0 0 1 0 0,1 0-1 0 0,0-1 0 0 0,0 1 0 0 0,1-1 0 0 0,0 0 0 0 0,0 0 0 0 0,0 0 1 0 0,0-1-1 0 0,1 1 0 0 0,-1-1 0 0 0,1-1 0 0 0,0 1 0 0 0,0-1 1 0 0,1 0-1 0 0,-1-1 0 0 0,1 1 0 0 0,-1-1 0 0 0,13 2 0 0 0,-9-2 64 0 0,0-1 0 0 0,-1 0-1 0 0,1 0 1 0 0,0-1-1 0 0,0-1 1 0 0,-1 1 0 0 0,1-2-1 0 0,0 1 1 0 0,-1-1 0 0 0,1-1-1 0 0,-1 0 1 0 0,0 0 0 0 0,0-1-1 0 0,0 0 1 0 0,0 0-1 0 0,-1-1 1 0 0,0 0 0 0 0,0-1-1 0 0,12-10 1 0 0,-9 5-46 0 0,0-2 0 0 0,-1 1 0 0 0,-1-1 1 0 0,0-1-1 0 0,0 0 0 0 0,-2 0 0 0 0,1 0 0 0 0,-2-1 0 0 0,0 0 1 0 0,-1-1-1 0 0,0 1 0 0 0,-2-1 0 0 0,1 0 0 0 0,-2 0 0 0 0,0 0 0 0 0,-1-17 1 0 0,-1 22-84 0 0,0 0 0 0 0,-1 0 0 0 0,0 1 0 0 0,-1-1 0 0 0,0 0 0 0 0,0 0 1 0 0,-2 1-1 0 0,1 0 0 0 0,-1-1 0 0 0,0 1 0 0 0,-1 1 0 0 0,-1-1 1 0 0,1 1-1 0 0,-1 0 0 0 0,-1 0 0 0 0,0 0 0 0 0,0 1 0 0 0,-1 0 0 0 0,1 1 1 0 0,-2 0-1 0 0,1 0 0 0 0,-1 0 0 0 0,0 1 0 0 0,-16-8 0 0 0,15 9-671 0 0,-1 1 0 0 0,1 0 0 0 0,-15-3 0 0 0,21 6-219 0 0,0 0 0 0 0,0 0-1 0 0,0 1 1 0 0,-1 0 0 0 0,1 0 0 0 0,0 0 0 0 0,0 0-1 0 0,-1 1 1 0 0,1 0 0 0 0,0-1 0 0 0,-5 3 0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57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92 528 0 0,'2'-1'2224'0'0,"9"-11"2409"0"0,-1 0 1 0 0,15-21 0 0 0,-4 5 1450 0 0,-21 27-6071 0 0,0 1 1 0 0,1 0 0 0 0,-1 0-1 0 0,0-1 1 0 0,0 1 0 0 0,0 0-1 0 0,0 0 1 0 0,0-1 0 0 0,0 1-1 0 0,1 0 1 0 0,-1 0 0 0 0,0 0-1 0 0,0-1 1 0 0,0 1 0 0 0,1 0-1 0 0,-1 0 1 0 0,0 0 0 0 0,0 0-1 0 0,1-1 1 0 0,-1 1 0 0 0,0 0-1 0 0,0 0 1 0 0,1 0 0 0 0,-1 0-1 0 0,0 0 1 0 0,0 0 0 0 0,1 0-1 0 0,1 14 73 0 0,0 1-1 0 0,0 0 0 0 0,-2 0 0 0 0,0 0 0 0 0,-3 24 0 0 0,1-18-25 0 0,-16 325 667 0 0,16-234-2483 0 0,9-37-5994 0 0,-5-63 2792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58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1944 0 0,'-15'44'17537'0'0,"16"-43"-17419"0"0,0 0 0 0 0,0-1 0 0 0,0 1 0 0 0,0 0-1 0 0,0-1 1 0 0,0 1 0 0 0,0-1 0 0 0,0 0 0 0 0,1 1 0 0 0,-1-1 0 0 0,0 0-1 0 0,1 1 1 0 0,241-11 1570 0 0,-185 12-1682 0 0,-1 2 0 0 0,74 15 0 0 0,-120-16-20 0 0,1 0 0 0 0,0 1-1 0 0,-1 0 1 0 0,1 0-1 0 0,-1 1 1 0 0,0 1 0 0 0,-1 0-1 0 0,14 9 1 0 0,-18-10 0 0 0,0 0 0 0 0,-1 0 0 0 0,1 1 0 0 0,-1 0 1 0 0,0 0-1 0 0,0 0 0 0 0,-1 1 0 0 0,0 0 0 0 0,0-1 0 0 0,0 1 1 0 0,-1 1-1 0 0,0-1 0 0 0,4 15 0 0 0,-2 7-13 0 0,0 0 1 0 0,-2 0-1 0 0,-1 59 0 0 0,-17 91 212 0 0,6-94-158 0 0,-24 524 449 0 0,24 1 1574 0 0,8-485-1688 0 0,-2 407-184 0 0,-3 288 1099 0 0,-23 3 368 0 0,-45 74 1202 0 0,48-644-1416 0 0,9-146-1431 0 0,15-94 0 0 0,-1 1 0 0 0,1-3 0 0 0,-1-2 0 0 0,-3 0 0 0 0,-6-3 0 0 0,-7-5 0 0 0,-15-5-450 0 0,1-1-1 0 0,1-1 1 0 0,-57-20-1 0 0,57 16 35 0 0,-122-44-4419 0 0,132 45 3158 0 0,1-1 1 0 0,1-1-1 0 0,0-1 0 0 0,0-1 0 0 0,-18-16 0 0 0,13 3-3667 0 0,4-2-2561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59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0 1624 0 0,'-27'6'6573'0'0,"-9"5"-1766"0"0,35-11-4388 0 0,-2 1 30 0 0,-5 3 841 0 0,10-2-1238 0 0,0-1 1 0 0,0 1-1 0 0,0-1 1 0 0,0 0-1 0 0,1 0 1 0 0,-1 0-1 0 0,0 0 1 0 0,1 0-1 0 0,-1 0 0 0 0,0 0 1 0 0,1-1-1 0 0,-1 1 1 0 0,1-1-1 0 0,2 0 1 0 0,44 2 172 0 0,-31-2-107 0 0,33 1 25 0 0,96 6-1435 0 0,-126-4-117 0 0,0 0 0 0 0,29 10 0 0 0,-29-5-2094 0 0,-3-1-1506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0:59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1 164 0 0,'-86'49'9957'0'0,"42"-25"-5535"0"0,44-24-4373 0 0,-1 0 0 0 0,1 0 1 0 0,0 0-1 0 0,0 0 0 0 0,-1 0 0 0 0,1 0 1 0 0,0 0-1 0 0,0 1 0 0 0,0-1 1 0 0,-1 0-1 0 0,1 0 0 0 0,0 0 1 0 0,0 0-1 0 0,0 0 0 0 0,-1 0 1 0 0,1 0-1 0 0,0 1 0 0 0,0-1 0 0 0,0 0 1 0 0,0 0-1 0 0,0 0 0 0 0,-1 0 1 0 0,1 1-1 0 0,0-1 0 0 0,0 0 1 0 0,0 0-1 0 0,0 0 0 0 0,0 1 0 0 0,0-1 1 0 0,0 0-1 0 0,0 0 0 0 0,0 1 1 0 0,0-1-1 0 0,0 0 0 0 0,0 0 1 0 0,0 0-1 0 0,0 1 0 0 0,0-1 1 0 0,0 0-1 0 0,0 0 0 0 0,0 1 0 0 0,0-1 1 0 0,0 0-1 0 0,0 0 0 0 0,0 0 1 0 0,0 1-1 0 0,0-1 0 0 0,1 0 1 0 0,14 3 905 0 0,150-18 25 0 0,-103 7-1012 0 0,13-1-721 0 0,121-15-3151 0 0,-66 4-3111 0 0,-86 13 2229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1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885 32 1056 0 0,'-2'-9'14197'0'0,"-5"5"-14131"0"0,-1 1-1 0 0,0 0 0 0 0,1 0 0 0 0,-1 1 0 0 0,0 0 1 0 0,0 0-1 0 0,-1 1 0 0 0,1 0 0 0 0,0 0 1 0 0,0 1-1 0 0,-1 0 0 0 0,1 1 0 0 0,0-1 0 0 0,0 2 1 0 0,0-1-1 0 0,0 1 0 0 0,0 0 0 0 0,0 1 0 0 0,0 0 1 0 0,-12 6-1 0 0,12-3-82 0 0,0-1-1 0 0,1 1 1 0 0,0 0 0 0 0,0 1 0 0 0,0 0-1 0 0,1 0 1 0 0,0 0 0 0 0,-8 12 0 0 0,-35 69 23 0 0,48-85-5 0 0,-18 39-10 0 0,2 0 1 0 0,-18 66 0 0 0,-11 93 10 0 0,40-172 4 0 0,-55 396 244 0 0,29 5 632 0 0,11-127-20 0 0,-71 499 360 0 0,-31-5 1036 0 0,118-771-2185 0 0,-42 231 998 0 0,-29 232 1682 0 0,75-473-2707 0 0,0 0 1 0 0,1-1-1 0 0,1 1 0 0 0,0 0 0 0 0,1-1 1 0 0,5 18-1 0 0,-6-28-26 0 0,1 0 1 0 0,0 0-1 0 0,0-1 0 0 0,0 1 1 0 0,0-1-1 0 0,1 1 0 0 0,0-1 1 0 0,0 0-1 0 0,0 0 0 0 0,0 0 1 0 0,1 0-1 0 0,-1 0 0 0 0,1-1 1 0 0,0 0-1 0 0,0 0 0 0 0,0 0 1 0 0,1 0-1 0 0,-1-1 0 0 0,1 1 0 0 0,-1-1 1 0 0,1 0-1 0 0,8 2 0 0 0,10 1-46 0 0,-1-2 1 0 0,1 0-1 0 0,-1-1 0 0 0,1-1 0 0 0,41-4 0 0 0,113-24-1530 0 0,-163 24 1369 0 0,85-18-2953 0 0,131-46 1 0 0,-18-16-6253 0 0,-140 50 2745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2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12 1116 0 0,'0'0'3941'0'0,"-2"-1"-3144"0"0,0 1 0 0 0,0 0-1 0 0,0 0 1 0 0,0 0 0 0 0,0 0 0 0 0,0 1-1 0 0,-1-1 1 0 0,-1 1 0 0 0,-2 9-426 0 0,1 1 1 0 0,0-1-1 0 0,0 1 1 0 0,1 0-1 0 0,1 0 1 0 0,-3 13-1 0 0,-10 74 321 0 0,13-79-551 0 0,1 2-64 0 0,0-1 1 0 0,2 1-1 0 0,0-1 1 0 0,1 0 0 0 0,7 35-1 0 0,-7-47-44 0 0,1 0 0 0 0,0 0 0 0 0,1 0 0 0 0,-1 0-1 0 0,1-1 1 0 0,1 1 0 0 0,0-1 0 0 0,0 0 0 0 0,0 0 0 0 0,1-1 0 0 0,0 1-1 0 0,0-1 1 0 0,0 0 0 0 0,1 0 0 0 0,0-1 0 0 0,0 1 0 0 0,8 4 0 0 0,-8-7 35 0 0,-1 0 1 0 0,0-1-1 0 0,0 0 1 0 0,1 0-1 0 0,-1 0 1 0 0,1-1-1 0 0,-1 1 1 0 0,1-1-1 0 0,0-1 1 0 0,0 1 0 0 0,-1-1-1 0 0,1 0 1 0 0,0 0-1 0 0,0 0 1 0 0,0-1-1 0 0,-1 0 1 0 0,1 0-1 0 0,0-1 1 0 0,-1 0-1 0 0,1 0 1 0 0,-1 0 0 0 0,0 0-1 0 0,0-1 1 0 0,0 0-1 0 0,0 0 1 0 0,0 0-1 0 0,0-1 1 0 0,-1 0-1 0 0,5-4 1 0 0,1-3-12 0 0,0 1 1 0 0,-1-1 0 0 0,0-1-1 0 0,-1 0 1 0 0,0 0-1 0 0,-1 0 1 0 0,0-1-1 0 0,-1 0 1 0 0,-1-1 0 0 0,7-21-1 0 0,-8 20-33 0 0,-1 0 0 0 0,-1 1-1 0 0,0-1 1 0 0,-1 0 0 0 0,-1 0 0 0 0,0 0-1 0 0,-1 0 1 0 0,-5-28 0 0 0,4 33-25 0 0,-1 1 0 0 0,0 0 0 0 0,-1 0 0 0 0,1 0 0 0 0,-2 1 0 0 0,1-1 0 0 0,-1 1 0 0 0,0 0-1 0 0,-1 0 1 0 0,0 1 0 0 0,0 0 0 0 0,-1 0 0 0 0,0 0 0 0 0,-14-10 0 0 0,15 13-20 0 0,0 0 0 0 0,0 0 0 0 0,-1 1 0 0 0,0 0 0 0 0,1 0 0 0 0,-1 1 0 0 0,0-1 0 0 0,0 2 0 0 0,0-1 0 0 0,-1 1 0 0 0,1 0 0 0 0,0 0 0 0 0,-1 1 0 0 0,1 0 0 0 0,0 1 0 0 0,0-1 0 0 0,-1 1 0 0 0,1 1 0 0 0,-13 3-1 0 0,12-2-239 0 0,1 0 0 0 0,0 0 0 0 0,0 1 0 0 0,0 0 0 0 0,1 0 0 0 0,-1 1 0 0 0,1-1 0 0 0,0 1 0 0 0,1 1 0 0 0,-1-1 0 0 0,-9 13-1 0 0,13-14-25 0 0,-1-1-1 0 0,1 1 1 0 0,0 0-1 0 0,0 0 0 0 0,0 0 1 0 0,0 1-1 0 0,1-1 1 0 0,0 0-1 0 0,0 1 0 0 0,0-1 1 0 0,0 0-1 0 0,0 9 0 0 0,2-9-341 0 0,-1 0 0 0 0,0 0-1 0 0,1 0 1 0 0,0 0-1 0 0,0 0 1 0 0,0 0 0 0 0,0 0-1 0 0,4 6 1 0 0,5 6-3615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2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79 2764 0 0,'15'-19'10076'0'0,"-22"27"-8867"0"0,1 0 1 0 0,0 0 0 0 0,-10 18-1 0 0,-18 45-224 0 0,-20 84-1100 0 0,51-142 152 0 0,0 0 0 0 0,0 0 0 0 0,1 0 0 0 0,1 0 1 0 0,0 0-1 0 0,1 0 0 0 0,1 0 0 0 0,0 1 0 0 0,3 15 1 0 0,-2-23 28 0 0,-1 0 1 0 0,1 0 0 0 0,1 0-1 0 0,-1 0 1 0 0,1 0 0 0 0,0-1-1 0 0,0 1 1 0 0,1-1 0 0 0,-1 0-1 0 0,1 0 1 0 0,0 0 0 0 0,1 0-1 0 0,-1-1 1 0 0,1 0 0 0 0,0 0-1 0 0,0 0 1 0 0,0-1 0 0 0,0 1-1 0 0,1-1 1 0 0,-1 0 0 0 0,8 2 0 0 0,-2-2 7 0 0,-1 0 1 0 0,1 0 0 0 0,0-1-1 0 0,-1-1 1 0 0,1 0 0 0 0,0 0 0 0 0,0-1-1 0 0,0-1 1 0 0,0 0 0 0 0,0 0 0 0 0,0-1-1 0 0,-1 0 1 0 0,1-1 0 0 0,-1 0 0 0 0,1-1-1 0 0,18-9 1 0 0,-11 3 17 0 0,1 0 0 0 0,-2-2 0 0 0,0 0 1 0 0,0-1-1 0 0,-1 0 0 0 0,-1-2 0 0 0,26-30 0 0 0,-28 30-40 0 0,-1-2-1 0 0,-1 0 1 0 0,-1 0-1 0 0,0-1 0 0 0,-1 0 1 0 0,-1 0-1 0 0,-1-1 1 0 0,0 0-1 0 0,3-21 1 0 0,-8 32-40 0 0,-1 0 0 0 0,0 0-1 0 0,0 0 1 0 0,-1 0 0 0 0,0 0 0 0 0,0 0 0 0 0,-1 0 0 0 0,0 0-1 0 0,-1 0 1 0 0,1 0 0 0 0,-1 0 0 0 0,-1 0 0 0 0,0 1 0 0 0,0-1-1 0 0,0 1 1 0 0,-1 0 0 0 0,0 0 0 0 0,0 0 0 0 0,-1 0 0 0 0,0 1-1 0 0,0 0 1 0 0,-1 0 0 0 0,0 0 0 0 0,-11-9 0 0 0,7 9-149 0 0,0-1 0 0 0,-1 1 0 0 0,1 1-1 0 0,-1 0 1 0 0,-1 1 0 0 0,1 0 0 0 0,0 0 0 0 0,-1 1 0 0 0,0 1 0 0 0,-14-2 0 0 0,19 3-344 0 0,0 1 1 0 0,0 0-1 0 0,0 0 0 0 0,0 0 1 0 0,1 1-1 0 0,-1 0 0 0 0,0 0 1 0 0,0 0-1 0 0,1 1 1 0 0,-1 0-1 0 0,1 1 0 0 0,-1-1 1 0 0,1 1-1 0 0,0 0 1 0 0,0 1-1 0 0,0 0 0 0 0,1 0 1 0 0,-11 9-1 0 0,2 8-5195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3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48 1976 0 0,'-5'-5'15816'0'0,"33"-1"-15000"0"0,0 2 0 0 0,33 0 0 0 0,24-4-533 0 0,-29 4-102 0 0,12-3-1195 0 0,-9-3-11757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3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68 0 0,'26'-26'19741'0'0,"-26"26"-19656"0"0,3 27 3741 0 0,-2-17-3606 0 0,2 40 1306 0 0,-3 1 1 0 0,-5 52-1 0 0,3-82-1324 0 0,-2 62 218 0 0,-16 142 316 0 0,18-206-414 0 0,2-3-5939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4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415 117 2044 0 0,'2'-8'2112'0'0,"0"0"0"0"0,-1 0 0 0 0,-1 0-1 0 0,0-13 1 0 0,0 18-1258 0 0,-3-4 601 0 0,3 6-1374 0 0,0 0 1 0 0,0 0 0 0 0,0 0 0 0 0,-1 0-1 0 0,1 0 1 0 0,0 0 0 0 0,-1 0-1 0 0,1 0 1 0 0,0 0 0 0 0,-1 1 0 0 0,1-1-1 0 0,-1 0 1 0 0,1 0 0 0 0,-1 0 0 0 0,0 1-1 0 0,1-1 1 0 0,-1 0 0 0 0,0 1 0 0 0,1-1-1 0 0,-1 1 1 0 0,0-1 0 0 0,0 1-1 0 0,0-1 1 0 0,-1 0 0 0 0,-2 2-82 0 0,1 1 1 0 0,-1-1 0 0 0,0 1-1 0 0,1-1 1 0 0,0 1-1 0 0,-1 1 1 0 0,1-1 0 0 0,0 0-1 0 0,0 1 1 0 0,0-1-1 0 0,0 1 1 0 0,-4 5 0 0 0,-34 45-24 0 0,33-41 40 0 0,-13 17 234 0 0,2 1-1 0 0,1 1 1 0 0,-20 47 0 0 0,32-63-169 0 0,1-1 0 0 0,0 1-1 0 0,1 0 1 0 0,1 0 0 0 0,0 1 0 0 0,1-1 0 0 0,1 0 0 0 0,0 1 0 0 0,1 0 0 0 0,2 21 0 0 0,-1-32 61 0 0,0-1-1 0 0,0 0 0 0 0,0 1 1 0 0,1-1-1 0 0,-1 0 1 0 0,1 0-1 0 0,0 0 1 0 0,0 0-1 0 0,1 0 1 0 0,-1-1-1 0 0,1 1 1 0 0,-1 0-1 0 0,1-1 1 0 0,0 0-1 0 0,1 0 1 0 0,3 3-1 0 0,-2-2 95 0 0,0-1 0 0 0,1 0 0 0 0,-1-1 0 0 0,1 1 0 0 0,0-1 0 0 0,0 0 1 0 0,-1 0-1 0 0,1-1 0 0 0,0 0 0 0 0,11 1 0 0 0,-4-1 90 0 0,0-2 0 0 0,0 1 0 0 0,0-2 0 0 0,0 1 0 0 0,0-2 0 0 0,-1 0 0 0 0,1 0 0 0 0,-1-1 0 0 0,1-1 0 0 0,15-8 1 0 0,-8 1-29 0 0,-2 0 1 0 0,0-1 0 0 0,0-2 0 0 0,-1 1-1 0 0,-1-2 1 0 0,0 0 0 0 0,-2-1 0 0 0,1-1-1 0 0,17-30 1 0 0,-27 41-270 0 0,-1 0 0 0 0,0-1 1 0 0,-1 0-1 0 0,1 1 0 0 0,-2-1 0 0 0,1 0 0 0 0,-1-1 1 0 0,0 1-1 0 0,-1 0 0 0 0,0 0 0 0 0,0-1 0 0 0,-1 1 0 0 0,0-1 1 0 0,0 1-1 0 0,-1-1 0 0 0,0 1 0 0 0,0 0 0 0 0,-1-1 0 0 0,-1 1 1 0 0,1 0-1 0 0,-1 0 0 0 0,0 1 0 0 0,-1-1 0 0 0,0 0 0 0 0,0 1 1 0 0,-1 0-1 0 0,0 0 0 0 0,0 0 0 0 0,0 1 0 0 0,-1 0 1 0 0,0 0-1 0 0,0 0 0 0 0,-1 1 0 0 0,-10-8 0 0 0,-4 0-557 0 0,0 1 1 0 0,-1 1-1 0 0,0 1 0 0 0,-1 0 0 0 0,0 2 0 0 0,-1 1 0 0 0,1 0 0 0 0,-1 2 1 0 0,-35-3-1 0 0,21 5-2761 0 0,-65 3 1 0 0,-35 16-7210 0 0,101-9 3699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6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45 1348 0 0,'9'-3'12587'0'0,"-9"14"-12575"0"0,-1 0 0 0 0,-1 0 1 0 0,0-1-1 0 0,0 1 0 0 0,-1-1 0 0 0,0 1 0 0 0,-5 9 0 0 0,-2 8 1 0 0,5-12-6 0 0,-11 30 23 0 0,3 2-1 0 0,2-1 1 0 0,-10 83 0 0 0,21-123 29 0 0,0 0 0 0 0,0 0 1 0 0,1 0-1 0 0,-1 0 0 0 0,1 0 0 0 0,1 0 1 0 0,0 0-1 0 0,0 0 0 0 0,0-1 1 0 0,5 12-1 0 0,-5-15 23 0 0,1 1 0 0 0,-1-1 1 0 0,1 0-1 0 0,-1 0 0 0 0,1 0 0 0 0,0 0 0 0 0,0 0 1 0 0,0-1-1 0 0,1 1 0 0 0,-1-1 0 0 0,1 0 1 0 0,-1 0-1 0 0,1 0 0 0 0,0 0 0 0 0,0-1 1 0 0,-1 1-1 0 0,1-1 0 0 0,0 0 0 0 0,7 1 1 0 0,2-1 51 0 0,1 0 0 0 0,-1-1 1 0 0,1-1-1 0 0,-1 0 0 0 0,1-1 1 0 0,-1 0-1 0 0,0-1 0 0 0,0 0 1 0 0,0-1-1 0 0,0-1 0 0 0,0 0 1 0 0,-1 0-1 0 0,0-2 0 0 0,0 1 1 0 0,-1-2-1 0 0,19-14 0 0 0,-14 9-34 0 0,-1 0-1 0 0,-1-1 1 0 0,0-1-1 0 0,-1 0 1 0 0,0-1-1 0 0,-1 0 1 0 0,-1-1-1 0 0,-1 0 1 0 0,0-1-1 0 0,12-31 1 0 0,-19 39-73 0 0,0-1-1 0 0,0 1 1 0 0,-1-1 0 0 0,0 0 0 0 0,-1 0-1 0 0,0 0 1 0 0,-1 0 0 0 0,0 0-1 0 0,0 0 1 0 0,-5-18 0 0 0,3 20-30 0 0,0 1 0 0 0,-1-1 0 0 0,0 1 0 0 0,0 0 0 0 0,-1 0 0 0 0,-1 0 0 0 0,1 0 0 0 0,-1 1 0 0 0,0 0 0 0 0,-1 0 0 0 0,0 0 0 0 0,0 0 0 0 0,-11-8 0 0 0,8 8-45 0 0,-1 0 0 0 0,0 1 0 0 0,0 0 0 0 0,0 1 0 0 0,0 0 0 0 0,-1 1 0 0 0,0 0 0 0 0,0 0 0 0 0,0 2 0 0 0,-1-1 0 0 0,1 1 0 0 0,0 1 0 0 0,-1 0 0 0 0,-18 1 0 0 0,23 0-285 0 0,0 0 0 0 0,0 1 0 0 0,0 1 0 0 0,0-1 0 0 0,0 1 0 0 0,0 0 0 0 0,0 0 0 0 0,1 1 0 0 0,-1 0 0 0 0,1 0 0 0 0,0 1 0 0 0,0 0 0 0 0,0 0 0 0 0,0 0 0 0 0,1 1 0 0 0,-1-1 0 0 0,1 1 0 0 0,1 1 0 0 0,-1-1 0 0 0,1 1 0 0 0,-1 0-1 0 0,2 0 1 0 0,-1 0 0 0 0,-4 11 0 0 0,7-15-98 0 0,0 0-1 0 0,0 0 1 0 0,1 1-1 0 0,-1-1 0 0 0,1 0 1 0 0,-1 1-1 0 0,1-1 0 0 0,0 1 1 0 0,0-1-1 0 0,0 3 1 0 0,3 9-3470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6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69 76 0 0,'9'-48'9543'0'0,"-8"46"-8700"0"0,-1-2 6 0 0,1-11 1300 0 0,1 28-908 0 0,1 67-336 0 0,-13 132 0 0 0,-1-3-2891 0 0,13-171-493 0 0,2-13-1940 0 0,0-9-804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9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28 452 0 0,'22'-26'11087'0'0,"-22"26"-11050"0"0,0 0 0 0 0,0-1 0 0 0,0 1-1 0 0,0 0 1 0 0,0 0 0 0 0,0 0 0 0 0,1 0 0 0 0,-1 0-1 0 0,0 0 1 0 0,0 0 0 0 0,0 0 0 0 0,0 0 0 0 0,0 0 0 0 0,1-1-1 0 0,-1 1 1 0 0,0 0 0 0 0,0 0 0 0 0,0 0 0 0 0,0 0 0 0 0,1 0-1 0 0,-1 0 1 0 0,0 0 0 0 0,0 0 0 0 0,0 0 0 0 0,0 0-1 0 0,1 0 1 0 0,-1 0 0 0 0,0 1 0 0 0,0-1 0 0 0,0 0 0 0 0,0 0-1 0 0,1 0 1 0 0,-1 0 0 0 0,0 0 0 0 0,0 0 0 0 0,0 0 0 0 0,0 0-1 0 0,0 0 1 0 0,0 1 0 0 0,1-1 0 0 0,-1 0 0 0 0,0 0-1 0 0,0 0 1 0 0,0 0 0 0 0,0 0 0 0 0,0 0 0 0 0,0 1 0 0 0,0-1-1 0 0,0 0 1 0 0,0 0 0 0 0,0 0 0 0 0,0 0 0 0 0,0 1 0 0 0,0-1-1 0 0,1 0 1 0 0,-1 0 0 0 0,0 0 0 0 0,-1 0 0 0 0,1 1 0 0 0,0-1-1 0 0,0 0 1 0 0,2 21 851 0 0,-5 24-159 0 0,-26 124 609 0 0,-11 67-1499 0 0,39-229-131 0 0,-2 11-997 0 0,0 35 1 0 0,3-47 363 0 0,1 0-1 0 0,-1-1 1 0 0,1 1 0 0 0,0-1-1 0 0,1 1 1 0 0,2 5-1 0 0,2 3-3939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64 4 0 0,'0'0'11999'0'0,"-4"12"-10831"0"0,-2 14-615 0 0,0 0-1 0 0,2 0 1 0 0,2 1-1 0 0,0-1 0 0 0,1 0 1 0 0,6 45-1 0 0,-4-66-502 0 0,0 0-1 0 0,0 0 1 0 0,0 0 0 0 0,1 0-1 0 0,0-1 1 0 0,0 1-1 0 0,0-1 1 0 0,0 0 0 0 0,1 1-1 0 0,0-1 1 0 0,0 0 0 0 0,0 0-1 0 0,0-1 1 0 0,1 1-1 0 0,-1-1 1 0 0,6 4 0 0 0,-3-3 32 0 0,-1-1 0 0 0,1 0 1 0 0,-1-1-1 0 0,1 1 0 0 0,0-1 1 0 0,0-1-1 0 0,0 1 0 0 0,1-1 1 0 0,-1 0-1 0 0,0 0 0 0 0,10 0 1 0 0,-2-2 51 0 0,0 0-1 0 0,0-1 1 0 0,-1 0 0 0 0,1-1 0 0 0,0 0 0 0 0,-1-1 0 0 0,0-1 0 0 0,0 0-1 0 0,0-1 1 0 0,-1 0 0 0 0,13-9 0 0 0,-12 6 9 0 0,-1-1 1 0 0,0 0 0 0 0,-1-1-1 0 0,0-1 1 0 0,0 1-1 0 0,16-26 1 0 0,-21 28-39 0 0,-1 0 0 0 0,0-1 0 0 0,0 1 1 0 0,-1-1-1 0 0,0 0 0 0 0,0-1 0 0 0,-1 1 0 0 0,-1 0 1 0 0,0-1-1 0 0,1-21 0 0 0,-3 27-100 0 0,0 1 0 0 0,0-1 1 0 0,-1 1-1 0 0,1-1 0 0 0,-1 1 0 0 0,-1 0 0 0 0,1-1 0 0 0,-1 1 0 0 0,1 0 0 0 0,-1 0 1 0 0,0 0-1 0 0,-1 0 0 0 0,1 0 0 0 0,-1 0 0 0 0,1 1 0 0 0,-1-1 0 0 0,-4-3 1 0 0,2 3 2 0 0,-1 0 0 0 0,1 0 0 0 0,-1 0 1 0 0,0 0-1 0 0,0 1 0 0 0,0 0 0 0 0,-1 1 0 0 0,1-1 1 0 0,0 1-1 0 0,-12-2 0 0 0,8 2-241 0 0,-1 1 0 0 0,1 0-1 0 0,0 0 1 0 0,0 1 0 0 0,0 1 0 0 0,0 0 0 0 0,-11 2-1 0 0,14-2-291 0 0,0 1 0 0 0,0 0 0 0 0,0 0 0 0 0,1 1 0 0 0,-1 0 0 0 0,1 0 0 0 0,0 0 0 0 0,0 1 0 0 0,0 0-1 0 0,-5 5 1 0 0,-1 6-2038 0 0,7-2-2180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12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37 1480 0 0,'-1'-20'11671'0'0,"-5"32"-11228"0"0,0 0 1 0 0,2 0 0 0 0,-1 1 0 0 0,2 0 0 0 0,-5 25 0 0 0,5-13-167 0 0,0 0 1 0 0,3 35 0 0 0,0-50-201 0 0,1 0 0 0 0,1 0 0 0 0,0-1 0 0 0,0 1 0 0 0,1 0 0 0 0,0-1-1 0 0,1 0 1 0 0,0 0 0 0 0,0 0 0 0 0,1 0 0 0 0,0-1 0 0 0,0 0 0 0 0,1 0 0 0 0,0 0 0 0 0,1 0 0 0 0,12 10 0 0 0,-13-13 21 0 0,1 0 1 0 0,0 0-1 0 0,0 0 0 0 0,0-1 1 0 0,0 0-1 0 0,1-1 1 0 0,0 1-1 0 0,0-1 0 0 0,0-1 1 0 0,0 0-1 0 0,0 0 1 0 0,1 0-1 0 0,-1-1 0 0 0,0-1 1 0 0,1 1-1 0 0,-1-1 1 0 0,1 0-1 0 0,-1-1 0 0 0,0 0 1 0 0,9-3-1 0 0,-10 3 16 0 0,0-2-1 0 0,0 1 1 0 0,0-1-1 0 0,0 0 0 0 0,-1 0 1 0 0,1-1-1 0 0,-1 0 1 0 0,0 0-1 0 0,0-1 1 0 0,0 1-1 0 0,-1-1 1 0 0,0 0-1 0 0,0-1 1 0 0,8-10-1 0 0,-7 7-52 0 0,-1 1 0 0 0,0-1 1 0 0,-1-1-1 0 0,0 1 0 0 0,0-1 0 0 0,-1 1 0 0 0,0-1 1 0 0,-1 0-1 0 0,0 0 0 0 0,1-12 0 0 0,-3 11-52 0 0,0 0 0 0 0,0 0-1 0 0,0 0 1 0 0,-2 0 0 0 0,1 1 0 0 0,-1-1-1 0 0,-1 0 1 0 0,0 1 0 0 0,-7-16 0 0 0,7 19-13 0 0,-1 0 0 0 0,0 0 0 0 0,0 0 0 0 0,0 1-1 0 0,-1-1 1 0 0,0 1 0 0 0,-1 1 0 0 0,1-1 0 0 0,-1 1 0 0 0,0-1 0 0 0,0 2 0 0 0,-1-1 0 0 0,-11-6 0 0 0,5 5-85 0 0,-1 1-1 0 0,0 0 1 0 0,0 0-1 0 0,-1 1 0 0 0,-27-3 1 0 0,33 6-443 0 0,-1 0 1 0 0,1 1-1 0 0,0 0 1 0 0,0 0-1 0 0,0 1 1 0 0,0 1-1 0 0,0-1 0 0 0,0 1 1 0 0,0 1-1 0 0,-15 6 1 0 0,8 6-2319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12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121 163 2196 0 0,'10'-8'8320'0'0,"-29"31"724"0"0,-45 77-8674 0 0,56-87-347 0 0,1 1 0 0 0,1 0 0 0 0,0 0 0 0 0,1 1 0 0 0,0-1 0 0 0,-4 31 0 0 0,8-41-12 0 0,1 1 0 0 0,-1-1 0 0 0,1 1-1 0 0,0-1 1 0 0,1 1 0 0 0,-1-1 0 0 0,1 0 0 0 0,-1 1 0 0 0,1-1 0 0 0,1 0 0 0 0,-1 0 0 0 0,1 1 0 0 0,-1-1 0 0 0,1 0 0 0 0,0 0 0 0 0,1-1 0 0 0,-1 1 0 0 0,1 0-1 0 0,-1-1 1 0 0,1 1 0 0 0,0-1 0 0 0,0 0 0 0 0,1 0 0 0 0,-1 0 0 0 0,1-1 0 0 0,-1 1 0 0 0,1-1 0 0 0,6 3 0 0 0,-2-1 42 0 0,-1-1 0 0 0,1 0 0 0 0,0-1 0 0 0,0 0 0 0 0,0 0 0 0 0,0-1 0 0 0,1 0 0 0 0,-1 0 0 0 0,0-1 0 0 0,1 0 0 0 0,-1 0 0 0 0,10-3 0 0 0,-7 1 31 0 0,0-1 1 0 0,-1 0 0 0 0,1-1-1 0 0,0 0 1 0 0,-1 0-1 0 0,0-1 1 0 0,0-1-1 0 0,12-8 1 0 0,-9 4-27 0 0,0-1-1 0 0,-1 0 1 0 0,0 0-1 0 0,-1-1 1 0 0,0-1 0 0 0,-1 0-1 0 0,0 0 1 0 0,-1-1 0 0 0,-1-1-1 0 0,0 1 1 0 0,-1-1 0 0 0,7-20-1 0 0,-10 21-37 0 0,0 1 0 0 0,-1-1 0 0 0,0 0 0 0 0,-1 0 0 0 0,-1 0 0 0 0,-1 0 0 0 0,0-20 0 0 0,-1 28-34 0 0,0-1 0 0 0,-1 0 1 0 0,1 0-1 0 0,-1 1 0 0 0,-1-1 0 0 0,1 1 1 0 0,-1 0-1 0 0,0-1 0 0 0,0 1 0 0 0,-1 1 1 0 0,0-1-1 0 0,0 0 0 0 0,0 1 0 0 0,-1 0 1 0 0,1 0-1 0 0,-1 0 0 0 0,-7-4 0 0 0,1 1-250 0 0,0 1 0 0 0,-1 0-1 0 0,0 0 1 0 0,0 2-1 0 0,0 0 1 0 0,-25-7-1 0 0,30 9-295 0 0,-1 2 0 0 0,0-1 0 0 0,0 1 0 0 0,0 0 0 0 0,0 1 0 0 0,0 0 0 0 0,0 0 1 0 0,0 1-1 0 0,0 0 0 0 0,0 0 0 0 0,0 1 0 0 0,-13 4 0 0 0,3 9-5112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7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72 1536 0 0,'-3'-1'2052'0'0,"-52"-25"11098"0"0,47 23-11622 0 0,-4-2 254 0 0,13 2-1337 0 0,10-1-537 0 0,47-5-212 0 0,72-3-1 0 0,-76 9-3965 0 0,-2-2-4811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7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 1540 0 0,'-3'0'1610'0'0,"-2"2"-1038"0"0,0 0-1 0 0,0 0 0 0 0,0 1 1 0 0,0-1-1 0 0,1 1 1 0 0,-1 0-1 0 0,1 1 1 0 0,0-1-1 0 0,0 1 0 0 0,0-1 1 0 0,-6 9-1 0 0,5-5-237 0 0,0-1-1 0 0,1 2 1 0 0,0-1-1 0 0,0 0 1 0 0,0 1-1 0 0,1-1 1 0 0,-3 15-1 0 0,4-15-215 0 0,0 0-1 0 0,1 0 1 0 0,0 0 0 0 0,0 0-1 0 0,1 0 1 0 0,0 1 0 0 0,0-1-1 0 0,1 0 1 0 0,-1 0 0 0 0,2 0-1 0 0,-1 1 1 0 0,1-1 0 0 0,0-1-1 0 0,0 1 1 0 0,1 0 0 0 0,0 0-1 0 0,0-1 1 0 0,1 0 0 0 0,0 1-1 0 0,5 5 1 0 0,-6-9 16 0 0,1 1 0 0 0,0-1 0 0 0,0 0-1 0 0,0 0 1 0 0,0 0 0 0 0,1 0 0 0 0,-1-1 0 0 0,1 0 0 0 0,-1 0-1 0 0,1 0 1 0 0,0 0 0 0 0,0-1 0 0 0,0 0 0 0 0,7 1 0 0 0,7 0 140 0 0,1-2 0 0 0,30-1 1 0 0,20 0-68 0 0,-62 1-210 0 0,0 1-1 0 0,0 0 1 0 0,0 1 0 0 0,0 0 0 0 0,0 0 0 0 0,0 0 0 0 0,-1 1 0 0 0,1 0 0 0 0,-1 1 0 0 0,0 0-1 0 0,0 0 1 0 0,0 0 0 0 0,0 1 0 0 0,-1 0 0 0 0,0 1 0 0 0,0-1 0 0 0,0 1 0 0 0,-1 0 0 0 0,0 0-1 0 0,0 1 1 0 0,0 0 0 0 0,-1-1 0 0 0,6 14 0 0 0,-7-12 90 0 0,0 0-1 0 0,0 0 1 0 0,-1 1 0 0 0,0-1 0 0 0,0 1-1 0 0,-1-1 1 0 0,0 1 0 0 0,-1-1-1 0 0,0 1 1 0 0,0 0 0 0 0,-2 11 0 0 0,1-15-7 0 0,0 0 1 0 0,-1 0-1 0 0,1-1 1 0 0,-1 1-1 0 0,0-1 1 0 0,0 0 0 0 0,0 1-1 0 0,-1-1 1 0 0,0 0-1 0 0,0 0 1 0 0,0 0-1 0 0,0-1 1 0 0,0 1-1 0 0,-1-1 1 0 0,1 0 0 0 0,-1 1-1 0 0,0-2 1 0 0,0 1-1 0 0,0 0 1 0 0,-1-1-1 0 0,-7 4 1 0 0,1-3-46 0 0,-1 0 1 0 0,1 0-1 0 0,-1-1 0 0 0,1 0 1 0 0,-1-1-1 0 0,1-1 0 0 0,-1 0 1 0 0,0 0-1 0 0,-13-3 0 0 0,-26-8-2720 0 0,50 11 2428 0 0,0 0 0 0 0,0 0-1 0 0,0 0 1 0 0,0-1 0 0 0,0 1 0 0 0,0 0-1 0 0,0-1 1 0 0,1 1 0 0 0,-1-1-1 0 0,0 1 1 0 0,0-1 0 0 0,0 0-1 0 0,1 1 1 0 0,-1-1 0 0 0,0 0-1 0 0,1 1 1 0 0,-1-1 0 0 0,1 0-1 0 0,-1 0 1 0 0,1 1 0 0 0,-1-1 0 0 0,1 0-1 0 0,-1 0 1 0 0,1 0 0 0 0,0 0-1 0 0,-1 0 1 0 0,1 0 0 0 0,0 0-1 0 0,0 0 1 0 0,0 0 0 0 0,0 0-1 0 0,0 0 1 0 0,0 0 0 0 0,0 1-1 0 0,0-1 1 0 0,0 0 0 0 0,0 0 0 0 0,0 0-1 0 0,1 0 1 0 0,-1 0 0 0 0,0 0-1 0 0,1-1 1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10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4 111 1668 0 0,'-4'-15'4670'0'0,"5"12"-4349"0"0,-1 0-1 0 0,0 0 1 0 0,0-1-1 0 0,1 1 1 0 0,0 0 0 0 0,0 0-1 0 0,0 1 1 0 0,0-1 0 0 0,0 0-1 0 0,0 0 1 0 0,1 0 0 0 0,-1 1-1 0 0,1-1 1 0 0,0 0-1 0 0,0 1 1 0 0,4-5 0 0 0,-2 3-81 0 0,1 1 0 0 0,0-1-1 0 0,0 1 1 0 0,0 0 0 0 0,1 0 0 0 0,-1 0 0 0 0,0 1 0 0 0,9-3 0 0 0,-1 2-121 0 0,0 0 1 0 0,0 0-1 0 0,0 1 0 0 0,0 1 1 0 0,0 1-1 0 0,1-1 0 0 0,19 4 1 0 0,-21-1-84 0 0,-1 0 0 0 0,0 0 0 0 0,0 2 1 0 0,0-1-1 0 0,-1 1 0 0 0,1 1 0 0 0,-1 0 0 0 0,0 0 1 0 0,-1 1-1 0 0,1 0 0 0 0,-1 1 0 0 0,10 9 0 0 0,-14-11 31 0 0,-1 0-1 0 0,1 0 0 0 0,-1 0 0 0 0,0 1 1 0 0,-1-1-1 0 0,0 1 0 0 0,1 0 0 0 0,-2 0 1 0 0,1 0-1 0 0,-1 0 0 0 0,0 1 0 0 0,0-1 1 0 0,0 1-1 0 0,-1-1 0 0 0,0 1 0 0 0,-1 0 1 0 0,1-1-1 0 0,-1 1 0 0 0,-1 0 0 0 0,1 0 1 0 0,-3 11-1 0 0,-4 6 314 0 0,-1-1 0 0 0,-1 0 0 0 0,0 0 0 0 0,-26 41 0 0 0,-6 14 229 0 0,41-77-596 0 0,0 0 1 0 0,-1-1 0 0 0,1 1-1 0 0,0 0 1 0 0,-1 0-1 0 0,1 0 1 0 0,0-1 0 0 0,0 1-1 0 0,0 0 1 0 0,0 0-1 0 0,0 0 1 0 0,0 0 0 0 0,0-1-1 0 0,0 1 1 0 0,0 0 0 0 0,0 0-1 0 0,0 0 1 0 0,1-1-1 0 0,-1 1 1 0 0,0 0 0 0 0,1 0-1 0 0,-1-1 1 0 0,0 1-1 0 0,1 0 1 0 0,-1 0 0 0 0,1-1-1 0 0,-1 1 1 0 0,1-1-1 0 0,-1 1 1 0 0,1 0 0 0 0,-1-1-1 0 0,1 1 1 0 0,0-1-1 0 0,-1 1 1 0 0,1-1 0 0 0,0 0-1 0 0,0 1 1 0 0,-1-1 0 0 0,1 0-1 0 0,0 1 1 0 0,0-1-1 0 0,0 0 1 0 0,-1 0 0 0 0,1 0-1 0 0,0 1 1 0 0,0-1-1 0 0,0 0 1 0 0,1-1 0 0 0,6 2 43 0 0,1 0 1 0 0,-1-1 0 0 0,15-1-1 0 0,-18 0-23 0 0,322-35 446 0 0,-191 15-2947 0 0,-103 11-6699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13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4 2576 0 0,'-2'-1'1896'0'0,"-31"-1"3156"0"0,30 2-4844 0 0,-1 1 1 0 0,1 0-1 0 0,-1 0 0 0 0,1 0 0 0 0,0 0 0 0 0,-1 1 0 0 0,1-1 0 0 0,0 1 0 0 0,0 0 0 0 0,0 0 0 0 0,0 0 0 0 0,0 0 0 0 0,-3 4 0 0 0,-7 8 297 0 0,0 0-1 0 0,0 1 0 0 0,2 0 1 0 0,-18 31-1 0 0,-29 73 549 0 0,52-105-976 0 0,1 0 0 0 0,0 0 0 0 0,1 1 0 0 0,0 0 1 0 0,1 0-1 0 0,1 0 0 0 0,0 16 0 0 0,2-26-16 0 0,0 0 1 0 0,0 0-1 0 0,0 0 1 0 0,1 0-1 0 0,0 0 1 0 0,0-1-1 0 0,1 1 1 0 0,-1 0-1 0 0,1 0 1 0 0,0-1-1 0 0,0 1 1 0 0,0-1-1 0 0,1 0 1 0 0,0 1-1 0 0,0-1 1 0 0,0 0-1 0 0,0-1 1 0 0,0 1-1 0 0,1-1 1 0 0,0 1-1 0 0,-1-1 1 0 0,1 0-1 0 0,1 0 1 0 0,7 4-1 0 0,-1-2 82 0 0,1-1-1 0 0,-1 0 0 0 0,1-1 1 0 0,0 0-1 0 0,0 0 0 0 0,0-1 0 0 0,1-1 1 0 0,-1 0-1 0 0,0-1 0 0 0,1 0 1 0 0,-1-1-1 0 0,0-1 0 0 0,0 0 1 0 0,0 0-1 0 0,15-5 0 0 0,-12 2 8 0 0,-1 0 0 0 0,0-1-1 0 0,-1 0 1 0 0,1-1 0 0 0,-1-1 0 0 0,-1 0 0 0 0,1 0-1 0 0,-1-2 1 0 0,-1 1 0 0 0,0-1 0 0 0,0-1-1 0 0,9-12 1 0 0,-12 12-57 0 0,0 0 0 0 0,-1-1 0 0 0,0 0 0 0 0,-1-1 0 0 0,0 1 0 0 0,-1-1 0 0 0,-1 0 0 0 0,5-19 0 0 0,-8 24-64 0 0,1 0-1 0 0,-1-1 1 0 0,-1 1 0 0 0,0-1 0 0 0,0 1 0 0 0,0-1 0 0 0,-1 1 0 0 0,-1 0 0 0 0,1-1 0 0 0,-1 1 0 0 0,0 0 0 0 0,-1 0 0 0 0,0 0 0 0 0,-7-13 0 0 0,4 12-61 0 0,0 0 1 0 0,-1 1-1 0 0,0 0 1 0 0,0 0-1 0 0,-1 0 1 0 0,0 1-1 0 0,0 0 0 0 0,-1 0 1 0 0,0 1-1 0 0,0 0 1 0 0,-1 1-1 0 0,1 0 1 0 0,-20-7-1 0 0,19 9-347 0 0,1 0-1 0 0,-1 1 1 0 0,0 0 0 0 0,0 1-1 0 0,0-1 1 0 0,0 2-1 0 0,0 0 1 0 0,0 0 0 0 0,-15 3-1 0 0,20-3-27 0 0,0 1 0 0 0,0 1 0 0 0,1-1 0 0 0,-1 1 0 0 0,1 0 0 0 0,-1 0 0 0 0,1 0 0 0 0,-7 5 0 0 0,8-6-296 0 0,1 1 1 0 0,0 0-1 0 0,0 0 1 0 0,1 0 0 0 0,-1 0-1 0 0,0 0 1 0 0,1 0 0 0 0,-1 0-1 0 0,1 1 1 0 0,-2 3-1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08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406 167 2432 0 0,'6'-10'5208'0'0,"5"-7"196"0"0,-9 5-717 0 0,-2 11-4470 0 0,0 0 1 0 0,1 0-1 0 0,-1 0 1 0 0,0 0-1 0 0,0 0 1 0 0,0 0-1 0 0,0 0 1 0 0,0 0-1 0 0,0 0 1 0 0,0 0-1 0 0,0-1 1 0 0,-1 1-1 0 0,1-1 1 0 0,-1 1-196 0 0,-9 8 5 0 0,-15 20-42 0 0,0 2 0 0 0,2 0 0 0 0,-26 44 0 0 0,-46 106-79 0 0,89-165 88 0 0,0 1 1 0 0,1-1 0 0 0,-6 27-1 0 0,10-33 34 0 0,0-1 0 0 0,0 0 0 0 0,0 1 0 0 0,1-1 0 0 0,0 1 0 0 0,0-1 0 0 0,1 0 0 0 0,0 1 0 0 0,4 13 0 0 0,-3-18 53 0 0,-1 0 1 0 0,1 1-1 0 0,0-1 1 0 0,0 0-1 0 0,1 0 1 0 0,-1 0-1 0 0,1-1 1 0 0,-1 1-1 0 0,1 0 1 0 0,0-1 0 0 0,0 0-1 0 0,0 0 1 0 0,0 0-1 0 0,0 0 1 0 0,1 0-1 0 0,-1 0 1 0 0,1-1-1 0 0,-1 0 1 0 0,1 0-1 0 0,-1 0 1 0 0,1 0 0 0 0,0 0-1 0 0,-1-1 1 0 0,5 1-1 0 0,3 0 190 0 0,0-1 1 0 0,0 0-1 0 0,0 0 0 0 0,0-2 1 0 0,0 1-1 0 0,0-1 0 0 0,11-4 1 0 0,-2-1 27 0 0,0-1 0 0 0,0-1 0 0 0,-1 0 0 0 0,0-2 0 0 0,-1 0 0 0 0,-1-1 0 0 0,1-1 0 0 0,-2-1 0 0 0,22-22 0 0 0,-20 17-115 0 0,-1-1 0 0 0,-2 0 1 0 0,0-1-1 0 0,-1-1 1 0 0,-1 0-1 0 0,0-1 0 0 0,13-38 1 0 0,-23 52-194 0 0,0 0 0 0 0,-1 0 1 0 0,0 0-1 0 0,-1 0 1 0 0,0 0-1 0 0,0 0 0 0 0,-1 0 1 0 0,0-1-1 0 0,0 1 1 0 0,-1 0-1 0 0,0 0 0 0 0,-1 0 1 0 0,0 0-1 0 0,-1 0 1 0 0,0 0-1 0 0,0 1 0 0 0,-8-16 1 0 0,4 13-50 0 0,1 1 1 0 0,-2 0-1 0 0,1 1 1 0 0,-1 0 0 0 0,-1 0-1 0 0,1 1 1 0 0,-1 0-1 0 0,-1 0 1 0 0,0 1 0 0 0,0 0-1 0 0,0 1 1 0 0,-1 0-1 0 0,-13-5 1 0 0,7 4-520 0 0,-1 1 0 0 0,0 1 0 0 0,-1 0 0 0 0,1 1 1 0 0,-1 1-1 0 0,0 1 0 0 0,0 1 0 0 0,1 1 0 0 0,-1 0 0 0 0,0 1 0 0 0,-24 5 0 0 0,-2 4-2742 0 0,1 1 0 0 0,1 3 0 0 0,-63 29 0 0 0,56-23-2722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11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358 134 1456 0 0,'2'-13'4433'0'0,"-1"0"-1"0"0,-1-18 0 0 0,0 27-3736 0 0,0 3-671 0 0,0 1 0 0 0,0 0 0 0 0,0-1 0 0 0,0 1 0 0 0,0 0 0 0 0,0-1 0 0 0,-1 1 0 0 0,1 0 0 0 0,0 0 1 0 0,0-1-1 0 0,0 1 0 0 0,-1 0 0 0 0,1 0 0 0 0,0 0 0 0 0,0-1 0 0 0,0 1 0 0 0,-1 0 0 0 0,1 0 0 0 0,0 0 0 0 0,-1 0 0 0 0,1-1 1 0 0,0 1-1 0 0,0 0 0 0 0,-1 0 0 0 0,1 0 0 0 0,0 0 0 0 0,-1 0 0 0 0,1 0 0 0 0,0 0 0 0 0,-1 0 0 0 0,1 0 0 0 0,0 0 0 0 0,0 0 1 0 0,-1 0-1 0 0,1 0 0 0 0,0 0 0 0 0,-1 0 0 0 0,1 0 0 0 0,-15 6 423 0 0,3 4-225 0 0,0 1 0 0 0,1 1-1 0 0,0 0 1 0 0,1 1 0 0 0,-13 21 0 0 0,-39 77 476 0 0,56-99-649 0 0,-7 14 92 0 0,0 2-1 0 0,-13 41 1 0 0,24-61-67 0 0,-1 0 0 0 0,1 0 0 0 0,1 0 0 0 0,-1 1 0 0 0,2-1 0 0 0,-1 1 0 0 0,1-1 0 0 0,0 0 0 0 0,1 1 0 0 0,0-1 0 0 0,0 1 0 0 0,1-1 0 0 0,4 13 0 0 0,-4-17 47 0 0,0 0 1 0 0,0 0-1 0 0,0 0 1 0 0,0 0-1 0 0,1-1 0 0 0,0 1 1 0 0,0-1-1 0 0,0 0 1 0 0,0 1-1 0 0,0-2 0 0 0,1 1 1 0 0,0 0-1 0 0,-1 0 1 0 0,1-1-1 0 0,4 2 0 0 0,-2-1 102 0 0,0-1 0 0 0,0 0 1 0 0,1-1-1 0 0,-1 0 0 0 0,0 1 0 0 0,0-2 0 0 0,1 1 0 0 0,-1-1 0 0 0,11-1 0 0 0,-2 0 125 0 0,0-2 1 0 0,-1 0-1 0 0,1-1 0 0 0,0 0 1 0 0,-1-2-1 0 0,0 1 0 0 0,0-2 1 0 0,13-8-1 0 0,-11 5-157 0 0,-1-1 0 0 0,0 0-1 0 0,-1-1 1 0 0,-1-1 0 0 0,0-1-1 0 0,0 1 1 0 0,-1-2 0 0 0,18-30 0 0 0,-21 31-136 0 0,-1-1 0 0 0,-1 0 1 0 0,0 0-1 0 0,-1-1 0 0 0,-1 0 1 0 0,0 0-1 0 0,-2 0 1 0 0,1 0-1 0 0,-2-1 0 0 0,1-21 1 0 0,-3 30-75 0 0,0 0 0 0 0,-1 0 0 0 0,0 0 0 0 0,-1 0 1 0 0,1 1-1 0 0,-1-1 0 0 0,-1 0 0 0 0,0 1 0 0 0,0-1 1 0 0,0 1-1 0 0,-1 0 0 0 0,0 0 0 0 0,0 0 0 0 0,-7-7 0 0 0,4 6-163 0 0,0 0-1 0 0,-1 1 0 0 0,0 0 0 0 0,-1 1 0 0 0,1 0 0 0 0,-1 0 0 0 0,0 0 0 0 0,-1 1 0 0 0,-17-6 0 0 0,7 4-674 0 0,-1 1-1 0 0,0 1 0 0 0,-1 1 1 0 0,1 1-1 0 0,-1 1 1 0 0,1 1-1 0 0,-1 1 1 0 0,0 1-1 0 0,1 0 1 0 0,-23 6-1 0 0,1 3-3432 0 0,-57 22-1 0 0,76-24 1819 0 0,-13 5-2691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13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35 584 0 0,'14'-6'6270'0'0,"-8"3"-4512"0"0,38-22 14548 0 0,-43 25-16301 0 0,-1 0 0 0 0,0 0-1 0 0,1 0 1 0 0,-1 0-1 0 0,0 0 1 0 0,1 0 0 0 0,-1 0-1 0 0,0 0 1 0 0,1 0-1 0 0,-1 0 1 0 0,0 0 0 0 0,1 0-1 0 0,-1 0 1 0 0,0 0-1 0 0,1 0 1 0 0,-1 0 0 0 0,0 1-1 0 0,1-1 1 0 0,-1 0 0 0 0,0 0-1 0 0,0 0 1 0 0,1 0-1 0 0,-1 1 1 0 0,0-1 0 0 0,0 0-1 0 0,1 0 1 0 0,-1 1-1 0 0,0-1 1 0 0,0 0 0 0 0,0 0-1 0 0,1 1 1 0 0,-1-1-1 0 0,0 0 1 0 0,0 1 0 0 0,0-1-1 0 0,0 0 1 0 0,0 0 0 0 0,1 1-1 0 0,-1-1 1 0 0,0 0-1 0 0,0 1 1 0 0,0-1 0 0 0,0 1-1 0 0,3 19 298 0 0,-3-17-188 0 0,15 374 2011 0 0,-15-375-2119 0 0,-1 56-6 0 0,1 41-2011 0 0,1-76-294 0 0,1 0 0 0 0,6 27 0 0 0,-7-49 2058 0 0,5 20-2697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14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582 17 1124 0 0,'-2'0'4181'0'0,"-10"-5"-1358"0"0,-16-6 7510 0 0,26 10-10026 0 0,4 2-187 0 0,64-1 725 0 0,-13-1-548 0 0,-9 3-127 0 0,40 0 82 0 0,140 21 0 0 0,-220-22-234 0 0,-1 0 1 0 0,1 0 0 0 0,-1 1-1 0 0,0-1 1 0 0,0 1 0 0 0,0 0-1 0 0,0 0 1 0 0,0 0-1 0 0,0 0 1 0 0,0 1 0 0 0,-1-1-1 0 0,1 1 1 0 0,-1-1-1 0 0,1 1 1 0 0,-1 0 0 0 0,0 0-1 0 0,0 0 1 0 0,-1 0-1 0 0,1 0 1 0 0,-1 1 0 0 0,1-1-1 0 0,1 7 1 0 0,1 6 194 0 0,0 0 0 0 0,-1 1 0 0 0,1 24 0 0 0,-3-30-230 0 0,6 116 1385 0 0,-12 141-1 0 0,0-54-329 0 0,23 334 1088 0 0,23 1-408 0 0,-10-153-1131 0 0,43 1118 572 0 0,-73-993-797 0 0,-2-273-435 0 0,-9-88 732 0 0,10-157-656 0 0,-1 0 1 0 0,0 0 0 0 0,0 0-1 0 0,0 0 1 0 0,0-1 0 0 0,0 1 0 0 0,-1 0-1 0 0,1-1 1 0 0,-1 1 0 0 0,0-1-1 0 0,0 0 1 0 0,1 1 0 0 0,-2-1 0 0 0,1 0-1 0 0,0 0 1 0 0,0 0 0 0 0,-1 0-1 0 0,1-1 1 0 0,-1 1 0 0 0,1-1-1 0 0,-1 1 1 0 0,0-1 0 0 0,-5 2 0 0 0,-6 1-37 0 0,-1 1 0 0 0,1-2 0 0 0,-22 3 0 0 0,27-5 46 0 0,-284 25-2064 0 0,-3-24-1711 0 0,-15 1-2548 0 0,203 3 2169 0 0,56-2-1479 0 0,11-2-2340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15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63 1584 0 0,'0'-2'2414'0'0,"-1"-43"9659"0"0,-5 30-7817 0 0,2 26-4007 0 0,0 1-1 0 0,1-1 1 0 0,1 1 0 0 0,0 0-1 0 0,-1 12 1 0 0,-2 14 31 0 0,-87 375 1085 0 0,48-237-4261 0 0,16-65-2350 0 0,25-98 3904 0 0,2-3-849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15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4 167 2096 0 0,'-4'-157'16274'0'0,"4"153"-16144"0"0,0 4-107 0 0,0-1 0 0 0,0 1 1 0 0,0 0-1 0 0,0 0 0 0 0,0 0 1 0 0,0-1-1 0 0,0 1 1 0 0,0 0-1 0 0,0 0 0 0 0,0 0 1 0 0,0-1-1 0 0,0 1 0 0 0,0 0 1 0 0,0 0-1 0 0,0 0 0 0 0,1 0 1 0 0,-1-1-1 0 0,0 1 0 0 0,0 0 1 0 0,0 0-1 0 0,0 0 1 0 0,0 0-1 0 0,0 0 0 0 0,0-1 1 0 0,1 1-1 0 0,-1 0 0 0 0,0 0 1 0 0,0 0-1 0 0,0 0 0 0 0,0 0 1 0 0,0 0-1 0 0,1 0 0 0 0,-1-1 1 0 0,0 1-1 0 0,0 0 1 0 0,0 0-1 0 0,0 0 0 0 0,1 0 1 0 0,7 4 441 0 0,9 11 79 0 0,-16-14-420 0 0,14 15 436 0 0,-1 2 0 0 0,0-1 0 0 0,-1 2 0 0 0,19 35 0 0 0,32 88 1381 0 0,-43-92-1469 0 0,88 250 927 0 0,-59-151-1062 0 0,-29-99-1388 0 0,-3-22-3225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15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173 117 3176 0 0,'-41'-3'6175'0'0,"-1"-3"0"0"0,-44-12 0 0 0,86 18-6155 0 0,0 0-1 0 0,-1 0 1 0 0,1 0 0 0 0,0 0-1 0 0,0 0 1 0 0,0 0-1 0 0,0 0 1 0 0,0 0 0 0 0,0 0-1 0 0,-1 0 1 0 0,1 0-1 0 0,0 0 1 0 0,0 0-1 0 0,0 0 1 0 0,0 0 0 0 0,0 0-1 0 0,0 0 1 0 0,0 0-1 0 0,-1 0 1 0 0,1 0-1 0 0,0 0 1 0 0,0 0 0 0 0,0 0-1 0 0,0 0 1 0 0,0 0-1 0 0,0-1 1 0 0,0 1-1 0 0,0 0 1 0 0,0 0 0 0 0,0 0-1 0 0,0 0 1 0 0,-1 0-1 0 0,1 0 1 0 0,0 0-1 0 0,0 0 1 0 0,0-1 0 0 0,0 1-1 0 0,0 0 1 0 0,0 0-1 0 0,0 0 1 0 0,0 0-1 0 0,0 0 1 0 0,0 0 0 0 0,0-1-1 0 0,0 1 1 0 0,0 0-1 0 0,0 0 1 0 0,0 0 0 0 0,0 0-1 0 0,0 0 1 0 0,0 0-1 0 0,0 0 1 0 0,1-1-1 0 0,-1 1 1 0 0,0 0 0 0 0,0 0-1 0 0,9-6 304 0 0,19-4-118 0 0,94-12-818 0 0,215-10 1 0 0,-291 29-449 0 0,20-2-1270 0 0,-6 0-1764 0 0,-20 3-2209 0 0,-25 1 379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40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14 184 0 0,'0'0'2383'0'0,"-8"-13"-3824"0"0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43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1 732 0 0,'0'0'2616'0'0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44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80 0 0,'0'0'1528'0'0,"9"-5"-804"0"0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45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0 212 0 0,'0'0'1060'0'0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56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0 460 0 0,'0'0'1347'0'0,"-1"10"-1784"0"0,-5-5-134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47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40 164 0 0,'-31'-15'9619'0'0,"1"-9"-2281"0"0,29 24-7336 0 0,0 0 0 0 0,1 0 0 0 0,-1 0 0 0 0,1-1-1 0 0,-1 1 1 0 0,1 0 0 0 0,-1 0 0 0 0,1 0 0 0 0,-1 0 0 0 0,1 0 0 0 0,-1 0 0 0 0,1 1 0 0 0,-1-1 0 0 0,0 0-1 0 0,1 0 1 0 0,-1 0 0 0 0,1 0 0 0 0,-1 1 0 0 0,1-1 0 0 0,-1 0 0 0 0,1 0 0 0 0,0 1 0 0 0,-1-1 0 0 0,1 0-1 0 0,-1 1 1 0 0,1-1 0 0 0,0 1 0 0 0,-1-1 0 0 0,1 1 0 0 0,0-1 0 0 0,-1 0 0 0 0,1 1 0 0 0,0-1 0 0 0,-1 1-1 0 0,1 0 1 0 0,-9 22 57 0 0,8-19-42 0 0,-78 308 275 0 0,68-262-445 0 0,2-8-845 0 0,-8 35-2363 0 0,4-25-3282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47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39 265 2384 0 0,'0'-11'841'0'0,"1"0"-1"0"0,0 1 1 0 0,1-1 0 0 0,0 0-1 0 0,0 1 1 0 0,1-1 0 0 0,1 1-1 0 0,0 0 1 0 0,0 0 0 0 0,1 0-1 0 0,7-10 1 0 0,-5 10-658 0 0,0 0 1 0 0,1 1-1 0 0,0 0 1 0 0,0 0-1 0 0,1 1 1 0 0,0 0-1 0 0,1 1 1 0 0,-1 0-1 0 0,1 0 1 0 0,1 1 0 0 0,-1 1-1 0 0,1 0 1 0 0,0 0-1 0 0,1 1 1 0 0,21-6-1 0 0,-14 7-125 0 0,-1 0 1 0 0,1 0-1 0 0,-1 2 0 0 0,1 0 1 0 0,27 3-1 0 0,-39-1-47 0 0,0 0-1 0 0,1 0 1 0 0,-1 1 0 0 0,-1 0 0 0 0,1 0-1 0 0,0 0 1 0 0,0 1 0 0 0,-1 0 0 0 0,1 1-1 0 0,-1-1 1 0 0,0 1 0 0 0,0 0 0 0 0,-1 1-1 0 0,1-1 1 0 0,-1 1 0 0 0,0 0 0 0 0,6 8-1 0 0,-9-11 2 0 0,0 1 0 0 0,0 0 0 0 0,-1 0 0 0 0,1 1 0 0 0,-1-1-1 0 0,0 0 1 0 0,0 0 0 0 0,0 1 0 0 0,0-1 0 0 0,-1 1 0 0 0,1-1-1 0 0,-1 0 1 0 0,0 1 0 0 0,0 6 0 0 0,-1-4 6 0 0,0 0 0 0 0,-1 0 0 0 0,1 0 0 0 0,-1-1 0 0 0,0 1 0 0 0,-1 0 0 0 0,-6 10 0 0 0,0-3 20 0 0,-1 1 0 0 0,0-2 0 0 0,-1 1 0 0 0,0-1 0 0 0,-19 14 1 0 0,-5 1 142 0 0,-1-2 1 0 0,-1-1 0 0 0,0-2-1 0 0,-2-2 1 0 0,-1-1 0 0 0,-42 13 0 0 0,-23 11 1114 0 0,103-43-1298 0 0,2 0 3 0 0,-1 0 0 0 0,1 0 0 0 0,0 0-1 0 0,-1 0 1 0 0,1 0 0 0 0,0 0 0 0 0,-1 0-1 0 0,1 0 1 0 0,0 0 0 0 0,-1 0-1 0 0,1 0 1 0 0,0 0 0 0 0,-1 0 0 0 0,1 1-1 0 0,0-1 1 0 0,0 0 0 0 0,-1 0 0 0 0,1 0-1 0 0,0 0 1 0 0,-1 0 0 0 0,1 1 0 0 0,0-1-1 0 0,0 0 1 0 0,0 0 0 0 0,-1 1-1 0 0,1-1 1 0 0,0 0 0 0 0,0 0 0 0 0,0 1-1 0 0,-1-1 1 0 0,1 0 0 0 0,0 0 0 0 0,0 1-1 0 0,0 0 1 0 0,4 10 84 0 0,14 10 60 0 0,99 87 163 0 0,-18-20-172 0 0,-51-40-189 0 0,50 45-764 0 0,-45-54-2633 0 0,-41-31 1034 0 0,1-1 1 0 0,19 8 0 0 0,-12-9-3383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48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44 1220 0 0,'-2'-2'2692'0'0,"-35"-20"11028"0"0,24 14-9940 0 0,14 8-3758 0 0,-1 0 0 0 0,0 0 0 0 0,0 0 0 0 0,1 0 0 0 0,-1 0 0 0 0,0 0 0 0 0,0 0 0 0 0,1 0 0 0 0,-1 0 0 0 0,0 0 0 0 0,0 0 0 0 0,1 0 0 0 0,-1 0 0 0 0,0 0 0 0 0,0 0 0 0 0,1 0 0 0 0,-1 0 0 0 0,0 0 0 0 0,0 0 0 0 0,1-1 0 0 0,-1 1 0 0 0,0 0 0 0 0,0 0 0 0 0,0 0 0 0 0,1 0 0 0 0,-1-1 0 0 0,0 1 0 0 0,0 0 0 0 0,0 0 0 0 0,1 0 0 0 0,-1-1 0 0 0,0 1 0 0 0,0 0 0 0 0,0 0 0 0 0,0 0 0 0 0,0-1 0 0 0,0 1 0 0 0,0 0 0 0 0,0 0 0 0 0,1-1 0 0 0,-1 1 0 0 0,0 0 0 0 0,0 0 0 0 0,0-1 0 0 0,0 1 0 0 0,0 0 0 0 0,0 0 0 0 0,0-1 0 0 0,-1 1 0 0 0,1 0 0 0 0,0 0 0 0 0,0-1-1 0 0,0 1 1 0 0,0 0 0 0 0,0 0 0 0 0,0-1 0 0 0,0 1 0 0 0,0 0 0 0 0,-1 0 0 0 0,1 0 0 0 0,0-1 0 0 0,0 1 0 0 0,0 0 0 0 0,-1 0 0 0 0,1 0 0 0 0,0-1 0 0 0,5 1-10 0 0,1 0-1 0 0,-1 0 1 0 0,1 0-1 0 0,-1 0 1 0 0,1 1-1 0 0,-1 0 1 0 0,1 0 0 0 0,-1 1-1 0 0,0 0 1 0 0,1 0-1 0 0,-1 0 1 0 0,0 0-1 0 0,8 6 1 0 0,-10-6-9 0 0,0 0 1 0 0,-1 0-1 0 0,0 0 1 0 0,0 1-1 0 0,1-1 1 0 0,-1 0-1 0 0,-1 1 1 0 0,1 0-1 0 0,0-1 1 0 0,-1 1 0 0 0,1 0-1 0 0,-1 0 1 0 0,0 0-1 0 0,0 0 1 0 0,0 0-1 0 0,0 0 1 0 0,0 0-1 0 0,-1 0 1 0 0,0 1-1 0 0,1-1 1 0 0,-1 0-1 0 0,0 0 1 0 0,-1 0 0 0 0,1 0-1 0 0,0 1 1 0 0,-2 3-1 0 0,-1 5 17 0 0,-1-1 1 0 0,0 1-1 0 0,-1-1 0 0 0,0 0 0 0 0,-1 0 0 0 0,0-1 1 0 0,-9 11-1 0 0,-58 67 70 0 0,41-52-67 0 0,15-17-3 0 0,6-6-73 0 0,-19 25 0 0 0,30-37 56 0 0,-1-1 0 0 0,1 0 0 0 0,0 1 0 0 0,0-1 0 0 0,0 1-1 0 0,0-1 1 0 0,0 1 0 0 0,0-1 0 0 0,0 1 0 0 0,0-1-1 0 0,0 1 1 0 0,0-1 0 0 0,0 1 0 0 0,0-1 0 0 0,0 1-1 0 0,1-1 1 0 0,-1 1 0 0 0,0-1 0 0 0,0 1 0 0 0,0-1-1 0 0,1 1 1 0 0,-1-1 0 0 0,0 0 0 0 0,0 1 0 0 0,1-1 0 0 0,-1 1-1 0 0,0-1 1 0 0,1 0 0 0 0,-1 1 0 0 0,1-1 0 0 0,-1 0-1 0 0,0 0 1 0 0,1 1 0 0 0,-1-1 0 0 0,1 0 0 0 0,-1 0-1 0 0,1 0 1 0 0,-1 1 0 0 0,1-1 0 0 0,0 0 0 0 0,25 6 104 0 0,130 0 2924 0 0,-153-5-2602 0 0,0-1-203 0 0,40 3 277 0 0,-40-3-1088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49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 1436 0 0,'4'0'27631'0'0,"-12"15"-27077"0"0,-73 101-3073 0 0,8 3-3425 0 0,43-70 2130 0 0,2 1-4221 0 0,19-31 1130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1:50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24 712 0 0,'-4'0'2505'0'0,"-16"0"4611"0"0,-4-3-1348 0 0,31-12-4809 0 0,-4 14-929 0 0,-1 0 0 0 0,1 0 1 0 0,-1 1-1 0 0,1-1 0 0 0,-1 1 1 0 0,1-1-1 0 0,0 1 1 0 0,-1 0-1 0 0,1 0 0 0 0,0 0 1 0 0,-1 0-1 0 0,1 0 0 0 0,0 1 1 0 0,-1-1-1 0 0,1 1 0 0 0,4 1 1 0 0,-3-1 9 0 0,3 1-31 0 0,1 1 0 0 0,0 0 1 0 0,-1 0-1 0 0,0 0 1 0 0,0 1-1 0 0,0 0 1 0 0,0 0-1 0 0,0 1 0 0 0,-1 0 1 0 0,0 0-1 0 0,0 0 1 0 0,6 8-1 0 0,-10-10 3 0 0,0-1 0 0 0,0 1 0 0 0,0 0 0 0 0,0 1 0 0 0,-1-1 0 0 0,1 0-1 0 0,-1 0 1 0 0,0 1 0 0 0,0-1 0 0 0,0 1 0 0 0,0-1 0 0 0,-1 1 0 0 0,1-1 0 0 0,-1 1 0 0 0,0-1 0 0 0,0 1 0 0 0,0 0-1 0 0,-1-1 1 0 0,1 1 0 0 0,-1-1 0 0 0,0 1 0 0 0,0-1 0 0 0,0 0 0 0 0,0 1 0 0 0,0-1 0 0 0,-1 0 0 0 0,-4 6 0 0 0,-2 4 395 0 0,-1-1 0 0 0,0-1 1 0 0,-1 0-1 0 0,0 0 1 0 0,-20 15-1 0 0,28-24-210 0 0,-3 4 439 0 0,15-8-606 0 0,1 1-1 0 0,0 0 0 0 0,0 1 0 0 0,0 0 0 0 0,0 1 1 0 0,0 0-1 0 0,0 1 0 0 0,0 0 0 0 0,-1 1 1 0 0,1 0-1 0 0,-1 0 0 0 0,11 6 0 0 0,-15-7 23 0 0,-1 1 0 0 0,1-1 0 0 0,-1 1 0 0 0,0 0 0 0 0,0 1 0 0 0,-1-1 0 0 0,1 1 0 0 0,-1 0 0 0 0,1 0 0 0 0,-1 0 0 0 0,-1 1 0 0 0,1-1 0 0 0,0 1 0 0 0,-1 0 0 0 0,0 0 0 0 0,0 0-1 0 0,-1 1 1 0 0,1-1 0 0 0,-1 1 0 0 0,-1-1 0 0 0,1 1 0 0 0,-1 0 0 0 0,1 0 0 0 0,-1 11 0 0 0,-1-8 168 0 0,-2-1 0 0 0,1 1 0 0 0,-1 0-1 0 0,0 0 1 0 0,-1-1 0 0 0,0 1 0 0 0,-1-1 0 0 0,1 0-1 0 0,-1 0 1 0 0,-1 0 0 0 0,0 0 0 0 0,-11 13 0 0 0,3-5 196 0 0,-1-1 1 0 0,-1 0-1 0 0,0-1 1 0 0,-26 18 0 0 0,29-23-234 0 0,-1-1 0 0 0,0-1 0 0 0,-1 0 0 0 0,0 0 1 0 0,0-2-1 0 0,0 1 0 0 0,-1-2 0 0 0,0 0 0 0 0,-25 3 1 0 0,31-6-243 0 0,-1 0 0 0 0,1-1 1 0 0,0-1-1 0 0,0 1 1 0 0,0-1-1 0 0,0-1 1 0 0,0 0-1 0 0,0 0 1 0 0,0 0-1 0 0,1-1 0 0 0,-1-1 1 0 0,1 0-1 0 0,-1 0 1 0 0,1 0-1 0 0,1-1 1 0 0,-1 0-1 0 0,-8-8 1 0 0,12 10-315 0 0,-24-26-3928 0 0,27 28 3891 0 0,0-1-1 0 0,0 1 1 0 0,0 0 0 0 0,0-1-1 0 0,0 1 1 0 0,1-1 0 0 0,-1 1-1 0 0,0-1 1 0 0,1 1 0 0 0,-1-1-1 0 0,1 1 1 0 0,0-1 0 0 0,0 0-1 0 0,-1 1 1 0 0,1-1-1 0 0,0 0 1 0 0,0 1 0 0 0,0-1-1 0 0,1 1 1 0 0,-1-1 0 0 0,1-2-1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02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1012 0 0,'0'0'3630'0'0,"-3"4"-2907"0"0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03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1 228 0 0,'0'0'6137'0'0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03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1444 0 0,'0'0'1860'0'0,"5"7"1037"0"0,-1 1-2813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08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39 1100 0 0,'-2'0'4132'0'0,"1"0"-4234"0"0,-31 10 11232 0 0,49-9-10878 0 0,42-4 198 0 0,72-13 0 0 0,-1 0-250 0 0,-83 8-62 0 0,-45 7-118 0 0,16-1-772 0 0,7-2-8350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09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16 0 0,'5'-12'8695'0'0,"-4"7"-7505"0"0,3-8 3862 0 0,-4 24-3731 0 0,-6 48-941 0 0,3 74 0 0 0,3-124-363 0 0,1 0 1 0 0,0 0 0 0 0,0-1 0 0 0,1 1 0 0 0,1 0 0 0 0,-1-1 0 0 0,1 1 0 0 0,1-1 0 0 0,6 12 0 0 0,-7-16-1 0 0,0 1 0 0 0,0 0 0 0 0,1-1 0 0 0,0 0 0 0 0,0 0 0 0 0,0 0 0 0 0,0 0 0 0 0,1-1 0 0 0,0 0 0 0 0,-1 0 0 0 0,1 0 0 0 0,0 0 0 0 0,0-1 0 0 0,1 0 1 0 0,7 3-1 0 0,-9-5-11 0 0,-1 1 1 0 0,1 0 0 0 0,-1-1 0 0 0,1 0 0 0 0,-1 0-1 0 0,1 0 1 0 0,-1-1 0 0 0,1 1 0 0 0,-1-1 0 0 0,1 1 0 0 0,-1-1-1 0 0,1 0 1 0 0,-1-1 0 0 0,0 1 0 0 0,1-1 0 0 0,-1 1-1 0 0,0-1 1 0 0,0 0 0 0 0,0 0 0 0 0,0 0 0 0 0,-1 0 0 0 0,1-1-1 0 0,-1 1 1 0 0,1-1 0 0 0,2-4 0 0 0,5-5 81 0 0,-1-1 1 0 0,-1-1 0 0 0,0 1 0 0 0,6-17-1 0 0,10-35 1354 0 0,-18 47-793 0 0,12-28 1 0 0,-18 44-563 0 0,3 14 328 0 0,-3 12 70 0 0,-1 0 0 0 0,-1-1 0 0 0,-9 43 0 0 0,2-13-235 0 0,-1 10-324 0 0,-12 122 174 0 0,20-151-2615 0 0,4 55 1 0 0,4-62-417 0 0,0-10-3060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09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61 300 0 0,'-11'-9'20649'0'0,"36"4"-19304"0"0,32-3-1617 0 0,59-9 551 0 0,-56 7-3525 0 0,-58 10 2584 0 0,0-1 1 0 0,0 0-1 0 0,0 1 0 0 0,0-1 0 0 0,0 0 1 0 0,0 0-1 0 0,0 0 0 0 0,0 0 1 0 0,-1 0-1 0 0,3-3 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09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23 1588 0 0,'24'-23'22691'0'0,"-24"23"-22612"0"0,1 1 1 0 0,-1-1-1 0 0,0 0 1 0 0,0 0-1 0 0,-1 1 1 0 0,5 17 1719 0 0,-3 23-365 0 0,-3 86-722 0 0,-23 155 0 0 0,22-247-2746 0 0,0-7-3632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0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14 2012 0 0,'-39'19'20369'0'0,"39"-19"-20274"0"0,18 1-178 0 0,165-18 991 0 0,-114 9-616 0 0,-66 8-268 0 0,11-3-318 0 0,-9 2 567 0 0,13-3-6119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0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2872 0 0,'14'-27'14486'0'0,"3"-6"-8304"0"0,-14 30-6085 0 0,0 0-1 0 0,0 0 1 0 0,0 0 0 0 0,0 0 0 0 0,0 0 0 0 0,1 1 0 0 0,-1 0 0 0 0,1-1 0 0 0,0 1-1 0 0,-1 1 1 0 0,6-3 0 0 0,-1 1-83 0 0,0 1-1 0 0,0-1 0 0 0,0 2 1 0 0,1-1-1 0 0,-1 1 0 0 0,0 0 1 0 0,1 1-1 0 0,-1 0 0 0 0,1 0 1 0 0,-1 1-1 0 0,0 0 0 0 0,1 0 0 0 0,-1 1 1 0 0,0 0-1 0 0,9 4 0 0 0,-12-4-11 0 0,-1 0-1 0 0,0 0 0 0 0,1 1 0 0 0,-1-1 0 0 0,0 1 0 0 0,0 0 1 0 0,-1 0-1 0 0,1 0 0 0 0,-1 0 0 0 0,1 1 0 0 0,-1 0 1 0 0,0-1-1 0 0,0 1 0 0 0,-1 0 0 0 0,1 1 0 0 0,-1-1 0 0 0,0 0 1 0 0,0 1-1 0 0,0-1 0 0 0,-1 1 0 0 0,1-1 0 0 0,-1 1 0 0 0,0 0 1 0 0,0 0-1 0 0,-1 0 0 0 0,0-1 0 0 0,0 10 0 0 0,-2-1 62 0 0,0 0 0 0 0,-1 0 0 0 0,0 0 0 0 0,-1-1 0 0 0,0 1 0 0 0,-1-1 0 0 0,-1 0 0 0 0,0 0 0 0 0,0 0 0 0 0,-1-1 0 0 0,-1 0 0 0 0,-11 13 0 0 0,-12 12 904 0 0,-73 63 0 0 0,87-84-762 0 0,-3 2 20 0 0,-21 23 0 0 0,41-40-218 0 0,0 0-1 0 0,0 0 1 0 0,0 1 0 0 0,-1-1-1 0 0,1 0 1 0 0,0 1 0 0 0,0-1-1 0 0,0 0 1 0 0,0 0 0 0 0,0 1-1 0 0,-1-1 1 0 0,1 0 0 0 0,0 1-1 0 0,0-1 1 0 0,0 0 0 0 0,0 1-1 0 0,0-1 1 0 0,0 0 0 0 0,0 0-1 0 0,0 1 1 0 0,0-1 0 0 0,0 0-1 0 0,1 1 1 0 0,-1-1 0 0 0,0 0-1 0 0,0 1 1 0 0,0-1 0 0 0,0 0-1 0 0,0 0 1 0 0,0 1 0 0 0,1-1-1 0 0,-1 0 1 0 0,0 0 0 0 0,0 1-1 0 0,0-1 1 0 0,1 0 0 0 0,-1 0-1 0 0,0 1 1 0 0,0-1 0 0 0,1 0-1 0 0,-1 0 1 0 0,0 0 0 0 0,0 0-1 0 0,1 0 1 0 0,-1 1 0 0 0,0-1-1 0 0,1 0 1 0 0,12 4 145 0 0,-13-4-153 0 0,38 6 121 0 0,0-2-1 0 0,0-2 1 0 0,50-4 0 0 0,-4 1-68 0 0,499 5 535 0 0,-565-4-5525 0 0,-59 3-9520 0 0,18-1 6313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06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1 764 0 0,'20'9'17181'0'0,"-23"-3"-16720"0"0,-5-5-398 0 0,0 0-1 0 0,0 0 0 0 0,1 1 0 0 0,-13 3 1 0 0,16-4-70 0 0,-48 20 70 0 0,8-2-94 0 0,35-15 15 0 0,-1 0 2 0 0,1 1-1 0 0,-1 0 1 0 0,1 0 0 0 0,0 1-1 0 0,-9 8 1 0 0,7-6-8 0 0,1 1 1 0 0,0 0-1 0 0,1 0 0 0 0,0 1 0 0 0,0 0 1 0 0,1 1-1 0 0,1 0 0 0 0,0 0 1 0 0,0 0-1 0 0,1 1 0 0 0,1 0 0 0 0,0 1 1 0 0,0-1-1 0 0,1 1 0 0 0,1-1 0 0 0,-3 18 1 0 0,-21 150 612 0 0,11 162-146 0 0,28 2-352 0 0,-2-72-63 0 0,-8-157 17 0 0,2 278 189 0 0,-6-92-105 0 0,-5 157-10 0 0,-26 527 127 0 0,16-74 102 0 0,17-910-327 0 0,1 29-78 0 0,1-2 2817 0 0,-2-26-2667 0 0,-1 37-367 0 0,1-38 282 0 0,-1 21-18 0 0,-1-3-9 0 0,1 30 0 0 0,-2 14 27 0 0,-2-14-39 0 0,5-47 30 0 0,-2 23-7 0 0,2-23 10 0 0,0-1 0 0 0,0 1-1 0 0,0 0 1 0 0,0-1-1 0 0,0 1 1 0 0,0 0 0 0 0,1-1-1 0 0,-1 1 1 0 0,0-1 0 0 0,1 1-1 0 0,0-1 1 0 0,-1 1-1 0 0,1-1 1 0 0,0 1 0 0 0,0-1-1 0 0,-1 1 1 0 0,1-1-1 0 0,0 0 1 0 0,1 0 0 0 0,-1 1-1 0 0,0-1 1 0 0,0 0-1 0 0,0 0 1 0 0,1 0 0 0 0,-1 0-1 0 0,1 0 1 0 0,-1-1 0 0 0,0 1-1 0 0,1 0 1 0 0,-1-1-1 0 0,1 1 1 0 0,0-1 0 0 0,-1 1-1 0 0,1-1 1 0 0,-1 0-1 0 0,1 0 1 0 0,0 1 0 0 0,-1-1-1 0 0,1 0 1 0 0,2-1-1 0 0,34 0-53 0 0,0-1-1 0 0,0-2 0 0 0,0-2 0 0 0,43-12 0 0 0,-31 7-217 0 0,24-4-536 0 0,222-51-1868 0 0,-150 25-1132 0 0,-5-10-3758 0 0,-100 34 2121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08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47 1116 0 0,'32'-46'12603'0'0,"-26"45"-10779"0"0,-6 8-1750 0 0,-15 174 1793 0 0,5-102-1380 0 0,2 4-274 0 0,-21 158-887 0 0,29-239 222 0 0,0-1 0 0 0,0 1 0 0 0,-1 0 0 0 0,1-1 0 0 0,0 1 0 0 0,0-1 0 0 0,1 1 0 0 0,-1-1 0 0 0,0 1 0 0 0,0-1 0 0 0,1 1 0 0 0,-1-1 0 0 0,1 1 0 0 0,-1-1 0 0 0,1 1 0 0 0,0-1 0 0 0,-1 0 0 0 0,1 1 0 0 0,0-1 0 0 0,0 0 0 0 0,0 0 0 0 0,2 2 0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1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129 108 932 0 0,'-26'-25'11745'0'0,"14"22"-9218"0"0,9 4-2503 0 0,1 0 0 0 0,0 0 0 0 0,0 1 0 0 0,0-1 0 0 0,-1 0 0 0 0,1 1 0 0 0,1 0 0 0 0,-1 0 0 0 0,0-1-1 0 0,0 1 1 0 0,1 0 0 0 0,-1 0 0 0 0,1 1 0 0 0,-1-1 0 0 0,1 0 0 0 0,0 0 0 0 0,-1 4 0 0 0,-18 50 71 0 0,16-41-72 0 0,-5 13-24 0 0,2 0 0 0 0,1 0 0 0 0,2 0 0 0 0,-3 43 0 0 0,7-58 37 0 0,0-1-1 0 0,0 1 1 0 0,2 0-1 0 0,-1 0 1 0 0,2 0-1 0 0,-1-1 1 0 0,2 1-1 0 0,0-1 1 0 0,0 0-1 0 0,1 0 1 0 0,0 0-1 0 0,10 14 0 0 0,-11-21 16 0 0,1 1-1 0 0,-1-1 0 0 0,1 0 1 0 0,0 0-1 0 0,1-1 0 0 0,-1 1 1 0 0,1-1-1 0 0,0 0 0 0 0,0-1 1 0 0,0 1-1 0 0,11 3 0 0 0,-7-3 30 0 0,1-1 1 0 0,-1-1-1 0 0,1 1 0 0 0,0-2 0 0 0,-1 0 0 0 0,1 0 1 0 0,13-1-1 0 0,-10-1 68 0 0,0 0-1 0 0,-1-1 1 0 0,1 0 0 0 0,-1-1 0 0 0,1-1 0 0 0,-1 0 0 0 0,0-1-1 0 0,-1-1 1 0 0,1 1 0 0 0,-1-2 0 0 0,0 0 0 0 0,15-12-1 0 0,-18 11-86 0 0,0-1-1 0 0,-1 0 0 0 0,0 0 1 0 0,-1-1-1 0 0,1 0 0 0 0,-2 0 0 0 0,0-1 1 0 0,0 0-1 0 0,-1 0 0 0 0,0 0 0 0 0,-1-1 1 0 0,0 0-1 0 0,-1 0 0 0 0,0 0 0 0 0,-1 0 1 0 0,0 0-1 0 0,-1 0 0 0 0,-1-1 0 0 0,0 1 1 0 0,0 0-1 0 0,-1 0 0 0 0,-1-1 1 0 0,0 1-1 0 0,-4-14 0 0 0,2 12-62 0 0,0 0-1 0 0,-1 1 0 0 0,-1-1 1 0 0,0 1-1 0 0,0 0 1 0 0,-2 0-1 0 0,1 1 1 0 0,-2 0-1 0 0,1 0 0 0 0,-2 1 1 0 0,1 0-1 0 0,-2 0 1 0 0,1 1-1 0 0,-1 1 1 0 0,-1 0-1 0 0,0 0 1 0 0,0 2-1 0 0,-1-1 0 0 0,1 1 1 0 0,-17-5-1 0 0,15 6-569 0 0,-1 2-1 0 0,0 0 1 0 0,-1 1-1 0 0,1 0 1 0 0,0 2-1 0 0,-25-1 1 0 0,20 9-1980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2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47 2128 0 0,'-61'-24'13340'0'0,"58"24"-13007"0"0,1-1 0 0 0,0 0 1 0 0,-1 0-1 0 0,1 0 0 0 0,0 0 0 0 0,0 0 0 0 0,-4-3 1 0 0,7 3-320 0 0,1 0 0 0 0,-1 0 1 0 0,0 0-1 0 0,0 0 0 0 0,1 0 1 0 0,-1 0-1 0 0,0 1 0 0 0,1-1 1 0 0,-1 0-1 0 0,1 1 0 0 0,-1-1 1 0 0,1 1-1 0 0,-1-1 0 0 0,1 1 0 0 0,-1 0 1 0 0,1 0-1 0 0,2-1 0 0 0,35 1 37 0 0,-26 0-17 0 0,10 1-27 0 0,1 0 0 0 0,0 2-1 0 0,39 9 1 0 0,-53-10-1 0 0,0 1-1 0 0,0 0 0 0 0,-1 1 1 0 0,1 0-1 0 0,-1 0 0 0 0,0 1 1 0 0,0 1-1 0 0,-1-1 0 0 0,1 1 0 0 0,-1 1 1 0 0,9 8-1 0 0,-15-13 3 0 0,0 1-1 0 0,0 0 1 0 0,0 0 0 0 0,0 0 0 0 0,-1 0-1 0 0,1 0 1 0 0,-1 0 0 0 0,0 0 0 0 0,1 0-1 0 0,-2 0 1 0 0,1 1 0 0 0,0-1-1 0 0,0 0 1 0 0,-1 1 0 0 0,0 6 0 0 0,0-4 10 0 0,-1-1 0 0 0,0 1 1 0 0,-1 0-1 0 0,1 0 0 0 0,-1-1 0 0 0,0 1 1 0 0,0-1-1 0 0,-5 9 0 0 0,-3 2 101 0 0,-1-1-1 0 0,-1 0 0 0 0,0-1 0 0 0,-25 24 0 0 0,-46 33 531 0 0,-96 64-1 0 0,176-133-630 0 0,-1 1-1 0 0,1-1 0 0 0,0 1 1 0 0,0-1-1 0 0,0 1 0 0 0,1 0 1 0 0,-1 0-1 0 0,1 0 0 0 0,-4 6 1 0 0,6-9-15 0 0,0 0 1 0 0,1 1 0 0 0,-1-1 0 0 0,0 1 0 0 0,1-1-1 0 0,-1 0 1 0 0,0 1 0 0 0,1-1 0 0 0,-1 0 0 0 0,0 0-1 0 0,1 1 1 0 0,-1-1 0 0 0,0 0 0 0 0,1 0 0 0 0,-1 0-1 0 0,1 1 1 0 0,-1-1 0 0 0,1 0 0 0 0,-1 0 0 0 0,0 0-1 0 0,1 0 1 0 0,-1 0 0 0 0,1 0 0 0 0,-1 0 0 0 0,1 0-1 0 0,-1 0 1 0 0,1 0 0 0 0,0 0 0 0 0,14 1 24 0 0,32-3 17 0 0,0-3 1 0 0,54-12 0 0 0,-13 2-35 0 0,81-15-2303 0 0,-57 3-8261 0 0,-92 22 4599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2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68 2852 0 0,'-5'-5'1620'0'0,"0"0"-1"0"0,-1 0 1 0 0,0 1 0 0 0,0 0-1 0 0,0 0 1 0 0,-8-4-1 0 0,11 7-1351 0 0,-1-1-1 0 0,1 1 0 0 0,-1 0 1 0 0,1 0-1 0 0,-1 0 0 0 0,0 1 1 0 0,1-1-1 0 0,-1 1 0 0 0,0 0 1 0 0,0 0-1 0 0,0 0 1 0 0,-6 1-1 0 0,5 1-173 0 0,0 1 1 0 0,0-1 0 0 0,1 1-1 0 0,-1 0 1 0 0,1 0-1 0 0,0 0 1 0 0,0 1-1 0 0,0-1 1 0 0,0 1-1 0 0,1 0 1 0 0,-1 0-1 0 0,1 0 1 0 0,-5 9-1 0 0,-1-1 72 0 0,-1 2-46 0 0,0 0 0 0 0,1 0 0 0 0,1 1 0 0 0,0 0 0 0 0,1 0 0 0 0,1 1 0 0 0,0 0 0 0 0,-4 22 0 0 0,9-32-97 0 0,0 1 0 0 0,0 0 0 0 0,0 0 0 0 0,1 0 0 0 0,1 0 0 0 0,-1-1 0 0 0,1 1 0 0 0,0 0 0 0 0,0 0-1 0 0,3 7 1 0 0,-2-10-4 0 0,0 1-1 0 0,0 0 0 0 0,1-1 1 0 0,0 0-1 0 0,-1 0 0 0 0,1 1 1 0 0,1-2-1 0 0,-1 1 0 0 0,1 0 1 0 0,-1-1-1 0 0,1 1 1 0 0,0-1-1 0 0,0 0 0 0 0,0 0 1 0 0,6 2-1 0 0,-1 0 66 0 0,2 0 1 0 0,-1-1 0 0 0,0 0-1 0 0,1-1 1 0 0,-1 0-1 0 0,1-1 1 0 0,0 0-1 0 0,0-1 1 0 0,0 0 0 0 0,0 0-1 0 0,0-1 1 0 0,0-1-1 0 0,0 0 1 0 0,0 0-1 0 0,0-1 1 0 0,0 0-1 0 0,-1-1 1 0 0,1-1 0 0 0,19-8-1 0 0,-19 6-34 0 0,0 0 0 0 0,0-1 1 0 0,-1 1-1 0 0,0-2 0 0 0,-1 0 0 0 0,1 0 0 0 0,-2-1 0 0 0,1 0 0 0 0,-1 0 0 0 0,0-1 1 0 0,-1 0-1 0 0,-1 0 0 0 0,1-1 0 0 0,-1 0 0 0 0,-1 0 0 0 0,0 0 0 0 0,5-20 0 0 0,-8 24-51 0 0,0 0-1 0 0,-1 0 0 0 0,0 0 0 0 0,-1 0 0 0 0,0 0 1 0 0,0 0-1 0 0,0 0 0 0 0,0 0 0 0 0,-1 0 0 0 0,-1 1 0 0 0,1-1 1 0 0,-1 0-1 0 0,0 0 0 0 0,0 1 0 0 0,-1-1 0 0 0,0 1 1 0 0,0 0-1 0 0,-1 0 0 0 0,0 0 0 0 0,0 0 0 0 0,0 1 0 0 0,0-1 1 0 0,-1 1-1 0 0,0 0 0 0 0,0 1 0 0 0,-1-1 0 0 0,1 1 1 0 0,-1 0-1 0 0,0 0 0 0 0,0 1 0 0 0,0-1 0 0 0,0 1 0 0 0,-1 1 1 0 0,1-1-1 0 0,-1 1 0 0 0,-8-1 0 0 0,7 1-6 0 0,-9-3-390 0 0,-1 2 1 0 0,-20-3 0 0 0,32 6-85 0 0,1-1 1 0 0,0 1 0 0 0,0 1-1 0 0,0-1 1 0 0,-1 1 0 0 0,1 0 0 0 0,0 0-1 0 0,0 1 1 0 0,0-1 0 0 0,0 1-1 0 0,1 0 1 0 0,-6 3 0 0 0,3 4-2326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4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91 135 496 0 0,'-20'-34'13157'0'0,"20"33"-13070"0"0,0 0 0 0 0,0 1 0 0 0,-1-1 0 0 0,1 1 0 0 0,0-1 0 0 0,-1 1 0 0 0,1-1 0 0 0,0 1 0 0 0,-1-1 0 0 0,1 1 0 0 0,0-1 0 0 0,-1 1 0 0 0,1-1 0 0 0,-1 1 0 0 0,1-1 0 0 0,-1 1 0 0 0,1 0 0 0 0,-1-1 0 0 0,0 1 0 0 0,1 0 0 0 0,-1-1 0 0 0,1 1 0 0 0,-1 0 0 0 0,1 0 0 0 0,-1 0 0 0 0,0 0 0 0 0,1-1 0 0 0,-1 1 0 0 0,0 0 0 0 0,1 0 0 0 0,-1 0 0 0 0,0 0 0 0 0,1 0 0 0 0,-1 1 0 0 0,1-1 0 0 0,-1 0 0 0 0,0 0 0 0 0,1 0 0 0 0,-1 1 0 0 0,1-1 0 0 0,-1 0 0 0 0,0 0 0 0 0,1 1 0 0 0,-1-1 0 0 0,1 0 0 0 0,-1 1 0 0 0,1-1 0 0 0,-1 2 0 0 0,-5 7-56 0 0,0 1 0 0 0,1 0 0 0 0,0 0-1 0 0,0 1 1 0 0,1 0 0 0 0,1-1 0 0 0,0 1 0 0 0,1 1-1 0 0,0-1 1 0 0,-1 16 0 0 0,2-14-28 0 0,0 0 0 0 0,2 0 0 0 0,-1 0 0 0 0,1-1 0 0 0,1 1 0 0 0,1 0 0 0 0,0 0 1 0 0,0-1-1 0 0,6 15 0 0 0,-5-21 7 0 0,0 0 0 0 0,-1 0 1 0 0,2 0-1 0 0,-1 0 0 0 0,1-1 1 0 0,0 0-1 0 0,0 0 0 0 0,0 0 1 0 0,1 0-1 0 0,-1-1 0 0 0,1 0 1 0 0,1 0-1 0 0,-1-1 0 0 0,0 0 1 0 0,1 0-1 0 0,-1 0 0 0 0,1-1 1 0 0,0 0-1 0 0,0 0 0 0 0,9 1 1 0 0,-1 0 90 0 0,1-2-1 0 0,-1 0 1 0 0,1 0 0 0 0,0-1 0 0 0,0-1 0 0 0,-1-1 0 0 0,1 0 0 0 0,19-6-1 0 0,-28 6-29 0 0,0 0-1 0 0,-1-1 0 0 0,1 0 1 0 0,-1 0-1 0 0,0 0 0 0 0,0-1 1 0 0,0 1-1 0 0,0-2 0 0 0,-1 1 1 0 0,1-1-1 0 0,-1 1 0 0 0,0-1 1 0 0,-1-1-1 0 0,1 1 0 0 0,-1-1 1 0 0,6-9-1 0 0,-6 6-28 0 0,0 0 1 0 0,0 0-1 0 0,-1-1 0 0 0,0 1 0 0 0,-1-1 0 0 0,0 0 1 0 0,0 0-1 0 0,-1 1 0 0 0,-1-1 0 0 0,0 0 0 0 0,0-11 1 0 0,-2 8-29 0 0,0-1 0 0 0,0 1 1 0 0,-1 0-1 0 0,-1-1 0 0 0,0 1 1 0 0,0 1-1 0 0,-14-25 0 0 0,13 28-12 0 0,0 1-1 0 0,0 0 1 0 0,-1 0 0 0 0,0 0-1 0 0,-1 1 1 0 0,0 0 0 0 0,0 0-1 0 0,0 0 1 0 0,-1 1-1 0 0,0 1 1 0 0,-10-6 0 0 0,12 7-211 0 0,0 1 0 0 0,0-1 0 0 0,0 2 1 0 0,-1-1-1 0 0,1 1 0 0 0,-1 0 0 0 0,0 0 0 0 0,0 1 1 0 0,0 0-1 0 0,0 0 0 0 0,0 0 0 0 0,0 1 1 0 0,0 0-1 0 0,0 1 0 0 0,0 0 0 0 0,-9 2 1 0 0,15-3 2 0 0,0 1 1 0 0,0-1-1 0 0,0 1 0 0 0,0-1 1 0 0,0 1-1 0 0,1 0 1 0 0,-1-1-1 0 0,0 1 1 0 0,0 0-1 0 0,1 0 0 0 0,-1-1 1 0 0,0 1-1 0 0,1 0 1 0 0,-1 0-1 0 0,1 0 1 0 0,-1 0-1 0 0,1 0 1 0 0,-1 0-1 0 0,1 0 0 0 0,-1 2 1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4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47 2672 0 0,'-67'9'11259'0'0,"47"-9"-8450"0"0,14 0-2235 0 0,6-1-204 0 0,12-6-63 0 0,23-5-184 0 0,28-1-44 0 0,101-8 0 0 0,-158 20-83 0 0,-1 1 1 0 0,0-1 0 0 0,0 2-1 0 0,0-1 1 0 0,0 0 0 0 0,0 1-1 0 0,0 0 1 0 0,0 0-1 0 0,0 0 1 0 0,5 3 0 0 0,-7-3 58 0 0,-1 0 1 0 0,1 1 0 0 0,-1-1-1 0 0,0 1 1 0 0,0 0-1 0 0,0-1 1 0 0,0 1 0 0 0,0 0-1 0 0,0 0 1 0 0,0 0-1 0 0,0 1 1 0 0,-1-1-1 0 0,3 5 1 0 0,-1 1 118 0 0,-1 0-1 0 0,1 1 1 0 0,-2-1-1 0 0,1 1 1 0 0,-1-1-1 0 0,-1 1 1 0 0,1-1-1 0 0,-2 13 1 0 0,1-5-186 0 0,-9 132 590 0 0,4-97-1710 0 0,3 0 0 0 0,5 76 0 0 0,-2-119 268 0 0,0 0 0 0 0,1 0 1 0 0,4 12-1 0 0,8 7-5093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5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1792 0 0,'2'-1'3761'0'0,"38"-17"13031"0"0,-40 73-15508 0 0,-22 169-600 0 0,19-127-4858 0 0,3-93 3200 0 0,1 16-605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3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50 808 0 0,'2'-2'2578'0'0,"32"-32"11620"0"0,-18 21-8033 0 0,-14 16-6126 0 0,-1 0 1 0 0,0 0-1 0 0,0 1 1 0 0,0-1-1 0 0,0 1 1 0 0,0-1-1 0 0,0 1 1 0 0,-1-1-1 0 0,0 6 1 0 0,-1 41 193 0 0,0-22-197 0 0,-10 240 148 0 0,4-141-2422 0 0,1-34-2049 0 0,2-31-3773 0 0,2-36 452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6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293 163 2048 0 0,'0'-2'2090'0'0,"-3"-5"-665"0"0,1 0 0 0 0,-1 1 1 0 0,2-1-1 0 0,-1 0 1 0 0,1 0-1 0 0,0 0 0 0 0,0-13 1 0 0,2 16-1266 0 0,-1 1 0 0 0,1-1 0 0 0,0 1 0 0 0,0 0 0 0 0,0-1 0 0 0,0 1 0 0 0,1 0 0 0 0,-1 0 1 0 0,1 0-1 0 0,0 0 0 0 0,0 0 0 0 0,0 0 0 0 0,0 0 0 0 0,0 1 0 0 0,0-1 0 0 0,1 1 0 0 0,0-1 0 0 0,5-3 0 0 0,-1 2-94 0 0,0 0-1 0 0,1 0 1 0 0,-1 0 0 0 0,1 1-1 0 0,0 0 1 0 0,0 1-1 0 0,0 0 1 0 0,0 0-1 0 0,0 1 1 0 0,1 0-1 0 0,-1 0 1 0 0,0 1-1 0 0,1 0 1 0 0,-1 0 0 0 0,0 1-1 0 0,16 3 1 0 0,-19-3-52 0 0,0 0 0 0 0,0 1 0 0 0,0-1 0 0 0,-1 1 0 0 0,1 0 0 0 0,-1 0 0 0 0,1 1 0 0 0,-1-1 0 0 0,0 1 0 0 0,0 0 1 0 0,0 1-1 0 0,0-1 0 0 0,0 0 0 0 0,-1 1 0 0 0,1 0 0 0 0,-1 0 0 0 0,0 0 0 0 0,-1 0 0 0 0,1 0 0 0 0,-1 1 0 0 0,1-1 1 0 0,-1 1-1 0 0,-1 0 0 0 0,1 0 0 0 0,-1-1 0 0 0,1 1 0 0 0,-1 0 0 0 0,0 10 0 0 0,-1-7 55 0 0,0 0 0 0 0,-1 0 1 0 0,0 0-1 0 0,0 0 0 0 0,-1 0 0 0 0,0 0 0 0 0,0 0 0 0 0,-1-1 0 0 0,-7 15 0 0 0,-4 3 180 0 0,-26 34 0 0 0,4-6 114 0 0,36-53-359 0 0,0 1 0 0 0,0-1 0 0 0,0 1 1 0 0,-1-1-1 0 0,1 1 0 0 0,0-1 0 0 0,0 1 1 0 0,0-1-1 0 0,0 1 0 0 0,0 0 0 0 0,0-1 1 0 0,0 1-1 0 0,0-1 0 0 0,1 1 0 0 0,-1-1 1 0 0,0 1-1 0 0,0-1 0 0 0,0 1 0 0 0,1-1 1 0 0,-1 1-1 0 0,0-1 0 0 0,0 1 0 0 0,1-1 1 0 0,-1 1-1 0 0,0-1 0 0 0,1 0 0 0 0,-1 1 1 0 0,1-1-1 0 0,-1 1 0 0 0,1-1 0 0 0,-1 0 1 0 0,0 1-1 0 0,1-1 0 0 0,-1 0 0 0 0,1 0 1 0 0,-1 1-1 0 0,1-1 0 0 0,0 0 0 0 0,-1 0 0 0 0,1 0 1 0 0,-1 0-1 0 0,1 0 0 0 0,0 0 0 0 0,34 8 150 0 0,-26-6-64 0 0,5 1 40 0 0,1 1 0 0 0,-1 1 0 0 0,1 0 0 0 0,-2 1-1 0 0,1 1 1 0 0,-1 0 0 0 0,0 1 0 0 0,0 0-1 0 0,-1 1 1 0 0,0 0 0 0 0,12 13 0 0 0,-22-20-56 0 0,0 0 0 0 0,0 0 0 0 0,0 1 1 0 0,0-1-1 0 0,0 1 0 0 0,0 0 0 0 0,0-1 0 0 0,-1 1 1 0 0,0 0-1 0 0,1 0 0 0 0,-1 0 0 0 0,0 0 0 0 0,0 0 1 0 0,-1 0-1 0 0,1 0 0 0 0,-1 0 0 0 0,0 0 0 0 0,1 1 1 0 0,-2 4-1 0 0,0-3-6 0 0,0 0 0 0 0,0-1 1 0 0,-1 1-1 0 0,0-1 0 0 0,1 1 1 0 0,-2-1-1 0 0,1 0 0 0 0,-1 1 0 0 0,1-1 1 0 0,-1 0-1 0 0,-6 5 0 0 0,-2 3-13 0 0,-1-1 1 0 0,-1-1-1 0 0,0 0 1 0 0,0-1-1 0 0,-1 0 0 0 0,-24 11 1 0 0,9-8-892 0 0,-1-2-1 0 0,0-1 1 0 0,0-1 0 0 0,-58 7 0 0 0,-128-2-7466 0 0,148-11 3647 0 0,1-2-2139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6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89 184 1340 0 0,'2'-18'3678'0'0,"-1"0"1"0"0,-3-32-1 0 0,0 11 839 0 0,2 38-4500 0 0,0 1 0 0 0,0 0 0 0 0,0 0 0 0 0,0 0 1 0 0,0 0-1 0 0,0 0 0 0 0,0-1 0 0 0,0 1 0 0 0,0 0 0 0 0,0 0 0 0 0,0 0 0 0 0,0 0 0 0 0,0 0 0 0 0,0-1 0 0 0,0 1 0 0 0,0 0 0 0 0,0 0 0 0 0,0 0 0 0 0,0 0 0 0 0,0 0 1 0 0,0-1-1 0 0,0 1 0 0 0,0 0 0 0 0,-1 0 0 0 0,1 0 0 0 0,0 0 0 0 0,0 0 0 0 0,0 0 0 0 0,0-1 0 0 0,0 1 0 0 0,0 0 0 0 0,0 0 0 0 0,-1 0 0 0 0,1 0 0 0 0,0 0 0 0 0,0 0 1 0 0,0 0-1 0 0,0 0 0 0 0,0 0 0 0 0,0 0 0 0 0,-1 0 0 0 0,1 0 0 0 0,0-1 0 0 0,0 1 0 0 0,0 0 0 0 0,0 0 0 0 0,-1 0 0 0 0,-6 7 264 0 0,-5 11 58 0 0,1 3-209 0 0,1 2 0 0 0,1 0 0 0 0,1 0 0 0 0,2 0 0 0 0,0 1 0 0 0,1 0 0 0 0,1 0 0 0 0,1 0 0 0 0,1 1 0 0 0,2-1 0 0 0,2 29-1 0 0,-1-45-87 0 0,0-1-1 0 0,1 1 0 0 0,0-1 0 0 0,0 1 0 0 0,0-1 1 0 0,1 0-1 0 0,0 0 0 0 0,1 0 0 0 0,-1 0 0 0 0,1 0 0 0 0,1-1 1 0 0,-1 0-1 0 0,9 9 0 0 0,-9-11 30 0 0,1 0 1 0 0,-1-1-1 0 0,1 1 0 0 0,0-1 1 0 0,0 0-1 0 0,0-1 1 0 0,1 1-1 0 0,-1-1 0 0 0,1 0 1 0 0,-1 0-1 0 0,1 0 1 0 0,0-1-1 0 0,-1 0 0 0 0,1 0 1 0 0,0-1-1 0 0,0 1 1 0 0,0-1-1 0 0,7-1 0 0 0,-2-1 17 0 0,0 0-1 0 0,0 0 0 0 0,-1-1 1 0 0,1-1-1 0 0,-1 1 1 0 0,0-2-1 0 0,0 0 0 0 0,0 0 1 0 0,-1 0-1 0 0,1-1 0 0 0,-1-1 1 0 0,-1 1-1 0 0,1-2 0 0 0,-1 1 1 0 0,0-1-1 0 0,-1 0 1 0 0,0-1-1 0 0,0 1 0 0 0,-1-2 1 0 0,0 1-1 0 0,6-14 0 0 0,-5 10-57 0 0,-1-1-1 0 0,0 0 0 0 0,-1-1 1 0 0,-1 0-1 0 0,0 1 0 0 0,-1-1 1 0 0,0 0-1 0 0,-2-1 0 0 0,1 1 0 0 0,-2 0 1 0 0,0-1-1 0 0,-1 1 0 0 0,0 0 1 0 0,-2 0-1 0 0,-3-16 0 0 0,3 23-25 0 0,-1 0 1 0 0,1 0-1 0 0,-1 0 0 0 0,-1 0 0 0 0,1 1 0 0 0,-1 0 0 0 0,-1 0 0 0 0,1 0 1 0 0,-1 1-1 0 0,-1 0 0 0 0,1 0 0 0 0,-1 0 0 0 0,0 1 0 0 0,0 0 1 0 0,0 0-1 0 0,-13-5 0 0 0,15 7-138 0 0,-1 0 1 0 0,1 1 0 0 0,-1 0-1 0 0,1 0 1 0 0,-1 0 0 0 0,0 1-1 0 0,0 0 1 0 0,0 0 0 0 0,0 1-1 0 0,0-1 1 0 0,0 1-1 0 0,0 1 1 0 0,0-1 0 0 0,1 1-1 0 0,-1 0 1 0 0,0 0 0 0 0,0 1-1 0 0,0-1 1 0 0,1 1-1 0 0,-1 1 1 0 0,1-1 0 0 0,0 1-1 0 0,-1 0 1 0 0,1 0 0 0 0,-4 4-1 0 0,7-5-93 0 0,0 0 0 0 0,0-1 0 0 0,0 1 0 0 0,0 1 0 0 0,1-1 0 0 0,-1 0 0 0 0,1 0 0 0 0,-1 0 0 0 0,1 1 0 0 0,0-1 0 0 0,0 1 0 0 0,0-1 0 0 0,0 1 0 0 0,1-1 0 0 0,-1 1 0 0 0,1 0 0 0 0,-1-1 0 0 0,1 1 0 0 0,0-1-1 0 0,0 5 1 0 0,0-4-343 0 0,1-1 0 0 0,0 1 0 0 0,-1 0 0 0 0,1 0 0 0 0,0-1 0 0 0,0 1 0 0 0,0-1 0 0 0,1 1 0 0 0,-1-1 0 0 0,0 1 0 0 0,1-1 0 0 0,2 3 0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7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2672 0 0,'4'-5'15993'0'0,"-1"16"-15704"0"0,1 1 1 0 0,-2 0-1 0 0,0 0 0 0 0,0 0 1 0 0,-1 15-1 0 0,0-9-138 0 0,4 71-38 0 0,5 50-2748 0 0,-6-118-490 0 0,0 0 1 0 0,10 27 0 0 0,-8-29-3129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7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87 1920 0 0,'-49'-42'11599'0'0,"41"36"-10170"0"0,7 5-1394 0 0,1 1 0 0 0,-1 0 0 0 0,1 0 0 0 0,-1 0 0 0 0,1-1-1 0 0,-1 1 1 0 0,1 0 0 0 0,-1 0 0 0 0,1 0 0 0 0,-1 0 0 0 0,1 0 0 0 0,-1 0 0 0 0,1 0 0 0 0,-1 0 0 0 0,0 0-1 0 0,1 0 1 0 0,-1 0 0 0 0,1 1 0 0 0,-1-1 0 0 0,1 0 0 0 0,-1 0 0 0 0,1 0 0 0 0,-1 1 0 0 0,1-1-1 0 0,0 0 1 0 0,-1 1 0 0 0,1-1 0 0 0,-1 0 0 0 0,1 1 0 0 0,0-1 0 0 0,-1 0 0 0 0,1 1 0 0 0,0-1 0 0 0,-1 1-1 0 0,1-1 1 0 0,0 1 0 0 0,-1-1 0 0 0,1 1 0 0 0,0-1 0 0 0,0 1 0 0 0,0-1 0 0 0,0 1 0 0 0,0-1 0 0 0,-1 1-1 0 0,1-1 1 0 0,0 1 0 0 0,-7 36 847 0 0,5-23-620 0 0,-5 23 13 0 0,1 0 0 0 0,1 1 0 0 0,2 0 0 0 0,2 0 0 0 0,7 69 0 0 0,-5-98-253 0 0,1-1 1 0 0,0 1-1 0 0,1-1 1 0 0,0 0-1 0 0,0 0 1 0 0,0 0-1 0 0,1-1 1 0 0,0 1-1 0 0,1-1 0 0 0,0 0 1 0 0,6 8-1 0 0,-7-11-4 0 0,-1-1-1 0 0,1 0 0 0 0,-1 0 0 0 0,1 0 1 0 0,0-1-1 0 0,0 1 0 0 0,0-1 1 0 0,1 0-1 0 0,-1 0 0 0 0,0 0 0 0 0,1 0 1 0 0,-1-1-1 0 0,1 0 0 0 0,0 0 0 0 0,-1 0 1 0 0,1-1-1 0 0,0 1 0 0 0,-1-1 0 0 0,1 0 1 0 0,0-1-1 0 0,8 0 0 0 0,-1-2 34 0 0,1-1 1 0 0,-1 0-1 0 0,0 0 0 0 0,-1-2 0 0 0,1 1 0 0 0,-1-1 1 0 0,0-1-1 0 0,0 0 0 0 0,-1 0 0 0 0,0-1 0 0 0,-1 0 0 0 0,1-1 1 0 0,-1 0-1 0 0,-1-1 0 0 0,0 0 0 0 0,0 0 0 0 0,9-18 1 0 0,-9 15 4 0 0,-1-1 1 0 0,0 1-1 0 0,-1-1 1 0 0,-1-1 0 0 0,0 1-1 0 0,-1-1 1 0 0,-1 0-1 0 0,0 0 1 0 0,-1 0-1 0 0,0 0 1 0 0,-2 0 0 0 0,1 0-1 0 0,-2-1 1 0 0,-3-21-1 0 0,2 29-116 0 0,-1-1 0 0 0,0 1 0 0 0,0 0 1 0 0,-1 1-1 0 0,0-1 0 0 0,0 1 0 0 0,-1-1 0 0 0,0 1 0 0 0,0 0 0 0 0,-1 1 0 0 0,0 0 0 0 0,0 0 0 0 0,0 0 0 0 0,-1 0 0 0 0,0 1 0 0 0,0 0 0 0 0,0 1 0 0 0,-1-1 0 0 0,1 1 0 0 0,-1 1 0 0 0,0 0 0 0 0,-10-3 1 0 0,16 5-214 0 0,-1 1 1 0 0,1-1 0 0 0,-1 1-1 0 0,1 0 1 0 0,-1 0 0 0 0,0 0-1 0 0,1 0 1 0 0,-1 0 0 0 0,1 0 0 0 0,-1 1-1 0 0,1-1 1 0 0,-6 3 0 0 0,7-3-144 0 0,0 1 0 0 0,0-1 0 0 0,-1 1 0 0 0,1 0 0 0 0,0-1 0 0 0,0 1 1 0 0,0 0-1 0 0,0 0 0 0 0,0 0 0 0 0,0 0 0 0 0,0 0 0 0 0,0 0 0 0 0,0 0 0 0 0,0 0 0 0 0,0 0 1 0 0,1 1-1 0 0,-1-1 0 0 0,0 0 0 0 0,1 0 0 0 0,-1 1 0 0 0,1-1 0 0 0,-1 3 0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8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63 296 0 0,'0'-3'2624'0'0,"1"-37"6382"0"0,2 20-750 0 0,8 70-7750 0 0,-3-1 1 0 0,4 87-1 0 0,-3-22-1018 0 0,-6-80-472 0 0,8 49-2598 0 0,2-28-4511 0 0,-6-38 1967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19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32 2476 0 0,'-8'-6'13467'0'0,"13"3"-13291"0"0,1 1 1 0 0,0 0 0 0 0,1 0-1 0 0,-1 0 1 0 0,0 1 0 0 0,9-1-1 0 0,48-2 153 0 0,-37 3-205 0 0,30-3-56 0 0,0 2 0 0 0,-1 3 0 0 0,57 7 0 0 0,-105-7-71 0 0,-1 1 1 0 0,0-1-1 0 0,0 1 0 0 0,0 0 0 0 0,0 1 0 0 0,0-1 0 0 0,-1 1 1 0 0,1 1-1 0 0,-1-1 0 0 0,1 1 0 0 0,-1-1 0 0 0,7 8 0 0 0,-5-4 16 0 0,-1 1-1 0 0,0 0 0 0 0,0 0 1 0 0,-1 0-1 0 0,0 1 0 0 0,0-1 1 0 0,4 14-1 0 0,1 9 172 0 0,-1 1 1 0 0,-1 1-1 0 0,5 56 1 0 0,-12-86-163 0 0,11 150 1152 0 0,-8 181-1 0 0,-5-192-710 0 0,1 60-104 0 0,10 532 369 0 0,37-28-287 0 0,5 91 204 0 0,-49-731-610 0 0,15 389 559 0 0,-24 0 145 0 0,3-368-584 0 0,2-38 37 0 0,-2-1 0 0 0,-17 95 0 0 0,9-99 2 0 0,1-1 115 0 0,-18 49 0 0 0,-7-17 490 0 0,24-55 219 0 0,10-17-935 0 0,-1-1 1 0 0,0 1 0 0 0,1-1-1 0 0,-1 0 1 0 0,0 0 0 0 0,-1 0-1 0 0,1 0 1 0 0,0 0 0 0 0,0 0-1 0 0,-1-1 1 0 0,1 1 0 0 0,-1-1-1 0 0,0 0 1 0 0,1 1-1 0 0,-1-1 1 0 0,0-1 0 0 0,0 1-1 0 0,-5 1 1 0 0,-4 0 12 0 0,-1-1 0 0 0,-24 0 1 0 0,32-1-57 0 0,-48-2-893 0 0,-88-13 0 0 0,-50-24-4715 0 0,129 24 1602 0 0,22 3-3209 0 0,12 0-2361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0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33 452 0 0,'-57'-6'11920'0'0,"28"4"-8210"0"0,26 2-3118 0 0,1 0-115 0 0,-7-2 301 0 0,9-1-297 0 0,21-5-209 0 0,34-2-1044 0 0,-38 9-437 0 0,0 1 0 0 0,34 4-1 0 0,-47-3 901 0 0,0-1-1 0 0,0 1 0 0 0,0 0 0 0 0,0 0 0 0 0,0 1 0 0 0,0-1 0 0 0,0 1 0 0 0,0 0 0 0 0,0 0 0 0 0,-1 0 0 0 0,1 1 0 0 0,-1-1 0 0 0,1 1 0 0 0,-1 0 0 0 0,0 0 0 0 0,0 0 0 0 0,4 5 0 0 0,-6-4 222 0 0,0-1-1 0 0,0 0 0 0 0,0 1 0 0 0,0-1 1 0 0,-1 1-1 0 0,1-1 0 0 0,-1 1 0 0 0,0-1 1 0 0,0 1-1 0 0,0 0 0 0 0,0-1 0 0 0,-1 1 1 0 0,0-1-1 0 0,0 1 0 0 0,0-1 0 0 0,0 0 0 0 0,0 1 1 0 0,0-1-1 0 0,-1 0 0 0 0,0 0 0 0 0,-2 4 1 0 0,-6 9 706 0 0,0-1 0 0 0,-19 22 0 0 0,28-36-599 0 0,-14 17 574 0 0,-101 128 5099 0 0,115-146-5638 0 0,1 1 1 0 0,-1 0-1 0 0,0 0 1 0 0,1 0-1 0 0,-1 0 1 0 0,0 0-1 0 0,1 0 1 0 0,-1 0-1 0 0,1 0 1 0 0,0 0 0 0 0,-1 0-1 0 0,1 0 1 0 0,0 0-1 0 0,0 0 1 0 0,0 0-1 0 0,-1 1 1 0 0,1-1-1 0 0,0 0 1 0 0,0 0-1 0 0,1 0 1 0 0,-1 0-1 0 0,0 0 1 0 0,1 2-1 0 0,-1-2-16 0 0,1 0 0 0 0,0 0-1 0 0,0 0 1 0 0,0-1-1 0 0,0 1 1 0 0,0 0-1 0 0,0 0 1 0 0,0-1-1 0 0,0 1 1 0 0,0-1 0 0 0,0 1-1 0 0,0-1 1 0 0,0 1-1 0 0,1-1 1 0 0,-1 1-1 0 0,0-1 1 0 0,2 0 0 0 0,7 1 44 0 0,0 0 0 0 0,0-1 1 0 0,18-1-1 0 0,-24 0-72 0 0,37-3-1150 0 0,-1-3 0 0 0,51-14 0 0 0,20-15-4984 0 0,-55 15 839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1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721 65 1580 0 0,'14'-25'16604'0'0,"-38"14"-15236"0"0,-3 3-1153 0 0,0 2 0 0 0,-1 0 0 0 0,1 2 1 0 0,-1 1-1 0 0,0 1 0 0 0,-43 3 0 0 0,60 0-234 0 0,1 0-1 0 0,-1 1 1 0 0,1 0-1 0 0,0 1 1 0 0,-1 0 0 0 0,1 0-1 0 0,1 1 1 0 0,-1 1-1 0 0,0-1 1 0 0,1 2 0 0 0,0-1-1 0 0,0 1 1 0 0,1 1-1 0 0,0-1 1 0 0,0 1 0 0 0,0 1-1 0 0,1-1 1 0 0,0 1-1 0 0,0 1 1 0 0,-7 13 0 0 0,-3 10 52 0 0,1 1 1 0 0,2 1-1 0 0,1 0 1 0 0,2 1-1 0 0,-12 66 1 0 0,-9 186 611 0 0,27-234-601 0 0,-42 655 1341 0 0,28-438-1102 0 0,-52 775 368 0 0,61-343-13 0 0,37 0 94 0 0,-7 280 1055 0 0,-20-931-1642 0 0,0-22-76 0 0,0-27-52 0 0,0 0 0 0 0,0-1 0 0 0,0 1-1 0 0,-1 0 1 0 0,2 0 0 0 0,-1 0 0 0 0,0-1 0 0 0,0 1-1 0 0,0 0 1 0 0,1 0 0 0 0,-1-1 0 0 0,1 1 0 0 0,0 0-1 0 0,-1-1 1 0 0,1 1 0 0 0,0 0 0 0 0,0-1-1 0 0,0 1 1 0 0,0-1 0 0 0,0 0 0 0 0,0 1 0 0 0,1-1-1 0 0,-1 0 1 0 0,0 1 0 0 0,1-1 0 0 0,-1 0 0 0 0,1 0-1 0 0,-1 0 1 0 0,1-1 0 0 0,2 2 0 0 0,11 1-58 0 0,1-1 1 0 0,-1 0-1 0 0,1-1 1 0 0,0-1-1 0 0,20-2 0 0 0,84-15-1507 0 0,-95 12 1146 0 0,61-10-2922 0 0,109-36 1 0 0,-137 31-1110 0 0,63-31-1 0 0,-35 7-3206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2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120 117 1428 0 0,'9'-24'9149'0'0,"-9"24"-9094"0"0,0 0-1 0 0,0 0 1 0 0,1-1-1 0 0,-1 1 0 0 0,0 0 1 0 0,0 0-1 0 0,0 0 1 0 0,0 0-1 0 0,0 0 0 0 0,0-1 1 0 0,0 1-1 0 0,0 0 1 0 0,0 0-1 0 0,0 0 1 0 0,0 0-1 0 0,0-1 0 0 0,0 1 1 0 0,0 0-1 0 0,0 0 1 0 0,0 0-1 0 0,0 0 1 0 0,0-1-1 0 0,0 1 0 0 0,0 0 1 0 0,0 0-1 0 0,-1-1 490 0 0,1 1-489 0 0,-1 0-1 0 0,1-1 1 0 0,0 1-1 0 0,0 0 0 0 0,0 0 1 0 0,0 0-1 0 0,0 0 1 0 0,-1 0-1 0 0,1 0 1 0 0,0 0-1 0 0,0 0 0 0 0,0 0 1 0 0,0 0-1 0 0,-1 0 1 0 0,1 0-1 0 0,0 0 1 0 0,-10 9 759 0 0,-10 20-473 0 0,-2 15 168 0 0,-26 66 1 0 0,42-93-464 0 0,1 1 0 0 0,1-1 0 0 0,0 1 0 0 0,1 0 0 0 0,1 0 1 0 0,0 0-1 0 0,2 26 0 0 0,1-39-26 0 0,-1 0 1 0 0,1 0-1 0 0,0 1 1 0 0,0-1 0 0 0,1 0-1 0 0,0 0 1 0 0,0 0-1 0 0,0 0 1 0 0,0-1-1 0 0,1 1 1 0 0,0 0-1 0 0,0-1 1 0 0,0 0 0 0 0,0 0-1 0 0,1 0 1 0 0,4 4-1 0 0,-2-3 31 0 0,1 0-1 0 0,-1-1 0 0 0,1 1 0 0 0,1-1 1 0 0,-1-1-1 0 0,0 0 0 0 0,1 0 1 0 0,0 0-1 0 0,13 2 0 0 0,-1-2 102 0 0,-1 0-1 0 0,1-2 0 0 0,0 0 1 0 0,0-2-1 0 0,0 0 1 0 0,0-1-1 0 0,36-9 0 0 0,-41 8 16 0 0,0-2 1 0 0,-1 0-1 0 0,0-1 0 0 0,0 0 0 0 0,-1-1 0 0 0,0 0 0 0 0,0-1 0 0 0,-1-1 0 0 0,1 0 0 0 0,19-21 0 0 0,-24 22-110 0 0,0-2 0 0 0,-1 1 0 0 0,0-1 0 0 0,-1 0 0 0 0,0 0 0 0 0,-1-1-1 0 0,0 0 1 0 0,0 0 0 0 0,-1 0 0 0 0,-1 0 0 0 0,0-1 0 0 0,0 1 0 0 0,-1-1-1 0 0,1-16 1 0 0,-3 16-54 0 0,0 0 1 0 0,-1 0-1 0 0,0-1 0 0 0,-1 1 1 0 0,0 0-1 0 0,-1 0 0 0 0,0 1 0 0 0,-1-1 1 0 0,0 1-1 0 0,-1-1 0 0 0,0 1 0 0 0,-1 1 1 0 0,0-1-1 0 0,-1 1 0 0 0,0 0 0 0 0,-1 0 1 0 0,0 1-1 0 0,0 0 0 0 0,-1 1 0 0 0,0 0 1 0 0,-19-14-1 0 0,18 16-302 0 0,0 0 1 0 0,-1 1-1 0 0,1 0 1 0 0,-1 0-1 0 0,0 1 1 0 0,-1 1-1 0 0,1 0 1 0 0,-1 0-1 0 0,1 1 0 0 0,-1 1 1 0 0,0 0-1 0 0,1 0 1 0 0,-1 1-1 0 0,-19 3 1 0 0,-19 9-3157 0 0,18 1-1986 0 0,17-2 388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3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29 3028 0 0,'-19'-20'8648'0'0,"18"19"-8469"0"0,0 0 0 0 0,-1 0 1 0 0,1 1-1 0 0,-1-1 1 0 0,1 0-1 0 0,0 0 0 0 0,-1 1 1 0 0,1-1-1 0 0,-1 1 0 0 0,0-1 1 0 0,1 1-1 0 0,-1 0 0 0 0,1 0 1 0 0,-1 0-1 0 0,0 0 1 0 0,1 0-1 0 0,-1 0 0 0 0,1 0 1 0 0,-3 0-1 0 0,1 1-19 0 0,0 0 0 0 0,-1 1-1 0 0,1-1 1 0 0,0 1 0 0 0,0-1 0 0 0,0 1 0 0 0,0 0-1 0 0,-4 4 1 0 0,-5 4 11 0 0,1 1 0 0 0,1 0 0 0 0,-11 17 1 0 0,15-21 70 0 0,-25 35 137 0 0,-31 53 0 0 0,49-72-324 0 0,1 1 1 0 0,1 0-1 0 0,1 1 1 0 0,-8 31-1 0 0,16-49-27 0 0,1 1 1 0 0,0-1-1 0 0,0 0 0 0 0,0 1 0 0 0,1-1 1 0 0,0 1-1 0 0,1-1 0 0 0,-1 1 0 0 0,2-1 1 0 0,3 15-1 0 0,-4-17 24 0 0,1 0 1 0 0,0-1 0 0 0,1 1-1 0 0,-1 0 1 0 0,1-1-1 0 0,0 0 1 0 0,0 0-1 0 0,0 0 1 0 0,1 0-1 0 0,-1 0 1 0 0,1-1-1 0 0,0 1 1 0 0,0-1 0 0 0,0 0-1 0 0,1-1 1 0 0,7 5-1 0 0,2-1 72 0 0,-1-1 0 0 0,1 0 1 0 0,1-1-1 0 0,-1-1 0 0 0,0 0 0 0 0,1-1 0 0 0,-1-1 0 0 0,1 0 0 0 0,0-1 1 0 0,-1 0-1 0 0,1-2 0 0 0,0 1 0 0 0,-1-2 0 0 0,0 0 0 0 0,1 0 0 0 0,23-11 1 0 0,-19 7 0 0 0,-2-1 0 0 0,1-1 0 0 0,-1-1 0 0 0,0-1 0 0 0,-1 0 0 0 0,0-1 0 0 0,-1 0 0 0 0,-1-2 0 0 0,0 1 0 0 0,0-2 0 0 0,-1 0 0 0 0,10-17 0 0 0,-15 21-71 0 0,-1-1 1 0 0,-1-1 0 0 0,0 1-1 0 0,0-1 1 0 0,-1 0-1 0 0,-1-1 1 0 0,0 1 0 0 0,-1-1-1 0 0,-1 0 1 0 0,2-13-1 0 0,-4 20-58 0 0,0 0-1 0 0,0 0 0 0 0,-1 0 1 0 0,1 0-1 0 0,-1 1 0 0 0,-1-1 1 0 0,1 0-1 0 0,-1 1 0 0 0,-1-1 1 0 0,1 1-1 0 0,-1-1 0 0 0,0 1 1 0 0,0 0-1 0 0,-1 0 0 0 0,0 1 1 0 0,0-1-1 0 0,0 1 1 0 0,-1 0-1 0 0,0 0 0 0 0,0 0 1 0 0,0 1-1 0 0,-7-5 0 0 0,1 2-172 0 0,0 0 0 0 0,0 2-1 0 0,-1-1 1 0 0,0 1 0 0 0,0 1-1 0 0,0 0 1 0 0,-1 1 0 0 0,1 0 0 0 0,-1 1-1 0 0,-16 0 1 0 0,17 1-623 0 0,1 1 0 0 0,-1 1 0 0 0,0 0 0 0 0,-21 5 0 0 0,25-4-395 0 0,0 1 0 0 0,0 0 0 0 0,1 0 0 0 0,-1 0 0 0 0,1 1 0 0 0,0 0 0 0 0,-10 8 0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3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33 2072 0 0,'-12'9'14493'0'0,"11"-7"-13830"0"0,17 0-224 0 0,1-2 0 0 0,-1 0 0 0 0,0-1 1 0 0,1 0-1 0 0,23-6 0 0 0,-7 1-216 0 0,143-22-777 0 0,-174 28-301 0 0,8-3-1396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3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2048 0 0,'14'-17'9768'0'0,"9"-5"-2824"0"0,-22 23-6827 0 0,0-1-1 0 0,0 0 0 0 0,0 0 0 0 0,0 1 0 0 0,0-1 1 0 0,-1 0-1 0 0,1 1 0 0 0,0-1 0 0 0,0 1 0 0 0,0-1 1 0 0,0 1-1 0 0,-1 0 0 0 0,1-1 0 0 0,0 1 0 0 0,0 0 1 0 0,-1-1-1 0 0,1 1 0 0 0,-1 0 0 0 0,1 0 0 0 0,0 0 1 0 0,-1 0-1 0 0,0-1 0 0 0,1 1 0 0 0,0 2 1 0 0,8 28 718 0 0,-7-20-360 0 0,9 43-17 0 0,-2 0 0 0 0,-2 1 0 0 0,-1 80-1 0 0,-5-90-675 0 0,-1-12-573 0 0,1 26-1979 0 0,0-54 2064 0 0,0 0 1 0 0,0 0-1 0 0,0 0 1 0 0,0 0-1 0 0,1 0 1 0 0,-1 0-1 0 0,2 0 1 0 0,3 7-1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4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299 101 2460 0 0,'32'-53'15563'0'0,"-32"53"-15542"0"0,0 0 1 0 0,0 0-1 0 0,0 0 1 0 0,0-1-1 0 0,0 1 1 0 0,0 0-1 0 0,0 0 1 0 0,0 0-1 0 0,-1 0 1 0 0,1 0-1 0 0,0-1 1 0 0,0 1-1 0 0,0 0 1 0 0,0 0-1 0 0,-1 0 1 0 0,1 0-1 0 0,0 0 1 0 0,0 0-1 0 0,0 0 1 0 0,0 0-1 0 0,-1 0 1 0 0,1 0-1 0 0,0 0 1 0 0,0 0-1 0 0,0 0 1 0 0,-1 0-1 0 0,1 0 1 0 0,0 0-1 0 0,0 0 1 0 0,0 0-1 0 0,-1 0 1 0 0,1 0-1 0 0,0 0 1 0 0,0 0-1 0 0,0 0 1 0 0,0 0-1 0 0,-1 0 1 0 0,1 0-1 0 0,0 0 1 0 0,0 0-1 0 0,0 0 1 0 0,-1 1-1 0 0,-7 2 220 0 0,-2 8-41 0 0,1-1 1 0 0,0 1 0 0 0,0 0-1 0 0,1 1 1 0 0,-12 24 0 0 0,11-20-91 0 0,-15 26 67 0 0,3 1 1 0 0,-21 55 0 0 0,33-70-123 0 0,0 1 0 0 0,2-1 0 0 0,1 1 0 0 0,-3 55 0 0 0,8-78 13 0 0,1 0-1 0 0,1 1 1 0 0,-1-1 0 0 0,1 0 0 0 0,0 1-1 0 0,0-1 1 0 0,1 0 0 0 0,0 0 0 0 0,0 0-1 0 0,0 0 1 0 0,1 0 0 0 0,0 0-1 0 0,0-1 1 0 0,5 8 0 0 0,-5-9 34 0 0,1-1-1 0 0,-1 1 1 0 0,1-1-1 0 0,0 1 1 0 0,0-1 0 0 0,0 0-1 0 0,1-1 1 0 0,-1 1 0 0 0,1-1-1 0 0,-1 0 1 0 0,1 0-1 0 0,0 0 1 0 0,0-1 0 0 0,0 0-1 0 0,0 1 1 0 0,0-2 0 0 0,0 1-1 0 0,6 0 1 0 0,5-2 79 0 0,0 0 1 0 0,0 0-1 0 0,0-2 1 0 0,0 0-1 0 0,-1 0 0 0 0,0-2 1 0 0,1 0-1 0 0,-2 0 1 0 0,1-2-1 0 0,-1 0 0 0 0,0 0 1 0 0,0-2-1 0 0,-1 1 1 0 0,0-2-1 0 0,13-11 0 0 0,-8 5-18 0 0,0-2 0 0 0,-2 1 0 0 0,0-2 0 0 0,-1 0 0 0 0,-1-1 0 0 0,-1 0-1 0 0,-1-1 1 0 0,0-1 0 0 0,10-29 0 0 0,-18 40-128 0 0,0 0 0 0 0,-1 0 0 0 0,0-1 0 0 0,-1 1 0 0 0,-1-1 1 0 0,0 1-1 0 0,0-1 0 0 0,-1 0 0 0 0,0 1 0 0 0,-1-1 0 0 0,-1 0 0 0 0,0 1 0 0 0,-4-13 0 0 0,3 15-106 0 0,0-1-1 0 0,-1 1 0 0 0,-1 0 1 0 0,0 0-1 0 0,0 1 0 0 0,0-1 1 0 0,-1 1-1 0 0,0 1 0 0 0,-1-1 1 0 0,0 1-1 0 0,0 0 0 0 0,-1 0 1 0 0,1 1-1 0 0,-1 0 0 0 0,-15-8 1 0 0,5 5-480 0 0,0 1 0 0 0,-1 0 1 0 0,0 2-1 0 0,0 0 0 0 0,-1 1 1 0 0,1 1-1 0 0,-1 1 1 0 0,0 0-1 0 0,0 2 0 0 0,-22 1 1 0 0,-7 2-3500 0 0,-1 3 1 0 0,-93 21 0 0 0,83-12-3475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5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66 628 0 0,'0'-16'5128'0'0,"3"-25"1957"0"0,-3 40-6537 0 0,-1-6 2203 0 0,20 142 477 0 0,-16 230-1771 0 0,-4-347-1605 0 0,0 3-538 0 0,2 32 1 0 0,0-48 137 0 0,-1-1 0 0 0,1 1-1 0 0,0 0 1 0 0,0 0 0 0 0,1-1-1 0 0,-1 1 1 0 0,1-1-1 0 0,0 1 1 0 0,1-1 0 0 0,-1 0-1 0 0,0 1 1 0 0,5 3 0 0 0,3-1-3450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6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36 2380 0 0,'6'-5'16154'0'0,"-18"52"-14651"0"0,-20 52 0 0 0,15-51-1140 0 0,-15 70 0 0 0,29-104-330 0 0,1 1 0 0 0,0 0-1 0 0,1 0 1 0 0,1 0 0 0 0,1 0-1 0 0,0 0 1 0 0,0 0-1 0 0,2 0 1 0 0,4 17 0 0 0,-5-26 1 0 0,0 1 1 0 0,1-1-1 0 0,-1 0 1 0 0,1 0-1 0 0,1 0 0 0 0,-1-1 1 0 0,1 1-1 0 0,0-1 1 0 0,0 0-1 0 0,1 0 1 0 0,-1 0-1 0 0,1-1 1 0 0,0 1-1 0 0,0-1 0 0 0,1 0 1 0 0,-1-1-1 0 0,1 1 1 0 0,0-1-1 0 0,0-1 1 0 0,0 1-1 0 0,0-1 1 0 0,1 0-1 0 0,-1 0 0 0 0,1 0 1 0 0,-1-1-1 0 0,11 1 1 0 0,-7-2 59 0 0,0 0 1 0 0,0 0-1 0 0,0-1 0 0 0,0 0 1 0 0,0-1-1 0 0,0 0 1 0 0,0 0-1 0 0,0-1 0 0 0,-1 0 1 0 0,0-1-1 0 0,1 0 1 0 0,-1-1-1 0 0,-1 0 0 0 0,1 0 1 0 0,-1-1-1 0 0,15-12 1 0 0,-13 6-48 0 0,0 1 0 0 0,0-1 0 0 0,-1-1 1 0 0,-1 0-1 0 0,0 0 0 0 0,-1-1 0 0 0,-1 1 0 0 0,0-2 1 0 0,0 1-1 0 0,-2-1 0 0 0,0 1 0 0 0,0-1 1 0 0,2-24-1 0 0,-5 24-62 0 0,0 0 1 0 0,0 0-1 0 0,-1 0 0 0 0,-1 0 1 0 0,-1 0-1 0 0,0 0 1 0 0,-1 0-1 0 0,0 1 0 0 0,-1-1 1 0 0,-1 1-1 0 0,0 0 1 0 0,-1 0-1 0 0,-15-25 0 0 0,13 30-233 0 0,1-1 0 0 0,-1 1 0 0 0,-1 0 0 0 0,0 0 0 0 0,0 1 0 0 0,0 1 0 0 0,-1 0 0 0 0,-1 0 0 0 0,-12-7 0 0 0,14 10-587 0 0,-1-1 0 0 0,0 1 1 0 0,0 1-1 0 0,0 0 0 0 0,-1 0 1 0 0,-13-1-1 0 0,18 4-728 0 0,1 0 1 0 0,-1 0-1 0 0,0 0 0 0 0,1 1 0 0 0,-7 1 1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7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73 1944 0 0,'-6'-11'4207'0'0,"5"9"-3585"0"0,-8-23 2670 0 0,9 24-3239 0 0,-1 0 0 0 0,1 0 1 0 0,0 0-1 0 0,0 0 1 0 0,0 0-1 0 0,0 1 0 0 0,0-1 1 0 0,1 0-1 0 0,-1 0 1 0 0,0 0-1 0 0,0 0 1 0 0,1 0-1 0 0,-1 1 0 0 0,0-1 1 0 0,1 0-1 0 0,-1 0 1 0 0,0 1-1 0 0,1-1 1 0 0,-1 0-1 0 0,1 1 0 0 0,0-1 1 0 0,-1 0-1 0 0,1 1 1 0 0,-1-1-1 0 0,1 1 1 0 0,0-1-1 0 0,0 1 0 0 0,-1-1 1 0 0,1 1-1 0 0,0-1 1 0 0,0 1-1 0 0,-1 0 0 0 0,1-1 1 0 0,0 1-1 0 0,1 0 1 0 0,11-3 66 0 0,-1 0 0 0 0,1 1 0 0 0,0 0 1 0 0,0 1-1 0 0,0 1 0 0 0,1 0 0 0 0,-1 1 0 0 0,0 0 1 0 0,0 1-1 0 0,-1 1 0 0 0,1 0 0 0 0,24 9 1 0 0,-24-7-55 0 0,0 0 0 0 0,0 1 0 0 0,-1 1 1 0 0,0 0-1 0 0,0 1 0 0 0,0 0 0 0 0,14 14 1 0 0,-22-18 4 0 0,0 0 0 0 0,-1 0 0 0 0,1 0 0 0 0,-1 0 0 0 0,0 1 0 0 0,-1-1 0 0 0,1 1 0 0 0,-1 0 0 0 0,0 0 0 0 0,0 0 1 0 0,0 0-1 0 0,0 0 0 0 0,-1 0 0 0 0,0 1 0 0 0,0-1 0 0 0,-1 0 0 0 0,0 1 0 0 0,1-1 0 0 0,-2 0 0 0 0,1 1 0 0 0,-1-1 0 0 0,-1 9 0 0 0,-2-2 107 0 0,0 0 0 0 0,-1 0 0 0 0,0-1 0 0 0,-1 0 0 0 0,0 0 0 0 0,-1 0 0 0 0,0 0 0 0 0,-11 12 0 0 0,-77 75 1103 0 0,53-59-921 0 0,32-29-287 0 0,8-9-55 0 0,0 0 1 0 0,1 1-1 0 0,-1 0 0 0 0,0-1 0 0 0,1 1 1 0 0,-1 0-1 0 0,1 0 0 0 0,0 0 0 0 0,0 0 1 0 0,-2 2-1 0 0,4-3-10 0 0,-1 0 0 0 0,1-1 1 0 0,-1 1-1 0 0,1-1 0 0 0,-1 1 0 0 0,1-1 1 0 0,-1 1-1 0 0,1-1 0 0 0,-1 1 1 0 0,1-1-1 0 0,0 1 0 0 0,-1-1 0 0 0,1 0 1 0 0,0 1-1 0 0,-1-1 0 0 0,1 0 1 0 0,0 0-1 0 0,-1 0 0 0 0,1 1 0 0 0,0-1 1 0 0,0 0-1 0 0,-1 0 0 0 0,3 0 1 0 0,14 3 40 0 0,26-1 9 0 0,0-1-1 0 0,-1-2 0 0 0,75-12 0 0 0,-81 8-43 0 0,235-39-1697 0 0,-265 42 275 0 0,0 1-1 0 0,0-1 1 0 0,0 0-1 0 0,-1 0 1 0 0,1-1-1 0 0,7-4 1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7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64 2252 0 0,'26'-34'17663'0'0,"-39"53"-17307"0"0,-5 8-54 0 0,-82 155 471 0 0,90-160-728 0 0,2 0-1 0 0,0 0 1 0 0,1 1-1 0 0,1 0 1 0 0,1 0-1 0 0,-3 41 1 0 0,7-57 16 0 0,1 0 0 0 0,0 1 1 0 0,0-1-1 0 0,1 0 0 0 0,0 0 0 0 0,0 1 0 0 0,1-1 1 0 0,-1 0-1 0 0,2 0 0 0 0,-1 0 0 0 0,1-1 0 0 0,0 1 0 0 0,0-1 1 0 0,1 1-1 0 0,0-1 0 0 0,0 0 0 0 0,1 0 0 0 0,-1-1 1 0 0,1 1-1 0 0,0-1 0 0 0,1 0 0 0 0,-1 0 0 0 0,1-1 1 0 0,0 0-1 0 0,0 0 0 0 0,1 0 0 0 0,-1-1 0 0 0,1 0 1 0 0,-1 0-1 0 0,1 0 0 0 0,8 1 0 0 0,-1-1 108 0 0,0 0-1 0 0,0-1 0 0 0,0-1 1 0 0,0 0-1 0 0,0-1 0 0 0,0 0 1 0 0,0-1-1 0 0,1-1 1 0 0,-1 0-1 0 0,-1-1 0 0 0,1 0 1 0 0,0-1-1 0 0,-1-1 1 0 0,0 0-1 0 0,0-1 0 0 0,0 0 1 0 0,17-12-1 0 0,-10 5-3 0 0,-1-1-1 0 0,-1-1 0 0 0,0 0 1 0 0,0-1-1 0 0,-2-1 1 0 0,0-1-1 0 0,-1 0 0 0 0,-1-1 1 0 0,20-36-1 0 0,-29 46-137 0 0,-1 1 0 0 0,0-1 0 0 0,-1 0-1 0 0,0 0 1 0 0,0 0 0 0 0,-1-1 0 0 0,0 1 0 0 0,0-1-1 0 0,-1 1 1 0 0,0-1 0 0 0,-1 1 0 0 0,0-1 0 0 0,-1 1-1 0 0,0-1 1 0 0,0 1 0 0 0,-1-1 0 0 0,-1 1 0 0 0,1 0-1 0 0,-1 0 1 0 0,-1 0 0 0 0,0 0 0 0 0,0 0 0 0 0,0 1-1 0 0,-1 0 1 0 0,-1 0 0 0 0,1 0 0 0 0,-1 0-1 0 0,-1 1 1 0 0,1 0 0 0 0,-1 1 0 0 0,-8-7 0 0 0,-3 0-380 0 0,1 0-1 0 0,-2 2 1 0 0,0 0 0 0 0,0 1 0 0 0,-1 1 0 0 0,0 1 0 0 0,-25-7 0 0 0,23 10-1194 0 0,0 0 0 0 0,0 2 0 0 0,0 0 0 0 0,0 2 0 0 0,0 0 0 0 0,-45 6 0 0 0,33-1-3606 0 0,-1 2-2785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9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148 123 1724 0 0,'1'-10'5396'0'0,"-1"10"-5334"0"0,0 0 0 0 0,0-1 0 0 0,0 1 0 0 0,0 0 0 0 0,0 0 0 0 0,0-1 0 0 0,0 1 1 0 0,-1 0-1 0 0,1-1 0 0 0,0 1 0 0 0,0 0 0 0 0,0 0 0 0 0,0-1 0 0 0,0 1 0 0 0,-1 0 0 0 0,1 0 0 0 0,0-1 0 0 0,0 1 0 0 0,-1 0 0 0 0,1 0 1 0 0,0 0-1 0 0,0-1 0 0 0,-1 1 0 0 0,1 0 0 0 0,0 0 0 0 0,0 0 0 0 0,-1 0 0 0 0,1 0 0 0 0,0 0 0 0 0,-1 0 0 0 0,1-1 0 0 0,0 1 0 0 0,0 0 0 0 0,-1 0 1 0 0,1 0-1 0 0,0 0 0 0 0,-1 0 0 0 0,1 0 0 0 0,0 1 0 0 0,-1-1 0 0 0,1 0 0 0 0,0 0 0 0 0,-1 0 0 0 0,-18 11 934 0 0,-14 22-312 0 0,22-20-585 0 0,1 0 0 0 0,1 1 0 0 0,1 0-1 0 0,0 0 1 0 0,0 1 0 0 0,1 0 0 0 0,1 1 0 0 0,1 0 0 0 0,-6 26-1 0 0,10-35-86 0 0,0 0 0 0 0,0 0 0 0 0,1 0-1 0 0,-1 0 1 0 0,2 0 0 0 0,-1 0 0 0 0,1 0-1 0 0,0 0 1 0 0,0 0 0 0 0,1-1 0 0 0,0 1-1 0 0,0 0 1 0 0,1-1 0 0 0,-1 1 0 0 0,2-1-1 0 0,-1 0 1 0 0,1 0 0 0 0,0 0 0 0 0,0 0-1 0 0,0-1 1 0 0,1 1 0 0 0,0-1 0 0 0,0-1-1 0 0,10 9 1 0 0,-2-5 36 0 0,0 0-1 0 0,1-1 0 0 0,-1 0 0 0 0,1-1 1 0 0,1-1-1 0 0,-1 0 0 0 0,1-1 1 0 0,0-1-1 0 0,0 0 0 0 0,23 1 1 0 0,-11-3 194 0 0,0-1 0 0 0,0-1 0 0 0,0-1-1 0 0,0-2 1 0 0,28-7 0 0 0,-41 7-117 0 0,0-1 0 0 0,-1 0 0 0 0,0-1 0 0 0,0 0 0 0 0,-1-1 0 0 0,1-1 0 0 0,-1 0 0 0 0,-1 0 0 0 0,0-1 0 0 0,0-1 0 0 0,-1 0 0 0 0,0 0 0 0 0,0-1 0 0 0,-1 0 0 0 0,-1-1 0 0 0,0 0-1 0 0,7-12 1 0 0,-10 13-104 0 0,1 0 0 0 0,-1-1-1 0 0,-1 1 1 0 0,0-1 0 0 0,0 0-1 0 0,-1 0 1 0 0,-1 0-1 0 0,0 0 1 0 0,-1-1 0 0 0,0 1-1 0 0,-1 0 1 0 0,0-1 0 0 0,-1 1-1 0 0,-1-1 1 0 0,0 1-1 0 0,0 0 1 0 0,-1 0 0 0 0,0 0-1 0 0,-2 1 1 0 0,-4-12 0 0 0,5 16-39 0 0,1 0 0 0 0,-1 1 0 0 0,-1 0 0 0 0,1 0 0 0 0,-1 0 0 0 0,0 1 0 0 0,-1-1 0 0 0,1 1 0 0 0,-1 0 0 0 0,0 1 0 0 0,-13-8 0 0 0,10 7-63 0 0,-1 1 1 0 0,0 0-1 0 0,0 0 0 0 0,0 1 1 0 0,0 1-1 0 0,0 0 1 0 0,0 0-1 0 0,-12 0 0 0 0,7 1-398 0 0,0 1-1 0 0,-1 1 1 0 0,1 1-1 0 0,0 0 0 0 0,-17 4 1 0 0,18-2-633 0 0,0 0 0 0 0,1 1 0 0 0,-1 1 0 0 0,1 0 0 0 0,-14 9 0 0 0,5 0-3461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9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58 268 0 0,'0'-3'2424'0'0,"-7"-43"9171"0"0,7 44-10857 0 0,-4-4 1662 0 0,2 21-2316 0 0,1 0-1 0 0,0 0 1 0 0,1 0 0 0 0,4 28-1 0 0,-1 3-19 0 0,-1-9-70 0 0,2-1 0 0 0,12 58 1 0 0,-10-70-1194 0 0,13 32 0 0 0,-11-39-1226 0 0,0 0 0 0 0,14 23-1 0 0,-10-22-3386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29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87 2532 0 0,'-10'-12'5856'0'0,"-18"-14"367"0"0,27 25-5937 0 0,5-3-206 0 0,1 1 0 0 0,0 0 0 0 0,0 0 0 0 0,0 0 0 0 0,0 0 0 0 0,0 1 0 0 0,0 0 0 0 0,1 0 0 0 0,-1 0 0 0 0,1 1 0 0 0,6-1 0 0 0,14-2-70 0 0,29-1-1 0 0,-33 3 37 0 0,-15 2-284 0 0,68-5-1471 0 0,-22 4-6096 0 0,-40 1 4039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30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0 152 0 0,'-25'12'2954'0'0,"0"1"0"0"0,-43 29 0 0 0,57-34-2716 0 0,0 1 0 0 0,1 0 0 0 0,0 1 0 0 0,1-1 0 0 0,0 2-1 0 0,0-1 1 0 0,-13 24 0 0 0,20-33-216 0 0,1 1 1 0 0,0 0-1 0 0,0 0 1 0 0,0 0-1 0 0,0-1 1 0 0,0 1-1 0 0,1 0 1 0 0,-1 0-1 0 0,1 0 1 0 0,-1 0-1 0 0,1 0 1 0 0,-1 0-1 0 0,1 1 1 0 0,0-1-1 0 0,0 0 1 0 0,0 0-1 0 0,0 0 1 0 0,1 0-1 0 0,-1 0 1 0 0,1 0-1 0 0,-1 0 1 0 0,1 0-1 0 0,0 0 1 0 0,-1 0-1 0 0,1 0 1 0 0,0 0-1 0 0,0-1 1 0 0,2 4-1 0 0,1-2 62 0 0,-1-1-1 0 0,0 0 0 0 0,1 1 1 0 0,-1-1-1 0 0,1 0 1 0 0,0-1-1 0 0,0 1 0 0 0,-1-1 1 0 0,1 0-1 0 0,0 0 0 0 0,0 0 1 0 0,0 0-1 0 0,8 0 1 0 0,8 0 253 0 0,0-1 1 0 0,0-1 0 0 0,26-5-1 0 0,34-1 427 0 0,-69 7-698 0 0,0 0-1 0 0,1 1 0 0 0,-1 1 0 0 0,0-1 0 0 0,0 2 0 0 0,0 0 0 0 0,0 0 1 0 0,11 6-1 0 0,-14-6 27 0 0,-2 1 1 0 0,1 0-1 0 0,0 1 1 0 0,-1-1-1 0 0,0 1 0 0 0,0 1 1 0 0,-1-1-1 0 0,1 1 1 0 0,-1 0-1 0 0,0 0 1 0 0,-1 0-1 0 0,7 12 1 0 0,-5-6 114 0 0,0 1 1 0 0,0-1 0 0 0,-2 1 0 0 0,0 0 0 0 0,0 0 0 0 0,-1 1 0 0 0,0-1 0 0 0,-2 1-1 0 0,1 24 1 0 0,-2-33-165 0 0,0-1-1 0 0,0 1 0 0 0,0 0 1 0 0,-1-1-1 0 0,0 1 0 0 0,0 0 1 0 0,0-1-1 0 0,-1 1 1 0 0,0-1-1 0 0,1 0 0 0 0,-1 1 1 0 0,-1-1-1 0 0,1 0 0 0 0,-1 0 1 0 0,0 0-1 0 0,1-1 0 0 0,-2 1 1 0 0,1-1-1 0 0,0 1 1 0 0,-1-1-1 0 0,1 0 0 0 0,-1 0 1 0 0,0-1-1 0 0,0 1 0 0 0,0-1 1 0 0,-1 0-1 0 0,1 0 0 0 0,0 0 1 0 0,-1 0-1 0 0,1-1 0 0 0,-9 2 1 0 0,2-2-378 0 0,1 0-1 0 0,-1-1 1 0 0,1 0 0 0 0,-1-1-1 0 0,1 0 1 0 0,-1 0 0 0 0,-13-4 0 0 0,7-1-1543 0 0,-10-5-6280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31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26 123 2028 0 0,'-8'-5'7637'0'0,"4"21"-7184"0"0,0 0 0 0 0,1 1 0 0 0,1-1 0 0 0,0 0 0 0 0,1 1 0 0 0,3 26 0 0 0,-2-18-179 0 0,0-10-194 0 0,1 0-1 0 0,0 0 1 0 0,1 0 0 0 0,0-1 0 0 0,2 1-1 0 0,-1-1 1 0 0,2 1 0 0 0,8 18 0 0 0,-9-26-64 0 0,-1-1 0 0 0,1 0 0 0 0,0 1 0 0 0,0-2-1 0 0,1 1 1 0 0,-1 0 0 0 0,1-1 0 0 0,1 0 0 0 0,-1 0 0 0 0,1-1 0 0 0,0 1 0 0 0,0-1 0 0 0,0-1 0 0 0,0 1 0 0 0,1-1 0 0 0,-1 0 0 0 0,1 0 0 0 0,0-1 0 0 0,9 2 0 0 0,1-1 25 0 0,0-1 0 0 0,1-1 0 0 0,-1 0 1 0 0,1-1-1 0 0,-1-1 0 0 0,0-1 0 0 0,0-1 1 0 0,29-7-1 0 0,-27 4 80 0 0,0 0 1 0 0,-1-1-1 0 0,1-1 1 0 0,-2-1-1 0 0,1 0 1 0 0,-1-1-1 0 0,22-18 0 0 0,-27 17 16 0 0,1 0-1 0 0,-2-2 0 0 0,1 1 0 0 0,-2-1 0 0 0,0-1 0 0 0,0 0 0 0 0,-2 0 0 0 0,1-1 0 0 0,11-30 0 0 0,-17 37-54 0 0,0-1-1 0 0,0 0 0 0 0,-1 0 1 0 0,0 0-1 0 0,-1 0 1 0 0,0 0-1 0 0,0 0 0 0 0,-1 0 1 0 0,0-1-1 0 0,-1 1 0 0 0,0 0 1 0 0,0 0-1 0 0,-1 0 0 0 0,0 0 1 0 0,-1 0-1 0 0,0 1 1 0 0,0-1-1 0 0,-1 1 0 0 0,-7-13 1 0 0,7 14-58 0 0,-1 2 0 0 0,1-1 0 0 0,-1 0 0 0 0,0 1 0 0 0,-1 0 0 0 0,1 0 0 0 0,-1 1 0 0 0,0 0 0 0 0,0 0 0 0 0,0 0 0 0 0,-8-3 0 0 0,4 3-10 0 0,-1 0 1 0 0,1 1-1 0 0,-1 0 0 0 0,0 1 0 0 0,0 0 0 0 0,-18-1 0 0 0,6 3-14 0 0,0 1-1 0 0,0 0 1 0 0,0 2-1 0 0,0 1 0 0 0,1 1 1 0 0,-32 11-1 0 0,31-8 15 0 0,0 2-1 0 0,0 0 1 0 0,-41 27-1 0 0,53-30-147 0 0,0 1 0 0 0,1 0-1 0 0,0 1 1 0 0,0 0-1 0 0,1 0 1 0 0,1 1 0 0 0,-1 0-1 0 0,2 1 1 0 0,-9 15 0 0 0,14-24-13 0 0,0 2 1 0 0,1-1 0 0 0,-1 0-1 0 0,1 0 1 0 0,0 0 0 0 0,0 1-1 0 0,1-1 1 0 0,-1 0 0 0 0,1 1-1 0 0,-1-1 1 0 0,1 1-1 0 0,0-1 1 0 0,0 1 0 0 0,1-1-1 0 0,-1 0 1 0 0,1 1 0 0 0,0-1-1 0 0,0 1 1 0 0,0-1 0 0 0,1 3-1 0 0,0-2-288 0 0,1 0-1 0 0,-1-1 1 0 0,1 1-1 0 0,0-1 1 0 0,0 1-1 0 0,0-1 0 0 0,0 0 1 0 0,0-1-1 0 0,1 1 1 0 0,-1 0-1 0 0,1-1 1 0 0,0 0-1 0 0,0 0 0 0 0,0 0 1 0 0,5 2-1 0 0,22 6-4689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32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1 680 0 0,'-4'0'2312'0'0,"-9"0"-848"0"0,1 0 0 0 0,0 2 0 0 0,-13 2 0 0 0,18-3-1163 0 0,0 1 0 0 0,1 0 0 0 0,-1 1 0 0 0,1-1 1 0 0,0 1-1 0 0,-1 0 0 0 0,2 1 0 0 0,-1-1 0 0 0,0 1 0 0 0,1 0 0 0 0,-1 1 0 0 0,-6 7 1 0 0,0 3 72 0 0,0 0 0 0 0,2 1 0 0 0,0 1 1 0 0,0 0-1 0 0,2 0 0 0 0,0 1 1 0 0,1 0-1 0 0,1 0 0 0 0,-6 25 1 0 0,8-23-153 0 0,0 1 0 0 0,2 0-1 0 0,0 0 1 0 0,1 0 0 0 0,1 0 0 0 0,1 0 0 0 0,1 0 0 0 0,6 28 0 0 0,-5-39-87 0 0,0 0-1 0 0,0 0 1 0 0,1 0-1 0 0,0-1 1 0 0,1 1 0 0 0,0-1-1 0 0,0 0 1 0 0,1 0 0 0 0,1-1-1 0 0,-1 0 1 0 0,1 0-1 0 0,13 11 1 0 0,-13-13-37 0 0,0-1 1 0 0,0 0-1 0 0,1-1 0 0 0,0 1 0 0 0,0-1 1 0 0,0-1-1 0 0,1 0 0 0 0,-1 0 0 0 0,1 0 1 0 0,-1-1-1 0 0,1-1 0 0 0,0 1 1 0 0,0-1-1 0 0,0-1 0 0 0,9 0 0 0 0,-7-1-14 0 0,0 0 0 0 0,0-1-1 0 0,-1 0 1 0 0,1-1 0 0 0,-1 0-1 0 0,1-1 1 0 0,-1 0-1 0 0,0-1 1 0 0,0 0 0 0 0,-1 0-1 0 0,0-1 1 0 0,1 0 0 0 0,-2-1-1 0 0,1 0 1 0 0,-1 0 0 0 0,0-1-1 0 0,-1 0 1 0 0,0-1-1 0 0,0 1 1 0 0,-1-1 0 0 0,0 0-1 0 0,0-1 1 0 0,-1 0 0 0 0,5-14-1 0 0,-5 12-70 0 0,0 0 1 0 0,-1-1-1 0 0,0 1 0 0 0,-1-1 0 0 0,-1 0 0 0 0,0 0 1 0 0,-1 0-1 0 0,0 0 0 0 0,-1-1 0 0 0,0 1 0 0 0,-1 0 1 0 0,-1 0-1 0 0,0 0 0 0 0,-1 0 0 0 0,0 0 1 0 0,-1 1-1 0 0,0-1 0 0 0,-1 1 0 0 0,-1 0 0 0 0,-7-13 1 0 0,5 15-62 0 0,0 0 1 0 0,0 1 0 0 0,-1 0 0 0 0,0 1 0 0 0,-1-1-1 0 0,0 2 1 0 0,0-1 0 0 0,0 2 0 0 0,-1-1 0 0 0,0 2 0 0 0,-1-1-1 0 0,1 1 1 0 0,-1 1 0 0 0,0 0 0 0 0,0 1 0 0 0,-14-2-1 0 0,15 2-334 0 0,0 2 0 0 0,0-1 0 0 0,0 2-1 0 0,0-1 1 0 0,0 2 0 0 0,0-1-1 0 0,0 1 1 0 0,0 1 0 0 0,0 0-1 0 0,0 1 1 0 0,1 0 0 0 0,-1 0-1 0 0,1 1 1 0 0,0 1 0 0 0,0 0-1 0 0,0 0 1 0 0,1 1 0 0 0,-13 9-1 0 0,20-13 14 0 0,-1 1-1 0 0,1-1 0 0 0,-1 1 1 0 0,1 0-1 0 0,0-1 1 0 0,1 1-1 0 0,-1 0 0 0 0,-3 6 1 0 0,2 15-5065 0 0,5-12 471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32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42 1760 0 0,'-1'-19'11540'0'0,"1"19"-11374"0"0,-4 2 19 0 0,0 0 0 0 0,1 0-1 0 0,-1 1 1 0 0,1 0 0 0 0,-1-1 0 0 0,1 1 0 0 0,0 0 0 0 0,0 1 0 0 0,0-1 0 0 0,1 1-1 0 0,-1-1 1 0 0,-3 7 0 0 0,-26 56 1206 0 0,26-52-1155 0 0,-12 26 323 0 0,-20 67-1 0 0,34-93-495 0 0,1 1 0 0 0,0-1 0 0 0,1 1 0 0 0,0-1 0 0 0,1 1 0 0 0,1 0 0 0 0,1-1 0 0 0,3 25 0 0 0,-3-35-36 0 0,0 1 1 0 0,0-1 0 0 0,0 1-1 0 0,1-1 1 0 0,0 0-1 0 0,0 0 1 0 0,0 1 0 0 0,0-1-1 0 0,1-1 1 0 0,0 1-1 0 0,-1 0 1 0 0,2-1 0 0 0,-1 1-1 0 0,0-1 1 0 0,0 0-1 0 0,6 4 1 0 0,-3-4 2 0 0,-1 0-1 0 0,1 0 1 0 0,0-1 0 0 0,0 0-1 0 0,0 0 1 0 0,0 0 0 0 0,0-1-1 0 0,0 0 1 0 0,0 0 0 0 0,12 0-1 0 0,-2-1 3 0 0,-1-1 0 0 0,0-1-1 0 0,0-1 1 0 0,0 0 0 0 0,-1 0-1 0 0,1-2 1 0 0,-1 0 0 0 0,0 0-1 0 0,18-11 1 0 0,-16 7-10 0 0,-1-2-1 0 0,0 0 1 0 0,-1 0 0 0 0,0-1 0 0 0,-1-1-1 0 0,-1 0 1 0 0,1-1 0 0 0,16-27 0 0 0,-20 28-2 0 0,-1-1 1 0 0,0-1-1 0 0,-1 1 1 0 0,0-1-1 0 0,-2 0 1 0 0,0 0-1 0 0,0-1 1 0 0,-1 1-1 0 0,-1-1 1 0 0,1-21-1 0 0,-4 30-14 0 0,0 0 0 0 0,-1 0-1 0 0,0 0 1 0 0,0 0 0 0 0,0 0 0 0 0,-1 1-1 0 0,0-1 1 0 0,0 0 0 0 0,-1 1-1 0 0,0-1 1 0 0,0 1 0 0 0,0 0 0 0 0,-1 0-1 0 0,0 0 1 0 0,0 1 0 0 0,-1-1 0 0 0,1 1-1 0 0,-1 0 1 0 0,0 0 0 0 0,-1 1-1 0 0,1-1 1 0 0,-1 1 0 0 0,-8-4 0 0 0,6 3-297 0 0,-1 1 1 0 0,0 0 0 0 0,0 0 0 0 0,0 1-1 0 0,0 0 1 0 0,-1 1 0 0 0,1 0 0 0 0,-1 0 0 0 0,0 1-1 0 0,1 0 1 0 0,-1 1 0 0 0,0 0 0 0 0,1 1-1 0 0,-1 0 1 0 0,0 0 0 0 0,-13 4 0 0 0,3 6-2390 0 0,19-10 2420 0 0,1-1-1 0 0,-1 1 0 0 0,-1 2-1042 0 0,1-3 1042 0 0,1 1 0 0 0,-1 0 1 0 0,1 0-1 0 0,0-1 0 0 0,-1 1 1 0 0,1 0-1 0 0,0 0 0 0 0,0-1 1 0 0,0 1-1 0 0,-1 0 0 0 0,1 0 0 0 0,0 0 1 0 0,0-1-1 0 0,0 1 0 0 0,0 0 1 0 0,1 1-1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30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73 2336 0 0,'4'-16'5735'0'0,"-4"12"-4925"0"0,0 0 1 0 0,0 0 0 0 0,0 0 0 0 0,-1 0-1 0 0,1 1 1 0 0,-3-7 697 0 0,0 10-1171 0 0,-1 2-227 0 0,0-1 0 0 0,0 1 0 0 0,0 0 0 0 0,0 0 0 0 0,0 0 0 0 0,1 0 0 0 0,-1 1 0 0 0,1-1-1 0 0,-1 1 1 0 0,1 0 0 0 0,0 0 0 0 0,0 0 0 0 0,0 1 0 0 0,1-1 0 0 0,-4 5 0 0 0,-7 13 307 0 0,-16 32 0 0 0,21-36-324 0 0,-3 4-20 0 0,2-1-1 0 0,0 2 1 0 0,1-1-1 0 0,2 1 0 0 0,-6 28 1 0 0,10-42-40 0 0,1 1 0 0 0,0 0-1 0 0,1-1 1 0 0,-1 1 0 0 0,2 0 0 0 0,-1-1 0 0 0,1 1 0 0 0,1-1-1 0 0,-1 1 1 0 0,2-1 0 0 0,-1 1 0 0 0,1-1 0 0 0,0 0 0 0 0,1 0-1 0 0,-1-1 1 0 0,10 14 0 0 0,-10-17 64 0 0,1 1 0 0 0,0-1-1 0 0,0 0 1 0 0,0-1 0 0 0,0 1 0 0 0,1-1-1 0 0,-1 0 1 0 0,1 0 0 0 0,0 0 0 0 0,0 0-1 0 0,0-1 1 0 0,0 0 0 0 0,9 3 0 0 0,-6-4 33 0 0,1 1 1 0 0,-1-1-1 0 0,0-1 1 0 0,0 0-1 0 0,0 0 1 0 0,1 0-1 0 0,-1-1 0 0 0,12-3 1 0 0,-4 0 13 0 0,0-1 0 0 0,-1 0 0 0 0,0-1 0 0 0,0-1 0 0 0,-1 0 0 0 0,0-1 0 0 0,0-1 0 0 0,23-19 0 0 0,-24 16-80 0 0,-1 0 0 0 0,0 0 1 0 0,-1-1-1 0 0,-1-1 0 0 0,0 0 0 0 0,0 0 0 0 0,-2-1 0 0 0,1 0 1 0 0,10-30-1 0 0,-17 38-56 0 0,0 0 0 0 0,0 1 1 0 0,0-1-1 0 0,-1 0 0 0 0,0 0 1 0 0,0 0-1 0 0,-1 0 0 0 0,0 0 1 0 0,0 0-1 0 0,-1 0 0 0 0,1 0 1 0 0,-2 0-1 0 0,1 0 0 0 0,-1 0 0 0 0,0 1 1 0 0,0-1-1 0 0,-1 0 0 0 0,0 1 1 0 0,0 0-1 0 0,0 0 0 0 0,-1 0 1 0 0,0 0-1 0 0,0 0 0 0 0,-1 1 1 0 0,1 0-1 0 0,-10-8 0 0 0,0 2-134 0 0,0 2 0 0 0,-1-1 0 0 0,0 2 0 0 0,-1 0-1 0 0,1 1 1 0 0,-2 0 0 0 0,1 2 0 0 0,-1 0 0 0 0,1 0 0 0 0,-1 2 0 0 0,-24-3 0 0 0,-7 2-1185 0 0,0 3 1 0 0,-90 7 0 0 0,-18 16-2277 0 0,54 0-1979 0 0,36-7-583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33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24 2176 0 0,'-10'-24'16661'0'0,"6"29"-17547"0"0,4-4 941 0 0,-1 0 1 0 0,1 0-1 0 0,0 0 0 0 0,0 0 1 0 0,0 0-1 0 0,0 0 0 0 0,0-1 1 0 0,0 1-1 0 0,0 0 0 0 0,0 0 1 0 0,0 0-1 0 0,0 0 1 0 0,0 0-1 0 0,1 0 0 0 0,-1 0 1 0 0,1 1-1 0 0,0 2 113 0 0,13 342 2576 0 0,-10-166-5907 0 0,-4-171 2450 0 0,1 0 0 0 0,0 0-1 0 0,3 11 1 0 0,9 8-6002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34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51 2196 0 0,'-31'-39'10084'0'0,"30"38"-9660"0"0,1 1-391 0 0,1 0-1 0 0,-1 0 1 0 0,0 0-1 0 0,0 0 0 0 0,1 0 1 0 0,-1 0-1 0 0,0 0 0 0 0,0 0 1 0 0,0 0-1 0 0,1 0 0 0 0,-1 0 1 0 0,0 0-1 0 0,0 0 1 0 0,1 0-1 0 0,-1 0 0 0 0,0-1 1 0 0,0 1-1 0 0,0 0 0 0 0,1 0 1 0 0,-1 0-1 0 0,0 0 0 0 0,0 0 1 0 0,0 0-1 0 0,1-1 1 0 0,-1 1-1 0 0,0 0 0 0 0,0 0 1 0 0,0 0-1 0 0,0 0 0 0 0,1-1 1 0 0,-1 1-1 0 0,0 0 0 0 0,0 0 1 0 0,0-1-1 0 0,0 1 1 0 0,0 0-1 0 0,0 0 0 0 0,0 0 1 0 0,0-1-1 0 0,0 1 0 0 0,0 0 1 0 0,0 0-1 0 0,0-1 0 0 0,0 1 1 0 0,0 0-1 0 0,0 0 0 0 0,0-1 1 0 0,0 1-1 0 0,0 0 1 0 0,0 0-1 0 0,0 0 0 0 0,0-1 1 0 0,0 1-1 0 0,0 0 0 0 0,-1 0 1 0 0,1-1-1 0 0,0 1 0 0 0,0 0 1 0 0,0 0-1 0 0,0 0 1 0 0,0 0-1 0 0,-1-1 0 0 0,1 1 1 0 0,0 0-1 0 0,0 0 0 0 0,0 0 1 0 0,-1 0-1 0 0,1 0 0 0 0,26 1 154 0 0,-20-1 20 0 0,254 12 907 0 0,83 7-780 0 0,-334-18-337 0 0,0 0 0 0 0,0 0 0 0 0,0 2 0 0 0,0-1 0 0 0,16 7 0 0 0,-21-7 6 0 0,-1 0 1 0 0,1 0 0 0 0,0 1-1 0 0,-1-1 1 0 0,0 1 0 0 0,0 0 0 0 0,0 0-1 0 0,0 0 1 0 0,0 0 0 0 0,0 1 0 0 0,-1-1-1 0 0,1 1 1 0 0,-1-1 0 0 0,3 8 0 0 0,5 15 23 0 0,-1 0 0 0 0,-2 1 0 0 0,0 0 1 0 0,2 32-1 0 0,5 112 640 0 0,-13-153-545 0 0,11 513 1151 0 0,0 2-696 0 0,48 160-297 0 0,-14-206-156 0 0,7 360 661 0 0,-64 2 346 0 0,-22-579 414 0 0,24-221-1170 0 0,-3-1 0 0 0,-2 0 1 0 0,-29 67-1 0 0,35-97-266 0 0,0-1-1 0 0,-1 0 1 0 0,-1-1-1 0 0,0 0 1 0 0,-15 18 0 0 0,20-29-213 0 0,1-1 1 0 0,-1 1 0 0 0,0-1 0 0 0,0 0-1 0 0,0 0 1 0 0,-1-1 0 0 0,0 1 0 0 0,1-1-1 0 0,-1 0 1 0 0,0-1 0 0 0,-1 0 0 0 0,1 0 0 0 0,0 0-1 0 0,0 0 1 0 0,-1-1 0 0 0,1 0 0 0 0,-1-1-1 0 0,-12 0 1 0 0,5-1-901 0 0,0 0-1 0 0,1-1 0 0 0,-1-1 1 0 0,1 0-1 0 0,-23-9 0 0 0,18 4-2895 0 0,-27-16-1 0 0,12 4-3437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34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28 2452 0 0,'-9'-10'5715'0'0,"7"8"-5239"0"0,1 0 0 0 0,-1 1 0 0 0,0-1 0 0 0,1 0-1 0 0,-1 1 1 0 0,0 0 0 0 0,0-1 0 0 0,0 1-1 0 0,-3-2 1 0 0,3 3-3 0 0,1 0-401 0 0,1 0-1 0 0,-1 0 1 0 0,1 1-1 0 0,-1-1 1 0 0,1 0 0 0 0,-1 0-1 0 0,1 1 1 0 0,-1-1-1 0 0,1 0 1 0 0,-1 1 0 0 0,1-1-1 0 0,0 1 1 0 0,-1-1-1 0 0,1 0 1 0 0,-1 1 0 0 0,1-1-1 0 0,0 1 1 0 0,-1-1-1 0 0,1 2 1 0 0,-20 134 1718 0 0,-4 18-1408 0 0,-12 39-2852 0 0,18-95-4499 0 0,13-74 1810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34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1 192 2308 0 0,'6'-177'13131'0'0,"-6"176"-13110"0"0,0 0 1 0 0,0 1 0 0 0,0-1 0 0 0,1 1-1 0 0,-1-1 1 0 0,0 1 0 0 0,0-1-1 0 0,0 1 1 0 0,0-1 0 0 0,0 0 0 0 0,1 1-1 0 0,-1-1 1 0 0,0 1 0 0 0,1-1 0 0 0,-1 1-1 0 0,0 0 1 0 0,1-1 0 0 0,-1 1-1 0 0,0-1 1 0 0,1 1 0 0 0,-1-1 0 0 0,1 1-1 0 0,-1 0 1 0 0,1 0 0 0 0,-1-1-1 0 0,1 1 1 0 0,-1 0 0 0 0,1 0 0 0 0,-1-1-1 0 0,1 1 1 0 0,-1 0 0 0 0,1 0-1 0 0,0 0 1 0 0,-1 0 0 0 0,1 0 0 0 0,-1 0-1 0 0,2 0 1 0 0,-1 0 31 0 0,1 0 1 0 0,0 0-1 0 0,0 0 1 0 0,-1 0-1 0 0,1 1 1 0 0,0-1-1 0 0,0 1 0 0 0,-1-1 1 0 0,1 1-1 0 0,2 1 1 0 0,10 8 212 0 0,0 0 0 0 0,0 2 0 0 0,-1-1 0 0 0,-1 2 0 0 0,0 0 0 0 0,15 20 0 0 0,54 93 776 0 0,-79-122-1015 0 0,30 56 461 0 0,-3 1 0 0 0,32 101 0 0 0,20 46-95 0 0,-78-200-651 0 0,1 0-1 0 0,0-1 1 0 0,0 1-1 0 0,1-1 1 0 0,0 0-1 0 0,0 0 1 0 0,1 0-1 0 0,0-1 1 0 0,0 0 0 0 0,9 7-1 0 0,-14-12-222 0 0,0-1-1 0 0,0 1 1 0 0,1-1-1 0 0,-1 1 1 0 0,1-1 0 0 0,-1 1-1 0 0,0-1 1 0 0,1 0-1 0 0,-1 0 1 0 0,1 0 0 0 0,-1 0-1 0 0,0 0 1 0 0,1 0-1 0 0,-1 0 1 0 0,1 0-1 0 0,-1 0 1 0 0,0-1 0 0 0,1 1-1 0 0,1-1 1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35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178 128 2532 0 0,'-178'-7'14934'0'0,"196"-4"-14504"0"0,4 3-336 0 0,1 1 1 0 0,-1 1 0 0 0,47-7 0 0 0,-30 7-95 0 0,226-34-2333 0 0,-87 20-4696 0 0,-102 11 520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47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33 60 0 0,'-27'-30'12980'0'0,"27"29"-12903"0"0,-1 1 1 0 0,1 0 0 0 0,-1 0-1 0 0,0-1 1 0 0,1 1-1 0 0,-1 0 1 0 0,1 0 0 0 0,-1 0-1 0 0,1 0 1 0 0,-1 0-1 0 0,0 0 1 0 0,1 0 0 0 0,-1 0-1 0 0,1 0 1 0 0,-1 0-1 0 0,1 0 1 0 0,-2 0 0 0 0,-4 15 374 0 0,1 0 0 0 0,1 1 1 0 0,1-1-1 0 0,0 1 0 0 0,-2 23 0 0 0,-2 17-197 0 0,-3 2-204 0 0,-3 89 0 0 0,13-78-3095 0 0,6-2-4342 0 0,-4-56 2713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47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0 202 628 0 0,'1'-14'1394'0'0,"1"-1"-1"0"0,0 1 1 0 0,1 0 0 0 0,1-1-1 0 0,0 1 1 0 0,7-15-1 0 0,-8 23-1264 0 0,0 1 0 0 0,0-1 0 0 0,0 1 0 0 0,1 0-1 0 0,0 0 1 0 0,0 1 0 0 0,0-1 0 0 0,1 1-1 0 0,-1 0 1 0 0,1 0 0 0 0,0 0 0 0 0,0 1-1 0 0,1 0 1 0 0,-1 0 0 0 0,1 0 0 0 0,-1 0-1 0 0,8-1 1 0 0,-4 1-74 0 0,1 1 0 0 0,-1 0 1 0 0,1 1-1 0 0,0-1 0 0 0,-1 2 0 0 0,1 0 0 0 0,0 0 0 0 0,0 1 0 0 0,0 0 1 0 0,-1 0-1 0 0,1 1 0 0 0,14 5 0 0 0,-21-6-22 0 0,1 0-1 0 0,0 1 1 0 0,-1-1-1 0 0,1 1 1 0 0,-1 0-1 0 0,0 0 1 0 0,1 0-1 0 0,-1 0 1 0 0,0 1-1 0 0,0-1 1 0 0,0 1-1 0 0,-1 0 1 0 0,1 0-1 0 0,-1 0 1 0 0,1 0-1 0 0,-1 1 1 0 0,0-1-1 0 0,0 0 1 0 0,-1 1-1 0 0,1-1 1 0 0,-1 1-1 0 0,1 0 1 0 0,-1 0-1 0 0,0-1 1 0 0,-1 1-1 0 0,1 0 1 0 0,-1 0-1 0 0,1 0 1 0 0,-1 0-1 0 0,0 0 1 0 0,-1 0-1 0 0,1 0 1 0 0,-2 5-1 0 0,-1 6 22 0 0,-2 0-1 0 0,1 0 0 0 0,-2-1 0 0 0,0 0 1 0 0,-1 0-1 0 0,0 0 0 0 0,-1-1 1 0 0,-11 16-1 0 0,0-5 0 0 0,-1-2-1 0 0,-1 1 1 0 0,-29 22 0 0 0,41-38 54 0 0,-1 0 0 0 0,-1 0 0 0 0,0-2 0 0 0,1 1 0 0 0,-2-1 0 0 0,-19 6 0 0 0,29-11-47 0 0,-5 2-2 0 0,7-2-54 0 0,0 0 0 0 0,0 0 0 0 0,0 0 0 0 0,0 0 0 0 0,1 0 0 0 0,-1 0 0 0 0,0 0 0 0 0,0 0 0 0 0,0 0 0 0 0,0 1 0 0 0,0-1-1 0 0,0 0 1 0 0,0 0 0 0 0,0 0 0 0 0,0 0 0 0 0,0 0 0 0 0,0 0 0 0 0,0 0 0 0 0,0 0 0 0 0,0 0 0 0 0,0 0 0 0 0,0 1 0 0 0,0-1 0 0 0,0 0 0 0 0,0 0 0 0 0,-1 0 0 0 0,1 0 0 0 0,0 0 0 0 0,0 0-1 0 0,0 0 1 0 0,0 0 0 0 0,0 0 0 0 0,0 0 0 0 0,0 0 0 0 0,0 0 0 0 0,0 1 0 0 0,0-1 0 0 0,0 0 0 0 0,0 0 0 0 0,0 0 0 0 0,0 0 0 0 0,-1 0 0 0 0,1 0 0 0 0,0 0 0 0 0,0 0 0 0 0,0 0 0 0 0,0 0 0 0 0,0 0-1 0 0,0 0 1 0 0,0 0 0 0 0,0 0 0 0 0,0 0 0 0 0,0 0 0 0 0,-1 0 0 0 0,1 0 0 0 0,0 0 0 0 0,0 0 0 0 0,0 0 0 0 0,0 0 0 0 0,0 0 0 0 0,0 0 0 0 0,0 0 0 0 0,0 0 0 0 0,0 0 0 0 0,0 0 0 0 0,-1-1-1 0 0,25 9 363 0 0,15 5-23 0 0,-1 1-1 0 0,45 23 0 0 0,-37-11-266 0 0,52 39 0 0 0,-42-18-3302 0 0,-26-27-3963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48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53 296 0 0,'-10'-8'8271'0'0,"-4"-8"-2603"0"0,13 6-3306 0 0,3 9-2268 0 0,-1-1 0 0 0,0 1 0 0 0,1-1 0 0 0,-1 1-1 0 0,1 0 1 0 0,0-1 0 0 0,-1 1 0 0 0,1 0 0 0 0,0 0 0 0 0,0 0 0 0 0,0 0 0 0 0,0 1 0 0 0,0-1 0 0 0,0 0 0 0 0,2 0 0 0 0,-3 1-93 0 0,1-1 80 0 0,16 2 58 0 0,-16 0-122 0 0,0 0 0 0 0,1 0 1 0 0,-1 1-1 0 0,0-1 0 0 0,0 0 0 0 0,0 1 0 0 0,0 0 1 0 0,0-1-1 0 0,0 1 0 0 0,0 0 0 0 0,0 0 0 0 0,-1 0 0 0 0,1 0 1 0 0,-1 0-1 0 0,1 0 0 0 0,-1 1 0 0 0,0-1 0 0 0,0 0 1 0 0,0 1-1 0 0,0-1 0 0 0,0 1 0 0 0,-1-1 0 0 0,1 1 1 0 0,-1-1-1 0 0,0 1 0 0 0,1 0 0 0 0,-1-1 0 0 0,0 1 0 0 0,-1-1 1 0 0,1 1-1 0 0,-1 4 0 0 0,-3 9 215 0 0,0-1-1 0 0,-2 0 1 0 0,1 0 0 0 0,-2 0-1 0 0,-14 24 1 0 0,5-7 4 0 0,-10 15-77 0 0,25-45-136 0 0,1-1-20 0 0,0 0 1 0 0,0-1-1 0 0,0 1 0 0 0,0-1 0 0 0,1 1 0 0 0,-1 0 1 0 0,0-1-1 0 0,0 1 0 0 0,1-1 0 0 0,-1 1 1 0 0,0-1-1 0 0,1 1 0 0 0,-1 0 0 0 0,1-1 0 0 0,-1 0 1 0 0,0 1-1 0 0,1-1 0 0 0,-1 1 0 0 0,1-1 0 0 0,-1 1 1 0 0,1-1-1 0 0,0 0 0 0 0,-1 0 0 0 0,1 1 0 0 0,-1-1 1 0 0,1 0-1 0 0,0 0 0 0 0,-1 1 0 0 0,2-1 1 0 0,28 2 41 0 0,28-9-4 0 0,-58 6-40 0 0,91-17-272 0 0,36-7-3629 0 0,-95 22 644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48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88 179 1212 0 0,'-88'42'21101'0'0,"93"-47"-20577"0"0,-2 3-501 0 0,1 0 1 0 0,-1 0-1 0 0,1 1 1 0 0,0-1-1 0 0,0 1 1 0 0,-1 0 0 0 0,1 0-1 0 0,7-1 1 0 0,1 0 9 0 0,217-47 119 0 0,-111 28-142 0 0,543-86 97 0 0,-503 85 168 0 0,-156 22-272 0 0,8-1 355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49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96 272 0 0,'-1'0'610'0'0,"-1"1"-29"0"0,0-1 0 0 0,0 1 1 0 0,1-1-1 0 0,-1 1 1 0 0,0-1-1 0 0,0 0 1 0 0,0 0-1 0 0,0 0 1 0 0,0 0-1 0 0,0 0 1 0 0,1 0-1 0 0,-1 0 0 0 0,0-1 1 0 0,0 1-1 0 0,0 0 1 0 0,0-1-1 0 0,-4-2 801 0 0,5 2-1188 0 0,1 0 0 0 0,-1-1-1 0 0,0 1 1 0 0,1 0 0 0 0,-1-1 0 0 0,1 1 0 0 0,-1 0 0 0 0,1-1 0 0 0,-1 1 0 0 0,1-1 0 0 0,0 1 0 0 0,0-1-1 0 0,0 1 1 0 0,0 0 0 0 0,0-1 0 0 0,0 1 0 0 0,0-1 0 0 0,1 1 0 0 0,-1-1 0 0 0,0 1 0 0 0,1-2 0 0 0,3-2-109 0 0,-1 0 0 0 0,1 1 1 0 0,0-1-1 0 0,0 1 1 0 0,1 0-1 0 0,-1 0 1 0 0,1 0-1 0 0,0 1 1 0 0,0 0-1 0 0,0 0 1 0 0,0 0-1 0 0,1 0 1 0 0,-1 1-1 0 0,1 0 1 0 0,-1 0-1 0 0,1 1 1 0 0,0-1-1 0 0,0 1 1 0 0,9 0-1 0 0,-11 1-81 0 0,-1 0 1 0 0,1 0-1 0 0,0 0 0 0 0,0 1 0 0 0,0 0 1 0 0,-1 0-1 0 0,1 0 0 0 0,0 0 1 0 0,-1 0-1 0 0,1 1 0 0 0,-1 0 0 0 0,1-1 1 0 0,-1 1-1 0 0,0 1 0 0 0,0-1 0 0 0,0 0 1 0 0,0 1-1 0 0,0-1 0 0 0,-1 1 1 0 0,1 0-1 0 0,-1 0 0 0 0,1 0 0 0 0,-1 0 1 0 0,0 1-1 0 0,0-1 0 0 0,-1 1 1 0 0,1-1-1 0 0,-1 1 0 0 0,1-1 0 0 0,0 7 1 0 0,0-2 106 0 0,-1-1 1 0 0,-1 1-1 0 0,1-1 1 0 0,-1 1-1 0 0,0 0 1 0 0,-1-1-1 0 0,0 1 1 0 0,0-1-1 0 0,0 1 1 0 0,-1-1-1 0 0,0 1 1 0 0,-1-1-1 0 0,0 0 0 0 0,-6 12 1 0 0,-7 8 433 0 0,0 0 0 0 0,-27 31 0 0 0,16-23-107 0 0,-8 7 14 0 0,24-29-202 0 0,-20 27-1 0 0,30-38-188 0 0,18 1 31 0 0,18-12-40 0 0,-1 0 0 0 0,49-21-1 0 0,-8 2-32 0 0,63-22 1174 0 0,-137 49-1051 0 0,1 0-54 0 0,6-2 107 0 0,37-12 3700 0 0,-52 19-5678 0 0,-5 0-2945 0 0,-5-1 826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2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43 536 0 0,'15'-11'18594'0'0,"-15"10"-18440"0"0,-11-10 1672 0 0,7 9-1773 0 0,1 0 1 0 0,-1-1 0 0 0,1 2-1 0 0,-1-1 1 0 0,0 0 0 0 0,0 1 0 0 0,-7-2-1 0 0,7 3-23 0 0,-2-1-17 0 0,0 0-1 0 0,0 0 1 0 0,0 0-1 0 0,0 1 1 0 0,0 0-1 0 0,0 1 0 0 0,0-1 1 0 0,0 1-1 0 0,1 0 1 0 0,-1 1-1 0 0,0 0 1 0 0,0-1-1 0 0,1 2 1 0 0,-7 2-1 0 0,3 1-27 0 0,0 1 0 0 0,0 0-1 0 0,0 1 1 0 0,1-1 0 0 0,0 2 0 0 0,1-1-1 0 0,0 1 1 0 0,-11 18 0 0 0,10-11 0 0 0,0-1 1 0 0,1 2-1 0 0,0-1 1 0 0,2 1-1 0 0,-4 18 1 0 0,0 14 25 0 0,3 0 1 0 0,2 1-1 0 0,2 54 1 0 0,3 144-111 0 0,-16 544 137 0 0,12-747-40 0 0,-62 737 85 0 0,-23 437 115 0 0,69-995 142 0 0,2-26 271 0 0,14-162-522 0 0,0-10-50 0 0,2 1 0 0 0,0-1 0 0 0,2 0 1 0 0,1 0-1 0 0,10 51 0 0 0,-12-74-27 0 0,2 1 0 0 0,-1-1 1 0 0,0 0-1 0 0,1 0 1 0 0,-1 1-1 0 0,1-1 0 0 0,0 0 1 0 0,0 0-1 0 0,0-1 0 0 0,0 1 1 0 0,1 0-1 0 0,-1-1 0 0 0,1 1 1 0 0,-1-1-1 0 0,1 0 0 0 0,4 2 1 0 0,-3-1 4 0 0,1-1 0 0 0,-1-1 1 0 0,1 1-1 0 0,0-1 0 0 0,-1 1 1 0 0,1-1-1 0 0,0-1 0 0 0,0 1 0 0 0,0-1 1 0 0,7 0-1 0 0,5-2-93 0 0,1 0 1 0 0,-1-2-1 0 0,0 1 1 0 0,-1-2-1 0 0,27-11 0 0 0,18-11-2261 0 0,91-54 0 0 0,-17-5-5742 0 0,-64 37 219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2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 1884 0 0,'4'-6'16063'0'0,"-6"21"-15613"0"0,0 0 1 0 0,1-1-1 0 0,1 1 1 0 0,0 0-1 0 0,4 28 1 0 0,0 18-182 0 0,-5 27-55 0 0,2 93-2185 0 0,3-152-787 0 0,1-12-4172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3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46 2556 0 0,'-3'0'3587'0'0,"-47"15"8702"0"0,54-15-11937 0 0,43-3 114 0 0,0-2-1 0 0,56-13 1 0 0,-27 4-322 0 0,-9 2-28 0 0,-35 7-2793 0 0,-5 2-6237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2216 0 0,'14'-24'18275'0'0,"-11"29"-18042"0"0,-1 1-1 0 0,0 0 0 0 0,-1 0 1 0 0,1 0-1 0 0,-1 0 0 0 0,-1 0 1 0 0,1 0-1 0 0,-1 1 1 0 0,0 6-1 0 0,3 30-18 0 0,4-6-78 0 0,-4-17-88 0 0,1 0 0 0 0,9 26 0 0 0,-11-41-40 0 0,0 1 0 0 0,0-2 0 0 0,1 1 0 0 0,-1 0 0 0 0,1 0 0 0 0,0-1 0 0 0,0 0 0 0 0,1 1 0 0 0,0-1 0 0 0,-1 0 0 0 0,1-1 0 0 0,0 1 0 0 0,8 4 0 0 0,-9-6-12 0 0,-1-1 0 0 0,0 0 1 0 0,1 0-1 0 0,0 0 0 0 0,-1 0 1 0 0,1 0-1 0 0,0-1 0 0 0,-1 1 1 0 0,1-1-1 0 0,0 0 0 0 0,0 0 1 0 0,-1 0-1 0 0,1 0 0 0 0,0 0 0 0 0,0 0 1 0 0,-1-1-1 0 0,1 1 0 0 0,0-1 1 0 0,-1 0-1 0 0,1 0 0 0 0,-1 0 1 0 0,1 0-1 0 0,-1 0 0 0 0,1-1 1 0 0,-1 1-1 0 0,0-1 0 0 0,0 0 1 0 0,1 1-1 0 0,1-4 0 0 0,6-5-7 0 0,0-1 1 0 0,0 0-1 0 0,-2 0 1 0 0,11-17-1 0 0,-6 8 91 0 0,37-59 1507 0 0,-49 78-1296 0 0,0 2-245 0 0,0 0 1 0 0,0-1-1 0 0,0 1 0 0 0,0 0 0 0 0,0 0 1 0 0,0 0-1 0 0,-1 0 0 0 0,1 0 0 0 0,0 0 1 0 0,-1 1-1 0 0,1-1 0 0 0,0 0 0 0 0,-1 0 1 0 0,0 0-1 0 0,1 1 0 0 0,-1-1 1 0 0,0 0-1 0 0,1 0 0 0 0,-1 1 0 0 0,0 1 1 0 0,0 33 602 0 0,-1-20-442 0 0,-9 158 779 0 0,4-87-2219 0 0,3 1-3514 0 0,5-49-100 0 0,3-15-2862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3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33 3288 0 0,'-2'1'2428'0'0,"-48"17"11846"0"0,43-15-11945 0 0,169-26-624 0 0,-15 1-1401 0 0,-110 16-2547 0 0,-24 3-2063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4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3900 0 0,'17'-20'21898'0'0,"-13"29"-19408"0"0,3 27-1628 0 0,-2-1 1 0 0,-1 1-1 0 0,-2 44 1 0 0,-13 108-1654 0 0,4-99-2833 0 0,7-54-3821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4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38 1176 0 0,'-3'0'4597'0'0,"-44"7"12260"0"0,74-9-16862 0 0,154-19 1587 0 0,-91 10-3355 0 0,-2 1-7931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5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53 996 0 0,'12'-25'23511'0'0,"-2"17"-20864"0"0,19 0-4106 0 0,-21 6 2298 0 0,9-1-842 0 0,1 0 1 0 0,-1 1 0 0 0,1 1 0 0 0,-1 1-1 0 0,1 0 1 0 0,-1 1 0 0 0,1 1-1 0 0,-1 0 1 0 0,0 2 0 0 0,19 5-1 0 0,-33-8 5 0 0,0 0 0 0 0,-1 0 0 0 0,1 0 0 0 0,-1 1 0 0 0,0-1 0 0 0,1 0-1 0 0,-1 1 1 0 0,0 0 0 0 0,0-1 0 0 0,0 1 0 0 0,0 0 0 0 0,0 0 0 0 0,0 0-1 0 0,-1 0 1 0 0,1 1 0 0 0,-1-1 0 0 0,1 0 0 0 0,-1 1 0 0 0,2 4 0 0 0,-2-4 18 0 0,-1 1 0 0 0,1 0 0 0 0,-1-1 1 0 0,0 1-1 0 0,0 0 0 0 0,0 0 0 0 0,0-1 0 0 0,-1 1 1 0 0,0 0-1 0 0,1-1 0 0 0,-1 1 0 0 0,-3 6 0 0 0,-3 4 81 0 0,0 0 0 0 0,-1 0 0 0 0,-1 0 0 0 0,0-1 0 0 0,-17 18 1 0 0,-115 115 2262 0 0,86-92-1568 0 0,54-53-799 0 0,1 0 9 0 0,0 0 0 0 0,0-1-1 0 0,0 1 1 0 0,0 0 0 0 0,0-1 0 0 0,1 1 0 0 0,-1-1-1 0 0,0 1 1 0 0,1 0 0 0 0,-1-1 0 0 0,0 1-1 0 0,1-1 1 0 0,-1 1 0 0 0,1-1 0 0 0,-1 1-1 0 0,1-1 1 0 0,-1 1 0 0 0,1-1 0 0 0,-1 1 0 0 0,1-1-1 0 0,-1 0 1 0 0,2 1 0 0 0,31 5 98 0 0,0-1 0 0 0,1-1 0 0 0,0-2 1 0 0,38-3-1 0 0,-3 1-43 0 0,150-3-183 0 0,-54-1-2963 0 0,-159 4 546 0 0,1-2 4085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7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91 164 348 0 0,'0'-16'20412'0'0,"0"16"-20289"0"0,-8 8 952 0 0,-8 18-1860 0 0,9-6 744 0 0,-39 114-182 0 0,42-119 202 0 0,1 0 0 0 0,0 0-1 0 0,1 0 1 0 0,1 0-1 0 0,0 0 1 0 0,1 0-1 0 0,3 19 1 0 0,-2-29 24 0 0,-1-1 0 0 0,1 1 1 0 0,1-1-1 0 0,-1 0 0 0 0,1 1 0 0 0,-1-1 1 0 0,1 0-1 0 0,0 0 0 0 0,1 0 0 0 0,-1 0 1 0 0,1-1-1 0 0,0 1 0 0 0,-1-1 0 0 0,2 1 1 0 0,-1-1-1 0 0,7 5 0 0 0,-5-4 8 0 0,1-1 1 0 0,0 0-1 0 0,0-1 0 0 0,0 1 0 0 0,0-1 1 0 0,0 0-1 0 0,0 0 0 0 0,1-1 0 0 0,-1 0 1 0 0,11 1-1 0 0,3-2 17 0 0,-1-1 0 0 0,1-1 1 0 0,-1 0-1 0 0,1-2 0 0 0,-1 0 0 0 0,33-12 1 0 0,-40 12 5 0 0,0-1 1 0 0,0 0-1 0 0,-1-1 1 0 0,0 0 0 0 0,0-1-1 0 0,-1 0 1 0 0,1-1-1 0 0,12-13 1 0 0,-16 14-2 0 0,-1 0 0 0 0,0-1 0 0 0,0 0 0 0 0,-1 0 0 0 0,0 0 0 0 0,-1-1 0 0 0,0 1 0 0 0,0-1-1 0 0,-1 0 1 0 0,0 0 0 0 0,4-18 0 0 0,-5 11-12 0 0,-1-1 1 0 0,0 1-1 0 0,-1 0 0 0 0,0-1 0 0 0,-2 1 0 0 0,0 0 0 0 0,0 0 0 0 0,-2 0 0 0 0,0 0 0 0 0,-1 1 0 0 0,0-1 1 0 0,-11-20-1 0 0,11 28-76 0 0,1-1 0 0 0,-1 1 0 0 0,0 0 0 0 0,0 0 0 0 0,-1 1-1 0 0,0 0 1 0 0,-1 0 0 0 0,1 0 0 0 0,-1 1 0 0 0,-1 0 0 0 0,1 0 0 0 0,-1 1 0 0 0,0 0 0 0 0,0 0 0 0 0,-1 1 0 0 0,1 0 0 0 0,-1 1 0 0 0,0-1 0 0 0,0 2 0 0 0,0-1 0 0 0,0 1 0 0 0,-17-1 0 0 0,18 3-268 0 0,0 0 1 0 0,1 1-1 0 0,-1 0 1 0 0,0 0-1 0 0,1 1 0 0 0,-1 0 1 0 0,1 0-1 0 0,0 1 1 0 0,0 0-1 0 0,0 0 0 0 0,0 0 1 0 0,-13 10-1 0 0,10-6-1406 0 0,0 1 1 0 0,1 0-1 0 0,0 0 0 0 0,-10 13 1 0 0,7-6-3861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8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1760 0 0,'17'-37'15405'0'0,"-13"31"-13317"0"0,0 14-1236 0 0,3 20 0 0 0,0-1 0 0 0,-2 1 1 0 0,-1 0-1 0 0,0 36 0 0 0,0-12-418 0 0,5 127 134 0 0,-3-41-440 0 0,-5-122-523 0 0,-1-8-709 0 0,0-1 0 0 0,1 0 1 0 0,0 0-1 0 0,0 1 0 0 0,3 7 0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9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88 1036 0 0,'-3'-19'4045'0'0,"2"13"-3166"0"0,0 0 0 0 0,0 0 0 0 0,0 0 0 0 0,-1 0 0 0 0,1 0 0 0 0,-2 0 0 0 0,1 1 0 0 0,-5-9 733 0 0,-10 28-734 0 0,4 8-488 0 0,2 1 1 0 0,1 0 0 0 0,0 0 0 0 0,2 1-1 0 0,-8 36 1 0 0,11-42-284 0 0,-1 5-24 0 0,0 1-1 0 0,1-1 0 0 0,2 1 1 0 0,0 0-1 0 0,1 38 1 0 0,3-55-55 0 0,-1 0 1 0 0,1 0 0 0 0,0 0 0 0 0,1 0 0 0 0,-1 0-1 0 0,1-1 1 0 0,1 1 0 0 0,-1 0 0 0 0,1-1 0 0 0,0 0 0 0 0,1 0-1 0 0,-1 0 1 0 0,1 0 0 0 0,1 0 0 0 0,-1-1 0 0 0,1 0 0 0 0,0 0-1 0 0,0 0 1 0 0,0 0 0 0 0,0-1 0 0 0,1 0 0 0 0,0 0-1 0 0,10 5 1 0 0,-4-4 74 0 0,0-1-1 0 0,1 0 1 0 0,0-1 0 0 0,0 0-1 0 0,0-1 1 0 0,0 0-1 0 0,0-1 1 0 0,0-1 0 0 0,1 0-1 0 0,-1 0 1 0 0,0-2-1 0 0,0 1 1 0 0,0-2-1 0 0,0 0 1 0 0,13-5 0 0 0,-11 4 3 0 0,-1-2 0 0 0,1 0 0 0 0,-1 0 0 0 0,0-2 0 0 0,-1 1 0 0 0,0-2 1 0 0,0 0-1 0 0,-1 0 0 0 0,0-1 0 0 0,-1-1 0 0 0,0 0 0 0 0,14-18 0 0 0,-18 20-75 0 0,-1 0 0 0 0,-1 0 0 0 0,0-1 0 0 0,0 1 0 0 0,-1-1 0 0 0,0 0 0 0 0,0 0 0 0 0,-1-1 0 0 0,-1 1 0 0 0,0-1 0 0 0,0 1 0 0 0,-1-1 0 0 0,0 0 0 0 0,-1 1 0 0 0,0-1 0 0 0,-1 0 0 0 0,0 0 0 0 0,0 1 0 0 0,-2-1 0 0 0,1 1 0 0 0,-1-1 0 0 0,-1 1 0 0 0,1 0 0 0 0,-2 0 0 0 0,0 1 0 0 0,0-1 0 0 0,0 1 0 0 0,-1 0 0 0 0,-1 0 0 0 0,1 1 0 0 0,-1 0 0 0 0,-1 0 0 0 0,0 1 0 0 0,-8-7 0 0 0,2 3-470 0 0,-1 1 0 0 0,0 1-1 0 0,0 0 1 0 0,-30-11 0 0 0,37 17 227 0 0,0 0 1 0 0,0 1 0 0 0,0 0-1 0 0,0 0 1 0 0,-1 1-1 0 0,1 0 1 0 0,0 0 0 0 0,-1 1-1 0 0,1 0 1 0 0,-1 0-1 0 0,1 1 1 0 0,-11 2 0 0 0,2 6-1750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1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62 896 0 0,'-2'0'2648'0'0,"-47"6"15816"0"0,73-11-18688 0 0,1 1 304 0 0,336-52 311 0 0,-359 55-376 0 0,17 0 10 0 0,-4 3-63 0 0,-13 0 52 0 0,-1-1 1 0 0,1 1-1 0 0,-1 0 1 0 0,0-1-1 0 0,0 1 1 0 0,1 0-1 0 0,-1 0 1 0 0,-1-1-1 0 0,1 1 1 0 0,0 0-1 0 0,0 0 0 0 0,-1 0 1 0 0,1 0-1 0 0,-1 0 1 0 0,1 1-1 0 0,-1-1 1 0 0,0 0-1 0 0,0 0 1 0 0,0 0-1 0 0,-1 3 1 0 0,-4 53 443 0 0,3-43-388 0 0,-22 132 352 0 0,0-12-1703 0 0,18-44-3522 0 0,9-56-2697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1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2132 0 0,'13'-16'17551'0'0,"-10"23"-17164"0"0,0 1-1 0 0,-1-1 1 0 0,0 0 0 0 0,-1 1-1 0 0,1-1 1 0 0,-1 1-1 0 0,-1-1 1 0 0,0 13-1 0 0,2 5-25 0 0,1 116 612 0 0,-4-92-2988 0 0,6 52 1 0 0,2-72-1421 0 0,0-12-3600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2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93 744 0 0,'-3'-2'1966'0'0,"-5"-2"-174"0"0,-12-7 4337 0 0,-33-24-1 0 0,50 33-5077 0 0,-15-15 2190 0 0,17 7-2391 0 0,13 3-527 0 0,-2 5-289 0 0,0 1-1 0 0,0 0 1 0 0,0 0 0 0 0,0 1-1 0 0,0 0 1 0 0,0 1-1 0 0,1 0 1 0 0,-1 1 0 0 0,-1 0-1 0 0,1 0 1 0 0,0 1 0 0 0,-1 0-1 0 0,1 1 1 0 0,16 9 0 0 0,-20-10-9 0 0,-1 0 1 0 0,0 1-1 0 0,0 0 1 0 0,-1 0 0 0 0,1 0-1 0 0,-1 0 1 0 0,0 0-1 0 0,0 1 1 0 0,0 0 0 0 0,0 0-1 0 0,3 8 1 0 0,-5-8 16 0 0,0-1 0 0 0,0 1 0 0 0,-1-1 0 0 0,0 1 0 0 0,0 0 0 0 0,0-1 0 0 0,-1 1 0 0 0,1 0 0 0 0,-1 0 0 0 0,0-1 1 0 0,-1 1-1 0 0,1 0 0 0 0,-1 0 0 0 0,0-1 0 0 0,0 1 0 0 0,-2 5 0 0 0,-5 7 74 0 0,0 0-1 0 0,-1-1 1 0 0,0 0 0 0 0,-1-1 0 0 0,-1 0 0 0 0,-19 20-1 0 0,-20 29 198 0 0,49-62-329 0 0,3 1 33 0 0,-2-2-16 0 0,0-1 0 0 0,0 1-1 0 0,0-1 1 0 0,0 0 0 0 0,0 1 0 0 0,0-1 0 0 0,0 1-1 0 0,0-1 1 0 0,0 1 0 0 0,0-1 0 0 0,0 0-1 0 0,1 1 1 0 0,-1-1 0 0 0,0 1 0 0 0,0-1-1 0 0,1 0 1 0 0,-1 1 0 0 0,0-1 0 0 0,0 0 0 0 0,1 1-1 0 0,-1-1 1 0 0,0 0 0 0 0,1 1 0 0 0,15 6 15 0 0,0 0 0 0 0,0-1 1 0 0,18 4-1 0 0,-22-8 30 0 0,0 2 1 0 0,1 0-1 0 0,-1 0 0 0 0,-1 1 0 0 0,1 1 0 0 0,-1 0 0 0 0,0 0 0 0 0,12 10 0 0 0,-18-12-32 0 0,-1-1 146 0 0,0 0 1 0 0,-1 1-1 0 0,1 0 1 0 0,-1-1-1 0 0,0 1 1 0 0,5 8-1 0 0,-7-10-111 0 0,-1-1-1 0 0,1 1 1 0 0,-1 0 0 0 0,1-1-1 0 0,-1 1 1 0 0,0 0-1 0 0,0-1 1 0 0,0 1-1 0 0,0 0 1 0 0,0 0-1 0 0,0-1 1 0 0,0 1-1 0 0,0 0 1 0 0,-1 0-1 0 0,1-1 1 0 0,-1 1-1 0 0,1 0 1 0 0,-1-1-1 0 0,0 1 1 0 0,0-1-1 0 0,1 1 1 0 0,-1-1 0 0 0,0 1-1 0 0,-2 1 1 0 0,-5 6-5 0 0,0 0 1 0 0,0 0 0 0 0,-1-1-1 0 0,0 0 1 0 0,0-1 0 0 0,-1 0-1 0 0,0-1 1 0 0,0 1 0 0 0,-22 8-1 0 0,-9 1-1138 0 0,-54 15-1 0 0,87-29 885 0 0,-174 40-5551 0 0,58-25-2782 0 0,48-10-521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69 117 1980 0 0,'-27'-49'9405'0'0,"25"51"-8962"0"0,-2 3-208 0 0,1 0 0 0 0,-1 0 0 0 0,1 0 0 0 0,0 1 0 0 0,1 0 0 0 0,-1-1 0 0 0,1 1 0 0 0,0 0 0 0 0,0 0 0 0 0,1 0 0 0 0,-1 9 0 0 0,-6 73 780 0 0,8-81-949 0 0,-1 5 27 0 0,1 0 0 0 0,0 0 0 0 0,1 0 0 0 0,1 0 0 0 0,0 0 0 0 0,0 0-1 0 0,1 0 1 0 0,9 22 0 0 0,-10-29-22 0 0,1 0 0 0 0,0 0 0 0 0,0-1 0 0 0,0 1 0 0 0,1-1 0 0 0,-1 1 0 0 0,1-1 0 0 0,0 0 0 0 0,0-1 0 0 0,1 1 0 0 0,-1-1 0 0 0,1 0 0 0 0,-1 0 0 0 0,1 0 0 0 0,0 0 0 0 0,0-1 0 0 0,1 0 0 0 0,-1 0 0 0 0,0 0 0 0 0,1-1 0 0 0,8 1 0 0 0,-1 0 42 0 0,0-1-1 0 0,1-1 1 0 0,-1 0 0 0 0,1-1-1 0 0,-1 0 1 0 0,0-1 0 0 0,1 0 0 0 0,-1-1-1 0 0,-1-1 1 0 0,1 0 0 0 0,0-1-1 0 0,-1 0 1 0 0,0-1 0 0 0,0-1-1 0 0,-1 0 1 0 0,12-8 0 0 0,-16 10-74 0 0,0-1 0 0 0,-1 0 0 0 0,1 0-1 0 0,-2 0 1 0 0,1-1 0 0 0,-1 1 0 0 0,0-1 0 0 0,0-1 0 0 0,0 1 0 0 0,-1-1 0 0 0,-1 1 0 0 0,1-1-1 0 0,-1 0 1 0 0,-1 0 0 0 0,1-1 0 0 0,-1 1 0 0 0,-1-1 0 0 0,1 1 0 0 0,-2-1 0 0 0,1 1-1 0 0,-1-1 1 0 0,0 0 0 0 0,-1 1 0 0 0,0-1 0 0 0,-4-15 0 0 0,2 14-25 0 0,0 1-1 0 0,0 0 1 0 0,-1 0 0 0 0,-1 0-1 0 0,0 1 1 0 0,0-1 0 0 0,0 1-1 0 0,-1 0 1 0 0,0 1 0 0 0,-1-1-1 0 0,1 1 1 0 0,-1 1 0 0 0,-1-1-1 0 0,0 1 1 0 0,1 0 0 0 0,-17-8-1 0 0,14 9-124 0 0,0 0 0 0 0,-1 1-1 0 0,0 0 1 0 0,1 0 0 0 0,-2 1 0 0 0,1 1-1 0 0,0 0 1 0 0,0 0 0 0 0,-1 1 0 0 0,1 1-1 0 0,-1 0 1 0 0,1 0 0 0 0,-1 1-1 0 0,-12 3 1 0 0,20-3-130 0 0,0 0 1 0 0,1 0-1 0 0,-1 1 0 0 0,0-1 0 0 0,1 1 0 0 0,-1 0 0 0 0,1 0 1 0 0,-1 0-1 0 0,1 0 0 0 0,0 1 0 0 0,-4 4 0 0 0,6-6-81 0 0,-1 0-1 0 0,1 1 1 0 0,0-1-1 0 0,0 0 1 0 0,0 1-1 0 0,0 0 0 0 0,0-1 1 0 0,0 1-1 0 0,1-1 1 0 0,-1 1-1 0 0,0 0 1 0 0,1 0-1 0 0,0-1 0 0 0,-1 1 1 0 0,1 0-1 0 0,0 0 1 0 0,0 0-1 0 0,0 0 1 0 0,0-1-1 0 0,0 1 0 0 0,0 0 1 0 0,0 0-1 0 0,1 0 1 0 0,-1-1-1 0 0,1 1 1 0 0,0 3-1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3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 1416 0 0,'-1'-8'14966'0'0,"0"15"-14597"0"0,0-1 0 0 0,1 1 0 0 0,0-1 0 0 0,0 1 0 0 0,0-1 0 0 0,0 1 0 0 0,1-1 0 0 0,2 9 0 0 0,0 2 231 0 0,30 315 2527 0 0,-12 407-1 0 0,-26-363-2188 0 0,5-375-939 0 0,0 0 0 0 0,0 0 0 0 0,0 0 0 0 0,0 1 0 0 0,0-1 0 0 0,1 0 0 0 0,-1 0 0 0 0,0-1 0 0 0,1 1 0 0 0,-1 0 0 0 0,1 0 0 0 0,-1 0 0 0 0,1 0 0 0 0,0 0 0 0 0,-1 0 0 0 0,1-1 0 0 0,0 1 0 0 0,0 0 0 0 0,-1 0 0 0 0,1-1 0 0 0,0 1 0 0 0,0-1 0 0 0,0 1 0 0 0,0 0 0 0 0,0-1 0 0 0,0 0 0 0 0,0 1 0 0 0,0-1 0 0 0,0 0 0 0 0,0 1 0 0 0,1-1 0 0 0,3 1 9 0 0,1 0-1 0 0,-1-1 1 0 0,1 0-1 0 0,8 0 1 0 0,50-6-62 0 0,74-18 1 0 0,-1 0-426 0 0,249-23-3078 0 0,-128 17-3170 0 0,-205 21 3508 0 0,-20-2-3005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4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95 836 0 0,'-18'-16'5122'0'0,"13"11"-3509"0"0,0 0-1 0 0,-1 1 0 0 0,-10-8 1 0 0,14 11-1142 0 0,-15 12 837 0 0,8 5-914 0 0,1 1 0 0 0,1 0 0 0 0,1 0 0 0 0,0 1 0 0 0,1 0 0 0 0,1 0 1 0 0,-3 26-1 0 0,4-13-231 0 0,2 0-1 0 0,1 0 1 0 0,6 51 0 0 0,-5-70-138 0 0,1-1 0 0 0,1 1 0 0 0,0-1 0 0 0,0 0 0 0 0,1 0 0 0 0,1 0 0 0 0,0-1-1 0 0,0 1 1 0 0,1-1 0 0 0,9 12 0 0 0,-10-16 20 0 0,0 0 0 0 0,0-1-1 0 0,1 0 1 0 0,0 0 0 0 0,0 0-1 0 0,0-1 1 0 0,0 1 0 0 0,1-2 0 0 0,-1 1-1 0 0,1-1 1 0 0,0 0 0 0 0,0 0-1 0 0,1-1 1 0 0,-1 0 0 0 0,0 0-1 0 0,14 1 1 0 0,-9-2 30 0 0,1-1 0 0 0,-1 0 0 0 0,1-1 0 0 0,-1 0 0 0 0,1-1 0 0 0,-1 0 0 0 0,0-1 0 0 0,0-1 0 0 0,0 0 0 0 0,0 0 0 0 0,-1-1 0 0 0,0-1 0 0 0,0 0 0 0 0,0-1 0 0 0,-1 1 0 0 0,1-2 0 0 0,-2 0 0 0 0,1 0 0 0 0,-1-1 0 0 0,-1 0 0 0 0,1 0 0 0 0,-2-1 0 0 0,1 0 1 0 0,-1 0-1 0 0,-1-1 0 0 0,0 0 0 0 0,0 0 0 0 0,-1-1 0 0 0,-1 1 0 0 0,7-24 0 0 0,-8 20-35 0 0,-1-1 1 0 0,0 1 0 0 0,-1-1 0 0 0,-1 0-1 0 0,0 1 1 0 0,-1-1 0 0 0,-1 1 0 0 0,0-1 0 0 0,-1 1-1 0 0,0-1 1 0 0,-2 1 0 0 0,0 1 0 0 0,-11-24-1 0 0,11 27-122 0 0,-1 0 0 0 0,-1 1 0 0 0,0 0 0 0 0,0 0 0 0 0,-1 0 0 0 0,0 1 0 0 0,-17-15 0 0 0,18 19-223 0 0,0-1 0 0 0,0 2 0 0 0,-1-1 0 0 0,0 1 0 0 0,0 0 0 0 0,0 0 0 0 0,0 1 0 0 0,0 0 0 0 0,-1 1 0 0 0,0 0 0 0 0,-12-2 0 0 0,-5 5-3069 0 0,26-1 3092 0 0,-1 0 0 0 0,0 0-1 0 0,1 1 1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4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88 121 408 0 0,'-2'-5'1151'0'0,"-2"-10"930"0"0,-1 0 0 0 0,-1 1 0 0 0,0-1 0 0 0,-1 1 0 0 0,-1 1 1 0 0,-10-16 645 0 0,16 30-2508 0 0,2-1-206 0 0,-1 0 1 0 0,1 0 0 0 0,-1 0 0 0 0,1 0-1 0 0,0 0 1 0 0,-1 0 0 0 0,1 0-1 0 0,0 0 1 0 0,-1 0 0 0 0,1 0-1 0 0,0 0 1 0 0,-1 1 0 0 0,1-1-1 0 0,0 0 1 0 0,-1 0 0 0 0,1 0-1 0 0,0 1 1 0 0,-1-1 0 0 0,1 0-1 0 0,0 0 1 0 0,0 1 0 0 0,0-1-1 0 0,-1 0 1 0 0,1 1 0 0 0,0-1-1 0 0,0 0 1 0 0,0 1 0 0 0,-1-1-1 0 0,-8 178 2273 0 0,3-33-1793 0 0,1-60-1659 0 0,8 116 0 0 0,7-138-2002 0 0,1-22-3080 0 0,-4-21 233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5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27 1884 0 0,'15'-26'14431'0'0,"-16"26"-14375"0"0,0 0 0 0 0,0 0 0 0 0,0-1 0 0 0,0 1 0 0 0,1 0 0 0 0,-1 0 0 0 0,0 0 0 0 0,0 0 0 0 0,0 1 0 0 0,1-1 0 0 0,-1 0 0 0 0,0 0 0 0 0,0 0 0 0 0,0 1 0 0 0,1-1 0 0 0,-1 0-1 0 0,0 1 1 0 0,0-1 0 0 0,1 0 0 0 0,-1 1 0 0 0,0-1 0 0 0,1 1 0 0 0,-1 0 0 0 0,0-1 0 0 0,1 1 0 0 0,-1-1 0 0 0,1 1 0 0 0,-1 0 0 0 0,1-1 0 0 0,0 1 0 0 0,-1 1-1 0 0,-20 28 561 0 0,18-26-478 0 0,-13 24 144 0 0,1 0 0 0 0,1 1 1 0 0,-16 48-1 0 0,23-56-233 0 0,1 0 0 0 0,1 1 1 0 0,1 0-1 0 0,1 0 0 0 0,1 0 0 0 0,1 23 1 0 0,1-38-31 0 0,1 0 1 0 0,0 0 0 0 0,0 0 0 0 0,0 0 0 0 0,1 0 0 0 0,0 0 0 0 0,1-1-1 0 0,-1 1 1 0 0,1-1 0 0 0,1 1 0 0 0,5 8 0 0 0,-6-11-6 0 0,0-1 1 0 0,0 0-1 0 0,0 0 0 0 0,0 0 1 0 0,0 0-1 0 0,1 0 1 0 0,-1-1-1 0 0,1 0 0 0 0,0 0 1 0 0,0 0-1 0 0,0 0 1 0 0,0 0-1 0 0,0-1 0 0 0,0 1 1 0 0,0-1-1 0 0,0 0 1 0 0,0-1-1 0 0,1 1 0 0 0,-1-1 1 0 0,5 0-1 0 0,2 0 4 0 0,1-1-1 0 0,-1 0 1 0 0,0-1-1 0 0,1 0 1 0 0,-1-1 0 0 0,0-1-1 0 0,0 1 1 0 0,-1-2-1 0 0,1 1 1 0 0,-1-2-1 0 0,0 1 1 0 0,0-1-1 0 0,-1-1 1 0 0,0 0 0 0 0,0 0-1 0 0,-1-1 1 0 0,1 0-1 0 0,-1 0 1 0 0,10-15-1 0 0,-7 7 4 0 0,0 0-1 0 0,-1-1 1 0 0,-1 0 0 0 0,-1-1-1 0 0,0 0 1 0 0,-1 0-1 0 0,-1-1 1 0 0,-1 0-1 0 0,-1 0 1 0 0,3-32 0 0 0,-6 45-44 0 0,-1 0 0 0 0,0-1 0 0 0,-1 1 0 0 0,0 0 0 0 0,0 0 0 0 0,0 0 0 0 0,0 0 0 0 0,-1 0 0 0 0,0 0 0 0 0,0 1 0 0 0,-1-1-1 0 0,0 1 1 0 0,0-1 0 0 0,0 1 0 0 0,0 0 0 0 0,-1 0 0 0 0,0 0 0 0 0,0 1 0 0 0,0-1 0 0 0,-1 1 0 0 0,-7-5 0 0 0,7 5-412 0 0,-1 0-1 0 0,-1 0 0 0 0,1 0 0 0 0,0 1 0 0 0,-1 0 1 0 0,0 1-1 0 0,-13-4 0 0 0,14 5-581 0 0,0 0 0 0 0,0 0 0 0 0,0 1 0 0 0,-1-1 0 0 0,1 2 0 0 0,0-1 0 0 0,0 1-1 0 0,-1 0 1 0 0,-7 2 0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5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1632 0 0,'37'-47'17747'0'0,"-30"45"-15493"0"0,-6 9-2220 0 0,2 24 247 0 0,-2 1 0 0 0,-2 0 0 0 0,0-1 0 0 0,-9 46 0 0 0,2-10-125 0 0,-3 115-2828 0 0,12-122-1493 0 0,3 1-3507 0 0,-2-39 1357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7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540 1 1724 0 0,'-24'13'7326'0'0,"18"-9"-6077"0"0,-9 7 2444 0 0,15-11-3634 0 0,0 1 1 0 0,0-1-1 0 0,0 0 0 0 0,0 1 1 0 0,0-1-1 0 0,-1 0 0 0 0,1 1 0 0 0,0-1 1 0 0,0 0-1 0 0,0 1 0 0 0,0-1 0 0 0,0 0 1 0 0,0 1-1 0 0,0-1 0 0 0,0 0 1 0 0,0 1-1 0 0,0-1 0 0 0,1 0 0 0 0,-1 1 1 0 0,0-1-1 0 0,0 0 0 0 0,0 0 0 0 0,0 1 1 0 0,0-1-1 0 0,1 0 0 0 0,-1 1 0 0 0,0-1 1 0 0,0 0-1 0 0,0 0 0 0 0,1 1 1 0 0,-1-1-1 0 0,0 0 0 0 0,0 0 0 0 0,1 0 1 0 0,-1 1-1 0 0,0-1 0 0 0,1 0 0 0 0,-1 0 1 0 0,0 0-1 0 0,0 0 0 0 0,1 0 0 0 0,-1 1 1 0 0,0-1-1 0 0,1 0 0 0 0,-1 0 1 0 0,0 0-1 0 0,1 0 0 0 0,-1 0 0 0 0,0 0 1 0 0,1 0-1 0 0,94 29 2152 0 0,-51-18-2070 0 0,0 3 0 0 0,-1 2 1 0 0,-1 1-1 0 0,44 26 0 0 0,-72-34-133 0 0,1 1-1 0 0,-2 1 1 0 0,1 0-1 0 0,-2 1 1 0 0,0 0-1 0 0,0 1 1 0 0,-1 1-1 0 0,18 28 1 0 0,-16-20 0 0 0,-2 0 0 0 0,-1 1 0 0 0,0 1 1 0 0,-2 0-1 0 0,8 35 0 0 0,-6-9 6 0 0,5 93 0 0 0,-11 47-10 0 0,-4-176-5 0 0,-13 829 473 0 0,9-648-223 0 0,0-13 9 0 0,-43 1091 1300 0 0,-21-406-201 0 0,12-89-39 0 0,47-648-1244 0 0,4-57 313 0 0,-16 156 2175 0 0,20-226-2453 0 0,0 0-1 0 0,-1 0 0 0 0,1 0 1 0 0,0 0-1 0 0,-1 0 0 0 0,0 0 1 0 0,1-1-1 0 0,-1 1 0 0 0,0-1 1 0 0,-1 1-1 0 0,1-1 0 0 0,0 1 1 0 0,-1-1-1 0 0,1 0 0 0 0,-1 0 1 0 0,1 0-1 0 0,-1-1 0 0 0,0 1 1 0 0,0-1-1 0 0,0 1 0 0 0,-5 0 1 0 0,-7 4-7 0 0,-1-1 0 0 0,-33 5 1 0 0,35-8-3 0 0,-64 11-503 0 0,-120 4 0 0 0,126-16-2520 0 0,-134-16 0 0 0,183 12 1518 0 0,0-1 0 0 0,-30-10 1 0 0,44 11-163 0 0,0-1 0 0 0,1 0 0 0 0,-1 0 1 0 0,1 0-1 0 0,-9-8 0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7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9 1104 0 0,'-23'13'10584'0'0,"6"2"-3447"0"0,16-15-7098 0 0,30-6 1144 0 0,-4-1-1316 0 0,-6 3-364 0 0,92-14-2700 0 0,-94 17 427 0 0,0 0-1 0 0,24 3 1 0 0,-25 0-2735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8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21 1672 0 0,'-22'17'2296'0'0,"-4"4"1928"0"0,-47 47 0 0 0,72-66-3725 0 0,1-1-462 0 0,0-1 0 0 0,0 1 1 0 0,0-1-1 0 0,0 0 1 0 0,0 1-1 0 0,0-1 1 0 0,1 0-1 0 0,-1 1 1 0 0,0-1-1 0 0,0 1 1 0 0,0-1-1 0 0,1 0 1 0 0,-1 0-1 0 0,0 1 1 0 0,1-1-1 0 0,-1 0 1 0 0,0 1-1 0 0,0-1 1 0 0,1 0-1 0 0,-1 0 1 0 0,0 0-1 0 0,1 1 1 0 0,-1-1-1 0 0,1 0 1 0 0,-1 0-1 0 0,0 0 1 0 0,1 0-1 0 0,-1 0 1 0 0,0 0-1 0 0,2 1 1 0 0,29-7-207 0 0,-1 0 0 0 0,1-2-1 0 0,-1-1 1 0 0,36-17 0 0 0,-14 6-1152 0 0,56-20-3815 0 0,-52 18 766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9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634 114 468 0 0,'2'-2'1868'0'0,"1"-2"-939"0"0,1 0 0 0 0,-1 0 0 0 0,0 0 0 0 0,0 0 0 0 0,0-1 0 0 0,0 1 0 0 0,-1-1 0 0 0,0 0 0 0 0,0 0 0 0 0,0 1 0 0 0,0-2 0 0 0,-1 1 0 0 0,1-5 0 0 0,-2 8-309 0 0,1 1-549 0 0,-1 0 0 0 0,0 0 0 0 0,1 0 0 0 0,-1 0 0 0 0,0 0 0 0 0,1 0 0 0 0,-1 0-1 0 0,0 0 1 0 0,0 0 0 0 0,0 0 0 0 0,0 0 0 0 0,0 0 0 0 0,0 0 0 0 0,0 0 0 0 0,-1 0 0 0 0,1 0 0 0 0,0 0 0 0 0,0 0 0 0 0,-1 0-1 0 0,1 0 1 0 0,-1 0 0 0 0,1 0 0 0 0,-1 0 0 0 0,1 1 0 0 0,-1-1 0 0 0,0 0 0 0 0,1 0 0 0 0,-1 0 0 0 0,0 1 0 0 0,1-1 0 0 0,-1 0-1 0 0,0 1 1 0 0,0-1 0 0 0,0 1 0 0 0,0-1 0 0 0,0 1 0 0 0,0-1 0 0 0,0 1 0 0 0,1 0 0 0 0,-1-1 0 0 0,0 1 0 0 0,-2 0 0 0 0,-2-2-33 0 0,0 1 0 0 0,0-1 1 0 0,0 1-1 0 0,-1 1 1 0 0,1-1-1 0 0,-7 1 0 0 0,5 1-33 0 0,0 0 0 0 0,0 1 0 0 0,0 0 0 0 0,0 0 0 0 0,1 0-1 0 0,-1 1 1 0 0,1 0 0 0 0,-1 1 0 0 0,1-1 0 0 0,0 1 0 0 0,1 0-1 0 0,-11 10 1 0 0,-1 2-34 0 0,1 1 0 0 0,-19 27 0 0 0,34-43 28 0 0,-12 18 47 0 0,1 2 0 0 0,0 0 0 0 0,2 0 1 0 0,0 1-1 0 0,1 0 0 0 0,1 1 0 0 0,2-1 0 0 0,0 2 0 0 0,-4 36 0 0 0,2 22 744 0 0,2 113 0 0 0,6-182-703 0 0,-40 1012 3804 0 0,17-626-2819 0 0,-16 179 853 0 0,-63 139-32 0 0,15-126-1488 0 0,83-556-415 0 0,-36 443 589 0 0,39-448-496 0 0,1-5-19 0 0,0-1 0 0 0,6 36 1 0 0,-5-53-33 0 0,1 1 0 0 0,0-2 0 0 0,0 1 0 0 0,1 0 0 0 0,0 0 0 0 0,0-1 0 0 0,1 0 0 0 0,-1 1 0 0 0,1-1 0 0 0,1 0 0 0 0,-1-1 0 0 0,7 7 0 0 0,-3-5-8 0 0,1 1 0 0 0,0-1 0 0 0,1-1 0 0 0,-1 0 0 0 0,1 0 0 0 0,0-1 0 0 0,12 5 0 0 0,2-2-14 0 0,0-1 0 0 0,1-1 0 0 0,-1 0 0 0 0,1-2 0 0 0,0-2 0 0 0,35 1 0 0 0,13-5-670 0 0,-1-3 0 0 0,0-4 1 0 0,80-19-1 0 0,-61 4-1753 0 0,171-67 0 0 0,-197 63-379 0 0,94-58 1 0 0,-116 58-1939 0 0,50-42 1 0 0,-57 36-2452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0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193 158 996 0 0,'12'-11'5074'0'0,"-8"5"-3557"0"0,0 0-1 0 0,0-1 1 0 0,-1 1 0 0 0,0-1 0 0 0,0 0 0 0 0,3-13 1085 0 0,-6 20-2566 0 0,0-1-1 0 0,0 1 1 0 0,-1 0 0 0 0,1-1 0 0 0,0 1-1 0 0,0 0 1 0 0,-1-1 0 0 0,1 1 0 0 0,0 0-1 0 0,0 0 1 0 0,-1-1 0 0 0,1 1 0 0 0,0 0-1 0 0,-1 0 1 0 0,1 0 0 0 0,0 0 0 0 0,-1-1-1 0 0,1 1 1 0 0,-1 0 0 0 0,1 0 0 0 0,0 0-1 0 0,-1 0 1 0 0,1 0 0 0 0,0 0 0 0 0,-1 0-1 0 0,1 0 1 0 0,-1 0 0 0 0,1 0 0 0 0,0 0-1 0 0,-1 0 1 0 0,1 0 0 0 0,-1 0 0 0 0,1 0-1 0 0,0 0 1 0 0,-1 1 0 0 0,-17 11 371 0 0,-13 21-190 0 0,7-1-106 0 0,0 0-1 0 0,3 2 1 0 0,0 0 0 0 0,3 2 0 0 0,1 0-1 0 0,-18 53 1 0 0,32-81-92 0 0,1 0 1 0 0,0 0-1 0 0,1 0 0 0 0,0 1 0 0 0,0-1 0 0 0,1 0 0 0 0,0 1 1 0 0,0-1-1 0 0,1 1 0 0 0,0-1 0 0 0,2 9 0 0 0,-2-13-7 0 0,0-1 0 0 0,1 0-1 0 0,-1 1 1 0 0,1-1 0 0 0,-1 0-1 0 0,1 0 1 0 0,0 0 0 0 0,0 0-1 0 0,0-1 1 0 0,1 1 0 0 0,-1-1-1 0 0,1 1 1 0 0,-1-1 0 0 0,1 0-1 0 0,0 0 1 0 0,0 0-1 0 0,0 0 1 0 0,0 0 0 0 0,0-1-1 0 0,1 1 1 0 0,-1-1 0 0 0,0 0-1 0 0,1 0 1 0 0,-1 0 0 0 0,0-1-1 0 0,1 1 1 0 0,-1-1 0 0 0,6 1-1 0 0,2-1 46 0 0,0 0 0 0 0,0-1-1 0 0,0 0 1 0 0,0-1 0 0 0,0 0-1 0 0,0-1 1 0 0,-1 0 0 0 0,0 0-1 0 0,1-1 1 0 0,14-8 0 0 0,-12 4 21 0 0,0 0 0 0 0,-1-1 0 0 0,0 0 0 0 0,-1-1-1 0 0,0 0 1 0 0,0-1 0 0 0,10-14 0 0 0,-7 7 3 0 0,-2-1 0 0 0,1-1 0 0 0,-2 0 1 0 0,-1-1-1 0 0,-1 0 0 0 0,0 0 0 0 0,-2-1 0 0 0,0 0 0 0 0,7-46 0 0 0,-13 58-48 0 0,0-1 1 0 0,-1 0-1 0 0,0 1 1 0 0,0-1-1 0 0,-1 0 1 0 0,-1 1-1 0 0,0-1 1 0 0,0 1-1 0 0,-1-1 1 0 0,0 1-1 0 0,-10-19 1 0 0,11 24-108 0 0,-1 0 0 0 0,0 0-1 0 0,-1 1 1 0 0,1-1 0 0 0,-1 1 0 0 0,0 0 0 0 0,0 0-1 0 0,0 0 1 0 0,-1 0 0 0 0,1 1 0 0 0,-1 0 0 0 0,0 0 0 0 0,0 0-1 0 0,0 0 1 0 0,0 1 0 0 0,0 0 0 0 0,-1 0 0 0 0,1 0 0 0 0,-1 1-1 0 0,1 0 1 0 0,-1 0 0 0 0,1 0 0 0 0,-12 0 0 0 0,8 2-400 0 0,1-1 1 0 0,-1 1 0 0 0,1 0 0 0 0,-1 1 0 0 0,1 0-1 0 0,0 0 1 0 0,-1 1 0 0 0,-10 5 0 0 0,10-3-1288 0 0,2-1 1 0 0,-1 1 0 0 0,1 0 0 0 0,-12 11 0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0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81 1672 0 0,'19'-59'16127'0'0,"-18"59"-16075"0"0,-7 6 85 0 0,1 1 0 0 0,0 0 1 0 0,0 0-1 0 0,1 0 0 0 0,0 1 0 0 0,0 0 1 0 0,1-1-1 0 0,-4 11 0 0 0,-2 6 30 0 0,-9 17 61 0 0,3 1-1 0 0,1 0 1 0 0,2 1-1 0 0,2 1 0 0 0,-6 61 1 0 0,15-88-177 0 0,0-1 1 0 0,1 0-1 0 0,0 1 0 0 0,2-1 1 0 0,0 0-1 0 0,0 0 0 0 0,2 0 1 0 0,5 16-1 0 0,-7-27-3 0 0,0 1 0 0 0,0-1 0 0 0,1 0 0 0 0,0 0 0 0 0,0 0 0 0 0,0 0 0 0 0,0 0 0 0 0,1-1 0 0 0,0 0 0 0 0,0 0 0 0 0,0 0 0 0 0,1 0 0 0 0,-1 0 0 0 0,1-1 0 0 0,0 0 0 0 0,0 0 0 0 0,0 0 0 0 0,0-1 0 0 0,0 1 0 0 0,1-1 0 0 0,-1-1 0 0 0,1 1 0 0 0,-1-1 0 0 0,1 0 0 0 0,10 1 0 0 0,-4-1 30 0 0,0-1-1 0 0,0-1 1 0 0,0 0 0 0 0,0 0 0 0 0,0-1-1 0 0,-1-1 1 0 0,1 0 0 0 0,-1 0-1 0 0,1-1 1 0 0,19-10 0 0 0,-17 6-21 0 0,0-1-1 0 0,-1 0 1 0 0,0-1-1 0 0,0-1 1 0 0,-1 0 0 0 0,-1 0-1 0 0,15-19 1 0 0,-11 10 0 0 0,-1 0 0 0 0,-1-1 0 0 0,-1-1 0 0 0,-1 0 0 0 0,-1 0 0 0 0,-1-1 0 0 0,0-1 0 0 0,-2 1 0 0 0,-1-1 0 0 0,5-38 1 0 0,-10 49-35 0 0,0 0 1 0 0,-1 0 0 0 0,-1 0 0 0 0,0 0 0 0 0,0 0-1 0 0,-1 0 1 0 0,-1 0 0 0 0,0 0 0 0 0,-7-18-1 0 0,6 23-33 0 0,0 0 0 0 0,0 1 0 0 0,0-1 0 0 0,-1 1 0 0 0,0-1 0 0 0,-1 2 0 0 0,1-1-1 0 0,-1 0 1 0 0,-1 1 0 0 0,1 0 0 0 0,-1 1 0 0 0,0 0 0 0 0,0 0 0 0 0,-16-8 0 0 0,14 9-118 0 0,-1 0 1 0 0,0 0 0 0 0,0 1 0 0 0,0 1 0 0 0,-1 0 0 0 0,1 0-1 0 0,0 1 1 0 0,-1 0 0 0 0,1 0 0 0 0,-1 2 0 0 0,1-1 0 0 0,-15 3 0 0 0,18-1-228 0 0,0 0 1 0 0,0 0 0 0 0,0 0-1 0 0,1 1 1 0 0,-1 0 0 0 0,1 0-1 0 0,0 0 1 0 0,-8 6 0 0 0,10-5-260 0 0,-1 0 0 0 0,1 0 1 0 0,0 0-1 0 0,0 1 0 0 0,0-1 1 0 0,0 1-1 0 0,1 0 0 0 0,0 0 1 0 0,0 0-1 0 0,-4 10 0 0 0,4-3-3551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7 1452 0 0,'-20'8'18333'0'0,"26"-6"-18094"0"0,-1 0 0 0 0,1 0 0 0 0,0-1 0 0 0,0 0 0 0 0,0 0 0 0 0,0 0 0 0 0,9-1 0 0 0,51-2 635 0 0,-39 0-502 0 0,162-11 2545 0 0,-187 12-2718 0 0,1 1-22 0 0,53-6-1376 0 0,-54 6 292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1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3072 0 0,'14'-17'9108'0'0,"-5"1"-5229"0"0,-8 16-3666 0 0,-1-1 0 0 0,0 1 0 0 0,0-1 0 0 0,0 0 0 0 0,0 1 0 0 0,0-1 0 0 0,1 1 0 0 0,3-6 2344 0 0,-3 5-2343 0 0,0 1-144 0 0,-1 0 0 0 0,0 0 1 0 0,1 0-1 0 0,-1 0 0 0 0,0 0 1 0 0,1 0-1 0 0,-1 0 0 0 0,0 0 1 0 0,1 0-1 0 0,-1 0 0 0 0,0 0 1 0 0,1 0-1 0 0,-1 0 0 0 0,0 0 1 0 0,1 1-1 0 0,-1-1 0 0 0,0 0 1 0 0,0 0-1 0 0,1 0 0 0 0,-1 1 1 0 0,0-1-1 0 0,1 0 0 0 0,-1 0 1 0 0,0 1-1 0 0,0-1 0 0 0,0 0 1 0 0,1 0-1 0 0,-1 1 0 0 0,0-1 1 0 0,0 0-1 0 0,0 1 0 0 0,0-1 1 0 0,0 0-1 0 0,0 1 0 0 0,0-1 1 0 0,1 0-1 0 0,-1 1 0 0 0,0-1 1 0 0,0 0-1 0 0,0 1 0 0 0,0-1 1 0 0,0 0-1 0 0,0 1 0 0 0,-1-1 1 0 0,1 0-1 0 0,0 1 0 0 0,0 0 1 0 0,11 141 3994 0 0,-4 77-2165 0 0,0-14-1461 0 0,-7-160-379 0 0,0-19-144 0 0,3 39 1518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2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348 217 828 0 0,'-18'-28'9132'0'0,"1"3"-3967"0"0,17 24-4673 0 0,-3-2 69 0 0,3 3-539 0 0,0 0-1 0 0,0 0 0 0 0,0-1 1 0 0,0 1-1 0 0,0 0 0 0 0,0 0 1 0 0,0 0-1 0 0,-1 0 0 0 0,1-1 1 0 0,0 1-1 0 0,0 0 0 0 0,0 0 1 0 0,0 0-1 0 0,0 0 0 0 0,0 0 1 0 0,-1 0-1 0 0,1-1 0 0 0,0 1 1 0 0,0 0-1 0 0,0 0 0 0 0,0 0 1 0 0,-1 0-1 0 0,1 0 0 0 0,0 0 1 0 0,0 0-1 0 0,0 0 0 0 0,-1 0 1 0 0,1 0-1 0 0,0 0 0 0 0,0 0 1 0 0,0 0-1 0 0,0 0 0 0 0,-1 0 1 0 0,1 0-1 0 0,0 0 0 0 0,0 0 1 0 0,0 0-1 0 0,-1 0 0 0 0,1 0 1 0 0,0 0-1 0 0,0 0 0 0 0,-3 3 55 0 0,0-1 1 0 0,0 1-1 0 0,0 0 0 0 0,0 0 0 0 0,1 0 1 0 0,0 0-1 0 0,-1 0 0 0 0,1 1 0 0 0,0-1 1 0 0,-2 6-1 0 0,-16 44 607 0 0,14-34-407 0 0,-11 31 496 0 0,-14 67-1 0 0,26-92-601 0 0,1 1 0 0 0,1-1 0 0 0,1 1-1 0 0,4 45 1 0 0,-2-66-113 0 0,0-1-1 0 0,1 1 1 0 0,0 0 0 0 0,0-1-1 0 0,0 1 1 0 0,0-1 0 0 0,1 1-1 0 0,0-1 1 0 0,0 0 0 0 0,0 1-1 0 0,0-1 1 0 0,1 0 0 0 0,-1-1-1 0 0,1 1 1 0 0,0 0 0 0 0,0-1-1 0 0,1 1 1 0 0,-1-1 0 0 0,1 0-1 0 0,0 0 1 0 0,-1-1 0 0 0,1 1-1 0 0,0-1 1 0 0,1 1 0 0 0,-1-1-1 0 0,0-1 1 0 0,1 1 0 0 0,-1-1-1 0 0,1 1 1 0 0,-1-1 0 0 0,1 0-1 0 0,0-1 1 0 0,-1 1 0 0 0,1-1-1 0 0,7-1 1 0 0,2 0 40 0 0,0-1-1 0 0,0-1 0 0 0,-1 0 1 0 0,1-1-1 0 0,-1 0 0 0 0,0-1 1 0 0,0-1-1 0 0,-1 0 1 0 0,1-1-1 0 0,-2 0 0 0 0,1-1 1 0 0,-1 0-1 0 0,0 0 1 0 0,0-2-1 0 0,14-15 0 0 0,-5 2-42 0 0,0-1 0 0 0,-2 0 0 0 0,0-2 0 0 0,-2 0-1 0 0,-1-1 1 0 0,12-30 0 0 0,-20 42 0 0 0,-1-1 0 0 0,-1 0 0 0 0,0-1 1 0 0,-1 1-1 0 0,-1-1 0 0 0,0 0 0 0 0,-1 0 0 0 0,-1-33 0 0 0,-2 41-46 0 0,0 0-1 0 0,0 0 0 0 0,-1 0 0 0 0,-1 0 0 0 0,1 0 0 0 0,-1 1 0 0 0,-1-1 0 0 0,0 1 1 0 0,0 0-1 0 0,0 0 0 0 0,-1 0 0 0 0,0 1 0 0 0,-1 0 0 0 0,1 0 0 0 0,-2 0 0 0 0,1 0 0 0 0,-1 1 1 0 0,-8-6-1 0 0,4 4-56 0 0,0 1 0 0 0,0 0 0 0 0,-1 1 0 0 0,0 0 1 0 0,0 1-1 0 0,0 0 0 0 0,0 1 0 0 0,-1 0 0 0 0,-17-2 1 0 0,12 4-378 0 0,0 1 1 0 0,-1 0-1 0 0,1 1 1 0 0,0 1-1 0 0,-36 7 1 0 0,20 0-1369 0 0,0 1 0 0 0,-42 18 0 0 0,-56 34-7181 0 0,86-38 2931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4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75 1604 0 0,'-13'-29'11753'0'0,"12"29"-11648"0"0,1-1 1 0 0,0 1-1 0 0,0-1 1 0 0,0 1 0 0 0,0-1-1 0 0,-1 1 1 0 0,1-1 0 0 0,0 1-1 0 0,-1-1 1 0 0,1 1 0 0 0,0-1-1 0 0,-1 1 1 0 0,1 0 0 0 0,0-1-1 0 0,-1 1 1 0 0,1 0 0 0 0,-1-1-1 0 0,1 1 1 0 0,0 0 0 0 0,-1-1-1 0 0,1 1 1 0 0,-1 0-1 0 0,1 0 1 0 0,-1 0 0 0 0,1-1-1 0 0,-1 1 1 0 0,0 0 0 0 0,1 0-1 0 0,-1 0 1 0 0,1 0 0 0 0,-1 0-1 0 0,1 0 1 0 0,-1 0 0 0 0,1 0-1 0 0,-1 0 1 0 0,1 0 0 0 0,-1 0-1 0 0,1 1 1 0 0,-1-1-1 0 0,1 0 1 0 0,-1 1 0 0 0,-15 23 1104 0 0,6-2-788 0 0,0 0 1 0 0,1 0-1 0 0,-8 37 0 0 0,14-51-376 0 0,2 0-1 0 0,-1 1 1 0 0,1-1-1 0 0,1 1 0 0 0,-1-1 1 0 0,1 1-1 0 0,1 0 0 0 0,0-1 1 0 0,0 1-1 0 0,1-1 1 0 0,0 0-1 0 0,0 1 0 0 0,5 11 1 0 0,-4-16-25 0 0,0 1 0 0 0,1-1 0 0 0,-1 1 1 0 0,1-1-1 0 0,0 0 0 0 0,0-1 0 0 0,0 1 1 0 0,1-1-1 0 0,-1 0 0 0 0,1 0 0 0 0,-1 0 1 0 0,1 0-1 0 0,0-1 0 0 0,0 0 1 0 0,1 0-1 0 0,-1 0 0 0 0,0-1 0 0 0,1 0 1 0 0,5 1-1 0 0,3 0 43 0 0,1 0 0 0 0,0-1 1 0 0,0-1-1 0 0,-1 0 0 0 0,29-4 0 0 0,-29 1 0 0 0,-1 0-1 0 0,0-1 0 0 0,0 0 0 0 0,-1-1 1 0 0,0-1-1 0 0,1 0 0 0 0,-2 0 1 0 0,1-1-1 0 0,-1-1 0 0 0,0 0 0 0 0,0 0 1 0 0,-1-1-1 0 0,0 0 0 0 0,-1-1 1 0 0,0 0-1 0 0,-1-1 0 0 0,0 0 0 0 0,0 0 1 0 0,-1 0-1 0 0,-1-1 0 0 0,0 0 1 0 0,8-24-1 0 0,-12 32-41 0 0,-1-1 0 0 0,0 0 0 0 0,0 1 0 0 0,0-1 0 0 0,-1 0 0 0 0,1 0 0 0 0,-1 0 0 0 0,0 0 0 0 0,-1 0-1 0 0,1 1 1 0 0,-1-1 0 0 0,0 0 0 0 0,0 0 0 0 0,-1 0 0 0 0,1 1 0 0 0,-1-1 0 0 0,0 1 0 0 0,0-1 0 0 0,0 1 0 0 0,-1 0 0 0 0,-4-6 0 0 0,2 5-80 0 0,0 0-1 0 0,-1 0 1 0 0,0 0-1 0 0,0 0 1 0 0,0 1-1 0 0,0 0 1 0 0,-1 0-1 0 0,1 1 1 0 0,-1 0-1 0 0,0 0 1 0 0,0 1-1 0 0,0-1 1 0 0,-11-1-1 0 0,9 3-622 0 0,1-1 0 0 0,-1 1 0 0 0,0 1-1 0 0,0-1 1 0 0,0 2 0 0 0,0-1 0 0 0,1 1-1 0 0,-16 4 1 0 0,10 1-2113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5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35 2380 0 0,'-15'-34'13175'0'0,"13"42"-12598"0"0,0 0-1 0 0,0 0 1 0 0,1 1 0 0 0,0-1-1 0 0,1 1 1 0 0,0-1-1 0 0,0 1 1 0 0,3 14-1 0 0,-1 2 144 0 0,15 136 2250 0 0,-5-73-1827 0 0,2 12 194 0 0,-13-97-1456 0 0,3 20 853 0 0,0-9-3218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5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117 104 924 0 0,'-11'-29'5415'0'0,"6"16"-3082"0"0,-1 0 0 0 0,0 0 0 0 0,-9-14 0 0 0,15 27-2263 0 0,0-1-1 0 0,0 1 0 0 0,0-1 0 0 0,-1 1 1 0 0,1-1-1 0 0,0 1 0 0 0,-1-1 0 0 0,1 1 1 0 0,-1-1-1 0 0,1 1 0 0 0,0 0 0 0 0,-1-1 1 0 0,1 1-1 0 0,-1 0 0 0 0,1-1 0 0 0,-1 1 0 0 0,1 0 1 0 0,-1 0-1 0 0,1-1 0 0 0,-1 1 0 0 0,1 0 1 0 0,-1 0-1 0 0,1 0 0 0 0,-1 0 0 0 0,0-1 1 0 0,1 1-1 0 0,-1 0 0 0 0,1 0 0 0 0,-1 0 1 0 0,0 1-1 0 0,0-1-1 0 0,0 1 0 0 0,0 0 0 0 0,0-1-1 0 0,0 1 1 0 0,0 0 0 0 0,1 0 0 0 0,-1 0 0 0 0,0-1 0 0 0,0 1 0 0 0,1 0 0 0 0,-1 0 0 0 0,1 0 0 0 0,-1 0 0 0 0,0 2 0 0 0,-11 41 788 0 0,12-42-763 0 0,-15 70 992 0 0,-4 74 1 0 0,18-123-985 0 0,0 0 0 0 0,1 0 0 0 0,2-1 1 0 0,0 1-1 0 0,1 0 0 0 0,2-1 0 0 0,11 37 1 0 0,-14-52-58 0 0,1 0 1 0 0,1 0 0 0 0,-1-1-1 0 0,1 1 1 0 0,0-1 0 0 0,1 0-1 0 0,-1 0 1 0 0,1 0 0 0 0,0-1-1 0 0,1 0 1 0 0,-1 0 0 0 0,1 0-1 0 0,0 0 1 0 0,0-1 0 0 0,0 0-1 0 0,1 0 1 0 0,0-1 0 0 0,0 0-1 0 0,-1 0 1 0 0,2-1 0 0 0,9 3-1 0 0,-8-3 56 0 0,1-1-1 0 0,0 0 0 0 0,0-1 1 0 0,0 1-1 0 0,0-2 0 0 0,0 0 0 0 0,-1 0 1 0 0,1-1-1 0 0,0 0 0 0 0,-1 0 1 0 0,1-1-1 0 0,-1 0 0 0 0,0-1 1 0 0,0 0-1 0 0,15-10 0 0 0,-12 6-29 0 0,-1-1 0 0 0,1-1 0 0 0,-2 0 0 0 0,0-1 1 0 0,0 0-1 0 0,-1 0 0 0 0,0-1 0 0 0,-1 0 0 0 0,-1-1 0 0 0,0 0 0 0 0,0 0 0 0 0,-1 0 0 0 0,-1-1 0 0 0,0 0 0 0 0,-1 0 0 0 0,-1 0 0 0 0,0-1 0 0 0,-1 1 0 0 0,0-1 0 0 0,-1 1 0 0 0,-1-1 0 0 0,-2-26 0 0 0,0 31-77 0 0,-1 0-1 0 0,0 0 1 0 0,0 0-1 0 0,-1 0 1 0 0,0 1 0 0 0,0-1-1 0 0,-1 1 1 0 0,-1 0-1 0 0,1 1 1 0 0,-1-1 0 0 0,-1 1-1 0 0,0 0 1 0 0,0 1-1 0 0,0-1 1 0 0,-1 1 0 0 0,0 1-1 0 0,-12-8 1 0 0,11 8-388 0 0,-1 1 0 0 0,0 0-1 0 0,0 0 1 0 0,0 1 0 0 0,0 0 0 0 0,-1 1 0 0 0,0 0 0 0 0,0 0 0 0 0,0 1 0 0 0,0 1 0 0 0,0 0 0 0 0,0 1 0 0 0,0 0-1 0 0,0 0 1 0 0,0 1 0 0 0,-11 3 0 0 0,6-1-743 0 0,1 2-1 0 0,1 0 1 0 0,-16 8-1 0 0,-17 11-4873 0 0,12-7-1117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3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50 1324 0 0,'-4'-30'9068'0'0,"2"10"-2394"0"0,-1 41-6199 0 0,1 0 0 0 0,1 0 0 0 0,1 25 0 0 0,0 24-64 0 0,-5-5-435 0 0,-4 88 669 0 0,10-53-3977 0 0,-1-93 2276 0 0,1 10-644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3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14 392 0 0,'21'-13'14644'0'0,"-29"23"-13631"0"0,-102 110 3518 0 0,-53 63-3523 0 0,54-40-939 0 0,68-78-3080 0 0,31-36-3517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3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3136 0 0,'0'0'4389'0'0,"7"-20"4191"0"0,0 16-8411 0 0,-1 1-1 0 0,1-1 0 0 0,0 1 0 0 0,0 1 1 0 0,0-1-1 0 0,0 1 0 0 0,0 1 0 0 0,1-1 0 0 0,-1 1 1 0 0,1 0-1 0 0,-1 1 0 0 0,1 0 0 0 0,-1 0 1 0 0,1 0-1 0 0,-1 1 0 0 0,1 1 0 0 0,-1-1 0 0 0,0 1 1 0 0,0 0-1 0 0,0 1 0 0 0,0-1 0 0 0,8 5 0 0 0,-13-5-122 0 0,1-1-1 0 0,-1 1 0 0 0,0 0 0 0 0,1 0 0 0 0,-1 0 0 0 0,0 0 0 0 0,0 1 0 0 0,-1-1 0 0 0,1 0 1 0 0,0 1-1 0 0,-1-1 0 0 0,1 1 0 0 0,-1 0 0 0 0,0 0 0 0 0,0-1 0 0 0,1 6 0 0 0,-1-3 63 0 0,-1 0 0 0 0,1 0 0 0 0,-1 0 0 0 0,0 0 0 0 0,0 1 0 0 0,-1-1 0 0 0,0 0 0 0 0,-2 9 0 0 0,-2 1 217 0 0,0 0 0 0 0,-1-1 0 0 0,-1 0 0 0 0,-1 0 0 0 0,-11 17 0 0 0,16-26-234 0 0,-13 18 729 0 0,-1 0-1 0 0,-36 39 1 0 0,40-48-346 0 0,1 0-1 0 0,-17 25 1 0 0,28-37-349 0 0,1-2-116 0 0,0 0 0 0 0,0 1 0 0 0,0-1 0 0 0,0 0 0 0 0,0 1 0 0 0,1-1 0 0 0,-1 0 0 0 0,0 1 0 0 0,0-1 0 0 0,0 0 0 0 0,0 1 0 0 0,1-1 0 0 0,-1 0 0 0 0,0 1 0 0 0,0-1 0 0 0,1 0 0 0 0,-1 0 0 0 0,0 1 0 0 0,1-1 0 0 0,-1 0 0 0 0,0 0 0 0 0,1 0 1 0 0,-1 1-1 0 0,0-1 0 0 0,1 0 0 0 0,-1 0 0 0 0,0 0 0 0 0,1 0 0 0 0,-1 0 0 0 0,0 0 0 0 0,1 0 0 0 0,-1 0 0 0 0,0 0 0 0 0,1 0 0 0 0,14 0 89 0 0,-13-1-86 0 0,373-53-1103 0 0,-359 51-219 0 0,0 0 0 0 0,22-9 0 0 0,-7-4-3473 0 0,-4-8-4428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6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88 720 0 0,'-10'-3'11208'0'0,"6"7"-10978"0"0,0 1 1 0 0,1 0-1 0 0,-1-1 0 0 0,1 2 0 0 0,0-1 0 0 0,0 0 0 0 0,0 1 0 0 0,1-1 0 0 0,0 1 0 0 0,0 0 0 0 0,1 0 0 0 0,-1-1 0 0 0,1 1 0 0 0,0 9 1 0 0,-1 6 81 0 0,1 0 0 0 0,3 39 0 0 0,-1-50-224 0 0,0 0 0 0 0,1 0 0 0 0,0 0 0 0 0,1 0 0 0 0,0-1 0 0 0,0 0 0 0 0,1 1 0 0 0,0-1-1 0 0,1 0 1 0 0,0-1 0 0 0,9 13 0 0 0,-10-17-13 0 0,0 1 1 0 0,0-1-1 0 0,0 0 0 0 0,1 0 0 0 0,-1-1 1 0 0,1 1-1 0 0,0-1 0 0 0,0 0 0 0 0,1-1 1 0 0,-1 1-1 0 0,0-1 0 0 0,1 0 0 0 0,-1 0 0 0 0,1-1 1 0 0,0 0-1 0 0,0 0 0 0 0,0 0 0 0 0,-1 0 1 0 0,1-1-1 0 0,12-1 0 0 0,-5 0 56 0 0,0-1 1 0 0,-1 0-1 0 0,1-1 0 0 0,0-1 1 0 0,-1 0-1 0 0,0 0 0 0 0,0-1 1 0 0,0-1-1 0 0,0 0 0 0 0,-1-1 0 0 0,0 0 1 0 0,0 0-1 0 0,13-13 0 0 0,-16 12-100 0 0,-1 1 0 0 0,0-1 0 0 0,-1-1 0 0 0,1 1 0 0 0,-1-1 0 0 0,-1 0 0 0 0,0-1 0 0 0,0 1 0 0 0,-1-1 0 0 0,0 0 0 0 0,-1 0 0 0 0,0-1 0 0 0,-1 1 0 0 0,0 0 0 0 0,0-1 0 0 0,-1 1 0 0 0,0-12 0 0 0,-2 13-17 0 0,1 0 0 0 0,-2 1 0 0 0,1-1 0 0 0,-1 0 0 0 0,0 1 0 0 0,-1-1 0 0 0,0 1 0 0 0,0 0 0 0 0,-1 0 0 0 0,0 0 0 0 0,0 0 0 0 0,-1 1 0 0 0,0 0 0 0 0,0-1 0 0 0,-1 2 0 0 0,0-1 1 0 0,-8-6-1 0 0,9 9-116 0 0,0-1 0 0 0,0 1 0 0 0,-1 1 1 0 0,0-1-1 0 0,0 1 0 0 0,0 0 1 0 0,0 0-1 0 0,0 0 0 0 0,0 1 0 0 0,-1 0 1 0 0,1 1-1 0 0,-1-1 0 0 0,0 1 1 0 0,1 1-1 0 0,-1-1 0 0 0,0 1 0 0 0,0 0 1 0 0,1 0-1 0 0,-1 1 0 0 0,0 0 1 0 0,1 0-1 0 0,-1 1 0 0 0,-8 3 0 0 0,11-4-186 0 0,0 1 0 0 0,1 0-1 0 0,-1 0 1 0 0,1 0-1 0 0,-1 1 1 0 0,1-1-1 0 0,0 1 1 0 0,-5 5-1 0 0,7-7-97 0 0,0 1-1 0 0,0-1 1 0 0,-1 0-1 0 0,1 1 0 0 0,0-1 1 0 0,1 1-1 0 0,-1 0 1 0 0,0-1-1 0 0,0 1 0 0 0,1 0 1 0 0,-1-1-1 0 0,1 1 1 0 0,-1 0-1 0 0,1 0 0 0 0,0 0 1 0 0,0-1-1 0 0,0 1 1 0 0,0 0-1 0 0,0 0 0 0 0,0 0 1 0 0,0-1-1 0 0,1 3 1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7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0 924 0 0,'0'0'15927'0'0,"3"16"-13711"0"0,4 8-949 0 0,-1 1 1 0 0,6 50-1 0 0,-3-10-807 0 0,-5-40-508 0 0,-3-13-235 0 0,1-1-1 0 0,1 0 1 0 0,4 15-1 0 0,-6-23-289 0 0,1 0 0 0 0,-1 0 0 0 0,1 0 0 0 0,0 0 0 0 0,-1-1 0 0 0,5 5 0 0 0,1-1-2450 0 0,-5-5 2267 0 0,0 1 0 0 0,0-1 0 0 0,0 0 0 0 0,0 0 0 0 0,0 0 0 0 0,3 1 0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7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62 1340 0 0,'6'-9'2353'0'0,"-2"1"-439"0"0,0 1 0 0 0,1-1 0 0 0,0 1 0 0 0,13-16 4458 0 0,-23 29-5481 0 0,-12 18-859 0 0,-2-2 267 0 0,-20 29 0 0 0,33-44-262 0 0,1 1-1 0 0,0 1 1 0 0,1-1-1 0 0,-1 1 1 0 0,2 0-1 0 0,-1 0 1 0 0,-2 14-1 0 0,6-21-26 0 0,0 0 0 0 0,0 0 0 0 0,0 1 0 0 0,0-1 0 0 0,0 0 0 0 0,1 0 0 0 0,-1 1 0 0 0,1-1 0 0 0,0 0 0 0 0,-1 0 0 0 0,1 0 0 0 0,0 0 0 0 0,0 1 0 0 0,0-1 0 0 0,1-1 0 0 0,-1 1 0 0 0,0 0 0 0 0,1 0 0 0 0,-1 0 0 0 0,1-1 0 0 0,0 1 0 0 0,-1-1 0 0 0,1 1 0 0 0,0-1 0 0 0,4 2 0 0 0,5 4 48 0 0,1-1-1 0 0,-1-1 1 0 0,19 6-1 0 0,-13-4 129 0 0,-3-2 79 0 0,0 1 0 0 0,-1 0 0 0 0,1 1 0 0 0,-2 1 0 0 0,1 0 0 0 0,21 18 0 0 0,-31-23-148 0 0,-1 0 1 0 0,1 0-1 0 0,-1 0 0 0 0,1 0 0 0 0,-1 0 0 0 0,0 0 0 0 0,0 1 0 0 0,0-1 0 0 0,-1 1 0 0 0,1-1 0 0 0,-1 1 0 0 0,0 0 0 0 0,0 0 0 0 0,0-1 0 0 0,0 1 0 0 0,-1 0 0 0 0,1 0 0 0 0,-1 0 0 0 0,0 0 0 0 0,0 0 0 0 0,-1 0 0 0 0,1 0 0 0 0,-1-1 0 0 0,0 1 0 0 0,0 0 0 0 0,0 0 0 0 0,0-1 0 0 0,-1 1 0 0 0,1 0 0 0 0,-1-1 0 0 0,-3 4 0 0 0,-1 3-11 0 0,-1 0-1 0 0,0-1 1 0 0,-1 0-1 0 0,0-1 1 0 0,0 1-1 0 0,-1-1 1 0 0,0-1-1 0 0,0 0 1 0 0,-17 9-1 0 0,18-11-501 0 0,-1-1-1 0 0,1 0 1 0 0,-1 0-1 0 0,0-1 1 0 0,0 0-1 0 0,0-1 1 0 0,-11 2 0 0 0,17-3-6 0 0,0-1 0 0 0,1 0 1 0 0,-1 0-1 0 0,0 1 0 0 0,0-2 1 0 0,0 1-1 0 0,1 0 0 0 0,-1-1 1 0 0,0 1-1 0 0,1-1 0 0 0,-1 0 1 0 0,0 0-1 0 0,1 0 1 0 0,-1 0-1 0 0,-2-2 0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7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1 127 920 0 0,'2'-16'7313'0'0,"-2"14"-6850"0"0,0 0 0 0 0,1 0 0 0 0,-1 0 1 0 0,1 0-1 0 0,-1 0 0 0 0,1 0 0 0 0,0 0 0 0 0,0 0 1 0 0,0 0-1 0 0,0 0 0 0 0,0 0 0 0 0,0 0 1 0 0,1 1-1 0 0,-1-1 0 0 0,1 1 0 0 0,2-4 0 0 0,1 2-240 0 0,0 1 0 0 0,0-1 0 0 0,0 1 0 0 0,0 0 0 0 0,8-2 0 0 0,-10 3-149 0 0,42-11 252 0 0,0 2 1 0 0,1 2-1 0 0,51-2 1 0 0,-25 3-329 0 0,14-1-2737 0 0,-33 4-6122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8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84 200 0 0,'-15'-16'11978'0'0,"9"12"-10267"0"0,3 5-1552 0 0,0 1 1 0 0,0-1-1 0 0,0 1 1 0 0,1 0-1 0 0,-1 0 1 0 0,0 0-1 0 0,1 0 1 0 0,-1 0 0 0 0,1 0-1 0 0,0 1 1 0 0,0-1-1 0 0,0 1 1 0 0,-3 5-1 0 0,-25 46 1167 0 0,19-32-935 0 0,2-5-238 0 0,0 0-1 0 0,2 1 1 0 0,0 0 0 0 0,1 1 0 0 0,0 0-1 0 0,2-1 1 0 0,0 1 0 0 0,1 1 0 0 0,1-1-1 0 0,1 0 1 0 0,1 1 0 0 0,4 35-1 0 0,-3-50-120 0 0,0 0 0 0 0,0 0 0 0 0,0 0-1 0 0,1-1 1 0 0,0 1 0 0 0,0 0 0 0 0,0-1-1 0 0,1 1 1 0 0,0-1 0 0 0,-1 0-1 0 0,1 0 1 0 0,1 0 0 0 0,-1 0 0 0 0,1 0-1 0 0,-1-1 1 0 0,1 0 0 0 0,0 1-1 0 0,0-1 1 0 0,1-1 0 0 0,-1 1 0 0 0,1-1-1 0 0,-1 1 1 0 0,1-1 0 0 0,0-1-1 0 0,-1 1 1 0 0,7 1 0 0 0,0-1 35 0 0,-1-1 0 0 0,1 0 0 0 0,-1 0 1 0 0,1-1-1 0 0,0-1 0 0 0,0 0 0 0 0,-1 0 0 0 0,1-1 1 0 0,-1 0-1 0 0,1-1 0 0 0,14-6 0 0 0,-9 2-11 0 0,-1-1 0 0 0,0 0-1 0 0,0-1 1 0 0,-1-1 0 0 0,0 0-1 0 0,-1-1 1 0 0,0 0-1 0 0,0-1 1 0 0,-2-1 0 0 0,1 0-1 0 0,11-19 1 0 0,-13 18-6 0 0,-1 0 0 0 0,-1-1 0 0 0,0 0 0 0 0,-1 0 0 0 0,-1-1 0 0 0,0 0 0 0 0,-2 0 0 0 0,1 0 0 0 0,-2-1 0 0 0,0 1 0 0 0,1-28 0 0 0,-4 37-37 0 0,-1 1 1 0 0,1-1-1 0 0,-1 1 1 0 0,0-1-1 0 0,-1 1 1 0 0,1 0-1 0 0,-1 0 0 0 0,0 0 1 0 0,-1 0-1 0 0,0 0 1 0 0,0 0-1 0 0,0 0 1 0 0,0 1-1 0 0,-1 0 1 0 0,0 0-1 0 0,0 0 1 0 0,-10-9-1 0 0,6 7-44 0 0,-1 1 0 0 0,1 0 0 0 0,-1 1 0 0 0,-1 0 0 0 0,1 0 0 0 0,-1 1 0 0 0,0 0 0 0 0,0 1 0 0 0,0 0-1 0 0,-15-2 1 0 0,-5 0-701 0 0,0 2 0 0 0,-1 2 0 0 0,1 0 0 0 0,-39 5 0 0 0,-122 25-7777 0 0,170-25 6898 0 0,-37 7-4860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9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38 191 1856 0 0,'0'-16'4679'0'0,"-7"-39"3643"0"0,-7 82-8128 0 0,9-9-173 0 0,1 1 1 0 0,1-1 0 0 0,1 1-1 0 0,0-1 1 0 0,1 1 0 0 0,1-1-1 0 0,3 23 1 0 0,-2-35-1 0 0,1 1 1 0 0,-1-1-1 0 0,1 0 0 0 0,0 0 0 0 0,0 0 1 0 0,0 0-1 0 0,1 0 0 0 0,0-1 1 0 0,0 1-1 0 0,1-1 0 0 0,0 0 0 0 0,0 0 1 0 0,0 0-1 0 0,0 0 0 0 0,1-1 1 0 0,-1 1-1 0 0,1-1 0 0 0,0-1 0 0 0,1 1 1 0 0,-1-1-1 0 0,1 0 0 0 0,-1 0 1 0 0,1 0-1 0 0,11 3 0 0 0,-3-2 70 0 0,0-1 1 0 0,0-1-1 0 0,0 0 0 0 0,0-1 0 0 0,1 0 1 0 0,-1-1-1 0 0,0-1 0 0 0,1-1 0 0 0,-1 1 0 0 0,0-2 1 0 0,0 0-1 0 0,0-1 0 0 0,-1 0 0 0 0,1-1 1 0 0,-1-1-1 0 0,0 0 0 0 0,0-1 0 0 0,16-11 1 0 0,-17 10 3 0 0,0 0 0 0 0,-1-1 0 0 0,-1-1 0 0 0,1 1 0 0 0,-1-2 0 0 0,-1 1 0 0 0,0-1 0 0 0,0-1 0 0 0,-1 0 0 0 0,-1 0 0 0 0,0 0-1 0 0,-1-1 1 0 0,0 0 0 0 0,-1 0 0 0 0,0-1 0 0 0,-1 1 0 0 0,-1-1 0 0 0,3-20 0 0 0,-5 28-80 0 0,-1 0-1 0 0,0 0 0 0 0,0 0 1 0 0,0 0-1 0 0,-1 0 0 0 0,0 0 1 0 0,0 0-1 0 0,0 1 0 0 0,-1-1 1 0 0,0 0-1 0 0,0 1 0 0 0,0-1 1 0 0,-1 1-1 0 0,0 0 0 0 0,0 0 1 0 0,0 0-1 0 0,-1 0 0 0 0,1 0 1 0 0,-1 1-1 0 0,0-1 0 0 0,-1 1 1 0 0,1 0-1 0 0,-1 1 0 0 0,1-1 1 0 0,-1 1-1 0 0,0 0 0 0 0,-1 0 1 0 0,1 0-1 0 0,0 1 0 0 0,-1 0 1 0 0,0 0-1 0 0,1 0 0 0 0,-1 1 1 0 0,0 0-1 0 0,0 0 0 0 0,0 0 0 0 0,0 1 1 0 0,1-1-1 0 0,-1 2 0 0 0,-9 0 1 0 0,-2 2-96 0 0,0 1-1 0 0,1 0 1 0 0,0 1 0 0 0,0 1-1 0 0,1 1 1 0 0,-1 0 0 0 0,1 1 0 0 0,-26 18-1 0 0,30-18-325 0 0,0 1 1 0 0,1 0-1 0 0,0 0 0 0 0,0 1 1 0 0,1 0-1 0 0,0 1 0 0 0,1 0 0 0 0,0 0 1 0 0,1 1-1 0 0,0 0 0 0 0,-6 17 0 0 0,11-24-203 0 0,0 0 1 0 0,0 0-1 0 0,1 1 0 0 0,0-1 0 0 0,0 0 0 0 0,1 1 0 0 0,0-1 1 0 0,0 1-1 0 0,0-1 0 0 0,0 0 0 0 0,2 7 0 0 0,4 10-3937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19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141 115 372 0 0,'-10'-15'8755'0'0,"10"15"-8595"0"0,0 0 0 0 0,-1 0 0 0 0,1 0 0 0 0,0 0 0 0 0,-1-1 0 0 0,1 1 0 0 0,-1 0 0 0 0,1 0 0 0 0,-1 0 0 0 0,1 0 0 0 0,0 0 0 0 0,-1 0 1 0 0,1 0-1 0 0,-1 0 0 0 0,1 0 0 0 0,-1 0 0 0 0,1 0 0 0 0,0 1 0 0 0,-1-1 0 0 0,-2 2-19 0 0,1-1-1 0 0,0 1 1 0 0,-1 0 0 0 0,1-1-1 0 0,0 1 1 0 0,0 1 0 0 0,1-1-1 0 0,-1 0 1 0 0,-2 3 0 0 0,-11 17 258 0 0,1-1 0 0 0,2 2 0 0 0,0 0 0 0 0,-15 39 0 0 0,23-48-358 0 0,0 0-1 0 0,0-1 0 0 0,1 1 1 0 0,1 0-1 0 0,1 0 0 0 0,0 1 1 0 0,0-1-1 0 0,2 0 0 0 0,0 0 1 0 0,2 16-1 0 0,-1-24-23 0 0,-1 0 1 0 0,1-1-1 0 0,0 1 0 0 0,0 0 0 0 0,0 0 0 0 0,1-1 0 0 0,0 0 1 0 0,0 1-1 0 0,1-1 0 0 0,-1 0 0 0 0,1 0 0 0 0,0-1 1 0 0,0 1-1 0 0,8 5 0 0 0,-5-5 0 0 0,0 0 0 0 0,0-1 1 0 0,1 0-1 0 0,0 0 0 0 0,0-1 0 0 0,0 0 0 0 0,0 0 0 0 0,0-1 1 0 0,13 2-1 0 0,-1-2 50 0 0,1 0-1 0 0,-1-2 1 0 0,1 0 0 0 0,0-1-1 0 0,-1-1 1 0 0,0-1 0 0 0,38-11 0 0 0,-41 9 37 0 0,-1-1 1 0 0,0-1 0 0 0,0 0 0 0 0,-1-1-1 0 0,0-1 1 0 0,0 0 0 0 0,-1-1 0 0 0,-1-1-1 0 0,1 0 1 0 0,-1-1 0 0 0,-1 0 0 0 0,15-20-1 0 0,-20 23-72 0 0,-1 0-1 0 0,0 0 0 0 0,0-1 1 0 0,-1 0-1 0 0,-1 0 0 0 0,0 0 1 0 0,0-1-1 0 0,-1 1 0 0 0,0-1 1 0 0,-1 0-1 0 0,0 0 0 0 0,0 0 0 0 0,-2 0 1 0 0,1 0-1 0 0,-1 0 0 0 0,-1 0 1 0 0,0 0-1 0 0,0 0 0 0 0,-1 0 1 0 0,-5-16-1 0 0,4 18-38 0 0,-1-1 0 0 0,0 0-1 0 0,0 1 1 0 0,0 0 0 0 0,-2 0 0 0 0,1 0-1 0 0,-1 0 1 0 0,0 1 0 0 0,0 0 0 0 0,-1 0-1 0 0,-1 1 1 0 0,1 0 0 0 0,-1 0 0 0 0,0 1 0 0 0,0 0-1 0 0,-1 0 1 0 0,0 1 0 0 0,0 0 0 0 0,0 0-1 0 0,-1 1 1 0 0,1 1 0 0 0,-1-1 0 0 0,0 2-1 0 0,0-1 1 0 0,0 1 0 0 0,-11 0 0 0 0,5 1-278 0 0,-1 0 1 0 0,0 2-1 0 0,0 0 0 0 0,1 0 1 0 0,-1 2-1 0 0,-31 8 1 0 0,39-8-145 0 0,1 1 0 0 0,0-1 0 0 0,-1 1 0 0 0,2 1 0 0 0,-1-1 0 0 0,-9 9 1 0 0,12-10-220 0 0,1 1 0 0 0,0 0 0 0 0,0 1 1 0 0,0-1-1 0 0,0 1 0 0 0,1 0 1 0 0,0-1-1 0 0,0 2 0 0 0,0-1 0 0 0,-3 9 1 0 0,2 1-3792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20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50 304 0 0,'19'-37'16231'0'0,"-32"60"-15305"0"0,-20 37-769 0 0,-37 89 576 0 0,62-128-682 0 0,1 0-1 0 0,1 1 1 0 0,1 0-1 0 0,1 0 0 0 0,-2 28 1 0 0,5-42-33 0 0,1-1 1 0 0,1 0 0 0 0,-1 0 0 0 0,1 0-1 0 0,0 0 1 0 0,1 0 0 0 0,0 0-1 0 0,0-1 1 0 0,0 1 0 0 0,1 0 0 0 0,0-1-1 0 0,7 13 1 0 0,-6-15-3 0 0,-1 0 1 0 0,1 0-1 0 0,-1 0 0 0 0,1-1 0 0 0,0 1 1 0 0,0-1-1 0 0,1 0 0 0 0,-1 0 0 0 0,1 0 1 0 0,-1-1-1 0 0,1 0 0 0 0,0 1 0 0 0,0-2 1 0 0,0 1-1 0 0,0 0 0 0 0,0-1 0 0 0,10 1 1 0 0,-1-1 70 0 0,1 0 1 0 0,-1-2-1 0 0,0 1 1 0 0,1-2-1 0 0,-1 0 1 0 0,0 0-1 0 0,0-1 1 0 0,0-1-1 0 0,0-1 1 0 0,-1 0-1 0 0,1 0 0 0 0,-1-2 1 0 0,-1 1-1 0 0,1-2 1 0 0,-1 1-1 0 0,0-2 1 0 0,-1 0-1 0 0,0 0 1 0 0,0-1-1 0 0,17-21 1 0 0,-19 20-47 0 0,-1 0 0 0 0,0 0 1 0 0,-1-1-1 0 0,0 0 0 0 0,-1-1 0 0 0,0 0 1 0 0,-1 0-1 0 0,0 0 0 0 0,-1 0 0 0 0,-1-1 1 0 0,0 1-1 0 0,-1-1 0 0 0,0 0 1 0 0,-1 0-1 0 0,-1 0 0 0 0,0 0 0 0 0,-1 0 1 0 0,0 0-1 0 0,-1 1 0 0 0,-1-1 0 0 0,-6-21 1 0 0,6 28-85 0 0,0 0 1 0 0,-1 0 0 0 0,0 0-1 0 0,0 0 1 0 0,0 0-1 0 0,-1 1 1 0 0,0 0 0 0 0,0 0-1 0 0,0 0 1 0 0,-1 1 0 0 0,0 0-1 0 0,0 0 1 0 0,-1 0-1 0 0,1 1 1 0 0,-1 0 0 0 0,0 0-1 0 0,0 1 1 0 0,0 0-1 0 0,-10-3 1 0 0,7 3-569 0 0,0 0-1 0 0,-1 1 0 0 0,1 0 1 0 0,-1 1-1 0 0,-19-1 1 0 0,20 3-732 0 0,0 0-1 0 0,0 0 1 0 0,0 0 0 0 0,0 2-1 0 0,1-1 1 0 0,-12 5 0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22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1724 0 0,'1'-2'1550'0'0,"8"-16"2127"0"0,1 1 1 0 0,16-21 0 0 0,-24 37-3204 0 0,17-29 5280 0 0,-3 112-4302 0 0,9 124-1 0 0,-6-27-1091 0 0,-18-176-359 0 0,31 183-646 0 0,2-66-3341 0 0,-16-78 901 0 0,-1-17-3045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25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66 512 0 0,'1'-4'1626'0'0,"1"-1"-1"0"0,-1-1 1 0 0,1 1-1 0 0,-1 0 1 0 0,-1 0 0 0 0,1-10-1 0 0,-1 13-855 0 0,0 1-264 0 0,0 0-349 0 0,0 0 1 0 0,0 0-1 0 0,0 0 1 0 0,0 0-1 0 0,0 1 1 0 0,1-1-1 0 0,-1 0 1 0 0,0 0-1 0 0,0 0 0 0 0,0 1 1 0 0,1-1-1 0 0,-1 0 1 0 0,1 1-1 0 0,-1-1 1 0 0,0 0-1 0 0,1 0 1 0 0,-1 1-1 0 0,1-1 1 0 0,-1 1-1 0 0,1-1 0 0 0,0 0 1 0 0,199 41 2131 0 0,-100-28-2115 0 0,119 20-63 0 0,-211-31-106 0 0,-1 1 0 0 0,0 0-1 0 0,0 0 1 0 0,0 0 0 0 0,0 1 0 0 0,0 0-1 0 0,-1 0 1 0 0,1 1 0 0 0,-1 0 0 0 0,0 0 0 0 0,0 1-1 0 0,0-1 1 0 0,-1 1 0 0 0,0 0 0 0 0,0 1-1 0 0,0-1 1 0 0,0 1 0 0 0,-1 0 0 0 0,0 0 0 0 0,0 1-1 0 0,-1-1 1 0 0,0 1 0 0 0,0 0 0 0 0,3 8-1 0 0,4 22 45 0 0,-1 0-1 0 0,9 74 0 0 0,-7 79-35 0 0,-7-102-10 0 0,5 308 298 0 0,-1-39 144 0 0,53 635 79 0 0,41-40 698 0 0,-56-547-719 0 0,23 469 218 0 0,-69-856-720 0 0,6 96 312 0 0,-12 167 0 0 0,4-266-24 0 0,0 1 0 0 0,-1-1 0 0 0,-1 0 0 0 0,0 0 1 0 0,-7 17-1 0 0,7-24-201 0 0,0 0 0 0 0,-1 0 0 0 0,1-1 0 0 0,-2 1 0 0 0,1-1 0 0 0,-1-1 0 0 0,0 1 0 0 0,0-1-1 0 0,-1 0 1 0 0,-11 9 0 0 0,-3-2-32 0 0,0-1 0 0 0,-2 0-1 0 0,1-2 1 0 0,-1 0-1 0 0,-44 11 1 0 0,-129 20-130 0 0,138-31-78 0 0,-274 48-3464 0 0,0-7-4411 0 0,228-39 1125 0 0,68-8 1213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25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70 272 0 0,'0'-4'2303'0'0,"-2"-43"7436"0"0,1 41-8345 0 0,-1-6 1422 0 0,0 12-1850 0 0,-2 7-806 0 0,-4 13 821 0 0,-7 38 0 0 0,4-14-499 0 0,-57 166 564 0 0,4-16-1283 0 0,38-97-4064 0 0,8 2-4717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25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 80 0 0,'6'-50'5530'0'0,"-3"26"-2282"0"0,8-41 0 0 0,-10 64-2995 0 0,-1 0-199 0 0,0 1 0 0 0,-1 0 1 0 0,1-1-1 0 0,0 1 0 0 0,0 0 0 0 0,0-1 0 0 0,0 1 1 0 0,0 0-1 0 0,0-1 0 0 0,0 1 0 0 0,0 0 0 0 0,0-1 0 0 0,1 1 1 0 0,-1 0-1 0 0,0 0 0 0 0,0-1 0 0 0,0 1 0 0 0,0 0 0 0 0,0-1 1 0 0,0 1-1 0 0,1 0 0 0 0,-1 0 0 0 0,0-1 0 0 0,0 1 1 0 0,0 0-1 0 0,1 0 0 0 0,-1 0 0 0 0,0-1 0 0 0,0 1 0 0 0,1 0 1 0 0,-1 0-1 0 0,0 0 0 0 0,0 0 0 0 0,1-1 0 0 0,4 3 120 0 0,1 1 0 0 0,-1 0-1 0 0,0 0 1 0 0,-1 0 0 0 0,1 0-1 0 0,-1 1 1 0 0,1-1 0 0 0,-1 1 0 0 0,0 0-1 0 0,0 1 1 0 0,-1-1 0 0 0,5 8-1 0 0,8 12 420 0 0,14 31-1 0 0,-24-44-464 0 0,28 60 466 0 0,-3 1-1 0 0,24 86 1 0 0,29 157-71 0 0,-32-108-1320 0 0,-48-191-37 0 0,7 21-1879 0 0,-1-17-2272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26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162 257 1376 0 0,'-161'6'15036'0'0,"173"-14"-14037"0"0,8-1-688 0 0,1 1-1 0 0,29-6 1 0 0,2-2-109 0 0,302-92-18 0 0,-117 43-4693 0 0,-218 60 3814 0 0,47-15-5312 0 0,-44 11 893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28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53 1408 0 0,'-1'-9'12541'0'0,"-5"17"-12422"0"0,0 0 0 0 0,0 0-1 0 0,1 0 1 0 0,0 0-1 0 0,0 1 1 0 0,1 0 0 0 0,1 0-1 0 0,-4 12 1 0 0,-19 81 161 0 0,26-99-273 0 0,-7 33 67 0 0,2 0 0 0 0,2 1 1 0 0,1-1-1 0 0,6 69 0 0 0,-1-76 51 0 0,1 0 1 0 0,2-1-1 0 0,1 1 1 0 0,1-2-1 0 0,1 1 0 0 0,22 43 1 0 0,-20-48 27 0 0,2-1 0 0 0,0-1 0 0 0,32 39 0 0 0,-24-39-60 0 0,1 0-1 0 0,1-2 1 0 0,0 0 0 0 0,2-2-1 0 0,0 0 1 0 0,0-2 0 0 0,2-1 0 0 0,0-1-1 0 0,0-1 1 0 0,1-2 0 0 0,1 0-1 0 0,0-2 1 0 0,0-2 0 0 0,0 0 0 0 0,48 2-1 0 0,-61-8-26 0 0,0-1-1 0 0,1 0 0 0 0,-1-1 0 0 0,0-1 1 0 0,0-1-1 0 0,0 0 0 0 0,-1-1 1 0 0,1 0-1 0 0,-1-2 0 0 0,25-14 0 0 0,-11 4 143 0 0,-1-2 0 0 0,-1-1 0 0 0,-1-1 0 0 0,29-30 1 0 0,-44 39-94 0 0,0 0 0 0 0,0 0 1 0 0,-1-1-1 0 0,-1-1 1 0 0,0 0-1 0 0,-1 0 0 0 0,-1-1 1 0 0,0 0-1 0 0,-1 0 1 0 0,0 0-1 0 0,-1-1 0 0 0,-1 0 1 0 0,-1 0-1 0 0,0 0 1 0 0,-1-1-1 0 0,-1 1 1 0 0,0 0-1 0 0,-1-1 0 0 0,-3-21 1 0 0,-1 12-86 0 0,-1 0 0 0 0,-1 0 1 0 0,-1 1-1 0 0,-1 0 0 0 0,-1 0 0 0 0,-2 1 1 0 0,0 0-1 0 0,-1 1 0 0 0,-2 0 0 0 0,0 1 1 0 0,-2 0-1 0 0,0 1 0 0 0,-34-33 0 0 0,27 33-18 0 0,0 1-1 0 0,-2 1 0 0 0,0 1 0 0 0,-1 1 0 0 0,0 2 0 0 0,-2 0 0 0 0,1 2 1 0 0,-2 1-1 0 0,0 2 0 0 0,0 0 0 0 0,-48-8 0 0 0,33 11-56 0 0,-1 2 0 0 0,0 2 0 0 0,0 2 1 0 0,0 2-1 0 0,-56 9 0 0 0,92-8 17 0 0,1 0 0 0 0,-1 1 1 0 0,1 0-1 0 0,0 1 0 0 0,0 0 0 0 0,0 0 1 0 0,0 1-1 0 0,1 0 0 0 0,-13 10 0 0 0,-4 3-23 0 0,-5 9 59 0 0,27-26 21 0 0,-3 3 215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29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1604 0 0,'0'0'8110'0'0,"4"-4"-6799"0"0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31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1 876 0 0,'0'0'10510'0'0,"3"5"-10288"0"0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32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0 788 0 0,'0'0'1848'0'0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32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1 136 0 0,'6'6'1328'0'0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32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1 828 0 0,'0'0'2456'0'0,"-2"8"-4272"0"0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33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 1056 0 0,'0'0'5173'0'0,"-6"-13"-2510"0"0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33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1352 0 0,'0'0'2188'0'0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34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1920 0 0,'0'0'7677'0'0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34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 1204 0 0,'0'0'2388'0'0,"-5"-9"-2168"0"0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9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2224 0 0,'3'0'3265'0'0,"48"-4"7541"0"0,-49 5-10565 0 0,-1-1-1 0 0,0 0 1 0 0,1 0 0 0 0,-1 1 0 0 0,1-1 0 0 0,-1 1 0 0 0,0-1-1 0 0,1 1 1 0 0,-1 0 0 0 0,0-1 0 0 0,0 1 0 0 0,0 0 0 0 0,1 0-1 0 0,0 1 1 0 0,6 13 727 0 0,-1-1 0 0 0,0 1 0 0 0,-2 1-1 0 0,8 26 1 0 0,8 70 245 0 0,-12-56-845 0 0,21 164-1000 0 0,-29-212 313 0 0,8 39-3569 0 0,0-18-2602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2:59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577 25 3552 0 0,'14'-24'20050'0'0,"-59"86"-17429"0"0,-79 86 0 0 0,-68 48-2748 0 0,121-125 491 0 0,18-21-357 0 0,-10 11-1908 0 0,25-19-4069 0 0,34-35 3913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3:00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60 744 0 0,'3'-23'19830'0'0,"0"15"-18326"0"0,6 3-1323 0 0,1 1-1 0 0,0 0 1 0 0,0 1-1 0 0,1 0 1 0 0,-1 0 0 0 0,1 1-1 0 0,20-1 1 0 0,-9 2-186 0 0,0 1-1 0 0,40 5 1 0 0,-60-5 5 0 0,0 0 0 0 0,0 1 1 0 0,1-1-1 0 0,-1 0 0 0 0,0 1 1 0 0,0 0-1 0 0,0 0 0 0 0,0-1 1 0 0,0 1-1 0 0,0 0 0 0 0,0 0 1 0 0,0 1-1 0 0,-1-1 0 0 0,1 0 1 0 0,0 1-1 0 0,-1-1 0 0 0,1 1 0 0 0,-1-1 1 0 0,3 4-1 0 0,-3-3 15 0 0,-1 0 0 0 0,1 0 0 0 0,0 0 1 0 0,-1 0-1 0 0,1 0 0 0 0,-1 0 0 0 0,0 1 0 0 0,1-1 0 0 0,-1 0 0 0 0,0 0 0 0 0,-1 0 1 0 0,1 1-1 0 0,0-1 0 0 0,-1 0 0 0 0,0 4 0 0 0,-3 3 92 0 0,0 1-1 0 0,0-1 0 0 0,-1 0 1 0 0,0 0-1 0 0,0-1 1 0 0,-12 14-1 0 0,-71 69 1333 0 0,49-53-854 0 0,37-35-545 0 0,-2 4 78 0 0,5-6-105 0 0,0-1 0 0 0,0 1 0 0 0,0-1 0 0 0,0 1 0 0 0,1-1 0 0 0,-1 1-1 0 0,0-1 1 0 0,0 1 0 0 0,0-1 0 0 0,0 0 0 0 0,3 0 0 0 0,-4 1-13 0 0,12-1-4 0 0,0 0-1 0 0,0-1 1 0 0,0 0 0 0 0,21-6-1 0 0,-3 1 3 0 0,107-14-71 0 0,119-20-2113 0 0,-88 9-2848 0 0,-119 19 1473 0 0,-19 0-3607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16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0 592 0 0,'-4'9'1508'0'0,"-3"1"-836"0"0,6-2-1148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17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 0 0,'0'0'3688'0'0,"7"7"-4016"0"0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14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0 120 0 0,'0'0'1317'0'0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15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141 198 304 0 0,'0'-2'576'0'0,"1"0"-1"0"0,-1-1 1 0 0,0 1 0 0 0,1 0-1 0 0,-1 0 1 0 0,0 0 0 0 0,0-1-1 0 0,-1-3 1 0 0,0-9 6040 0 0,-8 39-5976 0 0,-58 378 1542 0 0,41-259-473 0 0,22-133 158 0 0,-2-14-1427 0 0,-2-14-382 0 0,5-15-21 0 0,2 0 1 0 0,1 1-1 0 0,2-1 0 0 0,11-61 0 0 0,0 35-93 0 0,35-99-1 0 0,-35 124 22 0 0,1 0-1 0 0,33-59 1 0 0,-42 85 26 0 0,1-1 0 0 0,-1 1 0 0 0,1 0 0 0 0,0 1 0 0 0,1-1 0 0 0,0 1 0 0 0,0 0 0 0 0,1 1 0 0 0,0 0 0 0 0,0 0 0 0 0,0 1 0 0 0,1 0 0 0 0,-1 0 0 0 0,1 1 0 0 0,13-5 0 0 0,-19 8 10 0 0,0 0-1 0 0,0 1 1 0 0,-1-1-1 0 0,1 1 1 0 0,0-1-1 0 0,0 1 1 0 0,0 0-1 0 0,0 0 1 0 0,0 0-1 0 0,0 0 1 0 0,-1 1-1 0 0,1-1 0 0 0,0 1 1 0 0,0 0-1 0 0,0 0 1 0 0,-1 0-1 0 0,1 0 1 0 0,0 0-1 0 0,-1 0 1 0 0,1 1-1 0 0,-1 0 1 0 0,1-1-1 0 0,-1 1 1 0 0,0 0-1 0 0,0 0 0 0 0,0 0 1 0 0,0 0-1 0 0,0 0 1 0 0,0 1-1 0 0,-1-1 1 0 0,1 1-1 0 0,-1-1 1 0 0,1 1-1 0 0,0 2 1 0 0,1 3 9 0 0,-1-1 1 0 0,0 0 0 0 0,-1 1-1 0 0,0-1 1 0 0,0 1 0 0 0,0 0-1 0 0,-1-1 1 0 0,0 1-1 0 0,-1-1 1 0 0,1 1 0 0 0,-4 12-1 0 0,-1-3 5 0 0,-1-1 1 0 0,0 1-1 0 0,-2-1 0 0 0,1 0 0 0 0,-2 0 0 0 0,0-1 0 0 0,-16 19 0 0 0,-8 7 33 0 0,-45 42 0 0 0,59-65 198 0 0,0-1 1 0 0,-1-1-1 0 0,-1 0 0 0 0,0-2 1 0 0,-1 0-1 0 0,-32 14 0 0 0,52-27 72 0 0,1-1-305 0 0,0 0 0 0 0,0-1-1 0 0,1 1 1 0 0,-1 0 0 0 0,0 0 0 0 0,0 0-1 0 0,0 0 1 0 0,1 0 0 0 0,-1 0 0 0 0,0 0-1 0 0,0 0 1 0 0,0 1 0 0 0,1-1-1 0 0,-1 0 1 0 0,0 0 0 0 0,0 1 0 0 0,1-1-1 0 0,-1 0 1 0 0,0 1 0 0 0,1-1 0 0 0,-1 1-1 0 0,0-1 1 0 0,1 1 0 0 0,-1-1-1 0 0,1 1 1 0 0,-1 0 0 0 0,0-1 0 0 0,1 1-1 0 0,0-1 1 0 0,-1 1 0 0 0,1 0 0 0 0,-1 0-1 0 0,1-1 1 0 0,-1 2 0 0 0,1 0-14 0 0,1-1-1 0 0,-1 1 1 0 0,0-1 0 0 0,1 0 0 0 0,-1 1 0 0 0,1-1 0 0 0,-1 0-1 0 0,1 1 1 0 0,-1-1 0 0 0,1 0 0 0 0,0 0 0 0 0,0 1 0 0 0,0-1-1 0 0,0 0 1 0 0,2 2 0 0 0,47 43 233 0 0,94 64-1 0 0,-46-37-145 0 0,4 8 2007 0 0,-101-80-1766 0 0,5 2-786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20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0 764 0 0,'0'0'14867'0'0,"-1"13"-14885"0"0,4 45 201 0 0,-3 1 0 0 0,-11 89 0 0 0,3-59-108 0 0,-17 127 230 0 0,19-167-129 0 0,2-34-349 0 0,6-23-2628 0 0,3-15-3732 0 0,-2 12 1726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21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 1148 0 0,'-9'4'7502'0'0,"-25"23"957"0"0,33-26-8064 0 0,1 0-389 0 0,1 0 1 0 0,-1-1-1 0 0,0 1 0 0 0,0 0 0 0 0,0-1 0 0 0,0 1 0 0 0,1 0 0 0 0,-1-1 0 0 0,0 1 1 0 0,1-1-1 0 0,-1 1 0 0 0,1 0 0 0 0,-1-1 0 0 0,0 1 0 0 0,2 0 0 0 0,11 2 225 0 0,1 0 0 0 0,0-1 0 0 0,0-1 0 0 0,23 0 0 0 0,60-8 24 0 0,-44 3-173 0 0,141-20-88 0 0,-143 16-603 0 0,-49 8 9 0 0,8 4-1992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22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17 512 0 0,'-18'-14'10004'0'0,"17"14"-9879"0"0,0-1 0 0 0,1 1 0 0 0,-1 0 0 0 0,0-1 0 0 0,1 1 0 0 0,-1 0-1 0 0,0 0 1 0 0,0 0 0 0 0,1 0 0 0 0,-1 0 0 0 0,0-1 0 0 0,0 1 0 0 0,1 1-1 0 0,-1-1 1 0 0,0 0 0 0 0,0 0 0 0 0,1 0 0 0 0,-1 0 0 0 0,0 0 0 0 0,1 1 0 0 0,-1-1-1 0 0,0 0 1 0 0,1 1 0 0 0,-1-1 0 0 0,0 0 0 0 0,1 1 0 0 0,-1-1 0 0 0,0 1 0 0 0,1-1-1 0 0,-1 1 1 0 0,1-1 0 0 0,-1 1 0 0 0,1-1 0 0 0,0 1 0 0 0,-1 0 0 0 0,1-1-1 0 0,-1 1 1 0 0,1 0 0 0 0,0-1 0 0 0,0 1 0 0 0,-1 0 0 0 0,1-1 0 0 0,0 1 0 0 0,0 1-1 0 0,-2 6 263 0 0,0 0 0 0 0,1 0 0 0 0,-1 13 0 0 0,0-6 76 0 0,-13 92 678 0 0,-21 186-383 0 0,34-276-1295 0 0,2-1-1 0 0,2 24 1 0 0,-2-34-6 0 0,1-1 0 0 0,0 1 0 0 0,0-1 0 0 0,1 1 0 0 0,-1-1 0 0 0,1 0 0 0 0,0 1 0 0 0,1-1 0 0 0,-1 0 0 0 0,6 7 0 0 0,9 0-4784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22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1 139 720 0 0,'6'-19'3208'0'0,"-2"9"-434"0"0,0 0 0 0 0,-1 0 1 0 0,0 0-1 0 0,-1-1 1 0 0,1-17 864 0 0,-3 30-3393 0 0,-4 23-40 0 0,1 1 1 0 0,1-1-1 0 0,2 0 1 0 0,0 0-1 0 0,6 32 0 0 0,-6-50-217 0 0,1-1 0 0 0,0 1 0 0 0,0 0 0 0 0,1-1 0 0 0,0 1 0 0 0,0-1 0 0 0,1 0 0 0 0,-1 0-1 0 0,1 0 1 0 0,1 0 0 0 0,-1 0 0 0 0,1-1 0 0 0,0 1 0 0 0,6 6 0 0 0,-6-11-40 0 0,-1 1 1 0 0,1-1-1 0 0,-1 0 1 0 0,1 0 0 0 0,-1 0-1 0 0,1 0 1 0 0,-1-1-1 0 0,1 1 1 0 0,0-1-1 0 0,-1 0 1 0 0,1 0 0 0 0,0 0-1 0 0,-1-1 1 0 0,1 1-1 0 0,0-1 1 0 0,6-2-1 0 0,-1-1-3 0 0,0 1-1 0 0,-1-2 0 0 0,0 1 0 0 0,1-1 0 0 0,-2-1 1 0 0,1 0-1 0 0,0 0 0 0 0,-1 0 0 0 0,0-1 0 0 0,11-14 1 0 0,-2 0-19 0 0,-1 0 0 0 0,22-42 1 0 0,-24 34 628 0 0,17-52 0 0 0,-17 40 2280 0 0,-21 64-1658 0 0,-57 312 1456 0 0,45-212-2585 0 0,0 5-2192 0 0,14-42-4453 0 0,6-81 5266 0 0,1 14-730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22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2072 0 0,'34'-72'19318'0'0,"-28"89"-16943"0"0,-6 189 1868 0 0,-9-69-4869 0 0,1-12-5063 0 0,7-96 1733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23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217 145 1536 0 0,'1'-42'9564'0'0,"-2"35"-8485"0"0,1 0-1 0 0,0 0 1 0 0,1 0 0 0 0,1-9 0 0 0,-2 13-926 0 0,1 0 1 0 0,0 0 0 0 0,0 0 0 0 0,1 1-1 0 0,-1-1 1 0 0,1 0 0 0 0,-1 1-1 0 0,1-1 1 0 0,0 1 0 0 0,0 0 0 0 0,0-1-1 0 0,0 1 1 0 0,5-3 0 0 0,-4 2-90 0 0,0 1 0 0 0,1 0-1 0 0,-1 0 1 0 0,1 0 0 0 0,-1 1 0 0 0,1-1 0 0 0,0 1 0 0 0,0 0 0 0 0,0 0 0 0 0,0 0 0 0 0,0 0 0 0 0,0 1 0 0 0,0 0 0 0 0,0 0 0 0 0,0 0-1 0 0,0 0 1 0 0,0 0 0 0 0,0 1 0 0 0,0 0 0 0 0,0 0 0 0 0,0 0 0 0 0,5 2 0 0 0,-6-1-49 0 0,0-1 1 0 0,0 1-1 0 0,-1-1 1 0 0,1 1-1 0 0,-1 0 1 0 0,1 0-1 0 0,-1 0 1 0 0,1 0-1 0 0,-1 0 1 0 0,0 0-1 0 0,0 1 1 0 0,0-1 0 0 0,-1 1-1 0 0,1-1 1 0 0,0 1-1 0 0,-1 0 1 0 0,0 0-1 0 0,0 0 1 0 0,0 0-1 0 0,0 0 1 0 0,0 0-1 0 0,0 0 1 0 0,-1 0-1 0 0,1 0 1 0 0,-1 0-1 0 0,0 0 1 0 0,0 0-1 0 0,0 0 1 0 0,-1 6-1 0 0,-2 4 6 0 0,-1 0 0 0 0,0-1 0 0 0,-1 1 0 0 0,0-1 0 0 0,-1 0 0 0 0,0-1 0 0 0,-1 1 0 0 0,0-1 0 0 0,-1-1 0 0 0,0 1 0 0 0,-10 9 0 0 0,-12 10 27 0 0,-1-1 0 0 0,-38 27 0 0 0,41-37 5 0 0,-46 25 1 0 0,23-15 383 0 0,49-28-517 0 0,-11 6 978 0 0,9-7-276 0 0,6-6-362 0 0,0 6-214 0 0,-1-1 1 0 0,0 1 0 0 0,0-1 0 0 0,1 1-1 0 0,-1 0 1 0 0,1 0 0 0 0,-1 0-1 0 0,0 0 1 0 0,1 0 0 0 0,-1 0-1 0 0,1 0 1 0 0,-1 0 0 0 0,0 0-1 0 0,1 1 1 0 0,-1-1 0 0 0,2 1-1 0 0,24 6 381 0 0,-26-7-424 0 0,15 6 103 0 0,0 1-1 0 0,0 0 0 0 0,0 1 0 0 0,-1 1 1 0 0,0 0-1 0 0,0 1 0 0 0,23 22 1 0 0,82 93 43 0 0,-107-111-135 0 0,48 60-2177 0 0,3 3-3348 0 0,-17-30-3224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23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1 113 400 0 0,'0'-2'2310'0'0,"0"-5"-713"0"0,0 0-1 0 0,0 1 0 0 0,1-1 1 0 0,0 0-1 0 0,0 1 0 0 0,1-1 1 0 0,2-7-1 0 0,-2 11-1332 0 0,-1 0-1 0 0,1 0 1 0 0,0 0 0 0 0,0 0 0 0 0,0 1-1 0 0,0-1 1 0 0,0 1 0 0 0,1-1-1 0 0,-1 1 1 0 0,1 0 0 0 0,0 0 0 0 0,-1 0-1 0 0,1 0 1 0 0,0 1 0 0 0,0-1-1 0 0,0 1 1 0 0,4-2 0 0 0,-2 2-143 0 0,0-1 1 0 0,0 1-1 0 0,0 0 0 0 0,0 0 1 0 0,0 0-1 0 0,0 1 0 0 0,1-1 0 0 0,-1 1 1 0 0,0 1-1 0 0,0-1 0 0 0,0 1 1 0 0,0 0-1 0 0,1 0 0 0 0,-1 0 1 0 0,0 1-1 0 0,-1-1 0 0 0,1 1 1 0 0,0 1-1 0 0,0-1 0 0 0,-1 1 1 0 0,5 3-1 0 0,-6-4-19 0 0,1 1 0 0 0,-1 0 0 0 0,0 0 0 0 0,0 0 0 0 0,0 0 0 0 0,-1 1 0 0 0,1-1 0 0 0,-1 1 0 0 0,0-1 0 0 0,0 1-1 0 0,0 0 1 0 0,0 0 0 0 0,-1 0 0 0 0,0 0 0 0 0,0 0 0 0 0,0 0 0 0 0,0 1 0 0 0,0-1 0 0 0,-1 0 0 0 0,0 0 0 0 0,0 1 0 0 0,0-1 0 0 0,0 0 0 0 0,-1 0 0 0 0,-1 8 0 0 0,-5 7 379 0 0,0 0 1 0 0,-1 0-1 0 0,-1-1 1 0 0,-1 0-1 0 0,0-1 1 0 0,-19 23-1 0 0,-10 20 334 0 0,38-60-808 0 0,1 1-1 0 0,-1-1 1 0 0,1 1 0 0 0,0-1 0 0 0,-1 1 0 0 0,1-1 0 0 0,0 1 0 0 0,0-1-1 0 0,-1 1 1 0 0,1-1 0 0 0,0 1 0 0 0,0-1 0 0 0,0 1 0 0 0,0-1 0 0 0,0 1-1 0 0,0-1 1 0 0,0 1 0 0 0,0-1 0 0 0,0 1 0 0 0,0-1 0 0 0,0 1-1 0 0,0 0 1 0 0,0-1 0 0 0,0 1 0 0 0,0-1 0 0 0,0 1 0 0 0,1-1 0 0 0,-1 1-1 0 0,0-1 1 0 0,0 1 0 0 0,1-1 0 0 0,-1 1 0 0 0,0-1 0 0 0,1 0 0 0 0,-1 1-1 0 0,1-1 1 0 0,-1 1 0 0 0,0-1 0 0 0,1 0 0 0 0,-1 1 0 0 0,1-1 0 0 0,-1 0-1 0 0,1 0 1 0 0,-1 1 0 0 0,1-1 0 0 0,-1 0 0 0 0,1 0 0 0 0,-1 0 0 0 0,1 0-1 0 0,-1 1 1 0 0,2-1 0 0 0,30 1 55 0 0,-29-1-48 0 0,84-7 20 0 0,95-21-1 0 0,-48 6-119 0 0,83-7-1482 0 0,-75 12-3501 0 0,-124 18 2431 0 0,-18-1 2542 0 0,0 0 1 0 0,1 0-1 0 0,-1 0 1 0 0,0 1 0 0 0,0-1-1 0 0,1 0 1 0 0,-1 0 0 0 0,0 0-1 0 0,0 0 1 0 0,1 0-1 0 0,-1 0 1 0 0,0 0 0 0 0,2 8-3339 0 0,-2-8 3339 0 0,-9 12-3512 0 0,-3-3-566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26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77 318 16 0 0,'0'0'18643'0'0,"-5"7"-18782"0"0,5 1 155 0 0,-7 54 7 0 0,2-19-30 0 0,-15 60 0 0 0,4-29-4 0 0,-2 27 33 0 0,18-99-20 0 0,-5 10 301 0 0,5-9 353 0 0,0-16-359 0 0,1-48-246 0 0,4 0 0 0 0,2 0 1 0 0,21-81-1 0 0,-19 107-67 0 0,2 0-1 0 0,1 1 1 0 0,2 1-1 0 0,19-34 0 0 0,-15 36 20 0 0,2 2 0 0 0,33-39 0 0 0,-49 60-6 0 0,22-17 3 0 0,-13 12-4 0 0,-11 12 3 0 0,11-6 3 0 0,-11 4-5 0 0,-1 3 2 0 0,0-1 1 0 0,-1 1-1 0 0,1-1 0 0 0,0 1 1 0 0,-1-1-1 0 0,1 1 0 0 0,0-1 1 0 0,0 1-1 0 0,0 0 0 0 0,-1-1 1 0 0,1 1-1 0 0,0 0 0 0 0,0 0 1 0 0,0 0-1 0 0,0 0 0 0 0,-1-1 1 0 0,1 1-1 0 0,0 0 0 0 0,0 0 1 0 0,0 1-1 0 0,1-1 0 0 0,1 0 0 0 0,0 0 0 0 0,-1 0 0 0 0,1 0 1 0 0,0 0-1 0 0,0 1 0 0 0,-1-1 0 0 0,1 1 0 0 0,0 0 0 0 0,-1 0 0 0 0,1 0 0 0 0,-1 0 0 0 0,1 0 1 0 0,-1 1-1 0 0,0-1 0 0 0,1 1 0 0 0,-1-1 0 0 0,0 1 0 0 0,0 0 0 0 0,0 0 0 0 0,0 0 0 0 0,0 0 0 0 0,0 0 1 0 0,-1 0-1 0 0,1 1 0 0 0,-1-1 0 0 0,0 0 0 0 0,1 1 0 0 0,0 3 0 0 0,1 1 10 0 0,-1 0-1 0 0,0 1 1 0 0,0-1 0 0 0,-1 0-1 0 0,1 1 1 0 0,-2-1-1 0 0,1 1 1 0 0,-1-1 0 0 0,0 1-1 0 0,-1 0 1 0 0,0-1-1 0 0,0 1 1 0 0,-3 10 0 0 0,1-5 12 0 0,-2 0 0 0 0,1 0 1 0 0,-1 0-1 0 0,-1 0 1 0 0,0-1-1 0 0,-14 21 1 0 0,11-21-4 0 0,-1-1 0 0 0,1 0 0 0 0,-2 0 1 0 0,1-1-1 0 0,-1 0 0 0 0,-1-1 0 0 0,0 0 0 0 0,0-1 1 0 0,-25 12-1 0 0,0-6 1 0 0,35-13-11 0 0,-13 2 357 0 0,13-2-314 0 0,1-1 0 0 0,0 1-1 0 0,-1-1 1 0 0,1 1 0 0 0,-1-1 0 0 0,1 0 0 0 0,-1 1-1 0 0,1-1 1 0 0,-1 0 0 0 0,1 0 0 0 0,-1 0 0 0 0,0 0-1 0 0,1 0 1 0 0,-1-1 0 0 0,1 1 0 0 0,-1 0 0 0 0,1-1 0 0 0,-4-1 639 0 0,5 2-688 0 0,0 0 0 0 0,0 0-1 0 0,0 0 1 0 0,0 0 0 0 0,0 0-1 0 0,0 0 1 0 0,0 0 0 0 0,0 0 0 0 0,1 0-1 0 0,-1 0 1 0 0,0 0 0 0 0,0 0-1 0 0,0 0 1 0 0,0 0 0 0 0,0 0-1 0 0,0 0 1 0 0,0 0 0 0 0,0 0-1 0 0,0 0 1 0 0,0 0 0 0 0,0 0-1 0 0,0 0 1 0 0,1 0 0 0 0,-1 0 0 0 0,0 0-1 0 0,0 0 1 0 0,0 0 0 0 0,0 0-1 0 0,0 0 1 0 0,0 0 0 0 0,0 0-1 0 0,0 0 1 0 0,0 0 0 0 0,0-1-1 0 0,0 1 1 0 0,0 0 0 0 0,10 15 20 0 0,12 23 3 0 0,3 13-2 0 0,3-1-1 0 0,46 62 0 0 0,-52-83 13 0 0,42 41-1 0 0,-29-34-34 0 0,-34-34 20 0 0,24 17 213 0 0,-21-17 49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28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47 700 0 0,'0'0'16492'0'0,"-3"0"-16148"0"0,0 1-222 0 0,-19-3 2815 0 0,19 1-2862 0 0,2 1-72 0 0,-6-2-1 0 0,5 1 40 0 0,2 1-45 0 0,0 0 7 0 0,-1 0-1 0 0,1 0 0 0 0,0 0 1 0 0,0 0-1 0 0,0 0 0 0 0,-1 0 0 0 0,1 0 1 0 0,0 0-1 0 0,0 0 0 0 0,0 0 0 0 0,0 0 1 0 0,-1 0-1 0 0,1 0 0 0 0,0 0 0 0 0,0-1 1 0 0,0 1-1 0 0,-1 0 0 0 0,1 0 1 0 0,0 0-1 0 0,0 0 0 0 0,0 0 0 0 0,0 0 1 0 0,0-1-1 0 0,-1 1 0 0 0,1 0 0 0 0,0 0 1 0 0,0 0-1 0 0,0 0 0 0 0,0-1 0 0 0,0 1 1 0 0,0 0-1 0 0,0 0 0 0 0,0 0 1 0 0,0-1-1 0 0,0 1 0 0 0,0 0 0 0 0,0 0 1 0 0,0 0-1 0 0,0-1 0 0 0,0 1 0 0 0,0 0 1 0 0,0 0-1 0 0,0 0 0 0 0,0-1 0 0 0,0 1 1 0 0,0 0-1 0 0,0 0 0 0 0,0 0 1 0 0,0-1-1 0 0,0 1 0 0 0,0 0 0 0 0,0 0 1 0 0,1 0-1 0 0,-1 0 0 0 0,0-1 0 0 0,0 1 1 0 0,0 0-1 0 0,0 0 0 0 0,0 0 0 0 0,1 0 1 0 0,11-11 93 0 0,26-8-95 0 0,-36 18-2 0 0,4-1 2 0 0,-2 1 0 0 0,18 3-16 0 0,-20-2 11 0 0,1 0 1 0 0,0 0 0 0 0,-1 1 0 0 0,1-1 0 0 0,0 1 0 0 0,-1 0 0 0 0,1 0 0 0 0,0 0 0 0 0,-1 0-1 0 0,1 0 1 0 0,-1 0 0 0 0,0 1 0 0 0,0-1 0 0 0,1 1 0 0 0,-1 0 0 0 0,0-1 0 0 0,0 1 0 0 0,2 3-1 0 0,1 0 12 0 0,-2-1-1 0 0,0-1-2 0 0,-1 1 0 0 0,1 0 0 0 0,-1 0 0 0 0,0 0 0 0 0,0 0 1 0 0,0 0-1 0 0,-1 0 0 0 0,1 0 0 0 0,-1 1 0 0 0,0-1 1 0 0,0 1-1 0 0,-1-1 0 0 0,1 1 0 0 0,-1-1 0 0 0,0 1 0 0 0,0-1 1 0 0,-1 1-1 0 0,1-1 0 0 0,-1 1 0 0 0,0-1 0 0 0,0 1 0 0 0,-3 7 1 0 0,3-10-7 0 0,-5 15 18 0 0,0-1-1 0 0,-1 1 0 0 0,-1-2 0 0 0,0 1 1 0 0,-1-1-1 0 0,-1 0 0 0 0,0-1 0 0 0,-1 0 1 0 0,-14 13-1 0 0,2-8 45 0 0,-12 2 78 0 0,34-20-119 0 0,-4 5-10 0 0,27 0 16 0 0,-5 1-25 0 0,0 0 0 0 0,0 2 0 0 0,-1 0 0 0 0,0 1 0 0 0,16 12 0 0 0,-24-15 38 0 0,-1-1 1 0 0,0 1 0 0 0,0 0 0 0 0,-1 0 0 0 0,0 0 0 0 0,0 1-1 0 0,-1 0 1 0 0,0 0 0 0 0,0 1 0 0 0,-1 0 0 0 0,6 16 0 0 0,-9-21 51 0 0,0 0 0 0 0,-1 1 0 0 0,1-1 0 0 0,-1 1 0 0 0,0-1 0 0 0,0 1 0 0 0,-1 0 0 0 0,1-1 0 0 0,-1 0 1 0 0,0 1-1 0 0,0-1 0 0 0,-1 1 0 0 0,1-1 0 0 0,-1 0 0 0 0,0 0 0 0 0,0 0 0 0 0,0 0 0 0 0,0 0 0 0 0,-1 0 0 0 0,0-1 0 0 0,0 1 1 0 0,0-1-1 0 0,0 0 0 0 0,0 0 0 0 0,-1 0 0 0 0,1 0 0 0 0,-1 0 0 0 0,0-1 0 0 0,0 0 0 0 0,0 0 0 0 0,0 0 0 0 0,0 0 0 0 0,0 0 1 0 0,-1-1-1 0 0,-6 2 0 0 0,-2-2 31 0 0,0-1 0 0 0,0 0 0 0 0,0-1 0 0 0,0 0 0 0 0,0-1 0 0 0,0 0 1 0 0,0-1-1 0 0,-24-10 0 0 0,9 5 300 0 0,23 5-371 0 0,-1 0 1 0 0,1 0-1 0 0,0 0 0 0 0,1-1 1 0 0,-1 0-1 0 0,1 0 1 0 0,-6-5-1 0 0,9 7-57 0 0,-4-2 11 0 0,0 0-1 0 0,0-1 0 0 0,-8-9 1 0 0,13 13 18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29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1700 0 0,'0'0'2848'0'0,"-3"0"-1676"0"0,-49 7 8825 0 0,53-6-9918 0 0,1-1-1 0 0,-1 1 1 0 0,0 0-1 0 0,0 0 1 0 0,1 0-1 0 0,-1-1 1 0 0,1 1-1 0 0,-1-1 1 0 0,0 1-1 0 0,1-1 1 0 0,-1 1-1 0 0,1-1 1 0 0,-1 0-1 0 0,3 0 1 0 0,74 7 546 0 0,99-4 0 0 0,-101-3-448 0 0,-74 0-134 0 0,1 0 21 0 0,41 0 785 0 0,-42 0-648 0 0,1 0-170 0 0,7 0 0 0 0,-7 0 166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30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136 188 1440 0 0,'4'16'18059'0'0,"-10"-19"-19763"0"0,-26-17 1896 0 0,-17-15-149 0 0,17 15-62 0 0,30 19 8 0 0,-4-4 22 0 0,5 4-12 0 0,0 0-1 0 0,0 1 1 0 0,0-1 0 0 0,0 1-1 0 0,0-1 1 0 0,0 0 0 0 0,0 0-1 0 0,1 1 1 0 0,-1-1-1 0 0,0 0 1 0 0,0 0 0 0 0,1 0-1 0 0,-1 0 1 0 0,0-1 0 0 0,6-5-15 0 0,13 0 2 0 0,202-31-52 0 0,-83 18 61 0 0,-107 16 25 0 0,-17 2 4 0 0,0 0 0 0 0,0 0 0 0 0,20-8 0 0 0,-32 10-15 0 0,3-4-70 0 0,7-6 772 0 0,-9 10-405 0 0,-4 7-299 0 0,-3 5 90 0 0,0 0 0 0 0,1 1 0 0 0,1-1 0 0 0,-3 19 0 0 0,1-4 54 0 0,-130 488 748 0 0,107-431-1000 0 0,15-51-2440 0 0,13-22 382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31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44 471 2172 0 0,'36'-69'17959'0'0,"-29"95"-16610"0"0,-7 9-627 0 0,0 0-1 0 0,-10 61 1 0 0,-22 68-328 0 0,21-114-265 0 0,8-35-106 0 0,-19 74 365 0 0,22-88-338 0 0,-3-3-54 0 0,3 2 4 0 0,0 0 0 0 0,0 0 0 0 0,0 0 0 0 0,-1 0 0 0 0,1 0 0 0 0,0 0 0 0 0,0 0 0 0 0,0 0 0 0 0,-1 0 0 0 0,1 0 0 0 0,0 0 0 0 0,0-1 0 0 0,0 1 0 0 0,-1 0 0 0 0,1 0 0 0 0,0 0 0 0 0,0 0 0 0 0,0 0 0 0 0,0-1-1 0 0,0 1 1 0 0,-1 0 0 0 0,1 0 0 0 0,0 0 0 0 0,0-1 0 0 0,0 1 0 0 0,0 0 0 0 0,0 0 0 0 0,0 0 0 0 0,0-1 0 0 0,0 1 0 0 0,0 0 0 0 0,0 0 0 0 0,0 0 0 0 0,0-1 0 0 0,0 1 0 0 0,0 0 0 0 0,0 0 0 0 0,0-1 0 0 0,-2-33-70 0 0,2 1 0 0 0,2-1 0 0 0,8-55 1 0 0,32-100-276 0 0,-25 130 289 0 0,1 2 0 0 0,42-88 0 0 0,-47 119 42 0 0,1 0 1 0 0,1 1 0 0 0,1 1-1 0 0,2 1 1 0 0,0 0-1 0 0,1 1 1 0 0,33-28-1 0 0,-46 44 6 0 0,1 1-1 0 0,0 1 0 0 0,0-1 1 0 0,0 1-1 0 0,0 0 0 0 0,1 1 1 0 0,0-1-1 0 0,-1 2 0 0 0,16-5 1 0 0,-19 7 6 0 0,-1-1 1 0 0,0 1-1 0 0,0 0 1 0 0,0 0-1 0 0,0 0 1 0 0,0 0-1 0 0,1 1 1 0 0,-1-1-1 0 0,0 1 1 0 0,0 0-1 0 0,0 0 1 0 0,0 0-1 0 0,0 0 1 0 0,-1 1-1 0 0,1-1 1 0 0,0 1-1 0 0,0-1 1 0 0,-1 1-1 0 0,1 0 1 0 0,-1 0-1 0 0,0 0 1 0 0,1 1-1 0 0,-1-1 1 0 0,0 0-1 0 0,0 1 1 0 0,-1-1-1 0 0,1 1 1 0 0,0 0-1 0 0,1 4 1 0 0,-2-3 4 0 0,1-1-1 0 0,-2 1 1 0 0,1 0 0 0 0,0 0-1 0 0,-1-1 1 0 0,1 1 0 0 0,-1 0-1 0 0,0 0 1 0 0,0 0 0 0 0,-1 0-1 0 0,1-1 1 0 0,-1 1 0 0 0,0 0 0 0 0,0 0-1 0 0,0-1 1 0 0,-1 1 0 0 0,1-1-1 0 0,-1 1 1 0 0,0-1 0 0 0,1 1-1 0 0,-2-1 1 0 0,-1 3 0 0 0,-8 10 15 0 0,0 0 1 0 0,-28 26-1 0 0,37-39-18 0 0,-16 14 24 0 0,0-1 0 0 0,-1-2-1 0 0,-1 1 1 0 0,0-2 0 0 0,-25 11-1 0 0,36-21-25 0 0,0 0 0 0 0,-1 0-1 0 0,-15 1 1 0 0,23-4 4 0 0,1 0-1 0 0,1 0 1 0 0,-1 0 0 0 0,0 1-1 0 0,0-1 1 0 0,0 1-1 0 0,1-1 1 0 0,-1 1 0 0 0,0 0-1 0 0,0-1 1 0 0,1 1-1 0 0,-1 0 1 0 0,-1 2 0 0 0,14 17 28 0 0,1 0 0 0 0,1 0 1 0 0,28 33-1 0 0,-17-24 13 0 0,0 2 47 0 0,5 5 24 0 0,-3 0 0 0 0,36 63 0 0 0,-45-73-1964 0 0,-6-18-2694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32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51 392 0 0,'-3'-1'2658'0'0,"-7"0"-164"0"0,-23-4 10707 0 0,35 1-12461 0 0,-2 3-715 0 0,0 1 0 0 0,1-1 0 0 0,-1 1 0 0 0,0-1 0 0 0,0 1 0 0 0,0 0 1 0 0,0-1-1 0 0,0 1 0 0 0,0-1 0 0 0,0 1 0 0 0,1 0 0 0 0,-1-1 0 0 0,0 1 0 0 0,0-1 0 0 0,1 1 0 0 0,-1 0 0 0 0,0 0 0 0 0,0-1 0 0 0,1 1 0 0 0,-1 0 0 0 0,0-1 0 0 0,1 1 0 0 0,8-5 154 0 0,0 1-1 0 0,1-1 1 0 0,-1 2-1 0 0,1 0 1 0 0,0 0-1 0 0,0 1 1 0 0,0 0-1 0 0,18-1 0 0 0,-24 2-160 0 0,1 1 0 0 0,0 0-1 0 0,0 1 1 0 0,-1-1-1 0 0,1 1 1 0 0,-1 0 0 0 0,1 0-1 0 0,0 0 1 0 0,-1 0-1 0 0,0 1 1 0 0,1 0 0 0 0,-1 0-1 0 0,0 0 1 0 0,0 1-1 0 0,0-1 1 0 0,0 1-1 0 0,0 0 1 0 0,-1 0 0 0 0,1 0-1 0 0,-1 1 1 0 0,0-1-1 0 0,3 5 1 0 0,-4-4 0 0 0,0 0 1 0 0,0 0-1 0 0,-1 1 0 0 0,1 0 0 0 0,-1-1 0 0 0,0 1 1 0 0,0-1-1 0 0,0 1 0 0 0,-1 0 0 0 0,0 0 1 0 0,0 0-1 0 0,0-1 0 0 0,0 1 0 0 0,-1 0 1 0 0,0-1-1 0 0,0 1 0 0 0,0 0 0 0 0,0-1 1 0 0,-3 6-1 0 0,-3 7 85 0 0,0 0 0 0 0,-2-1 1 0 0,-15 24-1 0 0,-11 8 926 0 0,-2-2 0 0 0,-68 66 0 0 0,104-111-1001 0 0,0 0 0 0 0,0-1 1 0 0,0 1-1 0 0,0 0 0 0 0,0 0 0 0 0,0 0 0 0 0,0 0 0 0 0,1 0 1 0 0,-1 0-1 0 0,0 0 0 0 0,1 1 0 0 0,-1-1 0 0 0,1 0 1 0 0,-1 0-1 0 0,1 0 0 0 0,0 1 0 0 0,-1-1 0 0 0,1 0 0 0 0,0 2 1 0 0,0-2 7 0 0,1 0 0 0 0,-1-1 0 0 0,0 1 0 0 0,1-1-1 0 0,-1 1 1 0 0,1-1 0 0 0,-1 1 0 0 0,1 0 0 0 0,-1-1 0 0 0,1 0 0 0 0,-1 1 0 0 0,1-1 0 0 0,0 1 0 0 0,-1-1 0 0 0,1 0 0 0 0,0 1 0 0 0,-1-1 0 0 0,1 0 0 0 0,0 0 0 0 0,-1 0 0 0 0,1 1 0 0 0,0-1 0 0 0,1 0 0 0 0,8 1 164 0 0,-1-1 0 0 0,1 0 0 0 0,16-2 0 0 0,-25 2-232 0 0,369-48 518 0 0,-325 43-428 0 0,-28 5 23 0 0,-1-2 0 0 0,1 0-1 0 0,19-7 1 0 0,-34 9-104 0 0,1-1 711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34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17 804 0 0,'-2'-16'12912'0'0,"-4"34"-12738"0"0,1 0 1 0 0,0 1-1 0 0,2 0 1 0 0,-2 26-1 0 0,-3 14 171 0 0,-40 259 560 0 0,40-273-739 0 0,5-32-343 0 0,0 0-1 0 0,1 0 1 0 0,0 15 0 0 0,3-44-1659 0 0,1-1 1 0 0,1 1 0 0 0,8-29-1 0 0,-1 3-1613 0 0,-6 22 1349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34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8 340 1044 0 0,'-1'-38'4217'0'0,"0"31"-3932"0"0,0 0 0 0 0,1-1 0 0 0,-1 0 0 0 0,2 1 0 0 0,-1-1 0 0 0,1 1 0 0 0,0-1 0 0 0,1 1 0 0 0,0 0 0 0 0,0 0 0 0 0,0-1 0 0 0,1 1 0 0 0,5-9 0 0 0,3 0-77 0 0,0 1-1 0 0,1 0 1 0 0,0 1 0 0 0,1 0 0 0 0,1 1 0 0 0,0 0-1 0 0,17-11 1 0 0,-19 15-153 0 0,1 1 0 0 0,-1 1 0 0 0,1 0-1 0 0,1 0 1 0 0,-1 2 0 0 0,1-1 0 0 0,0 2-1 0 0,1 0 1 0 0,24-3 0 0 0,-33 6-41 0 0,0 0 1 0 0,0 1-1 0 0,1 0 0 0 0,-1 1 1 0 0,0-1-1 0 0,0 1 0 0 0,1 0 1 0 0,-1 1-1 0 0,0 0 1 0 0,0 0-1 0 0,9 4 0 0 0,-13-5 11 0 0,1 1-1 0 0,-1 0 1 0 0,0-1-1 0 0,0 1 0 0 0,0 0 1 0 0,0 0-1 0 0,0 0 1 0 0,0 0-1 0 0,-1 0 1 0 0,1 1-1 0 0,0-1 1 0 0,-1 0-1 0 0,0 1 1 0 0,0-1-1 0 0,0 1 0 0 0,0 0 1 0 0,0-1-1 0 0,0 1 1 0 0,-1 0-1 0 0,1-1 1 0 0,-1 1-1 0 0,0 0 1 0 0,0 0-1 0 0,0-1 0 0 0,0 1 1 0 0,0 0-1 0 0,-1 5 1 0 0,-2 5 14 0 0,-1-1 1 0 0,0 1-1 0 0,0-1 0 0 0,-1 0 1 0 0,-1 0-1 0 0,0-1 1 0 0,0 0-1 0 0,-1 0 0 0 0,-13 15 1 0 0,-3 1 8 0 0,-1-1 1 0 0,-34 28 0 0 0,34-33-13 0 0,-36 23 1 0 0,50-37 145 0 0,-1-1 1 0 0,0 0 0 0 0,0-1 0 0 0,0 0 0 0 0,-1 0 0 0 0,-16 3 0 0 0,-3-7 529 0 0,26-2-687 0 0,2 1 124 0 0,1 0-97 0 0,-1-1 0 0 0,0 1 0 0 0,0 0 0 0 0,1 0 0 0 0,-1 0 0 0 0,0 0-1 0 0,1 1 1 0 0,-1-1 0 0 0,-3 1 0 0 0,11 6-36 0 0,1-1 1 0 0,-1 0-1 0 0,1 0 0 0 0,0 0 0 0 0,1-1 0 0 0,-1 0 1 0 0,1-1-1 0 0,10 6 0 0 0,11 9 37 0 0,27 25 164 0 0,96 99 0 0 0,-124-112-109 0 0,10 11-1844 0 0,-9-20-5153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35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13 2168 0 0,'-14'-10'10542'0'0,"8"8"-9337"0"0,5 3-1186 0 0,0-1-1 0 0,1 1 1 0 0,-1 0-1 0 0,0 0 1 0 0,1 0 0 0 0,-1 0-1 0 0,1 1 1 0 0,-1-1-1 0 0,1 0 1 0 0,-1 0-1 0 0,1 0 1 0 0,0 0-1 0 0,-1 0 1 0 0,1 1-1 0 0,0-1 1 0 0,0 0-1 0 0,0 0 1 0 0,0 0 0 0 0,0 1-1 0 0,0-1 1 0 0,0 0-1 0 0,1 0 1 0 0,-1 2-1 0 0,9 37 128 0 0,-7-33-123 0 0,3 14 42 0 0,-3-8-34 0 0,2 1 0 0 0,0 0 0 0 0,10 23 0 0 0,-12-34-19 0 0,0 1 0 0 0,0 0 0 0 0,1-1 0 0 0,-1 0-1 0 0,1 0 1 0 0,-1 1 0 0 0,1-2 0 0 0,0 1 0 0 0,0 0 0 0 0,0 0 0 0 0,0-1-1 0 0,1 0 1 0 0,-1 0 0 0 0,1 0 0 0 0,0 0 0 0 0,-1 0 0 0 0,1-1 0 0 0,5 2-1 0 0,-4-2 5 0 0,-1 0 0 0 0,0-1 1 0 0,1 0-1 0 0,0 1 0 0 0,-1-2 0 0 0,1 1 0 0 0,-1 0 0 0 0,1-1 0 0 0,-1 0 0 0 0,0 0 0 0 0,1 0 0 0 0,-1-1 0 0 0,0 0 0 0 0,0 1 0 0 0,4-4 0 0 0,1 1 3 0 0,-1-2 0 0 0,-1 1-1 0 0,1-1 1 0 0,-1 0-1 0 0,0 0 1 0 0,10-14 0 0 0,44-64 3642 0 0,-61 83-3503 0 0,3-2-29 0 0,3-2 222 0 0,-6 5-343 0 0,0 0 1 0 0,1 0 0 0 0,-1 0-1 0 0,0 0 1 0 0,1 1-1 0 0,-1-1 1 0 0,0 0-1 0 0,0 0 1 0 0,1 0-1 0 0,-1 1 1 0 0,0-1-1 0 0,1 0 1 0 0,-1 0-1 0 0,0 1 1 0 0,0-1 0 0 0,0 0-1 0 0,1 0 1 0 0,-1 1-1 0 0,0-1 1 0 0,0 0-1 0 0,0 1 1 0 0,0-1-1 0 0,0 0 1 0 0,0 1-1 0 0,1-1 1 0 0,-1 0-1 0 0,0 1 1 0 0,0-1 0 0 0,0 1-1 0 0,0-1 1 0 0,0 1-1 0 0,3 26 350 0 0,-1-1-1 0 0,-1 1 0 0 0,-4 49 1 0 0,0-31-132 0 0,-3 34-192 0 0,-4-1 0 0 0,-36 136 0 0 0,43-195-2583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35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19 137 1332 0 0,'-16'-23'12724'0'0,"13"17"-11478"0"0,3 6-1177 0 0,0-1 1 0 0,0 0-1 0 0,1 0 1 0 0,-1 1 0 0 0,0-1-1 0 0,0 0 1 0 0,0 0 0 0 0,1 1-1 0 0,-1-1 1 0 0,0 0-1 0 0,1 1 1 0 0,-1-1 0 0 0,0 0-1 0 0,1 1 1 0 0,-1-1-1 0 0,1 1 1 0 0,-1-1 0 0 0,1 1-1 0 0,-1-1 1 0 0,1 1 0 0 0,0-1-1 0 0,-1 1 1 0 0,1-1-1 0 0,0 1 1 0 0,-1 0 0 0 0,1-1-1 0 0,0 1 1 0 0,-1 0-1 0 0,1 0 1 0 0,0 0 0 0 0,-1-1-1 0 0,3 1 1 0 0,60-21 721 0 0,103-21 1 0 0,-77 21-490 0 0,-86 20-269 0 0,9-3 15 0 0,-5 2 2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35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18 312 0 0,'3'-18'18536'0'0,"-5"27"-18464"0"0,0-1 0 0 0,0 1 0 0 0,1 0 0 0 0,1 0 0 0 0,0 10 0 0 0,-2 11 44 0 0,-8 47 14 0 0,-4 0 0 0 0,-3-1-1 0 0,-35 94 1 0 0,34-124-2816 0 0,5-18-5517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36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24 215 96 0 0,'9'-56'8083'0'0,"-6"45"-6664"0"0,0 0-1 0 0,8-18 0 0 0,-8 22-1184 0 0,1 0 0 0 0,0 0-1 0 0,0 1 1 0 0,1-1 0 0 0,0 1 0 0 0,0 0-1 0 0,1 0 1 0 0,-1 1 0 0 0,1 0 0 0 0,0 0 0 0 0,14-9-1 0 0,-12 10-182 0 0,1 0 1 0 0,0 0-1 0 0,0 1 0 0 0,0 0 0 0 0,0 0 0 0 0,0 1 0 0 0,1 1 0 0 0,-1-1 0 0 0,1 2 0 0 0,-1-1 0 0 0,1 1 1 0 0,-1 1-1 0 0,16 1 0 0 0,-20-1-42 0 0,-1 0 1 0 0,1 1-1 0 0,0-1 1 0 0,-1 1 0 0 0,1 0-1 0 0,-1 0 1 0 0,1 0-1 0 0,-1 1 1 0 0,0-1-1 0 0,0 1 1 0 0,0 0-1 0 0,4 4 1 0 0,-5-4 3 0 0,-1 0 0 0 0,1 1 0 0 0,-1-1 0 0 0,0 0 0 0 0,0 1 0 0 0,-1-1 0 0 0,1 1 0 0 0,-1-1 0 0 0,1 1 0 0 0,-1 0 0 0 0,-1 0 0 0 0,1 0 0 0 0,0-1 0 0 0,-1 1 0 0 0,0 0 0 0 0,0 0 0 0 0,0 5 0 0 0,-1 0 12 0 0,-1 0 0 0 0,0-1-1 0 0,-1 1 1 0 0,0 0 0 0 0,0-1 0 0 0,0 0 0 0 0,-1 0 0 0 0,-1 0 0 0 0,1 0-1 0 0,-1-1 1 0 0,0 1 0 0 0,-1-1 0 0 0,-9 9 0 0 0,-5 4 43 0 0,-2 0 1 0 0,-43 31-1 0 0,42-35 371 0 0,-2 0 0 0 0,0-2-1 0 0,-48 20 1 0 0,38-19 790 0 0,33-15-884 0 0,18 2-246 0 0,3 4 19 0 0,0 1-1 0 0,-1 0 1 0 0,1 1 0 0 0,-2 1 0 0 0,1 1-1 0 0,22 17 1 0 0,91 83 280 0 0,-122-100-473 0 0,1 1 0 0 0,-2 0 0 0 0,0 0 0 0 0,0 1 0 0 0,-1 0 0 0 0,-1 0 0 0 0,0 1 0 0 0,8 23 0 0 0,-2-6-2184 0 0,1-8-1281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36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57 268 0 0,'-11'-27'15391'0'0,"11"26"-15166"0"0,-1 1 1 0 0,1-1-1 0 0,-1 0 1 0 0,1 0-1 0 0,-1 0 1 0 0,1 0-1 0 0,0 0 0 0 0,-1 0 1 0 0,1 1-1 0 0,0-1 1 0 0,0 0-1 0 0,0 0 1 0 0,0 0-1 0 0,0 0 1 0 0,0 0-1 0 0,0 0 1 0 0,0 0-1 0 0,0 0 0 0 0,0 0 1 0 0,1 0-1 0 0,-1 0 1 0 0,0 1-1 0 0,1-3 1 0 0,0 2-171 0 0,1 1 1 0 0,-1-1-1 0 0,0 0 1 0 0,0 0-1 0 0,1 1 1 0 0,-1-1 0 0 0,0 1-1 0 0,1-1 1 0 0,-1 1-1 0 0,1 0 1 0 0,-1 0-1 0 0,1-1 1 0 0,-1 1-1 0 0,1 0 1 0 0,-1 0 0 0 0,0 0-1 0 0,1 1 1 0 0,-1-1-1 0 0,3 1 1 0 0,13 1 120 0 0,-12-1-159 0 0,-1 0 1 0 0,1 0 0 0 0,-1 1 0 0 0,0 0-1 0 0,1-1 1 0 0,-1 2 0 0 0,0-1-1 0 0,0 0 1 0 0,0 1 0 0 0,-1 0-1 0 0,5 4 1 0 0,-6-5-7 0 0,0 1 0 0 0,0-1-1 0 0,0 1 1 0 0,0 0 0 0 0,-1 0 0 0 0,0-1-1 0 0,1 1 1 0 0,-1 0 0 0 0,0 0 0 0 0,0 1-1 0 0,0 2 1 0 0,0 1 51 0 0,-1-1 0 0 0,0 1 0 0 0,0 0 0 0 0,-1-1 0 0 0,0 1 0 0 0,0-1 0 0 0,0 1 0 0 0,-1-1 0 0 0,0 0 0 0 0,0 0 0 0 0,0 0 0 0 0,-7 12 0 0 0,-4 4 423 0 0,-29 39 0 0 0,13-20-8 0 0,17-23-209 0 0,0 0 0 0 0,-21 21-1 0 0,32-38-254 0 0,1-1-1 0 0,-1 0 0 0 0,1 1 1 0 0,-1-1-1 0 0,1 1 0 0 0,-1 0 0 0 0,1-1 1 0 0,-1 1-1 0 0,1-1 0 0 0,0 1 1 0 0,-1 0-1 0 0,1-1 0 0 0,0 1 1 0 0,-1 0-1 0 0,1-1 0 0 0,0 1 0 0 0,0 0 1 0 0,0-1-1 0 0,-1 1 0 0 0,1 0 1 0 0,0 0-1 0 0,0-1 0 0 0,0 2 0 0 0,1-1-3 0 0,-1-1 0 0 0,1 1-1 0 0,-1-1 1 0 0,0 1-1 0 0,1-1 1 0 0,-1 1-1 0 0,1-1 1 0 0,-1 0-1 0 0,1 1 1 0 0,0-1-1 0 0,-1 0 1 0 0,1 1-1 0 0,-1-1 1 0 0,1 0-1 0 0,0 0 1 0 0,-1 0-1 0 0,1 1 1 0 0,-1-1 0 0 0,2 0-1 0 0,34 0 96 0 0,-34 0-103 0 0,234-25 155 0 0,-124 11-98 0 0,-58 9-296 0 0,-51 5-212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39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1293 69 660 0 0,'0'0'6812'0'0,"-10"-8"-3385"0"0,0 1-2953 0 0,0 0 0 0 0,-1 1 0 0 0,0 0 0 0 0,0 0 1 0 0,0 1-1 0 0,-1 1 0 0 0,1 0 0 0 0,-1 1 0 0 0,-13-3 0 0 0,6 4-495 0 0,1 0 1 0 0,0 0-1 0 0,0 2 0 0 0,-1 0 1 0 0,1 1-1 0 0,-23 5 0 0 0,33-5 26 0 0,0 0 0 0 0,0 1 0 0 0,0 0 0 0 0,0 1 0 0 0,0-1 0 0 0,0 1-1 0 0,1 1 1 0 0,0 0 0 0 0,-1 0 0 0 0,1 0 0 0 0,1 1 0 0 0,-1 0-1 0 0,1 0 1 0 0,0 1 0 0 0,0 0 0 0 0,0 0 0 0 0,1 0 0 0 0,0 0 0 0 0,0 1-1 0 0,1 0 1 0 0,-6 12 0 0 0,-2 7 37 0 0,1 1-1 0 0,2 0 0 0 0,-12 55 1 0 0,-5 89 168 0 0,21-129-63 0 0,-22 335 1674 0 0,14-137-1329 0 0,-119 1057 3075 0 0,-107 160-1931 0 0,29-392 736 0 0,131-707-1396 0 0,30-117-500 0 0,39-177-344 0 0,-3 116 0 0 0,13-168-106 0 0,0 0 1 0 0,1 0 0 0 0,0 0-1 0 0,6 22 1 0 0,-6-31-15 0 0,0 1 0 0 0,1-1 0 0 0,-1 1 0 0 0,1-1 0 0 0,0 0 0 0 0,0 1 0 0 0,0-1 0 0 0,0 0 0 0 0,0 0 0 0 0,1 0 0 0 0,-1-1 0 0 0,1 1 0 0 0,0-1 0 0 0,0 1 0 0 0,0-1 0 0 0,0 0 1 0 0,0 0-1 0 0,1 0 0 0 0,5 2 0 0 0,4 0-47 0 0,-1-1 0 0 0,1 0 0 0 0,1-1 0 0 0,-1 0 0 0 0,0-1-1 0 0,0 0 1 0 0,1-1 0 0 0,-1-1 0 0 0,18-3 0 0 0,15-4-1312 0 0,57-19 0 0 0,-50 11-1513 0 0,56-27-1 0 0,-5-8-4772 0 0,-28 9-1667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41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50 524 0 0,'8'-8'5245'0'0,"17"-33"5943"0"0,-24 50-10544 0 0,2 21-41 0 0,-8 70 919 0 0,-33 173-1 0 0,18-148-1298 0 0,18-109-204 0 0,-24 127 106 0 0,23-111 217 0 0,2-21 401 0 0,0-16 351 0 0,0-2-1046 0 0,1 1 0 0 0,1-1 0 0 0,-1 0 0 0 0,3-9 0 0 0,-1 1-49 0 0,13-96-3961 0 0,-2 27-7963 0 0,-13 67 6184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41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32 142 76 0 0,'6'-39'8703'0'0,"-6"37"-8082"0"0,0-2-430 0 0,1 0 1 0 0,-1 1 0 0 0,1-1 0 0 0,-1 0 0 0 0,1 0-1 0 0,0 1 1 0 0,0-1 0 0 0,1 0 0 0 0,-1 1 0 0 0,1-1-1 0 0,0 1 1 0 0,0 0 0 0 0,0 0 0 0 0,0-1-1 0 0,0 1 1 0 0,1 1 0 0 0,0-1 0 0 0,4-4 0 0 0,-2 3-165 0 0,0 1 0 0 0,0-1 0 0 0,1 1 0 0 0,-1 0 0 0 0,1 0 0 0 0,0 1 0 0 0,0 0 0 0 0,0 0 0 0 0,12-2 0 0 0,-16 3-14 0 0,1 1 0 0 0,-1 0 0 0 0,1-1 0 0 0,0 1-1 0 0,-1 0 1 0 0,1 1 0 0 0,-1-1 0 0 0,1 0 0 0 0,-1 1 0 0 0,1 0 0 0 0,-1-1 0 0 0,1 1 0 0 0,-1 0 0 0 0,1 0 0 0 0,-1 0 0 0 0,0 1-1 0 0,0-1 1 0 0,1 0 0 0 0,-1 1 0 0 0,0 0 0 0 0,0-1 0 0 0,-1 1 0 0 0,1 0 0 0 0,0 0 0 0 0,0 0 0 0 0,-1 0 0 0 0,0 0-1 0 0,1 1 1 0 0,-1-1 0 0 0,0 0 0 0 0,1 3 0 0 0,1 1 32 0 0,-1 0 0 0 0,0 1 0 0 0,-1-1 0 0 0,1 0-1 0 0,-1 1 1 0 0,0 0 0 0 0,-1-1 0 0 0,0 1 0 0 0,0-1 0 0 0,-2 12 0 0 0,-2 4 5 0 0,-2 0 1 0 0,-1-1 0 0 0,-1 1 0 0 0,0-2 0 0 0,-2 1 0 0 0,0-1-1 0 0,-17 24 1 0 0,-13 11-416 0 0,-48 53-1 0 0,80-100-1120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42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7 173 956 0 0,'-6'-21'9853'0'0,"5"13"-9104"0"0,4-2-591 0 0,1 0-1 0 0,-1 0 1 0 0,2 0 0 0 0,-1 1 0 0 0,2-1 0 0 0,-1 1-1 0 0,1 0 1 0 0,0 1 0 0 0,1-1 0 0 0,0 1 0 0 0,1 0-1 0 0,11-9 1 0 0,-2 8-822 0 0,9 2-4945 0 0,-24 7 5108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42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35 204 556 0 0,'0'0'3934'0'0,"-17"-10"-165"0"0,17 8-3227 0 0,-2 1-336 0 0,1-1 1 0 0,0 0-1 0 0,0 0 1 0 0,0 0-1 0 0,0 0 1 0 0,0 0-1 0 0,0 0 1 0 0,0 0-1 0 0,1 0 1 0 0,-1 0-1 0 0,0-3 1 0 0,-2-6 1179 0 0,3 9-1320 0 0,-1-1-1 0 0,0 1 1 0 0,1-1 0 0 0,0 1-1 0 0,-1-1 1 0 0,1 1 0 0 0,0-1-1 0 0,0 0 1 0 0,0 1 0 0 0,1-1-1 0 0,-1 1 1 0 0,1-1-1 0 0,-1 1 1 0 0,1-1 0 0 0,0 1-1 0 0,0 0 1 0 0,0-1 0 0 0,2-2-1 0 0,0 0-28 0 0,0 1 0 0 0,1 0 0 0 0,-1 0-1 0 0,1 0 1 0 0,0 0 0 0 0,0 1 0 0 0,0-1-1 0 0,7-3 1 0 0,8-3-204 0 0,-1 0 1 0 0,2 2-1 0 0,29-10 1 0 0,-35 14-628 0 0,0 0 0 0 0,23-2 0 0 0,8 2-4238 0 0,-25 3 1273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42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1700 0 0,'-1'10'7321'0'0,"4"2"-5973"0"0,16-11-3728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54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54 996 0 0,'0'-7'1828'0'0,"-1"0"-1"0"0,0 0 1 0 0,0 0 0 0 0,-1 0-1 0 0,-3-10 1154 0 0,5 17-2957 0 0,0 0 0 0 0,0 0 1 0 0,0 0-1 0 0,0 0 0 0 0,-1 0 0 0 0,1 0 0 0 0,0 1 0 0 0,0-1 0 0 0,0 0 1 0 0,0 0-1 0 0,0 0 0 0 0,0 0 0 0 0,0 0 0 0 0,-1 0 0 0 0,1 0 0 0 0,0 0 1 0 0,0 0-1 0 0,0 0 0 0 0,0 1 0 0 0,-1-1 0 0 0,1 0 0 0 0,0 0 0 0 0,0 0 0 0 0,0 0 1 0 0,0 0-1 0 0,0 0 0 0 0,-1 0 0 0 0,1 0 0 0 0,0 0 0 0 0,0 0 0 0 0,0 0 1 0 0,0-1-1 0 0,-1 1 0 0 0,1 0 0 0 0,0 0 0 0 0,0 0 0 0 0,0 0 0 0 0,0 0 1 0 0,0 0-1 0 0,-1 0 0 0 0,1 0 0 0 0,0 0 0 0 0,0 0 0 0 0,0-1 0 0 0,0 1 0 0 0,0 0 1 0 0,0 0-1 0 0,0 0 0 0 0,-1 0 0 0 0,1 0 0 0 0,0 0 0 0 0,0-1 0 0 0,0 1 1 0 0,0 0-1 0 0,0 0 0 0 0,0 0 0 0 0,0 0 0 0 0,0-1 0 0 0,0 1 0 0 0,-10 14 253 0 0,2 25-104 0 0,-5 49 0 0 0,6-36-90 0 0,1-13-203 0 0,-16 141-158 0 0,20-146-3924 0 0,4 52 0 0 0,0-67 139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55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0 1700 0 0,'-14'4'10097'0'0,"11"-3"-9880"0"0,0 0-1 0 0,0 0 0 0 0,0 1 1 0 0,0-1-1 0 0,0 1 1 0 0,0-1-1 0 0,1 1 1 0 0,-1 0-1 0 0,0 0 1 0 0,1 0-1 0 0,-1 0 0 0 0,1 1 1 0 0,0-1-1 0 0,0 1 1 0 0,0-1-1 0 0,0 1 1 0 0,0 0-1 0 0,-1 4 1 0 0,-7 11-250 0 0,-12 36 0 0 0,12-31 466 0 0,-10 25-236 0 0,1 0 0 0 0,3 2 0 0 0,2-1 0 0 0,-13 92 0 0 0,26-133-161 0 0,1 1 0 0 0,0 0 0 0 0,0-1-1 0 0,1 1 1 0 0,0 0 0 0 0,0-1 0 0 0,1 1 0 0 0,0-1 0 0 0,1 0 0 0 0,0 0 0 0 0,0 0 0 0 0,7 13 0 0 0,-7-17 26 0 0,-1 0 1 0 0,1-1-1 0 0,0 1 0 0 0,0 0 0 0 0,0-1 0 0 0,1 0 0 0 0,-1 0 0 0 0,1 0 1 0 0,-1 0-1 0 0,1 0 0 0 0,0-1 0 0 0,0 1 0 0 0,1-1 0 0 0,-1 0 1 0 0,0-1-1 0 0,1 1 0 0 0,-1-1 0 0 0,1 0 0 0 0,-1 0 0 0 0,1 0 0 0 0,0 0 1 0 0,-1-1-1 0 0,1 0 0 0 0,7 0 0 0 0,1-2 9 0 0,0 0 0 0 0,0-1 0 0 0,-1 0-1 0 0,1-1 1 0 0,-1 0 0 0 0,0-1 0 0 0,0-1 0 0 0,0 0-1 0 0,-1 0 1 0 0,0-1 0 0 0,0 0 0 0 0,-1-1 0 0 0,0-1-1 0 0,0 1 1 0 0,-1-2 0 0 0,0 1 0 0 0,0-1 0 0 0,-1 0-1 0 0,-1-1 1 0 0,0 0 0 0 0,9-18 0 0 0,-10 17-29 0 0,-1 0 0 0 0,0 0 1 0 0,-1 0-1 0 0,0 0 1 0 0,-1-1-1 0 0,-1 1 0 0 0,0-1 1 0 0,0 0-1 0 0,-1 0 1 0 0,-1 1-1 0 0,0-1 0 0 0,-1 0 1 0 0,0 0-1 0 0,-1 0 1 0 0,-1 1-1 0 0,0-1 0 0 0,0 1 1 0 0,-1 0-1 0 0,-1 0 1 0 0,0 0-1 0 0,-13-21 0 0 0,6 15 21 0 0,-1 1 0 0 0,-1 0 0 0 0,0 1 0 0 0,-23-19 0 0 0,27 26-336 0 0,-1 1 0 0 0,0 0 0 0 0,0 1-1 0 0,-1 0 1 0 0,0 0 0 0 0,0 1 0 0 0,-1 1 0 0 0,-14-4 0 0 0,25 8-77 0 0,-1 0-1 0 0,0 1 1 0 0,0-1 0 0 0,1 1 0 0 0,-1 0-1 0 0,0 0 1 0 0,1 0 0 0 0,-1 0 0 0 0,0 0-1 0 0,0 1 1 0 0,1-1 0 0 0,-1 1 0 0 0,0-1-1 0 0,1 1 1 0 0,-1 0 0 0 0,1 0 0 0 0,-4 2-1 0 0,4-2-225 0 0,1 1 0 0 0,-1-1-1 0 0,1 0 1 0 0,0 1 0 0 0,-1-1 0 0 0,1 1-1 0 0,0-1 1 0 0,0 1 0 0 0,-2 1 0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56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24 272 0 0,'5'-23'18632'0'0,"-13"32"-18517"0"0,1 1 1 0 0,0 0-1 0 0,1 0 0 0 0,0 0 1 0 0,0 1-1 0 0,1 0 1 0 0,-6 19-1 0 0,1-4 37 0 0,-8 17 30 0 0,3 1 1 0 0,-12 46 0 0 0,24-74-151 0 0,0 0 1 0 0,0 0-1 0 0,1 0 0 0 0,1 0 0 0 0,1 1 0 0 0,1-1 1 0 0,0 0-1 0 0,1 0 0 0 0,5 23 0 0 0,-5-33 0 0 0,0 1 1 0 0,0-1-1 0 0,1 0 0 0 0,0 0 0 0 0,0 0 0 0 0,1 0 0 0 0,-1-1 1 0 0,1 1-1 0 0,0-1 0 0 0,1 0 0 0 0,-1 0 0 0 0,1 0 0 0 0,0-1 1 0 0,0 0-1 0 0,1 0 0 0 0,-1 0 0 0 0,12 5 0 0 0,-11-6 15 0 0,1 0 0 0 0,0-1 0 0 0,0 0-1 0 0,0-1 1 0 0,0 1 0 0 0,1-1 0 0 0,-1-1 0 0 0,0 0 0 0 0,0 0-1 0 0,1 0 1 0 0,-1 0 0 0 0,0-1 0 0 0,0-1 0 0 0,0 1-1 0 0,0-1 1 0 0,10-4 0 0 0,-5 1-9 0 0,-1-1-1 0 0,1 0 1 0 0,-1-1 0 0 0,0 0-1 0 0,0-1 1 0 0,-1 0 0 0 0,0 0-1 0 0,-1-1 1 0 0,0-1-1 0 0,0 0 1 0 0,-1 0 0 0 0,0 0-1 0 0,-1-1 1 0 0,0 0 0 0 0,-1-1-1 0 0,10-23 1 0 0,-10 21 1 0 0,-1 0 0 0 0,-1-1 1 0 0,0 0-1 0 0,-1 0 0 0 0,-1 0 0 0 0,0-1 1 0 0,-1 1-1 0 0,-1 0 0 0 0,0-1 1 0 0,-1 1-1 0 0,-1 0 0 0 0,0-1 0 0 0,-1 1 1 0 0,-6-17-1 0 0,6 24-290 0 0,0 1 1 0 0,0-1-1 0 0,-1 1 0 0 0,0 0 1 0 0,0 1-1 0 0,0-1 0 0 0,-1 1 1 0 0,0-1-1 0 0,-1 1 1 0 0,1 1-1 0 0,-1-1 0 0 0,0 1 1 0 0,-9-6-1 0 0,12 9 95 0 0,-1 0 0 0 0,0 0 0 0 0,1 1 0 0 0,-1-1 0 0 0,0 1 0 0 0,0 0 0 0 0,0-1-1 0 0,0 2 1 0 0,0-1 0 0 0,0 0 0 0 0,0 1 0 0 0,-1 0 0 0 0,1 0 0 0 0,0 0 0 0 0,0 1 0 0 0,0-1 0 0 0,0 1 0 0 0,0 0 0 0 0,0 0 0 0 0,0 0 0 0 0,0 1-1 0 0,0-1 1 0 0,1 1 0 0 0,-1 0 0 0 0,0 0 0 0 0,-5 5 0 0 0,2-2-1103 0 0,1 1-1 0 0,0-1 1 0 0,1 1-1 0 0,-1 0 1 0 0,-7 12-1 0 0,-2 3-4509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4:56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219 405 2696 0 0,'-2'1'1977'0'0,"-36"3"7739"0"0,31-4-9514 0 0,3 0 840 0 0,-21-8 2334 0 0,7 2-608 0 0,16 5-2571 0 0,-1 0-1 0 0,1 0 1 0 0,-1 0 0 0 0,0 1-1 0 0,1-1 1 0 0,-1 1 0 0 0,0-1-1 0 0,0 1 1 0 0,-3 0 0 0 0,5 1-189 0 0,-1-1 1 0 0,0 1-1 0 0,1 0 1 0 0,-1 0-1 0 0,1 0 1 0 0,-1 0-1 0 0,1 0 1 0 0,0 0-1 0 0,-1 0 1 0 0,1 0-1 0 0,0 0 1 0 0,0 1-1 0 0,0-1 1 0 0,0 0-1 0 0,0 1 1 0 0,0-1-1 0 0,0 1 1 0 0,-1 1 0 0 0,-5 11-17 0 0,0-1 0 0 0,1 1 1 0 0,1 0-1 0 0,0 1 1 0 0,1-1-1 0 0,0 1 1 0 0,-2 24-1 0 0,5-32 1 0 0,1 0-1 0 0,0 0 1 0 0,0 0-1 0 0,1-1 1 0 0,0 1-1 0 0,0 0 1 0 0,1-1 0 0 0,3 11-1 0 0,-3-13 11 0 0,-1 0 1 0 0,1-1-1 0 0,0 1 0 0 0,0-1 1 0 0,1 0-1 0 0,-1 0 0 0 0,1 1 1 0 0,0-1-1 0 0,0-1 0 0 0,0 1 1 0 0,0 0-1 0 0,0-1 1 0 0,0 0-1 0 0,1 0 0 0 0,4 3 1 0 0,-1-2 10 0 0,1-1 0 0 0,-1 0 0 0 0,0 0 0 0 0,1-1 0 0 0,-1 0 0 0 0,1 0 0 0 0,0-1 0 0 0,-1 0 0 0 0,1 0 0 0 0,-1 0 0 0 0,14-4 0 0 0,1 0 35 0 0,-1-2 1 0 0,38-14-1 0 0,-37 10 53 0 0,0 0 0 0 0,0-2 0 0 0,-1 0 1 0 0,-1-1-1 0 0,0-1 0 0 0,-1-1 0 0 0,-1-1 0 0 0,31-33 0 0 0,-38 36-21 0 0,-1 0 0 0 0,0-1 0 0 0,-1 0 0 0 0,0 0 0 0 0,-2-1 0 0 0,1 0 0 0 0,-2-1 0 0 0,0 1 0 0 0,-1-1 0 0 0,-1 0 0 0 0,0-1-1 0 0,-1 1 1 0 0,1-30 0 0 0,-4 36-52 0 0,0-1 0 0 0,-1 0-1 0 0,0 1 1 0 0,-1-1 0 0 0,-1 1-1 0 0,1 0 1 0 0,-2 0 0 0 0,1-1-1 0 0,-1 2 1 0 0,-1-1 0 0 0,0 1-1 0 0,0-1 1 0 0,-1 1 0 0 0,0 1-1 0 0,-1-1 1 0 0,0 1 0 0 0,0 0-1 0 0,0 1 1 0 0,-1-1 0 0 0,-16-10-1 0 0,14 11-181 0 0,0 1 0 0 0,0 0 0 0 0,-1 1-1 0 0,0 0 1 0 0,0 0 0 0 0,0 1 0 0 0,-1 1-1 0 0,1 0 1 0 0,-1 1 0 0 0,0 0 0 0 0,0 0 0 0 0,0 1-1 0 0,1 1 1 0 0,-1 0 0 0 0,0 1 0 0 0,0 0-1 0 0,0 0 1 0 0,-15 5 0 0 0,11-1-437 0 0,1 1 1 0 0,-1 0 0 0 0,1 1-1 0 0,1 1 1 0 0,0 0-1 0 0,0 1 1 0 0,-14 12 0 0 0,9-5-2044 0 0,0 2 1 0 0,1 0 0 0 0,-29 38 0 0 0,25-24-3611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22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52 215 476 0 0,'0'0'3268'0'0,"0"-11"7"0"0,0 10-3190 0 0,0 1 0 0 0,0-1 1 0 0,0 1-1 0 0,0-1 0 0 0,0 1 0 0 0,0-1 1 0 0,0 1-1 0 0,0-1 0 0 0,0 1 1 0 0,0-1-1 0 0,0 1 0 0 0,-1-1 0 0 0,1 1 1 0 0,0-1-1 0 0,0 1 0 0 0,0-1 1 0 0,0 1-1 0 0,-1-1 0 0 0,1 1 0 0 0,0-1 1 0 0,-1 1-1 0 0,1 0 0 0 0,0-1 1 0 0,-1 1-1 0 0,1 0 0 0 0,0-1 0 0 0,-1 1 1 0 0,1 0-1 0 0,-1-1 0 0 0,1 1 1 0 0,-1 0-1 0 0,1 0 0 0 0,-1-1 0 0 0,1 1 1 0 0,0 0-1 0 0,-1 0 0 0 0,1 0 1 0 0,-1 0-1 0 0,1 0 0 0 0,-1 0 0 0 0,0 0 1 0 0,1 0-1 0 0,-1 0 0 0 0,1 0 1 0 0,-1 0-1 0 0,1 0 0 0 0,-1 0 0 0 0,1 0 1 0 0,-1 0-1 0 0,0 1 0 0 0,-1-1-93 0 0,2 6 3 0 0,-1 0-1 0 0,0 0 1 0 0,0 0 0 0 0,-3 9 0 0 0,1-3 43 0 0,-5 20 33 0 0,3-1 0 0 0,0 2 0 0 0,2-1 0 0 0,1 0 0 0 0,4 42 0 0 0,-1-68-56 0 0,0 1 0 0 0,0-1 1 0 0,0 0-1 0 0,1 0 1 0 0,0 0-1 0 0,1 0 0 0 0,-1 0 1 0 0,1-1-1 0 0,0 1 0 0 0,0-1 1 0 0,1 0-1 0 0,0 0 0 0 0,0 0 1 0 0,0 0-1 0 0,9 7 0 0 0,-6-6 47 0 0,1-1-1 0 0,0 0 0 0 0,0-1 1 0 0,0 0-1 0 0,1 0 0 0 0,-1-1 1 0 0,1 0-1 0 0,0-1 0 0 0,17 4 0 0 0,1-4 106 0 0,0 0-1 0 0,1-2 0 0 0,-1-1 0 0 0,0-1 0 0 0,0-1 0 0 0,38-10 0 0 0,-43 8 76 0 0,0-1-1 0 0,-1-1 1 0 0,1-1 0 0 0,-2-1-1 0 0,1-1 1 0 0,-1 0-1 0 0,36-27 1 0 0,-48 32-182 0 0,-1-1 0 0 0,-1 0 0 0 0,1 0 0 0 0,-1-1-1 0 0,0 0 1 0 0,-1 0 0 0 0,1 0 0 0 0,-2 0 0 0 0,1-1 0 0 0,-1 0 0 0 0,0 0 0 0 0,0 0 0 0 0,-1-1 0 0 0,0 1 0 0 0,-1-1 0 0 0,0 0 0 0 0,0 0 0 0 0,-1 1 0 0 0,0-1-1 0 0,0 0 1 0 0,-1 0 0 0 0,0 0 0 0 0,-2-10 0 0 0,-1 4-40 0 0,-1-1 0 0 0,-1 1-1 0 0,0 1 1 0 0,-1-1-1 0 0,0 1 1 0 0,-1 0 0 0 0,-1 0-1 0 0,0 1 1 0 0,-1 0 0 0 0,0 0-1 0 0,-1 1 1 0 0,-1 1 0 0 0,0-1-1 0 0,0 2 1 0 0,-1 0 0 0 0,0 0-1 0 0,-1 1 1 0 0,-14-8 0 0 0,12 8-147 0 0,-1 0 0 0 0,1 2 0 0 0,-2 0 0 0 0,1 0 0 0 0,-1 2 1 0 0,1 0-1 0 0,-2 1 0 0 0,1 0 0 0 0,0 2 0 0 0,-1 0 0 0 0,1 1 0 0 0,-1 1 1 0 0,1 0-1 0 0,-1 1 0 0 0,-34 7 0 0 0,46-6-185 0 0,1 0 1 0 0,-1 0-1 0 0,0 0 1 0 0,1 0-1 0 0,-1 1 0 0 0,1 0 1 0 0,0 0-1 0 0,0 1 0 0 0,-6 4 1 0 0,9-5-339 0 0,-1 0 1 0 0,0 0-1 0 0,0 0 0 0 0,1 0 1 0 0,0 1-1 0 0,-1-1 0 0 0,1 1 1 0 0,1-1-1 0 0,-3 5 0 0 0,1 2-2867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23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689 258 60 0 0,'7'-13'3780'0'0,"0"1"-1"0"0,-1-1 1 0 0,5-17 0 0 0,-10 28-3380 0 0,3-2 504 0 0,-9 9-711 0 0,-8 15-76 0 0,2 1 1 0 0,-10 23 0 0 0,0 0-41 0 0,19-41-72 0 0,-57 125 143 0 0,54-116-124 0 0,1 1 1 0 0,0 0-1 0 0,1 1 1 0 0,1-1-1 0 0,0 0 1 0 0,0 1-1 0 0,1-1 1 0 0,2 17 0 0 0,-1-25 54 0 0,1-1 1 0 0,-1 1-1 0 0,1-1 1 0 0,1 0 0 0 0,-1 1-1 0 0,0-1 1 0 0,1 0-1 0 0,0 0 1 0 0,0 0-1 0 0,0 0 1 0 0,1 0 0 0 0,-1-1-1 0 0,1 1 1 0 0,0-1-1 0 0,0 1 1 0 0,0-1 0 0 0,5 3-1 0 0,-3-2 97 0 0,1 0 1 0 0,-1-1-1 0 0,1 0 0 0 0,0-1 0 0 0,0 1 1 0 0,0-1-1 0 0,1 0 0 0 0,-1 0 0 0 0,0-1 1 0 0,13 1-1 0 0,-7-1 85 0 0,0-1 0 0 0,0 0 0 0 0,0-1 0 0 0,0 0 1 0 0,0-1-1 0 0,0 0 0 0 0,-1-1 0 0 0,1 0 0 0 0,-1-1 0 0 0,0-1 0 0 0,0 1 0 0 0,16-11 1 0 0,-14 5-179 0 0,0 0 1 0 0,-1-1-1 0 0,0 0 1 0 0,-1-1-1 0 0,0-1 1 0 0,-1 0 0 0 0,-1 0-1 0 0,0-1 1 0 0,-1 0-1 0 0,0 0 1 0 0,-1-1-1 0 0,0 0 1 0 0,-2-1 0 0 0,0 1-1 0 0,0-1 1 0 0,-1 0-1 0 0,-1 0 1 0 0,-1 0-1 0 0,-1-1 1 0 0,0-25-1 0 0,-1 28-110 0 0,-1 0 0 0 0,0 1-1 0 0,-1-1 1 0 0,0 0-1 0 0,-1 1 1 0 0,-1 0 0 0 0,0 0-1 0 0,-1 0 1 0 0,-1 0-1 0 0,0 0 1 0 0,0 1-1 0 0,-1 0 1 0 0,-1 1 0 0 0,0 0-1 0 0,0 0 1 0 0,-1 0-1 0 0,-1 1 1 0 0,1 0 0 0 0,-2 1-1 0 0,1 0 1 0 0,-1 1-1 0 0,-1 0 1 0 0,1 1-1 0 0,-23-10 1 0 0,14 9-288 0 0,-2 2 0 0 0,1 0-1 0 0,-1 1 1 0 0,0 1 0 0 0,1 1 0 0 0,-2 1 0 0 0,1 1-1 0 0,0 1 1 0 0,0 1 0 0 0,0 1 0 0 0,-26 6-1 0 0,-16 5-1859 0 0,1 4 0 0 0,-88 35-1 0 0,25-5-2907 0 0,-5 1-2436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3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1 836 0 0,'0'0'220'0'0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40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68 1552 0 0,'-16'11'11542'0'0,"11"-6"-10036"0"0,17-5-1282 0 0,1-1 0 0 0,0 0 1 0 0,-1-1-1 0 0,1 0 0 0 0,14-5 0 0 0,8-1-60 0 0,-1 1-51 0 0,164-36 183 0 0,-181 39 27 0 0,31-2-1 0 0,-47 5-280 0 0,2 1 165 0 0,8-1 106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40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42 1536 0 0,'16'-42'26825'0'0,"-20"54"-27126"0"0,-12 290 174 0 0,5-147 62 0 0,10-139 67 0 0,-1 13 21 0 0,-5 30 0 0 0,7-57 7 0 0,-1 15 15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44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92 508 0 0,'20'-34'9240'0'0,"-7"8"-1861"0"0,-2-4-1213 0 0,-11 29-6021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46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1 121 616 0 0,'0'0'2418'0'0,"16"-23"4926"0"0,-5 10-4163 0 0,10-20 2215 0 0,-5 3 523 0 0,-17 30-5909 0 0,1 0 0 0 0,-1-1 0 0 0,1 1 0 0 0,-1 0 0 0 0,1-1 0 0 0,-1 1-1 0 0,1-1 1 0 0,-1 1 0 0 0,1-1 0 0 0,-1 0 0 0 0,1 1 0 0 0,-1-1 0 0 0,1 1 0 0 0,0-1 0 0 0,-1 0-1 0 0,1 1 1 0 0,0-1 0 0 0,0 0 0 0 0,0 1 0 0 0,-1-1 0 0 0,1 0 0 0 0,0 1 0 0 0,0-1 0 0 0,0 0-1 0 0,0 1 1 0 0,0-1 0 0 0,0-1 0 0 0,-1-3 30 0 0,-2 12-83 0 0,3-4 38 0 0,0 0 1 0 0,0-1-1 0 0,1 1 1 0 0,-1 0 0 0 0,1-1-1 0 0,-1 1 1 0 0,1 0-1 0 0,1 3 1 0 0,1 0-5 0 0,4 30 16 0 0,-1-1 1 0 0,-2 1-1 0 0,-1 66 1 0 0,-2-45 50 0 0,-1 29-2 0 0,-12 113 1 0 0,12-165 578 0 0,1-19-2301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47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144 127 1540 0 0,'0'-14'4061'0'0,"-5"-32"1552"0"0,5 45-4966 0 0,-8-22 2695 0 0,8 22-3318 0 0,0 1 0 0 0,-1 0 0 0 0,1-1 0 0 0,0 1-1 0 0,-1 0 1 0 0,1-1 0 0 0,0 1 0 0 0,-1 0 0 0 0,1 0-1 0 0,0-1 1 0 0,-1 1 0 0 0,1 0 0 0 0,-1 0 0 0 0,1 0-1 0 0,0 0 1 0 0,-1-1 0 0 0,1 1 0 0 0,-1 0 0 0 0,1 0-1 0 0,-1 0 1 0 0,1 0 0 0 0,-1 0 0 0 0,1 0 0 0 0,0 0-1 0 0,-1 0 1 0 0,1 0 0 0 0,-1 0 0 0 0,1 1 0 0 0,-1-1-1 0 0,1 0 1 0 0,0 0 0 0 0,-1 0 0 0 0,1 0 0 0 0,-1 1-1 0 0,1-1 1 0 0,-1 1 0 0 0,-16 16 220 0 0,-8 25-176 0 0,12-16-37 0 0,2 1-1 0 0,0 1 1 0 0,2 0-1 0 0,1 0 0 0 0,1 1 1 0 0,1 0-1 0 0,2 0 1 0 0,-1 36-1 0 0,5-55-28 0 0,1 0 0 0 0,-1 0-1 0 0,2 0 1 0 0,-1-1 0 0 0,1 1 0 0 0,1 0-1 0 0,0-1 1 0 0,0 1 0 0 0,9 15 0 0 0,-10-20 33 0 0,1-1 0 0 0,0 1 0 0 0,1-1 1 0 0,-1 0-1 0 0,1 0 0 0 0,0 0 1 0 0,0 0-1 0 0,0-1 0 0 0,0 1 0 0 0,1-1 1 0 0,0 0-1 0 0,-1-1 0 0 0,1 1 0 0 0,0-1 1 0 0,0 0-1 0 0,0 0 0 0 0,0 0 0 0 0,1-1 1 0 0,6 1-1 0 0,0 0 65 0 0,1-2-1 0 0,-1 1 1 0 0,1-2 0 0 0,0 0 0 0 0,-1 0-1 0 0,1-1 1 0 0,-1-1 0 0 0,0 0 0 0 0,0 0-1 0 0,0-2 1 0 0,0 1 0 0 0,-1-1 0 0 0,1-1-1 0 0,-1 0 1 0 0,16-12 0 0 0,-14 8 3 0 0,1-1 0 0 0,-1 0 0 0 0,-1 0 0 0 0,0-2 0 0 0,-1 1 0 0 0,0-2-1 0 0,-1 1 1 0 0,0-2 0 0 0,-1 1 0 0 0,13-32 0 0 0,-18 38-66 0 0,-1-1 1 0 0,-1 0-1 0 0,1 0 0 0 0,-2 0 0 0 0,1 0 0 0 0,-1-1 1 0 0,-1 1-1 0 0,1 0 0 0 0,-1-1 0 0 0,-1 1 1 0 0,0 0-1 0 0,-1 0 0 0 0,1-1 0 0 0,-2 1 0 0 0,1 0 1 0 0,-1 1-1 0 0,0-1 0 0 0,-1 0 0 0 0,0 1 0 0 0,-7-10 1 0 0,4 7-30 0 0,-1 1 1 0 0,0 0-1 0 0,-1 0 0 0 0,0 1 1 0 0,-1 0-1 0 0,0 1 1 0 0,0 0-1 0 0,-1 0 1 0 0,0 1-1 0 0,0 0 1 0 0,0 1-1 0 0,-1 1 0 0 0,0 0 1 0 0,-13-4-1 0 0,9 4-148 0 0,0 1-1 0 0,1 0 0 0 0,-2 1 1 0 0,1 1-1 0 0,0 1 1 0 0,0 0-1 0 0,-1 1 0 0 0,1 1 1 0 0,0 0-1 0 0,-18 5 0 0 0,33-6-57 0 0,-1 0 0 0 0,0 1-1 0 0,1-1 1 0 0,-1 1-1 0 0,1 0 1 0 0,0-1-1 0 0,-1 1 1 0 0,1 0 0 0 0,-1 0-1 0 0,1 0 1 0 0,0 0-1 0 0,0 0 1 0 0,-2 2-1 0 0,3-3 78 0 0,0 1-1 0 0,-1 0 1 0 0,1-1-1 0 0,0 1 1 0 0,-1 0-1 0 0,1 0 1 0 0,0-1-1 0 0,0 1 1 0 0,-1 0-1 0 0,1 0 1 0 0,0-1-1 0 0,0 1 1 0 0,0 0-1 0 0,0 0 1 0 0,0-1-1 0 0,0 1 1 0 0,0 0-1 0 0,0 0 1 0 0,1 1-1 0 0,0 0-311 0 0,0 0 0 0 0,0-1 0 0 0,0 1-1 0 0,0 0 1 0 0,0 0 0 0 0,1-1-1 0 0,-1 1 1 0 0,0 0 0 0 0,1-1-1 0 0,0 1 1 0 0,-1-1 0 0 0,1 0-1 0 0,0 0 1 0 0,-1 1 0 0 0,1-1-1 0 0,3 1 1 0 0,9 4-4071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51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63 848 0 0,'0'-8'17197'0'0,"-1"8"-17092"0"0,-4 1-5 0 0,0 1 0 0 0,0-1 0 0 0,0 2 1 0 0,0-1-1 0 0,0 0 0 0 0,0 1 1 0 0,1 0-1 0 0,-1 0 0 0 0,1 0 0 0 0,0 1 1 0 0,0 0-1 0 0,-5 5 0 0 0,-10 12 36 0 0,-16 25 1 0 0,29-40-92 0 0,-12 20-3 0 0,1 0 0 0 0,1 1 1 0 0,1 1-1 0 0,1 0 0 0 0,1 1 0 0 0,2 0 0 0 0,1 1 0 0 0,-7 40 1 0 0,16-64-13 0 0,0 0 1 0 0,0 1-1 0 0,1-1 1 0 0,0 0 0 0 0,0 1-1 0 0,0-1 1 0 0,1 0 0 0 0,0 1-1 0 0,1-1 1 0 0,-1 0-1 0 0,1 0 1 0 0,5 12 0 0 0,-5-16 33 0 0,-1 1 0 0 0,1 0 0 0 0,0-1 0 0 0,0 1 0 0 0,0-1 0 0 0,1 1 0 0 0,-1-1 0 0 0,1 0 0 0 0,-1 0 0 0 0,1 0 0 0 0,-1 0 0 0 0,1-1 0 0 0,0 1 0 0 0,0-1 0 0 0,0 1 0 0 0,0-1 1 0 0,0 0-1 0 0,0 0 0 0 0,1-1 0 0 0,-1 1 0 0 0,0-1 0 0 0,0 1 0 0 0,1-1 0 0 0,-1 0 0 0 0,0 0 0 0 0,5-1 0 0 0,5-1 66 0 0,0-1 1 0 0,-1 0-1 0 0,1-1 1 0 0,-1 0-1 0 0,0-1 1 0 0,0-1-1 0 0,-1 0 0 0 0,0 0 1 0 0,0-1-1 0 0,0 0 1 0 0,-1-1-1 0 0,0 0 0 0 0,0-1 1 0 0,12-14-1 0 0,-7 6-43 0 0,0-1-1 0 0,-2 0 1 0 0,0-1-1 0 0,-2 0 0 0 0,0-1 1 0 0,-1 0-1 0 0,12-33 1 0 0,-19 43-61 0 0,0-1 0 0 0,0 0 0 0 0,-1 0 0 0 0,-1 0 0 0 0,0 0 0 0 0,0-1 0 0 0,-1 1 0 0 0,-1 0 0 0 0,0 0 0 0 0,0 0 0 0 0,-1 0 0 0 0,0 0 0 0 0,-7-18 0 0 0,6 21-25 0 0,-1 0 0 0 0,0 0 0 0 0,0 1 0 0 0,0-1 1 0 0,-1 1-1 0 0,0 0 0 0 0,-1 0 0 0 0,0 1 1 0 0,0-1-1 0 0,0 1 0 0 0,-1 1 0 0 0,0-1 1 0 0,0 1-1 0 0,0 0 0 0 0,-1 1 0 0 0,1 0 0 0 0,-16-6 1 0 0,13 6-323 0 0,1 1 0 0 0,-1 0 1 0 0,1 1-1 0 0,-1 0 1 0 0,-19-1-1 0 0,25 3-134 0 0,0 0 0 0 0,0 0 0 0 0,0 1 0 0 0,0 0-1 0 0,1-1 1 0 0,-1 1 0 0 0,0 1 0 0 0,0-1 0 0 0,0 0 0 0 0,1 1 0 0 0,-1 0 0 0 0,1 0 0 0 0,-1 0 0 0 0,1 0-1 0 0,0 0 1 0 0,0 1 0 0 0,-5 5 0 0 0,-14 17-6330 0 0,11-10 778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52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221 132 1244 0 0,'1'-9'2508'0'0,"0"0"-1"0"0,-1 0 1 0 0,0-1 0 0 0,-1 1-1 0 0,-3-18 673 0 0,-1 17-968 0 0,5 10-2188 0 0,0 0-1 0 0,-1 0 1 0 0,1-1-1 0 0,-1 1 1 0 0,1 0-1 0 0,0 0 0 0 0,-1-1 1 0 0,1 1-1 0 0,-1 0 1 0 0,1 0-1 0 0,0 0 1 0 0,-1 0-1 0 0,1-1 0 0 0,-1 1 1 0 0,1 0-1 0 0,-1 0 1 0 0,1 0-1 0 0,0 0 1 0 0,-1 0-1 0 0,1 0 0 0 0,-1 0 1 0 0,1 0-1 0 0,-1 1 1 0 0,1-1-1 0 0,0 0 0 0 0,-1 0 1 0 0,1 0-1 0 0,-1 0 1 0 0,1 1-1 0 0,-1-1 1 0 0,-14 14 247 0 0,-10 26-230 0 0,22-34 15 0 0,-11 20 0 0 0,1 0 0 0 0,2 1 0 0 0,1 0 0 0 0,-11 47-1 0 0,16-52-44 0 0,1 0-1 0 0,1 1 0 0 0,1-1 0 0 0,1 1 0 0 0,1 0 0 0 0,5 33 0 0 0,-4-49-1 0 0,0 0 1 0 0,0 1 0 0 0,1-1 0 0 0,1 0 0 0 0,-1 0 0 0 0,1-1 0 0 0,0 1 0 0 0,1 0-1 0 0,-1-1 1 0 0,1 0 0 0 0,1 0 0 0 0,-1 0 0 0 0,1-1 0 0 0,0 1 0 0 0,8 6-1 0 0,-8-8 51 0 0,1-1-1 0 0,0 1 0 0 0,-1-1 0 0 0,1-1 0 0 0,0 1 0 0 0,0-1 1 0 0,0 0-1 0 0,0 0 0 0 0,1-1 0 0 0,-1 1 0 0 0,1-2 0 0 0,-1 1 1 0 0,0-1-1 0 0,1 0 0 0 0,-1 0 0 0 0,1 0 0 0 0,11-3 0 0 0,-2-1 99 0 0,0-1-1 0 0,0 0 1 0 0,-1-1-1 0 0,0-1 1 0 0,0 0-1 0 0,0-1 1 0 0,-1-1-1 0 0,0 0 1 0 0,0-1-1 0 0,-1 0 1 0 0,-1-1-1 0 0,20-21 1 0 0,-18 15-41 0 0,-1 1 1 0 0,0-2-1 0 0,-1 0 1 0 0,-1 0-1 0 0,0-1 1 0 0,-2 0-1 0 0,0-1 1 0 0,-1 0-1 0 0,7-30 1 0 0,-13 42-88 0 0,0 0 0 0 0,0 0 0 0 0,-1 0 1 0 0,-1-1-1 0 0,1 1 0 0 0,-1 0 1 0 0,-1 0-1 0 0,1 0 0 0 0,-2 0 0 0 0,1 0 1 0 0,-1 0-1 0 0,0 0 0 0 0,0 0 1 0 0,-1 0-1 0 0,0 1 0 0 0,-1-1 0 0 0,0 1 1 0 0,0 0-1 0 0,0 0 0 0 0,-1 1 1 0 0,0-1-1 0 0,0 1 0 0 0,-1 0 0 0 0,1 0 1 0 0,-1 1-1 0 0,-1-1 0 0 0,1 1 1 0 0,-1 1-1 0 0,0-1 0 0 0,-11-4 0 0 0,-2-1-136 0 0,0 2 0 0 0,0 0 0 0 0,-1 1-1 0 0,1 1 1 0 0,-2 1 0 0 0,1 2-1 0 0,-31-3 1 0 0,21 4-1565 0 0,-1 2 0 0 0,1 1 0 0 0,0 2-1 0 0,-47 9 1 0 0,24-3-5735 0 0,28-4 420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09:05:59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20944,'33'476'0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36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301 148 1500 0 0,'0'0'1424'0'0,"6"-11"2808"0"0,7-37 5488 0 0,-18 49-9685 0 0,4-1-34 0 0,0 1 1 0 0,0-1 0 0 0,0 0 0 0 0,1 0 0 0 0,-1 0-1 0 0,0 1 1 0 0,0-1 0 0 0,0 0 0 0 0,0 1 0 0 0,1-1-1 0 0,-1 0 1 0 0,0 1 0 0 0,0-1 0 0 0,0 2 0 0 0,-13 22 49 0 0,2 0 1 0 0,0 1-1 0 0,-13 48 1 0 0,21-57-18 0 0,0 0 0 0 0,1 0 0 0 0,1 1 0 0 0,1 0 1 0 0,0-1-1 0 0,3 30 0 0 0,0-37-3 0 0,-1 1 1 0 0,1 0-1 0 0,0 0 1 0 0,1-1-1 0 0,0 1 0 0 0,1-1 1 0 0,0 0-1 0 0,0 0 1 0 0,1 0-1 0 0,0 0 1 0 0,10 12-1 0 0,-11-17 16 0 0,0 0 0 0 0,0 0 0 0 0,0 0 0 0 0,1-1 0 0 0,-1 0 0 0 0,1 1 0 0 0,0-2 0 0 0,0 1 0 0 0,0 0 0 0 0,0-1 0 0 0,0 0 0 0 0,0 0 0 0 0,1-1 0 0 0,-1 0 0 0 0,1 0 1 0 0,-1 0-1 0 0,1 0 0 0 0,-1-1 0 0 0,1 0 0 0 0,-1 0 0 0 0,1 0 0 0 0,6-2 0 0 0,0-1-6 0 0,1 0 0 0 0,0 0 0 0 0,-1-2 0 0 0,0 0 1 0 0,0 0-1 0 0,0-1 0 0 0,-1 0 0 0 0,0-1 0 0 0,0 0 0 0 0,0-1 1 0 0,-1 0-1 0 0,-1-1 0 0 0,15-15 0 0 0,-9 6 107 0 0,-1 0-1 0 0,-1 0 1 0 0,0-1-1 0 0,-2-1 1 0 0,0 0-1 0 0,16-42 1 0 0,-23 52-71 0 0,-1-1 1 0 0,0 0-1 0 0,-1-1 1 0 0,0 1-1 0 0,0 0 1 0 0,-1-1 0 0 0,-1 1-1 0 0,1 0 1 0 0,-3-15-1 0 0,1 19-63 0 0,-1 0 0 0 0,0 0 0 0 0,0 1-1 0 0,0-1 1 0 0,-1 0 0 0 0,0 1 0 0 0,0-1-1 0 0,-1 1 1 0 0,1 0 0 0 0,-1 0 0 0 0,-1 1 0 0 0,1-1-1 0 0,-1 1 1 0 0,0 0 0 0 0,-10-8 0 0 0,7 7-8 0 0,1 1 1 0 0,-1 0 0 0 0,0 0 0 0 0,-1 1-1 0 0,1 0 1 0 0,-1 1 0 0 0,0-1-1 0 0,0 2 1 0 0,0-1 0 0 0,-14-1 0 0 0,9 3-39 0 0,0 0 0 0 0,0 1 0 0 0,0 1 0 0 0,1 0 0 0 0,-1 1 1 0 0,-20 5-1 0 0,6 1-332 0 0,0 2 0 0 0,1 1 0 0 0,1 1 0 0 0,0 1 0 0 0,0 2 0 0 0,-27 20 0 0 0,33-20-388 0 0,1 0 0 0 0,0 2 0 0 0,2 0 0 0 0,-22 26 0 0 0,24-23-1642 0 0,1 1 0 0 0,-15 26 1 0 0,12-12-3012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36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1364 0 0,'0'0'5161'0'0,"-3"11"-4761"0"0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47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1028 0 0,'6'-29'12747'0'0,"2"2"-4303"0"0,-9 18-5951 0 0,0 19-2460 0 0,0-1-1 0 0,1 0 1 0 0,0 0-1 0 0,1 0 1 0 0,2 17-1 0 0,1 9-3 0 0,5 104-122 0 0,2 109 358 0 0,-6-181-849 0 0,-5-65-132 0 0,4 3-968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47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18 1624 0 0,'24'-17'18331'0'0,"-23"17"-17797"0"0,-4 12 386 0 0,-23 37-242 0 0,-3-1 1 0 0,-1-2-1 0 0,-47 54 1 0 0,15-30-468 0 0,-82 73 0 0 0,103-107-1168 0 0,32-30-1470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5:48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50 2768 0 0,'-14'-12'16636'0'0,"15"10"-16553"0"0,-1 1 0 0 0,1-1 0 0 0,-1 1 1 0 0,1-1-1 0 0,0 1 0 0 0,0 0 0 0 0,0-1 0 0 0,0 1 1 0 0,0 0-1 0 0,0 0 0 0 0,0 0 0 0 0,0 0 0 0 0,0 0 1 0 0,0 0-1 0 0,1 0 0 0 0,-1 0 0 0 0,0 0 0 0 0,1 1 1 0 0,-1-1-1 0 0,1 0 0 0 0,-1 1 0 0 0,1-1 0 0 0,-1 1 0 0 0,3-1 1 0 0,44-9 478 0 0,-38 9-519 0 0,0 1-1 0 0,0 0 0 0 0,0 0 1 0 0,0 1-1 0 0,0 1 1 0 0,-1-1-1 0 0,1 1 1 0 0,0 1-1 0 0,9 3 1 0 0,-16-5-35 0 0,-1 0 0 0 0,1 1 0 0 0,0-1 0 0 0,-1 0 0 0 0,1 1 0 0 0,-1-1 0 0 0,1 1 0 0 0,-1 0 0 0 0,1 0 0 0 0,-1 0 0 0 0,0 0 0 0 0,0 0 0 0 0,0 1-1 0 0,-1-1 1 0 0,1 0 0 0 0,0 1 0 0 0,-1 0 0 0 0,1-1 0 0 0,-1 1 0 0 0,0 0 0 0 0,0 0 0 0 0,0-1 0 0 0,-1 1 0 0 0,1 0 0 0 0,0 0 0 0 0,-1 0 0 0 0,0 0 0 0 0,0 0 0 0 0,0 0 0 0 0,0 0 0 0 0,0 0 0 0 0,-1 0 0 0 0,0 5 0 0 0,-4 6 165 0 0,0 0-1 0 0,-1-1 0 0 0,0 1 1 0 0,-1-2-1 0 0,0 1 1 0 0,-1-1-1 0 0,-1 0 1 0 0,0 0-1 0 0,-16 15 0 0 0,-14 12 1091 0 0,-52 38 0 0 0,66-57-690 0 0,15-12-339 0 0,8-6-185 0 0,-1-1 1 0 0,1 1-1 0 0,0 0 1 0 0,-1 0 0 0 0,1 0-1 0 0,0 1 1 0 0,1-1-1 0 0,-1 0 1 0 0,-2 5 0 0 0,3-6 173 0 0,1 0-198 0 0,1-1 0 0 0,-1 1 0 0 0,1-1 0 0 0,-1 1 0 0 0,0-1 1 0 0,1 1-1 0 0,-1-1 0 0 0,1 0 0 0 0,0 1 0 0 0,-1-1 0 0 0,1 0 0 0 0,-1 1 0 0 0,1-1 0 0 0,-1 0 0 0 0,1 0 1 0 0,0 1-1 0 0,-1-1 0 0 0,1 0 0 0 0,-1 0 0 0 0,1 0 0 0 0,0 0 0 0 0,1 0 0 0 0,324-19 646 0 0,-155 6-620 0 0,67-4-1647 0 0,-234 17 555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13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2180 0 0,'0'0'15036'0'0,"9"-6"-14376"0"0,139-19 244 0 0,29-5-609 0 0,-116 18-154 0 0,-58 12-219 0 0,7 1-1126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14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31 1700 0 0,'-16'-31'14262'0'0,"15"59"-13495"0"0,1-23-827 0 0,2 111 1409 0 0,1-44-952 0 0,-4 1 1 0 0,-11 83-1 0 0,-8-36-1090 0 0,12-81-2614 0 0,-1-2-3907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14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41 976 0 0,'23'-41'17788'0'0,"-41"78"-16963"0"0,0-1 0 0 0,-2-1 0 0 0,-48 61-1 0 0,29-41-560 0 0,-35 47-1070 0 0,25-36-7108 0 0,35-47 3131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14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1148 0 0,'16'-27'13975'0'0,"-11"21"-13284"0"0,1 1 1 0 0,-1 0 0 0 0,1 0 0 0 0,0 0 0 0 0,0 1-1 0 0,9-6 1 0 0,-7 6-384 0 0,1 0 1 0 0,0 0-1 0 0,0 1 1 0 0,16-5-1 0 0,-14 6-278 0 0,-1 1 1 0 0,0 0-1 0 0,1 0 1 0 0,-1 1-1 0 0,1 0 0 0 0,-1 0 1 0 0,0 1-1 0 0,1 1 1 0 0,-1 0-1 0 0,17 5 0 0 0,-25-6-24 0 0,1 0 0 0 0,-1 0 0 0 0,1 0 0 0 0,-1 0 0 0 0,0 0 0 0 0,0 0 0 0 0,1 1 0 0 0,-1-1 0 0 0,0 1 0 0 0,0-1 0 0 0,0 1 0 0 0,0 0 0 0 0,-1 0 0 0 0,1 0 0 0 0,0 0 0 0 0,-1 0 0 0 0,1 0 0 0 0,-1 1 0 0 0,0-1 0 0 0,2 4 0 0 0,-3-3 28 0 0,1 1 0 0 0,-1-1 0 0 0,0 1 1 0 0,0-1-1 0 0,0 0 0 0 0,0 1 0 0 0,0-1 0 0 0,-1 0 0 0 0,0 1 0 0 0,0-1 1 0 0,1 0-1 0 0,-2 0 0 0 0,-2 6 0 0 0,-3 5 140 0 0,-1-1 1 0 0,-1 0-1 0 0,0 0 0 0 0,0-1 1 0 0,-20 18-1 0 0,-14 11 860 0 0,-72 54 1 0 0,115-95-1028 0 0,-1 0-1 0 0,1 0 1 0 0,0 1 0 0 0,-1-1 0 0 0,1 0 0 0 0,0 0 0 0 0,-1 1 0 0 0,1-1 0 0 0,0 0-1 0 0,0 0 1 0 0,-1 1 0 0 0,1-1 0 0 0,0 0 0 0 0,0 1 0 0 0,0-1 0 0 0,-1 1 0 0 0,1-1-1 0 0,0 0 1 0 0,0 1 0 0 0,0-1 0 0 0,0 0 0 0 0,0 1 0 0 0,0-1 0 0 0,0 1-1 0 0,0-1 1 0 0,0 0 0 0 0,0 1 0 0 0,0-1 0 0 0,0 1 0 0 0,0-1 0 0 0,0 0 0 0 0,0 1-1 0 0,0-1 1 0 0,1 0 0 0 0,-1 1 0 0 0,0-1 0 0 0,0 0 0 0 0,0 1 0 0 0,1-1 0 0 0,-1 0-1 0 0,0 1 1 0 0,0-1 0 0 0,1 0 0 0 0,-1 1 0 0 0,0-1 0 0 0,1 0 0 0 0,-1 0 0 0 0,0 1-1 0 0,1-1 1 0 0,-1 0 0 0 0,0 0 0 0 0,1 0 0 0 0,-1 0 0 0 0,0 1 0 0 0,1-1 0 0 0,-1 0-1 0 0,0 0 1 0 0,1 0 0 0 0,-1 0 0 0 0,1 0 0 0 0,-1 0 0 0 0,0 0 0 0 0,1 0 0 0 0,0 0-1 0 0,76 0 48 0 0,1-3-1 0 0,83-15 1 0 0,-29 3 163 0 0,-128 15 162 0 0,17-2-3872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39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 1184 0 0,'-9'-4'10262'0'0,"9"4"-10238"0"0,0 0 1 0 0,-1 0-1 0 0,1 0 1 0 0,0 0-1 0 0,-1 0 0 0 0,1 1 1 0 0,0-1-1 0 0,0 0 1 0 0,-1 0-1 0 0,1 1 1 0 0,0-1-1 0 0,0 0 1 0 0,-1 0-1 0 0,1 1 0 0 0,0-1 1 0 0,0 0-1 0 0,0 0 1 0 0,0 1-1 0 0,-1-1 1 0 0,1 0-1 0 0,0 1 1 0 0,0-1-1 0 0,0 0 1 0 0,0 1-1 0 0,0-1 0 0 0,0 0 1 0 0,0 1-1 0 0,0-1 1 0 0,0 0-1 0 0,0 1 1 0 0,0-1-1 0 0,0 0 1 0 0,0 1-1 0 0,0-1 1 0 0,0 0-1 0 0,1 1 0 0 0,11 10 981 0 0,22 4 121 0 0,-2-6-790 0 0,0-2 0 0 0,0-1 0 0 0,0-2-1 0 0,64 1 1 0 0,-13-1 551 0 0,-49-2-35 0 0,-30-2-721 0 0,-2 0-13 0 0,4 1-18 0 0,-3-1-63 0 0,-1 0 1 0 0,0 0-1 0 0,0 0 0 0 0,0 0 1 0 0,0 0-1 0 0,1-1 0 0 0,-1 1 1 0 0,0-1-1 0 0,0 1 0 0 0,0-1 0 0 0,3-1 1 0 0,-3 1-32 0 0,-5-5-1898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40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1700 0 0,'7'-44'11213'0'0,"-7"41"-11414"0"0,-1-15 5810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41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85 680 0 0,'-5'-26'6099'0'0,"5"19"-5001"0"0,-1 0 1 0 0,0 0 0 0 0,0 0 0 0 0,0 0-1 0 0,-3-7 1 0 0,3 13-417 0 0,1 0-662 0 0,1 1-1 0 0,-1 0 1 0 0,0-1-1 0 0,0 1 1 0 0,0 0-1 0 0,0 0 1 0 0,0-1-1 0 0,0 1 1 0 0,0 0-1 0 0,0-1 1 0 0,0 1-1 0 0,-1 0 1 0 0,1 0-1 0 0,0-1 1 0 0,0 1-1 0 0,0 0 1 0 0,0-1-1 0 0,0 1 1 0 0,0 0-1 0 0,0 0 1 0 0,-1-1-1 0 0,1 1 1 0 0,0 0-1 0 0,0 0 1 0 0,0 0 0 0 0,-1-1-1 0 0,1 1 1 0 0,0 0-1 0 0,-1 0-7 0 0,1 0 0 0 0,0 0 0 0 0,-1 0-1 0 0,1 0 1 0 0,0 0 0 0 0,-1 0 0 0 0,1 1 0 0 0,0-1-1 0 0,0 0 1 0 0,-1 0 0 0 0,1 0 0 0 0,0 0 0 0 0,0 1 0 0 0,-1-1-1 0 0,1 0 1 0 0,0 0 0 0 0,0 1 0 0 0,0-1 0 0 0,-1 0 0 0 0,1 0-1 0 0,0 1 1 0 0,0-1 0 0 0,0 0 0 0 0,0 1 0 0 0,-1-1 0 0 0,1 0-1 0 0,0 0 1 0 0,0 1 0 0 0,0-1 0 0 0,0 0 0 0 0,0 1 0 0 0,0-1-1 0 0,0 0 1 0 0,0 1 0 0 0,0-1 0 0 0,0 1 0 0 0,-34 221 380 0 0,31-211-577 0 0,-17 109 165 0 0,18-100-2709 0 0,1 0-1 0 0,2 20 1 0 0,0-29-1923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41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1380 0 0,'11'-32'12928'0'0,"-11"32"-12863"0"0,1 19 1019 0 0,11 323 3215 0 0,-10-242-3431 0 0,-2-58-3616 0 0,0-3-6734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41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24 2812 0 0,'22'-23'14050'0'0,"-29"43"-13012"0"0,-255 356 1225 0 0,246-355-2192 0 0,-28 36-6732 0 0,42-47 4033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42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56 836 0 0,'17'-11'9520'0'0,"10"-5"-1721"0"0,13-3-5707 0 0,-34 17-2123 0 0,-1 0-1 0 0,1 0 1 0 0,0 1-1 0 0,0 0 1 0 0,0 0-1 0 0,0 1 1 0 0,0-1-1 0 0,0 1 1 0 0,0 1-1 0 0,10 1 1 0 0,-7-1 44 0 0,-1 1 1 0 0,0 0 0 0 0,1 1 0 0 0,-1 0 0 0 0,-1 0-1 0 0,1 0 1 0 0,0 1 0 0 0,-1 1 0 0 0,10 6 0 0 0,-15-9 2 0 0,1 0 1 0 0,-1 1 0 0 0,1-1-1 0 0,-1 1 1 0 0,0-1-1 0 0,0 1 1 0 0,0 0 0 0 0,-1 0-1 0 0,1 0 1 0 0,-1 0 0 0 0,1 0-1 0 0,-1 0 1 0 0,0 0-1 0 0,0 1 1 0 0,-1-1 0 0 0,1 0-1 0 0,-1 1 1 0 0,1-1-1 0 0,-1 0 1 0 0,0 1 0 0 0,0-1-1 0 0,-1 1 1 0 0,1-1-1 0 0,-1 0 1 0 0,1 0 0 0 0,-3 6-1 0 0,-4 11 132 0 0,-2-1 1 0 0,0 0-1 0 0,-1-1 0 0 0,-1 0 0 0 0,-1 0 0 0 0,-23 26 1 0 0,35-44-127 0 0,-1 1 1 0 0,0 0 0 0 0,1-1 0 0 0,-1 1 0 0 0,1 0 0 0 0,-1 0 0 0 0,1 0-1 0 0,-1-1 1 0 0,1 1 0 0 0,-1 0 0 0 0,1 0 0 0 0,0 0 0 0 0,-1 0 0 0 0,1 0-1 0 0,0 0 1 0 0,0 0 0 0 0,0 0 0 0 0,0 0 0 0 0,0 0 0 0 0,0 1-1 0 0,0-2-6 0 0,0 1-1 0 0,1-1 1 0 0,-1 1-1 0 0,0-1 1 0 0,1 1-1 0 0,-1-1 0 0 0,1 0 1 0 0,-1 1-1 0 0,1-1 1 0 0,-1 1-1 0 0,1-1 0 0 0,-1 0 1 0 0,1 1-1 0 0,0-1 1 0 0,-1 0-1 0 0,1 0 0 0 0,-1 1 1 0 0,1-1-1 0 0,0 0 1 0 0,-1 0-1 0 0,1 0 0 0 0,0 0 1 0 0,7 1 73 0 0,0-1 0 0 0,0 0-1 0 0,13-3 1 0 0,-11 2-68 0 0,354-46-1886 0 0,-350 45 1320 0 0,-8 1-162 0 0,0 0 0 0 0,0-1 0 0 0,-1 1 0 0 0,9-5 0 0 0,7-8-7270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43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5 848 0 0,'0'0'14247'0'0,"14"3"-12867"0"0,-5-4-1241 0 0,166-6 1060 0 0,-147 7-1176 0 0,-1 2 0 0 0,1 1 0 0 0,-1 1 0 0 0,40 11 0 0 0,-59-12-18 0 0,0 0 0 0 0,0 0 1 0 0,0 1-1 0 0,0 0 1 0 0,-1 1-1 0 0,0 0 0 0 0,0 0 1 0 0,0 0-1 0 0,0 1 1 0 0,-1 0-1 0 0,0 0 0 0 0,0 1 1 0 0,-1-1-1 0 0,0 1 1 0 0,0 1-1 0 0,7 13 0 0 0,-3-1 13 0 0,-1 0 1 0 0,-1 0-1 0 0,-1 0 0 0 0,-1 1 0 0 0,4 38 0 0 0,0 58 177 0 0,-10 196 0 0 0,-3-115 108 0 0,85 1569 1321 0 0,151 5-945 0 0,-37-421 1094 0 0,-190-1304-1688 0 0,36 403 1277 0 0,-34-276-652 0 0,-7-171-687 0 0,-1 1 1 0 0,1 0-1 0 0,-1 0 0 0 0,1 0 0 0 0,-1 0 0 0 0,0-1 0 0 0,-1 1 1 0 0,1 0-1 0 0,-1-1 0 0 0,1 0 0 0 0,-1 1 0 0 0,0-1 0 0 0,0 0 1 0 0,-1 0-1 0 0,1 0 0 0 0,-1 0 0 0 0,1 0 0 0 0,-1 0 0 0 0,0-1 1 0 0,0 1-1 0 0,0-1 0 0 0,0 0 0 0 0,-1 0 0 0 0,-4 2 0 0 0,-7 3-40 0 0,0-1-1 0 0,-1 0 0 0 0,0-1 0 0 0,-21 3 0 0 0,18-4-122 0 0,-29 6-1422 0 0,-1-2 0 0 0,-90 2 0 0 0,-18-17-8708 0 0,109 1 2226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44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0 2496 0 0,'-24'11'7086'0'0,"6"-2"-4470"0"0,9-3-1007 0 0,9-6-1587 0 0,0 1-1 0 0,0-1 1 0 0,1 0 0 0 0,-1 0-1 0 0,0 0 1 0 0,0 0 0 0 0,0 1-1 0 0,0-1 1 0 0,0 0 0 0 0,0 0 0 0 0,0 0-1 0 0,0 0 1 0 0,0 0 0 0 0,0 1-1 0 0,0-1 1 0 0,0 0 0 0 0,1 0-1 0 0,-1 0 1 0 0,0 0 0 0 0,0 0 0 0 0,0 0-1 0 0,0 1 1 0 0,0-1 0 0 0,1 0-1 0 0,-1 0 1 0 0,0 0 0 0 0,0 0-1 0 0,0 0 1 0 0,0 0 0 0 0,1 0-1 0 0,-1 0 1 0 0,0 0 0 0 0,0 0 0 0 0,0 0-1 0 0,0 0 1 0 0,1 0 0 0 0,-1 0-1 0 0,0 0 1 0 0,0 0 0 0 0,0 0-1 0 0,0 0 1 0 0,1 0 0 0 0,-1 0 0 0 0,0 0-1 0 0,0 0 1 0 0,0 0 0 0 0,0 0-1 0 0,0 0 1 0 0,1-1 0 0 0,-1 1-1 0 0,95-5 279 0 0,-31 1-1959 0 0,1 3-4723 0 0,-47 3 1614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44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82 136 2012 0 0,'-82'61'14738'0'0,"89"-61"-14498"0"0,0-2 1 0 0,0 1 0 0 0,0-1-1 0 0,0 0 1 0 0,0 0 0 0 0,10-6-1 0 0,7-2-32 0 0,241-68-381 0 0,-87 34-3314 0 0,-41 11-2900 0 0,-78 19 196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6:48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823 1 1112 0 0,'0'0'13889'0'0,"-14"3"-12605"0"0,-52-3-709 0 0,21-2-466 0 0,0 3 1 0 0,-80 11-1 0 0,104-8-146 0 0,0 0 0 0 0,0 2 1 0 0,1 0-1 0 0,0 2 0 0 0,0 0 0 0 0,1 1 0 0 0,-36 22 1 0 0,49-26 38 0 0,-1 1 0 0 0,1-1 1 0 0,0 1-1 0 0,1 1 0 0 0,-1-1 1 0 0,1 1-1 0 0,0 0 0 0 0,1 0 1 0 0,0 1-1 0 0,0-1 0 0 0,1 1 1 0 0,-1 0-1 0 0,2 0 0 0 0,-1 0 1 0 0,-1 15-1 0 0,-1 9 62 0 0,1 0 1 0 0,2 56-1 0 0,2-75-54 0 0,12 227 1146 0 0,0-41-235 0 0,-21 214 238 0 0,-23-2-61 0 0,4-58-579 0 0,-32 653 723 0 0,4-50-489 0 0,25-540-228 0 0,-14 243 256 0 0,37 111-210 0 0,9-502 446 0 0,-1-264-1010 0 0,2 3 1 0 0,-1 0-1 0 0,1 0 0 0 0,0-1 1 0 0,1 1-1 0 0,-1 0 1 0 0,1-1-1 0 0,1 0 0 0 0,-1 1 1 0 0,1-1-1 0 0,0-1 1 0 0,0 1-1 0 0,1 0 0 0 0,0-1 1 0 0,0 0-1 0 0,0 0 1 0 0,1-1-1 0 0,-1 1 0 0 0,13 6 1 0 0,-4-3-271 0 0,0-1 0 0 0,0-1 0 0 0,1 0-1 0 0,0-1 1 0 0,0 0 0 0 0,0-2 0 0 0,0 1 0 0 0,25 1 0 0 0,-5-3-2382 0 0,0-1-1 0 0,62-6 1 0 0,-38-3-2993 0 0,2-4-3040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7:04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78 1184 0 0,'-5'-10'9915'0'0,"4"9"-9725"0"0,1 0-1 0 0,0 0 1 0 0,0 0-1 0 0,0 0 1 0 0,1 0-1 0 0,-1 0 1 0 0,0-1-1 0 0,0 1 1 0 0,1 0-1 0 0,-1 1 1 0 0,0-1-1 0 0,1 0 1 0 0,-1 0-1 0 0,1 0 1 0 0,-1 0-1 0 0,1 0 1 0 0,-1 0-1 0 0,1 0 1 0 0,0 1-1 0 0,0-2 1 0 0,23-14 1209 0 0,31-3-834 0 0,-55 19-558 0 0,13-4 38 0 0,-1 2 0 0 0,1 0-1 0 0,-1 0 1 0 0,1 1 0 0 0,0 1 0 0 0,-1 0-1 0 0,14 2 1 0 0,-21-1-27 0 0,-1-1 0 0 0,0 1 0 0 0,0 1 0 0 0,1-1 0 0 0,-1 0 0 0 0,0 1 0 0 0,0 0 0 0 0,-1 0 0 0 0,1 0 0 0 0,6 5 0 0 0,-8-5 18 0 0,0 0 1 0 0,0 1 0 0 0,0-1-1 0 0,-1 0 1 0 0,1 0-1 0 0,0 1 1 0 0,-1-1-1 0 0,0 1 1 0 0,0 0-1 0 0,0-1 1 0 0,0 1-1 0 0,0 0 1 0 0,0-1 0 0 0,-1 1-1 0 0,1 0 1 0 0,-1 0-1 0 0,0 0 1 0 0,0 3-1 0 0,-1 6 39 0 0,0 1 0 0 0,-1-1 0 0 0,0 0 1 0 0,-1 0-1 0 0,-1 0 0 0 0,0 0 0 0 0,0 0 0 0 0,-2-1 0 0 0,1 0 0 0 0,-10 15 0 0 0,-11 12 167 0 0,-43 51 0 0 0,56-74-160 0 0,-47 51 333 0 0,-70 61 0 0 0,-14 12 266 0 0,143-138-665 0 0,-1 1 1 0 0,1-1 0 0 0,0 1-1 0 0,0-1 1 0 0,-1 1-1 0 0,1 0 1 0 0,0-1 0 0 0,0 1-1 0 0,1 0 1 0 0,-1 0 0 0 0,0 0-1 0 0,0 0 1 0 0,0 2 0 0 0,2-4-5 0 0,-1 1 0 0 0,0 0 0 0 0,0 0 0 0 0,0-1 0 0 0,1 1 0 0 0,-1 0 0 0 0,0-1 1 0 0,1 1-1 0 0,-1 0 0 0 0,0-1 0 0 0,1 1 0 0 0,-1-1 0 0 0,1 1 0 0 0,-1-1 0 0 0,1 1 1 0 0,0-1-1 0 0,-1 1 0 0 0,1-1 0 0 0,-1 1 0 0 0,1-1 0 0 0,0 0 0 0 0,-1 1 0 0 0,1-1 1 0 0,0 0-1 0 0,-1 0 0 0 0,1 1 0 0 0,0-1 0 0 0,0 0 0 0 0,-1 0 0 0 0,1 0 1 0 0,0 0-1 0 0,-1 0 0 0 0,1 0 0 0 0,1 0 0 0 0,14 0 45 0 0,0 0-1 0 0,0-1 1 0 0,-1-1-1 0 0,1 0 1 0 0,25-8-1 0 0,-11 4-25 0 0,236-51 149 0 0,134-27-23 0 0,-389 82-333 0 0,17-2 344 0 0,-10 7-2991 0 0,-18-1 2511 0 0,0-1-1 0 0,0 0 0 0 0,0 0 0 0 0,0 0 0 0 0,-1 0 0 0 0,1 0 0 0 0,0 0 0 0 0,-1 0 0 0 0,1 0 0 0 0,-1 0 0 0 0,1 0 0 0 0,-1 0 0 0 0,1 0 0 0 0,-1 0 0 0 0,0 0 0 0 0,1 0 0 0 0,-2 1 0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01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151 119 196 0 0,'0'0'3127'0'0,"-18"-23"5528"0"0,17 23-8582 0 0,0 0 1 0 0,0-1-1 0 0,1 1 1 0 0,-1 0-1 0 0,0 0 1 0 0,0-1-1 0 0,0 1 0 0 0,0 0 1 0 0,1 0-1 0 0,-1 0 1 0 0,0 0-1 0 0,0 0 1 0 0,0 0-1 0 0,0 0 1 0 0,1 0-1 0 0,-1 0 1 0 0,0 1-1 0 0,0-1 0 0 0,0 0 1 0 0,1 0-1 0 0,-1 1 1 0 0,0-1-1 0 0,-1 1 1 0 0,-18 18 573 0 0,-9 28-96 0 0,29-46-516 0 0,-11 21 180 0 0,2 0-1 0 0,0 0 1 0 0,1 1-1 0 0,2 1 1 0 0,0-1 0 0 0,-4 41-1 0 0,8-44-123 0 0,1 1 0 0 0,1 0 1 0 0,1-1-1 0 0,0 1 0 0 0,2 0 0 0 0,0-1 0 0 0,2 0 0 0 0,7 22 0 0 0,-10-34-49 0 0,1-1-1 0 0,1 0 0 0 0,-1 0 1 0 0,1 0-1 0 0,1 0 1 0 0,-1 0-1 0 0,1-1 0 0 0,0 0 1 0 0,0 0-1 0 0,1 0 0 0 0,0-1 1 0 0,0 1-1 0 0,0-1 1 0 0,1-1-1 0 0,0 1 0 0 0,-1-1 1 0 0,2-1-1 0 0,-1 1 1 0 0,0-1-1 0 0,14 4 0 0 0,-9-5 76 0 0,-1 0-1 0 0,1 0 1 0 0,0-1-1 0 0,0-1 1 0 0,-1 0-1 0 0,1 0 1 0 0,0-1-1 0 0,0-1 0 0 0,-1 0 1 0 0,1 0-1 0 0,-1-1 1 0 0,0-1-1 0 0,17-7 1 0 0,-15 4-10 0 0,0 0 1 0 0,-1-1-1 0 0,0 0 1 0 0,0 0-1 0 0,-1-2 1 0 0,0 1 0 0 0,-1-1-1 0 0,0-1 1 0 0,0 0-1 0 0,-1 0 1 0 0,-1-1-1 0 0,0 0 1 0 0,0-1-1 0 0,-2 1 1 0 0,1-2-1 0 0,-1 1 1 0 0,-1 0-1 0 0,-1-1 1 0 0,0 0-1 0 0,0 0 1 0 0,2-28-1 0 0,-5 28-81 0 0,0-1-1 0 0,0 0 0 0 0,-2 0 1 0 0,1 1-1 0 0,-2-1 0 0 0,0 0 0 0 0,-1 1 1 0 0,0 0-1 0 0,-1-1 0 0 0,-1 1 0 0 0,0 1 1 0 0,-1-1-1 0 0,-1 1 0 0 0,0 0 1 0 0,0 0-1 0 0,-2 1 0 0 0,1 0 0 0 0,-1 0 1 0 0,-1 1-1 0 0,0 1 0 0 0,-17-15 0 0 0,12 14-65 0 0,-1 0 0 0 0,-1 1 0 0 0,0 1 0 0 0,0 1-1 0 0,0 0 1 0 0,-1 1 0 0 0,0 1 0 0 0,-1 1 0 0 0,1 0-1 0 0,-1 1 1 0 0,0 1 0 0 0,0 1 0 0 0,-25 1 0 0 0,42 1-215 0 0,-1 0-1 0 0,0 0 1 0 0,1 0 0 0 0,-1 0 0 0 0,0 1 0 0 0,1-1 0 0 0,-1 1-1 0 0,1 0 1 0 0,-1 0 0 0 0,1 0 0 0 0,-1 0 0 0 0,1 0 0 0 0,0 0 0 0 0,-1 1-1 0 0,1-1 1 0 0,0 1 0 0 0,0 0 0 0 0,-3 3 0 0 0,4-4-42 0 0,1 0 1 0 0,-1 0 0 0 0,0 0-1 0 0,1 0 1 0 0,-1 0-1 0 0,1 1 1 0 0,-1-1 0 0 0,1 0-1 0 0,0 0 1 0 0,0 1 0 0 0,-1-1-1 0 0,1 0 1 0 0,0 1-1 0 0,0-1 1 0 0,0 0 0 0 0,0 1-1 0 0,1-1 1 0 0,-1 0 0 0 0,0 0-1 0 0,0 1 1 0 0,1-1-1 0 0,-1 0 1 0 0,1 0 0 0 0,-1 0-1 0 0,1 1 1 0 0,-1-1 0 0 0,1 0-1 0 0,0 0 1 0 0,0 0-1 0 0,0 0 1 0 0,-1 0 0 0 0,1 0-1 0 0,2 1 1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02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32 140 848 0 0,'0'0'1477'0'0,"-30"-17"11451"0"0,30 16-12885 0 0,-1 1-1 0 0,1-1 0 0 0,0 0 1 0 0,0 0-1 0 0,0 0 0 0 0,-1 1 0 0 0,1-1 1 0 0,0 0-1 0 0,0 0 0 0 0,0 1 1 0 0,0-1-1 0 0,0 0 0 0 0,0 0 0 0 0,1 0 1 0 0,-1 1-1 0 0,0-1 0 0 0,0 0 1 0 0,0 0-1 0 0,1 1 0 0 0,-1-1 0 0 0,0 0 1 0 0,1 1-1 0 0,0-2 0 0 0,18-19 248 0 0,26-9-280 0 0,-26 20-7 0 0,1 1 0 0 0,0 0 0 0 0,26-6 0 0 0,-37 12 2 0 0,1 1 1 0 0,-1 0-1 0 0,0 1 1 0 0,1 0-1 0 0,-1 1 1 0 0,1-1-1 0 0,-1 2 1 0 0,1 0-1 0 0,16 3 1 0 0,-24-4 0 0 0,1 1 1 0 0,-1 0-1 0 0,0 0 0 0 0,0-1 1 0 0,0 1-1 0 0,0 1 0 0 0,1-1 1 0 0,-1 0-1 0 0,-1 0 0 0 0,1 1 1 0 0,0-1-1 0 0,0 1 0 0 0,-1 0 1 0 0,1-1-1 0 0,0 1 0 0 0,-1 0 1 0 0,0 0-1 0 0,3 4 0 0 0,-3-3 15 0 0,0 1-1 0 0,0-1 1 0 0,0 0-1 0 0,0 1 1 0 0,-1-1 0 0 0,1 1-1 0 0,-1 0 1 0 0,0-1-1 0 0,0 1 1 0 0,-1-1-1 0 0,0 6 1 0 0,-1 2 29 0 0,-1 0 1 0 0,-1-1-1 0 0,1 1 1 0 0,-2 0-1 0 0,1-1 0 0 0,-12 17 1 0 0,-6 5-28 0 0,11-17 1 0 0,0 1 0 0 0,-12 24 0 0 0,23-39 4 0 0,-1 4 13 0 0,1-5-40 0 0,-1 0 1 0 0,1 1 0 0 0,0-1-1 0 0,0 0 1 0 0,0 1 0 0 0,0-1-1 0 0,0 0 1 0 0,0 0 0 0 0,0 1-1 0 0,0-1 1 0 0,0 0 0 0 0,0 1-1 0 0,0-1 1 0 0,0 0 0 0 0,0 1-1 0 0,0-1 1 0 0,0 0 0 0 0,0 1-1 0 0,0-1 1 0 0,0 0 0 0 0,0 0-1 0 0,0 1 1 0 0,0-1 0 0 0,1 0-1 0 0,-1 1 1 0 0,0-1 0 0 0,0 0-1 0 0,0 0 1 0 0,1 1 0 0 0,-1-1-1 0 0,0 0 1 0 0,0 0 0 0 0,0 0-1 0 0,1 1 1 0 0,-1-1 0 0 0,0 0-1 0 0,0 0 1 0 0,1 0 0 0 0,-1 0-1 0 0,0 0 1 0 0,1 0 0 0 0,-1 1-1 0 0,0-1 1 0 0,1 0 0 0 0,-1 0-1 0 0,0 0 1 0 0,0 0 0 0 0,1 0-1 0 0,36 9 262 0 0,0 2-1 0 0,61 27 1 0 0,-86-32-98 0 0,0 0 1 0 0,0 1-1 0 0,-1 0 1 0 0,0 1-1 0 0,0 0 1 0 0,-1 1-1 0 0,0 0 1 0 0,0 1-1 0 0,-1 0 1 0 0,-1 0-1 0 0,12 17 1 0 0,-18-23-11 0 0,0 0 0 0 0,0 0 0 0 0,0 0 0 0 0,0 0 0 0 0,-1 0 0 0 0,1 1 0 0 0,-1-1 0 0 0,-1 0 0 0 0,1 1 0 0 0,0-1 0 0 0,-1 0 0 0 0,0 1 0 0 0,0-1 0 0 0,0 1 0 0 0,-1-1 0 0 0,1 0 0 0 0,-1 1 0 0 0,0-1 0 0 0,0 0 0 0 0,-1 0 0 0 0,1 1 0 0 0,-1-1 1 0 0,0 0-1 0 0,-4 5 0 0 0,3-4-70 0 0,-1-1 1 0 0,0 1-1 0 0,0-1 1 0 0,0 0-1 0 0,0-1 1 0 0,-1 1-1 0 0,1-1 1 0 0,-1 1-1 0 0,0-1 1 0 0,0-1-1 0 0,0 1 1 0 0,-1-1-1 0 0,1 0 1 0 0,-1 0-1 0 0,1 0 1 0 0,-1-1-1 0 0,1 0 1 0 0,-11 1-1 0 0,-49-1 59 0 0,31-5-112 0 0,24 3-23 0 0,0-1 0 0 0,0 0 0 0 0,-17-5 0 0 0,17 4-25 0 0,9 2 4 0 0,-12-5-581 0 0,0 1-3849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09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39 596 0 0,'0'0'4164'0'0,"-20"-22"5295"0"0,18 21-9367 0 0,1 0-1 0 0,-1 1 0 0 0,0-1 0 0 0,1 1 1 0 0,-1 0-1 0 0,1-1 0 0 0,-1 1 0 0 0,1 0 1 0 0,-1 0-1 0 0,0 0 0 0 0,1 0 0 0 0,-1 1 1 0 0,1-1-1 0 0,-1 0 0 0 0,0 0 0 0 0,1 1 1 0 0,-1-1-1 0 0,1 1 0 0 0,-1 0 0 0 0,1-1 0 0 0,-3 3 1 0 0,-1 1-24 0 0,0 0 0 0 0,0 0 0 0 0,1 0 0 0 0,-7 8 1 0 0,-1 4 44 0 0,1 0 0 0 0,0 0 0 0 0,1 1 0 0 0,0 0 0 0 0,2 1 0 0 0,-10 27 1 0 0,8-16-29 0 0,2 0 0 0 0,1 1 0 0 0,-4 44 0 0 0,10-62-44 0 0,0 0 0 0 0,1 0-1 0 0,0 1 1 0 0,1-1-1 0 0,1 0 1 0 0,0 0 0 0 0,0 0-1 0 0,1 0 1 0 0,1 0 0 0 0,9 21-1 0 0,-10-28 41 0 0,-1 0 0 0 0,2 0 0 0 0,-1 0 0 0 0,0 0 0 0 0,1-1 0 0 0,0 0 0 0 0,0 1 0 0 0,0-1 1 0 0,1-1-1 0 0,0 1 0 0 0,-1 0 0 0 0,1-1 0 0 0,0 0 0 0 0,1-1 0 0 0,-1 1 0 0 0,0-1 0 0 0,1 0 0 0 0,-1 0 0 0 0,1 0 0 0 0,0-1 0 0 0,-1 0 0 0 0,1 0 0 0 0,0-1 0 0 0,9 1 0 0 0,-3-2 27 0 0,-1 0 0 0 0,1-1 0 0 0,0 0 0 0 0,-1 0 0 0 0,1-2 0 0 0,-1 1 0 0 0,0-1 0 0 0,0-1 0 0 0,0 0 0 0 0,0-1 0 0 0,-1 0 0 0 0,0 0 0 0 0,0-1 0 0 0,-1-1 0 0 0,9-7 0 0 0,0-3-15 0 0,-1 0 1 0 0,-1-1-1 0 0,-1 0 1 0 0,0-2-1 0 0,-2 0 1 0 0,13-25-1 0 0,-19 33-61 0 0,-2 0-1 0 0,1 0 0 0 0,-2 0 1 0 0,1-1-1 0 0,-2 0 1 0 0,0 1-1 0 0,-1-1 0 0 0,0 0 1 0 0,-1-1-1 0 0,-1 1 0 0 0,-1-20 1 0 0,0 27-28 0 0,0 0 0 0 0,0 0 1 0 0,-1 0-1 0 0,0 1 0 0 0,0-1 0 0 0,-1 0 1 0 0,0 1-1 0 0,0-1 0 0 0,-1 1 1 0 0,1 0-1 0 0,-1 0 0 0 0,0 0 0 0 0,-1 1 1 0 0,0-1-1 0 0,0 1 0 0 0,0 0 1 0 0,0 1-1 0 0,-1-1 0 0 0,1 1 0 0 0,-1 0 1 0 0,0 0-1 0 0,-1 1 0 0 0,1 0 0 0 0,-9-3 1 0 0,1 1-67 0 0,0 0 1 0 0,0 2 0 0 0,-1-1 0 0 0,0 2-1 0 0,1 0 1 0 0,-1 1 0 0 0,0 0 0 0 0,-24 3-1 0 0,27-1-553 0 0,0 1 0 0 0,1 1 0 0 0,-1 0 0 0 0,-17 7 0 0 0,19-5-622 0 0,1-1-1 0 0,-1 1 1 0 0,1 1-1 0 0,0 0 1 0 0,-11 10-1 0 0,5-3-2684 0 0,-1 0-1739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30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1204 0 0,'0'0'12831'0'0,"0"1"-12733"0"0,1-1 1 0 0,0 1 0 0 0,0 0-1 0 0,0-1 1 0 0,0 1 0 0 0,0-1-1 0 0,0 1 1 0 0,0-1 0 0 0,0 0-1 0 0,0 1 1 0 0,0-1 0 0 0,0 0-1 0 0,0 0 1 0 0,2 0 0 0 0,82-5 1237 0 0,449-25 569 0 0,-350 35-1751 0 0,-179-4-99 0 0,0 0 0 0 0,0 0 0 0 0,0 1 0 0 0,-1-1 0 0 0,1 1 0 0 0,0 0 0 0 0,-1 1-1 0 0,1-1 1 0 0,-1 1 0 0 0,0 0 0 0 0,0 0 0 0 0,7 7 0 0 0,-4-3 41 0 0,0 0 0 0 0,-1 0 0 0 0,0 1 0 0 0,-1 0-1 0 0,9 15 1 0 0,0 8 221 0 0,-1 1 0 0 0,-2 1 0 0 0,-1 0 0 0 0,9 51-1 0 0,8 139 846 0 0,-22-164-967 0 0,96 1046 2916 0 0,-68-769-2961 0 0,119 1360 425 0 0,-140-1550-483 0 0,61 834 92 0 0,-63-837-79 0 0,24 473-330 0 0,-33-573 305 0 0,0 105 1531 0 0,-1-145-1556 0 0,0 7 208 0 0,-1 0 1 0 0,-1 0-1 0 0,1 0 0 0 0,-5 13 1 0 0,4-19-226 0 0,0 0 0 0 0,0 0 1 0 0,0 0-1 0 0,0 0 0 0 0,-1-1 1 0 0,0 1-1 0 0,1-1 0 0 0,-1 0 0 0 0,-1 1 1 0 0,1-2-1 0 0,0 1 0 0 0,-6 4 1 0 0,-16 9 28 0 0,0-1-1 0 0,-1-2 1 0 0,-39 16 0 0 0,-87 23 201 0 0,103-37-166 0 0,-405 122-1335 0 0,334-108-2947 0 0,98-26 201 0 0,-38 1 0 0 0,42-5-2070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31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24 744 0 0,'8'-13'6462'0'0,"1"3"-3407"0"0,-3 11-930 0 0,-6 1-2028 0 0,1 0-1 0 0,-1-1 1 0 0,1 1-1 0 0,-1 0 1 0 0,0-1 0 0 0,1 1-1 0 0,-1 0 1 0 0,0 0-1 0 0,0-1 1 0 0,0 1 0 0 0,-1 2-1 0 0,-14 121 1684 0 0,-45 177-1 0 0,-26-27-7395 0 0,72-247 537 0 0,6-16 1074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31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0 165 1220 0 0,'30'-67'8407'0'0,"-24"51"-6804"0"0,1 0-1 0 0,1 0 1 0 0,0 0-1 0 0,12-16 1 0 0,-19 31-1520 0 0,17 5-12 0 0,-10 1-37 0 0,-1 1-1 0 0,1-1 0 0 0,-1 1 0 0 0,1 1 1 0 0,-2-1-1 0 0,1 1 0 0 0,7 11 0 0 0,38 57 487 0 0,-19-20-44 0 0,-3 2 0 0 0,-3 0 0 0 0,33 98 0 0 0,-34-68-63 0 0,28 173 1 0 0,-26-113-324 0 0,-17-92-1943 0 0,-10-52 1393 0 0,-1 0-1 0 0,1-1 1 0 0,0 1-1 0 0,0 0 1 0 0,0 0-1 0 0,0-1 1 0 0,0 1-1 0 0,2 2 0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31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46 1848 0 0,'-109'31'13471'0'0,"127"-35"-12991"0"0,233-44-449 0 0,-82 27-7945 0 0,-132 18 2402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0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16 0 0,'3'-28'16165'0'0,"-3"30"-16168"0"0,0 0 0 0 0,0 0 0 0 0,0 1-1 0 0,0-1 1 0 0,0 0 0 0 0,0 1 0 0 0,0-1-1 0 0,1 0 1 0 0,-1 1 0 0 0,1-1 0 0 0,0 0-1 0 0,-1 0 1 0 0,1 0 0 0 0,2 3 0 0 0,1 6 19 0 0,19 92 189 0 0,11 111 0 0 0,-32-181-121 0 0,-1 27 25 0 0,-2-58-97 0 0,1 20-26 0 0,-2 0 2 0 0,1 20 68 0 0,1-40-16 0 0,0 6 138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0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 1464 0 0,'0'0'9880'0'0,"11"6"-5259"0"0,-26 16-4017 0 0,-22 26 1 0 0,-7 8-455 0 0,15-13-154 0 0,-35 50-259 0 0,-56 112 1 0 0,108-175-2735 0 0,11-28 2389 0 0,1-1-1 0 0,0 1 1 0 0,0 0-1 0 0,0-1 1 0 0,0 1-1 0 0,0-1 1 0 0,0 1-1 0 0,0-1 1 0 0,0 1-1 0 0,1-1 1 0 0,0 3 0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23 2404 0 0,'6'-8'14232'0'0,"-5"7"-14183"0"0,1-1-1 0 0,-1 1 1 0 0,1 0-1 0 0,0 0 0 0 0,-1 0 1 0 0,1 0-1 0 0,0 0 1 0 0,0 0-1 0 0,-1 0 1 0 0,1 0-1 0 0,0 1 1 0 0,0-1-1 0 0,0 1 1 0 0,0-1-1 0 0,0 1 1 0 0,0 0-1 0 0,0 0 0 0 0,0 0 1 0 0,0 0-1 0 0,0 0 1 0 0,0 0-1 0 0,0 1 1 0 0,0-1-1 0 0,0 1 1 0 0,0-1-1 0 0,1 2 1 0 0,0-1-51 0 0,-1 0 1 0 0,1 1 0 0 0,-1-1 0 0 0,0 1 0 0 0,0-1 0 0 0,0 1 0 0 0,0 0 0 0 0,0 0 0 0 0,0 0 0 0 0,0 0 0 0 0,-1 0-1 0 0,1 0 1 0 0,-1 0 0 0 0,0 1 0 0 0,1-1 0 0 0,-1 1 0 0 0,0-1 0 0 0,0 1 0 0 0,-1-1 0 0 0,2 5 0 0 0,-1 6 15 0 0,1 0-1 0 0,-2 1 1 0 0,0-1 0 0 0,-1 1 0 0 0,0-1 0 0 0,-1 1 0 0 0,0-1 0 0 0,-1 0 0 0 0,-9 22 0 0 0,-5 11 133 0 0,-30 53 0 0 0,41-88-123 0 0,3-6-17 0 0,1 0 1 0 0,-1 0-1 0 0,1 0 1 0 0,0 0 0 0 0,1 1-1 0 0,-2 7 1 0 0,2-13-4 0 0,1 1 1 0 0,0-1-1 0 0,0 0 1 0 0,0 0-1 0 0,0 1 0 0 0,0-1 1 0 0,0 0-1 0 0,0 1 1 0 0,-1-1-1 0 0,1 0 1 0 0,0 1-1 0 0,0-1 1 0 0,0 0-1 0 0,0 1 1 0 0,1-1-1 0 0,-1 0 1 0 0,0 1-1 0 0,0-1 1 0 0,0 0-1 0 0,0 1 0 0 0,0-1 1 0 0,0 0-1 0 0,0 1 1 0 0,1-1-1 0 0,-1 0 1 0 0,0 0-1 0 0,0 1 1 0 0,0-1-1 0 0,1 0 1 0 0,-1 1-1 0 0,0-1 1 0 0,0 0-1 0 0,1 0 1 0 0,-1 0-1 0 0,0 1 0 0 0,0-1 1 0 0,1 0-1 0 0,15-1 59 0 0,17-13 2 0 0,123-72 151 0 0,41-19-4541 0 0,-142 77-3170 0 0,-36 19 2774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1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21 157 380 0 0,'-2'-48'13007'0'0,"-2"40"-10536"0"0,2 15-2436 0 0,0-1 0 0 0,1 1-1 0 0,-1-1 1 0 0,1 1 0 0 0,1-1-1 0 0,-1 1 1 0 0,1 7 0 0 0,5 53 125 0 0,-3-50-124 0 0,-1-5-24 0 0,1 1-1 0 0,0-2 1 0 0,1 1 0 0 0,0 0-1 0 0,1 0 1 0 0,0-1 0 0 0,1 0-1 0 0,1 0 1 0 0,10 18-1 0 0,-13-25 43 0 0,0-1-1 0 0,-1 1 0 0 0,2-1 0 0 0,-1 1 0 0 0,0-1 0 0 0,1 0 0 0 0,0 0 0 0 0,-1 0 0 0 0,1-1 0 0 0,0 1 0 0 0,0-1 0 0 0,1 0 0 0 0,-1 0 0 0 0,0 0 1 0 0,1-1-1 0 0,-1 0 0 0 0,1 1 0 0 0,-1-2 0 0 0,1 1 0 0 0,0 0 0 0 0,-1-1 0 0 0,1 0 0 0 0,0 0 0 0 0,0-1 0 0 0,-1 1 0 0 0,1-1 0 0 0,-1 0 1 0 0,6-1-1 0 0,-3 0 69 0 0,-1-1-1 0 0,1 1 1 0 0,0-1 0 0 0,-1-1 0 0 0,1 1 0 0 0,-1-1 0 0 0,0 0 0 0 0,0 0 0 0 0,0-1 0 0 0,-1 0-1 0 0,0 0 1 0 0,0 0 0 0 0,0 0 0 0 0,0-1 0 0 0,-1 0 0 0 0,0 0 0 0 0,0 0 0 0 0,-1-1 0 0 0,0 1-1 0 0,0-1 1 0 0,0 0 0 0 0,-1 0 0 0 0,0 0 0 0 0,0 0 0 0 0,-1 0 0 0 0,0 0 0 0 0,0 0 0 0 0,0-1-1 0 0,-1 1 1 0 0,0 0 0 0 0,-1 0 0 0 0,-2-12 0 0 0,1 4-15 0 0,-1 0 0 0 0,-1-1-1 0 0,0 1 1 0 0,-1 1 0 0 0,0-1 0 0 0,-2 1 0 0 0,-9-18 0 0 0,12 25-92 0 0,-1 1 0 0 0,1-1 1 0 0,-1 1-1 0 0,-1 0 0 0 0,1 1 1 0 0,-1-1-1 0 0,0 1 0 0 0,0 0 1 0 0,0 1-1 0 0,-1-1 0 0 0,0 1 1 0 0,0 1-1 0 0,0-1 0 0 0,0 1 1 0 0,0 0-1 0 0,-11-2 0 0 0,9 3-180 0 0,0 0 0 0 0,0 0 0 0 0,-1 1 0 0 0,1 1 0 0 0,-1-1 0 0 0,-12 2 0 0 0,18 0-284 0 0,0-1 1 0 0,0 1-1 0 0,1 0 0 0 0,-1 0 0 0 0,1 1 1 0 0,-1-1-1 0 0,1 1 0 0 0,-1-1 1 0 0,1 1-1 0 0,0 0 0 0 0,0 1 1 0 0,0-1-1 0 0,0 0 0 0 0,0 1 0 0 0,1-1 1 0 0,-1 1-1 0 0,1 0 0 0 0,-4 5 1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1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31 684 0 0,'-19'-30'16755'0'0,"19"30"-16731"0"0,0 1 0 0 0,-1-1 0 0 0,1 0 0 0 0,-1 1 0 0 0,1-1 0 0 0,0 1 0 0 0,-1-1 0 0 0,1 1-1 0 0,0-1 1 0 0,-1 1 0 0 0,1-1 0 0 0,0 1 0 0 0,0-1 0 0 0,0 1 0 0 0,0 0 0 0 0,-1-1 0 0 0,1 1 0 0 0,0-1 0 0 0,0 1 0 0 0,0-1 0 0 0,0 1 0 0 0,0 0 0 0 0,0 0 0 0 0,0 20 312 0 0,0-17-242 0 0,9 363 2110 0 0,-4-198-1851 0 0,1-100-2970 0 0,0-56 360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2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80 1976 0 0,'36'-33'24514'0'0,"-37"44"-24463"0"0,-1 1-1 0 0,0-1 0 0 0,0 0 0 0 0,-7 17 0 0 0,-2 11 7 0 0,5-16-20 0 0,-29 155-92 0 0,32-156 48 0 0,1 1-1 0 0,1 0 0 0 0,1 0 0 0 0,1 0 0 0 0,7 41 0 0 0,-6-55-7 0 0,1 0 0 0 0,-1 0 0 0 0,1 0 0 0 0,1-1 0 0 0,0 1 0 0 0,9 14 0 0 0,-11-20 24 0 0,0 0-1 0 0,1 0 0 0 0,-1 0 1 0 0,1 0-1 0 0,0 0 0 0 0,0 0 1 0 0,0-1-1 0 0,0 0 0 0 0,1 1 1 0 0,-1-1-1 0 0,1 0 0 0 0,-1-1 1 0 0,1 1-1 0 0,0-1 0 0 0,-1 1 0 0 0,1-1 1 0 0,0 0-1 0 0,6 0 0 0 0,-2 0 40 0 0,1-1 0 0 0,0 0-1 0 0,-1 0 1 0 0,1-1 0 0 0,0 0 0 0 0,-1-1-1 0 0,1 0 1 0 0,-1 0 0 0 0,0-1-1 0 0,14-6 1 0 0,-10 3 27 0 0,-1-1 0 0 0,1 0 0 0 0,-1 0 0 0 0,-1-2 0 0 0,0 1 0 0 0,13-14 1 0 0,-5 1 37 0 0,-1 0 1 0 0,-2 0 0 0 0,0-2-1 0 0,-1 0 1 0 0,-1 0 0 0 0,14-36 0 0 0,-20 39 44 0 0,0 1 0 0 0,-1-1 0 0 0,-1 0 0 0 0,-1 0 0 0 0,0 0 0 0 0,0-28 0 0 0,-4 40-126 0 0,0 1 0 0 0,0-1 0 0 0,-1 0 0 0 0,0 0 0 0 0,0 0 0 0 0,-1 1-1 0 0,0-1 1 0 0,0 0 0 0 0,-1 1 0 0 0,0 0 0 0 0,-1 0 0 0 0,1 0 0 0 0,-1 0 0 0 0,0 0-1 0 0,-1 1 1 0 0,0 0 0 0 0,0 0 0 0 0,0 0 0 0 0,-10-8 0 0 0,3 6-250 0 0,1 1 0 0 0,-2 0 0 0 0,1 0 0 0 0,-1 1 0 0 0,0 1 0 0 0,0 0 0 0 0,0 1 0 0 0,-1 0 0 0 0,1 1 0 0 0,-1 1 0 0 0,0 0 0 0 0,0 1 0 0 0,0 0 0 0 0,0 1 0 0 0,-21 3 0 0 0,9 0-1117 0 0,0 2 0 0 0,1 0 0 0 0,-1 2 0 0 0,2 0 0 0 0,-1 2-1 0 0,1 1 1 0 0,-33 19 0 0 0,12-3-4108 0 0,-1 1-2918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3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87 64 0 0,'-2'-2'2473'0'0,"-77"-51"14317"0"0,77 52-16196 0 0,1 0-394 0 0,-1 0 1 0 0,0 1-1 0 0,1-1 0 0 0,-1 0 0 0 0,1 0 0 0 0,-1 0 0 0 0,1-1 1 0 0,0 1-1 0 0,-1 0 0 0 0,1 0 0 0 0,-2-4 0 0 0,5 4-192 0 0,0 0 0 0 0,0-1 0 0 0,0 1 0 0 0,0 0 0 0 0,1 0 0 0 0,-1 0 0 0 0,0 0 0 0 0,1 0 0 0 0,-1 1 0 0 0,1-1 0 0 0,-1 1 0 0 0,0-1 0 0 0,1 1 0 0 0,3 0 0 0 0,49-1-18 0 0,-44 1-32 0 0,91 3-4043 0 0,-85-2 836 0 0,1-1 0 0 0,18-3 0 0 0,-16 0-2906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4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1 106 568 0 0,'6'-29'18937'0'0,"-2"25"-18874"0"0,0 1 1 0 0,0 1-1 0 0,0-1 0 0 0,0 1 1 0 0,1-1-1 0 0,-1 1 1 0 0,0 1-1 0 0,7-3 0 0 0,44-10 0 0 0,-30 9-4 0 0,119-22-38 0 0,-142 26-6 0 0,5 0 42 0 0,-1-1 0 0 0,1 1 1 0 0,0 0-1 0 0,9 1 1 0 0,-16 0-56 0 0,1 1 0 0 0,-1-1 0 0 0,1 1 0 0 0,-1 0 0 0 0,1-1 0 0 0,-1 1 0 0 0,1 0 0 0 0,-1 0 0 0 0,1-1 0 0 0,-1 1 0 0 0,0 0 0 0 0,0 0 1 0 0,1 0-1 0 0,-1 0 0 0 0,0-1 0 0 0,0 1 0 0 0,0 0 0 0 0,0 0 0 0 0,0 0 0 0 0,0 0 0 0 0,0-1 0 0 0,0 1 0 0 0,0 0 0 0 0,-1 0 0 0 0,1 0 0 0 0,0 0 0 0 0,0-1 0 0 0,-1 1 0 0 0,1 0 0 0 0,0 0 0 0 0,-1-1 0 0 0,1 1 0 0 0,-1 0 1 0 0,1 0-1 0 0,-1-1 0 0 0,0 2 0 0 0,-1 2 1 0 0,-66 217 335 0 0,62-196-467 0 0,-31 123 594 0 0,31-116-1143 0 0,1 0 0 0 0,-1 52 1 0 0,6-78-231 0 0,1 0 1 0 0,-1 0 0 0 0,2 0-1 0 0,-1 0 1 0 0,1 0 0 0 0,2 8 0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4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16 1316 0 0,'29'-15'19222'0'0,"-28"15"-19165"0"0,-10 17 1118 0 0,-18 27-1265 0 0,23-37 439 0 0,-29 45-954 0 0,-75 124 2390 0 0,77-115-5132 0 0,3 0-4633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4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1168 0 0,'9'-6'5795'0'0,"-1"-2"-3966"0"0,1 1 1 0 0,-1 0 0 0 0,19-10-1 0 0,-20 13-1593 0 0,0 0 0 0 0,0 0-1 0 0,1 1 1 0 0,-1 1 0 0 0,1-1-1 0 0,0 1 1 0 0,0 0 0 0 0,0 1-1 0 0,14-1 1 0 0,-20 2-204 0 0,0 1-1 0 0,0 0 1 0 0,0-1-1 0 0,0 1 1 0 0,-1 0-1 0 0,1 0 1 0 0,0 1-1 0 0,-1-1 0 0 0,1 0 1 0 0,-1 0-1 0 0,1 1 1 0 0,-1-1-1 0 0,0 1 1 0 0,1 0-1 0 0,-1-1 1 0 0,0 1-1 0 0,0 0 1 0 0,0-1-1 0 0,0 1 1 0 0,0 0-1 0 0,-1 0 1 0 0,1 0-1 0 0,0 3 1 0 0,1 4 213 0 0,-1 1 1 0 0,-1-1 0 0 0,1 1-1 0 0,-2-1 1 0 0,1 1 0 0 0,-1-1-1 0 0,-1 1 1 0 0,-2 11 0 0 0,-29 76 1693 0 0,14-46-1200 0 0,-7 20-54 0 0,25-69-615 0 0,1-2-63 0 0,0 1 1 0 0,0-1-1 0 0,1 1 1 0 0,-1-1-1 0 0,0 1 0 0 0,0-1 1 0 0,0 0-1 0 0,1 1 0 0 0,-1-1 1 0 0,0 1-1 0 0,0-1 0 0 0,1 0 1 0 0,-1 1-1 0 0,0-1 1 0 0,1 1-1 0 0,-1-1 0 0 0,0 0 1 0 0,1 0-1 0 0,-1 1 0 0 0,0-1 1 0 0,1 0-1 0 0,-1 0 0 0 0,1 1 1 0 0,-1-1-1 0 0,1 0 1 0 0,-1 0-1 0 0,1 0 0 0 0,-1 0 1 0 0,0 0-1 0 0,1 0 0 0 0,-1 0 1 0 0,2 0-1 0 0,13 1 77 0 0,-14-2-92 0 0,23-3 52 0 0,-1-1 0 0 0,1-1 0 0 0,-1-1-1 0 0,39-19 1 0 0,-24 11-43 0 0,10-3-121 0 0,46-20-913 0 0,-35 8-4641 0 0,-57 29 4884 0 0,-1 0-1 0 0,1-1 0 0 0,13-13-5534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5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82 696 0 0,'54'-78'28931'0'0,"-54"78"-28885"0"0,1-1 1 0 0,-1 1 0 0 0,0 0 0 0 0,0 0 0 0 0,0 0 0 0 0,0-1 0 0 0,0 1 0 0 0,0 0-1 0 0,1 0 1 0 0,-1 0 0 0 0,0 0 0 0 0,0-1 0 0 0,0 1 0 0 0,0 0 0 0 0,1 0-1 0 0,-1 0 1 0 0,0 0 0 0 0,0 0 0 0 0,0 0 0 0 0,1 0 0 0 0,-1 0 0 0 0,0 0 0 0 0,0-1-1 0 0,0 1 1 0 0,1 0 0 0 0,-1 0 0 0 0,0 0 0 0 0,0 0 0 0 0,1 0 0 0 0,-1 0 0 0 0,0 0-1 0 0,0 1 1 0 0,0-1 0 0 0,1 0 0 0 0,-1 0 0 0 0,0 0 0 0 0,0 0 0 0 0,1 0 0 0 0,-1 0-1 0 0,0 0 1 0 0,0 0 0 0 0,0 0 0 0 0,0 1 0 0 0,1-1 0 0 0,-1 0 0 0 0,0 0 0 0 0,0 0-1 0 0,0 0 1 0 0,0 1 0 0 0,0-1 0 0 0,1 0 0 0 0,-1 0 0 0 0,0 0 0 0 0,0 1-1 0 0,0-1 1 0 0,0 0 0 0 0,0 0 0 0 0,0 0 0 0 0,0 1 0 0 0,0-1 0 0 0,0 0 0 0 0,0 0-1 0 0,0 0 1 0 0,0 1 0 0 0,0-1 0 0 0,0 0 0 0 0,6 30-47 0 0,-1 1 0 0 0,-2-1 0 0 0,0 37 0 0 0,-3-56 0 0 0,4 85 0 0 0,3 157 0 0 0,-7-206 0 0 0,0-34 0 0 0,0 0 0 0 0,0-2 0 0 0,-1-2-21 0 0,-13-61-21732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6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 40 0 0,'-3'1'2152'0'0,"-82"30"12491"0"0,78-27-13905 0 0,-2 2-56 0 0,9-6-677 0 0,0 0-1 0 0,0 1 0 0 0,-1-1 0 0 0,1 0 0 0 0,0 0 0 0 0,0 1 0 0 0,0-1 0 0 0,0 0 0 0 0,0 0 0 0 0,0 1 1 0 0,0-1-1 0 0,1 0 0 0 0,-1 0 0 0 0,0 1 0 0 0,0-1 0 0 0,0 0 0 0 0,0 0 0 0 0,0 1 0 0 0,0-1 0 0 0,0 0 1 0 0,0 0-1 0 0,1 1 0 0 0,-1-1 0 0 0,0 0 0 0 0,0 0 0 0 0,0 0 0 0 0,1 0 0 0 0,-1 1 0 0 0,0-1 0 0 0,0 0 1 0 0,0 0-1 0 0,1 0 0 0 0,-1 0 0 0 0,0 0 0 0 0,0 0 0 0 0,1 1 0 0 0,-1-1 0 0 0,0 0 0 0 0,0 0 0 0 0,1 0 1 0 0,-1 0-1 0 0,0 0 0 0 0,13 5 194 0 0,-1-1 0 0 0,1-1 1 0 0,0 0-1 0 0,0 0 0 0 0,0-1 1 0 0,0-1-1 0 0,24 0 1 0 0,12 1 249 0 0,-47-2-373 0 0,2 0-24 0 0,-1 0 0 0 0,1 0 1 0 0,-1 0-1 0 0,1 0 0 0 0,-1 0 0 0 0,6 1 0 0 0,-6 0-20 0 0,0-1 92 0 0,7 0 156 0 0,13-4-6083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6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87 580 0 0,'-2'-12'11463'0'0,"2"10"-11086"0"0,1 0 0 0 0,-1-1-1 0 0,0 1 1 0 0,1 0 0 0 0,-1-1-1 0 0,1 1 1 0 0,0 0 0 0 0,0 0 0 0 0,-1-1-1 0 0,2 1 1 0 0,-1 0 0 0 0,0 0-1 0 0,0 0 1 0 0,3-2 0 0 0,-1 1-169 0 0,0 0 0 0 0,0 0 0 0 0,0 0 0 0 0,0 1 0 0 0,1-1 0 0 0,-1 1 0 0 0,7-3 1 0 0,-3 2-179 0 0,-1 0 0 0 0,1 1 1 0 0,-1 0-1 0 0,1 0 1 0 0,0 1-1 0 0,0 0 0 0 0,0 0 1 0 0,0 0-1 0 0,13 2 0 0 0,-18-1-11 0 0,-1 1-1 0 0,1-1 0 0 0,0 1 0 0 0,0 0 1 0 0,0 0-1 0 0,0 0 0 0 0,-1 0 0 0 0,1 0 1 0 0,0 0-1 0 0,-1 0 0 0 0,1 1 0 0 0,-1-1 1 0 0,1 0-1 0 0,-1 1 0 0 0,0-1 0 0 0,0 1 0 0 0,2 3 1 0 0,0-1 42 0 0,0 1 0 0 0,-1-1 0 0 0,0 1 0 0 0,0 0 0 0 0,2 7 0 0 0,-3-1 30 0 0,1 0 0 0 0,-1 1 1 0 0,-1-1-1 0 0,0 0 1 0 0,-1 0-1 0 0,0 1 0 0 0,-1-1 1 0 0,0 0-1 0 0,-5 14 1 0 0,-6 16 206 0 0,-19 41 0 0 0,25-67-206 0 0,-114 240 1479 0 0,119-251-1582 0 0,1-2 52 0 0,0-1 0 0 0,0 1 0 0 0,1 0 1 0 0,-1-1-1 0 0,0 1 0 0 0,1 0 0 0 0,-1-1 0 0 0,1 1 1 0 0,-1 0-1 0 0,1 0 0 0 0,0 0 0 0 0,0-1 0 0 0,0 1 1 0 0,0 0-1 0 0,0 0 0 0 0,0 0 0 0 0,1-1 0 0 0,-1 1 1 0 0,1 2-1 0 0,0-3-26 0 0,0 0 0 0 0,0-1-1 0 0,0 1 1 0 0,-1-1 0 0 0,1 1 0 0 0,0-1 0 0 0,0 0-1 0 0,0 1 1 0 0,0-1 0 0 0,0 0 0 0 0,0 0 0 0 0,0 0-1 0 0,0 0 1 0 0,0 1 0 0 0,0-1 0 0 0,0 0 0 0 0,0-1 0 0 0,0 1-1 0 0,0 0 1 0 0,0 0 0 0 0,2-1 0 0 0,21-4 138 0 0,25-8-12 0 0,99-30 204 0 0,-96 25-1809 0 0,-42 13-2365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7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78 2108 0 0,'1'-3'2590'0'0,"13"-46"18678"0"0,-14 49-21215 0 0,-12 18 510 0 0,-11 27-736 0 0,9-13 252 0 0,2 1 0 0 0,1 1 0 0 0,-8 40 0 0 0,16-59-64 0 0,1 0 1 0 0,0 0-1 0 0,1 1 0 0 0,1-1 0 0 0,0 0 1 0 0,2 1-1 0 0,-1-1 0 0 0,2 0 1 0 0,7 29-1 0 0,-9-41-14 0 0,1 1 0 0 0,-1-1 1 0 0,1 0-1 0 0,-1 1 0 0 0,1-1 1 0 0,0 0-1 0 0,0 0 0 0 0,0 0 1 0 0,1 0-1 0 0,-1 0 0 0 0,1-1 1 0 0,-1 1-1 0 0,1-1 0 0 0,0 1 1 0 0,0-1-1 0 0,0 0 1 0 0,0 0-1 0 0,1-1 0 0 0,-1 1 1 0 0,0 0-1 0 0,1-1 0 0 0,-1 0 1 0 0,1 0-1 0 0,0 0 0 0 0,-1 0 1 0 0,1-1-1 0 0,0 0 0 0 0,-1 1 1 0 0,1-1-1 0 0,0 0 0 0 0,-1-1 1 0 0,1 1-1 0 0,5-2 0 0 0,0 0 22 0 0,-1 0-1 0 0,1-1 0 0 0,-1 0 1 0 0,0-1-1 0 0,0 1 0 0 0,0-2 1 0 0,0 1-1 0 0,-1-1 0 0 0,1 0 1 0 0,-1 0-1 0 0,-1-1 0 0 0,1 0 1 0 0,6-8-1 0 0,-5 3-7 0 0,1-1 1 0 0,-2 0-1 0 0,0-1 1 0 0,0 0-1 0 0,-1 0 0 0 0,0 0 1 0 0,-1-1-1 0 0,-1 0 1 0 0,0 0-1 0 0,-1 0 1 0 0,-1 0-1 0 0,0 0 1 0 0,-1-1-1 0 0,0-18 0 0 0,-2 24-20 0 0,1 0 0 0 0,-1 0 0 0 0,0 0 0 0 0,-1 1 0 0 0,0-1 0 0 0,-1 0 0 0 0,0 1 0 0 0,0 0 0 0 0,0 0 0 0 0,-1 0 0 0 0,0 0-1 0 0,-1 0 1 0 0,0 1 0 0 0,0 0 0 0 0,-1 0 0 0 0,1 0 0 0 0,-2 0 0 0 0,1 1 0 0 0,-1 0 0 0 0,0 1 0 0 0,0 0 0 0 0,0 0 0 0 0,-1 0 0 0 0,-8-4 0 0 0,-1 3-442 0 0,-1 0 0 0 0,1 1 1 0 0,-1 1-1 0 0,0 1 1 0 0,0 0-1 0 0,0 1 0 0 0,-1 1 1 0 0,1 1-1 0 0,-23 2 1 0 0,-11 4-3353 0 0,-100 25 1 0 0,86-14-1307 0 0,-9 3-2664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7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34 1736 0 0,'-23'-15'11380'0'0,"84"23"-11104"0"0,1-4 0 0 0,-1-2-1 0 0,67-7 1 0 0,-70-5-3400 0 0,-19-1-1728 0 0,-18 5 1013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8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17 776 0 0,'6'-16'14952'0'0,"-22"201"-9678"0"0,3-61-4683 0 0,10-80-712 0 0,-6 74-2112 0 0,4-39-8713 0 0,5-65 5057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15 1264 0 0,'25'-14'18493'0'0,"-29"24"-15867"0"0,-21 23-3955 0 0,22-29 2146 0 0,-68 81-418 0 0,-77 101-2879 0 0,142-178 1690 0 0,-20 31-2783 0 0,16-13-4230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8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1 109 596 0 0,'9'-8'3940'0'0,"42"-34"5460"0"0,-40 33-8775 0 0,1 0 0 0 0,0 2 0 0 0,0-1 0 0 0,26-10 1 0 0,-34 16-558 0 0,1 1 0 0 0,-1 0 1 0 0,0 0-1 0 0,0 0 1 0 0,1 0-1 0 0,-1 1 1 0 0,0-1-1 0 0,1 1 0 0 0,-1 0 1 0 0,0 1-1 0 0,1-1 1 0 0,-1 1-1 0 0,0 0 0 0 0,5 1 1 0 0,-6-1-12 0 0,-1 1-1 0 0,1-1 1 0 0,-1 0-1 0 0,1 1 1 0 0,-1 0 0 0 0,0 0-1 0 0,1-1 1 0 0,-1 1-1 0 0,0 0 1 0 0,0 1 0 0 0,0-1-1 0 0,-1 0 1 0 0,1 1-1 0 0,0-1 1 0 0,-1 1 0 0 0,0-1-1 0 0,1 1 1 0 0,-1 0-1 0 0,0-1 1 0 0,-1 1 0 0 0,2 5-1 0 0,-1 1 72 0 0,1 1 0 0 0,-2 0 0 0 0,0-1 0 0 0,0 1-1 0 0,-1 0 1 0 0,0-1 0 0 0,0 1 0 0 0,-4 12 0 0 0,-4 7 423 0 0,-15 37 0 0 0,-62 114 1320 0 0,53-115-1367 0 0,32-65-491 0 0,1 1-1 0 0,-1-1 1 0 0,1 1 0 0 0,0-1 0 0 0,-1 1-1 0 0,1 0 1 0 0,0-1 0 0 0,-1 1 0 0 0,1-1-1 0 0,0 1 1 0 0,0 0 0 0 0,0-1 0 0 0,0 1-1 0 0,0 0 1 0 0,-1-1 0 0 0,1 1 0 0 0,0 0-1 0 0,0-1 1 0 0,1 1 0 0 0,-1 0-1 0 0,0-1 1 0 0,0 1 0 0 0,0 0 0 0 0,0-1-1 0 0,1 1 1 0 0,-1 0 0 0 0,0-1 0 0 0,0 1-1 0 0,1 0 1 0 0,-1-1 0 0 0,1 2 0 0 0,1-2-2 0 0,-1 1 1 0 0,0-1 0 0 0,1 0-1 0 0,-1 1 1 0 0,0-1 0 0 0,1 0 0 0 0,-1 0-1 0 0,1 0 1 0 0,-1 0 0 0 0,0 0-1 0 0,1 0 1 0 0,-1 0 0 0 0,1 0-1 0 0,1-1 1 0 0,10-2 13 0 0,1-1-1 0 0,16-7 1 0 0,-27 10-13 0 0,307-126 216 0 0,-305 125-552 0 0,78-32-89 0 0,-48 17-9681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8:59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14 1860 0 0,'-10'-14'14058'0'0,"10"14"-13949"0"0,-7 12 1400 0 0,-3 22-1710 0 0,8-27 761 0 0,-5 28-296 0 0,2 0 1 0 0,1 1-1 0 0,1-1 1 0 0,3 1-1 0 0,4 49 1 0 0,-3-74-226 0 0,0 1 0 0 0,1-1 0 0 0,0 0 1 0 0,1 0-1 0 0,0-1 0 0 0,0 1 0 0 0,1 0 0 0 0,10 17 0 0 0,-12-25-3 0 0,0 0-1 0 0,1 1 0 0 0,-1-1 1 0 0,1 0-1 0 0,0 0 0 0 0,0 0 1 0 0,0 0-1 0 0,0-1 0 0 0,0 1 0 0 0,0-1 1 0 0,1 0-1 0 0,-1 0 0 0 0,1 0 1 0 0,0 0-1 0 0,-1-1 0 0 0,1 0 0 0 0,0 1 1 0 0,0-1-1 0 0,0-1 0 0 0,0 1 1 0 0,0 0-1 0 0,0-1 0 0 0,0 0 0 0 0,0 0 1 0 0,0 0-1 0 0,0-1 0 0 0,5 0 1 0 0,3-2 49 0 0,-1-1 1 0 0,0 1-1 0 0,0-2 1 0 0,0 0-1 0 0,0 0 1 0 0,-1-1-1 0 0,1 0 1 0 0,-2-1-1 0 0,1 0 1 0 0,-1-1-1 0 0,0 0 1 0 0,0 0-1 0 0,-1-1 1 0 0,0 0-1 0 0,-1 0 1 0 0,0-1-1 0 0,0 0 1 0 0,-1 0-1 0 0,7-17 1 0 0,-8 16-52 0 0,-1 0 1 0 0,0 0-1 0 0,0 0 0 0 0,-1-1 0 0 0,-1 0 1 0 0,0 1-1 0 0,-1-1 0 0 0,0-22 1 0 0,-1 25-19 0 0,-1 0 1 0 0,0 1-1 0 0,-1-1 1 0 0,0 0-1 0 0,0 1 1 0 0,-1 0 0 0 0,0 0-1 0 0,-1-1 1 0 0,1 2-1 0 0,-2-1 1 0 0,1 0-1 0 0,-9-10 1 0 0,7 11-8 0 0,0 1-1 0 0,-1 0 1 0 0,1 1 0 0 0,-1-1 0 0 0,0 1-1 0 0,0 1 1 0 0,-1-1 0 0 0,0 1 0 0 0,1 1 0 0 0,-1-1-1 0 0,-1 2 1 0 0,1-1 0 0 0,0 1 0 0 0,-1 0-1 0 0,-11-1 1 0 0,9 2-148 0 0,1 0 0 0 0,-1 0 0 0 0,0 2 1 0 0,0-1-1 0 0,1 1 0 0 0,-1 1 0 0 0,0 0 0 0 0,1 0 0 0 0,0 1 0 0 0,-1 1 0 0 0,1-1 0 0 0,-10 6 0 0 0,17-7-140 0 0,-1 1-1 0 0,0-1 1 0 0,1 1-1 0 0,0-1 1 0 0,-1 1-1 0 0,1 0 1 0 0,0 0-1 0 0,1 0 1 0 0,-1 0-1 0 0,-3 6 0 0 0,5-8-94 0 0,1 1-1 0 0,-1-1 1 0 0,0 1-1 0 0,1 0 0 0 0,-1 0 1 0 0,1-1-1 0 0,-1 1 1 0 0,1 0-1 0 0,0 0 0 0 0,-1-1 1 0 0,1 1-1 0 0,0 0 1 0 0,0 0-1 0 0,1 0 0 0 0,-1-1 1 0 0,0 1-1 0 0,1 0 1 0 0,-1 0-1 0 0,1-1 0 0 0,-1 1 1 0 0,1 0-1 0 0,0-1 1 0 0,-1 1-1 0 0,1 0 0 0 0,0-1 1 0 0,3 3-1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00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53 340 0 0,'-3'0'2270'0'0,"-44"-5"5136"0"0,45 5-6298 0 0,-2 0-67 0 0,-41-2 5218 0 0,60-2-6065 0 0,1 0-23 0 0,0 1-1 0 0,25-1 0 0 0,8-2 47 0 0,33-6-21 0 0,-79 11-224 0 0,13-1-1477 0 0,-7 0 912 0 0,26-6-8451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00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2424 0 0,'9'-26'20135'0'0,"-5"42"-17498"0"0,2 32-2195 0 0,9 242 2238 0 0,-5-70-4568 0 0,-5-177-4553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01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47 1832 0 0,'14'-46'23089'0'0,"-23"232"-22678"0"0,0 21-811 0 0,10-166-1594 0 0,8 53 0 0 0,-6-75-2566 0 0,11 31 0 0 0,-3-20-4860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41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18 328 0 0,'31'6'22916'0'0,"-41"-16"-22626"0"0,7 8-249 0 0,0 0 0 0 0,0 1 0 0 0,-1-1 1 0 0,1 1-1 0 0,-1-1 0 0 0,1 1 0 0 0,-1 0 0 0 0,0 1 0 0 0,1-1 0 0 0,-1 1 0 0 0,0-1 0 0 0,-4 1 1 0 0,-1 0-34 0 0,1 1 1 0 0,-1 0 0 0 0,-16 3 0 0 0,10 0-7 0 0,1 0 1 0 0,1 1-1 0 0,-1 1 0 0 0,1 0 0 0 0,0 1 0 0 0,0 0 0 0 0,0 1 0 0 0,1 1 1 0 0,1 0-1 0 0,-1 0 0 0 0,1 1 0 0 0,1 0 0 0 0,0 1 0 0 0,1 0 1 0 0,0 1-1 0 0,0 0 0 0 0,1 1 0 0 0,1-1 0 0 0,0 1 0 0 0,-6 16 1 0 0,-2 13-24 0 0,2 0 1 0 0,2 1-1 0 0,2 0 1 0 0,-5 58-1 0 0,1 179 11 0 0,12-267-3 0 0,-3 601 148 0 0,0-66-167 0 0,-10 141 53 0 0,-5 597-50 0 0,29-839 242 0 0,-9-398-154 0 0,0-23 67 0 0,4 40-1 0 0,-5-64-46 0 0,1 38 510 0 0,-1-39-589 0 0,1 0 0 0 0,-1 0 1 0 0,1 0-1 0 0,0 0 0 0 0,0 0 0 0 0,0 0 1 0 0,-1 0-1 0 0,1 0 0 0 0,0-1 1 0 0,0 1-1 0 0,0 0 0 0 0,0-1 0 0 0,0 1 1 0 0,0-1-1 0 0,0 1 0 0 0,1-1 1 0 0,-1 1-1 0 0,0-1 0 0 0,0 0 0 0 0,0 0 1 0 0,0 0-1 0 0,2 1 0 0 0,37 3-6 0 0,-29-3 14 0 0,302 13-4036 0 0,-106-24-6243 0 0,-129 3 1656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42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90 2192 0 0,'0'-2'1657'0'0,"8"-85"13628"0"0,-22 259-11761 0 0,-9 193-3689 0 0,23-363-41 0 0,3 42-2513 0 0,3-24-670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42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105 161 948 0 0,'-4'-13'4833'0'0,"4"-9"-908"0"0,0 18-3085 0 0,1 1 0 0 0,-1-1 0 0 0,0 1 0 0 0,-1-1 0 0 0,1 1 0 0 0,0-1 0 0 0,-1 1 1 0 0,0-1-1 0 0,0 1 0 0 0,0-1 0 0 0,0 1 0 0 0,-3-5 1119 0 0,2 9-1794 0 0,-1 1-132 0 0,0 0 0 0 0,0 1 0 0 0,0 0 0 0 0,1-1 0 0 0,-1 1 0 0 0,1 0 0 0 0,0 0 0 0 0,0 0 0 0 0,0 0 0 0 0,0 1 0 0 0,-1 4 0 0 0,-17 46 85 0 0,13-33-68 0 0,-1 1-39 0 0,2 0 1 0 0,0 1-1 0 0,2-1 1 0 0,-3 36-1 0 0,6-47-6 0 0,1-1-1 0 0,0 0 1 0 0,0 0-1 0 0,1 1 1 0 0,1-1-1 0 0,-1 0 1 0 0,2 0-1 0 0,0 0 1 0 0,0-1-1 0 0,0 1 1 0 0,1-1-1 0 0,9 16 1 0 0,-9-20 0 0 0,0 0 1 0 0,0-1 0 0 0,0 1-1 0 0,0-1 1 0 0,1 0-1 0 0,-1 0 1 0 0,1 0-1 0 0,0-1 1 0 0,1 1 0 0 0,-1-1-1 0 0,0 0 1 0 0,1-1-1 0 0,7 3 1 0 0,-4-2 1 0 0,1-1 0 0 0,-1 0 0 0 0,1-1-1 0 0,0 0 1 0 0,0 0 0 0 0,0-1 0 0 0,16-2 0 0 0,-7-1 8 0 0,-1 0-1 0 0,1-2 1 0 0,-1 0 0 0 0,0-1-1 0 0,-1 0 1 0 0,1-2 0 0 0,-2 0-1 0 0,22-13 1 0 0,-26 12-1 0 0,1-1 0 0 0,-2 0 0 0 0,1 0 0 0 0,-2-1 0 0 0,1 0 0 0 0,-1-1 0 0 0,-1 0 0 0 0,0-1-1 0 0,-1 0 1 0 0,-1 0 0 0 0,1-1 0 0 0,8-27 0 0 0,-13 33 8 0 0,0 0 0 0 0,-1-1-1 0 0,0 1 1 0 0,0-1 0 0 0,-1 0-1 0 0,0 0 1 0 0,-1 1 0 0 0,0-1 0 0 0,0 0-1 0 0,-1 0 1 0 0,0 1 0 0 0,-1-1-1 0 0,0 1 1 0 0,0-1 0 0 0,-1 1-1 0 0,0 0 1 0 0,0-1 0 0 0,-1 1 0 0 0,0 1-1 0 0,0-1 1 0 0,-1 1 0 0 0,0 0-1 0 0,-9-11 1 0 0,4 8 9 0 0,-1 1 1 0 0,0 1-1 0 0,0-1 0 0 0,0 2 0 0 0,-1-1 1 0 0,0 2-1 0 0,-1 0 0 0 0,-18-7 0 0 0,22 10-266 0 0,-1-1 0 0 0,0 2 1 0 0,0-1-1 0 0,-1 2 0 0 0,1-1 0 0 0,0 1 0 0 0,-1 1 0 0 0,1 0 0 0 0,0 0 0 0 0,-1 1 0 0 0,-18 4 0 0 0,25-4-326 0 0,-1 1-1 0 0,0 0 1 0 0,1 0-1 0 0,-1 0 1 0 0,1 1-1 0 0,0-1 1 0 0,-8 7 0 0 0,9-6-564 0 0,0-1 1 0 0,1 1-1 0 0,-1 0 0 0 0,1-1 1 0 0,0 1-1 0 0,-3 6 1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45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92 232 0 0,'-12'-16'14529'0'0,"11"15"-14427"0"0,0 1 0 0 0,0 0 0 0 0,0-1 1 0 0,0 1-1 0 0,0 0 0 0 0,0 0 1 0 0,0-1-1 0 0,-1 1 0 0 0,1 0 0 0 0,0 0 1 0 0,0 0-1 0 0,0 1 0 0 0,0-1 0 0 0,0 0 1 0 0,0 0-1 0 0,0 0 0 0 0,-1 1 0 0 0,1-1 1 0 0,0 1-1 0 0,-1 0 0 0 0,-1 1 11 0 0,0 0-1 0 0,0 0 1 0 0,0 0-1 0 0,1 0 0 0 0,-1 0 1 0 0,-3 6-1 0 0,-4 5-12 0 0,1 0-1 0 0,-10 18 0 0 0,14-21 186 0 0,-18 30 22 0 0,2 2 0 0 0,-25 69 0 0 0,38-86-274 0 0,1 0 0 0 0,1 0 0 0 0,1 1 0 0 0,1-1 0 0 0,1 1 0 0 0,1 32 0 0 0,3-47-20 0 0,0 0-1 0 0,0 0 1 0 0,1 0 0 0 0,1 0-1 0 0,0-1 1 0 0,0 1 0 0 0,1-1 0 0 0,0 1-1 0 0,1-1 1 0 0,8 13 0 0 0,-9-17-4 0 0,1 0 0 0 0,-1 0 0 0 0,1 0 1 0 0,0-1-1 0 0,1 0 0 0 0,-1 0 0 0 0,1 0 0 0 0,0 0 0 0 0,0-1 1 0 0,1 0-1 0 0,-1-1 0 0 0,1 1 0 0 0,0-1 0 0 0,0 0 0 0 0,0-1 1 0 0,9 3-1 0 0,1-3 7 0 0,-1 1 1 0 0,1-2-1 0 0,0 0 1 0 0,-1-1-1 0 0,1-1 1 0 0,0 0-1 0 0,-1-1 1 0 0,1-1-1 0 0,27-9 1 0 0,-24 5-10 0 0,0-1 1 0 0,0 0-1 0 0,-1-2 1 0 0,-1-1-1 0 0,0 0 0 0 0,0-1 1 0 0,20-17-1 0 0,-21 14 2 0 0,-1-1 0 0 0,0 0-1 0 0,-1-1 1 0 0,-1-1-1 0 0,-1 0 1 0 0,0-1 0 0 0,-1-1-1 0 0,-2 1 1 0 0,0-2-1 0 0,0 0 1 0 0,-2 0-1 0 0,-1 0 1 0 0,-1-1 0 0 0,0 0-1 0 0,3-31 1 0 0,-9 39-7 0 0,0 1 0 0 0,0 0 1 0 0,-2-1-1 0 0,1 1 0 0 0,-2 0 0 0 0,0 0 1 0 0,0 0-1 0 0,-1 0 0 0 0,-1 1 1 0 0,0 0-1 0 0,-1 0 0 0 0,0 0 0 0 0,-1 0 1 0 0,0 1-1 0 0,-1 0 0 0 0,0 1 0 0 0,0 0 1 0 0,-2 0-1 0 0,-14-12 0 0 0,15 13-6 0 0,0 2 0 0 0,-1 0-1 0 0,-1 0 1 0 0,1 0 0 0 0,-1 2-1 0 0,0-1 1 0 0,0 1 0 0 0,-1 1-1 0 0,1 0 1 0 0,-1 1 0 0 0,0 0-1 0 0,0 0 1 0 0,0 2 0 0 0,-1-1-1 0 0,1 2 1 0 0,0-1 0 0 0,0 2-1 0 0,-1 0 1 0 0,1 0 0 0 0,0 1-1 0 0,-14 4 1 0 0,21-5-220 0 0,0 1 0 0 0,0 0 0 0 0,0 0 0 0 0,0 1 0 0 0,1-1 0 0 0,-1 1 0 0 0,1 0 0 0 0,-1 0 0 0 0,1 1 0 0 0,0-1 0 0 0,1 1 0 0 0,-5 5 0 0 0,6-7-475 0 0,0 1-1 0 0,0 0 1 0 0,0 0-1 0 0,1 0 1 0 0,0 0-1 0 0,-1 0 0 0 0,1 1 1 0 0,0-1-1 0 0,1 0 1 0 0,-1 0-1 0 0,1 1 1 0 0,-1 6-1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54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28 127 68 0 0,'-6'-6'15223'0'0,"5"8"-15223"0"0,0 0 1 0 0,0-1-1 0 0,0 1 1 0 0,0 0-1 0 0,0 0 1 0 0,0 0-1 0 0,0 0 1 0 0,1 0-1 0 0,-1 0 1 0 0,1 0-1 0 0,0 0 1 0 0,0 0-1 0 0,-1 0 1 0 0,2 3-1 0 0,-3 6 1 0 0,2-9 8 0 0,-5 33 12 0 0,2-15-13 0 0,1 1 0 0 0,2 0 0 0 0,0 0 0 0 0,1 0 0 0 0,1 0-1 0 0,5 25 1 0 0,-4-34 5 0 0,1-1 0 0 0,-1 0 0 0 0,2 0 0 0 0,-1 0 0 0 0,2-1 0 0 0,-1 0-1 0 0,1 0 1 0 0,1 0 0 0 0,0-1 0 0 0,0 0 0 0 0,1 0 0 0 0,0-1 0 0 0,11 10 0 0 0,-14-14 60 0 0,0-1 1 0 0,1 1-1 0 0,-1-1 1 0 0,1 0-1 0 0,0 0 1 0 0,0-1-1 0 0,0 1 1 0 0,0-1-1 0 0,1-1 1 0 0,-1 1-1 0 0,0-1 1 0 0,1 0-1 0 0,-1-1 1 0 0,1 1-1 0 0,-1-1 1 0 0,1 0-1 0 0,-1-1 1 0 0,0 0-1 0 0,1 0 1 0 0,-1 0-1 0 0,0-1 1 0 0,1 0-1 0 0,-1 0 1 0 0,0 0-1 0 0,0-1 1 0 0,-1 0-1 0 0,1 0 0 0 0,0-1 1 0 0,-1 1-1 0 0,6-6 1 0 0,-1 0 88 0 0,-1 1 0 0 0,0-2 0 0 0,0 0 0 0 0,-1 0 1 0 0,0 0-1 0 0,0-1 0 0 0,-1 0 0 0 0,-1-1 0 0 0,0 1 0 0 0,0-1 0 0 0,-1 0 1 0 0,-1-1-1 0 0,0 1 0 0 0,-1-1 0 0 0,0 0 0 0 0,-1 0 0 0 0,1-13 0 0 0,-3 14-134 0 0,0 1-1 0 0,0-1 1 0 0,-1 1 0 0 0,0 0-1 0 0,-1-1 1 0 0,-1 1-1 0 0,1 0 1 0 0,-2 0 0 0 0,1 0-1 0 0,-2 1 1 0 0,1-1-1 0 0,-2 1 1 0 0,1 0 0 0 0,-1 0-1 0 0,-1 1 1 0 0,0 0-1 0 0,0 0 1 0 0,0 0 0 0 0,-16-12-1 0 0,8 10-48 0 0,1 2-1 0 0,-1 0 1 0 0,-1 0-1 0 0,0 2 1 0 0,-31-11-1 0 0,14 5-622 0 0,32 13 392 0 0,0-1 0 0 0,0 1 1 0 0,0-1-1 0 0,-1 1 0 0 0,1-1 1 0 0,0 1-1 0 0,0 0 0 0 0,-1 0 0 0 0,1 0 1 0 0,0 0-1 0 0,-1 0 0 0 0,1 0 1 0 0,0 0-1 0 0,-1 0 0 0 0,1 0 0 0 0,0 0 1 0 0,-1 1-1 0 0,1-1 0 0 0,0 0 1 0 0,0 1-1 0 0,0-1 0 0 0,-1 1 0 0 0,1 0 1 0 0,0-1-1 0 0,0 1 0 0 0,0 0 1 0 0,-1 1-1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54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69 436 0 0,'18'-69'21244'0'0,"-17"81"-20425"0"0,-1-8-804 0 0,-20 254 354 0 0,10-138-569 0 0,13-60-2326 0 0,-2-46 202 0 0,2-1 0 0 0,4 17 1 0 0,-2-18-2050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55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63 107 1408 0 0,'-1'-3'1170'0'0,"0"0"0"0"0,0 0 0 0 0,1 1 0 0 0,-1-1 0 0 0,1 0 1 0 0,0 0-1 0 0,0-5 0 0 0,-1-11 5753 0 0,-1 16-6419 0 0,2 3-475 0 0,0 0 0 0 0,0-1 0 0 0,0 1 0 0 0,0 0 0 0 0,0 0 0 0 0,0 0 0 0 0,0-1 0 0 0,0 1 0 0 0,0 0 0 0 0,-1 0 0 0 0,1 0 0 0 0,0 0 0 0 0,0-1 1 0 0,0 1-1 0 0,0 0 0 0 0,0 0 0 0 0,0 0 0 0 0,0 0 0 0 0,-1 0 0 0 0,1-1 0 0 0,0 1 0 0 0,0 0 0 0 0,0 0 0 0 0,0 0 0 0 0,-1 0 0 0 0,1 0 0 0 0,0 0 0 0 0,0 0 0 0 0,0 0 0 0 0,0 0 0 0 0,-1 0 0 0 0,1 0 0 0 0,0 0 0 0 0,0 0 0 0 0,0 0 0 0 0,-1 0 0 0 0,1 0 0 0 0,-3 2-8 0 0,1 1-1 0 0,0 0 1 0 0,0 0-1 0 0,0 0 1 0 0,0 1-1 0 0,0-1 1 0 0,1 0 0 0 0,-1 1-1 0 0,1-1 1 0 0,-1 5-1 0 0,-10 44 27 0 0,9-38-35 0 0,-2 9 9 0 0,1 1 0 0 0,1 0 0 0 0,1 0-1 0 0,1 0 1 0 0,1 0 0 0 0,1 0 0 0 0,6 28-1 0 0,-6-45-10 0 0,1 1 0 0 0,0-1-1 0 0,1 0 1 0 0,0 0-1 0 0,0 0 1 0 0,0 0-1 0 0,1 0 1 0 0,0-1 0 0 0,0 0-1 0 0,1 1 1 0 0,7 6-1 0 0,-7-9 3 0 0,0 0-1 0 0,0 0 0 0 0,0 0 1 0 0,1-1-1 0 0,0 0 1 0 0,-1 0-1 0 0,1 0 0 0 0,0-1 1 0 0,0 0-1 0 0,1 0 0 0 0,-1 0 1 0 0,0-1-1 0 0,1 0 0 0 0,-1 0 1 0 0,9-1-1 0 0,0 1 43 0 0,1-2-1 0 0,-1 0 1 0 0,1 0 0 0 0,-1-2-1 0 0,0 1 1 0 0,0-2-1 0 0,0 0 1 0 0,0-1 0 0 0,-1-1-1 0 0,0 0 1 0 0,0-1-1 0 0,16-10 1 0 0,-22 11 22 0 0,1 0-1 0 0,-1-1 1 0 0,0 0-1 0 0,0 0 0 0 0,-1-1 1 0 0,0 0-1 0 0,-1-1 1 0 0,0 1-1 0 0,0-1 1 0 0,0 0-1 0 0,-1 0 1 0 0,-1-1-1 0 0,0 0 1 0 0,0 0-1 0 0,-1 0 1 0 0,0 0-1 0 0,0 0 1 0 0,1-18-1 0 0,-3 14-39 0 0,-1 1 1 0 0,0-1-1 0 0,-1 0 1 0 0,-1 1-1 0 0,0-1 0 0 0,0 1 1 0 0,-2-1-1 0 0,0 1 1 0 0,0 0-1 0 0,-11-21 0 0 0,12 27-47 0 0,-1 1-1 0 0,1-1 1 0 0,-1 1-1 0 0,0 0 1 0 0,-1 0-1 0 0,0 1 1 0 0,0-1-1 0 0,0 1 1 0 0,0 0-1 0 0,-1 1 1 0 0,0-1-1 0 0,0 1 1 0 0,0 0-1 0 0,0 0 1 0 0,-1 1-1 0 0,1 0 1 0 0,-1 0-1 0 0,0 1 1 0 0,0 0-1 0 0,0 0 1 0 0,-9-1-1 0 0,11 2-253 0 0,0 1 0 0 0,0 0-1 0 0,0 0 1 0 0,0 1-1 0 0,0 0 1 0 0,0 0 0 0 0,-1 0-1 0 0,2 0 1 0 0,-1 1-1 0 0,0 0 1 0 0,0 0-1 0 0,-7 4 1 0 0,8-3-1216 0 0,-1 0-1 0 0,1 0 1 0 0,0 1 0 0 0,0-1-1 0 0,0 1 1 0 0,-6 7-1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58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93 105 1340 0 0,'-5'8'9644'0'0,"0"0"-7834"0"0,0 1 0 0 0,2 0-1 0 0,-5 10 1 0 0,-4 31 243 0 0,1 54-2278 0 0,10-92 621 0 0,1 3-351 0 0,0 1-1 0 0,0-1 1 0 0,2 1-1 0 0,0 0 1 0 0,8 28-1 0 0,-7-33 31 0 0,0 0 0 0 0,2 0 0 0 0,-1-1 0 0 0,1 1 0 0 0,1-1 0 0 0,0 0 0 0 0,0 0 0 0 0,13 14 0 0 0,-16-21 1 0 0,1 1 0 0 0,0-1 0 0 0,0 0 0 0 0,0 0 0 0 0,0 0 0 0 0,1-1 1 0 0,-1 1-1 0 0,1-1 0 0 0,-1 0 0 0 0,1 0 0 0 0,0-1 0 0 0,0 1 0 0 0,0-1 0 0 0,0 0 1 0 0,0-1-1 0 0,0 1 0 0 0,0-1 0 0 0,0 0 0 0 0,0 0 0 0 0,0-1 0 0 0,0 1 1 0 0,0-1-1 0 0,0 0 0 0 0,0 0 0 0 0,9-4 0 0 0,-7 2-10 0 0,1-1 0 0 0,-1 1-1 0 0,1-1 1 0 0,-1-1 0 0 0,0 1 0 0 0,0-1-1 0 0,-1 0 1 0 0,0-1 0 0 0,0 0 0 0 0,0 0-1 0 0,-1 0 1 0 0,1 0 0 0 0,-1-1 0 0 0,-1 0-1 0 0,5-8 1 0 0,-3 1-27 0 0,-1-1-1 0 0,0 0 1 0 0,-1-1-1 0 0,-1 1 0 0 0,0-1 1 0 0,-1 0-1 0 0,0 1 1 0 0,-2-1-1 0 0,0 0 1 0 0,-1 0-1 0 0,0 0 1 0 0,-1 1-1 0 0,-1-1 0 0 0,0 1 1 0 0,-7-19-1 0 0,5 20-31 0 0,0 0 0 0 0,-1 0 0 0 0,0 0 0 0 0,-1 1 0 0 0,-1 0-1 0 0,0 0 1 0 0,-1 1 0 0 0,0 0 0 0 0,-1 0 0 0 0,0 1 0 0 0,-1 0 0 0 0,0 1-1 0 0,0 0 1 0 0,-1 1 0 0 0,-26-15 0 0 0,32 21-64 0 0,0 1-1 0 0,0-1 1 0 0,0 1 0 0 0,0 0-1 0 0,-1 1 1 0 0,1 0 0 0 0,-1 0-1 0 0,1 0 1 0 0,-1 1 0 0 0,1-1 0 0 0,-1 2-1 0 0,0-1 1 0 0,1 1 0 0 0,-1 0-1 0 0,1 0 1 0 0,0 1 0 0 0,-1 0-1 0 0,1 0 1 0 0,-7 3 0 0 0,9-3-232 0 0,0 1 0 0 0,0-1 0 0 0,0 1 0 0 0,1 0 0 0 0,-1 0 0 0 0,1 0 1 0 0,0 0-1 0 0,0 0 0 0 0,0 1 0 0 0,0 0 0 0 0,0-1 0 0 0,1 1 0 0 0,0 0 0 0 0,0 0 1 0 0,0 0-1 0 0,0 1 0 0 0,0-1 0 0 0,1 0 0 0 0,0 1 0 0 0,0-1 0 0 0,0 1 0 0 0,1-1 0 0 0,-1 1 1 0 0,1-1-1 0 0,0 1 0 0 0,1-1 0 0 0,0 10 0 0 0,1-7-1065 0 0,0 1 0 0 0,0-1 0 0 0,0 1 0 0 0,6 11 0 0 0,5 5-5382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58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90 1992 0 0,'-2'-1'1678'0'0,"-41"-25"8099"0"0,23 24-7588 0 0,15 4-2016 0 0,0 1 0 0 0,0 0 0 0 0,0 0-1 0 0,1 1 1 0 0,-1 0 0 0 0,1 0 0 0 0,0 0 0 0 0,0 0 0 0 0,0 0-1 0 0,1 1 1 0 0,-1 0 0 0 0,1-1 0 0 0,-3 7 0 0 0,-6 12 247 0 0,-15 38 0 0 0,26-59-378 0 0,-4 12 32 0 0,0 0 0 0 0,1 0 0 0 0,1 0 0 0 0,0 1 0 0 0,1-1 0 0 0,1 1 0 0 0,0 0 0 0 0,0-1 0 0 0,2 1 0 0 0,2 14 0 0 0,-3-23-32 0 0,1-1 0 0 0,0 1 0 0 0,1-1 0 0 0,-1 1-1 0 0,1-1 1 0 0,0 0 0 0 0,1 0 0 0 0,-1 0 0 0 0,1 0 0 0 0,0 0 0 0 0,0-1 0 0 0,0 1 0 0 0,1-1 0 0 0,0 0 0 0 0,0 0-1 0 0,0 0 1 0 0,0 0 0 0 0,0-1 0 0 0,1 1 0 0 0,0-1 0 0 0,-1-1 0 0 0,1 1 0 0 0,0-1 0 0 0,1 1 0 0 0,-1-1 0 0 0,0-1-1 0 0,1 1 1 0 0,9 1 0 0 0,-3-2 24 0 0,0 1-1 0 0,1-2 0 0 0,-1 0 1 0 0,0 0-1 0 0,0-1 0 0 0,0-1 1 0 0,0 0-1 0 0,0-1 0 0 0,0 0 1 0 0,0 0-1 0 0,-1-1 1 0 0,1-1-1 0 0,-1 0 0 0 0,0-1 1 0 0,-1 0-1 0 0,1 0 0 0 0,-1-1 1 0 0,0-1-1 0 0,-1 0 0 0 0,0 0 1 0 0,0-1-1 0 0,-1 0 1 0 0,0 0-1 0 0,-1-1 0 0 0,0 0 1 0 0,0 0-1 0 0,-1 0 0 0 0,0-1 1 0 0,-1 0-1 0 0,0-1 0 0 0,-1 1 1 0 0,4-14-1 0 0,-5 11-27 0 0,-1 0-1 0 0,0 1 1 0 0,-1-1-1 0 0,0 0 1 0 0,-1 0-1 0 0,-1 0 1 0 0,0 0 0 0 0,-4-20-1 0 0,3 27-28 0 0,0 0 0 0 0,0 0-1 0 0,0 1 1 0 0,-1-1 0 0 0,0 1-1 0 0,0 0 1 0 0,-1-1 0 0 0,0 2-1 0 0,0-1 1 0 0,0 0 0 0 0,-1 1 0 0 0,0 0-1 0 0,0 0 1 0 0,0 0 0 0 0,0 0-1 0 0,-1 1 1 0 0,0 0 0 0 0,-8-4-1 0 0,4 3-95 0 0,1 0-1 0 0,-1 1 0 0 0,0 1 0 0 0,0-1 0 0 0,-13-1 0 0 0,21 5-144 0 0,-1-1 0 0 0,0 1 0 0 0,1 0 0 0 0,-1-1 0 0 0,1 2 0 0 0,-1-1 0 0 0,0 0 0 0 0,1 0 0 0 0,-1 1 0 0 0,1-1 0 0 0,-1 1 0 0 0,1 0 0 0 0,-1 0 0 0 0,1 0 0 0 0,0 0 0 0 0,-1 0 0 0 0,1 0 0 0 0,0 1 0 0 0,0-1 0 0 0,0 1 0 0 0,0 0 0 0 0,0-1 0 0 0,0 1 0 0 0,0 0 0 0 0,1 0 0 0 0,-4 4 0 0 0,4-4-548 0 0,-3 8-505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59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1440 0 0,'29'-66'17648'0'0,"-23"60"-15790"0"0,-4 42-1048 0 0,-1 0 0 0 0,-6 52 0 0 0,0 17-1046 0 0,6-85-678 0 0,0-1 1 0 0,1 0-1 0 0,5 26 1 0 0,-5-37 121 0 0,5 19-2397 0 0,0-9-2536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02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74 103 288 0 0,'-12'-25'14744'0'0,"12"25"-14720"0"0,0 0 1 0 0,0 0-1 0 0,0 0 0 0 0,0 0 1 0 0,0 0-1 0 0,1 0 0 0 0,-1 0 0 0 0,0 1 1 0 0,0-1-1 0 0,0 0 0 0 0,0 0 1 0 0,-1 0-1 0 0,1 0 0 0 0,0 0 1 0 0,0 0-1 0 0,0 0 0 0 0,0 0 1 0 0,0 0-1 0 0,0 1 0 0 0,0-1 0 0 0,0 0 1 0 0,0 0-1 0 0,0 0 0 0 0,0 0 1 0 0,0 0-1 0 0,0 0 0 0 0,0 0 1 0 0,0 0-1 0 0,0 0 0 0 0,0 0 1 0 0,0 0-1 0 0,0 0 0 0 0,-1 0 0 0 0,1 0 1 0 0,0 0-1 0 0,0 1 0 0 0,0-1 1 0 0,0 0-1 0 0,0 0 0 0 0,0 0 1 0 0,0 0-1 0 0,0 0 0 0 0,0 0 1 0 0,0 0-1 0 0,-1 0 0 0 0,1 0 0 0 0,0 0 1 0 0,0 0-1 0 0,0 0 0 0 0,0 0 1 0 0,0 0-1 0 0,0 0 0 0 0,0 0 1 0 0,0-1-1 0 0,0 1 0 0 0,-1 0 0 0 0,1 0 1 0 0,0 0-1 0 0,0 0 0 0 0,0 0 1 0 0,0 0-1 0 0,0 0 0 0 0,0 0 1 0 0,0 0-1 0 0,0 0 0 0 0,-6 15 291 0 0,-3 19-336 0 0,-6 36 201 0 0,-10 63 196 0 0,23-117-346 0 0,1 1-1 0 0,1-1 0 0 0,0 1 1 0 0,1-1-1 0 0,1 0 0 0 0,5 19 1 0 0,-6-29-19 0 0,1-1 0 0 0,-1 1 0 0 0,1-1 0 0 0,1 0 0 0 0,-1 0 0 0 0,1 0 0 0 0,0 0 0 0 0,0 0 0 0 0,0-1 0 0 0,1 1 0 0 0,-1-1 0 0 0,1 0 0 0 0,0 0 0 0 0,1 0 0 0 0,-1-1 0 0 0,1 1 0 0 0,-1-1 0 0 0,11 5 0 0 0,-8-5 4 0 0,0 0 1 0 0,1-1-1 0 0,0 0 0 0 0,0 0 0 0 0,-1-1 0 0 0,1 0 1 0 0,0 0-1 0 0,0-1 0 0 0,0 0 0 0 0,0 0 1 0 0,0-1-1 0 0,16-3 0 0 0,-7 0 66 0 0,0-1 1 0 0,0-1-1 0 0,-1 0 0 0 0,1-1 1 0 0,-2-1-1 0 0,1 0 0 0 0,-1-1 0 0 0,0-1 1 0 0,-1 0-1 0 0,0-1 0 0 0,-1-1 1 0 0,24-26-1 0 0,-28 28-32 0 0,-2 0 0 0 0,1-1 0 0 0,-1 0 0 0 0,-1 0 0 0 0,0-1-1 0 0,-1 0 1 0 0,0 0 0 0 0,-1 0 0 0 0,0-1 0 0 0,0 1 0 0 0,-2-1 0 0 0,0 0 0 0 0,0 0 0 0 0,-1 0 0 0 0,-1 0-1 0 0,0 0 1 0 0,-1 0 0 0 0,-2-17 0 0 0,0 20-39 0 0,0 0 0 0 0,0 1 0 0 0,-1-1 0 0 0,0 1 0 0 0,0 0 0 0 0,-1 0 0 0 0,-1 0 0 0 0,1 1 0 0 0,-1-1 0 0 0,-1 1 0 0 0,1 1 0 0 0,-1-1 0 0 0,-1 1 0 0 0,0 1 1 0 0,1-1-1 0 0,-2 1 0 0 0,1 1 0 0 0,-1-1 0 0 0,0 1 0 0 0,0 1 0 0 0,0 0 0 0 0,-1 0 0 0 0,1 1 0 0 0,-21-4 0 0 0,21 5-231 0 0,0 1 0 0 0,0 0 0 0 0,0 1-1 0 0,-1 0 1 0 0,1 0 0 0 0,0 1 0 0 0,0 0 0 0 0,0 1 0 0 0,0 0 0 0 0,0 0 0 0 0,-8 4 0 0 0,2 5-1433 0 0,3 9-6079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02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21 1296 0 0,'-15'-2'5165'0'0,"-20"-6"1071"0"0,33 8-5627 0 0,-16 3 690 0 0,10 5-1118 0 0,0 0 1 0 0,0 0-1 0 0,1 1 1 0 0,0 0 0 0 0,0 0-1 0 0,1 1 1 0 0,1 0 0 0 0,-1 0-1 0 0,2 0 1 0 0,-1 0-1 0 0,1 1 1 0 0,-3 16 0 0 0,2-9-105 0 0,2 0 1 0 0,0 0 0 0 0,1 0 0 0 0,0 0 0 0 0,2 0 0 0 0,0 0 0 0 0,6 36-1 0 0,-5-47-56 0 0,0 0 0 0 0,1 0-1 0 0,0 0 1 0 0,0-1-1 0 0,1 1 1 0 0,0-1-1 0 0,0 1 1 0 0,0-1-1 0 0,1 0 1 0 0,0 0 0 0 0,0 0-1 0 0,1-1 1 0 0,-1 0-1 0 0,1 0 1 0 0,0 0-1 0 0,1 0 1 0 0,-1-1-1 0 0,1 0 1 0 0,0 0-1 0 0,0 0 1 0 0,0-1 0 0 0,0 0-1 0 0,11 4 1 0 0,-7-4 97 0 0,0-1 0 0 0,-1 0 1 0 0,1-1-1 0 0,0 0 1 0 0,0-1-1 0 0,0 0 1 0 0,0 0-1 0 0,-1-1 0 0 0,1 0 1 0 0,0-1-1 0 0,0 0 1 0 0,-1-1-1 0 0,1 0 0 0 0,-1 0 1 0 0,0-1-1 0 0,0 0 1 0 0,0 0-1 0 0,-1-1 1 0 0,1-1-1 0 0,-1 1 0 0 0,0-1 1 0 0,-1-1-1 0 0,0 1 1 0 0,0-1-1 0 0,0-1 0 0 0,-1 1 1 0 0,1-1-1 0 0,-2 0 1 0 0,1 0-1 0 0,-2-1 1 0 0,1 0-1 0 0,-1 0 0 0 0,0 0 1 0 0,-1 0-1 0 0,0 0 1 0 0,0-1-1 0 0,2-19 0 0 0,-3 14-63 0 0,-1 0 0 0 0,-1-1 0 0 0,-1 1 0 0 0,0-1 0 0 0,-1 1 0 0 0,0 0 0 0 0,-1 0 0 0 0,-9-25 0 0 0,9 33-108 0 0,1 0 0 0 0,-2 0-1 0 0,1 1 1 0 0,-1-1 0 0 0,0 1-1 0 0,0 0 1 0 0,0 0 0 0 0,-1 1 0 0 0,0-1-1 0 0,0 1 1 0 0,-1 0 0 0 0,0 0 0 0 0,1 1-1 0 0,-2 0 1 0 0,1 0 0 0 0,0 0-1 0 0,-1 1 1 0 0,1 0 0 0 0,-1 0 0 0 0,-9-2-1 0 0,13 4-319 0 0,0 0 0 0 0,0 1 0 0 0,0 0-1 0 0,1-1 1 0 0,-1 1 0 0 0,0 0-1 0 0,0 0 1 0 0,0 0 0 0 0,0 1 0 0 0,0-1-1 0 0,1 1 1 0 0,-1 0 0 0 0,0-1 0 0 0,0 1-1 0 0,-3 2 1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0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161 367 2268 0 0,'-12'-11'5576'0'0,"-3"-2"-2231"0"0,7 6-979 0 0,0 7-1440 0 0,7 0-869 0 0,0 0-1 0 0,0 0 1 0 0,0 0-1 0 0,0 0 1 0 0,0 0-1 0 0,0 0 1 0 0,0 0-1 0 0,0 0 1 0 0,0 0-1 0 0,0 0 1 0 0,0 1-1 0 0,0-1 1 0 0,0 0-1 0 0,0 1 1 0 0,0-1-1 0 0,0 1 1 0 0,0-1-1 0 0,0 1 1 0 0,0-1-1 0 0,1 1 1 0 0,-1 0-1 0 0,0-1 0 0 0,0 1 1 0 0,0 1-1 0 0,-10 12 273 0 0,0-1-1 0 0,2 2 1 0 0,-1-1-1 0 0,2 1 1 0 0,0 1-1 0 0,-10 29 0 0 0,14-34-281 0 0,0 2-1 0 0,1-1 1 0 0,0 0-1 0 0,1 1 1 0 0,1-1-1 0 0,0 1 0 0 0,0 0 1 0 0,2-1-1 0 0,-1 1 1 0 0,3 13-1 0 0,-2-23-22 0 0,0 1 0 0 0,0 0 0 0 0,0 0-1 0 0,0-1 1 0 0,1 1 0 0 0,-1-1 0 0 0,1 1 0 0 0,0-1-1 0 0,0 0 1 0 0,0 1 0 0 0,0-1 0 0 0,1 0 0 0 0,-1 0 0 0 0,1-1-1 0 0,0 1 1 0 0,0-1 0 0 0,0 1 0 0 0,0-1 0 0 0,0 0-1 0 0,1 0 1 0 0,-1 0 0 0 0,1 0 0 0 0,-1-1 0 0 0,1 0 0 0 0,6 2-1 0 0,-2-1 37 0 0,1-1-1 0 0,0-1 1 0 0,-1 1-1 0 0,1-2 0 0 0,0 1 1 0 0,-1-1-1 0 0,1 0 1 0 0,-1-1-1 0 0,1 0 0 0 0,12-5 1 0 0,-6 1 40 0 0,0-1 0 0 0,0 0-1 0 0,-1-1 1 0 0,1-1 0 0 0,-2 0 0 0 0,1-1 0 0 0,-2-1 0 0 0,1 0-1 0 0,-1-1 1 0 0,-1 0 0 0 0,0-1 0 0 0,-1 0 0 0 0,0 0 0 0 0,-1-1-1 0 0,-1 0 1 0 0,0-1 0 0 0,-1 0 0 0 0,0 0 0 0 0,5-22 0 0 0,-6 21-59 0 0,-2 0-1 0 0,0-1 1 0 0,-1 0 0 0 0,-1 1 0 0 0,-1-1 0 0 0,0 0 0 0 0,-1 0 0 0 0,0 0 0 0 0,-2 0-1 0 0,0 0 1 0 0,-1 0 0 0 0,-1 1 0 0 0,0 0 0 0 0,-1-1 0 0 0,-1 1 0 0 0,0 1 0 0 0,-1-1 0 0 0,-18-27-1 0 0,18 35-28 0 0,1-1 0 0 0,-2 1 0 0 0,1 1 0 0 0,-1-1 1 0 0,0 1-1 0 0,-1 0 0 0 0,0 1 0 0 0,0 0 0 0 0,0 1 0 0 0,-1-1 0 0 0,0 2 0 0 0,0 0 0 0 0,-14-5 0 0 0,19 8-121 0 0,-1 0 1 0 0,0 0-1 0 0,0 0 1 0 0,1 1 0 0 0,-1-1-1 0 0,0 1 1 0 0,0 1-1 0 0,1-1 1 0 0,-1 1 0 0 0,0 0-1 0 0,-8 3 1 0 0,9-2-200 0 0,1 0 1 0 0,-1 0-1 0 0,1 1 0 0 0,-1-1 1 0 0,1 1-1 0 0,0 0 1 0 0,0 1-1 0 0,0-1 0 0 0,0 1 1 0 0,1 0-1 0 0,-1-1 1 0 0,1 1-1 0 0,0 1 0 0 0,-4 6 1 0 0,-3 14-2856 0 0,7-7-1816 0 0,2-2-1478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47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65 1144 0 0,'-4'-4'12008'0'0,"6"5"-11940"0"0,0 0-1 0 0,0-1 1 0 0,1 1 0 0 0,-1 0 0 0 0,0-1 0 0 0,1 0 0 0 0,-1 1-1 0 0,1-1 1 0 0,-1 0 0 0 0,5 0 0 0 0,30-4 196 0 0,-29 4-230 0 0,187-30 276 0 0,-37 5-167 0 0,-132 20-20 0 0,-24 5-94 0 0,-6-1-1805 0 0,-3 1 600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47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73 1956 0 0,'22'-38'8878'0'0,"-20"36"-8037"0"0,-1-1 0 0 0,0 1 0 0 0,0-1 0 0 0,-1 0 0 0 0,1 1 0 0 0,0-1 0 0 0,-1-6 0 0 0,1 2 2295 0 0,-3 16 387 0 0,-15 187-1088 0 0,-10 88-2112 0 0,24-258-258 0 0,-3 31-5482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48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23 1248 0 0,'6'-22'17288'0'0,"-18"39"-11624"0"0,1 0-5794 0 0,-36 49 1212 0 0,-90 116-359 0 0,33-54-864 0 0,65-70-2574 0 0,39-58 2640 0 0,-11 21-2721 0 0,6-8-864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48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1316 0 0,'22'-11'9788'0'0,"-9"4"-6976"0"0,-1 0 0 0 0,19-6 0 0 0,-20 9-2557 0 0,0 1-1 0 0,0 0 1 0 0,0 1 0 0 0,0 0-1 0 0,0 1 1 0 0,12 0 0 0 0,-21 0-243 0 0,0 1 1 0 0,0 0-1 0 0,-1 0 1 0 0,1 1-1 0 0,0-1 1 0 0,-1 0-1 0 0,1 0 1 0 0,0 1-1 0 0,0-1 1 0 0,-1 1-1 0 0,1 0 1 0 0,-1-1-1 0 0,1 1 1 0 0,-1 0-1 0 0,1 0 1 0 0,-1 0-1 0 0,1 0 1 0 0,-1 0-1 0 0,0 0 1 0 0,1 0-1 0 0,1 3 1 0 0,-2-2 12 0 0,0 0 1 0 0,-1 0 0 0 0,1 0-1 0 0,0 1 1 0 0,-1-1 0 0 0,1 0-1 0 0,-1 0 1 0 0,1 1 0 0 0,-1-1-1 0 0,0 0 1 0 0,0 0 0 0 0,0 1-1 0 0,0-1 1 0 0,-1 3 0 0 0,-1 5 175 0 0,-1-1 1 0 0,0 1 0 0 0,0-1-1 0 0,-1 0 1 0 0,0 0-1 0 0,-6 9 1 0 0,-9 11 885 0 0,-39 44 0 0 0,-6 8 110 0 0,63-79-1091 0 0,3-2 4 0 0,6 1-69 0 0,0-1-1 0 0,0 0 1 0 0,0 0-1 0 0,0-1 1 0 0,0-1-1 0 0,0 1 1 0 0,-1-1-1 0 0,11-4 1 0 0,5 0-3 0 0,242-58-122 0 0,-91 14-5130 0 0,-141 37-750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56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99 296 0 0,'13'-30'7316'0'0,"-8"20"-4293"0"0,-1 0 0 0 0,0 0 0 0 0,6-22 1042 0 0,-6 25-2308 0 0,4 26-1612 0 0,-1-1 0 0 0,-1 1 0 0 0,0-1 0 0 0,5 40-1 0 0,-5-24-46 0 0,5 24 72 0 0,3 73 0 0 0,-11-52-4260 0 0,-1-57 454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56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318 109 1700 0 0,'57'-85'19527'0'0,"-46"65"-14818"0"0,-10 16-4113 0 0,-5 13-546 0 0,-14 31-1 0 0,-3-2 0 0 0,-26 40-1 0 0,-58 68-129 0 0,72-100 70 0 0,3-7-30 0 0,-53 79-1295 0 0,73-100-257 0 0,0 0 0 0 0,-11 31 0 0 0,16-27-705 0 0,6 7-6780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56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3288 0 0,'24'-26'9333'0'0,"-17"18"-7114"0"0,-1 0-1 0 0,1 1 0 0 0,16-12 1 0 0,-19 16-2126 0 0,0 1 1 0 0,0 0-1 0 0,0 0 1 0 0,0 0-1 0 0,0 1 1 0 0,1-1 0 0 0,-1 1-1 0 0,1 0 1 0 0,-1 0-1 0 0,1 0 1 0 0,-1 1-1 0 0,7 0 1 0 0,-3 0-74 0 0,0 0-1 0 0,-1 1 1 0 0,1 0 0 0 0,0 0 0 0 0,-1 1 0 0 0,1 0 0 0 0,-1 1-1 0 0,1-1 1 0 0,-1 1 0 0 0,10 6 0 0 0,-14-7 5 0 0,0 0 0 0 0,-1 0 0 0 0,1 0 0 0 0,-1 0 0 0 0,1 0 0 0 0,-1 1 0 0 0,0-1 0 0 0,0 1 1 0 0,0-1-1 0 0,0 1 0 0 0,-1 0 0 0 0,1 0 0 0 0,-1 0 0 0 0,1-1 0 0 0,-1 2 0 0 0,0-1 0 0 0,0 0 0 0 0,-1 0 0 0 0,1 0 0 0 0,0 0 1 0 0,-1 0-1 0 0,0 1 0 0 0,0-1 0 0 0,0 0 0 0 0,0 0 0 0 0,0 1 0 0 0,-1-1 0 0 0,-1 5 0 0 0,-1 4 345 0 0,-2 1-1 0 0,1-1 1 0 0,-2 0-1 0 0,0 0 1 0 0,0 0 0 0 0,-12 15-1 0 0,-53 62 2259 0 0,44-58-1724 0 0,26-29-688 0 0,8 3-49 0 0,-3-5-151 0 0,0 0 1 0 0,0 0-1 0 0,0 0 1 0 0,0-1-1 0 0,0 0 1 0 0,0 1-1 0 0,-1-2 0 0 0,8-1 1 0 0,0-1 10 0 0,540-156-3858 0 0,-395 115 193 0 0,-105 28-536 0 0,0-3-4071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59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2460 0 0,'-38'9'21125'0'0,"48"-6"-20646"0"0,228 8 1145 0 0,-162-5-3340 0 0,-42-3-3214 0 0,-31-3 4297 0 0,-1 0 0 0 0,1 0 1 0 0,0 0-1 0 0,-1-1 0 0 0,1 1 0 0 0,0-1 0 0 0,-1 1 0 0 0,1-1 0 0 0,2-1 0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09:59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64 1516 0 0,'22'-63'30142'0'0,"-23"73"-29033"0"0,-6 49-1109 0 0,-28 106 0 0 0,19-104 0 0 0,-22 69-1527 0 0,0 0-847 0 0,34-84-5015 0 0,4-45 6947 0 0,1 0-1 0 0,-1 0 1 0 0,1 0-1 0 0,-1 0 1 0 0,1 0-1 0 0,0 0 0 0 0,15 10-6638 0 0,-15-10 6639 0 0,0-1-1 0 0,1 0 1 0 0,1 0-1 0 0,-2 0 29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00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28 2544 0 0,'30'-28'23906'0'0,"-50"43"-22631"0"0,-64 53-823 0 0,3 4 0 0 0,-105 121 0 0 0,140-135-2792 0 0,41-52 1568 0 0,1 0-1 0 0,0 1 1 0 0,1-1-1 0 0,0 1 1 0 0,0 0-1 0 0,0 0 1 0 0,-2 11-1 0 0,5-17 508 0 0,0 0 0 0 0,-1 0-1 0 0,1 0 1 0 0,0 0 0 0 0,0 0-1 0 0,0 0 1 0 0,0 0-1 0 0,1-1 1 0 0,-1 1 0 0 0,0 0-1 0 0,0 0 1 0 0,0 0 0 0 0,1 0-1 0 0,-1 0 1 0 0,0-1 0 0 0,1 1-1 0 0,-1 0 1 0 0,1 0 0 0 0,-1-1-1 0 0,1 1 1 0 0,0 1 0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00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1056 0 0,'2'-1'2812'0'0,"38"-24"11045"0"0,-1 1-8786 0 0,-31 19-4900 0 0,1 1-1 0 0,0 0 1 0 0,0 0 0 0 0,0 1-1 0 0,11-3 1 0 0,-16 4-136 0 0,28-2 158 0 0,-26 3-170 0 0,-1 1 1 0 0,1 0 0 0 0,-1 0-1 0 0,1 1 1 0 0,0 0 0 0 0,-1 0 0 0 0,1 0-1 0 0,-1 0 1 0 0,1 1 0 0 0,6 3 0 0 0,-10-4 11 0 0,0 0 0 0 0,0 1 1 0 0,0-1-1 0 0,0 1 0 0 0,0-1 1 0 0,0 1-1 0 0,0 0 0 0 0,-1-1 1 0 0,1 1-1 0 0,-1 0 0 0 0,1 0 1 0 0,-1 0-1 0 0,0 1 0 0 0,0-1 1 0 0,0 0-1 0 0,0 0 1 0 0,0 1-1 0 0,-1-1 0 0 0,1 0 1 0 0,0 1-1 0 0,-1-1 0 0 0,0 0 1 0 0,0 1-1 0 0,0-1 0 0 0,0 1 1 0 0,0 2-1 0 0,-1 5 144 0 0,-1-1-1 0 0,0 0 1 0 0,0 1 0 0 0,-1-1-1 0 0,0 0 1 0 0,-1 0 0 0 0,0-1-1 0 0,0 1 1 0 0,-7 8 0 0 0,-55 73 1584 0 0,41-58-1021 0 0,-28 36 669 0 0,52-66-1289 0 0,19-3 70 0 0,1-2-127 0 0,0-1 1 0 0,36-12-1 0 0,-11 2-85 0 0,289-68-2886 0 0,-109 37-4508 0 0,-184 37 3687 0 0,-15 1-1622 0 0,0 0-4307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03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20 624 0 0,'0'0'8040'0'0,"-2"0"-7321"0"0,-19 6 6116 0 0,31-1-6822 0 0,11-1 328 0 0,0-1-1 0 0,-1-1 1 0 0,1 0-1 0 0,30-3 0 0 0,86-11-573 0 0,-103 8-79 0 0,18-7-2405 0 0,-21-3-4624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04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21 1956 0 0,'-37'-17'11189'0'0,"30"14"-8557"0"0,2 4-1410 0 0,5-1-1174 0 0,-1 0-1 0 0,1 0 0 0 0,0 0 1 0 0,-1 0-1 0 0,1 0 1 0 0,0 0-1 0 0,-1 0 0 0 0,1 0 1 0 0,-1 0-1 0 0,1 0 0 0 0,0 0 1 0 0,-1 0-1 0 0,1 1 1 0 0,-1-1-1 0 0,1 0 0 0 0,0 0 1 0 0,-1 0-1 0 0,1 1 0 0 0,0-1 1 0 0,0 0-1 0 0,-1 0 1 0 0,1 1-1 0 0,0-1 0 0 0,-1 0 1 0 0,1 1-1 0 0,-5 19 568 0 0,2 1 0 0 0,0 0 0 0 0,1 0 0 0 0,1 0 0 0 0,4 38 0 0 0,-2-4-358 0 0,6 122-730 0 0,9-61-6713 0 0,-12-96 2389 0 0,2-2-2521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04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89 60 0 0,'64'-89'24418'0'0,"-63"90"-24365"0"0,-1-1 0 0 0,1 0 0 0 0,-1 0 0 0 0,0 0 0 0 0,1 0 0 0 0,-1 1 0 0 0,1-1 0 0 0,-1 0-1 0 0,1 1 1 0 0,-1-1 0 0 0,0 0 0 0 0,1 1 0 0 0,-1-1 0 0 0,0 0 0 0 0,1 1 0 0 0,-1-1 0 0 0,0 0 0 0 0,0 1 0 0 0,1-1-1 0 0,-1 1 1 0 0,0-1 0 0 0,0 1 0 0 0,0-1 0 0 0,0 1 0 0 0,1-1 0 0 0,-1 1 0 0 0,0-1 0 0 0,0 1 0 0 0,0-1-1 0 0,0 1 1 0 0,0-1 0 0 0,0 0 0 0 0,0 1 0 0 0,0-1 0 0 0,-1 1 0 0 0,1 0 0 0 0,-4 23 685 0 0,3-20-520 0 0,-11 45 269 0 0,-1 0 1 0 0,-31 69 0 0 0,14-39-470 0 0,-16 41-2778 0 0,8-19-7134 0 0,34-87 4440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04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39 148 0 0,'45'-38'24693'0'0,"-126"123"-23837"0"0,-17 20-731 0 0,88-93-235 0 0,-52 67-1210 0 0,55-69 293 0 0,1-1 0 0 0,1 1 0 0 0,0 0 0 0 0,0 1 0 0 0,1-1 0 0 0,-5 19 0 0 0,8-27 240 0 0,0 8-931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05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1760 0 0,'2'-2'2750'0'0,"26"-23"6687"0"0,2 4-4703 0 0,-19 14-4281 0 0,-1 1 0 0 0,1 0-1 0 0,1 1 1 0 0,-1 1 0 0 0,1 0-1 0 0,23-5 1 0 0,-33 9-413 0 0,0 0 0 0 0,1 0 0 0 0,-1 0 0 0 0,0 1 0 0 0,1-1 0 0 0,-1 1-1 0 0,0-1 1 0 0,0 1 0 0 0,0 0 0 0 0,0 0 0 0 0,1 0 0 0 0,-1 0 0 0 0,0 0 0 0 0,-1 1 0 0 0,1-1 0 0 0,0 0 0 0 0,0 1 0 0 0,-1 0 0 0 0,1-1-1 0 0,0 1 1 0 0,-1 0 0 0 0,0 0 0 0 0,1 0 0 0 0,1 3 0 0 0,-2 0 138 0 0,0 0 0 0 0,0 0 1 0 0,0 1-1 0 0,-1-1 0 0 0,0 0 0 0 0,0 0 0 0 0,0 0 0 0 0,0 1 1 0 0,-1-1-1 0 0,0 0 0 0 0,0 0 0 0 0,0 0 0 0 0,-4 9 0 0 0,-4 7 719 0 0,-22 38 0 0 0,9-17-133 0 0,-24 38 592 0 0,46-79-1196 0 0,0 0-149 0 0,0-1 1 0 0,0 0-1 0 0,0 1 0 0 0,1-1 1 0 0,-1 0-1 0 0,0 1 0 0 0,0-1 0 0 0,1 0 1 0 0,-1 1-1 0 0,0-1 0 0 0,0 0 1 0 0,1 0-1 0 0,-1 1 0 0 0,0-1 0 0 0,1 0 1 0 0,-1 0-1 0 0,0 1 0 0 0,1-1 1 0 0,-1 0-1 0 0,0 0 0 0 0,1 0 1 0 0,-1 0-1 0 0,1 0 0 0 0,-1 0 0 0 0,0 0 1 0 0,1 0-1 0 0,-1 0 0 0 0,0 0 1 0 0,1 0-1 0 0,-1 0 0 0 0,1 0 1 0 0,-1 0-1 0 0,0 0 0 0 0,1 0 0 0 0,0 0 1 0 0,301-108-803 0 0,-8-29-5228 0 0,-150 54-3949 0 0,-76 38-673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06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363 140 2364 0 0,'0'0'2059'0'0,"5"-25"8028"0"0,-2 17-8977 0 0,3 3-958 0 0,-1 1 0 0 0,0 1 0 0 0,1-1 0 0 0,0 1 0 0 0,0 0 0 0 0,0 0 0 0 0,0 0 0 0 0,8-1 1 0 0,58-15 39 0 0,-49 14-97 0 0,52-11-13 0 0,1 2 0 0 0,141-5 0 0 0,-212 18-18 0 0,1 1 0 0 0,-1-1 0 0 0,1 2 0 0 0,-1-1-1 0 0,0 1 1 0 0,1-1 0 0 0,-1 1 0 0 0,1 1 0 0 0,-1-1 0 0 0,0 1-1 0 0,0 0 1 0 0,0 0 0 0 0,0 0 0 0 0,0 1 0 0 0,-1 0 0 0 0,1 0-1 0 0,-1 0 1 0 0,1 0 0 0 0,-1 1 0 0 0,0 0 0 0 0,0 0 0 0 0,4 6-1 0 0,2 7 260 0 0,-2 0-1 0 0,1 1 0 0 0,-2 0 0 0 0,-1 0 1 0 0,0 0-1 0 0,-1 1 0 0 0,3 20 0 0 0,9 140 1197 0 0,-14-127-1289 0 0,18 536 2070 0 0,-18-393-1793 0 0,-10 495 88 0 0,-1-80-372 0 0,51 432-340 0 0,-16-531 138 0 0,7 49 162 0 0,-4-91 327 0 0,-23-351-330 0 0,5 157 128 0 0,-12-207-216 0 0,-3 0 0 0 0,-13 69 0 0 0,9-100-38 0 0,-2-1-1 0 0,-1 0 1 0 0,-2 0-1 0 0,-2-1 1 0 0,-1 0-1 0 0,-1-1 1 0 0,-42 62-1 0 0,47-82-20 0 0,0-1-1 0 0,0 0 0 0 0,-1-1 0 0 0,-1 0 0 0 0,0-1 1 0 0,-1 0-1 0 0,0-1 0 0 0,-24 12 0 0 0,16-11-277 0 0,0-2-1 0 0,0-1 1 0 0,0 0-1 0 0,-1-2 0 0 0,-36 6 1 0 0,-4-6-1355 0 0,1-3 0 0 0,-1-2 0 0 0,-113-15 1 0 0,-9-12-2660 0 0,62 3-1723 0 0,10-2-2522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10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0 616 0 0,'-15'16'11708'0'0,"13"-10"-9815"0"0,5-5-1793 0 0,1 0 0 0 0,0 1 0 0 0,0-1 0 0 0,0-1 0 0 0,0 1 0 0 0,0 0 0 0 0,0-1 0 0 0,0 0 0 0 0,6 0 1 0 0,40-7 36 0 0,-18 2-23 0 0,11 1-685 0 0,48 0 0 0 0,-74 5-1371 0 0,-1 0-1 0 0,1 2 1 0 0,21 4-1 0 0,-23-2-2210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10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116 114 1628 0 0,'-49'33'5982'0'0,"35"-25"-4236"0"0,1 0 0 0 0,1 1-1 0 0,-14 13 1 0 0,25-21-1456 0 0,3 0-238 0 0,0-1 0 0 0,0 1 1 0 0,0-1-1 0 0,0 0 0 0 0,0 0 1 0 0,1 1-1 0 0,-1-1 0 0 0,0-1 0 0 0,0 1 1 0 0,4-1-1 0 0,413-126-2822 0 0,-385 115 1864 0 0,42-15-2891 0 0,-2-3-1784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11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4 1436 0 0,'15'-4'13667'0'0,"-56"16"-7283"0"0,18-3-6363 0 0,0 1-1 0 0,1 1 1 0 0,0 1-1 0 0,-21 15 0 0 0,32-18-17 0 0,2 0 1 0 0,-1 1-1 0 0,1 0 0 0 0,0 1 0 0 0,1 0 0 0 0,0 0 0 0 0,1 1 0 0 0,0 0 1 0 0,1 0-1 0 0,1 0 0 0 0,0 1 0 0 0,0 0 0 0 0,1 0 0 0 0,-4 24 0 0 0,1 13 32 0 0,2 0 0 0 0,2 83-1 0 0,3-109 11 0 0,8 434 1683 0 0,0 115-299 0 0,-1-5-863 0 0,-1-271-376 0 0,3 92 136 0 0,1 204-252 0 0,-17 233 386 0 0,5-472 1180 0 0,-1 60 177 0 0,-2-276-1111 0 0,-2 133 592 0 0,24 72-550 0 0,-9-289-748 0 0,-9-49 0 0 0,1 0 0 0 0,8 26 0 0 0,-2-18 0 0 0,7-4 0 0 0,-6-7 0 0 0,0 0 0 0 0,0-1 0 0 0,0 0 0 0 0,0 0 0 0 0,0 0 0 0 0,0-1 0 0 0,0 0 0 0 0,12-2 0 0 0,62-15 0 0 0,-62 13 0 0 0,457-130-8731 0 0,-264 70 5048 0 0,-19 1-5647 0 0,-96 28 711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33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31 101 476 0 0,'-1'-2'1251'0'0,"-3"-5"-174"0"0,1 0-1 0 0,-1 0 1 0 0,2 0 0 0 0,-1-1-1 0 0,1 1 1 0 0,0-1 0 0 0,0 1-1 0 0,0-15 1 0 0,2 20-608 0 0,-5-11 1289 0 0,4 9-605 0 0,4 13-729 0 0,6 34-116 0 0,-2-1 0 0 0,-2 2-1 0 0,-2-1 1 0 0,-2 48-1 0 0,0-13-158 0 0,1 14 9 0 0,5 90-3769 0 0,-4-136-3030 0 0,-1-36 2231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33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1 214 1596 0 0,'0'-14'1249'0'0,"0"-1"1"0"0,2 1-1 0 0,0-1 0 0 0,0 1 0 0 0,1 0 0 0 0,1 0 0 0 0,6-16 1 0 0,-8 25-1128 0 0,1 0 0 0 0,-1 0 1 0 0,1 0-1 0 0,0 0 0 0 0,0 1 1 0 0,0-1-1 0 0,1 1 0 0 0,0-1 1 0 0,0 1-1 0 0,0 1 0 0 0,0-1 1 0 0,0 0-1 0 0,1 1 0 0 0,0 0 1 0 0,0 0-1 0 0,0 0 0 0 0,0 1 1 0 0,0 0-1 0 0,0 0 0 0 0,0 0 1 0 0,1 0-1 0 0,6 0 0 0 0,-8 1-108 0 0,0 1 0 0 0,0 0 0 0 0,0 0 0 0 0,0 0 0 0 0,0 0 0 0 0,0 1 0 0 0,0-1 0 0 0,0 1 0 0 0,-1 0 0 0 0,1 1 0 0 0,0-1 0 0 0,0 0 0 0 0,-1 1 0 0 0,1 0 0 0 0,0 0 0 0 0,-1 0 0 0 0,0 0 0 0 0,0 1 0 0 0,1-1 0 0 0,-2 1 0 0 0,1 0 0 0 0,0 0 0 0 0,0 0 0 0 0,-1 0 0 0 0,0 0 0 0 0,1 1 0 0 0,-1-1 0 0 0,-1 1 0 0 0,1 0 0 0 0,0-1 0 0 0,-1 1 0 0 0,0 0 0 0 0,0 0 0 0 0,0 0 0 0 0,1 6 0 0 0,-1 4 1 0 0,0-1 0 0 0,-1 0-1 0 0,-1 0 1 0 0,0 0-1 0 0,-1 0 1 0 0,0 0-1 0 0,-1 0 1 0 0,0 0 0 0 0,-6 13-1 0 0,2-8 7 0 0,-1 0-1 0 0,0 0 0 0 0,-2-1 1 0 0,0-1-1 0 0,-18 24 0 0 0,18-29 180 0 0,-1 0-1 0 0,0-1 0 0 0,0-1 0 0 0,-1 0 0 0 0,0 0 0 0 0,0-1 1 0 0,-19 8-1 0 0,29-15-28 0 0,-2 2 35 0 0,3-3-186 0 0,0 0 0 0 0,1 1 0 0 0,-1-1 0 0 0,0 0 0 0 0,0 1 0 0 0,1-1 0 0 0,-1 1 0 0 0,1-1 0 0 0,-1 1 0 0 0,1-1 0 0 0,-1 1 0 0 0,0-1 0 0 0,1 1 0 0 0,0-1 0 0 0,-1 1 0 0 0,1 0 0 0 0,-1-1 0 0 0,1 1 0 0 0,-1 0 0 0 0,5 4-3 0 0,0 0 0 0 0,1 0-1 0 0,-1-1 1 0 0,1 0-1 0 0,0 0 1 0 0,10 7 0 0 0,1 1 1 0 0,25 24 107 0 0,-1 1 1 0 0,41 53-1 0 0,43 40-1568 0 0,-78-93-1516 0 0,-11-19-2737 0 0,-16-10 141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34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55 2036 0 0,'0'-3'2632'0'0,"0"-2"-1955"0"0,-3-25 11409 0 0,1 20-9146 0 0,2 4-386 0 0,1 23-2233 0 0,1 0 1 0 0,4 18-1 0 0,2 15-74 0 0,0 27-99 0 0,11 90-345 0 0,-12-133-2748 0 0,12 41-1 0 0,-4-43-4930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34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1 119 892 0 0,'10'-21'8845'0'0,"5"-7"-712"0"0,-6 19-6828 0 0,38-2-387 0 0,69-7-1 0 0,-38 7-2384 0 0,-1-4-4225 0 0,-62 10 1135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34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14 3052 0 0,'-3'-1'2737'0'0,"-27"-6"7472"0"0,28 6-10010 0 0,-16-3 3370 0 0,18 4-3498 0 0,-1-1 0 0 0,1 1 1 0 0,-1 0-1 0 0,0 0 0 0 0,1 0 0 0 0,-1 0 1 0 0,1 0-1 0 0,-1 0 0 0 0,0 1 0 0 0,1-1 0 0 0,-1 0 1 0 0,1 0-1 0 0,-1 0 0 0 0,1 1 0 0 0,-1-1 1 0 0,0 0-1 0 0,1 0 0 0 0,-1 1 0 0 0,1-1 1 0 0,-1 0-1 0 0,1 1 0 0 0,0-1 0 0 0,-1 1 0 0 0,1-1 1 0 0,-1 1-1 0 0,1-1 0 0 0,0 1 0 0 0,-1-1 1 0 0,1 1-1 0 0,-1 0 0 0 0,-1 13 140 0 0,0 0 0 0 0,1 0 0 0 0,0 0 0 0 0,2 0 0 0 0,-1 0 0 0 0,1 0 0 0 0,5 19 0 0 0,-2-1-79 0 0,34 229 436 0 0,-11-152-3464 0 0,-11-64-1153 0 0,-1-17-3853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34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3856 0 0,'4'-32'6477'0'0,"2"-19"7968"0"0,0 79-12403 0 0,25 262 1163 0 0,-18-138-3833 0 0,6-2-4447 0 0,-18-147 4501 0 0,2 24-1904 0 0,-3-18-846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35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70 280 3216 0 0,'0'-21'3439'0'0,"1"0"-1"0"0,5-29 1 0 0,-5 42-2938 0 0,1-1 1 0 0,1 1 0 0 0,0 0-1 0 0,0 0 1 0 0,0 0 0 0 0,1 0 0 0 0,0 0-1 0 0,9-11 1 0 0,-6 9-241 0 0,1 0 1 0 0,0 1-1 0 0,0 0 0 0 0,1 0 0 0 0,0 1 1 0 0,0 0-1 0 0,1 1 0 0 0,0-1 1 0 0,1 2-1 0 0,18-9 0 0 0,-27 14-240 0 0,0 0 0 0 0,0 1 0 0 0,0-1-1 0 0,0 0 1 0 0,0 1 0 0 0,0 0 0 0 0,0 0 0 0 0,0-1-1 0 0,0 1 1 0 0,0 0 0 0 0,0 1 0 0 0,0-1-1 0 0,0 0 1 0 0,0 0 0 0 0,0 1 0 0 0,0-1 0 0 0,0 1-1 0 0,0 0 1 0 0,0 0 0 0 0,-1 0 0 0 0,1 0 0 0 0,0 0-1 0 0,0 0 1 0 0,-1 0 0 0 0,1 0 0 0 0,-1 1-1 0 0,1-1 1 0 0,-1 1 0 0 0,1-1 0 0 0,-1 1 0 0 0,0-1-1 0 0,0 1 1 0 0,0 0 0 0 0,0 0 0 0 0,0-1 0 0 0,1 4-1 0 0,1 1 10 0 0,-1 0-1 0 0,0 1 0 0 0,0-1 0 0 0,-1 1 1 0 0,0 0-1 0 0,0-1 0 0 0,0 1 0 0 0,-1 0 0 0 0,-1 10 1 0 0,-2 5-3 0 0,-1 1 1 0 0,-2 0 0 0 0,0-1 0 0 0,-1 0 0 0 0,-2-1-1 0 0,0 1 1 0 0,-1-1 0 0 0,-1-1 0 0 0,-15 21 0 0 0,-19 20 22 0 0,-74 79-1 0 0,99-118-37 0 0,14-16-16 0 0,4-3 16 0 0,-1 0-1 0 0,0 0 1 0 0,1 0-1 0 0,-1 0 1 0 0,1 0 0 0 0,0 1-1 0 0,0-1 1 0 0,0 1-1 0 0,1-1 1 0 0,-2 5-1 0 0,3-7 5 0 0,0 0-1 0 0,1 0 0 0 0,-1 0 0 0 0,1 0 0 0 0,-1 0 1 0 0,1 0-1 0 0,-1 0 0 0 0,1-1 0 0 0,0 1 0 0 0,-1 0 1 0 0,1 0-1 0 0,0-1 0 0 0,-1 1 0 0 0,1 0 0 0 0,0-1 1 0 0,0 1-1 0 0,0 0 0 0 0,1 0 0 0 0,16 9 158 0 0,61 26 141 0 0,16 7-220 0 0,-43-12-967 0 0,9 4-2549 0 0,-19-15-4038 0 0,-16-9-1746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35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123 109 2484 0 0,'-1'-2'3614'0'0,"-6"-10"1486"0"0,6 9-4192 0 0,0-1 0 0 0,0 1-1 0 0,0 0 1 0 0,1-1 0 0 0,-1 1-1 0 0,1 0 1 0 0,-1-1-1 0 0,1 1 1 0 0,0 0 0 0 0,1-1-1 0 0,0-3 1 0 0,-1 5-738 0 0,1-1 0 0 0,-1 0 0 0 0,1 0 0 0 0,0 0 0 0 0,0 0 0 0 0,0 1 0 0 0,1-1 0 0 0,-1 0 0 0 0,1 1-1 0 0,-1-1 1 0 0,1 1 0 0 0,0 0 0 0 0,0-1 0 0 0,0 1 0 0 0,0 0 0 0 0,0 0 0 0 0,1 0 0 0 0,-1 0 0 0 0,4-1 0 0 0,-4 2-71 0 0,1 2-19 0 0,-1-1-67 0 0,1 0 0 0 0,-1 1 0 0 0,0 0 0 0 0,1-1-1 0 0,-1 1 1 0 0,0 0 0 0 0,0 0 0 0 0,0 0 0 0 0,0 1 0 0 0,0-1-1 0 0,0 0 1 0 0,0 1 0 0 0,0 0 0 0 0,-1-1 0 0 0,1 1-1 0 0,0 0 1 0 0,-1 0 0 0 0,0-1 0 0 0,1 1 0 0 0,0 3 0 0 0,1 0 12 0 0,-1 0 1 0 0,-1 1 0 0 0,1-1 0 0 0,-1 0 0 0 0,0 1 0 0 0,0-1 0 0 0,-1 0 0 0 0,1 10 0 0 0,-3 7 23 0 0,0 0 1 0 0,-1 0-1 0 0,-9 30 0 0 0,-5 24 23 0 0,17-74-83 0 0,1 0 2 0 0,0 0 0 0 0,0 1-1 0 0,0-1 1 0 0,0 0 0 0 0,1 0 0 0 0,-1-1-1 0 0,4 5 1 0 0,46 8-38 0 0,-30-9 42 0 0,0 1 0 0 0,32 14 0 0 0,-33-10 68 0 0,0 1-1 0 0,-1 0 0 0 0,0 2 1 0 0,23 20-1 0 0,-35-27 162 0 0,0 0-1 0 0,-1 0 1 0 0,0 1-1 0 0,0 0 1 0 0,-1 0-1 0 0,1 1 1 0 0,-2-1-1 0 0,1 1 1 0 0,-1 0-1 0 0,0 1 1 0 0,-1-1-1 0 0,0 0 1 0 0,4 18-1 0 0,-6-20-174 0 0,-1-1 0 0 0,0 0 0 0 0,0 0 0 0 0,0 1 0 0 0,0-1 0 0 0,-1 0 0 0 0,0 0 0 0 0,0 1 0 0 0,-1-1 0 0 0,1 0 0 0 0,-1 0 0 0 0,0 0 0 0 0,-4 7 0 0 0,1-5 64 0 0,1-1 0 0 0,-1 1 1 0 0,0-1-1 0 0,-1-1 0 0 0,1 1 0 0 0,-1-1 1 0 0,0 0-1 0 0,-10 6 0 0 0,2-2 35 0 0,-1-1-1 0 0,0-1 1 0 0,0 0-1 0 0,-1-1 1 0 0,0-1-1 0 0,0-1 1 0 0,0 0-1 0 0,-18 2 1 0 0,3-3-898 0 0,-1 0-1 0 0,-40-3 1 0 0,61-1 456 0 0,1 0 0 0 0,0 0-1 0 0,0-1 1 0 0,0 0 0 0 0,0-1 0 0 0,0 0 0 0 0,1 0 0 0 0,-1-1 0 0 0,1-1 0 0 0,0 1 0 0 0,-10-8 0 0 0,16 10-360 0 0,1 0 1 0 0,-1 0-1 0 0,1-1 0 0 0,0 1 0 0 0,0-1 0 0 0,0 1 1 0 0,-2-5-1 0 0,-3-12-7580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0:41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0 344 0 0,'0'0'2224'0'0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2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73 360 0 0,'-16'-2'10796'0'0,"-7"-3"-775"0"0,36 0-10571 0 0,42-8 694 0 0,2 2 0 0 0,69-4 0 0 0,-46 7-145 0 0,-40 0-1986 0 0,-16 2-3789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66 2596 0 0,'-5'-65'19706'0'0,"12"96"-19087"0"0,1 15 90 0 0,-1 1 1 0 0,0 71-1 0 0,-13 23-6359 0 0,2-118 2175 0 0,1-9-2695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3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13 116 92 0 0,'0'0'1801'0'0,"-11"-22"5467"0"0,10 5-4983 0 0,1 16-1973 0 0,7-7 498 0 0,27-4-320 0 0,1 0 0 0 0,43-7 0 0 0,5-1-264 0 0,-81 20-216 0 0,17-3-2 0 0,-18 3-8 0 0,0-1 1 0 0,0 1 0 0 0,-1 0 0 0 0,1 0 0 0 0,0 0 0 0 0,0 0 0 0 0,0 0 0 0 0,0 0-1 0 0,0 0 1 0 0,0 0 0 0 0,0 1 0 0 0,0-1 0 0 0,0 0 0 0 0,0 0 0 0 0,0 1 0 0 0,-1-1-1 0 0,1 0 1 0 0,0 1 0 0 0,0-1 0 0 0,1 2 0 0 0,-2 0-83 0 0,0 0 0 0 0,0 0 1 0 0,0 0-1 0 0,0 0 0 0 0,0 0 0 0 0,-1 0 0 0 0,1 0 1 0 0,-1 0-1 0 0,0 2 0 0 0,-3 15-3008 0 0,4-17 2599 0 0,4 3-1750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3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51 1104 0 0,'-2'-25'11173'0'0,"0"9"-4666"0"0,-6 7-3946 0 0,2 10-1653 0 0,-5 19-969 0 0,8-15 190 0 0,-86 179 146 0 0,-63 142-928 0 0,141-300-194 0 0,4-12-1189 0 0,2-1-1 0 0,0 1 1 0 0,-6 23 0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4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93 2204 0 0,'3'-5'1825'0'0,"20"-31"7763"0"0,-20 31-8996 0 0,1 0 0 0 0,-1 0 0 0 0,2 1 0 0 0,-1-1 0 0 0,0 1 0 0 0,1 0 1 0 0,0 0-1 0 0,5-3 0 0 0,-8 6-562 0 0,0 0 1 0 0,1 0 0 0 0,-1 0-1 0 0,1 0 1 0 0,-1 0-1 0 0,1 0 1 0 0,-1 1 0 0 0,1-1-1 0 0,-1 1 1 0 0,1 0-1 0 0,0 0 1 0 0,-1 0 0 0 0,1 0-1 0 0,-1 0 1 0 0,1 0-1 0 0,0 1 1 0 0,-1-1 0 0 0,1 1-1 0 0,-1 0 1 0 0,1 0 0 0 0,-1 0-1 0 0,0 0 1 0 0,1 0-1 0 0,-1 0 1 0 0,0 1 0 0 0,0-1-1 0 0,3 3 1 0 0,-2-1 6 0 0,0 0 0 0 0,0 0 1 0 0,-1 0-1 0 0,1 0 0 0 0,-1 0 0 0 0,0 0 0 0 0,0 1 1 0 0,0-1-1 0 0,0 1 0 0 0,-1 0 0 0 0,1-1 1 0 0,-1 1-1 0 0,0 0 0 0 0,0 0 0 0 0,0 0 1 0 0,-1 0-1 0 0,1 4 0 0 0,-2 5 234 0 0,0 0 0 0 0,-1-1 0 0 0,0 1 0 0 0,-1-1 0 0 0,0 1 0 0 0,-1-1 0 0 0,-9 20 0 0 0,-50 80 1674 0 0,26-51-1169 0 0,37-60-760 0 0,-1 0 0 0 0,0 0 0 0 0,1 0 0 0 0,-1 0 0 0 0,1 0 0 0 0,-1 0 0 0 0,1 0 0 0 0,-1 0 0 0 0,1 0 0 0 0,-1 0 0 0 0,1 0 0 0 0,0 0 0 0 0,0 0 0 0 0,0 0 0 0 0,-1 0 0 0 0,1 0 0 0 0,0 0 0 0 0,0 0 0 0 0,1 0 0 0 0,-1 1 0 0 0,0-1 0 0 0,0 0 0 0 0,0 0 0 0 0,1 0 0 0 0,-1 0 0 0 0,0 0 0 0 0,2 1 0 0 0,-1-1-4 0 0,1 0 1 0 0,0 0 0 0 0,0 0-1 0 0,0 0 1 0 0,0 0 0 0 0,0-1-1 0 0,0 1 1 0 0,0-1 0 0 0,0 0-1 0 0,0 1 1 0 0,0-1 0 0 0,0 0-1 0 0,0 0 1 0 0,3-1 0 0 0,39-1 63 0 0,0-3 0 0 0,66-15 0 0 0,-44 7-54 0 0,186-42-1344 0 0,-249 54 684 0 0,0 0 0 0 0,0-1 0 0 0,0 1 0 0 0,0-1 0 0 0,-1 1 0 0 0,1-1 0 0 0,0 0 0 0 0,2-2-1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6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10 1884 0 0,'-16'2'12548'0'0,"7"2"-11065"0"0,17-4 1244 0 0,20-1-1419 0 0,172-14-2832 0 0,-165 18-6401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7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1760 0 0,'24'-19'17454'0'0,"-23"18"-17282"0"0,-1 1 0 0 0,1 0 0 0 0,0 0 0 0 0,0 0 0 0 0,-1 0 0 0 0,1 0 0 0 0,0 0-1 0 0,-1 0 1 0 0,1 0 0 0 0,0 0 0 0 0,0 0 0 0 0,-1 0 0 0 0,1 0 0 0 0,0 0 0 0 0,-1 1 0 0 0,1-1 0 0 0,0 0 0 0 0,-1 1 0 0 0,1-1 0 0 0,0 0 0 0 0,-1 1 0 0 0,1-1 0 0 0,-1 1 0 0 0,1-1 0 0 0,0 2 0 0 0,1 0 87 0 0,0 0 1 0 0,-1 0 0 0 0,1 1-1 0 0,-1-1 1 0 0,0 1 0 0 0,1-1-1 0 0,0 5 1 0 0,2 8 347 0 0,5 31 0 0 0,-7-35-108 0 0,7 52 902 0 0,2 71 1 0 0,-10-85-3188 0 0,0 4-4572 0 0,-1-1-6386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7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25 556 0 0,'25'-25'21118'0'0,"-26"35"-19879"0"0,-18 33 76 0 0,-3 0-1 0 0,-1-2 0 0 0,-51 68 0 0 0,14-21-3584 0 0,7 2-5942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7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2584 0 0,'1'-2'2686'0'0,"25"-27"5918"0"0,6 7-4961 0 0,-15 13-2957 0 0,0 1 1 0 0,22-7-1 0 0,-34 13-579 0 0,0 1 0 0 0,0-1 0 0 0,0 1 1 0 0,0 0-1 0 0,0 0 0 0 0,0 1 0 0 0,0-1 1 0 0,1 1-1 0 0,-1 1 0 0 0,9 0 0 0 0,-12-1-29 0 0,-1 1 0 0 0,1-1 0 0 0,-1 0 1 0 0,0 1-1 0 0,1-1 0 0 0,-1 0 0 0 0,1 1 0 0 0,-1 0 0 0 0,0-1 0 0 0,1 1 0 0 0,-1 0 0 0 0,0 0 0 0 0,0 0 0 0 0,0 0 0 0 0,1 0 0 0 0,-1 0 1 0 0,0 0-1 0 0,0 0 0 0 0,0 0 0 0 0,-1 0 0 0 0,1 1 0 0 0,0-1 0 0 0,0 0 0 0 0,-1 1 0 0 0,1-1 0 0 0,-1 0 0 0 0,1 1 0 0 0,-1-1 0 0 0,1 1 1 0 0,-1-1-1 0 0,0 1 0 0 0,0-1 0 0 0,0 1 0 0 0,0-1 0 0 0,0 1 0 0 0,0-1 0 0 0,0 1 0 0 0,0-1 0 0 0,-1 3 0 0 0,-1 4 355 0 0,1 0-1 0 0,-2 1 1 0 0,1-1 0 0 0,-1 0-1 0 0,-4 8 1 0 0,-7 8 279 0 0,0-2-1 0 0,-1 0 1 0 0,-2-1 0 0 0,-26 28 0 0 0,23-27-386 0 0,18-20-267 0 0,-1 1-1 0 0,1 0 0 0 0,0 0 0 0 0,0 0 0 0 0,1 0 0 0 0,-1 0 0 0 0,1 0 1 0 0,-1 0-1 0 0,0 5 0 0 0,2-8-48 0 0,1 1 1 0 0,0-1 0 0 0,-1 1-1 0 0,1-1 1 0 0,-1 0 0 0 0,1 1-1 0 0,0-1 1 0 0,-1 0-1 0 0,1 1 1 0 0,-1-1 0 0 0,1 0-1 0 0,0 0 1 0 0,0 0 0 0 0,-1 0-1 0 0,1 1 1 0 0,0-1-1 0 0,-1 0 1 0 0,1 0 0 0 0,0 0-1 0 0,-1-1 1 0 0,1 1 0 0 0,0 0-1 0 0,1 0 1 0 0,17-2 32 0 0,-19 2-41 0 0,443-94-1542 0 0,-436 92 924 0 0,-1 0-1 0 0,0-1 1 0 0,0 1-1 0 0,7-5 0 0 0,-9 4-647 0 0,-1 1 0 0 0,1-1-1 0 0,-1 1 1 0 0,0-1 0 0 0,0 0-1 0 0,0 0 1 0 0,3-4 0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3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2720 0 0,'18'-62'25307'0'0,"-6"134"-24019"0"0,4 90 1 0 0,-9-84-895 0 0,7 312 927 0 0,-14-388-1270 0 0,-1 15 244 0 0,-9-18-4790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38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92 120 0 0,'-2'-13'4418'0'0,"2"9"-3508"0"0,0 0 0 0 0,-1 0 0 0 0,0 0 0 0 0,0 0 1 0 0,0 1-1 0 0,0-1 0 0 0,0 0 0 0 0,-3-4 0 0 0,-10-30 6855 0 0,13 37-7336 0 0,-1 1-404 0 0,0 0 1 0 0,0 1-1 0 0,0 0 0 0 0,1-1 0 0 0,-1 1 1 0 0,0 0-1 0 0,0 0 0 0 0,1 0 0 0 0,-1 0 1 0 0,0 0-1 0 0,1 0 0 0 0,-1 0 0 0 0,1 1 1 0 0,0-1-1 0 0,-1 1 0 0 0,1-1 0 0 0,-2 3 1 0 0,-20 31 129 0 0,19-27-103 0 0,-17 26 120 0 0,1 1 1 0 0,2 1-1 0 0,2 1 1 0 0,1 1-1 0 0,2 0 1 0 0,2 1-1 0 0,1 0 1 0 0,-8 66-1 0 0,18-97-138 0 0,0 0 0 0 0,0 0 0 0 0,0 1 0 0 0,1-1 0 0 0,0 0 0 0 0,1 0 0 0 0,0 0 0 0 0,0 0 0 0 0,1 0 0 0 0,0 0 0 0 0,0-1 0 0 0,1 1 0 0 0,6 10 0 0 0,-7-14 41 0 0,1 1 1 0 0,0-1-1 0 0,0 0 0 0 0,0 1 1 0 0,0-2-1 0 0,0 1 0 0 0,1 0 0 0 0,0-1 1 0 0,0 0-1 0 0,0 0 0 0 0,0-1 1 0 0,0 1-1 0 0,0-1 0 0 0,1 0 1 0 0,-1 0-1 0 0,1-1 0 0 0,-1 0 0 0 0,1 0 1 0 0,10 1-1 0 0,-2-3 74 0 0,-1 1 0 0 0,1-2 0 0 0,-1 1 0 0 0,1-2 0 0 0,-1 0 1 0 0,0-1-1 0 0,0 0 0 0 0,0-1 0 0 0,0 0 0 0 0,-1-1 0 0 0,0 0 0 0 0,0-1 0 0 0,0-1 0 0 0,-1 1 0 0 0,20-20 0 0 0,-18 15 40 0 0,-1-1-1 0 0,0-1 1 0 0,0 0-1 0 0,-2-1 1 0 0,0 0-1 0 0,0 0 1 0 0,-2-1-1 0 0,0 0 1 0 0,0-1-1 0 0,-2 0 1 0 0,8-27-1 0 0,-12 34-130 0 0,0 0 0 0 0,-1 0 0 0 0,0-1 1 0 0,0 1-1 0 0,-1 0 0 0 0,-1-1 0 0 0,0 1 0 0 0,0 0 0 0 0,-1-1 0 0 0,0 1 0 0 0,-1 0 1 0 0,0 0-1 0 0,0 0 0 0 0,-10-17 0 0 0,7 17-68 0 0,-1-1-1 0 0,0 2 1 0 0,0-1-1 0 0,-1 1 1 0 0,-1 0-1 0 0,0 1 1 0 0,0 0-1 0 0,0 0 1 0 0,-1 1-1 0 0,0 0 1 0 0,0 0 0 0 0,-17-6-1 0 0,7 4-421 0 0,-2 0 0 0 0,1 2 0 0 0,-1 0 0 0 0,0 2 0 0 0,0 0 0 0 0,-1 2 0 0 0,1 0 0 0 0,-1 1 0 0 0,-32 3 0 0 0,26 1-1478 0 0,-1 1 0 0 0,-38 10-1 0 0,29-2-2945 0 0,-48 19 0 0 0,40-11-3479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0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33 952 0 0,'19'-33'27929'0'0,"-6"108"-26569"0"0,-4 77-494 0 0,-2-20-3099 0 0,7-46-5134 0 0,-14-86 7350 0 0,5 16-3457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1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428 210 1668 0 0,'-26'-21'13035'0'0,"21"16"-10951"0"0,4 4-1563 0 0,0 0 0 0 0,-1 0 0 0 0,1 0 0 0 0,0 0 0 0 0,-1 0 0 0 0,1 0 0 0 0,-1 1 0 0 0,1-1 0 0 0,-1 1 0 0 0,-1-1 0 0 0,2 1-462 0 0,-1 0 0 0 0,1 0 0 0 0,0 1 0 0 0,0-1 0 0 0,0 0 0 0 0,0 1 0 0 0,0-1 0 0 0,0 1 0 0 0,0-1 0 0 0,0 1 0 0 0,0 0 0 0 0,0-1 0 0 0,0 1 0 0 0,1 0 0 0 0,-1 0 0 0 0,0 0 0 0 0,0-1 0 0 0,1 1 0 0 0,-1 0 0 0 0,0 2 1 0 0,-16 21 281 0 0,1 1 0 0 0,2 1 0 0 0,1 0 0 0 0,1 1 0 0 0,1 1 1 0 0,1 0-1 0 0,-6 31 0 0 0,14-51-298 0 0,0 1 0 0 0,1 0 0 0 0,0 0 1 0 0,1-1-1 0 0,0 1 0 0 0,0 0 0 0 0,1 0 0 0 0,0 0 0 0 0,0-1 0 0 0,5 16 0 0 0,-3-18-19 0 0,-1-1 0 0 0,1 1 0 0 0,-1-1 0 0 0,2 1 0 0 0,-1-1 0 0 0,1 0 0 0 0,-1 0 0 0 0,1-1 0 0 0,1 1 0 0 0,-1-1 0 0 0,0 0 0 0 0,1 0 0 0 0,0 0 0 0 0,0-1 0 0 0,0 0 0 0 0,6 3 0 0 0,3 0 9 0 0,-1-1 1 0 0,0 0-1 0 0,1-1 0 0 0,0-1 1 0 0,0 0-1 0 0,0 0 0 0 0,0-2 0 0 0,0 0 1 0 0,0 0-1 0 0,1-2 0 0 0,-1 1 0 0 0,0-2 1 0 0,0 0-1 0 0,0-1 0 0 0,0 0 0 0 0,0-1 1 0 0,-1 0-1 0 0,22-11 0 0 0,-22 9-23 0 0,0-1 0 0 0,-1 0 0 0 0,0-1 0 0 0,0 0 0 0 0,-1-1 0 0 0,0 0 0 0 0,-1-1 0 0 0,0 0 0 0 0,0-1 0 0 0,-1 0-1 0 0,0 0 1 0 0,-1-1 0 0 0,-1 0 0 0 0,0 0 0 0 0,0-1 0 0 0,-1 0 0 0 0,-1 0 0 0 0,6-21 0 0 0,-8 22 25 0 0,-1-1 0 0 0,0 0 0 0 0,-1 1 1 0 0,-1-1-1 0 0,0 0 0 0 0,0 1 0 0 0,-1-1 0 0 0,-1 0 1 0 0,0 1-1 0 0,-1-1 0 0 0,0 1 0 0 0,-1 0 0 0 0,-1 0 1 0 0,0 0-1 0 0,0 1 0 0 0,-1-1 0 0 0,-8-11 0 0 0,4 10-51 0 0,0 0-1 0 0,-1 0 1 0 0,0 1-1 0 0,-1 1 1 0 0,0 0 0 0 0,-1 0-1 0 0,0 1 1 0 0,-1 1-1 0 0,0 0 1 0 0,-1 1-1 0 0,0 1 1 0 0,-27-11-1 0 0,19 11-470 0 0,0 1 0 0 0,0 2 0 0 0,0 0 0 0 0,0 1 0 0 0,-1 1-1 0 0,1 1 1 0 0,-1 2 0 0 0,1 0 0 0 0,-26 5 0 0 0,12 0-2055 0 0,-53 17-1 0 0,-33 22-6209 0 0,72-22 1255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4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56 580 0 0,'14'-55'24234'0'0,"-12"60"-23102"0"0,0 77-49 0 0,0-37-861 0 0,-5 49 1 0 0,-2-37-543 0 0,-1 1 1302 0 0,3-20-3187 0 0,1-6-3201 0 0,1-2-4566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5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47 1552 0 0,'-25'2'22494'0'0,"37"-5"-23936"0"0,155-26 2299 0 0,-131 20-496 0 0,-15 3-1900 0 0,-3 5-4519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5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54 1428 0 0,'10'-19'11906'0'0,"-9"17"-11436"0"0,0-1 0 0 0,0 1 0 0 0,1 0 0 0 0,-1 0 0 0 0,1 0 0 0 0,0 0 0 0 0,0 1 0 0 0,-1-1 0 0 0,1 0 0 0 0,0 1 0 0 0,1-1 0 0 0,2-1 0 0 0,-3 2-432 0 0,0 0 0 0 0,0 0 0 0 0,0 0 0 0 0,0 0-1 0 0,1 0 1 0 0,-1 0 0 0 0,0 1 0 0 0,1-1-1 0 0,-1 1 1 0 0,0 0 0 0 0,1 0 0 0 0,-1 0 0 0 0,1 0-1 0 0,-1 0 1 0 0,0 0 0 0 0,1 0 0 0 0,-1 1 0 0 0,0 0-1 0 0,1-1 1 0 0,-1 1 0 0 0,0 0 0 0 0,0 0 0 0 0,0 0-1 0 0,3 1 1 0 0,-2 0 2 0 0,0 1 1 0 0,-1-1-1 0 0,1 1 0 0 0,0-1 1 0 0,-1 1-1 0 0,1 0 0 0 0,-1 0 0 0 0,0 0 1 0 0,0 0-1 0 0,0 0 0 0 0,-1 0 0 0 0,1 1 1 0 0,-1-1-1 0 0,0 0 0 0 0,0 1 1 0 0,0-1-1 0 0,1 5 0 0 0,-2-1 88 0 0,1-1 1 0 0,-1 1-1 0 0,-1 0 1 0 0,1 0-1 0 0,-1-1 1 0 0,0 1-1 0 0,-1-1 0 0 0,-3 12 1 0 0,-5 5 297 0 0,0-1-1 0 0,-1 0 1 0 0,-1-1 0 0 0,-17 22-1 0 0,-12 11 287 0 0,25-35-571 0 0,2 0-1 0 0,0 2 0 0 0,-16 28 1 0 0,30-47-127 0 0,-1-1 0 0 0,1 0 0 0 0,-1 0 0 0 0,1 0 0 0 0,-1 0 1 0 0,1 0-1 0 0,0 1 0 0 0,0-1 0 0 0,-1 0 0 0 0,1 0 0 0 0,0 0 0 0 0,0 1 1 0 0,0-1-1 0 0,0 0 0 0 0,1 0 0 0 0,-1 1 0 0 0,0-1 0 0 0,0 0 0 0 0,1 0 0 0 0,-1 0 1 0 0,1 0-1 0 0,-1 1 0 0 0,1-1 0 0 0,0 1 0 0 0,1 0 2 0 0,-1-1 0 0 0,1 1-1 0 0,0-1 1 0 0,0 0 0 0 0,-1 1-1 0 0,1-1 1 0 0,0 0 0 0 0,0 0 0 0 0,0 0-1 0 0,0-1 1 0 0,0 1 0 0 0,4 0-1 0 0,6 2 22 0 0,-1-2 0 0 0,1 0 0 0 0,0 0 0 0 0,11-2 0 0 0,39-3-219 0 0,87-17-1 0 0,-141 20-407 0 0,0-1 0 0 0,-1-1 0 0 0,1 1 0 0 0,-1-1 0 0 0,1-1 0 0 0,7-4-1 0 0,-11 5-1343 0 0,1 0-1 0 0,18-19-5805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6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672 54 660 0 0,'-47'-32'17538'0'0,"46"31"-17509"0"0,0 1 1 0 0,0 0-1 0 0,0 0 1 0 0,0 0-1 0 0,0 0 1 0 0,0 0-1 0 0,0 0 1 0 0,0 0-1 0 0,0 0 0 0 0,0 1 1 0 0,1-1-1 0 0,-1 0 1 0 0,0 0-1 0 0,0 1 1 0 0,0-1-1 0 0,0 1 1 0 0,0-1-1 0 0,1 1 1 0 0,-1-1-1 0 0,0 1 1 0 0,0-1-1 0 0,1 1 1 0 0,-1 0-1 0 0,0-1 1 0 0,1 1-1 0 0,-2 1 1 0 0,-14 21 503 0 0,4-2-329 0 0,1 0-1 0 0,1 1 0 0 0,1 0 1 0 0,1 1-1 0 0,1 0 1 0 0,1 0-1 0 0,1 1 1 0 0,-2 26-1 0 0,7-40-145 0 0,-1 1 0 0 0,2-1 0 0 0,0 1-1 0 0,0-1 1 0 0,1 1 0 0 0,0-1 0 0 0,0 0 0 0 0,1 0-1 0 0,5 11 1 0 0,-5-14 18 0 0,1 0-1 0 0,1 0 0 0 0,-1 0 0 0 0,1 0 1 0 0,0-1-1 0 0,0 0 0 0 0,1 0 0 0 0,0 0 1 0 0,0-1-1 0 0,1 1 0 0 0,-1-2 0 0 0,15 9 1 0 0,-10-7 136 0 0,0 0 0 0 0,1-1 0 0 0,0-1 0 0 0,0 0 0 0 0,0 0 0 0 0,0-2 0 0 0,0 1 0 0 0,1-1 0 0 0,-1-1 0 0 0,1 0 0 0 0,0-1 0 0 0,-1 0 0 0 0,1-1 0 0 0,14-3 1 0 0,-16 1-61 0 0,-1 1 1 0 0,1-2-1 0 0,-1 1 1 0 0,0-2-1 0 0,0 1 1 0 0,0-1-1 0 0,-1-1 1 0 0,0 0-1 0 0,0 0 1 0 0,0 0-1 0 0,-1-1 1 0 0,0-1-1 0 0,0 1 1 0 0,-1-1 0 0 0,0-1-1 0 0,10-15 1 0 0,-11 14-93 0 0,0 0 0 0 0,-1-1 1 0 0,0 0-1 0 0,-1 0 0 0 0,0 0 1 0 0,-1 0-1 0 0,0-1 0 0 0,-1 1 1 0 0,0-1-1 0 0,-1 0 0 0 0,0-19 0 0 0,-1 22-46 0 0,-1 0-1 0 0,0 0 0 0 0,-1-1 1 0 0,0 1-1 0 0,0 0 0 0 0,-1 1 1 0 0,0-1-1 0 0,-1 0 0 0 0,0 1 1 0 0,0 0-1 0 0,-1 0 0 0 0,0 0 0 0 0,0 0 1 0 0,-1 1-1 0 0,-8-9 0 0 0,3 5-60 0 0,0 1 1 0 0,-1 1-1 0 0,0 0 0 0 0,-1 0 0 0 0,1 2 0 0 0,-2-1 0 0 0,1 2 0 0 0,-1 0 0 0 0,-21-7 0 0 0,15 8-291 0 0,0 1-1 0 0,-1 0 1 0 0,0 1 0 0 0,1 2-1 0 0,-1 0 1 0 0,-23 2-1 0 0,-6 5-1242 0 0,0 2 0 0 0,0 3 0 0 0,1 1-1 0 0,-87 36 1 0 0,-92 50-8109 0 0,153-63 2903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8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19 1040 0 0,'-8'-9'7543'0'0,"8"9"-7370"0"0,0-1 0 0 0,-1 0 0 0 0,1 1-1 0 0,-1-1 1 0 0,1 1 0 0 0,-1-1-1 0 0,1 1 1 0 0,-1-1 0 0 0,1 1 0 0 0,-1-1-1 0 0,1 1 1 0 0,-1-1 0 0 0,0 1-1 0 0,1 0 1 0 0,-1-1 0 0 0,0 1 0 0 0,1 0-1 0 0,-1-1 1 0 0,0 1 0 0 0,1 0-1 0 0,-1 0 1 0 0,0 0 0 0 0,0 0 0 0 0,1 0-1 0 0,-1 0 1 0 0,0 0 0 0 0,1 0-1 0 0,-1 0 1 0 0,0 0 0 0 0,0 0-1 0 0,1 0 1 0 0,-1 0 0 0 0,0 1 0 0 0,1-1-1 0 0,-1 0 1 0 0,0 1 0 0 0,0-1-1 0 0,-2 3 37 0 0,0 0-1 0 0,0 0 0 0 0,0 0 0 0 0,1 0 1 0 0,-1 0-1 0 0,-2 6 0 0 0,-15 23 1053 0 0,-28 60 0 0 0,42-78-1173 0 0,1 0 0 0 0,0 1 0 0 0,1-1 0 0 0,0 1 0 0 0,1 0 0 0 0,1 1 1 0 0,-1 17-2 0 0,3-27-58 0 0,1 0 0 0 0,-1-1-1 0 0,1 1 1 0 0,0 0 0 0 0,0 0-1 0 0,1-1 1 0 0,0 1 0 0 0,0-1-1 0 0,0 0 1 0 0,0 1 0 0 0,1-1-1 0 0,0 0 1 0 0,0 0 0 0 0,0 0-1 0 0,1-1 1 0 0,0 1 0 0 0,-1-1-1 0 0,2 0 1 0 0,-1 0 0 0 0,0 0-1 0 0,6 2 1 0 0,-2-1 33 0 0,0 0 1 0 0,0-1-1 0 0,1 0 0 0 0,-1-1 1 0 0,1 0-1 0 0,0 0 0 0 0,0-1 1 0 0,0 0-1 0 0,1 0 0 0 0,-1-1 1 0 0,0 0-1 0 0,14-1 0 0 0,-10-1 116 0 0,-1 0 0 0 0,1 0 0 0 0,-1-2 0 0 0,0 1-1 0 0,0-1 1 0 0,0-1 0 0 0,0 0 0 0 0,21-11 0 0 0,-25 10-115 0 0,0 0 0 0 0,0-1 0 0 0,-1 0 1 0 0,0 0-1 0 0,0 0 0 0 0,0-1 1 0 0,-1 0-1 0 0,0-1 0 0 0,0 1 0 0 0,0-1 1 0 0,-1 0-1 0 0,5-12 0 0 0,-6 12-12 0 0,-1 0 0 0 0,0 0 0 0 0,-1 0 0 0 0,1 0 0 0 0,-1 0 1 0 0,-1 0-1 0 0,0-1 0 0 0,0 1 0 0 0,0 0 0 0 0,-1-1 0 0 0,0 1 0 0 0,-1-1 0 0 0,-3-14 0 0 0,2 16-37 0 0,0 0 0 0 0,-1 0 0 0 0,1 0 0 0 0,-2 1 0 0 0,1-1 0 0 0,-1 1 1 0 0,0 0-1 0 0,0 0 0 0 0,0 1 0 0 0,-1-1 0 0 0,0 1 0 0 0,0 0 0 0 0,-1 0 0 0 0,1 0 0 0 0,-1 1 0 0 0,-9-6 0 0 0,-2 1-295 0 0,-1 0 1 0 0,0 1-1 0 0,0 1 0 0 0,-22-6 0 0 0,28 9-927 0 0,-1 2 1 0 0,0 0-1 0 0,-25-2 0 0 0,1 8-8722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8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 1304 0 0,'-26'9'10230'0'0,"4"6"-2042"0"0,32-12-7367 0 0,30-2-264 0 0,72-7 0 0 0,-81 3-1071 0 0,-29 3-76 0 0,21-8-7569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9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2616 0 0,'25'-39'20989'0'0,"-25"38"-20892"0"0,9 15 1062 0 0,-5 11 281 0 0,0 0 0 0 0,0 29 0 0 0,-10 105-413 0 0,2-87-804 0 0,0-17-256 0 0,0-1-3118 0 0,3-20-4694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9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2556 0 0,'28'-27'18691'0'0,"-27"27"-18606"0"0,-1 0 1 0 0,0-1-1 0 0,0 1 0 0 0,1 0 1 0 0,-1 0-1 0 0,0-1 1 0 0,1 1-1 0 0,-1 0 1 0 0,0 0-1 0 0,1 0 1 0 0,-1 0-1 0 0,1-1 1 0 0,-1 1-1 0 0,0 0 1 0 0,1 0-1 0 0,-1 0 0 0 0,0 0 1 0 0,1 0-1 0 0,-1 0 1 0 0,1 0-1 0 0,-1 0 1 0 0,0 0-1 0 0,1 0 1 0 0,-1 0-1 0 0,1 0 1 0 0,-1 0-1 0 0,0 1 1 0 0,1-1-1 0 0,-1 0 0 0 0,0 0 1 0 0,1 0-1 0 0,-1 0 1 0 0,0 1-1 0 0,1-1 1 0 0,-1 0-1 0 0,0 0 1 0 0,1 1-1 0 0,-1-1 1 0 0,0 0-1 0 0,0 1 1 0 0,1-1-1 0 0,-1 0 0 0 0,0 1 1 0 0,0-1-1 0 0,0 0 1 0 0,1 1-1 0 0,-1-1 1 0 0,0 0-1 0 0,0 1 1 0 0,0-1-1 0 0,0 0 1 0 0,0 1-1 0 0,0-1 1 0 0,0 1-1 0 0,3 23 436 0 0,-1 0 0 0 0,-1 0 0 0 0,-1 0 1 0 0,-5 42-1 0 0,0 4-265 0 0,3-32-225 0 0,-1 48-1954 0 0,4-77 735 0 0,-1 0 1 0 0,2 1-1 0 0,-1-1 0 0 0,1 0 0 0 0,0 0 0 0 0,7 16 0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50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105 113 172 0 0,'-27'-42'12760'0'0,"23"35"-11314"0"0,4 6-1383 0 0,-1 1 0 0 0,1 0-1 0 0,0 0 1 0 0,-1-1 0 0 0,1 1 0 0 0,0 0-1 0 0,-1-1 1 0 0,1 1 0 0 0,0 0 0 0 0,-1-1 0 0 0,1 1-1 0 0,0 0 1 0 0,0-1 0 0 0,0 1 0 0 0,-1-1-1 0 0,1 1 1 0 0,0 0 0 0 0,0-1 0 0 0,0 1 0 0 0,0-1-1 0 0,0 1 1 0 0,0-1 0 0 0,0 1 0 0 0,0-1-1 0 0,0 1 1 0 0,0 0 0 0 0,0-1 0 0 0,0 1 0 0 0,0-1-1 0 0,0 1 1 0 0,0-1 0 0 0,0 1 0 0 0,0 0-1 0 0,1-1 1 0 0,-1 1 0 0 0,0-1 0 0 0,0 1 0 0 0,0 0-1 0 0,1-1 1 0 0,-1 1 0 0 0,0 0 0 0 0,1-1-1 0 0,-1 1 1 0 0,0 0 0 0 0,1-1 0 0 0,-1 1 0 0 0,0 0-1 0 0,1 0 1 0 0,-1-1 0 0 0,0 1 0 0 0,1 0 0 0 0,-1 0-1 0 0,1 0 1 0 0,-1 0 0 0 0,1-1 0 0 0,38-9 594 0 0,1 2 0 0 0,60-5 1 0 0,85 3 3 0 0,-166 9-602 0 0,9 0 57 0 0,-1 1 0 0 0,1 0 0 0 0,49 9 0 0 0,-68-7 11 0 0,-1 0 0 0 0,0 1 0 0 0,0 0 0 0 0,0 0 0 0 0,0 1 0 0 0,0 0 0 0 0,-1 0 0 0 0,1 1 0 0 0,-1 0 0 0 0,0 0 0 0 0,-1 1 0 0 0,1-1 0 0 0,-1 2 0 0 0,0-1 0 0 0,-1 1 0 0 0,8 10 0 0 0,3 10 391 0 0,-1 1-1 0 0,-2 1 0 0 0,-1 0 0 0 0,-1 0 0 0 0,12 50 0 0 0,19 159 985 0 0,-40-222-1391 0 0,57 686 3107 0 0,-52-570-2959 0 0,12 614 413 0 0,-29-1 9 0 0,9-652-669 0 0,26 1455-12 0 0,7-705 0 0 0,-34-650 0 0 0,0-175 0 0 0,1-2 0 0 0,0 1 0 0 0,0-2 0 0 0,-3-1 0 0 0,1 1 0 0 0,2-10 0 0 0,-1 0 0 0 0,1 0 0 0 0,-1 0 0 0 0,0 0 0 0 0,-1 0 0 0 0,1-1 0 0 0,-1 1 0 0 0,0-1 0 0 0,0 1 0 0 0,0-1 0 0 0,-1 0 0 0 0,-3 4 0 0 0,5-7 0 0 0,-9 8 0 0 0,0 0 0 0 0,-1 0 0 0 0,0-2 0 0 0,0 1 0 0 0,-1-2 0 0 0,0 1 0 0 0,0-2 0 0 0,0 0 0 0 0,-1 0 0 0 0,0-1 0 0 0,-21 3 0 0 0,-20 0 0 0 0,-86 3 0 0 0,136-10 0 0 0,-552-5-7977 0 0,553 4 7349 0 0,-22-3-3980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09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56 157 536 0 0,'-15'0'4514'0'0,"5"-6"-316"0"0,8 4-3921 0 0,0 0 1 0 0,0 0 0 0 0,1 0 0 0 0,-1 0-1 0 0,1 0 1 0 0,-1 0 0 0 0,1 0 0 0 0,0 0 0 0 0,0 0-1 0 0,0-1 1 0 0,0 1 0 0 0,0-1 0 0 0,0 1 0 0 0,1 0-1 0 0,-1-1 1 0 0,1 1 0 0 0,0-1 0 0 0,0 1 0 0 0,0-5-1 0 0,1 4-175 0 0,-1-1 1 0 0,1 1-1 0 0,0 0 0 0 0,1 0 0 0 0,-1-1 0 0 0,1 1 0 0 0,-1 0 0 0 0,1 0 1 0 0,0 1-1 0 0,0-1 0 0 0,0 0 0 0 0,5-4 0 0 0,0 1-106 0 0,0 0-1 0 0,0 0 1 0 0,1 1-1 0 0,0 0 1 0 0,-1 0-1 0 0,2 1 1 0 0,-1 0-1 0 0,1 1 0 0 0,-1-1 1 0 0,11-1-1 0 0,-11 3 11 0 0,0 1-1 0 0,0 0 0 0 0,0 1 0 0 0,0 0 1 0 0,0 0-1 0 0,0 1 0 0 0,0 0 0 0 0,0 0 1 0 0,0 1-1 0 0,0 0 0 0 0,0 0 0 0 0,-1 1 1 0 0,1 0-1 0 0,-1 0 0 0 0,0 1 0 0 0,0 0 1 0 0,0 0-1 0 0,0 1 0 0 0,-1 0 0 0 0,9 8 1 0 0,-8-6-6 0 0,0 0 0 0 0,-1 0 0 0 0,0 1 1 0 0,0 0-1 0 0,-1 0 0 0 0,0 1 1 0 0,-1-1-1 0 0,1 1 0 0 0,-2 0 1 0 0,1 0-1 0 0,-1 0 0 0 0,-1 1 1 0 0,1-1-1 0 0,-2 1 0 0 0,1 0 0 0 0,-1 14 1 0 0,-2-2-2 0 0,-1 0 0 0 0,-1 0 0 0 0,-1 0 1 0 0,-1-1-1 0 0,-1 1 0 0 0,-1-1 0 0 0,-1-1 0 0 0,0 1 1 0 0,-2-1-1 0 0,0-1 0 0 0,-1 1 0 0 0,-17 20 1 0 0,5-10 157 0 0,-2 0 1 0 0,-1-2 0 0 0,-1 0 0 0 0,-1-2 0 0 0,-2-2 0 0 0,-38 26 0 0 0,31-26 691 0 0,35-22-498 0 0,5-3-329 0 0,262-14-2184 0 0,-197 12-969 0 0,-2-4-2727 0 0,-31 4 899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09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77 1952 0 0,'-7'-20'7354'0'0,"-8"-36"1610"0"0,28 430-6445 0 0,-11-328-2797 0 0,6 67-1052 0 0,4-42-8891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09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2 178 1820 0 0,'0'-28'4103'0'0,"-1"18"-2711"0"0,1 0 0 0 0,0-1-1 0 0,0 1 1 0 0,5-19-1 0 0,-4 25-1275 0 0,0 1-1 0 0,0-1 0 0 0,1 1 0 0 0,0-1 1 0 0,-1 1-1 0 0,1-1 0 0 0,1 1 0 0 0,-1 0 1 0 0,0 0-1 0 0,1 0 0 0 0,-1 0 0 0 0,1 1 1 0 0,0-1-1 0 0,0 1 0 0 0,0-1 1 0 0,0 1-1 0 0,4-2 0 0 0,1 0-70 0 0,0 1-1 0 0,0-1 1 0 0,0 2 0 0 0,0-1-1 0 0,0 1 1 0 0,1 0 0 0 0,-1 1-1 0 0,1 0 1 0 0,-1 0 0 0 0,1 1-1 0 0,-1 0 1 0 0,1 0 0 0 0,-1 1-1 0 0,13 3 1 0 0,-17-4-37 0 0,0 1 1 0 0,0 1 0 0 0,0-1-1 0 0,-1 0 1 0 0,1 1-1 0 0,0 0 1 0 0,-1 0-1 0 0,1 0 1 0 0,-1 0-1 0 0,0 0 1 0 0,0 1 0 0 0,0-1-1 0 0,0 1 1 0 0,0 0-1 0 0,0 0 1 0 0,-1 0-1 0 0,1 1 1 0 0,-1-1-1 0 0,0 0 1 0 0,0 1 0 0 0,0-1-1 0 0,0 1 1 0 0,-1 0-1 0 0,0 0 1 0 0,0 0-1 0 0,0 0 1 0 0,0 0-1 0 0,0-1 1 0 0,-1 2-1 0 0,1-1 1 0 0,-1 0 0 0 0,-1 5-1 0 0,0 3-5 0 0,-1 0 0 0 0,0 0 0 0 0,-1 0 1 0 0,0-1-1 0 0,-1 1 0 0 0,0-1 0 0 0,-1 0 0 0 0,-1 0 0 0 0,1 0 0 0 0,-2-1 0 0 0,1 0 0 0 0,-10 11 1 0 0,-3 1 425 0 0,-1-1 1 0 0,0-1 0 0 0,-45 34 0 0 0,31-25 1048 0 0,33-28-1410 0 0,-2 2-2 0 0,3-3-64 0 0,0 0 0 0 0,-1 0 0 0 0,1 0 0 0 0,0 0 0 0 0,0 0-1 0 0,0 0 1 0 0,0 0 0 0 0,-1 0 0 0 0,1 0 0 0 0,0 1 0 0 0,0-1-1 0 0,0 0 1 0 0,0 0 0 0 0,0 0 0 0 0,-1 0 0 0 0,1 0 0 0 0,0 0-1 0 0,0 1 1 0 0,0-1 0 0 0,0 0 0 0 0,0 0 0 0 0,0 0 0 0 0,0 0-1 0 0,0 1 1 0 0,0-1 0 0 0,0 0 0 0 0,-1 0 0 0 0,1 0 0 0 0,0 1-1 0 0,0-1 1 0 0,0 0 0 0 0,0 0 0 0 0,0 0 0 0 0,0 0 0 0 0,0 1-1 0 0,0-1 1 0 0,1 0 0 0 0,-1 0 0 0 0,0 1 0 0 0,5 6 7 0 0,0-1 0 0 0,0 1-1 0 0,1-1 1 0 0,0 0 0 0 0,0 0 0 0 0,1-1 0 0 0,-1 0 0 0 0,15 8 0 0 0,2 4 15 0 0,14 14-125 0 0,-1 2 0 0 0,42 52 0 0 0,-39-43-3350 0 0,0 0-4073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10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25 764 0 0,'1'-24'18393'0'0,"3"36"-17895"0"0,4 20 22 0 0,-3-8-314 0 0,1-1 1 0 0,15 36 0 0 0,-19-55-179 0 0,0 1 0 0 0,0-1 1 0 0,1 1-1 0 0,-1-1 0 0 0,1 0 0 0 0,0 0 1 0 0,0 0-1 0 0,1 0 0 0 0,-1 0 0 0 0,1-1 1 0 0,0 1-1 0 0,0-1 0 0 0,0 0 0 0 0,0 0 1 0 0,0-1-1 0 0,1 1 0 0 0,9 3 0 0 0,-11-5-2 0 0,1 0-1 0 0,0-1 1 0 0,0 1-1 0 0,0-1 1 0 0,0 1-1 0 0,0-1 0 0 0,0 0 1 0 0,0-1-1 0 0,0 1 1 0 0,0-1-1 0 0,-1 1 1 0 0,1-1-1 0 0,0 0 1 0 0,0-1-1 0 0,0 1 0 0 0,-1-1 1 0 0,6-2-1 0 0,-3 0-9 0 0,-1 0-1 0 0,0 0 0 0 0,0-1 0 0 0,0 1 1 0 0,-1-1-1 0 0,0 0 0 0 0,0-1 0 0 0,0 1 1 0 0,5-10-1 0 0,0-2 676 0 0,0 0 0 0 0,-1-1 1 0 0,-1 0-1 0 0,-1 0 0 0 0,4-21 0 0 0,-9 37-528 0 0,1-2-37 0 0,1 0 67 0 0,0 15-52 0 0,3 174 169 0 0,0 14-1920 0 0,-5-189 1114 0 0,13 86-3568 0 0,0-33-4968 0 0,-6-34-356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11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72 1500 0 0,'7'-11'2949'0'0,"0"-1"0"0"0,25-36 11958 0 0,-51 50-14833 0 0,1 0 1 0 0,0 1 0 0 0,1 1 0 0 0,-1 1-1 0 0,1 1 1 0 0,-1 0 0 0 0,2 1 0 0 0,-1 1-1 0 0,1 0 1 0 0,0 1 0 0 0,1 1-1 0 0,-23 18 1 0 0,29-18-70 0 0,0 0 0 0 0,0 1 0 0 0,1 0-1 0 0,1 0 1 0 0,0 1 0 0 0,0 0 0 0 0,1 0 0 0 0,0 1-1 0 0,1-1 1 0 0,1 1 0 0 0,-4 17 0 0 0,-1 12 80 0 0,2 0 0 0 0,-1 55 0 0 0,-13 644 2981 0 0,18-494-2295 0 0,-8 85-180 0 0,3 281-423 0 0,15-419 52 0 0,16 346-316 0 0,-13-387-38 0 0,-9-146 134 0 0,0 9 52 0 0,2 0 0 0 0,0-1-1 0 0,7 25 1 0 0,-9-39-43 0 0,0 0 0 0 0,0 1 0 0 0,0-1 0 0 0,0 0-1 0 0,0 1 1 0 0,1-1 0 0 0,-1 0 0 0 0,0 0 0 0 0,1 0 0 0 0,-1 0 0 0 0,0 0 0 0 0,1 0 0 0 0,-1 0 0 0 0,1-1-1 0 0,0 1 1 0 0,-1 0 0 0 0,4 0 0 0 0,29 4-37 0 0,13-7-683 0 0,0-2 0 0 0,53-10 1 0 0,93-30-4786 0 0,-104 23 1480 0 0,-30 7-1666 0 0,-1-3-3102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12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84 476 0 0,'27'-66'14869'0'0,"-19"48"-7718"0"0,5 97-6130 0 0,-4 1-1 0 0,-1 91 1 0 0,-4-61-3412 0 0,-3-48-3640 0 0,-1-33-1767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12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1648 0 0,'9'-1'15910'0'0,"-5"39"-14366"0"0,-2 1 0 0 0,-3 49 0 0 0,0-26-1152 0 0,1-42-568 0 0,4 83-1449 0 0,-2-88-1964 0 0,0 1 0 0 0,8 21 1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13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1204 0 0,'12'-26'17978'0'0,"-8"38"-17558"0"0,-2 4-257 0 0,-1 1 0 0 0,0-1 1 0 0,-1 1-1 0 0,0-1 1 0 0,-4 19-1 0 0,0 14-50 0 0,3 71-2910 0 0,6-41-6262 0 0,-3-54 2624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13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47 756 0 0,'12'-28'15081'0'0,"-7"10"-9119"0"0,-2 32-5470 0 0,0 10-116 0 0,0 0-1 0 0,-2 47 0 0 0,-1-19-172 0 0,15 129-2039 0 0,-4-122-2086 0 0,5-1-3605 0 0,-7-31-404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14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19 1672 0 0,'-4'-19'11681'0'0,"1"28"-11337"0"0,1 0 0 0 0,0 1 0 0 0,1-1 0 0 0,0 1 0 0 0,0-1 0 0 0,1 1 0 0 0,2 16 0 0 0,-2-2 59 0 0,0-4-216 0 0,1-1-1 0 0,0 0 1 0 0,2 0-1 0 0,0 0 0 0 0,1-1 1 0 0,1 1-1 0 0,14 34 1 0 0,-17-47-138 0 0,1-1 0 0 0,0 1 1 0 0,1 0-1 0 0,-1-1 0 0 0,1 0 1 0 0,0 0-1 0 0,0 0 0 0 0,1 0 1 0 0,0 0-1 0 0,-1-1 0 0 0,1 0 1 0 0,1 0-1 0 0,-1-1 0 0 0,1 1 0 0 0,-1-1 1 0 0,1 0-1 0 0,0 0 0 0 0,0-1 1 0 0,0 0-1 0 0,0 0 0 0 0,1-1 1 0 0,-1 1-1 0 0,1-1 0 0 0,-1-1 1 0 0,0 1-1 0 0,13-1 0 0 0,-11-1 15 0 0,1 0-1 0 0,-1 0 0 0 0,0 0 1 0 0,1-1-1 0 0,-1 0 1 0 0,0-1-1 0 0,0 0 0 0 0,0 0 1 0 0,-1 0-1 0 0,1-1 1 0 0,-1-1-1 0 0,10-6 1 0 0,-12 7-8 0 0,0-1 1 0 0,0 0 0 0 0,0 0 0 0 0,0-1-1 0 0,-1 1 1 0 0,0-1 0 0 0,0 0 0 0 0,-1 0 0 0 0,0-1-1 0 0,0 1 1 0 0,0 0 0 0 0,-1-1 0 0 0,1 0-1 0 0,-2 0 1 0 0,2-8 0 0 0,-1 3 8 0 0,-1 0-1 0 0,0 0 1 0 0,-1 0 0 0 0,0 0 0 0 0,-1 0 0 0 0,0 0-1 0 0,-1 0 1 0 0,0 0 0 0 0,-1 0 0 0 0,-6-14-1 0 0,7 20-56 0 0,-1 0 0 0 0,1 0 0 0 0,-1 0 0 0 0,-1 1 0 0 0,1 0 0 0 0,-1-1 0 0 0,0 1-1 0 0,-1 0 1 0 0,1 1 0 0 0,-1-1 0 0 0,0 1 0 0 0,0 0 0 0 0,0 0 0 0 0,0 0 0 0 0,-1 1 0 0 0,1 0-1 0 0,-1 0 1 0 0,0 0 0 0 0,0 1 0 0 0,-11-3 0 0 0,12 4-130 0 0,1 0 0 0 0,-1 0-1 0 0,0 1 1 0 0,0-1 0 0 0,0 1 0 0 0,0 0-1 0 0,1 1 1 0 0,-1-1 0 0 0,0 1 0 0 0,0 0-1 0 0,0 1 1 0 0,1-1 0 0 0,-1 1 0 0 0,1-1-1 0 0,-9 6 1 0 0,8-4-531 0 0,0 0 0 0 0,1 1 0 0 0,-1-1 0 0 0,1 1 0 0 0,-6 7 0 0 0,5-6-829 0 0,1 1 0 0 0,0 0-1 0 0,0 1 1 0 0,-4 7 0 0 0,1 3-4771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15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45 964 0 0,'-3'-1'1587'0'0,"-71"-33"8725"0"0,73 33-9851 0 0,-4 0 62 0 0,5 1-506 0 0,-1 0-1 0 0,1-1 1 0 0,0 1-1 0 0,0 0 1 0 0,0 0-1 0 0,-1 0 1 0 0,1 0-1 0 0,0 0 0 0 0,0-1 1 0 0,-1 1-1 0 0,1 0 1 0 0,0 0-1 0 0,0 0 1 0 0,-1 0-1 0 0,1 0 1 0 0,0 0-1 0 0,0 0 1 0 0,-1 0-1 0 0,1 0 1 0 0,0 0-1 0 0,0 0 1 0 0,-1 0-1 0 0,1 0 0 0 0,0 0 1 0 0,-1 0-1 0 0,1 0 1 0 0,0 0-1 0 0,0 0 1 0 0,-1 0-1 0 0,1 0 1 0 0,0 1-1 0 0,0-1 1 0 0,0 0-1 0 0,-1 0 1 0 0,1 0-1 0 0,-4 4 40 0 0,0 0 0 0 0,0 0 0 0 0,1 0-1 0 0,-1 0 1 0 0,1 0 0 0 0,0 0 0 0 0,0 1 0 0 0,1 0 0 0 0,-1-1 0 0 0,1 1 0 0 0,0 0-1 0 0,0 0 1 0 0,1 1 0 0 0,-1-1 0 0 0,0 9 0 0 0,-1 9 59 0 0,0-1 0 0 0,1 33 0 0 0,2-46-77 0 0,0 1 0 0 0,1-1 1 0 0,0 0-1 0 0,0 1 1 0 0,6 14-1 0 0,-6-21-17 0 0,0 1 0 0 0,1-1 0 0 0,-1 0-1 0 0,1 1 1 0 0,0-1 0 0 0,0 0 0 0 0,0 0 0 0 0,1 0 0 0 0,-1 0-1 0 0,1 0 1 0 0,-1-1 0 0 0,1 1 0 0 0,0-1 0 0 0,0 0 0 0 0,0 0 0 0 0,4 2-1 0 0,-4-3 3 0 0,0 0 0 0 0,-1 0 0 0 0,1-1 0 0 0,-1 0 0 0 0,1 1 0 0 0,0-1-1 0 0,0 0 1 0 0,-1 0 0 0 0,1 0 0 0 0,0-1 0 0 0,-1 1 0 0 0,1-1-1 0 0,0 1 1 0 0,2-2 0 0 0,1 0 59 0 0,0 0 0 0 0,0-1 0 0 0,-1 1-1 0 0,1-1 1 0 0,5-4 0 0 0,-4 2-6 0 0,-1-1 0 0 0,0 0 0 0 0,-1 0 0 0 0,0 0 0 0 0,0 0-1 0 0,0-1 1 0 0,0 0 0 0 0,-1 0 0 0 0,-1 0 0 0 0,1-1 0 0 0,-1 1 0 0 0,0-1 0 0 0,-1 0 0 0 0,1 0 0 0 0,-2 1 0 0 0,2-12 0 0 0,-2 12-47 0 0,0 0 0 0 0,0 0 0 0 0,-1 0 0 0 0,-1 0 0 0 0,1 1 0 0 0,-1-1 1 0 0,0 0-1 0 0,0 0 0 0 0,-1 0 0 0 0,0 1 0 0 0,0-1 0 0 0,0 1 0 0 0,-1 0 1 0 0,0-1-1 0 0,-1 1 0 0 0,1 0 0 0 0,-1 1 0 0 0,0-1 0 0 0,-8-8 0 0 0,8 11-46 0 0,0 0 0 0 0,0 1 0 0 0,-1-1 0 0 0,1 1-1 0 0,0 0 1 0 0,-1 0 0 0 0,0 0 0 0 0,1 1 0 0 0,-1-1 0 0 0,0 1-1 0 0,0 0 1 0 0,1 1 0 0 0,-1-1 0 0 0,0 1 0 0 0,0 0-1 0 0,0 0 1 0 0,0 1 0 0 0,0-1 0 0 0,1 1 0 0 0,-1 0 0 0 0,-9 4-1 0 0,4-2-393 0 0,1 0-1 0 0,0 1 0 0 0,0 0 0 0 0,0 1 0 0 0,1 0 0 0 0,-1 0 1 0 0,1 1-1 0 0,1 0 0 0 0,-15 14 0 0 0,13-10-1293 0 0,1 0-1 0 0,-1 1 1 0 0,-9 17-1 0 0,5-4-3542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15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92 214 1644 0 0,'-15'-4'8840'0'0,"-8"-2"-1571"0"0,21 6-6972 0 0,0 0-263 0 0,1 0 0 0 0,0 0 0 0 0,-1 1 0 0 0,1-1 0 0 0,0 0 0 0 0,0 1 1 0 0,-1-1-1 0 0,1 1 0 0 0,0-1 0 0 0,0 1 0 0 0,0 0 0 0 0,0 0 0 0 0,0-1 1 0 0,-1 1-1 0 0,1 0 0 0 0,1 0 0 0 0,-1 0 0 0 0,0 0 0 0 0,0 0 0 0 0,0 0 0 0 0,0 1 1 0 0,-2 3 1 0 0,1-1 1 0 0,-1 1 0 0 0,1 0 0 0 0,1-1-1 0 0,-3 10 1 0 0,0 4-25 0 0,1 0 0 0 0,-1 25 0 0 0,3-29 4 0 0,1 0 1 0 0,0 0-1 0 0,1 0 1 0 0,1 0-1 0 0,0 0 0 0 0,8 27 1 0 0,-9-38-3 0 0,0 0 0 0 0,1 1 1 0 0,-1-1-1 0 0,1 0 0 0 0,-1 0 1 0 0,1 0-1 0 0,0 0 0 0 0,0 0 1 0 0,1-1-1 0 0,-1 1 0 0 0,0-1 1 0 0,1 1-1 0 0,0-1 0 0 0,0 0 0 0 0,-1 0 1 0 0,1 0-1 0 0,0 0 0 0 0,1 0 1 0 0,-1-1-1 0 0,0 0 0 0 0,0 1 1 0 0,1-1-1 0 0,-1 0 0 0 0,0-1 1 0 0,1 1-1 0 0,-1-1 0 0 0,1 1 1 0 0,-1-1-1 0 0,1 0 0 0 0,-1 0 1 0 0,1-1-1 0 0,-1 1 0 0 0,5-1 0 0 0,2-2 29 0 0,1 1-1 0 0,-1-2 0 0 0,1 1 0 0 0,-1-2 1 0 0,0 1-1 0 0,0-1 0 0 0,-1-1 1 0 0,1 1-1 0 0,-1-2 0 0 0,-1 1 0 0 0,1-1 1 0 0,-1-1-1 0 0,0 1 0 0 0,-1-1 0 0 0,0-1 1 0 0,0 1-1 0 0,0-1 0 0 0,-1-1 0 0 0,8-17 1 0 0,-7 12 6 0 0,0 1 1 0 0,-2-1-1 0 0,0 0 1 0 0,0 0-1 0 0,-2-1 1 0 0,0 1-1 0 0,0-1 1 0 0,-2 1-1 0 0,0-1 1 0 0,-1 0-1 0 0,0 0 1 0 0,-1 0-1 0 0,-4-18 1 0 0,3 26-5 0 0,0 0 1 0 0,-1 0-1 0 0,0 0 1 0 0,0 1-1 0 0,-1-1 1 0 0,0 1-1 0 0,0 0 1 0 0,0 0-1 0 0,-1 0 1 0 0,0 1-1 0 0,-11-11 1 0 0,11 13-200 0 0,0 0 0 0 0,0-1 1 0 0,-1 2-1 0 0,0-1 0 0 0,0 1 1 0 0,-6-3-1 0 0,7 3-541 0 0,-1 1 1 0 0,0 1-1 0 0,1-1 0 0 0,-1 1 0 0 0,0 0 1 0 0,0 0-1 0 0,-7 1 0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16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31 288 0 0,'-10'-8'3436'0'0,"8"5"-2794"0"0,-1 1 1 0 0,1 0-1 0 0,0 0 0 0 0,-1 0 0 0 0,1 1 0 0 0,-1-1 0 0 0,1 1 1 0 0,-1-1-1 0 0,0 1 0 0 0,0 0 0 0 0,0 0 0 0 0,-4-1 0 0 0,5 2-26 0 0,-1 0-96 0 0,-1 2-410 0 0,-1 0 0 0 0,1-1-1 0 0,0 1 1 0 0,0 1 0 0 0,0-1 0 0 0,0 1 0 0 0,0-1-1 0 0,1 1 1 0 0,-1 0 0 0 0,1 1 0 0 0,0-1 0 0 0,0 0 0 0 0,0 1-1 0 0,0 0 1 0 0,0 0 0 0 0,1 0 0 0 0,0 0 0 0 0,-3 5-1 0 0,-2 6 51 0 0,1-1 0 0 0,1 1 0 0 0,0 0 0 0 0,-5 21 0 0 0,8-20-91 0 0,-1-1 0 0 0,2 0 0 0 0,0 1 0 0 0,1-1 0 0 0,0 0 0 0 0,1 1 0 0 0,1-1 0 0 0,1 0 0 0 0,4 16 0 0 0,-6-26-54 0 0,1 0 0 0 0,0 0 1 0 0,0 0-1 0 0,0 0 1 0 0,1 0-1 0 0,0-1 0 0 0,0 1 1 0 0,0-1-1 0 0,0 0 0 0 0,0 1 1 0 0,1-2-1 0 0,0 1 1 0 0,0 0-1 0 0,0-1 0 0 0,0 0 1 0 0,1 0-1 0 0,-1 0 0 0 0,1 0 1 0 0,0-1-1 0 0,0 1 1 0 0,0-1-1 0 0,0-1 0 0 0,0 1 1 0 0,0-1-1 0 0,0 0 0 0 0,1 0 1 0 0,-1 0-1 0 0,0-1 1 0 0,7 1-1 0 0,-2-1 10 0 0,-1-1 0 0 0,0 0-1 0 0,0 0 1 0 0,0 0 0 0 0,0-1 0 0 0,0-1 0 0 0,0 1-1 0 0,0-1 1 0 0,-1-1 0 0 0,15-7 0 0 0,-18 8-6 0 0,-1-1 0 0 0,0 1 0 0 0,0 0-1 0 0,0-1 1 0 0,0 0 0 0 0,0 0 0 0 0,-1 0 0 0 0,1-1 0 0 0,-1 1-1 0 0,0-1 1 0 0,-1 1 0 0 0,1-1 0 0 0,-1 0 0 0 0,0 0 0 0 0,0 0 0 0 0,0-1-1 0 0,-1 1 1 0 0,0 0 0 0 0,1-9 0 0 0,-1 3 19 0 0,0-1-1 0 0,-1 0 1 0 0,0 0 0 0 0,-3-12 0 0 0,3 19-43 0 0,-1 0 1 0 0,0 1-1 0 0,-1-1 1 0 0,1 1 0 0 0,-1-1-1 0 0,0 1 1 0 0,0-1-1 0 0,0 1 1 0 0,-1 0 0 0 0,1 0-1 0 0,-1 0 1 0 0,-5-5-1 0 0,7 8-59 0 0,0 0 0 0 0,0 1-1 0 0,0-1 1 0 0,0 0 0 0 0,-1 1 0 0 0,1-1-1 0 0,0 1 1 0 0,0 0 0 0 0,-1-1-1 0 0,1 1 1 0 0,0 0 0 0 0,-1 0-1 0 0,1-1 1 0 0,0 1 0 0 0,-1 0 0 0 0,1 1-1 0 0,0-1 1 0 0,0 0 0 0 0,-1 0-1 0 0,1 0 1 0 0,0 1 0 0 0,-1-1-1 0 0,1 1 1 0 0,0-1 0 0 0,-2 2 0 0 0,-1 0-345 0 0,0 0 0 0 0,0 0 1 0 0,1 0-1 0 0,-1 1 1 0 0,1-1-1 0 0,-7 7 1 0 0,6-4-677 0 0,0 1 1 0 0,0 0-1 0 0,0 0 1 0 0,1 0-1 0 0,-6 12 1 0 0,1 2-3500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16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10 133 408 0 0,'-4'97'12421'0'0,"1"-70"-11593"0"0,1 0 1 0 0,2 1-1 0 0,1-1 0 0 0,1 1 0 0 0,10 50 0 0 0,-11-74-772 0 0,0 0-1 0 0,0-1 0 0 0,1 1 0 0 0,-1-1 1 0 0,1 1-1 0 0,-1-1 0 0 0,1 0 0 0 0,0 1 1 0 0,1-1-1 0 0,-1 0 0 0 0,0 0 0 0 0,1 0 1 0 0,0-1-1 0 0,-1 1 0 0 0,1-1 0 0 0,0 1 1 0 0,5 2-1 0 0,-5-4 16 0 0,1 0 1 0 0,0 0-1 0 0,0 0 0 0 0,0 0 0 0 0,-1-1 1 0 0,1 1-1 0 0,0-1 0 0 0,0 0 1 0 0,0 0-1 0 0,0 0 0 0 0,0-1 1 0 0,0 1-1 0 0,0-1 0 0 0,-1 0 1 0 0,1 0-1 0 0,0-1 0 0 0,3-1 1 0 0,6-2 70 0 0,0-1 1 0 0,-1-1 0 0 0,0 0-1 0 0,0-1 1 0 0,-1 0 0 0 0,0 0-1 0 0,-1-1 1 0 0,0-1 0 0 0,0 0 0 0 0,-1 0-1 0 0,0-1 1 0 0,0 0 0 0 0,-2-1-1 0 0,1 0 1 0 0,-1 0 0 0 0,6-15-1 0 0,-7 13-64 0 0,-1-1 0 0 0,0 1 0 0 0,-1-1-1 0 0,-1 0 1 0 0,0 0 0 0 0,-1 0-1 0 0,-1 0 1 0 0,0 0 0 0 0,-1 0 0 0 0,0-1-1 0 0,-2 1 1 0 0,0 0 0 0 0,0 0-1 0 0,-8-24 1 0 0,8 34-67 0 0,0 1 0 0 0,0-1 0 0 0,0 1 0 0 0,0 0 0 0 0,-1 0 0 0 0,1 0 0 0 0,-1 0-1 0 0,0 0 1 0 0,-1 1 0 0 0,1 0 0 0 0,-1-1 0 0 0,1 1 0 0 0,-1 0 0 0 0,0 1 0 0 0,0-1 0 0 0,0 1 0 0 0,-9-4 0 0 0,6 3-471 0 0,0 1 0 0 0,0 0 1 0 0,0 0-1 0 0,-1 0 0 0 0,1 1 1 0 0,0 1-1 0 0,-1-1 0 0 0,1 1 1 0 0,-1 0-1 0 0,-9 2 0 0 0,15-1-195 0 0,-1-1-1 0 0,1 1 0 0 0,0 0 0 0 0,0 0 1 0 0,0 0-1 0 0,0 0 0 0 0,0 0 0 0 0,0 0 0 0 0,0 1 1 0 0,-2 1-1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17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52 1632 0 0,'-6'-27'20929'0'0,"3"27"-20798"0"0,-1 2-101 0 0,1 1-1 0 0,-1-1 1 0 0,1 0-1 0 0,0 1 1 0 0,-1 0-1 0 0,1-1 0 0 0,1 1 1 0 0,-1 0-1 0 0,0 1 1 0 0,1-1-1 0 0,-1 0 1 0 0,1 1-1 0 0,0 0 1 0 0,0-1-1 0 0,-2 7 1 0 0,-4 9 23 0 0,-10 36-1 0 0,15-42-37 0 0,0 0 0 0 0,1 0 0 0 0,1 0 0 0 0,0 0 0 0 0,0 0 0 0 0,1 1-1 0 0,1-1 1 0 0,0 0 0 0 0,1 0 0 0 0,5 17 0 0 0,-6-25 0 0 0,1 0 0 0 0,0 0 0 0 0,0 0 0 0 0,0-1 0 0 0,0 1 0 0 0,0-1 0 0 0,1 0 0 0 0,0 1 0 0 0,0-1 0 0 0,0 0 0 0 0,1-1 0 0 0,-1 1 0 0 0,1 0 0 0 0,0-1 0 0 0,0 0 0 0 0,0 0 0 0 0,0 0 0 0 0,0-1 0 0 0,1 1 0 0 0,-1-1 0 0 0,1 0 0 0 0,0 0 0 0 0,0-1 0 0 0,0 1 0 0 0,0-1 0 0 0,0 0 0 0 0,0 0 0 0 0,0-1 0 0 0,7 0 0 0 0,-5 0-3 0 0,0 0 0 0 0,1-1 0 0 0,-1 0 1 0 0,0 0-1 0 0,0-1 0 0 0,0 0 0 0 0,0 0 0 0 0,0 0 0 0 0,0-1 1 0 0,0 0-1 0 0,-1-1 0 0 0,1 1 0 0 0,-1-1 0 0 0,0-1 0 0 0,0 1 1 0 0,-1-1-1 0 0,1 0 0 0 0,-1 0 0 0 0,0 0 0 0 0,6-10 1 0 0,-5 7-3 0 0,-1-1 1 0 0,-1 0 0 0 0,1 0 0 0 0,-2 0 0 0 0,1 0 0 0 0,-1-1 0 0 0,0 1-1 0 0,-1-1 1 0 0,0 0 0 0 0,-1 0 0 0 0,0 0 0 0 0,0 0 0 0 0,-1 0 0 0 0,-2-16 0 0 0,1 17-8 0 0,-1-1 0 0 0,0 0 0 0 0,0 1 1 0 0,-1-1-1 0 0,0 1 0 0 0,0 0 0 0 0,-1 0 1 0 0,-1 0-1 0 0,1 1 0 0 0,-1-1 0 0 0,-1 1 1 0 0,-9-12-1 0 0,10 16-204 0 0,1 0 0 0 0,-1 0-1 0 0,0 0 1 0 0,0 0 0 0 0,0 1 0 0 0,-1 0-1 0 0,1 0 1 0 0,-1 0 0 0 0,0 1 0 0 0,0-1 0 0 0,0 1-1 0 0,0 1 1 0 0,0-1 0 0 0,0 1 0 0 0,0 0 0 0 0,0 1-1 0 0,0 0 1 0 0,-1 0 0 0 0,1 0 0 0 0,-11 2 0 0 0,11-1-442 0 0,-1 0 1 0 0,1 1 0 0 0,-1 0-1 0 0,1 0 1 0 0,-10 6 0 0 0,-11 11-6572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23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98 1632 0 0,'-2'-15'4744'0'0,"0"3"-346"0"0,2 12-4368 0 0,-1 0 1 0 0,1 0 0 0 0,-1 0-1 0 0,1 0 1 0 0,0 1-1 0 0,-1-1 1 0 0,1 0 0 0 0,0 0-1 0 0,-1 0 1 0 0,1 1 0 0 0,0-1-1 0 0,-1 0 1 0 0,1 0-1 0 0,0 1 1 0 0,0-1 0 0 0,-1 0-1 0 0,1 1 1 0 0,0-1 0 0 0,0 0-1 0 0,0 1 1 0 0,-1-1-1 0 0,1 0 1 0 0,0 1 0 0 0,0-1-1 0 0,0 1 1 0 0,0-1 0 0 0,0 0-1 0 0,0 1 1 0 0,0 0-1 0 0,-9 23 262 0 0,0-1 0 0 0,2 2 0 0 0,1-1-1 0 0,1 1 1 0 0,2 0 0 0 0,0 0 0 0 0,1 1-1 0 0,3 32 1 0 0,-1-49-234 0 0,1 0-1 0 0,0 1 1 0 0,0-1 0 0 0,1 0 0 0 0,0 0-1 0 0,1 0 1 0 0,0-1 0 0 0,0 1 0 0 0,1-1-1 0 0,0 0 1 0 0,6 8 0 0 0,-7-11-11 0 0,1 0 0 0 0,0-1 1 0 0,0 0-1 0 0,0 1 1 0 0,0-2-1 0 0,1 1 0 0 0,-1 0 1 0 0,1-1-1 0 0,0 0 0 0 0,0 0 1 0 0,1-1-1 0 0,-1 1 1 0 0,0-1-1 0 0,1 0 0 0 0,0 0 1 0 0,-1-1-1 0 0,1 0 0 0 0,7 1 1 0 0,5-1 53 0 0,0-1 0 0 0,0 0 0 0 0,0-2 0 0 0,0 0 1 0 0,0-1-1 0 0,-1-1 0 0 0,1 0 0 0 0,-1-1 0 0 0,27-13 1 0 0,-24 9 41 0 0,0-1 0 0 0,0-1 0 0 0,-1-1 1 0 0,-1 0-1 0 0,0-2 0 0 0,-1 0 1 0 0,22-23-1 0 0,-32 29-43 0 0,-1-1-1 0 0,0 0 1 0 0,0 0-1 0 0,-1-1 1 0 0,0 0-1 0 0,0 0 1 0 0,-1 0-1 0 0,0 0 1 0 0,-1 0-1 0 0,-1-1 1 0 0,1 0-1 0 0,-2 1 1 0 0,1-1-1 0 0,-1 0 1 0 0,-1-15 0 0 0,0 18-80 0 0,-1 0 0 0 0,0-1 1 0 0,0 1-1 0 0,-1 0 1 0 0,0 0-1 0 0,0 0 1 0 0,-1 0-1 0 0,0 0 0 0 0,0 0 1 0 0,-1 1-1 0 0,0-1 1 0 0,0 1-1 0 0,-1 0 1 0 0,1 0-1 0 0,-2 1 0 0 0,1 0 1 0 0,-1 0-1 0 0,0 0 1 0 0,0 0-1 0 0,-11-7 1 0 0,11 11-24 0 0,1-1 1 0 0,0 1-1 0 0,-1 1 1 0 0,0-1-1 0 0,1 1 1 0 0,-1 0-1 0 0,0 0 1 0 0,1 0-1 0 0,-1 1 1 0 0,0 0-1 0 0,0 0 1 0 0,0 1-1 0 0,1-1 1 0 0,-1 1-1 0 0,0 0 1 0 0,1 1-1 0 0,-1 0 1 0 0,0 0-1 0 0,1 0 1 0 0,0 0-1 0 0,0 1 1 0 0,-6 3-1 0 0,5-2-241 0 0,0 0 1 0 0,0 0-1 0 0,1 0 1 0 0,0 1-1 0 0,-1-1 0 0 0,2 1 1 0 0,-1 1-1 0 0,-5 6 1 0 0,8-8-205 0 0,-1 0 0 0 0,1-1 0 0 0,0 1 0 0 0,0 0 0 0 0,1 0 0 0 0,-1 0 1 0 0,1 1-1 0 0,0-1 0 0 0,0 0 0 0 0,1 0 0 0 0,-1 1 0 0 0,1-1 0 0 0,0 7 0 0 0,6 11-4593 0 0,-2-10 916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23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96 1596 0 0,'0'-16'2593'0'0,"1"7"-724"0"0,-1-1 0 0 0,0 1-1 0 0,-1-1 1 0 0,0 0 0 0 0,-4-12-1 0 0,5 20-1183 0 0,-5-2 1014 0 0,5 4-1685 0 0,0 0-1 0 0,0 0 0 0 0,0 0 0 0 0,0-1 0 0 0,0 1 1 0 0,0 0-1 0 0,0 0 0 0 0,0 0 0 0 0,0 0 1 0 0,0-1-1 0 0,-1 1 0 0 0,1 0 0 0 0,0 0 1 0 0,0 0-1 0 0,0 0 0 0 0,0 0 0 0 0,0 0 0 0 0,-1-1 1 0 0,1 1-1 0 0,0 0 0 0 0,0 0 0 0 0,0 0 1 0 0,0 0-1 0 0,-1 0 0 0 0,1 0 0 0 0,0 0 0 0 0,0 0 1 0 0,0 0-1 0 0,-1 0 0 0 0,1 0 0 0 0,0 0 1 0 0,0 0-1 0 0,0 0 0 0 0,0 0 0 0 0,-1 0 0 0 0,1 0 1 0 0,0 0-1 0 0,0 0 0 0 0,0 0 0 0 0,-1 0 1 0 0,1 0-1 0 0,0 0 0 0 0,0 0 0 0 0,0 0 0 0 0,0 1 1 0 0,-1-1-1 0 0,1 0 0 0 0,0 0 0 0 0,0 0 1 0 0,0 0-1 0 0,0 0 0 0 0,0 0 0 0 0,0 1 0 0 0,-1-1 1 0 0,1 0-1 0 0,0 0 0 0 0,0 1 0 0 0,-2 2 5 0 0,-1 0-1 0 0,1 1 0 0 0,0-1 0 0 0,0 1 1 0 0,0 0-1 0 0,0-1 0 0 0,1 1 1 0 0,-1 0-1 0 0,1 0 0 0 0,0 0 0 0 0,0 5 1 0 0,-3 6 1 0 0,-5 16 15 0 0,1 0 1 0 0,2 0-1 0 0,-5 53 0 0 0,10-68-20 0 0,1 0 0 0 0,0 1 0 0 0,1-1 0 0 0,1 0 0 0 0,0 0 0 0 0,2 0 0 0 0,-1 0 0 0 0,2-1 0 0 0,7 17 0 0 0,-11-28 2 0 0,1-1 0 0 0,-1 1 0 0 0,1-1 1 0 0,0 0-1 0 0,0 0 0 0 0,1 0 0 0 0,-1 0 0 0 0,1 0 1 0 0,-1-1-1 0 0,1 1 0 0 0,0-1 0 0 0,0 0 0 0 0,0 1 1 0 0,0-1-1 0 0,0 0 0 0 0,1-1 0 0 0,-1 1 1 0 0,1-1-1 0 0,-1 1 0 0 0,1-1 0 0 0,-1 0 0 0 0,1-1 1 0 0,0 1-1 0 0,-1 0 0 0 0,1-1 0 0 0,0 0 0 0 0,-1 0 1 0 0,1 0-1 0 0,0 0 0 0 0,0-1 0 0 0,-1 0 0 0 0,1 1 1 0 0,0-1-1 0 0,5-3 0 0 0,0 0 71 0 0,-1 0-1 0 0,1-1 1 0 0,-1 0 0 0 0,0 0-1 0 0,-1-1 1 0 0,1 0 0 0 0,-1 0-1 0 0,0-1 1 0 0,-1 0-1 0 0,1 0 1 0 0,-1-1 0 0 0,7-12-1 0 0,-4 6 168 0 0,-1-1 0 0 0,0-1-1 0 0,-2 1 1 0 0,1-1-1 0 0,-2 0 1 0 0,4-20 0 0 0,-7 29-175 0 0,-1 0 1 0 0,0 0-1 0 0,0 0 1 0 0,-1 0 0 0 0,0 0-1 0 0,0 0 1 0 0,0-1-1 0 0,-1 1 1 0 0,-1 0-1 0 0,1 0 1 0 0,-5-12-1 0 0,4 15-71 0 0,0 0-1 0 0,0 1 1 0 0,0-1-1 0 0,0 1 0 0 0,-1 0 1 0 0,1 0-1 0 0,-1 0 0 0 0,0 0 1 0 0,0 0-1 0 0,0 0 1 0 0,0 1-1 0 0,-1-1 0 0 0,1 1 1 0 0,-1 0-1 0 0,1 0 0 0 0,-1 0 1 0 0,0 1-1 0 0,0-1 0 0 0,0 1 1 0 0,0 0-1 0 0,-6-1 1 0 0,4 1-180 0 0,0 0 0 0 0,0 1 0 0 0,0-1 0 0 0,0 1 0 0 0,0 0 0 0 0,0 1 0 0 0,-1 0 0 0 0,1 0 0 0 0,0 0 0 0 0,0 0 0 0 0,1 1 0 0 0,-1 0 0 0 0,0 0 0 0 0,0 1 0 0 0,1 0 0 0 0,0 0 0 0 0,-1 0 0 0 0,1 0 0 0 0,0 1 1 0 0,1 0-1 0 0,-1 0 0 0 0,-4 6 0 0 0,-2 3-1631 0 0,1 0 0 0 0,0 1 0 0 0,1 1 1 0 0,0 0-1 0 0,2 0 0 0 0,-11 28 0 0 0,8-16-2860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25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51 1628 0 0,'1'-26'17577'0'0,"-5"31"-17556"0"0,1 1 0 0 0,0-1 1 0 0,0 1-1 0 0,1 0 0 0 0,0 0 0 0 0,0 0 0 0 0,-1 8 0 0 0,-8 49-8 0 0,7-35 8 0 0,2-15-26 0 0,1 1 1 0 0,1-1 0 0 0,-1 0-1 0 0,4 27 1 0 0,-2-35 6 0 0,0 0-1 0 0,0 0 1 0 0,0 0 0 0 0,1 0-1 0 0,-1 0 1 0 0,1 0 0 0 0,0-1-1 0 0,1 1 1 0 0,-1-1 0 0 0,1 1-1 0 0,0-1 1 0 0,0 0 0 0 0,0 0-1 0 0,1 0 1 0 0,6 6-1 0 0,-6-8 6 0 0,0 0 0 0 0,0 0 0 0 0,0 0 0 0 0,0 0 0 0 0,1-1 0 0 0,-1 0-1 0 0,0 0 1 0 0,1 0 0 0 0,-1 0 0 0 0,1-1 0 0 0,-1 0 0 0 0,1 0 0 0 0,-1 0-1 0 0,1 0 1 0 0,-1-1 0 0 0,1 0 0 0 0,-1 0 0 0 0,0 0 0 0 0,1 0 0 0 0,-1-1-1 0 0,0 1 1 0 0,0-1 0 0 0,0 0 0 0 0,4-3 0 0 0,1 0 8 0 0,0 0 0 0 0,-1-1 0 0 0,0 0 1 0 0,0 0-1 0 0,-1-1 0 0 0,0 0 0 0 0,0 0 0 0 0,0-1 1 0 0,10-16-1 0 0,-12 15-3 0 0,0-1-1 0 0,-1-1 1 0 0,0 1 0 0 0,-1 0-1 0 0,0-1 1 0 0,-1 0 0 0 0,0 0-1 0 0,-1 0 1 0 0,1-12 0 0 0,-2 15-7 0 0,0 0-1 0 0,0-1 1 0 0,-1 1 0 0 0,0 0 0 0 0,-1 0 0 0 0,0 0 0 0 0,0-1 0 0 0,0 2-1 0 0,-1-1 1 0 0,0 0 0 0 0,-1 1 0 0 0,-7-13 0 0 0,9 18-22 0 0,0 0 0 0 0,1 0 0 0 0,-1 0 0 0 0,0 0 0 0 0,0 0 0 0 0,0 0 0 0 0,0 1 0 0 0,0-1 0 0 0,0 1 0 0 0,0-1 0 0 0,-1 1 0 0 0,-3-2 0 0 0,5 3-40 0 0,-1-1 0 0 0,1 1 0 0 0,-1 0 0 0 0,1 0 0 0 0,-1-1 0 0 0,0 1 0 0 0,1 0 1 0 0,-1 1-1 0 0,1-1 0 0 0,-1 0 0 0 0,1 0 0 0 0,-1 1 0 0 0,1-1 0 0 0,-1 1 0 0 0,1-1 0 0 0,-3 2 0 0 0,2 0-280 0 0,-1 0 0 0 0,1 0 1 0 0,-1 0-1 0 0,1 0 0 0 0,-1 0 0 0 0,1 1 0 0 0,0-1 0 0 0,0 1 0 0 0,1 0 0 0 0,-1-1 0 0 0,0 1 0 0 0,1 0 0 0 0,0 0 0 0 0,-1 0 0 0 0,1 0 1 0 0,0 0-1 0 0,1 0 0 0 0,-1 4 0 0 0,0-4-328 0 0,0 1-235 0 0,3 16-7457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3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12 2364 0 0,'-26'3'20896'0'0,"36"-6"-22003"0"0,6-1 76 0 0,0 1 0 0 0,28-2 0 0 0,5 5-9095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3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1 492 0 0,'-30'32'6492'0'0,"-29"40"1"0"0,58-72-6425 0 0,1 1 1 0 0,-1-1 0 0 0,1 1-1 0 0,0-1 1 0 0,-1 1-1 0 0,1-1 1 0 0,0 1 0 0 0,0-1-1 0 0,0 1 1 0 0,-1-1 0 0 0,1 1-1 0 0,0 0 1 0 0,0-1 0 0 0,0 1-1 0 0,0-1 1 0 0,0 1 0 0 0,0 0-1 0 0,0-1 1 0 0,0 1-1 0 0,0-1 1 0 0,0 1 0 0 0,0 0-1 0 0,0-1 1 0 0,0 1 0 0 0,1-1-1 0 0,-1 1 1 0 0,0-1 0 0 0,0 1-1 0 0,1-1 1 0 0,-1 1 0 0 0,0-1-1 0 0,1 1 1 0 0,-1-1 0 0 0,0 1-1 0 0,1-1 1 0 0,-1 1-1 0 0,1-1 1 0 0,-1 0 0 0 0,1 1-1 0 0,-1-1 1 0 0,1 0 0 0 0,-1 1-1 0 0,1-1 1 0 0,-1 0 0 0 0,1 0-1 0 0,-1 0 1 0 0,1 1 0 0 0,0-1-1 0 0,0 0 1 0 0,46-4 58 0 0,0-1-1 0 0,0-3 1 0 0,53-16 0 0 0,-52 12-943 0 0,141-39-7202 0 0,-125 33 1840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8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52 2752 0 0,'-7'-51'21984'0'0,"29"224"-16454"0"0,4 28-4196 0 0,-21-137-1410 0 0,1 3-5922 0 0,-2-53 2432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9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75 224 0 0,'16'-66'13854'0'0,"-15"65"-13162"0"0,-1 0-630 0 0,0 1 0 0 0,0 0 0 0 0,0 0-1 0 0,0 0 1 0 0,0 0 0 0 0,0-1 0 0 0,0 1 0 0 0,0 0 0 0 0,0 0 0 0 0,1 0 0 0 0,-1 0-1 0 0,0-1 1 0 0,0 1 0 0 0,0 0 0 0 0,0 0 0 0 0,0 0 0 0 0,0-1 0 0 0,0 1-1 0 0,-1 0 1 0 0,1 0 0 0 0,0 0 0 0 0,0-1 0 0 0,0 1 0 0 0,0 0 0 0 0,0 0 0 0 0,0 0-1 0 0,0 0 1 0 0,0-1 0 0 0,0 1 0 0 0,0 0 0 0 0,-1 0 0 0 0,1 0 0 0 0,0 0-1 0 0,0-1 1 0 0,0 1 0 0 0,0 0 0 0 0,0 0 0 0 0,-1 0 0 0 0,1 0 0 0 0,0 0 0 0 0,0 0-1 0 0,-1 0 1 0 0,-2 2 65 0 0,-1 1 0 0 0,1 1 0 0 0,0-1 0 0 0,0 0 1 0 0,0 1-1 0 0,0-1 0 0 0,0 1 0 0 0,-3 7 0 0 0,-20 42 693 0 0,11-19-482 0 0,-46 99 749 0 0,53-113-971 0 0,1 1 1 0 0,1 0-1 0 0,1 1 1 0 0,-4 35-1 0 0,8-50-78 0 0,1 1 0 0 0,0-1 0 0 0,1 1 0 0 0,-1-1-1 0 0,1 0 1 0 0,1 1 0 0 0,-1-1 0 0 0,1 0 0 0 0,1 0 0 0 0,-1 0 0 0 0,1 0-1 0 0,0 0 1 0 0,1-1 0 0 0,0 1 0 0 0,8 10 0 0 0,-7-11 7 0 0,1 0 0 0 0,0-1 1 0 0,0 1-1 0 0,1-1 0 0 0,0 0 0 0 0,0 0 1 0 0,0-1-1 0 0,1 0 0 0 0,-1-1 1 0 0,1 1-1 0 0,0-1 0 0 0,0-1 0 0 0,14 4 1 0 0,-2-3 180 0 0,1 0-1 0 0,-1-2 1 0 0,0 0 0 0 0,1-1 0 0 0,-1-1 0 0 0,0-1 0 0 0,0-1 0 0 0,1 0 0 0 0,-2-2-1 0 0,1 0 1 0 0,-1-1 0 0 0,29-14 0 0 0,-36 15-69 0 0,1-2 1 0 0,-1 0-1 0 0,-1 0 1 0 0,0-1-1 0 0,0-1 0 0 0,0 1 1 0 0,-1-2-1 0 0,-1 0 1 0 0,1 0-1 0 0,-1 0 1 0 0,-1-1-1 0 0,0 0 0 0 0,-1-1 1 0 0,0 0-1 0 0,-1 0 1 0 0,0-1-1 0 0,-1 1 0 0 0,0-1 1 0 0,3-18-1 0 0,-6 23-118 0 0,-1 0-1 0 0,0 0 0 0 0,0 0 1 0 0,-1 0-1 0 0,0-1 1 0 0,0 1-1 0 0,-1 0 0 0 0,0 0 1 0 0,0 0-1 0 0,-1 0 1 0 0,0 0-1 0 0,-1 0 0 0 0,-5-12 1 0 0,3 11-9 0 0,0 0 0 0 0,-1 1 0 0 0,0 0 0 0 0,-1 0 0 0 0,1 0 0 0 0,-2 0 0 0 0,1 1 0 0 0,-1 1 0 0 0,-15-11 0 0 0,4 5-152 0 0,0 2 0 0 0,-1 0 1 0 0,0 1-1 0 0,-1 1 1 0 0,0 1-1 0 0,0 1 0 0 0,0 1 1 0 0,-1 0-1 0 0,-31-1 1 0 0,22 5-820 0 0,0 1 1 0 0,0 2 0 0 0,0 1 0 0 0,1 1 0 0 0,-50 13-1 0 0,6 6-5529 0 0,-74 34 0 0 0,94-34-891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43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78 696 0 0,'20'-30'21573'0'0,"-32"47"-21583"0"0,-6 24-12 0 0,3 1 0 0 0,-15 58 0 0 0,26-82 21 0 0,1 0-1 0 0,1 1 1 0 0,0-1 0 0 0,2 1 0 0 0,0-1-1 0 0,1 1 1 0 0,5 32 0 0 0,-5-46 23 0 0,1 1 1 0 0,-1-1-1 0 0,1 1 1 0 0,0-1-1 0 0,0 0 1 0 0,1 0-1 0 0,0 0 1 0 0,0 0-1 0 0,0 0 1 0 0,0 0-1 0 0,1-1 1 0 0,-1 1-1 0 0,1-1 1 0 0,0 0-1 0 0,1-1 1 0 0,7 6-1 0 0,-5-5 59 0 0,0 0-1 0 0,0 0 1 0 0,1-1-1 0 0,0-1 0 0 0,-1 1 1 0 0,1-1-1 0 0,0 0 1 0 0,0-1-1 0 0,0 0 1 0 0,14 0-1 0 0,-4-2 177 0 0,1 0 0 0 0,-1-1 1 0 0,0-1-1 0 0,0-1 0 0 0,0 0 0 0 0,-1-1 0 0 0,1-1 0 0 0,-1-1 1 0 0,27-15-1 0 0,-30 14-22 0 0,0-1 0 0 0,-1-1 0 0 0,0-1-1 0 0,-1 1 1 0 0,0-2 0 0 0,-1 0 0 0 0,0 0 0 0 0,0-1 0 0 0,-2 0 0 0 0,0-1 0 0 0,0 0 0 0 0,7-19 0 0 0,-12 26-188 0 0,-1-1-1 0 0,0 1 1 0 0,-1-1 0 0 0,0 0 0 0 0,0 0-1 0 0,-1 0 1 0 0,0-1 0 0 0,-1 1-1 0 0,1 0 1 0 0,-1 0 0 0 0,-1 0 0 0 0,0 0-1 0 0,0-1 1 0 0,-1 1 0 0 0,1 0-1 0 0,-2 1 1 0 0,1-1 0 0 0,-1 0 0 0 0,0 1-1 0 0,-1-1 1 0 0,0 1 0 0 0,0 0 0 0 0,-1 0-1 0 0,1 0 1 0 0,-2 1 0 0 0,-6-7-1 0 0,1 2-49 0 0,0 1-1 0 0,-1 0 1 0 0,-1 0-1 0 0,0 2 1 0 0,0-1-1 0 0,0 2 1 0 0,-1 0-1 0 0,-19-7 1 0 0,25 11-333 0 0,0 0 0 0 0,-1 1 1 0 0,1 0-1 0 0,-1 0 1 0 0,1 0-1 0 0,-1 2 1 0 0,0-1-1 0 0,1 1 1 0 0,-1 0-1 0 0,0 0 1 0 0,1 1-1 0 0,-1 1 1 0 0,1-1-1 0 0,-1 1 1 0 0,1 1-1 0 0,-12 4 1 0 0,17-5-47 0 0,-1 0 1 0 0,1 0 0 0 0,0 0-1 0 0,0 0 1 0 0,0 1-1 0 0,0 0 1 0 0,0-1 0 0 0,0 1-1 0 0,0 0 1 0 0,-3 5 0 0 0,5-6 10 0 0,0 0 0 0 0,1 0 1 0 0,-1-1-1 0 0,0 1 1 0 0,1 0-1 0 0,-1 0 1 0 0,1 0-1 0 0,-1 0 0 0 0,1 3 1 0 0,0-3-240 0 0,0 0 0 0 0,0-1 0 0 0,0 1 0 0 0,0 0 0 0 0,1 0 1 0 0,-1 0-1 0 0,1 0 0 0 0,-1-1 0 0 0,1 1 0 0 0,0 0 0 0 0,1 2 0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44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58 244 0 0,'4'-15'6014'0'0,"1"-17"3781"0"0,-5 22-6310 0 0,7 102-310 0 0,-5-40-2184 0 0,19 273 1674 0 0,-17-247-2259 0 0,-4-76-967 0 0,-1-22-7600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45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94 340 0 0,'8'-12'5463'0'0,"8"-27"3485"0"0,-16 20-4653 0 0,-12 30-4078 0 0,-1 1 0 0 0,1 1 0 0 0,1 0 1 0 0,-16 23-1 0 0,-33 64 438 0 0,43-69-489 0 0,-18 43 0 0 0,30-61-123 0 0,1 1 0 0 0,0-1 0 0 0,0 1-1 0 0,2-1 1 0 0,-1 1 0 0 0,1 19 0 0 0,2-29-18 0 0,0-1 0 0 0,0 1 1 0 0,0 0-1 0 0,1 0 1 0 0,-1 0-1 0 0,1 0 0 0 0,0-1 1 0 0,0 1-1 0 0,1 0 0 0 0,-1-1 1 0 0,1 1-1 0 0,0-1 1 0 0,0 0-1 0 0,0 1 0 0 0,0-1 1 0 0,0 0-1 0 0,6 5 1 0 0,-4-5 11 0 0,1 1 1 0 0,-1-2 0 0 0,0 1-1 0 0,1-1 1 0 0,0 1 0 0 0,0-1 0 0 0,0 0-1 0 0,0-1 1 0 0,0 1 0 0 0,0-1-1 0 0,9 1 1 0 0,3-1 102 0 0,0-1 0 0 0,0 0 0 0 0,-1-2 0 0 0,1 0 0 0 0,0 0 0 0 0,-1-2 0 0 0,21-6-1 0 0,-16 3 9 0 0,0-2-1 0 0,-1 0 0 0 0,1-1 0 0 0,-2-1 0 0 0,0-1 0 0 0,0 0 0 0 0,-1-2 0 0 0,17-16 0 0 0,-21 17-65 0 0,-2 0 1 0 0,0-1-1 0 0,0 0 0 0 0,-2-1 0 0 0,0 0 0 0 0,0 0 0 0 0,-2-1 1 0 0,0-1-1 0 0,0 1 0 0 0,6-26 0 0 0,-12 37-67 0 0,-1-1-1 0 0,1 0 1 0 0,-1 1 0 0 0,-1-1 0 0 0,1 0-1 0 0,-1 0 1 0 0,0 0 0 0 0,-1 1 0 0 0,1-1-1 0 0,-1 0 1 0 0,0 0 0 0 0,-1 1 0 0 0,1-1-1 0 0,-1 1 1 0 0,0-1 0 0 0,0 1 0 0 0,-1 0-1 0 0,0 0 1 0 0,0 0 0 0 0,0 0 0 0 0,0 0-1 0 0,-8-7 1 0 0,4 5-96 0 0,0 1 1 0 0,-1 0-1 0 0,0 0 0 0 0,0 1 1 0 0,0 0-1 0 0,-1 0 0 0 0,0 1 1 0 0,0 0-1 0 0,0 1 1 0 0,0 0-1 0 0,0 0 0 0 0,-19-2 1 0 0,2 2-825 0 0,-1 1 1 0 0,1 2 0 0 0,0 0 0 0 0,0 2-1 0 0,-30 5 1 0 0,8 3-4261 0 0,-85 28 0 0 0,77-19-1641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0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28 312 0 0,'-8'-6'3019'0'0,"-21"-15"7366"0"0,27 42-9111 0 0,8 0-561 0 0,-2 0-1 0 0,0 0 1 0 0,-1 1-1 0 0,-2-1 1 0 0,0 24 0 0 0,-3 1-166 0 0,-11 61 1 0 0,12-105-559 0 0,-8 68-604 0 0,9-62-690 0 0,0 0-1 0 0,0-1 0 0 0,3 14 1 0 0,-3-20 1077 0 0,0-1 1 0 0,0 1 0 0 0,0-1-1 0 0,0 1 1 0 0,1 0 0 0 0,-1-1-1 0 0,0 1 1 0 0,1-1 0 0 0,6 6-2956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0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72 1740 0 0,'-48'26'18279'0'0,"84"-34"-17843"0"0,0-3 0 0 0,35-14 0 0 0,-1-1-2372 0 0,0 7-3891 0 0,-49 14 1389 0 0,-1 2-2284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1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60 1604 0 0,'-8'-17'15002'0'0,"7"11"-13167"0"0,4 3-1705 0 0,0 0-1 0 0,1 0 0 0 0,-1 0 1 0 0,1 1-1 0 0,-1-1 1 0 0,1 1-1 0 0,0 0 1 0 0,0 0-1 0 0,0 1 1 0 0,0-1-1 0 0,0 1 1 0 0,0 0-1 0 0,8-1 1 0 0,3-2-15 0 0,-11 3-85 0 0,-1 0-1 0 0,0 1 0 0 0,1-1 1 0 0,-1 1-1 0 0,1 0 0 0 0,-1 0 1 0 0,1 1-1 0 0,-1-1 0 0 0,1 0 1 0 0,-1 1-1 0 0,0 0 0 0 0,1 0 1 0 0,-1 0-1 0 0,0 0 0 0 0,0 1 1 0 0,0-1-1 0 0,0 1 1 0 0,0 0-1 0 0,0 0 0 0 0,0 0 1 0 0,0 0-1 0 0,-1 0 0 0 0,1 1 1 0 0,-1-1-1 0 0,1 1 0 0 0,-1-1 1 0 0,0 1-1 0 0,0 0 0 0 0,-1 0 1 0 0,1 0-1 0 0,0 0 0 0 0,-1 0 1 0 0,0 1-1 0 0,0-1 0 0 0,0 0 1 0 0,0 1-1 0 0,0-1 1 0 0,-1 0-1 0 0,1 1 0 0 0,-1-1 1 0 0,0 1-1 0 0,0-1 0 0 0,0 1 1 0 0,-1-1-1 0 0,1 1 0 0 0,-1-1 1 0 0,0 0-1 0 0,-1 5 0 0 0,-4 8 363 0 0,-2-1 0 0 0,1 1 0 0 0,-2-2 0 0 0,-14 22-1 0 0,-48 51 947 0 0,28-35-928 0 0,36-44-350 0 0,6-7-39 0 0,-1 1-1 0 0,1 0 1 0 0,-1 0 0 0 0,1 0-1 0 0,0 0 1 0 0,-1 0-1 0 0,1 0 1 0 0,0 0-1 0 0,0 0 1 0 0,1 0 0 0 0,-1 1-1 0 0,0 1 1 0 0,1-3-12 0 0,1 0 1 0 0,-1 0-1 0 0,1-1 1 0 0,-1 1-1 0 0,1 0 1 0 0,-1-1-1 0 0,1 1 1 0 0,0 0 0 0 0,-1-1-1 0 0,1 1 1 0 0,0-1-1 0 0,0 1 1 0 0,-1-1-1 0 0,1 1 1 0 0,0-1-1 0 0,0 0 1 0 0,0 1-1 0 0,-1-1 1 0 0,1 0-1 0 0,0 0 1 0 0,0 0-1 0 0,0 0 1 0 0,0 1 0 0 0,1-1-1 0 0,23 3-133 0 0,-11-3-416 0 0,-1 0 0 0 0,1-1 0 0 0,-1-1 0 0 0,26-7 1 0 0,55-21-3804 0 0,-45 13 1632 0 0,5 0-2712 0 0,3-1-2953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1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98 2784 0 0,'42'-33'16739'0'0,"-49"40"-15693"0"0,-17 18-599 0 0,1 1 0 0 0,2 0-1 0 0,0 2 1 0 0,-22 40 0 0 0,39-61-407 0 0,-1 0 4 0 0,0 2 0 0 0,0-1 0 0 0,1 0 0 0 0,1 1 0 0 0,-1 0 0 0 0,1 0 0 0 0,1 0 0 0 0,0 0 0 0 0,0 1 0 0 0,1-1 0 0 0,-1 15 0 0 0,2-22-17 0 0,1 0-1 0 0,-1 0 0 0 0,0-1 0 0 0,1 1 0 0 0,-1 0 0 0 0,1 0 0 0 0,-1-1 0 0 0,1 1 0 0 0,0 0 1 0 0,0-1-1 0 0,0 1 0 0 0,0-1 0 0 0,0 1 0 0 0,0-1 0 0 0,0 0 0 0 0,1 1 0 0 0,-1-1 0 0 0,0 0 1 0 0,3 2-1 0 0,0-1 19 0 0,-1 0 1 0 0,1-1-1 0 0,-1 1 1 0 0,1-1 0 0 0,0 0-1 0 0,-1 0 1 0 0,1 0-1 0 0,7 0 1 0 0,2 0 112 0 0,0-1 0 0 0,-1 0 0 0 0,1-2 1 0 0,21-3-1 0 0,-16 0 60 0 0,0 0 0 0 0,-1-1 0 0 0,0-1-1 0 0,0-1 1 0 0,-1 0 0 0 0,0-1 0 0 0,27-21 0 0 0,-24 15 135 0 0,-1-1 0 0 0,0 0 1 0 0,-2-2-1 0 0,0 0 0 0 0,21-31 0 0 0,-33 43-264 0 0,-1 1-1 0 0,0-1 0 0 0,0 0 0 0 0,0 0 0 0 0,-1 0 1 0 0,0 0-1 0 0,0 0 0 0 0,0-1 0 0 0,-1 1 0 0 0,0 0 1 0 0,0-1-1 0 0,-1-6 0 0 0,0 9-68 0 0,0 0 0 0 0,-1 0-1 0 0,1 0 1 0 0,-1 1 0 0 0,0-1 0 0 0,0 0 0 0 0,-1 0-1 0 0,1 1 1 0 0,-1-1 0 0 0,0 1 0 0 0,0-1 0 0 0,0 1-1 0 0,0 0 1 0 0,-1 0 0 0 0,1 0 0 0 0,-1 0 0 0 0,0 0-1 0 0,0 1 1 0 0,0-1 0 0 0,0 1 0 0 0,-4-3-1 0 0,-4-1-92 0 0,-1 0-1 0 0,1 1 0 0 0,-1 0 1 0 0,-1 1-1 0 0,1 0 0 0 0,0 1 0 0 0,-1 1 1 0 0,0 0-1 0 0,1 0 0 0 0,-26 2 0 0 0,3 1-1225 0 0,0 2-1 0 0,-61 14 0 0 0,30 0-2958 0 0,-82 34-1 0 0,57-18-3052 0 0,33-13-286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5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0 968 0 0,'0'0'5372'0'0,"-26"0"674"0"0,16 8-5841 0 0,1 1 0 0 0,-1 0 0 0 0,1 1 0 0 0,1 0 0 0 0,0 0 0 0 0,-12 19 0 0 0,-36 76 860 0 0,48-90-932 0 0,-2 6 21 0 0,1 0 0 0 0,0 0 1 0 0,2 0-1 0 0,1 1 0 0 0,-5 28 1 0 0,9-43-91 0 0,1 1 1 0 0,1-1 0 0 0,-1 1 0 0 0,1-1-1 0 0,0 1 1 0 0,1-1 0 0 0,0 1 0 0 0,0-1-1 0 0,0 0 1 0 0,1 1 0 0 0,0-1 0 0 0,1 0-1 0 0,0 0 1 0 0,0 0 0 0 0,0-1 0 0 0,1 1-1 0 0,0-1 1 0 0,0 0 0 0 0,8 10 0 0 0,-6-11-8 0 0,0-1 1 0 0,0 1-1 0 0,1-1 1 0 0,-1 0-1 0 0,1-1 1 0 0,0 0-1 0 0,0 0 1 0 0,0 0-1 0 0,1-1 1 0 0,-1 0-1 0 0,0 0 1 0 0,1-1 0 0 0,-1 0-1 0 0,1 0 1 0 0,13-1-1 0 0,-6-1 50 0 0,-1 0 0 0 0,0 0 0 0 0,1-2 0 0 0,-1 1-1 0 0,0-2 1 0 0,0 0 0 0 0,18-8 0 0 0,-25 9-28 0 0,-1-1 1 0 0,0 0-1 0 0,1-1 0 0 0,-1 1 0 0 0,-1-1 0 0 0,1 0 1 0 0,-1 0-1 0 0,0-1 0 0 0,0 0 0 0 0,-1 0 0 0 0,1 0 1 0 0,-1 0-1 0 0,0-1 0 0 0,-1 1 0 0 0,0-1 1 0 0,0 0-1 0 0,0 0 0 0 0,-1 0 0 0 0,0 0 0 0 0,-1-1 1 0 0,2-10-1 0 0,-2 7-56 0 0,0 0 0 0 0,-1 0 1 0 0,0-1-1 0 0,0 1 0 0 0,-1 0 1 0 0,-1 0-1 0 0,0 0 0 0 0,-1 0 0 0 0,0 0 1 0 0,0 0-1 0 0,-1 1 0 0 0,-1-1 1 0 0,-9-16-1 0 0,9 21-146 0 0,1 0 1 0 0,-1 1-1 0 0,0-1 0 0 0,0 1 1 0 0,0 0-1 0 0,-1 1 1 0 0,0-1-1 0 0,0 1 0 0 0,0 1 1 0 0,0-1-1 0 0,0 1 1 0 0,-1 0-1 0 0,0 0 0 0 0,1 1 1 0 0,-1 0-1 0 0,0 0 0 0 0,0 0 1 0 0,-1 1-1 0 0,1 0 1 0 0,0 1-1 0 0,-15 0 0 0 0,21 0-108 0 0,-1 0 0 0 0,0 1-1 0 0,0-1 1 0 0,0 1-1 0 0,0 0 1 0 0,0-1 0 0 0,1 1-1 0 0,-1 0 1 0 0,0 0 0 0 0,1 0-1 0 0,-1 0 1 0 0,1 0-1 0 0,-1 1 1 0 0,1-1 0 0 0,-1 0-1 0 0,1 1 1 0 0,-2 2-1 0 0,-2 5-3983 0 0,4-7 3613 0 0,1-1 0 0 0,-1 1 0 0 0,1-1-1 0 0,0 4 1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5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1 128 0 0,'-26'11'5995'0'0,"24"-10"-4912"0"0,-23 12 8993 0 0,37-9-8656 0 0,28-2-454 0 0,0-2 0 0 0,0-1-1 0 0,58-11 1 0 0,-75 9-450 0 0,-21 3-455 0 0,27-1 510 0 0,-9-4-2958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6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97 1536 0 0,'-2'-20'9402'0'0,"5"3"-4440"0"0,-3 14-4773 0 0,1 1 0 0 0,0-1 0 0 0,1 1-1 0 0,-1 0 1 0 0,0 0 0 0 0,1-1 0 0 0,-1 1-1 0 0,1 0 1 0 0,0 0 0 0 0,-1 0 0 0 0,1 0-1 0 0,0 1 1 0 0,0-1 0 0 0,1 0 0 0 0,-1 1-1 0 0,0 0 1 0 0,0-1 0 0 0,4 0-1 0 0,2-2-48 0 0,0 0 0 0 0,1 1 0 0 0,0 1 0 0 0,0-1 0 0 0,0 1-1 0 0,0 1 1 0 0,0 0 0 0 0,12 0 0 0 0,-18 1-131 0 0,1 0 0 0 0,-1 0 0 0 0,0 0 0 0 0,0 1 0 0 0,1 0 0 0 0,-1 0 0 0 0,0 0 0 0 0,0 0 0 0 0,0 0 1 0 0,0 0-1 0 0,0 1 0 0 0,0 0 0 0 0,0-1 0 0 0,0 1 0 0 0,-1 0 0 0 0,1 1 0 0 0,-1-1 0 0 0,1 0 0 0 0,-1 1 0 0 0,0-1 0 0 0,0 1 0 0 0,0-1 0 0 0,0 1 0 0 0,-1 0 1 0 0,3 5-1 0 0,-2-2 60 0 0,0 0 0 0 0,-1 1 0 0 0,0-1 0 0 0,0 0 0 0 0,0 1 0 0 0,-1-1 0 0 0,0 0 0 0 0,0 1 0 0 0,-1-1 0 0 0,0 1 0 0 0,0-1 0 0 0,0 0 0 0 0,-1 0 0 0 0,0 0 0 0 0,0 0 0 0 0,-1 0 0 0 0,-2 6 0 0 0,-9 14 445 0 0,0-2 0 0 0,-25 34 0 0 0,34-51-400 0 0,-105 125 1763 0 0,27-38-806 0 0,74-82-926 0 0,-9 12 358 0 0,18-24-493 0 0,0 0-1 0 0,0 1 1 0 0,0-1-1 0 0,0 0 1 0 0,0 1-1 0 0,0-1 1 0 0,0 0-1 0 0,0 1 1 0 0,0-1-1 0 0,0 0 1 0 0,0 1-1 0 0,0-1 1 0 0,0 0-1 0 0,0 1 1 0 0,0-1-1 0 0,0 0 1 0 0,1 1-1 0 0,-1-1 1 0 0,0 0-1 0 0,0 0 1 0 0,0 1 0 0 0,0-1-1 0 0,1 0 1 0 0,-1 1-1 0 0,0-1 1 0 0,0 0-1 0 0,1 0 1 0 0,-1 0-1 0 0,0 1 1 0 0,1-1-1 0 0,-1 0 1 0 0,0 0-1 0 0,0 0 1 0 0,1 0-1 0 0,-1 1 1 0 0,0-1-1 0 0,1 0 1 0 0,-1 0-1 0 0,0 0 1 0 0,1 0-1 0 0,18 3 207 0 0,43-7 49 0 0,-1-2 0 0 0,113-27 0 0 0,-167 31-441 0 0,0 0-1 0 0,0 0 1 0 0,-1-1 0 0 0,1 0-1 0 0,0 0 1 0 0,11-8 0 0 0,25-27-9403 0 0,-25 21 2586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6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71 952 0 0,'-5'-2'2164'0'0,"-1"-1"1"0"0,1-1-1 0 0,0 1 0 0 0,-9-8 1000 0 0,13 10-3121 0 0,1 1-1 0 0,0 0 0 0 0,0 0 1 0 0,0 0-1 0 0,-1 0 1 0 0,1 0-1 0 0,0 0 1 0 0,0 0-1 0 0,0 0 0 0 0,-1 0 1 0 0,1-1-1 0 0,0 1 1 0 0,0 0-1 0 0,0 0 1 0 0,0 0-1 0 0,-1 0 1 0 0,1-1-1 0 0,0 1 0 0 0,0 0 1 0 0,0 0-1 0 0,0 0 1 0 0,0 0-1 0 0,0-1 1 0 0,0 1-1 0 0,0 0 0 0 0,0 0 1 0 0,-1-1-1 0 0,1 1 1 0 0,0 0-1 0 0,0 0 1 0 0,0 0-1 0 0,0-1 0 0 0,0 1 1 0 0,0 0-1 0 0,0 0 1 0 0,0-1-1 0 0,1 1 1 0 0,-1 0-1 0 0,0 0 0 0 0,0 0 1 0 0,0-1-1 0 0,0 1 1 0 0,0 0-1 0 0,0 0 1 0 0,0 0-1 0 0,0-1 0 0 0,1 1 1 0 0,-1 0-1 0 0,0 0 1 0 0,0 0-1 0 0,0 0 1 0 0,0 0-1 0 0,0-1 0 0 0,1 1 1 0 0,8-13 1486 0 0,-8 11-1339 0 0,4-1 9 0 0,-1 1 0 0 0,1-1 0 0 0,0 1 0 0 0,0 0-1 0 0,0 0 1 0 0,0 0 0 0 0,0 1 0 0 0,0 0 0 0 0,9-1 0 0 0,-1 0 72 0 0,1 1 0 0 0,18 1 0 0 0,-24 1-199 0 0,1 0 0 0 0,-1 0 0 0 0,0 0 0 0 0,0 1 1 0 0,0 1-1 0 0,0-1 0 0 0,0 1 0 0 0,0 0 0 0 0,9 6 0 0 0,-14-7 21 0 0,0 0-1 0 0,-1 0 0 0 0,0 0 0 0 0,1 0 1 0 0,-1 0-1 0 0,0 0 0 0 0,0 0 0 0 0,0 1 1 0 0,0-1-1 0 0,0 1 0 0 0,-1 0 0 0 0,1-1 0 0 0,-1 1 1 0 0,1 0-1 0 0,-1 0 0 0 0,0 0 0 0 0,0 0 1 0 0,-1 0-1 0 0,1 0 0 0 0,-1 0 0 0 0,1 0 0 0 0,-1 0 1 0 0,0 0-1 0 0,0 1 0 0 0,0-1 0 0 0,-1 0 1 0 0,1 0-1 0 0,-2 3 0 0 0,-1 5 293 0 0,0 0 0 0 0,-1 0-1 0 0,0-1 1 0 0,-1 1 0 0 0,0-1 0 0 0,-11 15 0 0 0,-46 53 1230 0 0,1-1-645 0 0,60-76-946 0 0,0 0 0 0 0,1 0 0 0 0,-1 1 1 0 0,0-1-1 0 0,1 0 0 0 0,-1 0 0 0 0,1 0 1 0 0,-1 0-1 0 0,1 1 0 0 0,-1-1 0 0 0,1 0 0 0 0,0 1 1 0 0,0-1-1 0 0,-1 0 0 0 0,1 1 0 0 0,0-1 1 0 0,0 0-1 0 0,1 2 0 0 0,-1-2-10 0 0,1 0-1 0 0,-1 0 0 0 0,1 0 1 0 0,-1-1-1 0 0,1 1 1 0 0,-1 0-1 0 0,1 0 0 0 0,0-1 1 0 0,-1 1-1 0 0,1 0 1 0 0,0-1-1 0 0,0 1 0 0 0,-1-1 1 0 0,1 1-1 0 0,0-1 1 0 0,0 1-1 0 0,0-1 1 0 0,0 0-1 0 0,1 1 0 0 0,6 1 35 0 0,0-1 0 0 0,0 0 0 0 0,0 0 0 0 0,15-2 0 0 0,-14 1-10 0 0,38-1 102 0 0,0-3 1 0 0,66-13-1 0 0,87-33-1925 0 0,-199 50 1496 0 0,37-14-4659 0 0,-26 5 411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8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9 328 0 0,'9'-5'16974'0'0,"1"4"-16367"0"0,-7 1-50 0 0,0 0-68 0 0,56-1 882 0 0,-17-1-902 0 0,1 3-1 0 0,51 6 0 0 0,-81-5-384 0 0,-1 0 0 0 0,-1 1 0 0 0,1 0 0 0 0,0 1 1 0 0,-1 0-1 0 0,0 1 0 0 0,0 0 0 0 0,0 1 0 0 0,-1 0 0 0 0,1 1 0 0 0,-2 0 0 0 0,15 13 0 0 0,-16-10 190 0 0,0 0 0 0 0,0 0 1 0 0,-2 0-1 0 0,1 1 0 0 0,-1 0 0 0 0,-1 0 0 0 0,0 1 1 0 0,7 23-1 0 0,-1 4 629 0 0,6 57 0 0 0,15 303 1342 0 0,-22-214-1769 0 0,12 138 82 0 0,40 687 1399 0 0,42 529-1524 0 0,-53-775-433 0 0,-46-681 0 0 0,5 338 0 0 0,-11-401 0 0 0,1-6 0 0 0,-1 1 0 0 0,0 0 0 0 0,-1-1 0 0 0,-5 16 0 0 0,6-26 0 0 0,0-1 0 0 0,0 1 0 0 0,-1-1 0 0 0,1 1 0 0 0,-1-1 0 0 0,0 0 0 0 0,0 0 0 0 0,0 0 0 0 0,0 0 0 0 0,0 0 0 0 0,-1-1 0 0 0,0 1 0 0 0,1 0 0 0 0,-1-1 0 0 0,0 0 0 0 0,0 0 0 0 0,0 0 0 0 0,0 0 0 0 0,-1 0 0 0 0,1-1 0 0 0,-5 2 0 0 0,-29 7 0 0 0,0-1 0 0 0,0-3 0 0 0,-57 4 0 0 0,-115-8 0 0 0,196-2 0 0 0,-396-18-3010 0 0,389 16 1834 0 0,-3 1-706 0 0,-31-6 0 0 0,18-5-2756 0 0,32 11 3399 0 0,1-1-1 0 0,-1 0 1 0 0,1 0 0 0 0,0-1 0 0 0,0 1 0 0 0,-6-6 0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9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68 1232 0 0,'3'-16'5511'0'0,"0"-26"4610"0"0,-3 33-9010 0 0,-11 58-845 0 0,0 5-115 0 0,-22 64 1 0 0,-49 95-6 0 0,44-122-2489 0 0,24-53 4 0 0,1 0-4474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9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2340 0 0,'8'-25'1969'0'0,"2"0"0"0"0,0 1 0 0 0,2 0 0 0 0,0 1 0 0 0,23-32 0 0 0,-32 52-1778 0 0,-1 0 0 0 0,1 0-1 0 0,0 0 1 0 0,0 0 0 0 0,0 1 0 0 0,0-1-1 0 0,0 1 1 0 0,0 0 0 0 0,1 0 0 0 0,-1 0 0 0 0,1 0-1 0 0,0 1 1 0 0,-1-1 0 0 0,1 1 0 0 0,0 0 0 0 0,0 0-1 0 0,0 1 1 0 0,5-1 0 0 0,-5 1-122 0 0,0 0 0 0 0,-1 0-1 0 0,1 0 1 0 0,0 1 0 0 0,-1 0 0 0 0,1 0-1 0 0,0 0 1 0 0,-1 0 0 0 0,1 0 0 0 0,-1 1-1 0 0,0 0 1 0 0,1-1 0 0 0,2 3 0 0 0,36 31 438 0 0,-40-33-472 0 0,16 17 318 0 0,-1 0-1 0 0,-1 1 0 0 0,-1 1 0 0 0,0 0 1 0 0,-2 2-1 0 0,14 27 0 0 0,52 148 1161 0 0,-21 16-539 0 0,-30-95-4078 0 0,-27-112 2398 0 0,5 20-3423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9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47 1452 0 0,'-167'1'14199'0'0,"167"-1"-14165"0"0,0 1-1 0 0,0-1 1 0 0,0 0-1 0 0,0 0 1 0 0,0 0-1 0 0,0 0 1 0 0,0 0-1 0 0,0 0 1 0 0,0 0-1 0 0,0 0 1 0 0,0 1-1 0 0,1-1 1 0 0,-1 0-1 0 0,0 0 1 0 0,0 0-1 0 0,0 0 1 0 0,0 0-1 0 0,0 0 1 0 0,0 1-1 0 0,0-1 1 0 0,0 0-1 0 0,0 0 1 0 0,0 0-1 0 0,0 0 1 0 0,0 0-1 0 0,0 0 1 0 0,0 1-1 0 0,0-1 1 0 0,-1 0 0 0 0,1 0-1 0 0,0 0 1 0 0,0 0-1 0 0,0 0 1 0 0,0 0-1 0 0,0 1 1 0 0,0-1-1 0 0,0 0 1 0 0,0 0-1 0 0,0 0 1 0 0,0 0-1 0 0,0 0 1 0 0,-1 0-1 0 0,1 0 1 0 0,0 0-1 0 0,0 0 1 0 0,0 0-1 0 0,0 0 1 0 0,0 0-1 0 0,0 1 1 0 0,-1-1-1 0 0,1 0 1 0 0,0 0-1 0 0,0 0 1 0 0,0 0-1 0 0,0 0 1 0 0,0 0-1 0 0,0 0 1 0 0,-1 0-1 0 0,12 6 627 0 0,14-3-171 0 0,-1-1 0 0 0,1-1 0 0 0,0-1 0 0 0,38-5 0 0 0,-13 1-222 0 0,368-38 638 0 0,-391 38-1437 0 0,42-4-361 0 0,-27 6-9480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27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2 404 0 0,'0'0'5621'0'0,"-14"-2"87"0"0,6 4-4418 0 0,7 1-415 0 0,15 2-20 0 0,28 2-242 0 0,85-12-62 0 0,-124 5-534 0 0,0 0 11 0 0,11-1-6 0 0,-11 0 5 0 0,24-2-2409 0 0,-21 1 420 0 0,1 0 833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27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35 2416 0 0,'-11'-35'15865'0'0,"6"46"-15340"0"0,1 0 0 0 0,1 0 1 0 0,-1 1-1 0 0,2-1 0 0 0,0 1 0 0 0,0-1 0 0 0,0 19 1 0 0,-4 21 65 0 0,-12 57 13 0 0,-6 33-182 0 0,2-47-3163 0 0,12-56-1329 0 0,5-12-3958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27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10 2652 0 0,'16'-10'17751'0'0,"-22"21"-17392"0"0,-1-1 0 0 0,0 0 0 0 0,0-1 0 0 0,-1 1 0 0 0,-1-2 0 0 0,-14 13 1 0 0,-5 7-33 0 0,21-21-384 0 0,-134 147 916 0 0,58-42-5145 0 0,68-81 299 0 0,10-10-3920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28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55 548 0 0,'2'-1'2497'0'0,"35"-21"6126"0"0,7-3-3439 0 0,-42 24-4881 0 0,9-2 171 0 0,-10 3-445 0 0,0-1 0 0 0,-1 1 0 0 0,1 0 0 0 0,0-1 0 0 0,0 1 0 0 0,0 0 0 0 0,0-1 0 0 0,0 1 0 0 0,0 0 0 0 0,0 0 0 0 0,0 0 0 0 0,0 0 0 0 0,0 0 0 0 0,0 0 0 0 0,0 0 0 0 0,0 0 0 0 0,-1 1 0 0 0,1-1 0 0 0,0 0 0 0 0,0 0 0 0 0,0 1 0 0 0,0-1 0 0 0,0 1 0 0 0,0-1 0 0 0,-1 1 0 0 0,1-1 0 0 0,0 1 0 0 0,0-1 0 0 0,-1 1 0 0 0,1 0 0 0 0,0-1 0 0 0,0 2 0 0 0,1 1 103 0 0,-1 0 1 0 0,0 0-1 0 0,1 0 1 0 0,-2 0-1 0 0,1 0 1 0 0,0 0-1 0 0,0 0 1 0 0,-1 0-1 0 0,0 1 1 0 0,0-1-1 0 0,0 0 1 0 0,0 0-1 0 0,0 0 1 0 0,0 0-1 0 0,-1 1 1 0 0,1-1-1 0 0,-1 0 1 0 0,0 0-1 0 0,0 0 1 0 0,-2 4-1 0 0,-5 10 404 0 0,0-1-1 0 0,-14 22 0 0 0,13-24-250 0 0,5-7-167 0 0,-79 124 1337 0 0,82-130-1447 0 0,1-1-1 0 0,-1 0 1 0 0,1 1-1 0 0,0-1 1 0 0,-1 1-1 0 0,1-1 1 0 0,0 0-1 0 0,-1 1 1 0 0,1-1-1 0 0,0 1 1 0 0,0-1-1 0 0,-1 1 1 0 0,1-1-1 0 0,0 1 0 0 0,0-1 1 0 0,0 1-1 0 0,0-1 1 0 0,0 1-1 0 0,0 0 1 0 0,0-1-1 0 0,0 1 1 0 0,0-1-1 0 0,0 1 1 0 0,0-1-1 0 0,0 1 1 0 0,0-1-1 0 0,0 1 1 0 0,0-1-1 0 0,1 1 1 0 0,-1 0-1 0 0,1-1 3 0 0,0 1-1 0 0,0 0 0 0 0,-1-1 1 0 0,1 0-1 0 0,0 1 1 0 0,0-1-1 0 0,0 0 1 0 0,0 1-1 0 0,0-1 0 0 0,0 0 1 0 0,0 0-1 0 0,0 0 1 0 0,0 1-1 0 0,2-2 1 0 0,40-4 102 0 0,-39 5-106 0 0,190-48-740 0 0,-111 23-2341 0 0,-9 3-3463 0 0,-62 18 1569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29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31 892 0 0,'0'-31'16102'0'0,"-2"52"-15410"0"0,1 0 0 0 0,2 22 0 0 0,0-7-387 0 0,-5 39 80 0 0,2-49-1067 0 0,1 0 0 0 0,1-1 1 0 0,5 45-1 0 0,2-43-2069 0 0,0-11-3246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29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22 1652 0 0,'4'-22'18512'0'0,"-17"37"-16951"0"0,3-3-1634 0 0,-29 32 75 0 0,-46 68 0 0 0,67-84-2325 0 0,2 0 0 0 0,-14 31 0 0 0,18-20-5231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0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1308 0 0,'1'-2'2138'0'0,"35"-44"6315"0"0,5 2-4848 0 0,-33 36-3389 0 0,0 1 0 0 0,1 0 0 0 0,0 1 0 0 0,0 0 0 0 0,0 0-1 0 0,1 1 1 0 0,0 0 0 0 0,19-6 0 0 0,-26 10-191 0 0,-1 0 0 0 0,1 0 0 0 0,0 1 0 0 0,-1-1 0 0 0,1 1 0 0 0,0 0 1 0 0,0 0-1 0 0,0 0 0 0 0,-1 0 0 0 0,1 0 0 0 0,0 0 0 0 0,0 1 0 0 0,-1-1 0 0 0,1 1 0 0 0,0 0 0 0 0,-1 0 0 0 0,1 0 0 0 0,-1 0 0 0 0,1 1 1 0 0,-1-1-1 0 0,4 3 0 0 0,-5-2 22 0 0,1 0 1 0 0,0 0 0 0 0,-1 0 0 0 0,1 0 0 0 0,-1 1-1 0 0,1-1 1 0 0,-1 1 0 0 0,0-1 0 0 0,0 1-1 0 0,0-1 1 0 0,-1 1 0 0 0,1-1 0 0 0,0 1 0 0 0,-1 0-1 0 0,0-1 1 0 0,0 1 0 0 0,0 0 0 0 0,0 0-1 0 0,0-1 1 0 0,0 1 0 0 0,-2 4 0 0 0,-3 13 355 0 0,-1 1 0 0 0,-1-1 0 0 0,0-1 1 0 0,-18 31-1 0 0,1 2 316 0 0,24-52-710 0 0,-1 1 1 0 0,1-1-1 0 0,0 0 0 0 0,0 1 1 0 0,0-1-1 0 0,-1 1 1 0 0,1-1-1 0 0,0 0 1 0 0,0 1-1 0 0,0-1 1 0 0,0 1-1 0 0,0-1 0 0 0,0 1 1 0 0,0-1-1 0 0,0 0 1 0 0,0 1-1 0 0,0-1 1 0 0,0 1-1 0 0,0-1 0 0 0,0 1 1 0 0,0-1-1 0 0,0 0 1 0 0,0 1-1 0 0,1-1 1 0 0,-1 1-1 0 0,0-1 1 0 0,0 0-1 0 0,0 1 0 0 0,1-1 1 0 0,-1 1-1 0 0,15 0 115 0 0,23-13-71 0 0,-32 10-24 0 0,75-28-103 0 0,136-52-1095 0 0,-74 25-5572 0 0,-124 48 2027 0 0,-2 1-2467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0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61 2060 0 0,'-10'-16'14453'0'0,"11"16"-14306"0"0,27-7 965 0 0,77-10-3635 0 0,-36 3-4730 0 0,-46 7 1661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1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25 372 0 0,'9'-24'18182'0'0,"-13"50"-18341"0"0,-10 123 336 0 0,15-98-3710 0 0,4-2-3973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1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1 224 0 0,'-3'1'14694'0'0,"-47"54"-13321"0"0,33-34-1246 0 0,0 1-1 0 0,1 0 1 0 0,-17 33-1 0 0,26-41-1239 0 0,1 0 1 0 0,0 0-1 0 0,1 0 0 0 0,-4 20 0 0 0,8-21-2489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1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1408 0 0,'18'-23'18496'0'0,"-15"21"-18415"0"0,-1 0 0 0 0,1 0 0 0 0,0 0 0 0 0,0 1 0 0 0,-1-1 0 0 0,1 1 0 0 0,1 0 0 0 0,-1-1 0 0 0,0 1 0 0 0,0 1 0 0 0,0-1 1 0 0,0 0-1 0 0,1 1 0 0 0,-1 0 0 0 0,0 0 0 0 0,1 0 0 0 0,-1 0 0 0 0,0 0 0 0 0,6 2 0 0 0,-6-2-78 0 0,-1 0 0 0 0,0 0 0 0 0,1 1 0 0 0,-1-1 0 0 0,0 1 0 0 0,1 0 0 0 0,-1 0 0 0 0,0 0 0 0 0,0 0 0 0 0,0 0 1 0 0,1 0-1 0 0,-1 0 0 0 0,0 1 0 0 0,-1-1 0 0 0,1 1 0 0 0,0-1 0 0 0,0 1 0 0 0,-1 0 0 0 0,1 0 0 0 0,-1 0 0 0 0,1 0 0 0 0,-1 0 0 0 0,0 0 0 0 0,0 0 0 0 0,0 0 0 0 0,0 0 0 0 0,0 0 0 0 0,1 4 0 0 0,-2 2-3 0 0,0 0-1 0 0,-1-1 0 0 0,0 1 1 0 0,0 0-1 0 0,-1-1 1 0 0,1 1-1 0 0,-2-1 0 0 0,1 0 1 0 0,-1 1-1 0 0,0-1 0 0 0,-4 6 1 0 0,-8 13 10 0 0,-29 36 0 0 0,21-30 13 0 0,22-31-23 0 0,1-1 1 0 0,-1 1 0 0 0,1-1-1 0 0,-1 1 1 0 0,1 0 0 0 0,0-1-1 0 0,-1 1 1 0 0,1 0 0 0 0,-1-1-1 0 0,1 1 1 0 0,0 0 0 0 0,0-1-1 0 0,-1 1 1 0 0,1 0 0 0 0,0 0-1 0 0,0-1 1 0 0,0 1 0 0 0,0 0-1 0 0,0 0 1 0 0,0 1 0 0 0,1-2-1 0 0,-1 0 1 0 0,1 1 0 0 0,-1-1 0 0 0,0 0-1 0 0,1 0 1 0 0,-1 0 0 0 0,1 1 0 0 0,-1-1-1 0 0,1 0 1 0 0,-1 0 0 0 0,1 0 0 0 0,-1 0-1 0 0,1 0 1 0 0,-1 0 0 0 0,1 0-1 0 0,-1 0 1 0 0,1 0 0 0 0,0 0 0 0 0,-1-1-1 0 0,1 1 1 0 0,-1 0 0 0 0,1 0 0 0 0,40-17 23 0 0,-35 14-23 0 0,223-108-2962 0 0,-79 33-6827 0 0,-114 59 3236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2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85 388 0 0,'14'-18'17948'0'0,"-10"15"-17329"0"0,39-12-115 0 0,1 2 0 0 0,0 2 0 0 0,64-8 0 0 0,-91 16-488 0 0,-14 2-14 0 0,1 0 0 0 0,0 1 0 0 0,-1-1 0 0 0,1 1 0 0 0,0 0 0 0 0,-1 0 0 0 0,1 1 0 0 0,0-1 0 0 0,0 1 0 0 0,4 1 0 0 0,-4-2 0 0 0,-2 0 0 0 0,-1 0 0 0 0,0 0 0 0 0,0 0 1 0 0,1 0-1 0 0,-1 0 0 0 0,0 0 0 0 0,0 1 0 0 0,1-1 0 0 0,-1 1 1 0 0,0-1-1 0 0,0 1 0 0 0,0-1 0 0 0,0 1 0 0 0,1 0 0 0 0,-1-1 1 0 0,0 1-1 0 0,1 1 0 0 0,6 3 110 0 0,-1 1 1 0 0,1 0 0 0 0,-1 1-1 0 0,0 0 1 0 0,0 0-1 0 0,-1 0 1 0 0,0 1-1 0 0,0 0 1 0 0,-1 0-1 0 0,0 0 1 0 0,0 1 0 0 0,4 10-1 0 0,2 8 537 0 0,-1 1 0 0 0,11 51 0 0 0,1 33 1404 0 0,11 207 0 0 0,-26 116-185 0 0,-7-359-1578 0 0,-10 750 1096 0 0,0 0-946 0 0,47-143-223 0 0,-28-607-217 0 0,9 180 0 0 0,-18-241 0 0 0,-3 10 0 0 0,1-21 0 0 0,1-2 0 0 0,0 1 0 0 0,-1 0 0 0 0,1-1 0 0 0,0 1 0 0 0,-1-1 0 0 0,0 0 0 0 0,0 1 0 0 0,1-1 0 0 0,-1 0 0 0 0,-1 0 0 0 0,1 0 0 0 0,0 0 0 0 0,0 0 0 0 0,-1-1 0 0 0,1 1 0 0 0,-1-1 0 0 0,1 0 0 0 0,-1 1 0 0 0,0-1 0 0 0,-4 1 0 0 0,1 0 0 0 0,-19 6 0 0 0,0 0 0 0 0,0-2 0 0 0,-1-1 0 0 0,0-2 0 0 0,-29 2 0 0 0,32-3 0 0 0,-473 19-9444 0 0,405-28-1071 0 0,54 1 111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3:20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50 452 0 0,'0'0'2138'0'0,"4"-30"-1366"0"0,-4 29-772 0 0,0 1 1 0 0,0-1 0 0 0,0 0 0 0 0,0 1-1 0 0,0-1 1 0 0,0 0 0 0 0,0 1 0 0 0,1-1-1 0 0,-1 0 1 0 0,0 1 0 0 0,0-1 0 0 0,1 1 0 0 0,-1-1-1 0 0,0 1 1 0 0,1-1 0 0 0,-1 1 0 0 0,0-1-1 0 0,1 1 1 0 0,-1-1 0 0 0,1 0 0 0 0,1 0 10 0 0,2-4-1559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2:05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53 1992 0 0,'0'0'1522'0'0,"-9"-20"6305"0"0,7 14-5838 0 0,2-21 7884 0 0,8 48-9841 0 0,1 11 247 0 0,-2 0-1 0 0,7 64 1 0 0,-8 70 781 0 0,-4-101-773 0 0,2 257 497 0 0,-2-268 1178 0 0,-2-52-1655 0 0,-2 7 711 0 0,-10-18-3909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2:06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51 1500 0 0,'-13'6'23095'0'0,"18"-8"-24607"0"0,5-1 1730 0 0,17-10 14 0 0,52-21-308 0 0,-76 33-197 0 0,7-3-2278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5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516 87 1168 0 0,'0'0'1396'0'0,"-4"-12"2654"0"0,-1-54 7305 0 0,5 65-11309 0 0,-1 1 0 0 0,1-1-1 0 0,-1 1 1 0 0,0-1 0 0 0,1 1 0 0 0,-1-1 0 0 0,1 1-1 0 0,-1-1 1 0 0,0 1 0 0 0,0 0 0 0 0,1-1 0 0 0,-1 1-1 0 0,0 0 1 0 0,1-1 0 0 0,-1 1 0 0 0,0 0 0 0 0,0 0 0 0 0,0 0-1 0 0,1 0 1 0 0,-1 0 0 0 0,-1 0 0 0 0,-23-1 306 0 0,19 1-336 0 0,-1 0 0 0 0,0 1 0 0 0,0 0 0 0 0,0 0-1 0 0,0 1 1 0 0,1 0 0 0 0,-1 0 0 0 0,0 0 0 0 0,1 1 0 0 0,0 0 0 0 0,0 0 0 0 0,-7 6-1 0 0,4-3-11 0 0,1 1 1 0 0,0 1-1 0 0,0-1 0 0 0,0 2 0 0 0,1-1 0 0 0,1 1 0 0 0,-7 10 0 0 0,-3 9-9 0 0,2 1 0 0 0,1 0 0 0 0,1 1 1 0 0,-10 43-1 0 0,3 10 522 0 0,4 0 0 0 0,-6 112 0 0 0,16-132-239 0 0,-36 512 1364 0 0,28-353-1370 0 0,-9 172-48 0 0,-10 163 279 0 0,-29 618 121 0 0,68-815-496 0 0,4-253 95 0 0,-11-105-202 0 0,1 0 0 0 0,0 0 0 0 0,-1 0 0 0 0,1 0 0 0 0,0 0 0 0 0,0-1 0 0 0,0 1 0 0 0,0 0 0 0 0,1-1 1 0 0,-1 1-1 0 0,0 0 0 0 0,1-1 0 0 0,-1 1 0 0 0,1-1 0 0 0,0 0 0 0 0,-1 0 0 0 0,1 1 0 0 0,0-1 0 0 0,0 0 0 0 0,-1-1 0 0 0,1 1 0 0 0,0 0 0 0 0,0 0 0 0 0,0-1 0 0 0,0 1 1 0 0,0-1-1 0 0,0 0 0 0 0,0 1 0 0 0,0-1 0 0 0,3 0 0 0 0,8 0-71 0 0,0 0 1 0 0,0-1 0 0 0,21-4-1 0 0,-26 4-61 0 0,58-11-2664 0 0,110-34 1 0 0,-20-13-6061 0 0,-74 23 290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6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34 2672 0 0,'25'-33'19851'0'0,"-33"61"-18489"0"0,-16 19-619 0 0,-1-1-1 0 0,-54 73 1 0 0,41-65-1726 0 0,-30 60-1 0 0,34-42-3595 0 0,16-25-5834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37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53 976 0 0,'9'-8'6073'0'0,"21"-19"3729"0"0,-27 25-9553 0 0,0 0-1 0 0,1 0 1 0 0,-1 0 0 0 0,1 1 0 0 0,-1-1 0 0 0,1 1 0 0 0,0 0-1 0 0,0 0 1 0 0,6-1 0 0 0,-5 2-192 0 0,0-1-1 0 0,1 1 1 0 0,-1 0-1 0 0,0 0 0 0 0,0 1 1 0 0,0-1-1 0 0,1 1 1 0 0,-1 1-1 0 0,0-1 1 0 0,0 0-1 0 0,-1 1 1 0 0,1 0-1 0 0,0 1 1 0 0,0-1-1 0 0,-1 1 1 0 0,9 5-1 0 0,-12-6 19 0 0,1 0 0 0 0,-1 0 0 0 0,1 0 1 0 0,-1 0-1 0 0,0 0 0 0 0,0 1 0 0 0,0-1 0 0 0,0 0 0 0 0,0 1 0 0 0,-1-1 0 0 0,1 0 0 0 0,-1 1 0 0 0,1-1 0 0 0,-1 1 0 0 0,0-1 0 0 0,0 0 1 0 0,0 1-1 0 0,0 2 0 0 0,-1 1 181 0 0,1 1 1 0 0,-2-1 0 0 0,1 0 0 0 0,-1 0-1 0 0,-4 11 1 0 0,-30 51 1660 0 0,23-47-1323 0 0,-13 33 0 0 0,26-54-590 0 0,0 0 0 0 0,0 1 0 0 0,0-1 1 0 0,0 0-1 0 0,0 1 0 0 0,0-1 0 0 0,0 0 0 0 0,0 0 0 0 0,0 1 0 0 0,0-1 1 0 0,0 0-1 0 0,0 1 0 0 0,0-1 0 0 0,1 0 0 0 0,-1 0 0 0 0,0 1 0 0 0,0-1 0 0 0,0 0 1 0 0,0 0-1 0 0,0 1 0 0 0,1-1 0 0 0,-1 0 0 0 0,0 0 0 0 0,0 0 0 0 0,1 1 1 0 0,-1-1-1 0 0,0 0 0 0 0,0 0 0 0 0,1 0 0 0 0,-1 0 0 0 0,0 0 0 0 0,0 0 0 0 0,1 1 1 0 0,-1-1-1 0 0,0 0 0 0 0,1 0 0 0 0,-1 0 0 0 0,0 0 0 0 0,0 0 0 0 0,1 0 1 0 0,-1 0-1 0 0,0 0 0 0 0,1 0 0 0 0,13 0 57 0 0,-13 0-61 0 0,27-2 61 0 0,1-2-1 0 0,-1 0 1 0 0,0-2 0 0 0,47-17 0 0 0,-19 6-53 0 0,62-21-1038 0 0,-72 18-4386 0 0,-35 13 1435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40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67 536 0 0,'0'-12'4694'0'0,"0"-1"-2128"0"0,-1-20 5017 0 0,2 24-5083 0 0,1 14-2638 0 0,11 45 258 0 0,-3 1 0 0 0,5 73-1 0 0,-11-50-248 0 0,-4-59-3282 0 0,0 1-3424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41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10 1296 0 0,'15'-10'12277'0'0,"-16"16"-11818"0"0,-1 0-1 0 0,0 0 0 0 0,0 0 1 0 0,-1 0-1 0 0,0 0 0 0 0,0-1 1 0 0,-4 8-1 0 0,-32 39 895 0 0,25-33-959 0 0,-222 276 651 0 0,225-280-1860 0 0,-8 11-1579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41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80 0 0,'14'-14'18443'0'0,"-8"9"-16575"0"0,4 4-1800 0 0,-1 0 0 0 0,0 0 1 0 0,0 1-1 0 0,1 1 0 0 0,-1-1 1 0 0,0 1-1 0 0,11 3 1 0 0,-18-3-62 0 0,4 0 5 0 0,8 5-6 0 0,-9-5-3 0 0,0 1 0 0 0,-1 0 0 0 0,1 0 1 0 0,-1 0-1 0 0,0 1 0 0 0,0 0 0 0 0,0-1 0 0 0,0 2 0 0 0,0-1 0 0 0,0 0 0 0 0,-1 1 0 0 0,5 4 0 0 0,-6-4 4 0 0,-1-1 0 0 0,1 1-1 0 0,-1-1 1 0 0,1 1 0 0 0,-1-1 0 0 0,0 1 0 0 0,0 0 0 0 0,-1-1-1 0 0,1 1 1 0 0,-1 6 0 0 0,0-5 10 0 0,0 1 0 0 0,0-1 0 0 0,-1 0 1 0 0,0 1-1 0 0,0-1 0 0 0,-1 0 0 0 0,1 0 0 0 0,-1 1 0 0 0,0-1 1 0 0,-4 6-1 0 0,-4 7 143 0 0,-19 22 1 0 0,11-13 10 0 0,9-17-91 0 0,7-7-46 0 0,0-1 0 0 0,0 0-1 0 0,0 1 1 0 0,0-1-1 0 0,0 1 1 0 0,1-1-1 0 0,-1 1 1 0 0,1 0 0 0 0,0 0-1 0 0,-2 5 1 0 0,3-7-13 0 0,0-1 0 0 0,1 1 0 0 0,-1-1 0 0 0,1 1 1 0 0,-1 0-1 0 0,1-1 0 0 0,-1 1 0 0 0,1-1 0 0 0,-1 1 0 0 0,1-1 1 0 0,-1 1-1 0 0,1-1 0 0 0,-1 0 0 0 0,1 1 0 0 0,0-1 0 0 0,-1 0 1 0 0,1 1-1 0 0,0-1 0 0 0,-1 0 0 0 0,1 0 0 0 0,0 0 0 0 0,0 0 1 0 0,-1 1-1 0 0,1-1 0 0 0,0 0 0 0 0,0 0 0 0 0,-1 0 0 0 0,1-1 1 0 0,0 1-1 0 0,-1 0 0 0 0,1 0 0 0 0,0 0 0 0 0,1-1 0 0 0,0 1-43 0 0,34-4 178 0 0,0-1 1 0 0,-1-2-1 0 0,39-13 1 0 0,14-3-9 0 0,-64 18-93 0 0,8-2 242 0 0,41-14 1 0 0,-71 20-287 0 0,-2 1-23 0 0,0 0-1 0 0,0 0 1 0 0,1 0-1 0 0,-1 0 1 0 0,0 0 0 0 0,1 0-1 0 0,-1 0 1 0 0,0 0-1 0 0,0 0 1 0 0,1 0 0 0 0,-1 0-1 0 0,0 0 1 0 0,0 0-1 0 0,1 0 1 0 0,-1-1 0 0 0,0 1-1 0 0,0 0 1 0 0,1 0 0 0 0,-1 0-1 0 0,0 0 1 0 0,0-1-1 0 0,0 1 1 0 0,1 0 0 0 0,-1 0-1 0 0,0 0 1 0 0,0-1-1 0 0,0 1 1 0 0,0 0 0 0 0,1-1-1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47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21 8 0 0,'0'0'14306'0'0,"-3"0"-13913"0"0,-4 1 2313 0 0,20-1-2236 0 0,27 1-631 0 0,106-18 288 0 0,-114 16-74 0 0,-30 0-37 0 0,0 1 1 0 0,6-1 5 0 0,-6 1 15 0 0,9-3-39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48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16 1840 0 0,'-36'-15'19014'0'0,"49"15"-18585"0"0,67 3-396 0 0,-35-1-12 0 0,-35-1-19 0 0,-7-1-7 0 0,0 1 2 0 0,15 1-4 0 0,-6 1-3 0 0,-2 6 3 0 0,-7-3 10 0 0,0 1 1 0 0,0 0-1 0 0,0 0 0 0 0,-1-1 0 0 0,0 1 0 0 0,-1 1 0 0 0,0-1 0 0 0,0 0 0 0 0,0 0 1 0 0,-1 0-1 0 0,0 1 0 0 0,-1 8 0 0 0,-2 14 136 0 0,-11 45 1 0 0,12-67-88 0 0,-54 235 449 0 0,56-242-673 0 0,-4 23-2110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48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6 852 0 0,'2'-6'13977'0'0,"-11"28"-13211"0"0,-1-2-1 0 0,-2 0 1 0 0,0 0-1 0 0,-1-1 0 0 0,-17 20 1 0 0,-5 7-412 0 0,13-14-472 0 0,-53 76 720 0 0,32-32-4487 0 0,48-58 266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49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31 196 0 0,'17'-19'18686'0'0,"5"10"-18002"0"0,2 6-577 0 0,-21 3-94 0 0,10 5 5 0 0,-11-4-17 0 0,2 0 0 0 0,3 13 6 0 0,-5-10 35 0 0,-1 0-1 0 0,0 0 1 0 0,-1 1 0 0 0,1-1-1 0 0,-1 0 1 0 0,0 0-1 0 0,0 1 1 0 0,0-1 0 0 0,0 0-1 0 0,-1 1 1 0 0,0-1-1 0 0,0 0 1 0 0,0 0 0 0 0,0 0-1 0 0,-1 0 1 0 0,0 0-1 0 0,-3 6 1 0 0,-5 9 305 0 0,-1-1 0 0 0,-14 20 0 0 0,19-30-256 0 0,-72 97 800 0 0,78-104-880 0 0,-1-1 0 0 0,0 1 1 0 0,1-1-1 0 0,-1 1 0 0 0,1 0 0 0 0,-1-1 1 0 0,1 1-1 0 0,-1 0 0 0 0,1 0 0 0 0,-1-1 1 0 0,1 1-1 0 0,0 0 0 0 0,-1 0 1 0 0,1 0-1 0 0,0-1 0 0 0,0 1 0 0 0,0 0 1 0 0,-1 0-1 0 0,1 0 0 0 0,0 0 0 0 0,0 0 1 0 0,0-1-1 0 0,1 3 0 0 0,-1-3-6 0 0,1 1 0 0 0,0-1 0 0 0,-1 1 0 0 0,1-1 0 0 0,-1 1-1 0 0,1-1 1 0 0,0 0 0 0 0,0 1 0 0 0,-1-1 0 0 0,1 0 0 0 0,0 1 0 0 0,0-1-1 0 0,-1 0 1 0 0,1 0 0 0 0,0 0 0 0 0,0 0 0 0 0,0 0 0 0 0,-1 0 0 0 0,1 0 0 0 0,1 0-1 0 0,10-1 3 0 0,-1-1 0 0 0,19-4 0 0 0,-22 4 20 0 0,182-52 73 0 0,-90 23 22 0 0,-51 20-89 0 0,-47 10-9 0 0,14-5 3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2 732 0 0,'-15'-1'13079'0'0,"7"4"-12117"0"0,9 1-357 0 0,16 4-149 0 0,19 0-347 0 0,6-5 50 0 0,1-1-1 0 0,44-4 1 0 0,-21 1-92 0 0,-17-3-1528 0 0,-46 4 676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2:53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36 2432 0 0,'0'-10'7546'0'0,"-2"-15"1339"0"0,5 32-7968 0 0,6 42-742 0 0,-3-1 1 0 0,-1 1-1 0 0,-3 71 1 0 0,-10-7-7769 0 0,5-101 3322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2:17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85 556 0 0,'0'0'16275'0'0,"-10"5"-14982"0"0,-1-3 3328 0 0,10-4-4613 0 0,0 0-1 0 0,1 0 0 0 0,0 0 1 0 0,-1 0-1 0 0,1 0 0 0 0,0 0 1 0 0,0 0-1 0 0,0 0 0 0 0,0 0 0 0 0,0 0 1 0 0,0 0-1 0 0,1 0 0 0 0,-1 0 1 0 0,1 0-1 0 0,0 0 0 0 0,-1 0 1 0 0,1 1-1 0 0,0-1 0 0 0,0 0 0 0 0,0 0 1 0 0,0 0-1 0 0,0 1 0 0 0,1-1 1 0 0,-1 1-1 0 0,3-3 0 0 0,0 0-7 0 0,-1 0 0 0 0,1 0-1 0 0,0 1 1 0 0,0-1-1 0 0,0 1 1 0 0,0 0 0 0 0,1 1-1 0 0,-1-1 1 0 0,10-3-1 0 0,-10 5 2 0 0,0 0-1 0 0,0 0 0 0 0,0 0 0 0 0,0 1 0 0 0,0 0 0 0 0,0-1 0 0 0,0 2 0 0 0,0-1 0 0 0,1 0 0 0 0,-1 1 0 0 0,0 0 0 0 0,0 0 0 0 0,0 0 0 0 0,0 0 1 0 0,-1 1-1 0 0,1-1 0 0 0,0 1 0 0 0,0 0 0 0 0,-1 0 0 0 0,1 1 0 0 0,-1-1 0 0 0,0 1 0 0 0,0 0 0 0 0,0-1 0 0 0,0 1 0 0 0,2 4 0 0 0,1 0-5 0 0,-2 0-1 0 0,1 0 0 0 0,-1 0 0 0 0,0 1 0 0 0,-1 0 0 0 0,1-1 0 0 0,-1 2 0 0 0,-1-1 0 0 0,0 0 0 0 0,0 0 1 0 0,-1 1-1 0 0,1 13 0 0 0,0 6 35 0 0,-3 0 0 0 0,-4 39 1 0 0,-4-10 166 0 0,27-56-303 0 0,-13 1 109 0 0,0 1-1 0 0,-1-1 1 0 0,1 1 0 0 0,0 1-1 0 0,-1-1 1 0 0,0 1 0 0 0,0-1-1 0 0,0 1 1 0 0,0 0 0 0 0,0 1-1 0 0,-1-1 1 0 0,0 1 0 0 0,0-1-1 0 0,0 1 1 0 0,-1 0 0 0 0,1 0-1 0 0,-1 0 1 0 0,0 1 0 0 0,1 6-1 0 0,-1-3 28 0 0,0 0 0 0 0,-1 0 0 0 0,0 1-1 0 0,-1-1 1 0 0,0 0 0 0 0,0 1 0 0 0,-1-1 0 0 0,0 0-1 0 0,-1 1 1 0 0,0-1 0 0 0,-3 10 0 0 0,3-12 205 0 0,-1 0 0 0 0,0 0 0 0 0,-1 0 0 0 0,1 0 0 0 0,-1-1 0 0 0,0 0 1 0 0,-1 0-1 0 0,0 0 0 0 0,-8 9 0 0 0,9-12-111 0 0,0 1 1 0 0,-1-1-1 0 0,1 0 1 0 0,-1 0-1 0 0,0 0 1 0 0,0-1-1 0 0,0 0 1 0 0,0 0-1 0 0,0 0 1 0 0,0 0-1 0 0,-1-1 1 0 0,1 0-1 0 0,-11 1 1 0 0,-5-2-39 0 0,0-1 0 0 0,0-1 0 0 0,0 0 0 0 0,0-2 0 0 0,0 0 1 0 0,1-2-1 0 0,-38-15 0 0 0,22 4-4980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4:45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1 776 0 0,'4'19'7398'0'0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38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19 600 0 0,'3'-19'16208'0'0,"3"33"-15548"0"0,-1 1 1 0 0,0-1 0 0 0,-2 1 0 0 0,1 0 0 0 0,-2 0 0 0 0,2 19-1 0 0,-2-15-440 0 0,24 264 867 0 0,-24-221-5578 0 0,-1 1-4842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39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473 26 3804 0 0,'32'-25'18583'0'0,"-35"26"-18324"0"0,-1 1 1 0 0,1 0 0 0 0,0 0 0 0 0,0 0-1 0 0,-1 1 1 0 0,1-1 0 0 0,0 1 0 0 0,1-1-1 0 0,-4 4 1 0 0,-1 1 111 0 0,-113 102 637 0 0,-155 180 0 0 0,238-235-3763 0 0,8-11-4183 0 0,27-38 4762 0 0,2-4 1978 0 0,0-1 1 0 0,0 1-1 0 0,0-1 0 0 0,0 1 0 0 0,0-1 0 0 0,0 1 1 0 0,0-1-1 0 0,0 1 0 0 0,0 0 0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39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51 1488 0 0,'30'-20'14944'0'0,"-9"5"-10549"0"0,13 0-3055 0 0,-32 14-1252 0 0,1 1-32 0 0,-1 0-38 0 0,1 1 0 0 0,-1-1-1 0 0,1 0 1 0 0,-1 1 0 0 0,1 0 0 0 0,-1-1-1 0 0,1 1 1 0 0,-1 0 0 0 0,0 0-1 0 0,0 0 1 0 0,1 1 0 0 0,-1-1-1 0 0,0 0 1 0 0,0 1 0 0 0,0 0-1 0 0,0-1 1 0 0,-1 1 0 0 0,1 0 0 0 0,1 2-1 0 0,-1-1 56 0 0,0 0-1 0 0,-1 0 0 0 0,0 0 1 0 0,0 1-1 0 0,0-1 1 0 0,0 0-1 0 0,0 1 1 0 0,0-1-1 0 0,-1 0 1 0 0,0 1-1 0 0,0-1 0 0 0,0 6 1 0 0,-1 2 219 0 0,-1 0 0 0 0,0 1 0 0 0,-1-1 1 0 0,0-1-1 0 0,-1 1 0 0 0,0 0 0 0 0,-10 17 0 0 0,-10 10 927 0 0,-55 68 0 0 0,41-59-706 0 0,33-41-430 0 0,-5 9 107 0 0,10-15-181 0 0,0 1-1 0 0,-1-1 1 0 0,1 0 0 0 0,0 1-1 0 0,0-1 1 0 0,0 1-1 0 0,0-1 1 0 0,0 0-1 0 0,0 1 1 0 0,0-1-1 0 0,0 1 1 0 0,0-1-1 0 0,0 0 1 0 0,0 1-1 0 0,0-1 1 0 0,0 0-1 0 0,1 1 1 0 0,-1-1-1 0 0,0 1 1 0 0,0-1-1 0 0,0 0 1 0 0,1 1-1 0 0,-1-1 1 0 0,0 0 0 0 0,0 1-1 0 0,1-1 1 0 0,-1 0-1 0 0,0 0 1 0 0,0 1-1 0 0,1-1 1 0 0,-1 0-1 0 0,0 0 1 0 0,1 1-1 0 0,0-1 1 0 0,5 0 52 0 0,95-23 24 0 0,103-37 0 0 0,-75 15-2877 0 0,-125 43 2457 0 0,32-12-4704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1:40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19 2092 0 0,'-3'-1'1878'0'0,"-12"-5"1510"0"0,12 4-2749 0 0,0 0-1 0 0,0 1 0 0 0,0 0 1 0 0,0-1-1 0 0,0 1 0 0 0,-1 1 0 0 0,1-1 1 0 0,0 0-1 0 0,-1 1 0 0 0,1-1 1 0 0,0 1-1 0 0,-6 0 0 0 0,4 2-504 0 0,0 1-1 0 0,1-1 1 0 0,-1 1 0 0 0,0-1-1 0 0,1 1 1 0 0,0 1-1 0 0,0-1 1 0 0,0 0 0 0 0,0 1-1 0 0,0 0 1 0 0,1 0-1 0 0,-1 0 1 0 0,1 1 0 0 0,-4 6-1 0 0,-4 7 174 0 0,2 1 0 0 0,-11 24-1 0 0,13-26-192 0 0,1 0-1 0 0,1-1 0 0 0,0 2 1 0 0,2-1-1 0 0,-1 0 0 0 0,0 33 1 0 0,4-45-96 0 0,0 0 1 0 0,0 0-1 0 0,0 0 1 0 0,1 0-1 0 0,0-1 1 0 0,0 1-1 0 0,1 0 1 0 0,-1-1-1 0 0,1 1 1 0 0,0 0-1 0 0,0-1 1 0 0,0 0-1 0 0,1 0 1 0 0,-1 1-1 0 0,1-2 1 0 0,0 1-1 0 0,0 0 1 0 0,1 0-1 0 0,-1-1 1 0 0,1 0-1 0 0,0 0 0 0 0,-1 0 1 0 0,1 0-1 0 0,1 0 1 0 0,-1-1-1 0 0,0 0 1 0 0,1 0-1 0 0,-1 0 1 0 0,8 2-1 0 0,-5-2 51 0 0,1 0-1 0 0,0-1 0 0 0,0 1 0 0 0,0-1 1 0 0,1-1-1 0 0,-1 0 0 0 0,0 0 0 0 0,0 0 1 0 0,0-1-1 0 0,0 0 0 0 0,0-1 0 0 0,0 0 1 0 0,0 0-1 0 0,0-1 0 0 0,-1 1 0 0 0,1-2 0 0 0,-1 1 1 0 0,0-1-1 0 0,11-8 0 0 0,-10 6 64 0 0,0-1 0 0 0,0 0-1 0 0,-1 0 1 0 0,0-1 0 0 0,0 0 0 0 0,-1-1 0 0 0,0 1-1 0 0,-1-1 1 0 0,0 0 0 0 0,0 0 0 0 0,-1-1-1 0 0,0 1 1 0 0,0-1 0 0 0,-1 0 0 0 0,1-10-1 0 0,-2 10-34 0 0,0 1 0 0 0,-1-1 0 0 0,0 0 0 0 0,-1 1 0 0 0,0-1-1 0 0,-1 0 1 0 0,0 1 0 0 0,-1-1 0 0 0,1 1 0 0 0,-2-1-1 0 0,-3-8 1 0 0,4 12-88 0 0,0 1-1 0 0,-1 0 0 0 0,0 0 1 0 0,0 1-1 0 0,0-1 0 0 0,0 0 1 0 0,-1 1-1 0 0,1 0 1 0 0,-1 0-1 0 0,-1 0 0 0 0,1 0 1 0 0,0 1-1 0 0,-1 0 0 0 0,0 0 1 0 0,1 0-1 0 0,-1 0 0 0 0,-1 1 1 0 0,1 0-1 0 0,0 0 1 0 0,-7-2-1 0 0,4 2-338 0 0,0 0 0 0 0,-1 0 0 0 0,1 1 0 0 0,-1 0 0 0 0,-8 1 0 0 0,14 0-186 0 0,-1 0 0 0 0,1 1 0 0 0,0-1 0 0 0,0 1 0 0 0,0 0 0 0 0,-1 0-1 0 0,1 0 1 0 0,0 0 0 0 0,0 1 0 0 0,0-1 0 0 0,1 1 0 0 0,-1 0 0 0 0,0 0 0 0 0,1 0 0 0 0,-4 3 0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1:56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13 764 0 0,'-22'9'8003'0'0,"20"-9"-7836"0"0,-17 7 2438 0 0,18-7-2464 0 0,0 0 0 0 0,0 1 0 0 0,0-1 0 0 0,1 0 0 0 0,-1 1 0 0 0,0-1 0 0 0,0 1 0 0 0,1-1 0 0 0,-1 1 0 0 0,0-1 0 0 0,1 1 0 0 0,-1-1 0 0 0,0 1 0 0 0,1 0 0 0 0,-1-1 0 0 0,1 1 0 0 0,-1 0 0 0 0,1-1 0 0 0,-1 1 0 0 0,1 1 0 0 0,0-1-96 0 0,1 0 0 0 0,0-1-1 0 0,0 1 1 0 0,0 0 0 0 0,0-1 0 0 0,0 1 0 0 0,-1-1 0 0 0,1 0-1 0 0,0 1 1 0 0,0-1 0 0 0,0 0 0 0 0,1 1 0 0 0,-1-1 0 0 0,0 0-1 0 0,0 0 1 0 0,0 0 0 0 0,0 0 0 0 0,0 0 0 0 0,0 0 0 0 0,2-1-1 0 0,27 0 521 0 0,-7-2-323 0 0,31-9 1 0 0,29-5-56 0 0,-63 13-162 0 0,-19 3-12 0 0,15-3 41 0 0,1-1 398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1:57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137 127 1404 0 0,'-7'-7'4771'0'0,"-14"-24"1809"0"0,20 29-6203 0 0,0-12 416 0 0,2 10-747 0 0,0 0 0 0 0,1 1-1 0 0,0-1 1 0 0,0 1 0 0 0,0-1-1 0 0,0 1 1 0 0,1 0 0 0 0,-1 0-1 0 0,1 0 1 0 0,0 0 0 0 0,0 0-1 0 0,0 1 1 0 0,0-1 0 0 0,0 1 0 0 0,0 0-1 0 0,1 0 1 0 0,5-3 0 0 0,-2 2-34 0 0,1 0 0 0 0,-1 1 1 0 0,1-1-1 0 0,-1 2 0 0 0,1-1 1 0 0,0 1-1 0 0,0 0 0 0 0,8 0 1 0 0,-14 1-10 0 0,1 0 0 0 0,-1 1 0 0 0,0-1 0 0 0,1 0 0 0 0,-1 1 1 0 0,0-1-1 0 0,0 1 0 0 0,1 0 0 0 0,-1 0 0 0 0,0 0 0 0 0,0 0 1 0 0,0 0-1 0 0,0 0 0 0 0,0 0 0 0 0,0 1 0 0 0,0-1 0 0 0,-1 1 1 0 0,1-1-1 0 0,0 1 0 0 0,-1 0 0 0 0,1 0 0 0 0,-1 0 0 0 0,0 0 1 0 0,0 0-1 0 0,0 0 0 0 0,0 0 0 0 0,0 0 0 0 0,0 0 0 0 0,0 0 0 0 0,0 1 1 0 0,-1-1-1 0 0,1 0 0 0 0,-1 1 0 0 0,0 2 0 0 0,1 4 15 0 0,0 0-1 0 0,-1 0 1 0 0,-1 0-1 0 0,1 0 1 0 0,-2 0 0 0 0,-3 18-1 0 0,-4-2 17 0 0,-1 0 0 0 0,0-1 0 0 0,-20 32 0 0 0,20-39-22 0 0,-7 18 11 0 0,12-26-4 0 0,5-9-17 0 0,-1 0-1 0 0,1 1 0 0 0,0-1 0 0 0,0 0 0 0 0,-1 0 0 0 0,1 1 0 0 0,0-1 0 0 0,0 0 0 0 0,-1 0 1 0 0,1 1-1 0 0,0-1 0 0 0,0 0 0 0 0,0 1 0 0 0,0-1 0 0 0,0 0 0 0 0,-1 1 0 0 0,1-1 0 0 0,0 0 1 0 0,0 1-1 0 0,0-1 0 0 0,0 1 0 0 0,0-1 0 0 0,0 0 0 0 0,0 1 0 0 0,0-1 0 0 0,0 0 0 0 0,0 1 1 0 0,0-1-1 0 0,0 0 0 0 0,1 1 0 0 0,-1-1 0 0 0,0 0 0 0 0,0 1 0 0 0,0-1 0 0 0,0 0 0 0 0,1 1 1 0 0,-1-1-1 0 0,0 0 0 0 0,0 1 0 0 0,0-1 0 0 0,1 0 0 0 0,-1 0 0 0 0,0 1 0 0 0,1-1 0 0 0,-1 0 1 0 0,0 0-1 0 0,0 0 0 0 0,1 1 0 0 0,-1-1 0 0 0,0 0 0 0 0,1 0 0 0 0,0 0 0 0 0,1 1 1 0 0,24 0-54 0 0,-18 1 82 0 0,-1-1-1 0 0,0 1 1 0 0,0 1-1 0 0,-1-1 1 0 0,1 1 0 0 0,0 0-1 0 0,-1 1 1 0 0,0-1-1 0 0,0 1 1 0 0,0 1-1 0 0,0-1 1 0 0,-1 1-1 0 0,1 0 1 0 0,-1 0-1 0 0,0 1 1 0 0,-1-1-1 0 0,6 9 1 0 0,-9-10 84 0 0,1 0-1 0 0,-1 0 1 0 0,1 1 0 0 0,-1-1 0 0 0,-1 0-1 0 0,1 1 1 0 0,0-1 0 0 0,-1 1 0 0 0,0-1-1 0 0,0 1 1 0 0,-1-1 0 0 0,1 1 0 0 0,-1-1-1 0 0,0 1 1 0 0,0-1 0 0 0,0 0 0 0 0,-1 0-1 0 0,1 1 1 0 0,-1-1 0 0 0,0 0 0 0 0,-1 0-1 0 0,-3 6 1 0 0,-3 2 145 0 0,0 0 1 0 0,0-1-1 0 0,-1 1 0 0 0,0-2 0 0 0,-19 15 0 0 0,22-19-166 0 0,-1 0-1 0 0,-1 0 0 0 0,1-1 0 0 0,-1-1 0 0 0,0 1 1 0 0,0-1-1 0 0,0-1 0 0 0,-1 1 0 0 0,1-2 0 0 0,-1 1 1 0 0,0-1-1 0 0,1-1 0 0 0,-1 0 0 0 0,0 0 0 0 0,0-1 1 0 0,0 0-1 0 0,0-1 0 0 0,0 0 0 0 0,0 0 0 0 0,0-1 0 0 0,-15-5 1 0 0,22 6-138 0 0,2 1 11 0 0,0 0 1 0 0,0-1-1 0 0,-1 1 1 0 0,1 0-1 0 0,0-1 1 0 0,0 1-1 0 0,0-1 0 0 0,0 1 1 0 0,-1-1-1 0 0,1 1 1 0 0,0-1-1 0 0,0 0 0 0 0,0 1 1 0 0,0-1-1 0 0,0 0 1 0 0,1 0-1 0 0,-1 0 1 0 0,0 0-1 0 0,0 0 0 0 0,0 0 1 0 0,1 0-1 0 0,-1 0 1 0 0,1 0-1 0 0,-2-2 1 0 0,2 1-538 0 0,17-11-4483 0 0,3 9 367 0 0,-10 2 652 0 0,6-1-353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1:57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0 1484 0 0,'10'6'11063'0'0,"-9"-6"-11035"0"0,14 6 4943 0 0,-14-6-4926 0 0,-1 0 1 0 0,0 0-1 0 0,0 0 0 0 0,1 1 0 0 0,-1-1 1 0 0,0 0-1 0 0,1 0 0 0 0,-1 0 0 0 0,0 1 1 0 0,0-1-1 0 0,0 0 0 0 0,1 0 0 0 0,-1 1 1 0 0,0-1-1 0 0,0 0 0 0 0,0 1 0 0 0,0-1 1 0 0,1 0-1 0 0,-1 1 0 0 0,0-1 0 0 0,0 0 1 0 0,0 1-1 0 0,0-1 0 0 0,0 0 0 0 0,0 1 1 0 0,0-1-1 0 0,0 0 0 0 0,0 1 0 0 0,0-1 1 0 0,0 0-1 0 0,0 1 0 0 0,0-1 0 0 0,0 0 1 0 0,0 1-1 0 0,0-1 0 0 0,-1 0 0 0 0,1 0 1 0 0,0 1-1 0 0,0-1 0 0 0,0 0 0 0 0,0 1 1 0 0,-1-1-1 0 0,1 0 0 0 0,0 0 0 0 0,0 1 0 0 0,-1-1 1 0 0,1 0-1 0 0,0 0 0 0 0,-1 1 0 0 0,-167 199 2006 0 0,158-186-1990 0 0,1-1-251 0 0,0 1 1 0 0,-8 17-1 0 0,2 7-3440 0 0,15-37 3298 0 0,0 0 1 0 0,0 0 0 0 0,0 0-1 0 0,0 0 1 0 0,0 0-1 0 0,0 0 1 0 0,1 0-1 0 0,-1 0 1 0 0,0 0-1 0 0,1 0 1 0 0,-1 0-1 0 0,1 0 1 0 0,-1 0-1 0 0,1 0 1 0 0,-1 0-1 0 0,1 0 1 0 0,0 0 0 0 0,-1 0-1 0 0,1 0 1 0 0,0-1-1 0 0,0 1 1 0 0,0 0-1 0 0,0-1 1 0 0,0 1-1 0 0,0 0 1 0 0,0-1-1 0 0,0 1 1 0 0,0-1-1 0 0,0 0 1 0 0,0 1-1 0 0,2-1 1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1:58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19 828 0 0,'2'10'17332'0'0,"38"-24"-16527"0"0,-36 11-781 0 0,1 1-1 0 0,-1 0 1 0 0,1 1-1 0 0,0-1 1 0 0,0 1-1 0 0,0 0 1 0 0,0 0 0 0 0,0 0-1 0 0,0 0 1 0 0,0 1-1 0 0,0 0 1 0 0,0 0 0 0 0,5 1-1 0 0,-9 0-19 0 0,0-1-1 0 0,0 1 1 0 0,0-1 0 0 0,0 1-1 0 0,0 0 1 0 0,0-1 0 0 0,-1 1-1 0 0,1 0 1 0 0,0 0 0 0 0,0-1-1 0 0,-1 1 1 0 0,1 0 0 0 0,0 0-1 0 0,-1 0 1 0 0,1 0 0 0 0,-1 0-1 0 0,1 0 1 0 0,-1 0 0 0 0,1 0-1 0 0,-1 0 1 0 0,0 0 0 0 0,1 0-1 0 0,-1 3 1 0 0,0 25 84 0 0,-2-17-11 0 0,-1 0-1 0 0,0 0 0 0 0,-1 0 1 0 0,0 0-1 0 0,-1 0 1 0 0,0-1-1 0 0,-1 0 1 0 0,-8 11-1 0 0,-63 79 711 0 0,58-77-561 0 0,-71 86 770 0 0,89-109-903 0 0,1 0-90 0 0,0-1 1 0 0,1 0-1 0 0,-1 1 1 0 0,0-1 0 0 0,1 0-1 0 0,-1 1 1 0 0,0-1-1 0 0,1 0 1 0 0,-1 0-1 0 0,0 1 1 0 0,1-1-1 0 0,-1 0 1 0 0,0 0 0 0 0,1 0-1 0 0,-1 1 1 0 0,1-1-1 0 0,-1 0 1 0 0,0 0-1 0 0,1 0 1 0 0,-1 0-1 0 0,1 0 1 0 0,-1 0 0 0 0,0 0-1 0 0,1 0 1 0 0,-1 0-1 0 0,1 0 1 0 0,-1 0-1 0 0,1 0 1 0 0,-1 0 0 0 0,0 0-1 0 0,1 0 1 0 0,-1-1-1 0 0,1 1 1 0 0,14-4 4 0 0,-15 4-7 0 0,126-49 75 0 0,-47 16-66 0 0,-61 27-63 0 0,2-1-218 0 0,0-1-1 0 0,20-11 1 0 0,-39 18-312 0 0,4 0 177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4:48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0 156 0 0,'0'0'3368'0'0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4:45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7 660 0 0,'0'0'6048'0'0,"-3"-7"-8982"0"0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4:46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1 760 0 0,'0'0'4032'0'0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4:49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0 332 0 0,'0'0'1124'0'0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5:00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 52 0 0,'-8'-4'19792'0'0,"18"34"-20427"0"0,0-5 1492 0 0,63 300 1248 0 0,-55-239 444 0 0,-18-84-2303 0 0,3 20 1165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6:20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40 304 0 0,'0'0'2690'0'0,"15"-35"11320"0"0,-13 30-13878 0 0,-13 15 1467 0 0,10-8-1595 0 0,-14 16-9 0 0,-8 15-38 0 0,21-30 27 0 0,-13 42-24 0 0,6-15 15 0 0,4-14 17 0 0,1-7 4 0 0,2-1 0 0 0,-1 1 0 0 0,1 0 0 0 0,-1 12 0 0 0,1 33-8 0 0,0-35 7 0 0,1 0-1 0 0,1-1 0 0 0,1 1 0 0 0,0 0 0 0 0,5 20 0 0 0,1-14 28 0 0,0 0 0 0 0,2 0 0 0 0,0-1 0 0 0,14 25 1 0 0,-19-42-15 0 0,1 1 0 0 0,-1-1 0 0 0,1 0 0 0 0,0 0 1 0 0,1-1-1 0 0,0 1 0 0 0,0-1 0 0 0,0-1 1 0 0,0 1-1 0 0,1-1 0 0 0,0 0 0 0 0,0 0 0 0 0,1-1 1 0 0,-1 0-1 0 0,17 6 0 0 0,-19-9 70 0 0,1 0-1 0 0,-1 0 1 0 0,1-1-1 0 0,0 0 1 0 0,-1 0-1 0 0,1 0 1 0 0,-1 0-1 0 0,1-1 1 0 0,0 0-1 0 0,9-3 1 0 0,3-2 179 0 0,29-15-1 0 0,-47 21-256 0 0,22-11 198 0 0,-1-1 0 0 0,-1-1 0 0 0,0-1 0 0 0,-1-1 0 0 0,0 0 0 0 0,-1-1 0 0 0,-1-1 0 0 0,-1-1 0 0 0,26-35 0 0 0,-35 43-77 0 0,-1-1-1 0 0,0 0 0 0 0,-1 1 0 0 0,0-2 0 0 0,-1 1 0 0 0,0 0 0 0 0,-1-1 0 0 0,0 0 0 0 0,1-17 0 0 0,-3 20-107 0 0,-1 0-1 0 0,-1 0 0 0 0,1 0 0 0 0,-1 1 1 0 0,-1-1-1 0 0,0 0 0 0 0,0 0 0 0 0,-1 1 1 0 0,0 0-1 0 0,0-1 0 0 0,-1 1 0 0 0,0 0 1 0 0,0 0-1 0 0,-6-7 0 0 0,0 3-43 0 0,0 0 0 0 0,-1 1-1 0 0,0 0 1 0 0,-1 0 0 0 0,0 1-1 0 0,-1 1 1 0 0,0 0 0 0 0,0 1-1 0 0,-1 0 1 0 0,0 1 0 0 0,-1 1-1 0 0,-25-9 1 0 0,9 6-610 0 0,0 1 0 0 0,-1 2 1 0 0,0 1-1 0 0,-1 1 0 0 0,-38 1 0 0 0,57 4-200 0 0,0-1 0 0 0,-1 2 0 0 0,1 0 0 0 0,0 1 0 0 0,-22 7 0 0 0,24-6-904 0 0,0 1 0 0 0,0 1 0 0 0,-18 11 0 0 0,6 1-3081 0 0</inkml:trace>
  <inkml:trace contextRef="#ctx0" brushRef="#br0" timeOffset="1">1874 64 952 0 0,'23'-20'14342'0'0,"-17"42"-12868"0"0,-6-21-1546 0 0,10 90 851 0 0,-2 119-1 0 0,-3-35-3165 0 0,-2-131 672 0 0,1 5-707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7:08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11633 636 0 0,'0'0'2060'0'0</inkml:trace>
  <inkml:trace contextRef="#ctx0" brushRef="#br0" timeOffset="11">14803 418 2268 0 0,'0'0'21233'0'0,"0"0"-21168"0"0,0 0 0 0 0,0 0 0 0 0,0 0-1 0 0,-1 0 1 0 0,1 0 0 0 0,0 0-1 0 0,0 1 1 0 0,0-1 0 0 0,0 0-1 0 0,-1 0 1 0 0,1 0 0 0 0,0 0-1 0 0,0 1 1 0 0,0-1 0 0 0,0 0 0 0 0,0 0-1 0 0,0 0 1 0 0,0 0 0 0 0,-1 1-1 0 0,1-1 1 0 0,0 0 0 0 0,0 0-1 0 0,0 1 1 0 0,0-1 0 0 0,0 0-1 0 0,0 0 1 0 0,0 0 0 0 0,0 1 0 0 0,0-1-1 0 0,0 0 1 0 0,0 0 0 0 0,0 0-1 0 0,0 1 1 0 0,0-1 0 0 0,1 0-1 0 0,19-1 35 0 0,1 0-1 0 0,29-8 1 0 0,44-5-57 0 0,-41 9 103 0 0,-50 5-104 0 0,0 0-14 0 0,30-6-160 0 0,-19 1-3472 0 0</inkml:trace>
  <inkml:trace contextRef="#ctx0" brushRef="#br0" timeOffset="12">15493 63 872 0 0,'0'-15'8139'0'0,"-8"-27"4577"0"0,4 36-11369 0 0,2 9-1315 0 0,0 1 1 0 0,1-1-1 0 0,0 1 1 0 0,0-1-1 0 0,0 1 0 0 0,0-1 1 0 0,1 1-1 0 0,-1 0 0 0 0,1 5 1 0 0,-1 41 23 0 0,1-35-32 0 0,0-2-29 0 0,1 1-1 0 0,0 0 1 0 0,1-1-1 0 0,1 1 1 0 0,0-1 0 0 0,0 0-1 0 0,1 0 1 0 0,1 0-1 0 0,1-1 1 0 0,7 14 0 0 0,-10-20 13 0 0,1 0 0 0 0,0-1 0 0 0,0 0 1 0 0,0 1-1 0 0,0-2 0 0 0,1 1 0 0 0,0 0 1 0 0,0-1-1 0 0,1 0 0 0 0,-1 0 1 0 0,1-1-1 0 0,0 1 0 0 0,-1-1 0 0 0,1-1 1 0 0,1 1-1 0 0,-1-1 0 0 0,0 0 0 0 0,1 0 1 0 0,-1-1-1 0 0,1 0 0 0 0,-1 0 1 0 0,12 0-1 0 0,-11-1 0 0 0,-1 0 1 0 0,1-1-1 0 0,-1 1 0 0 0,1-2 1 0 0,-1 1-1 0 0,0-1 0 0 0,1 1 1 0 0,-1-2-1 0 0,0 1 0 0 0,0-1 1 0 0,6-3-1 0 0,-4 0 250 0 0,0 0 0 0 0,0 0 0 0 0,-1-1 0 0 0,0 0 0 0 0,0-1 0 0 0,9-12 0 0 0,6-16 2908 0 0,-21 34-2931 0 0,0-4 7 0 0,2 8-185 0 0,0 15-67 0 0,-6 30-366 0 0,6 74-1 0 0,6-9-3139 0 0,3 45-9164 0 0,-11-110 2828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7:41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88 20 0 0,'0'0'2256'0'0,"-2"-25"6230"0"0,-5-14 6207 0 0,10 56-13496 0 0,49 404 3260 0 0,-31-217-4076 0 0,-18-166-305 0 0,0-8 524 0 0,7 35 0 0 0,-10-137-599 0 0,-26-612-1 0 0,23 645 0 0 0,4 36 0 0 0,2 11 0 0 0,2 15 0 0 0,28 256-2264 0 0,-8-56-114 0 0,-20-188-750 0 0,17 51 0 0 0,5-9-6935 0 0,-11-43 661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7:4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26 1936 0 0,'0'0'3486'0'0,"-5"-20"4028"0"0,4 20-7375 0 0,0-1 0 0 0,0 0 0 0 0,-1 1 0 0 0,1-1 0 0 0,0 1 0 0 0,-1-1 0 0 0,1 1 0 0 0,0-1 0 0 0,-1 1 0 0 0,1 0 0 0 0,0 0 0 0 0,-1 0-1 0 0,1 0 1 0 0,-1 0 0 0 0,1 0 0 0 0,-1 0 0 0 0,1 1 0 0 0,0-1 0 0 0,-1 0 0 0 0,1 1 0 0 0,-2 0 0 0 0,0 0-63 0 0,1 1 0 0 0,-1 0 0 0 0,0 0 0 0 0,1 0 0 0 0,-1 0 0 0 0,1 0 0 0 0,0 0 0 0 0,0 0 0 0 0,-3 4 0 0 0,-3 7-70 0 0,1-1 0 0 0,0 1 1 0 0,-6 18-1 0 0,13-31 2 0 0,-19 47 43 0 0,2 0-1 0 0,2 2 0 0 0,-10 54 1 0 0,21-80-40 0 0,1-1 0 0 0,1 1-1 0 0,1 0 1 0 0,1 0 0 0 0,1 0 0 0 0,1 0 0 0 0,0-1 0 0 0,2 1-1 0 0,8 27 1 0 0,-10-46 35 0 0,0 1 1 0 0,0 0-1 0 0,0 0 0 0 0,0 0 0 0 0,1-1 0 0 0,0 1 0 0 0,0-1 0 0 0,0 0 1 0 0,0 0-1 0 0,1 0 0 0 0,0 0 0 0 0,-1-1 0 0 0,1 0 0 0 0,1 1 0 0 0,5 3 0 0 0,-6-5 48 0 0,1-1-1 0 0,-1 1 1 0 0,0 0-1 0 0,1-1 1 0 0,-1 0-1 0 0,1 0 1 0 0,0-1-1 0 0,-1 1 1 0 0,1-1-1 0 0,0 0 1 0 0,-1 0-1 0 0,1 0 1 0 0,0-1-1 0 0,-1 0 1 0 0,1 1-1 0 0,-1-2 1 0 0,7-1-1 0 0,3-3 68 0 0,0 0-1 0 0,0-1 1 0 0,-1-1 0 0 0,0 0 0 0 0,-1-1-1 0 0,1 0 1 0 0,-2-1 0 0 0,1-1-1 0 0,-1 1 1 0 0,-1-2 0 0 0,0 1-1 0 0,-1-1 1 0 0,0-1 0 0 0,-1 0-1 0 0,0 0 1 0 0,-1-1 0 0 0,6-15-1 0 0,-7 16-108 0 0,-1-1 0 0 0,-1 0 0 0 0,0 0 0 0 0,-1 0 0 0 0,0-1 0 0 0,-1 1 0 0 0,0-1 0 0 0,-2 0 0 0 0,0 1 0 0 0,0-1 0 0 0,-1 0 0 0 0,-1 1 0 0 0,-1-1 0 0 0,0 1 0 0 0,0 0 0 0 0,-2 0 0 0 0,-10-25 0 0 0,12 33-123 0 0,-1 0 0 0 0,1 1 0 0 0,-1-1 0 0 0,0 1 0 0 0,-1 0 0 0 0,1 0 0 0 0,-1 1 1 0 0,0-1-1 0 0,0 1 0 0 0,0 0 0 0 0,0 0 0 0 0,-1 1 0 0 0,0 0 0 0 0,0 0 0 0 0,0 0 0 0 0,0 0 0 0 0,0 1 0 0 0,0 0 1 0 0,-1 1-1 0 0,1-1 0 0 0,-1 1 0 0 0,1 0 0 0 0,-11 1 0 0 0,10 0-442 0 0,0 0 0 0 0,0 1 1 0 0,0 0-1 0 0,1 1 0 0 0,-1 0 0 0 0,1 0 0 0 0,-1 0 0 0 0,1 1 1 0 0,-1-1-1 0 0,1 1 0 0 0,0 1 0 0 0,1 0 0 0 0,-1-1 0 0 0,-7 8 1 0 0,-8 10-4108 0 0,-1 3-2307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7:59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35 200 1744 0 0,'-10'-22'6602'0'0,"6"12"-5491"0"0,-1-1 1 0 0,2 1-1 0 0,-1-1 0 0 0,2 1 0 0 0,-1-1 1 0 0,-1-20-1 0 0,4 28-1093 0 0,0 0 1 0 0,0 0-1 0 0,1 0 1 0 0,-1 0-1 0 0,1-1 1 0 0,0 1-1 0 0,-1 0 1 0 0,1 0-1 0 0,1 0 1 0 0,-1 0-1 0 0,0 0 0 0 0,1 1 1 0 0,-1-1-1 0 0,1 0 1 0 0,0 1-1 0 0,0-1 1 0 0,0 1-1 0 0,0 0 1 0 0,1-1-1 0 0,-1 1 1 0 0,1 0-1 0 0,-1 0 0 0 0,1 1 1 0 0,0-1-1 0 0,-1 0 1 0 0,1 1-1 0 0,0 0 1 0 0,5-2-1 0 0,0 0-22 0 0,0 1 0 0 0,0 0 0 0 0,-1 1 0 0 0,1 0 0 0 0,0 0 0 0 0,0 1-1 0 0,0 0 1 0 0,0 0 0 0 0,0 1 0 0 0,0 0 0 0 0,0 0 0 0 0,0 1 0 0 0,0 0 0 0 0,0 0 0 0 0,-1 1 0 0 0,11 4-1 0 0,-13-4 15 0 0,-1-1 0 0 0,1 1 0 0 0,0 0 0 0 0,-1 0 0 0 0,1 1 0 0 0,-1-1-1 0 0,0 1 1 0 0,0 0 0 0 0,0 0 0 0 0,-1 0 0 0 0,1 1 0 0 0,-1-1 0 0 0,0 1-1 0 0,0 0 1 0 0,-1 0 0 0 0,0 0 0 0 0,1 0 0 0 0,-2 0 0 0 0,1 0 0 0 0,0 1-1 0 0,-1-1 1 0 0,0 1 0 0 0,-1-1 0 0 0,1 7 0 0 0,-2 3 180 0 0,0 0 0 0 0,-2 0 0 0 0,1 1 0 0 0,-2-1 0 0 0,0-1 0 0 0,-1 1 0 0 0,-7 14 0 0 0,-54 100 1028 0 0,47-95-1007 0 0,11-19-151 0 0,2-7-47 0 0,1 2-1 0 0,0-1 1 0 0,1 1 0 0 0,0 0 0 0 0,-5 18-1 0 0,9-26-9 0 0,0-1-1 0 0,-1 0 1 0 0,1 0-1 0 0,0 1 1 0 0,0-1-1 0 0,-1 0 0 0 0,1 1 1 0 0,0-1-1 0 0,0 0 1 0 0,1 1-1 0 0,-1-1 1 0 0,0 0-1 0 0,0 1 0 0 0,1-1 1 0 0,-1 0-1 0 0,1 0 1 0 0,-1 1-1 0 0,1-1 1 0 0,-1 0-1 0 0,1 0 0 0 0,0 0 1 0 0,-1 0-1 0 0,1 0 1 0 0,0 0-1 0 0,0 0 1 0 0,0 0-1 0 0,0 0 0 0 0,0 0 1 0 0,2 1-1 0 0,-1-1 8 0 0,1 0-1 0 0,-1-1 0 0 0,1 1 1 0 0,-1-1-1 0 0,1 1 1 0 0,0-1-1 0 0,-1 0 0 0 0,1 0 1 0 0,4 0-1 0 0,-5 0-9 0 0,18-3 19 0 0,-1-1 0 0 0,1 0 0 0 0,-1-1 0 0 0,0-1 0 0 0,0-1 0 0 0,27-14 0 0 0,9-3-8 0 0,78-28 61 0 0,-131 51-174 0 0,4 1-205 0 0,-6 0 198 0 0,0 0 1 0 0,1-1 0 0 0,-1 1 0 0 0,1 0-1 0 0,-1 0 1 0 0,1 0 0 0 0,-1 0-1 0 0,0 0 1 0 0,1 0 0 0 0,-1 0-1 0 0,1 0 1 0 0,-1 0 0 0 0,0 0-1 0 0,1 0 1 0 0,-1 0 0 0 0,1 1 0 0 0,-1-1-1 0 0,0 0 1 0 0,1 0 0 0 0,-1 0-1 0 0,1 0 1 0 0,-1 1 0 0 0,0-1-1 0 0,1 0 1 0 0,-1 0 0 0 0,0 1-1 0 0,1-1 1 0 0,-1 0 0 0 0,0 1 0 0 0,0-1-1 0 0,1 0 1 0 0,-1 1 0 0 0,0-1-1 0 0,0 0 1 0 0,0 1 0 0 0,1-1-1 0 0,-1 1 1 0 0,0-1 0 0 0,0 0 0 0 0,0 1-1 0 0,0-1 1 0 0,0 1 0 0 0,0-1-1 0 0,0 0 1 0 0,0 1 0 0 0,0-1-1 0 0,0 1 1 0 0,0-1 0 0 0,0 1-1 0 0,0-1 1 0 0,0 0 0 0 0,0 1 0 0 0,-1 0-1 0 0,0 13-3981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8:35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0 432 0 0,'0'0'2232'0'0,"-3"12"-2060"0"0,-2-4-1684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12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9 464 0 0,'0'0'844'0'0,"8"-5"-720"0"0,1 1-1020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24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36 0 0,'0'0'972'0'0,"1"-10"-1084"0"0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7:33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1 464 1404 0 0,'5'-3'20229'0'0,"-8"29"-19694"0"0,2 1-1 0 0,0-1 0 0 0,5 42 1 0 0,-5-66-519 0 0,2 0 0 0 0,-1 1 0 0 0,0-1 0 0 0,0 0 0 0 0,1 1 0 0 0,0-1 1 0 0,-1 0-1 0 0,1 1 0 0 0,0-1 0 0 0,0 0 0 0 0,0 0 0 0 0,0 0 0 0 0,3 3 0 0 0,-3-4-3 0 0,0 0-1 0 0,1-1 1 0 0,-1 1-1 0 0,0-1 1 0 0,1 0 0 0 0,-1 1-1 0 0,1-1 1 0 0,-1 0-1 0 0,1 0 1 0 0,-1 0-1 0 0,0 0 1 0 0,1 0-1 0 0,-1 0 1 0 0,1-1-1 0 0,-1 1 1 0 0,0 0 0 0 0,1-1-1 0 0,-1 1 1 0 0,1-1-1 0 0,-1 1 1 0 0,0-1-1 0 0,3-1 1 0 0,192-98 299 0 0,-64 29-231 0 0,108-45 58 0 0,296-97 0 0 0,-432 178-147 0 0,181-58 99 0 0,-265 86-797 0 0,-9 2-2537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7:21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1884 0 0,'2'-36'10301'0'0,"2"24"-6392"0"0,-3 22-2380 0 0,2 18-1328 0 0,4 1 23 0 0,-2 1-1 0 0,1 47 1 0 0,-4-50-158 0 0,9 370 623 0 0,-9-384 451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7:21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0 267 1800 0 0,'2'3'1470'0'0,"-1"1"-1"0"0,0-1 0 0 0,0 1 1 0 0,-1 0-1 0 0,1-1 1 0 0,-1 1-1 0 0,0 0 0 0 0,0 0 1 0 0,0-1-1 0 0,-2 10 1281 0 0,2-12-2650 0 0,-1-1 1 0 0,1 1 0 0 0,0 0 0 0 0,0 0-1 0 0,0 0 1 0 0,0 0 0 0 0,0 0 0 0 0,0 0-1 0 0,0 0 1 0 0,0 0 0 0 0,0 0 0 0 0,0-1-1 0 0,1 1 1 0 0,-1 0 0 0 0,0 0 0 0 0,1 0-1 0 0,-1 0 1 0 0,0-1 0 0 0,1 1 0 0 0,-1 0-1 0 0,2 0 1 0 0,4 2 70 0 0,0-1 0 0 0,0 0 0 0 0,0 0 1 0 0,1-1-1 0 0,-1 0 0 0 0,1 0 0 0 0,0 0 0 0 0,-1-1 0 0 0,8 0 0 0 0,66-7 290 0 0,-78 7-425 0 0,106-11 2051 0 0,-105 10-2025 0 0,3 2 5 0 0,17-3-286 0 0,-6-2-4129 0 0</inkml:trace>
  <inkml:trace contextRef="#ctx0" brushRef="#br0" timeOffset="1">668 85 1308 0 0,'-7'-6'7521'0'0,"-29"-24"3772"0"0,35 29-10927 0 0,-5-8 412 0 0,7 6-733 0 0,2-5 42 0 0,22-6 18 0 0,-7 6-97 0 0,-4 4-7 0 0,-3 4-22 0 0,-3-1 8 0 0,0 1 0 0 0,-1 0 0 0 0,1 0 0 0 0,-1 1 0 0 0,1 0 0 0 0,-1 0 0 0 0,1 1 0 0 0,7 3 0 0 0,-12-4 17 0 0,-1 0 1 0 0,1 0-1 0 0,0 0 0 0 0,-1 1 0 0 0,1 0 0 0 0,-1-1 0 0 0,1 1 0 0 0,-1 0 0 0 0,0 0 0 0 0,0 0 0 0 0,0 0 0 0 0,0 1 0 0 0,0-1 0 0 0,0 0 0 0 0,-1 1 0 0 0,1 0 0 0 0,-1-1 0 0 0,1 1 1 0 0,-1 0-1 0 0,0-1 0 0 0,0 1 0 0 0,-1 0 0 0 0,1 0 0 0 0,0 0 0 0 0,-1 4 0 0 0,0 6 15 0 0,-2 1-1 0 0,1-1 1 0 0,-2 1-1 0 0,0-1 1 0 0,0 0-1 0 0,-2 0 1 0 0,1 0 0 0 0,-9 15-1 0 0,4-6 66 0 0,8-21-92 0 0,1 1 11 0 0,-2 3 11 0 0,14 3-1 0 0,1-4-22 0 0,0-1 1 0 0,20 3 0 0 0,19 4 13 0 0,-32-4 205 0 0,1 2 1 0 0,-1 1-1 0 0,-1 0 0 0 0,0 1 0 0 0,36 26 0 0 0,-53-34-71 0 0,1-1 0 0 0,-1 1 1 0 0,1 1-1 0 0,-1-1 0 0 0,0 0 0 0 0,1 1 0 0 0,-1-1 1 0 0,0 1-1 0 0,-1-1 0 0 0,1 1 0 0 0,0 0 0 0 0,-1 0 0 0 0,1 0 1 0 0,-1 0-1 0 0,0 0 0 0 0,0 0 0 0 0,0 0 0 0 0,-1 0 1 0 0,1 0-1 0 0,-1 1 0 0 0,0-1 0 0 0,0 0 0 0 0,0 0 0 0 0,0 1 1 0 0,0-1-1 0 0,-1 0 0 0 0,1 0 0 0 0,-1 0 0 0 0,0 0 0 0 0,0 0 1 0 0,0 0-1 0 0,0 0 0 0 0,-1 0 0 0 0,1 0 0 0 0,-4 5 1 0 0,1-2 177 0 0,0 0 1 0 0,-1-1-1 0 0,0 1 1 0 0,0-1-1 0 0,0 0 1 0 0,-1 0-1 0 0,1-1 1 0 0,-1 0-1 0 0,0 0 1 0 0,-1 0-1 0 0,1 0 1 0 0,-1-1-1 0 0,1 0 1 0 0,-15 4-1 0 0,13-6-608 0 0,-1 1 1 0 0,0-1-1 0 0,0-1 1 0 0,1 0-1 0 0,-1 0 1 0 0,0 0-1 0 0,-13-4 0 0 0,0-1-1962 0 0,-33-13-1 0 0,8 2 96 0 0</inkml:trace>
  <inkml:trace contextRef="#ctx0" brushRef="#br0" timeOffset="2">2599 194 212 0 0,'0'0'19055'0'0,"6"-29"-17003"0"0,-6 22-1809 0 0,0 1-1 0 0,0-1 1 0 0,-1 0-1 0 0,0 0 1 0 0,-2-8-1 0 0,1 4-115 0 0,2 10-79 0 0,-4-25 154 0 0,-4-13-60 0 0,8 38-138 0 0,-2-6-488 0 0,3 20 461 0 0,1 0 0 0 0,0 0 0 0 0,1-1 0 0 0,6 18-1 0 0,5 25 22 0 0,-13-49 8 0 0,20 138 228 0 0,-16-90-74 0 0,-5-50-136 0 0,3 3 48 0 0,-47-217 108 0 0,16 101-472 0 0,27 107 255 0 0,-4 30-147 0 0,10 45 99 0 0,4 135 317 0 0,-4-157 12 0 0,-5-49 93 0 0,1-27-348 0 0,-3-42-4 0 0,2 36-101 0 0,-9-62 1 0 0,9 92 67 0 0,-2 17-246 0 0,2 13 448 0 0,3 79-2448 0 0,7-55-2277 0 0,-7-45 2934 0 0,-1-1-1 0 0,1 1 1 0 0,0-1 0 0 0,7 11-1 0 0,0-5-4047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7:33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53 457 2392 0 0,'-41'48'14513'0'0,"29"-26"-12803"0"0,12-21-1670 0 0,4-1 4 0 0,49-8 56 0 0,91-25 0 0 0,-53 10-91 0 0,-10 2 9 0 0,53-10 130 0 0,-132 30-176 0 0,3 1 675 0 0</inkml:trace>
  <inkml:trace contextRef="#ctx0" brushRef="#br0" timeOffset="1">784 152 2428 0 0,'0'-16'6797'0'0,"-1"10"-5537"0"0,0-16 7227 0 0,-1 15-7130 0 0,-3 17-371 0 0,4 452 1970 0 0,2-412-2778 0 0,0-22-427 0 0,3 46-573 0 0,2-29-7411 0 0</inkml:trace>
  <inkml:trace contextRef="#ctx0" brushRef="#br0" timeOffset="2">2099 105 2660 0 0,'-22'-24'11520'0'0,"14"15"-7704"0"0,7 8-3770 0 0,0 1 0 0 0,1 0 1 0 0,-1 0-1 0 0,0-1 1 0 0,1 1-1 0 0,-1 0 1 0 0,0 0-1 0 0,0 0 0 0 0,1 0 1 0 0,-1 0-1 0 0,0 0 1 0 0,0 0-1 0 0,1 0 0 0 0,-1 0 1 0 0,0 0-1 0 0,1 0 1 0 0,-1 1-1 0 0,0-1 0 0 0,0 0 1 0 0,1 0-1 0 0,-1 1 1 0 0,0-1-1 0 0,1 1 1 0 0,-1-1-1 0 0,1 0 0 0 0,-1 1 1 0 0,1-1-1 0 0,-1 1 1 0 0,1-1-1 0 0,-1 1 0 0 0,1 0 1 0 0,-1-1-1 0 0,1 1 1 0 0,-1-1-1 0 0,1 1 1 0 0,0 0-1 0 0,-1-1 0 0 0,1 2 1 0 0,-12 35 21 0 0,9-25 125 0 0,-5 20-73 0 0,2 0 1 0 0,1 0 0 0 0,2 0-1 0 0,1 1 1 0 0,1-1 0 0 0,7 59-1 0 0,-4-80-104 0 0,-1-1 1 0 0,1 1-1 0 0,1-1 0 0 0,0 1 0 0 0,1-1 0 0 0,0 0 1 0 0,0 0-1 0 0,1-1 0 0 0,10 16 0 0 0,-12-21 31 0 0,0 0-1 0 0,1 0 1 0 0,-1-1 0 0 0,1 1-1 0 0,-1-1 1 0 0,1 0 0 0 0,0 0-1 0 0,1 0 1 0 0,-1-1 0 0 0,0 1-1 0 0,1-1 1 0 0,-1 0 0 0 0,1 0-1 0 0,0-1 1 0 0,-1 1 0 0 0,1-1-1 0 0,0 0 1 0 0,0-1-1 0 0,0 1 1 0 0,0-1 0 0 0,0 0-1 0 0,0 0 1 0 0,7-1 0 0 0,-1 0 190 0 0,0-1 0 0 0,0-1 1 0 0,-1 0-1 0 0,1 0 0 0 0,0-1 1 0 0,-1 0-1 0 0,0-1 0 0 0,0 0 1 0 0,0 0-1 0 0,14-12 0 0 0,-18 12-113 0 0,0 0 0 0 0,-1-1 0 0 0,1 1 0 0 0,-1-1 0 0 0,-1 0 0 0 0,1-1 0 0 0,-1 1 0 0 0,0-1 0 0 0,-1 0-1 0 0,1 0 1 0 0,-1 0 0 0 0,-1 0 0 0 0,1-1 0 0 0,-1 1 0 0 0,-1-1 0 0 0,2-11 0 0 0,-2 6-91 0 0,-1 1 0 0 0,0-1 0 0 0,0 0 1 0 0,-2 1-1 0 0,1-1 0 0 0,-2 0 0 0 0,0 1 1 0 0,0 0-1 0 0,-1 0 0 0 0,0 0 0 0 0,-1 0 0 0 0,-1 1 1 0 0,0-1-1 0 0,0 1 0 0 0,-1 1 0 0 0,-1-1 1 0 0,1 1-1 0 0,-2 1 0 0 0,1-1 0 0 0,-2 1 0 0 0,1 1 1 0 0,-1 0-1 0 0,0 0 0 0 0,-1 1 0 0 0,1 0 0 0 0,-1 1 1 0 0,-18-8-1 0 0,7 5-544 0 0,1 1 0 0 0,-1 1 0 0 0,-1 1 0 0 0,-28-4 1 0 0,50 10 325 0 0,0 0 1 0 0,0-1 0 0 0,-1 1 0 0 0,1 0-1 0 0,0 0 1 0 0,0 0 0 0 0,-1 0 0 0 0,1 0-1 0 0,0 0 1 0 0,0 0 0 0 0,-1 1 0 0 0,1-1-1 0 0,0 0 1 0 0,0 1 0 0 0,0-1-1 0 0,-1 1 1 0 0,1-1 0 0 0,0 1 0 0 0,0 0-1 0 0,0-1 1 0 0,0 1 0 0 0,0 0 0 0 0,0 0-1 0 0,0 0 1 0 0,0 0 0 0 0,1 0 0 0 0,-1 0-1 0 0,0 0 1 0 0,0 0 0 0 0,1 0 0 0 0,-1 0-1 0 0,1 0 1 0 0,-1 0 0 0 0,0 2 0 0 0,1-1-212 0 0,0-1 1 0 0,0 1 0 0 0,0-1 0 0 0,0 1-1 0 0,0 0 1 0 0,0-1 0 0 0,0 1 0 0 0,1-1 0 0 0,-1 1-1 0 0,1-1 1 0 0,-1 1 0 0 0,1-1 0 0 0,-1 0-1 0 0,1 1 1 0 0,0-1 0 0 0,0 0 0 0 0,0 1-1 0 0,0-1 1 0 0,0 0 0 0 0,0 0 0 0 0,0 0 0 0 0,0 0-1 0 0,0 0 1 0 0,1 0 0 0 0,-1 0 0 0 0,2 1-1 0 0,12 5-5365 0 0</inkml:trace>
  <inkml:trace contextRef="#ctx0" brushRef="#br0" timeOffset="3">3666 284 1784 0 0,'-3'1'5877'0'0,"-44"10"6009"0"0,50-11-11807 0 0,17-2-10 0 0,0-1 0 0 0,0 0 0 0 0,0-2 0 0 0,27-9 1 0 0,14-4-21 0 0,-5 5 2 0 0,131-35 438 0 0,-185 47-446 0 0,22-6-638 0 0,21-18-12626 0 0,-34 17 8837 0 0</inkml:trace>
  <inkml:trace contextRef="#ctx0" brushRef="#br0" timeOffset="4">4432 23 2580 0 0,'5'-15'16230'0'0,"-3"11"-15331"0"0,2 3-879 0 0,-1 0 1 0 0,1 0-1 0 0,0 1 0 0 0,0-1 0 0 0,0 1 1 0 0,0 0-1 0 0,-1 0 0 0 0,1 0 1 0 0,0 1-1 0 0,0-1 0 0 0,0 1 0 0 0,0 0 1 0 0,-1 0-1 0 0,1 0 0 0 0,-1 1 0 0 0,1-1 1 0 0,-1 1-1 0 0,1 0 0 0 0,-1 0 1 0 0,0 0-1 0 0,0 0 0 0 0,0 1 0 0 0,0-1 1 0 0,0 1-1 0 0,4 4 0 0 0,-3-2-15 0 0,-1 0 0 0 0,0 1 0 0 0,0-1 0 0 0,0 0 0 0 0,0 1 0 0 0,-1-1 0 0 0,0 1 0 0 0,0 0 0 0 0,0 0 0 0 0,-1 0 0 0 0,0 0 0 0 0,0 0 0 0 0,0 0 0 0 0,-1 0 0 0 0,-1 11 1 0 0,-2 3 80 0 0,-1-1 0 0 0,-1 0 0 0 0,0 0 0 0 0,-2-1 0 0 0,-15 33 1 0 0,10-24 25 0 0,0 1 0 0 0,-8 35 1 0 0,20-62-109 0 0,-1 0 0 0 0,1 1 1 0 0,0-1-1 0 0,0 0 0 0 0,0 0 1 0 0,0 0-1 0 0,0 0 0 0 0,0 1 1 0 0,0-1-1 0 0,0 0 0 0 0,0 0 1 0 0,1 0-1 0 0,-1 1 0 0 0,0-1 1 0 0,1 0-1 0 0,-1 0 0 0 0,1 0 1 0 0,-1 0-1 0 0,1 0 1 0 0,0 0-1 0 0,-1 0 0 0 0,1 0 1 0 0,0 0-1 0 0,0 0 0 0 0,0-1 1 0 0,0 1-1 0 0,0 0 0 0 0,0 0 1 0 0,0-1-1 0 0,0 1 0 0 0,0-1 1 0 0,0 1-1 0 0,0-1 0 0 0,0 1 1 0 0,0-1-1 0 0,0 1 0 0 0,0-1 1 0 0,0 0-1 0 0,1 0 0 0 0,-1 0 1 0 0,1 0-1 0 0,8 2 18 0 0,-1-2-1 0 0,0 1 1 0 0,1-1-1 0 0,9-2 1 0 0,-14 2-10 0 0,65-5 133 0 0,-68 5-103 0 0,17 0 39 0 0,12-3-609 0 0,-28 3 96 0 0,31-19-10051 0 0,-19 13 7191 0 0,-1-1-1310 0 0</inkml:trace>
  <inkml:trace contextRef="#ctx0" brushRef="#br0" timeOffset="5">5793 149 1836 0 0,'-21'-14'19716'0'0,"30"10"-17557"0"0,40-2-3516 0 0,-33 4 2108 0 0,119-13-523 0 0,-133 15-205 0 0,1 0-5 0 0,7-1 11 0 0,-8 0 26 0 0,1 1-22 0 0,9-1 1 0 0,-10 1 10 0 0,12-3-361 0 0,-8 1-115 0 0</inkml:trace>
  <inkml:trace contextRef="#ctx0" brushRef="#br0" timeOffset="6">5878 181 140 0 0,'-5'6'15765'0'0,"12"-12"-15468"0"0,0 2-1 0 0,1-1 0 0 0,0 1 1 0 0,-1 0-1 0 0,2 1 1 0 0,-1 0-1 0 0,0 0 0 0 0,1 0 1 0 0,-1 1-1 0 0,1 1 0 0 0,0-1 1 0 0,-1 2-1 0 0,13-1 0 0 0,-17 1-287 0 0,1 0 0 0 0,-1 0-1 0 0,1 1 1 0 0,0-1 0 0 0,-1 1-1 0 0,1 0 1 0 0,-1 1 0 0 0,1-1 0 0 0,-1 1-1 0 0,0 0 1 0 0,0 0 0 0 0,0 0-1 0 0,0 0 1 0 0,0 1 0 0 0,0 0-1 0 0,0 0 1 0 0,-1 0 0 0 0,1 0 0 0 0,-1 0-1 0 0,0 1 1 0 0,0-1 0 0 0,0 1-1 0 0,-1 0 1 0 0,1 0 0 0 0,-1 0 0 0 0,3 8-1 0 0,-4-7 101 0 0,0 0-1 0 0,0 0 1 0 0,0 0 0 0 0,-1 0-1 0 0,1 0 1 0 0,-1 0-1 0 0,-1 0 1 0 0,1 1-1 0 0,-1-1 1 0 0,0 0 0 0 0,0 0-1 0 0,0 0 1 0 0,-1 0-1 0 0,0 0 1 0 0,1-1 0 0 0,-5 7-1 0 0,-4 8 314 0 0,-2 0 0 0 0,-19 25-1 0 0,23-33-248 0 0,-25 31 222 0 0,-18 26-179 0 0,51-67-212 0 0,0 0-1 0 0,0-1 1 0 0,-1 1-1 0 0,1 0 1 0 0,0-1 0 0 0,0 1-1 0 0,0 0 1 0 0,0-1-1 0 0,0 1 1 0 0,0 0-1 0 0,0-1 1 0 0,0 1 0 0 0,1 0-1 0 0,-1-1 1 0 0,0 1-1 0 0,0 0 1 0 0,0-1-1 0 0,1 1 1 0 0,-1-1-1 0 0,0 1 1 0 0,1 0 0 0 0,-1-1-1 0 0,1 1 1 0 0,-1-1-1 0 0,0 1 1 0 0,1-1-1 0 0,-1 1 1 0 0,1-1 0 0 0,-1 1-1 0 0,1-1 1 0 0,0 0-1 0 0,-1 1 1 0 0,1-1-1 0 0,-1 0 1 0 0,1 1 0 0 0,0-1-1 0 0,-1 0 1 0 0,2 0-1 0 0,-2 0-3 0 0,7 2 16 0 0,-1-1-1 0 0,0 0 1 0 0,1 0 0 0 0,-1-1-1 0 0,1 0 1 0 0,-1 0 0 0 0,1-1-1 0 0,-1 0 1 0 0,12-2 0 0 0,-9 1-6 0 0,68-14 63 0 0,93-33 0 0 0,-68 18 29 0 0,-10 4 112 0 0,-90 27-416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8:06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33 122 76 0 0,'0'0'5049'0'0,"-32"12"7895"0"0,114-31-11128 0 0,169-67-1673 0 0,-195 66 133 0 0,-54 19-246 0 0,14-3 507 0 0,-5 1-1783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8:06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46 216 0 0,'4'-24'13713'0'0,"-6"3"-5317"0"0,4 36-8050 0 0,30 170 714 0 0,-1 0-1823 0 0,-7-62-4445 0 0,-18-76-2592 0 0,-4-28 244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8:17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1 256 0 0,'12'-1'18100'0'0,"-16"3"-17926"0"0,0 0-1 0 0,-1 0 0 0 0,1 0 0 0 0,-1-1 1 0 0,1 0-1 0 0,-8 1 0 0 0,-26 9-76 0 0,23-5-87 0 0,0 2-1 0 0,1-1 0 0 0,0 2 0 0 0,0 0 0 0 0,-17 15 1 0 0,26-19-8 0 0,0 0 0 0 0,0 1 1 0 0,1-1-1 0 0,-1 1 0 0 0,1-1 1 0 0,1 1-1 0 0,-1 1 1 0 0,1-1-1 0 0,0 0 0 0 0,1 1 1 0 0,-1-1-1 0 0,1 1 1 0 0,1 0-1 0 0,-1 0 0 0 0,0 12 1 0 0,1 43 230 0 0,3 0 0 0 0,14 93 0 0 0,-1-32 248 0 0,70 1384 1838 0 0,-35-741-1722 0 0,-39-639-578 0 0,38 442 300 0 0,19 218 426 0 0,-44-500-492 0 0,25 411 125 0 0,6 32-68 0 0,-43-606-304 0 0,-5-50 33 0 0,27 343 702 0 0,-33-356-380 0 0,-1-33-298 0 0,1 1 1 0 0,2 0-1 0 0,0-1 0 0 0,13 48 1 0 0,-14-71-60 0 0,0 1-1 0 0,1 0 1 0 0,-1-1 0 0 0,1 1 0 0 0,1-1-1 0 0,-1 0 1 0 0,1 0 0 0 0,0 0-1 0 0,0 0 1 0 0,0-1 0 0 0,1 0 0 0 0,0 0-1 0 0,0 0 1 0 0,0 0 0 0 0,0-1 0 0 0,0 1-1 0 0,1-2 1 0 0,-1 1 0 0 0,1 0 0 0 0,0-1-1 0 0,0 0 1 0 0,0-1 0 0 0,0 1-1 0 0,0-1 1 0 0,7 1 0 0 0,12-1-66 0 0,1 0 1 0 0,-1-1-1 0 0,0-2 0 0 0,0-1 1 0 0,25-5-1 0 0,94-22-1243 0 0,-2-6 0 0 0,142-57 1 0 0,268-133-6569 0 0,-388 152 2747 0 0,3-4-2628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6:16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4 295 920 0 0,'0'0'1698'0'0,"-4"-14"3315"0"0,4-30 2927 0 0,0 42-7282 0 0,0-10 1972 0 0,5-190-410 0 0,-2 182-1880 0 0,2 27 179 0 0,4 30 270 0 0,2 27-101 0 0,-4-1-1 0 0,-1 112 1 0 0,-4-70-530 0 0,1 39 76 0 0,-3-85-3199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8:18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69 436 0 0,'4'-11'5074'0'0,"4"-19"1058"0"0,-14 17-3402 0 0,6 13-2620 0 0,0-1 1 0 0,-1 1-1 0 0,1 0 0 0 0,0-1 0 0 0,0 1 1 0 0,-1-1-1 0 0,1 1 0 0 0,0-1 0 0 0,0 1 1 0 0,0-1-1 0 0,0 1 0 0 0,0-1 0 0 0,0 1 1 0 0,0-1-1 0 0,-1 1 0 0 0,1-1 1 0 0,1 1-1 0 0,-1-1 0 0 0,0 1 0 0 0,0-1 1 0 0,0 1-1 0 0,0-1 0 0 0,0 1 0 0 0,0-1 1 0 0,1 0-1 0 0,4 1 104 0 0,11-2 427 0 0,-28 9-4130 0 0,-16 0-2783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8:19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55 188 0 0,'20'-23'13433'0'0,"3"6"-7698"0"0,8 7-4733 0 0,-20 8-1099 0 0,1 1 1 0 0,-1 0-1 0 0,1 1 1 0 0,23 2-1 0 0,-29-1 95 0 0,0 0-1 0 0,0 0 1 0 0,0 1 0 0 0,0 0-1 0 0,-1 0 1 0 0,1 0 0 0 0,0 0-1 0 0,-1 1 1 0 0,1 0 0 0 0,-1 1-1 0 0,0-1 1 0 0,9 8 0 0 0,-7-3 8 0 0,0-1 0 0 0,-1 1 0 0 0,0 0 0 0 0,0 0 0 0 0,0 1 0 0 0,-1-1 0 0 0,4 12 1 0 0,3 11 65 0 0,-2 0 0 0 0,-1 1 0 0 0,8 57 1 0 0,-2 20 643 0 0,1 154 1 0 0,-23 110-69 0 0,-51 586-80 0 0,43-753-423 0 0,-50 1360 1207 0 0,60-1260-711 0 0,2 561 642 0 0,18-514-836 0 0,3 74 77 0 0,-13-325-182 0 0,-2-44-72 0 0,-1 0-1 0 0,-8 68 1 0 0,5-122-239 0 0,1 0 1 0 0,-1 0 0 0 0,0 0-1 0 0,0 1 1 0 0,-1-1 0 0 0,0 0-1 0 0,1 0 1 0 0,-1-1 0 0 0,0 1-1 0 0,-1 0 1 0 0,1-1 0 0 0,-1 1-1 0 0,1-1 1 0 0,-1 0 0 0 0,0 0-1 0 0,0 0 1 0 0,-1 0 0 0 0,1 0-1 0 0,-1-1 1 0 0,1 0 0 0 0,-1 1-1 0 0,0-1 1 0 0,0-1 0 0 0,1 1-1 0 0,-2 0 1 0 0,-3 0 0 0 0,-11 3-263 0 0,0-2 1 0 0,0 0-1 0 0,0-1 0 0 0,-31-1 1 0 0,36-1-98 0 0,-40 1-1599 0 0,1-2-1 0 0,-1-3 1 0 0,1-2 0 0 0,-61-16-1 0 0,103 19-96 0 0,0 0 0 0 0,0-1-1 0 0,-15-8 1 0 0,2-3-5587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8:19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30 2452 0 0,'-1'-30'15852'0'0,"0"32"-15793"0"0,0 1 0 0 0,0-1 0 0 0,0 0 0 0 0,0 1 0 0 0,1-1 0 0 0,-1 0 0 0 0,1 1 0 0 0,0-1 0 0 0,-1 1 0 0 0,1 4 0 0 0,3 34 266 0 0,-2-16-169 0 0,-1-4-56 0 0,0-1-1 0 0,2 1 0 0 0,0-1 0 0 0,1 1 1 0 0,10 32-1 0 0,-11-48-74 0 0,-1-1 1 0 0,1 1-1 0 0,0 0 0 0 0,0-1 1 0 0,1 1-1 0 0,-1-1 1 0 0,1 0-1 0 0,0 0 0 0 0,0 0 1 0 0,1 0-1 0 0,-1-1 0 0 0,1 1 1 0 0,0-1-1 0 0,0 0 1 0 0,0 0-1 0 0,0 0 0 0 0,0 0 1 0 0,1-1-1 0 0,-1 0 1 0 0,1 0-1 0 0,0 0 0 0 0,-1 0 1 0 0,1-1-1 0 0,0 0 0 0 0,0 0 1 0 0,0 0-1 0 0,0-1 1 0 0,8 1-1 0 0,17-3 30 0 0,0 0 1 0 0,-1-2-1 0 0,1-1 1 0 0,-1-2-1 0 0,30-10 1 0 0,142-61-115 0 0,-116 41-344 0 0,-55 25-206 0 0,-16 5-699 0 0,1 1 1 0 0,0 1-1 0 0,29-7 0 0 0,-31 16-1710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8:20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8 445 684 0 0,'-2'-12'10774'0'0,"4"26"-8709"0"0,-1 1 0 0 0,-1 16-1 0 0,-3 42 598 0 0,0-40-2373 0 0,1-1-1 0 0,2 1 0 0 0,1-1 1 0 0,7 39-1 0 0,-8-69-270 0 0,0 0 0 0 0,1 0 0 0 0,0 0-1 0 0,-1 0 1 0 0,1 0 0 0 0,0 0 0 0 0,0 0 0 0 0,0 0 0 0 0,0 0 0 0 0,0 0 0 0 0,1 0 0 0 0,-1-1-1 0 0,0 1 1 0 0,1-1 0 0 0,-1 1 0 0 0,1-1 0 0 0,0 1 0 0 0,0-1 0 0 0,-1 0 0 0 0,1 0-1 0 0,0 0 1 0 0,0 0 0 0 0,0 0 0 0 0,0 0 0 0 0,0 0 0 0 0,0-1 0 0 0,0 1 0 0 0,0-1-1 0 0,1 0 1 0 0,-1 1 0 0 0,0-1 0 0 0,3 0 0 0 0,5-1 40 0 0,1 0 1 0 0,0-1-1 0 0,0 0 1 0 0,-1-1-1 0 0,12-4 1 0 0,-18 6-61 0 0,72-26 86 0 0,0-3-1 0 0,83-48 1 0 0,135-94-497 0 0,93-75-3192 0 0,-137 70-5465 0 0,-168 116 1616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6:34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4 154 180 0 0,'-4'20'15760'0'0,"7"-16"-16665"0"0,-2-2 1466 0 0,-1-1-436 0 0,1-1 0 0 0,-1 1-1 0 0,0-1 1 0 0,1 1 0 0 0,-1 0-1 0 0,1-1 1 0 0,0 1 0 0 0,-1-1-1 0 0,1 1 1 0 0,-1-1 0 0 0,1 1 0 0 0,0-1-1 0 0,-1 0 1 0 0,1 1 0 0 0,0-1-1 0 0,1 1 1 0 0,10 7 1231 0 0,-7-1-1142 0 0,0 0-1 0 0,0 1 0 0 0,-1-1 1 0 0,0 1-1 0 0,0 0 0 0 0,-1 0 1 0 0,0 0-1 0 0,2 10 0 0 0,11 74 395 0 0,-13-65-152 0 0,9 36 0 0 0,-9-54-200 0 0,-3-7-99 0 0,1-1-1 0 0,-1 1 1 0 0,0 0 0 0 0,1 0-1 0 0,0-1 1 0 0,-1 1-1 0 0,1-1 1 0 0,0 1 0 0 0,0 0-1 0 0,2 1 1 0 0,-2-2 305 0 0,2-1-53 0 0,7 0-262 0 0,-1-1 0 0 0,0-1 1 0 0,-1 1-1 0 0,1-2 0 0 0,0 1 0 0 0,10-5 1 0 0,56-28 132 0 0,-32 15-170 0 0,115-52 131 0 0,421-179 82 0 0,-347 158-192 0 0,-231 92-175 0 0,7 1-1998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1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41 1200 0 0,'-20'-18'8048'0'0,"-9"-4"-666"0"0,28 21-7162 0 0,-7 23 482 0 0,-13 249 480 0 0,2-75-700 0 0,5-49-2516 0 0,2-50-4252 0 0,9-80 2707 0 0,0-2-1334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1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1 307 828 0 0,'0'-18'1492'0'0,"0"0"1"0"0,2 0-1 0 0,0 0 0 0 0,1 0 1 0 0,0 0-1 0 0,11-29 0 0 0,-10 38-1315 0 0,0 0 0 0 0,1 0 0 0 0,0 1 0 0 0,0 0 0 0 0,1 0 1 0 0,0 0-1 0 0,0 1 0 0 0,1-1 0 0 0,0 2 0 0 0,0-1 0 0 0,1 1 0 0 0,-1 0 0 0 0,1 0 0 0 0,10-4 0 0 0,-6 4-100 0 0,0 0-1 0 0,1 1 1 0 0,0 1 0 0 0,-1 0 0 0 0,1 0-1 0 0,0 2 1 0 0,1-1 0 0 0,-1 2 0 0 0,26 0-1 0 0,-33 0-62 0 0,1 2 0 0 0,-1-1-1 0 0,0 1 1 0 0,0 0 0 0 0,0 0-1 0 0,0 0 1 0 0,0 1-1 0 0,0 0 1 0 0,0 1 0 0 0,0-1-1 0 0,-1 1 1 0 0,1 0 0 0 0,-1 0-1 0 0,0 1 1 0 0,0-1 0 0 0,0 1-1 0 0,-1 0 1 0 0,1 1 0 0 0,-1-1-1 0 0,0 1 1 0 0,0 0-1 0 0,0 0 1 0 0,3 6 0 0 0,-5-6 3 0 0,0 0 0 0 0,-1 0 0 0 0,0 1 0 0 0,0-1 0 0 0,0 0 0 0 0,0 1 1 0 0,-1-1-1 0 0,0 1 0 0 0,0-1 0 0 0,0 0 0 0 0,-1 1 0 0 0,0-1 0 0 0,0 0 0 0 0,0 1 1 0 0,-1-1-1 0 0,0 0 0 0 0,-2 6 0 0 0,-4 6 29 0 0,-1 0 0 0 0,0 0 1 0 0,-17 23-1 0 0,10-19 23 0 0,-1-1-1 0 0,-1-1 1 0 0,-1 0 0 0 0,-1-1-1 0 0,0-1 1 0 0,-1-1 0 0 0,-1-1-1 0 0,0 0 1 0 0,-29 12 0 0 0,44-24 299 0 0,0-1 0 0 0,0 1 0 0 0,-13 1 1 0 0,17-3 122 0 0,6-1-416 0 0,8 1-27 0 0,0 0 0 0 0,-1 1-1 0 0,1 0 1 0 0,-1 1-1 0 0,1 1 1 0 0,-1-1 0 0 0,0 2-1 0 0,0-1 1 0 0,-1 1-1 0 0,1 1 1 0 0,11 8 0 0 0,-2 1-24 0 0,0 0 0 0 0,-1 1 0 0 0,0 1 0 0 0,17 21 0 0 0,-14-11-80 0 0,-1 1-1 0 0,25 45 1 0 0,-22-27-2672 0 0,-3 1-3866 0 0,-12-28-447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2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2680 0 0,'0'0'15951'0'0,"0"-1"-15859"0"0,0 0-1 0 0,0 1 1 0 0,1-1-1 0 0,-1 0 1 0 0,0 1-1 0 0,0-1 1 0 0,1 1-1 0 0,-1-1 1 0 0,0 1 0 0 0,1-1-1 0 0,-1 1 1 0 0,1-1-1 0 0,-1 1 1 0 0,1-1-1 0 0,-1 1 1 0 0,1-1-1 0 0,-1 1 1 0 0,2-1 0 0 0,2 1-51 0 0,-1-1 0 0 0,1 1 0 0 0,0 0 1 0 0,0 1-1 0 0,0-1 0 0 0,0 1 1 0 0,0 0-1 0 0,0 0 0 0 0,0 0 0 0 0,0 0 1 0 0,-1 0-1 0 0,1 1 0 0 0,-1 0 1 0 0,1 0-1 0 0,-1 0 0 0 0,0 0 1 0 0,1 0-1 0 0,-1 1 0 0 0,0 0 0 0 0,0-1 1 0 0,-1 1-1 0 0,1 0 0 0 0,-1 0 1 0 0,1 1-1 0 0,-1-1 0 0 0,0 0 1 0 0,0 1-1 0 0,0-1 0 0 0,-1 1 0 0 0,2 5 1 0 0,0 0-27 0 0,0 0 1 0 0,0 1-1 0 0,-2 0 1 0 0,1 0-1 0 0,-1-1 1 0 0,0 1-1 0 0,-1 0 1 0 0,0 0-1 0 0,-1 0 1 0 0,0 0-1 0 0,-3 13 1 0 0,-17 40 61 0 0,13-45-9 0 0,-7 34 1 0 0,3-15-13 0 0,12-37-53 0 0,-1 0 0 0 0,1 1 0 0 0,0-1 1 0 0,0 0-1 0 0,0 1 0 0 0,1-1 0 0 0,-1 0 0 0 0,0 1 0 0 0,0-1 0 0 0,0 0 0 0 0,0 1 0 0 0,0-1 0 0 0,0 0 0 0 0,0 1 0 0 0,0-1 0 0 0,1 0 0 0 0,-1 1 0 0 0,0-1 0 0 0,0 0 0 0 0,0 0 0 0 0,1 1 0 0 0,-1-1 0 0 0,0 0 0 0 0,0 0 0 0 0,1 0 0 0 0,-1 1 1 0 0,0-1-1 0 0,0 0 0 0 0,1 0 0 0 0,-1 0 0 0 0,0 0 0 0 0,1 0 0 0 0,-1 1 0 0 0,0-1 0 0 0,1 0 0 0 0,-1 0 0 0 0,0 0 0 0 0,1 0 0 0 0,18-2 60 0 0,10-5-177 0 0,1-2 1 0 0,-1 0-1 0 0,31-17 1 0 0,84-48-6541 0 0,-101 49 1543 0 0,-1-3-2555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2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64 2768 0 0,'-87'20'19994'0'0,"88"-21"-19940"0"0,0 0-1 0 0,0 0 1 0 0,1 0-1 0 0,-1 0 1 0 0,0 0 0 0 0,0 0-1 0 0,0 0 1 0 0,1 1-1 0 0,-1-1 1 0 0,0 0 0 0 0,1 1-1 0 0,-1-1 1 0 0,1 1-1 0 0,-1 0 1 0 0,1-1 0 0 0,1 1-1 0 0,27-7 196 0 0,-11 4-380 0 0,121-25-3043 0 0,-49 5-7226 0 0,-61 13 2587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2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38 92 0 0,'-8'-38'31150'0'0,"7"43"-31016"0"0,1-1 0 0 0,0 0 1 0 0,0 1-1 0 0,0-1 0 0 0,1 0 0 0 0,0 1 1 0 0,1 6-1 0 0,3 16 36 0 0,-2 220 328 0 0,-15-123-3403 0 0,6-89-1986 0 0,-14 50 0 0 0,3-48-4534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2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46 2624 0 0,'-66'25'13452'0'0,"96"-27"-12687"0"0,0-1 0 0 0,0-2 0 0 0,43-12 0 0 0,22-4-447 0 0,89-1-751 0 0,-122 22-2573 0 0,-1 4-3855 0 0,-41 0 111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3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0 3652 0 0,'-49'20'9715'0'0,"28"-10"-941"0"0,28-12-5840 0 0,7-1-2733 0 0,0 0 0 0 0,0 1 0 0 0,1 0 0 0 0,-1 1-1 0 0,0 0 1 0 0,1 2 0 0 0,-1-1 0 0 0,22 5 0 0 0,-28-3-187 0 0,1-1-1 0 0,-1 1 1 0 0,0 1 0 0 0,0 0-1 0 0,0 0 1 0 0,-1 0 0 0 0,1 1-1 0 0,-1 0 1 0 0,13 9 0 0 0,-17-10-14 0 0,0 0 0 0 0,-1-1 1 0 0,1 1-1 0 0,-1 0 0 0 0,1 1 1 0 0,-1-1-1 0 0,0 0 0 0 0,0 0 1 0 0,-1 1-1 0 0,1-1 0 0 0,-1 1 1 0 0,0 0-1 0 0,1-1 0 0 0,-2 1 1 0 0,1 0-1 0 0,0 0 0 0 0,-1 0 1 0 0,0-1-1 0 0,0 1 0 0 0,0 0 1 0 0,0 0-1 0 0,0 0 0 0 0,-2 6 1 0 0,-2 3 11 0 0,1 0 1 0 0,-2 1 0 0 0,0-2-1 0 0,-1 1 1 0 0,0-1-1 0 0,0 1 1 0 0,-2-2 0 0 0,-8 13-1 0 0,-79 85 145 0 0,57-68-143 0 0,15-16 47 0 0,11-14-42 0 0,1 1 1 0 0,0 1 0 0 0,-10 16-1 0 0,21-29-17 0 0,0 1 0 0 0,0-1-1 0 0,0 0 1 0 0,0 0 0 0 0,0 0 0 0 0,0 0-1 0 0,0 0 1 0 0,0 0 0 0 0,0 0 0 0 0,0 1-1 0 0,0-1 1 0 0,0 0 0 0 0,0 0 0 0 0,0 0-1 0 0,0 0 1 0 0,0 0 0 0 0,0 0 0 0 0,0 1-1 0 0,0-1 1 0 0,0 0 0 0 0,0 0 0 0 0,0 0-1 0 0,0 0 1 0 0,0 0 0 0 0,0 0 0 0 0,0 0-1 0 0,0 1 1 0 0,0-1 0 0 0,0 0 0 0 0,0 0-1 0 0,0 0 1 0 0,0 0 0 0 0,0 0-1 0 0,0 0 1 0 0,1 0 0 0 0,-1 0 0 0 0,0 0-1 0 0,0 1 1 0 0,0-1 0 0 0,0 0 0 0 0,0 0-1 0 0,0 0 1 0 0,0 0 0 0 0,0 0 0 0 0,1 0-1 0 0,-1 0 1 0 0,9 1 40 0 0,8-3-6 0 0,-17 2-30 0 0,195-58-110 0 0,-108 30-288 0 0,9-1-953 0 0,83-27-3731 0 0,-63 10-4484 0 0,-62 21 824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3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27 100 2596 0 0,'-10'-100'28480'0'0,"-1"450"-27244"0"0,9-246-2401 0 0,2-44-2231 0 0,-3-1-4497 0 0,2-52 5971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4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31 224 712 0 0,'-2'-10'1859'0'0,"0"0"-1"0"0,1 0 1 0 0,0 0-1 0 0,1 1 1 0 0,0-1-1 0 0,3-16 1 0 0,-2 21-1578 0 0,0 1-1 0 0,0-1 1 0 0,1 0 0 0 0,0 1-1 0 0,0-1 1 0 0,0 1 0 0 0,1 0-1 0 0,0 0 1 0 0,-1 0 0 0 0,1 0 0 0 0,1 0-1 0 0,-1 1 1 0 0,0-1 0 0 0,1 1-1 0 0,6-5 1 0 0,4-1-132 0 0,0 0 0 0 0,0 1 1 0 0,1 1-1 0 0,0 0 0 0 0,1 1 0 0 0,-1 1 0 0 0,1 0 1 0 0,0 2-1 0 0,0-1 0 0 0,0 2 0 0 0,1 0 0 0 0,-1 1 1 0 0,1 0-1 0 0,-1 2 0 0 0,1 0 0 0 0,-1 1 1 0 0,0 0-1 0 0,31 9 0 0 0,-45-10-142 0 0,1 0 1 0 0,-1-1 0 0 0,0 1-1 0 0,1 0 1 0 0,-1 1-1 0 0,0-1 1 0 0,0 0-1 0 0,0 1 1 0 0,0-1 0 0 0,0 1-1 0 0,0-1 1 0 0,0 1-1 0 0,-1 0 1 0 0,1 0-1 0 0,-1 0 1 0 0,1 0 0 0 0,-1 0-1 0 0,0 0 1 0 0,0 0-1 0 0,0 1 1 0 0,0-1-1 0 0,0 0 1 0 0,0 1 0 0 0,0-1-1 0 0,-1 0 1 0 0,1 1-1 0 0,-1-1 1 0 0,0 1-1 0 0,0-1 1 0 0,0 1 0 0 0,0-1-1 0 0,0 1 1 0 0,0-1-1 0 0,-1 1 1 0 0,1-1-1 0 0,-2 4 1 0 0,-2 4 8 0 0,0 0 0 0 0,0 0 0 0 0,-1-1 0 0 0,0 0 0 0 0,-1 0 0 0 0,0 0 0 0 0,-9 10 0 0 0,-3 1 3 0 0,-1 0 0 0 0,-1-2 0 0 0,0 0 0 0 0,-2-1 0 0 0,0-1 0 0 0,-24 13 0 0 0,12-11 0 0 0,-1 0-1 0 0,-1-3 1 0 0,-60 18-1 0 0,88-30 8 0 0,-9 4-61 0 0,20-3 209 0 0,12 3 325 0 0,1 0-277 0 0,0 0 1 0 0,-1 1-1 0 0,1 1 0 0 0,-2 0 0 0 0,1 1 0 0 0,-1 1 0 0 0,-1 0 0 0 0,0 1 0 0 0,0 1 0 0 0,-2 0 0 0 0,13 16 0 0 0,4 12-1377 0 0,-1 1 1 0 0,36 79-1 0 0,-46-89-2454 0 0,-3-12-3096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4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1656 0 0,'2'-34'21201'0'0,"6"76"-16651"0"0,6 30-4125 0 0,-11-54-312 0 0,12 64 188 0 0,-12-73-242 0 0,0 1 0 0 0,0-1 0 0 0,1 0 1 0 0,0 0-1 0 0,0 0 0 0 0,7 9 1 0 0,-11-17-49 0 0,1 1 1 0 0,0-1 0 0 0,0 0 0 0 0,1 1-1 0 0,-1-1 1 0 0,0 0 0 0 0,0 0-1 0 0,1 0 1 0 0,-1 0 0 0 0,0 0 0 0 0,1 0-1 0 0,-1 0 1 0 0,1-1 0 0 0,-1 1-1 0 0,1 0 1 0 0,0-1 0 0 0,-1 1 0 0 0,1-1-1 0 0,0 0 1 0 0,-1 1 0 0 0,4-1-1 0 0,-2 0-16 0 0,0-1-1 0 0,0 1 1 0 0,0-1-1 0 0,0 0 0 0 0,-1 0 1 0 0,1 0-1 0 0,0 0 1 0 0,0 0-1 0 0,0-1 0 0 0,-1 1 1 0 0,3-3-1 0 0,5-4-79 0 0,-1 1-1 0 0,0-2 0 0 0,-1 1 1 0 0,15-19-1 0 0,-9 5 66 0 0,-1-1 0 0 0,-1 0 0 0 0,0 0-1 0 0,7-26 1 0 0,-13 34 249 0 0,6-20 1501 0 0,-12 33-1359 0 0,1 2-363 0 0,-1 1 0 0 0,0-1-1 0 0,1 0 1 0 0,-1 1 0 0 0,1-1 0 0 0,-1 0-1 0 0,0 1 1 0 0,0-1 0 0 0,1 1 0 0 0,-1-1-1 0 0,0 0 1 0 0,0 1 0 0 0,1-1 0 0 0,-1 1 0 0 0,0-1-1 0 0,0 1 1 0 0,0-1 0 0 0,0 1 0 0 0,0-1-1 0 0,1 1 1 0 0,-1-1 0 0 0,0 1 0 0 0,0-1-1 0 0,0 1 1 0 0,-1-1 0 0 0,1 1 0 0 0,0 0-1 0 0,-1 17 48 0 0,1-15-49 0 0,-17 345-592 0 0,8-155-4160 0 0,-1 0-8033 0 0,7-130 2364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5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30 2272 0 0,'-13'-5'5247'0'0,"-41"-19"8274"0"0,49 25-13261 0 0,4-1-251 0 0,1 0 1 0 0,0 0 0 0 0,-1 0 0 0 0,1 0 0 0 0,0 0 0 0 0,-1 0 0 0 0,1 0 0 0 0,0 0 0 0 0,-1 0 0 0 0,1 0-1 0 0,0 0 1 0 0,-1 0 0 0 0,1 0 0 0 0,0 0 0 0 0,-1 0 0 0 0,1 1 0 0 0,0-1 0 0 0,0 0 0 0 0,-1 0 0 0 0,1 0 0 0 0,0 1-1 0 0,0-1 1 0 0,-1 0 0 0 0,1 0 0 0 0,0 0 0 0 0,0 1 0 0 0,-1-1 0 0 0,1 0 0 0 0,0 1 0 0 0,-4 46 792 0 0,3 83 0 0 0,1-14-458 0 0,-16 191 463 0 0,10-200-2436 0 0,1 1-3624 0 0,1-77-2279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5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0 398 612 0 0,'1'-20'2547'0'0,"0"0"0"0"0,1 0 0 0 0,10-40 1 0 0,-6 42-1602 0 0,0-1 0 0 0,1 1 0 0 0,1 0 0 0 0,12-21 0 0 0,-12 26-749 0 0,0 0 1 0 0,1 1-1 0 0,1 0 1 0 0,0 0-1 0 0,0 1 1 0 0,1 0 0 0 0,1 1-1 0 0,0 0 1 0 0,0 1-1 0 0,1 1 1 0 0,0-1-1 0 0,0 2 1 0 0,27-11-1 0 0,-33 15-162 0 0,0 1-1 0 0,0 1 0 0 0,0-1 1 0 0,0 1-1 0 0,0 0 0 0 0,0 1 1 0 0,0-1-1 0 0,0 1 0 0 0,11 2 1 0 0,-16-2-26 0 0,0 1 0 0 0,0-1 0 0 0,0 1 1 0 0,0-1-1 0 0,0 1 0 0 0,0 0 0 0 0,0 0 0 0 0,0 0 0 0 0,-1 0 1 0 0,1 0-1 0 0,0 0 0 0 0,-1 0 0 0 0,1 0 0 0 0,0 1 0 0 0,-1-1 1 0 0,0 1-1 0 0,1-1 0 0 0,-1 1 0 0 0,0 0 0 0 0,0-1 0 0 0,0 1 1 0 0,0 0-1 0 0,0 0 0 0 0,0 0 0 0 0,0 0 0 0 0,-1-1 0 0 0,1 1 1 0 0,-1 0-1 0 0,1 0 0 0 0,-1 0 0 0 0,0 1 0 0 0,0-1 0 0 0,0 0 1 0 0,0 0-1 0 0,0 0 0 0 0,-1 4 0 0 0,-1 5 9 0 0,-1 1-1 0 0,0-1 1 0 0,-1 0 0 0 0,0 0-1 0 0,-1 0 1 0 0,0 0 0 0 0,-1-1-1 0 0,0 0 1 0 0,0 0 0 0 0,-1 0-1 0 0,0-1 1 0 0,-10 9 0 0 0,-3 3 11 0 0,-1-2 0 0 0,0 0 0 0 0,-45 29 0 0 0,17-19 30 0 0,27-17-7 0 0,-29 22 0 0 0,49-33-45 0 0,2 1-7 0 0,-1-2 2 0 0,1 1-1 0 0,0 0 1 0 0,0 0 0 0 0,0 0-1 0 0,0-1 1 0 0,0 1-1 0 0,0 0 1 0 0,0 0 0 0 0,0-1-1 0 0,0 1 1 0 0,1 0-1 0 0,-1 0 1 0 0,0-1 0 0 0,0 1-1 0 0,1 0 1 0 0,-1-1-1 0 0,0 1 1 0 0,1 0 0 0 0,-1-1-1 0 0,1 1 1 0 0,-1 0-1 0 0,1-1 1 0 0,-1 1 0 0 0,1-1-1 0 0,-1 1 1 0 0,1-1-1 0 0,-1 1 1 0 0,1-1 0 0 0,0 1-1 0 0,-1-1 1 0 0,1 0-1 0 0,0 1 1 0 0,0-1 0 0 0,-1 0-1 0 0,1 1 1 0 0,0-1-1 0 0,0 0 1 0 0,0 0 0 0 0,3 1 4 0 0,87 45-58 0 0,125 82 1 0 0,-90-42-9124 0 0,-101-69 1293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6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95 636 0 0,'-15'-17'8861'0'0,"14"15"-8056"0"0,0 0 1 0 0,1 0-1 0 0,-1 0 1 0 0,0 0-1 0 0,0-3 1 0 0,1 3-509 0 0,0 1 0 0 0,0-1-1 0 0,1 0 1 0 0,-1 1 0 0 0,0-1 0 0 0,1 1 0 0 0,-1-1 0 0 0,1 0-1 0 0,-1 1 1 0 0,1-1 0 0 0,0 1 0 0 0,-1-1 0 0 0,1 1 0 0 0,0 0 0 0 0,0-1-1 0 0,2-1 1 0 0,0 0-145 0 0,1-1 0 0 0,0 1 0 0 0,0 0 0 0 0,0 0 0 0 0,1 0 0 0 0,-1 1 0 0 0,1 0 0 0 0,-1-1-1 0 0,1 2 1 0 0,0-1 0 0 0,9-2 0 0 0,-12 4-140 0 0,0-1 1 0 0,0 1-1 0 0,0 0 0 0 0,0 0 0 0 0,0 0 0 0 0,0 0 1 0 0,0 0-1 0 0,0 0 0 0 0,0 1 0 0 0,0-1 0 0 0,0 1 0 0 0,0-1 1 0 0,0 1-1 0 0,0 0 0 0 0,0 0 0 0 0,0 0 0 0 0,0 0 1 0 0,-1 0-1 0 0,1 0 0 0 0,0 0 0 0 0,-1 1 0 0 0,1-1 0 0 0,-1 0 1 0 0,1 1-1 0 0,-1 0 0 0 0,0-1 0 0 0,1 1 0 0 0,-1 0 1 0 0,0-1-1 0 0,0 1 0 0 0,0 0 0 0 0,-1 0 0 0 0,1 0 0 0 0,1 4 1 0 0,0 0 8 0 0,-1 1 0 0 0,0-1 0 0 0,0 1 0 0 0,0-1 0 0 0,-1 1 0 0 0,0-1 0 0 0,0 1 0 0 0,0-1 0 0 0,-3 11 0 0 0,-4 5 23 0 0,-1 0 0 0 0,-2-1-1 0 0,0 0 1 0 0,-1 0 0 0 0,-18 25 0 0 0,9-13-20 0 0,19-31-21 0 0,6 9 0 0 0,2-9 12 0 0,-1 0 1 0 0,1 0-1 0 0,0 0 1 0 0,-1-1-1 0 0,1 0 1 0 0,10 0-1 0 0,-9 0 7 0 0,0 0 0 0 0,0 0 0 0 0,-1 0 0 0 0,1 1 0 0 0,0 0 0 0 0,-1 0 0 0 0,11 5 0 0 0,-11-3 82 0 0,0 0 0 0 0,0 1 0 0 0,-1-1 0 0 0,0 1 0 0 0,1 1-1 0 0,-2-1 1 0 0,1 1 0 0 0,-1 0 0 0 0,1 0 0 0 0,-2 1 0 0 0,1 0 0 0 0,-1-1 0 0 0,0 2 0 0 0,0-1 0 0 0,4 13 0 0 0,-6-14 39 0 0,-1 0-1 0 0,0 0 1 0 0,0 0-1 0 0,0 0 1 0 0,-1 0 0 0 0,0 0-1 0 0,0 1 1 0 0,0-1-1 0 0,-1 0 1 0 0,0 0 0 0 0,0 0-1 0 0,0 0 1 0 0,-1 0-1 0 0,0 0 1 0 0,0 0 0 0 0,-1 0-1 0 0,0-1 1 0 0,0 1-1 0 0,0-1 1 0 0,-8 10-1 0 0,3-6-40 0 0,-1 0-1 0 0,0 0 1 0 0,0-1-1 0 0,-1 0 0 0 0,0-1 1 0 0,0 0-1 0 0,-1-1 0 0 0,0 0 1 0 0,0-1-1 0 0,-1 0 1 0 0,1 0-1 0 0,-1-1 0 0 0,0-1 1 0 0,0 0-1 0 0,-14 1 0 0 0,7-1-74 0 0,-1-2 0 0 0,1 0-1 0 0,-1-1 1 0 0,1-1 0 0 0,-1 0 0 0 0,1-2-1 0 0,-1 0 1 0 0,-35-12 0 0 0,49 13-124 0 0,1 0 1 0 0,-1 0 0 0 0,1-1 0 0 0,0 0 0 0 0,0 0-1 0 0,0 0 1 0 0,0 0 0 0 0,0-1 0 0 0,0 0 0 0 0,1 0-1 0 0,0 0 1 0 0,-6-7 0 0 0,8 8-132 0 0,1 0 1 0 0,-1 0-1 0 0,1 0 1 0 0,0 0-1 0 0,0 0 0 0 0,0 0 1 0 0,0-1-1 0 0,0 1 1 0 0,1 0-1 0 0,-1-1 1 0 0,1 1-1 0 0,0 0 0 0 0,0-1 1 0 0,0 1-1 0 0,1 0 1 0 0,-1-1-1 0 0,1 1 0 0 0,0 0 1 0 0,-1 0-1 0 0,2-1 1 0 0,-1 1-1 0 0,0 0 1 0 0,3-4-1 0 0,27-43-4714 0 0,-7 19-1090 0 0,2 4-2810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6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3452 0 0,'0'10'16095'0'0,"9"-8"-15710"0"0,-1-1 0 0 0,0 0 0 0 0,1 0 0 0 0,-1-1 0 0 0,1 1 0 0 0,16-3 0 0 0,-5 0-146 0 0,27 1-220 0 0,86-6-943 0 0,-47-4-9344 0 0,-65 6 1364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 1440 0 0,'-24'-4'7440'0'0,"-2"1"1094"0"0,25 3-8414 0 0,0 0 1 0 0,0-1 0 0 0,0 1 0 0 0,0 0-1 0 0,0 0 1 0 0,0 0 0 0 0,-1 0 0 0 0,1 0 0 0 0,0 1-1 0 0,0-1 1 0 0,0 0 0 0 0,0 0 0 0 0,0 1-1 0 0,0-1 1 0 0,0 0 0 0 0,0 1 0 0 0,0-1-1 0 0,1 1 1 0 0,-1-1 0 0 0,0 1 0 0 0,0 0 0 0 0,0-1-1 0 0,0 1 1 0 0,1 0 0 0 0,-1 0 0 0 0,0 0-1 0 0,1-1 1 0 0,-1 1 0 0 0,1 0 0 0 0,-1 0 0 0 0,1 0-1 0 0,-1 0 1 0 0,1 0 0 0 0,-1 0 0 0 0,1 0-1 0 0,0 0 1 0 0,0 0 0 0 0,-1 0 0 0 0,1 0-1 0 0,0 0 1 0 0,0 0 0 0 0,0 2 0 0 0,2 28 481 0 0,2 0 1 0 0,11 53-1 0 0,-2-20-309 0 0,20 114-572 0 0,-5-62-4365 0 0,-21-92 1421 0 0,-1-9-2019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6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1964 0 0,'19'-128'25768'0'0,"-11"165"-24609"0"0,14 161-143 0 0,-14-65-3371 0 0,-2-29-3562 0 0,-5-52-3382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7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67 16 0 0,'-97'46'23029'0'0,"107"-46"-21767"0"0,22-5-972 0 0,328-79 2075 0 0,-176 63-3600 0 0,-131 19-1216 0 0,77 6 0 0 0,-83 3-1398 0 0,-20 3-3678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7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 2344 0 0,'-27'10'4473'0'0,"13"-5"128"0"0,0 1 0 0 0,-23 12 1887 0 0,72-15-3764 0 0,-27-2-2622 0 0,0 1 0 0 0,0-1 1 0 0,0 1-1 0 0,0 1 0 0 0,0-1 0 0 0,0 1 1 0 0,0 1-1 0 0,-1-1 0 0 0,0 1 0 0 0,0 1 1 0 0,0-1-1 0 0,0 1 0 0 0,-1 1 0 0 0,1-1 1 0 0,-1 1-1 0 0,-1 0 0 0 0,1 0 0 0 0,-1 1 1 0 0,0-1-1 0 0,6 12 0 0 0,-7-9-82 0 0,0 0-1 0 0,0 0 1 0 0,-1 0 0 0 0,0 0-1 0 0,0 0 1 0 0,-1 0-1 0 0,0 1 1 0 0,-1-1 0 0 0,0 1-1 0 0,-1 0 1 0 0,0-1 0 0 0,0 1-1 0 0,-1-1 1 0 0,0 1-1 0 0,-1-1 1 0 0,0 1 0 0 0,-4 11-1 0 0,1-9-8 0 0,-1 0-1 0 0,1 0 1 0 0,-2 0-1 0 0,1 0 0 0 0,-2-1 1 0 0,-16 20-1 0 0,-1-6 35 0 0,-36 30-1 0 0,-19 17-16 0 0,79-71-5 0 0,0 0-22 0 0,1-1 1 0 0,0 0-1 0 0,0 1 1 0 0,1-1-1 0 0,-1 0 1 0 0,0 0-1 0 0,0 1 1 0 0,0-1-1 0 0,0 0 1 0 0,0 1-1 0 0,0-1 1 0 0,0 0-1 0 0,0 0 1 0 0,0 1 0 0 0,1-1-1 0 0,-1 0 1 0 0,0 0-1 0 0,0 1 1 0 0,0-1-1 0 0,1 0 1 0 0,-1 0-1 0 0,0 0 1 0 0,0 1-1 0 0,1-1 1 0 0,-1 0-1 0 0,0 0 1 0 0,0 0-1 0 0,1 0 1 0 0,-1 0-1 0 0,0 1 1 0 0,0-1-1 0 0,1 0 1 0 0,-1 0-1 0 0,0 0 1 0 0,1 0-1 0 0,-1 0 1 0 0,0 0-1 0 0,0 0 1 0 0,1 0-1 0 0,-1 0 1 0 0,0 0-1 0 0,1 0 1 0 0,-1 0-1 0 0,0 0 1 0 0,1-1-1 0 0,13 0 33 0 0,-13 0-34 0 0,254-64-21 0 0,-95 21-1667 0 0,-147 41 1356 0 0,159-43-4435 0 0,-59 7-4536 0 0,-54 16-229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7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78 144 640 0 0,'-75'-144'26367'0'0,"75"146"-26300"0"0,-1-1 0 0 0,1 1 0 0 0,-1-1 0 0 0,1 1 1 0 0,0-1-1 0 0,0 1 0 0 0,0-1 0 0 0,0 1 0 0 0,0-1 0 0 0,0 1 0 0 0,0-1 0 0 0,0 2 0 0 0,32 303 1227 0 0,-20-101-7403 0 0,-12-170 1357 0 0,-4-15-3431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8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1 308 1620 0 0,'0'-25'3259'0'0,"1"0"-1"0"0,1 0 0 0 0,9-41 1 0 0,-9 58-2862 0 0,0-1 1 0 0,1 1-1 0 0,0-1 1 0 0,1 1 0 0 0,0 0-1 0 0,0 0 1 0 0,0 1-1 0 0,1-1 1 0 0,0 1-1 0 0,1 0 1 0 0,0 0-1 0 0,0 1 1 0 0,12-11-1 0 0,-9 11-251 0 0,0 0-1 0 0,0 1 1 0 0,1-1-1 0 0,-1 2 1 0 0,1 0-1 0 0,0 0 1 0 0,0 0 0 0 0,1 1-1 0 0,-1 1 1 0 0,16-2-1 0 0,-19 3-120 0 0,-1 1 0 0 0,1 0 0 0 0,-1 0 0 0 0,1 0 0 0 0,-1 1 0 0 0,1 0 0 0 0,-1 1 0 0 0,1-1 0 0 0,-1 1 0 0 0,0 0 0 0 0,0 1 0 0 0,0 0 0 0 0,0 0 0 0 0,-1 0 0 0 0,1 0 0 0 0,-1 1 0 0 0,1 0 0 0 0,6 7 0 0 0,-9-9-14 0 0,-1 1 1 0 0,0 0-1 0 0,0 0 1 0 0,0-1-1 0 0,0 1 1 0 0,0 0-1 0 0,-1 1 1 0 0,1-1-1 0 0,-1 0 1 0 0,0 0 0 0 0,0 1-1 0 0,0-1 1 0 0,0 1-1 0 0,0-1 1 0 0,-1 1-1 0 0,0 5 1 0 0,0-3-2 0 0,-1 1 1 0 0,1-1 0 0 0,-2 1-1 0 0,1-1 1 0 0,-1 0 0 0 0,0 0-1 0 0,0 0 1 0 0,-5 9 0 0 0,-1-1-2 0 0,0-2 0 0 0,0 1 0 0 0,-1-1 0 0 0,0-1 1 0 0,-1 1-1 0 0,-1-2 0 0 0,-14 13 0 0 0,-21 10 23 0 0,-57 30 0 0 0,35-23-10 0 0,64-37 6 0 0,2-2-18 0 0,0 0 1 0 0,1-1-1 0 0,-1 1 0 0 0,0 0 1 0 0,1 0-1 0 0,-1 1 1 0 0,1-1-1 0 0,-1 0 1 0 0,1 0-1 0 0,0 1 1 0 0,-1-1-1 0 0,1 1 1 0 0,0-1-1 0 0,0 1 1 0 0,0-1-1 0 0,0 1 1 0 0,0 0-1 0 0,-1 3 1 0 0,4-2 90 0 0,0-1 1 0 0,0 0-1 0 0,0 1 0 0 0,0-1 1 0 0,0 0-1 0 0,0 0 1 0 0,1 0-1 0 0,-1 0 0 0 0,1 0 1 0 0,-1-1-1 0 0,5 3 1 0 0,40 25 473 0 0,-2 2 1 0 0,42 38 0 0 0,-5 4-1500 0 0,-2 2-3970 0 0,-64-59 3228 0 0,15 10-6543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8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1412 0 0,'11'-58'28229'0'0,"-11"59"-28208"0"0,1-1-1 0 0,-1 0 1 0 0,1 0-1 0 0,-1 0 0 0 0,0 1 1 0 0,1-1-1 0 0,-1 0 1 0 0,1 0-1 0 0,-1 1 1 0 0,1-1-1 0 0,-1 0 0 0 0,0 1 1 0 0,1-1-1 0 0,-1 1 1 0 0,0-1-1 0 0,1 0 1 0 0,-1 1-1 0 0,0-1 0 0 0,1 1 1 0 0,-1-1-1 0 0,0 1 1 0 0,0-1-1 0 0,0 1 0 0 0,0-1 1 0 0,1 1-1 0 0,-1 0 1 0 0,3 18 163 0 0,-2-13-131 0 0,3 10 45 0 0,1 12 69 0 0,10 31-1 0 0,-12-52-141 0 0,-1 0 0 0 0,1 0 0 0 0,1 0-1 0 0,-1 0 1 0 0,1-1 0 0 0,0 0 0 0 0,0 1 0 0 0,1-1 0 0 0,7 7 0 0 0,-9-11-26 0 0,0 0 1 0 0,0 0 0 0 0,-1 0 0 0 0,1 0-1 0 0,1-1 1 0 0,-1 1 0 0 0,0-1 0 0 0,0 0-1 0 0,0 0 1 0 0,1 0 0 0 0,-1-1 0 0 0,0 1-1 0 0,1-1 1 0 0,-1 0 0 0 0,1 0 0 0 0,-1 0-1 0 0,0 0 1 0 0,1 0 0 0 0,-1-1 0 0 0,1 0-1 0 0,-1 0 1 0 0,0 1 0 0 0,0-2 0 0 0,6-2-1 0 0,-1 1-86 0 0,0-1 0 0 0,-1 0 0 0 0,0-1 0 0 0,0 1-1 0 0,0-2 1 0 0,-1 1 0 0 0,1-1 0 0 0,-1 1 0 0 0,6-10-1 0 0,5-9-10 0 0,-1-2-1 0 0,-1 0 0 0 0,16-39 1 0 0,-23 49 468 0 0,-4 13-56 0 0,-2 25-69 0 0,-2-22-248 0 0,-9 164 508 0 0,0-4-339 0 0,18 42-1323 0 0,7-101-2987 0 0,-9-73-1688 0 0,14 39 1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20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541 38 104 0 0,'27'-22'14497'0'0,"-27"22"-14363"0"0,1-1 0 0 0,-1 1 0 0 0,0-1 0 0 0,0 1 0 0 0,1-1 0 0 0,-1 1 0 0 0,0-1 1 0 0,0 1-1 0 0,0-1 0 0 0,0 1 0 0 0,0-1 0 0 0,0 1 0 0 0,0-1 0 0 0,0 1 0 0 0,0-1 0 0 0,0 1 1 0 0,0-1-1 0 0,0 1 0 0 0,0-2 0 0 0,-4 1-57 0 0,-1 0 1 0 0,1 0-1 0 0,0 0 1 0 0,0 1-1 0 0,0 0 1 0 0,-1-1-1 0 0,1 2 0 0 0,0-1 1 0 0,-1 0-1 0 0,1 1 1 0 0,0 0-1 0 0,-5 1 1 0 0,-6 2-82 0 0,-1 1 0 0 0,-15 7 0 0 0,13-4 16 0 0,1 1-1 0 0,0 1 0 0 0,1 0 0 0 0,0 1 0 0 0,1 0 1 0 0,0 2-1 0 0,0 0 0 0 0,2 0 0 0 0,0 1 0 0 0,0 1 1 0 0,1 0-1 0 0,1 1 0 0 0,1 0 0 0 0,0 1 0 0 0,1 0 1 0 0,1 0-1 0 0,0 1 0 0 0,1 0 0 0 0,1 1 1 0 0,-3 18-1 0 0,-1 16 27 0 0,1 0 1 0 0,-1 79 0 0 0,12 109 282 0 0,0-150-61 0 0,11 765 1996 0 0,-26 619 787 0 0,-76 481-1479 0 0,72-1583-885 0 0,-28 705 709 0 0,31 15 140 0 0,39-704-1055 0 0,-3-50-128 0 0,-20-272-295 0 0,-2-22 11 0 0,11 83 0 0 0,-11-126-64 0 0,1 0 0 0 0,-1-1 0 0 0,1 1 0 0 0,-1-1 0 0 0,1 1 0 0 0,-1-1 0 0 0,1 0 0 0 0,0 1 0 0 0,0-1 0 0 0,0 0 0 0 0,0 1 0 0 0,0-1 0 0 0,0 0 0 0 0,0 0 0 0 0,0 0 0 0 0,0 0 0 0 0,1 0-1 0 0,-1 0 1 0 0,0 0 0 0 0,3 1 0 0 0,-1-1-101 0 0,1 1-1 0 0,0-1 0 0 0,0 0 0 0 0,-1-1 1 0 0,1 1-1 0 0,0-1 0 0 0,0 1 1 0 0,5-1-1 0 0,7-1-560 0 0,-1-1 1 0 0,1-1-1 0 0,17-4 1 0 0,-32 7 633 0 0,159-48-6570 0 0,-56 6-1379 0 0,-21 1-1999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21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25 1980 0 0,'-11'-24'16797'0'0,"6"28"-17566"0"0,5-2 860 0 0,-1 0 0 0 0,1 1 1 0 0,0-1-1 0 0,0 0 0 0 0,0 0 1 0 0,0 0-1 0 0,0 1 0 0 0,1-1 1 0 0,-1 0-1 0 0,0 0 0 0 0,1 0 1 0 0,1 4-1 0 0,1 4 205 0 0,5 76 471 0 0,-4 0 0 0 0,-10 120-1 0 0,2-171-1489 0 0,0-11-3157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22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119 265 1784 0 0,'-8'-49'9492'0'0,"8"46"-8596"0"0,-1 0 1 0 0,1 0-1 0 0,-1 0 1 0 0,0 0-1 0 0,1 0 1 0 0,-2 0-1 0 0,1 0 1 0 0,0 0-1 0 0,-4-5 537 0 0,-19 31-1180 0 0,-21 35-28 0 0,45-56-205 0 0,-8 6 116 0 0,-12 16 1523 0 0,19-22-1210 0 0,2 22-645 0 0,0 4 204 0 0,0 0 0 0 0,2-1 0 0 0,9 39-1 0 0,-10-56 2 0 0,0 0 0 0 0,1 0 0 0 0,1-1 0 0 0,0 1-1 0 0,0-1 1 0 0,1 0 0 0 0,0 0 0 0 0,0 0 0 0 0,1-1-1 0 0,0 1 1 0 0,1-2 0 0 0,12 13 0 0 0,-14-15-4 0 0,1-1 1 0 0,0-1-1 0 0,0 1 1 0 0,0-1 0 0 0,1 0-1 0 0,-1-1 1 0 0,1 0-1 0 0,0 1 1 0 0,-1-2-1 0 0,1 1 1 0 0,8 0 0 0 0,-4-2 1 0 0,0 1 1 0 0,0-1-1 0 0,0-1 1 0 0,1 0 0 0 0,-1-1-1 0 0,17-5 1 0 0,-14 3-3 0 0,0-1 0 0 0,0 0 0 0 0,0-1 1 0 0,-1-1-1 0 0,0 0 0 0 0,0-1 0 0 0,-1-1 0 0 0,0 1 0 0 0,0-2 0 0 0,16-17 1 0 0,-18 15-13 0 0,-2 0 1 0 0,1-1 0 0 0,-2 1 0 0 0,0-2 0 0 0,0 1 0 0 0,-1-1 0 0 0,-1 0 0 0 0,0 0 0 0 0,-1-1 0 0 0,-1 1 0 0 0,0-1 0 0 0,-1 0 0 0 0,-1 0-1 0 0,0 0 1 0 0,-1 0 0 0 0,0 0 0 0 0,-5-28 0 0 0,3 32-3 0 0,0-1 0 0 0,-1 0-1 0 0,0 1 1 0 0,-1-1 0 0 0,-1 1-1 0 0,1 0 1 0 0,-1 1 0 0 0,-1-1-1 0 0,0 1 1 0 0,-1 0 0 0 0,0 0-1 0 0,0 1 1 0 0,-1 0 0 0 0,0 0 0 0 0,-1 1-1 0 0,0 0 1 0 0,0 1 0 0 0,-1 0-1 0 0,0 0 1 0 0,0 1 0 0 0,0 0-1 0 0,-21-8 1 0 0,22 11 51 0 0,-7-3-268 0 0,0 1 1 0 0,-29-5-1 0 0,42 9 46 0 0,0 0 1 0 0,0 1-1 0 0,-1 0 0 0 0,1 0 1 0 0,0 0-1 0 0,0 0 0 0 0,-1 0 1 0 0,1 1-1 0 0,0-1 0 0 0,0 1 1 0 0,-1 0-1 0 0,1 0 0 0 0,0 0 1 0 0,0 0-1 0 0,0 1 0 0 0,0-1 0 0 0,1 1 1 0 0,-1 0-1 0 0,0-1 0 0 0,-3 5 1 0 0,4-5-29 0 0,1 1 0 0 0,0-1 0 0 0,0 1 0 0 0,1-1 0 0 0,-1 1 0 0 0,0-1 0 0 0,0 1 0 0 0,1-1 0 0 0,-1 1 0 0 0,1 0 0 0 0,-1-1 0 0 0,1 1 1 0 0,0 0-1 0 0,0 0 0 0 0,0-1 0 0 0,0 1 0 0 0,0 0 0 0 0,0 0 0 0 0,0-1 0 0 0,0 1 0 0 0,1 0 0 0 0,-1-1 0 0 0,2 3 0 0 0,-1 1-750 0 0,2 0 0 0 0,-1-1-1 0 0,0 1 1 0 0,1-1 0 0 0,0 1 0 0 0,4 4-1 0 0,3 3-3852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23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106 103 1316 0 0,'6'-10'8010'0'0,"-3"-5"-1869"0"0,-12 18-3523 0 0,-15 23-1812 0 0,13-8-717 0 0,0 0 1 0 0,1 1-1 0 0,1 1 1 0 0,1-1-1 0 0,1 1 1 0 0,0 1-1 0 0,2-1 0 0 0,0 1 1 0 0,-3 31-1 0 0,8-43-59 0 0,0 0 0 0 0,0-1 0 0 0,0 1 0 0 0,1 0 1 0 0,0-1-1 0 0,1 1 0 0 0,0-1 0 0 0,0 0 0 0 0,1 1 0 0 0,0-1 0 0 0,0 0 0 0 0,1 0 0 0 0,0-1 0 0 0,0 1 0 0 0,9 9 0 0 0,-10-12 0 0 0,1-1-1 0 0,0 0 1 0 0,1 0-1 0 0,-1 0 1 0 0,1 0-1 0 0,0-1 1 0 0,-1 0-1 0 0,1 0 1 0 0,1 0-1 0 0,-1-1 1 0 0,0 1-1 0 0,1-1 1 0 0,-1 0-1 0 0,1-1 1 0 0,0 0-1 0 0,-1 0 1 0 0,1 0-1 0 0,0 0 1 0 0,0-1-1 0 0,0 0 0 0 0,-1 0 1 0 0,1 0-1 0 0,9-3 1 0 0,-6 1 30 0 0,1-1 0 0 0,-1 0 1 0 0,0-1-1 0 0,0 0 0 0 0,0 0 1 0 0,-1-1-1 0 0,0 0 0 0 0,1 0 0 0 0,-2-1 1 0 0,1 0-1 0 0,-1-1 0 0 0,0 0 0 0 0,0 0 1 0 0,-1 0-1 0 0,0-1 0 0 0,0 0 0 0 0,0 0 1 0 0,-1 0-1 0 0,-1-1 0 0 0,6-12 0 0 0,-4 6 31 0 0,0-1-1 0 0,-1 0 1 0 0,0-1-1 0 0,-2 1 1 0 0,0-1-1 0 0,0 0 1 0 0,-2 1-1 0 0,0-1 0 0 0,-1 0 1 0 0,-1 0-1 0 0,-2-17 1 0 0,1 25-136 0 0,-1 0 0 0 0,1 0 0 0 0,-1 0 0 0 0,-1 1 0 0 0,0-1 1 0 0,0 1-1 0 0,-1 0 0 0 0,1 0 0 0 0,-2 0 0 0 0,1 1 0 0 0,-1 0 0 0 0,0 0 0 0 0,-1 1 0 0 0,0-1 1 0 0,0 1-1 0 0,0 1 0 0 0,-1-1 0 0 0,1 1 0 0 0,-1 1 0 0 0,0-1 0 0 0,-1 1 0 0 0,1 1 1 0 0,-1-1-1 0 0,0 2 0 0 0,0-1 0 0 0,0 1 0 0 0,0 0 0 0 0,0 1 0 0 0,0 0 0 0 0,0 1 1 0 0,-1 0-1 0 0,1 0 0 0 0,0 1 0 0 0,-14 2 0 0 0,20-2-207 0 0,0 0 1 0 0,1 0-1 0 0,-1 0 0 0 0,0 0 1 0 0,0 1-1 0 0,0-1 0 0 0,1 1 1 0 0,-1-1-1 0 0,1 1 1 0 0,-1 0-1 0 0,1 0 0 0 0,0 0 1 0 0,0 0-1 0 0,0 1 0 0 0,0-1 1 0 0,0 0-1 0 0,0 1 0 0 0,-1 2 1 0 0,1-1-576 0 0,0 1 0 0 0,1-1 1 0 0,-1 0-1 0 0,1 0 0 0 0,0 1 1 0 0,0-1-1 0 0,1 1 0 0 0,-1-1 1 0 0,1 1-1 0 0,0-1 0 0 0,1 9 1 0 0,2 2-3823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2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402 188 1252 0 0,'-6'-16'3701'0'0,"1"0"0"0"0,0-1 0 0 0,1 1 0 0 0,-2-21-1 0 0,5 36-2999 0 0,1-3-139 0 0,-1 1 0 0 0,0 0 0 0 0,-1 0 0 0 0,1 0 0 0 0,0 0 0 0 0,-1 0 0 0 0,-2-3 0 0 0,1 7-552 0 0,0 1-1 0 0,0-1 1 0 0,1 1 0 0 0,-1 0 0 0 0,0 0-1 0 0,1 0 1 0 0,-1 1 0 0 0,1-1 0 0 0,0 1-1 0 0,0-1 1 0 0,0 1 0 0 0,-3 4-1 0 0,-22 40 118 0 0,24-40-110 0 0,-16 27-2 0 0,3 1 0 0 0,1 1 0 0 0,1 0 0 0 0,2 1 0 0 0,2 0 0 0 0,-11 73 0 0 0,20-104-6 0 0,1-1-1 0 0,0 1 1 0 0,0 0-1 0 0,0-1 0 0 0,1 1 1 0 0,0 0-1 0 0,0-1 1 0 0,0 1-1 0 0,1-1 1 0 0,0 0-1 0 0,0 1 0 0 0,0-1 1 0 0,0 0-1 0 0,1 0 1 0 0,0 0-1 0 0,0 0 0 0 0,0-1 1 0 0,1 1-1 0 0,0-1 1 0 0,0 0-1 0 0,0 0 1 0 0,0 0-1 0 0,0-1 0 0 0,1 1 1 0 0,0-1-1 0 0,9 5 1 0 0,-6-5 124 0 0,0 1 0 0 0,0-2 0 0 0,0 1 0 0 0,0-1 0 0 0,1 0 0 0 0,-1-1 0 0 0,1 0 0 0 0,-1 0 0 0 0,1-1 1 0 0,-1 0-1 0 0,1-1 0 0 0,0 0 0 0 0,-1 0 0 0 0,0-1 0 0 0,1 0 0 0 0,-1 0 0 0 0,10-5 0 0 0,-6 2-4 0 0,-1-1 0 0 0,0 0 0 0 0,0-1-1 0 0,-1 0 1 0 0,0-1 0 0 0,0 0 0 0 0,-1-1-1 0 0,0 0 1 0 0,0 0 0 0 0,-1-1 0 0 0,0 0-1 0 0,-1 0 1 0 0,0-1 0 0 0,-1 0 0 0 0,0 0 0 0 0,-1-1-1 0 0,0 0 1 0 0,0 0 0 0 0,4-21 0 0 0,-5 13 57 0 0,-1 1 1 0 0,0-1 0 0 0,-1 0-1 0 0,-2 0 1 0 0,0 0 0 0 0,-1 0 0 0 0,0 0-1 0 0,-2 0 1 0 0,-1 1 0 0 0,0-1-1 0 0,-14-37 1 0 0,15 49-209 0 0,-1 0-1 0 0,0 0 1 0 0,0 0 0 0 0,-1 1-1 0 0,0 0 1 0 0,0-1 0 0 0,-1 2-1 0 0,0-1 1 0 0,0 1-1 0 0,0 0 1 0 0,-1 0 0 0 0,0 0-1 0 0,0 1 1 0 0,-9-5 0 0 0,10 7-25 0 0,-1 0 0 0 0,1 1 1 0 0,-1-1-1 0 0,0 1 0 0 0,0 1 1 0 0,0-1-1 0 0,0 1 1 0 0,0 0-1 0 0,0 1 0 0 0,0 0 1 0 0,-1 0-1 0 0,1 0 0 0 0,0 1 1 0 0,0 0-1 0 0,0 0 1 0 0,0 1-1 0 0,-13 5 0 0 0,2 1-723 0 0,0 1 0 0 0,0 0-1 0 0,0 2 1 0 0,2 0 0 0 0,-1 1-1 0 0,2 1 1 0 0,-21 19 0 0 0,-90 112-10107 0 0,114-130 9125 0 0,-37 49-8645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25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85 102 608 0 0,'1'0'271'0'0,"5"-18"3943"0"0,-1-13 7831 0 0,-21 47-11619 0 0,3 7-350 0 0,2 0 1 0 0,0 1-1 0 0,1 0 0 0 0,2 0 1 0 0,0 1-1 0 0,2 0 1 0 0,-4 32-1 0 0,8-43-56 0 0,1 1 0 0 0,1 0 0 0 0,0-1 0 0 0,1 1 0 0 0,1-1-1 0 0,4 18 1 0 0,-4-23 6 0 0,1 1 0 0 0,1-1 1 0 0,0 1-1 0 0,0-1 0 0 0,0 0 0 0 0,1-1 0 0 0,1 1 0 0 0,0-1 0 0 0,12 14 0 0 0,-13-17 34 0 0,0 0-1 0 0,1 0 1 0 0,-1-1 0 0 0,1 0-1 0 0,0 0 1 0 0,1 0 0 0 0,-1 0-1 0 0,1-1 1 0 0,-1 0 0 0 0,1-1-1 0 0,0 0 1 0 0,0 0 0 0 0,0 0 0 0 0,1-1-1 0 0,-1 0 1 0 0,0 0 0 0 0,0 0-1 0 0,1-1 1 0 0,-1-1 0 0 0,0 1-1 0 0,1-1 1 0 0,-1 0 0 0 0,0-1-1 0 0,0 0 1 0 0,0 0 0 0 0,9-4-1 0 0,-2 0 124 0 0,0-1-1 0 0,0 0 0 0 0,-1 0 0 0 0,-1-1 0 0 0,1-1 1 0 0,-1-1-1 0 0,-1 1 0 0 0,0-2 0 0 0,0 1 0 0 0,-1-2 1 0 0,16-22-1 0 0,-15 17-80 0 0,-2 0 1 0 0,0-1-1 0 0,-1 0 1 0 0,0-1-1 0 0,-2 0 1 0 0,0 0-1 0 0,-1-1 1 0 0,3-27-1 0 0,-7 35-58 0 0,0 0 0 0 0,-1 0-1 0 0,-1-1 1 0 0,0 1 0 0 0,0 0-1 0 0,-5-18 1 0 0,4 23-29 0 0,-1-1 1 0 0,0 1-1 0 0,0 0 1 0 0,0-1-1 0 0,-1 2 1 0 0,0-1-1 0 0,0 0 1 0 0,-1 1-1 0 0,0 0 0 0 0,-10-11 1 0 0,10 13-121 0 0,-1-1 0 0 0,1 1 0 0 0,-1 0 0 0 0,0 1 0 0 0,0 0 0 0 0,0-1 0 0 0,-9-2-1 0 0,10 5-440 0 0,0-1-1 0 0,-1 1 0 0 0,1 0 0 0 0,0 0 0 0 0,0 0 0 0 0,0 1 0 0 0,-1 0 0 0 0,1 0 0 0 0,-8 1 0 0 0,12-1 397 0 0,0 0 0 0 0,0 1 1 0 0,0-1-1 0 0,0 0 0 0 0,0 1 1 0 0,0-1-1 0 0,0 1 0 0 0,1-1 0 0 0,-1 1 1 0 0,0-1-1 0 0,0 1 0 0 0,0 0 0 0 0,1-1 1 0 0,-1 1-1 0 0,0 0 0 0 0,1 0 0 0 0,-1-1 1 0 0,1 1-1 0 0,-1 0 0 0 0,0 2 0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26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13 432 0 0,'-17'-12'13813'0'0,"16"13"-13742"0"0,0 0 1 0 0,0 0-1 0 0,0 1 0 0 0,0-1 0 0 0,0 0 0 0 0,0 1 0 0 0,0-1 0 0 0,1 1 1 0 0,-1-1-1 0 0,1 1 0 0 0,-1-1 0 0 0,1 1 0 0 0,-1-1 0 0 0,1 1 0 0 0,0-1 0 0 0,-1 1 1 0 0,1 0-1 0 0,0 2 0 0 0,1 41 647 0 0,0-24-493 0 0,-1-21-227 0 0,7 230 1186 0 0,10-115-3058 0 0,-11-87-1874 0 0,19 53-1 0 0,-12-54-2198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27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68 1988 0 0,'-2'-1'1721'0'0,"-4"-1"-155"0"0,0 0-1 0 0,1-1 1 0 0,-1 0-1 0 0,-8-6 876 0 0,11 6-1320 0 0,-1 0 0 0 0,0 1 0 0 0,1 0 1 0 0,-1-1-1 0 0,-6-1 0 0 0,9 4-1113 0 0,0-1-1 0 0,0 1 0 0 0,1 0 1 0 0,-1 0-1 0 0,0 0 1 0 0,0 1-1 0 0,0-1 1 0 0,0 0-1 0 0,0 0 0 0 0,0 0 1 0 0,0 1-1 0 0,0-1 1 0 0,0 0-1 0 0,0 1 1 0 0,0-1-1 0 0,1 1 0 0 0,-1-1 1 0 0,0 1-1 0 0,0-1 1 0 0,1 1-1 0 0,-1 0 1 0 0,0-1-1 0 0,1 1 0 0 0,-1 0 1 0 0,0 0-1 0 0,1-1 1 0 0,-1 1-1 0 0,1 0 1 0 0,-1 0-1 0 0,1 0 0 0 0,0 0 1 0 0,-1 0-1 0 0,1 0 1 0 0,0 1-1 0 0,-20 54 46 0 0,3 1 0 0 0,2 1 0 0 0,-10 84-1 0 0,24-133-44 0 0,0 0 1 0 0,1 0-1 0 0,0 0 0 0 0,0 0 0 0 0,1 0 0 0 0,0 0 0 0 0,1-1 0 0 0,0 1 0 0 0,3 10 0 0 0,-3-15 4 0 0,0 1 0 0 0,0-1 0 0 0,1 0 0 0 0,-1 0 0 0 0,1 0 0 0 0,0 0 1 0 0,0-1-1 0 0,0 1 0 0 0,0-1 0 0 0,1 0 0 0 0,-1 0 0 0 0,1 0 0 0 0,0 0 0 0 0,0 0 1 0 0,0-1-1 0 0,0 0 0 0 0,1 0 0 0 0,7 3 0 0 0,0-2 4 0 0,0-1-1 0 0,-1 0 0 0 0,1 0 1 0 0,0-1-1 0 0,0-1 0 0 0,0 0 1 0 0,0-1-1 0 0,0 0 0 0 0,0-1 1 0 0,0 0-1 0 0,0-1 1 0 0,-1 0-1 0 0,1-1 0 0 0,-1 0 1 0 0,16-9-1 0 0,-9 4 36 0 0,0-1 0 0 0,-1-1 0 0 0,0-1 0 0 0,0 0 0 0 0,-1-1 0 0 0,-1-1 0 0 0,0 0 0 0 0,15-21 1 0 0,-19 22 86 0 0,-2 0 0 0 0,0-1 1 0 0,-1-1-1 0 0,0 1 1 0 0,-1-1-1 0 0,-1 0 0 0 0,0-1 1 0 0,7-29-1 0 0,-12 37-105 0 0,0 1 0 0 0,0-1 0 0 0,0 0 0 0 0,-1 1 0 0 0,0-1 0 0 0,-1 0 0 0 0,0 1 0 0 0,0-1 0 0 0,0 1 0 0 0,-1-1 0 0 0,0 1 0 0 0,-1-1 0 0 0,1 1-1 0 0,-1 0 1 0 0,-1 0 0 0 0,0 1 0 0 0,1-1 0 0 0,-2 1 0 0 0,1-1 0 0 0,-11-10 0 0 0,10 13-49 0 0,0 0 0 0 0,0 0 0 0 0,0 0 0 0 0,0 1 0 0 0,-1 0 0 0 0,0 0 0 0 0,1 0 0 0 0,-1 1 0 0 0,0 0 1 0 0,-7-2-1 0 0,-7 0-1354 0 0,-35-3 1 0 0,54 6 1225 0 0,-2 1-708 0 0,2 0 627 0 0,0-1-1 0 0,0 1 0 0 0,0 0 0 0 0,-1 0 1 0 0,1-1-1 0 0,0 1 0 0 0,0 0 0 0 0,0 0 1 0 0,0 0-1 0 0,-1 0 0 0 0,1 0 0 0 0,0 0 0 0 0,0 1 1 0 0,0-1-1 0 0,0 0 0 0 0,-1 1 0 0 0,1-1 1 0 0,0 1-1 0 0,0-1 0 0 0,0 1 0 0 0,0-1 1 0 0,-2 2-1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27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388 119 104 0 0,'2'-8'1684'0'0,"0"0"0"0"0,-1 1-1 0 0,-1-1 1 0 0,1 0 0 0 0,-1 1 0 0 0,-1-15 0 0 0,0 4 670 0 0,1 16-2056 0 0,0 0 0 0 0,-1-1 1 0 0,1 1-1 0 0,0 0 0 0 0,-1 0 1 0 0,1 0-1 0 0,-1 0 0 0 0,1 1 1 0 0,-1-1-1 0 0,0 0 0 0 0,-1-2 1 0 0,2 3-278 0 0,-1 1 0 0 0,1-1 0 0 0,0 1 0 0 0,-1 0 1 0 0,1-1-1 0 0,-1 1 0 0 0,1-1 0 0 0,-1 1 1 0 0,1 0-1 0 0,-1-1 0 0 0,1 1 0 0 0,-1 0 0 0 0,1 0 1 0 0,-1-1-1 0 0,1 1 0 0 0,-1 0 0 0 0,1 0 1 0 0,-1 0-1 0 0,1 0 0 0 0,-1-1 0 0 0,0 1 0 0 0,1 0 1 0 0,-1 0-1 0 0,1 0 0 0 0,-1 0 0 0 0,1 1 1 0 0,-1-1-1 0 0,0 0 0 0 0,1 0 0 0 0,-1 0 0 0 0,1 0 1 0 0,-1 0-1 0 0,1 1 0 0 0,-1-1 0 0 0,1 0 1 0 0,-1 1-1 0 0,0 0 0 0 0,-11 7 28 0 0,1 1-1 0 0,0 1 1 0 0,1 0 0 0 0,0 0 0 0 0,0 1-1 0 0,1 0 1 0 0,-15 25 0 0 0,5-3 27 0 0,-28 67 1 0 0,41-83-45 0 0,0 0 0 0 0,1 1 0 0 0,1 0 0 0 0,0-1 0 0 0,2 1 0 0 0,-1 23 1 0 0,2-29-2 0 0,2 1 1 0 0,-1-1-1 0 0,2 0 1 0 0,0 1-1 0 0,0-1 1 0 0,1 0-1 0 0,1 0 1 0 0,0 0-1 0 0,0-1 1 0 0,7 12-1 0 0,-8-18 27 0 0,-1-1-1 0 0,1 0 0 0 0,0 0 1 0 0,0 0-1 0 0,1 0 0 0 0,-1 0 1 0 0,1-1-1 0 0,0 0 0 0 0,0 0 1 0 0,0 0-1 0 0,0 0 0 0 0,0 0 1 0 0,1-1-1 0 0,-1 0 1 0 0,1 0-1 0 0,0 0 0 0 0,0 0 1 0 0,-1-1-1 0 0,1 0 0 0 0,0 0 1 0 0,0 0-1 0 0,0 0 0 0 0,0-1 1 0 0,1 0-1 0 0,-1 0 0 0 0,0-1 1 0 0,5 0-1 0 0,0-1 98 0 0,-1 0 0 0 0,0 0 0 0 0,0-1 0 0 0,0 0 0 0 0,0-1 0 0 0,-1 0 0 0 0,1-1 0 0 0,-1 1 0 0 0,0-1-1 0 0,0-1 1 0 0,-1 0 0 0 0,0 0 0 0 0,12-13 0 0 0,-7 6-14 0 0,-1-1 0 0 0,-1-1-1 0 0,-1 1 1 0 0,0-2 0 0 0,0 1 0 0 0,-2-1 0 0 0,0 0-1 0 0,-1-1 1 0 0,0 0 0 0 0,-2 0 0 0 0,4-21 0 0 0,-7 28-118 0 0,0 1 0 0 0,0 0 0 0 0,-1 0 0 0 0,-1-1 0 0 0,0 1 0 0 0,0 0 0 0 0,0 0 0 0 0,-1 0 0 0 0,-1 0 0 0 0,1 0 0 0 0,-1 0 0 0 0,-1 0 0 0 0,0 1 0 0 0,0 0 0 0 0,-1 0 0 0 0,0 0 0 0 0,0 0 0 0 0,-1 1 0 0 0,1 0 0 0 0,-2 0 0 0 0,1 0 0 0 0,-14-10 0 0 0,7 8-313 0 0,1 1 0 0 0,-1 1 0 0 0,0 0 0 0 0,0 1 0 0 0,-1 0 0 0 0,0 1 0 0 0,0 0 0 0 0,0 2 0 0 0,0-1 0 0 0,-1 2 0 0 0,0 0 0 0 0,-19-1 0 0 0,3 4-1136 0 0,0 0 0 0 0,1 2 0 0 0,0 1-1 0 0,-60 17 1 0 0,27-3-1179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29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90 204 1612 0 0,'-3'-71'10741'0'0,"2"69"-10067"0"0,0-5 33 0 0,1 7-675 0 0,0-1-1 0 0,0 1 1 0 0,0 0 0 0 0,0 0-1 0 0,0 0 1 0 0,0 0 0 0 0,0-1-1 0 0,0 1 1 0 0,0 0-1 0 0,0 0 1 0 0,0 0 0 0 0,0 0-1 0 0,0-1 1 0 0,0 1 0 0 0,0 0-1 0 0,0 0 1 0 0,0 0 0 0 0,0 0-1 0 0,0 0 1 0 0,0-1-1 0 0,0 1 1 0 0,-1 0 0 0 0,1 0-1 0 0,0 0 1 0 0,0 0 0 0 0,0 0-1 0 0,0 0 1 0 0,0 0 0 0 0,0-1-1 0 0,-1 1 1 0 0,1 0-1 0 0,0 0 1 0 0,0 0 0 0 0,0 0-1 0 0,0 0 1 0 0,0 0 0 0 0,-1 0-1 0 0,1 0 1 0 0,0 0 0 0 0,0 0-1 0 0,0 0 1 0 0,0 0-1 0 0,-1 0 1 0 0,1 0 0 0 0,0 0-1 0 0,-3 2 13 0 0,1 1 0 0 0,0-1-1 0 0,-1 1 1 0 0,1 0 0 0 0,0-1-1 0 0,1 1 1 0 0,-1 0 0 0 0,0 0-1 0 0,1 0 1 0 0,-2 5 0 0 0,-11 41 411 0 0,7-22-251 0 0,-4 11 140 0 0,-9 57-1 0 0,18-75-272 0 0,0-1 0 0 0,1 0 0 0 0,1 1 0 0 0,1-1 0 0 0,3 21 0 0 0,-3-32-54 0 0,1-1 1 0 0,0 1-1 0 0,0-1 1 0 0,0 0-1 0 0,1 0 1 0 0,0 0-1 0 0,1 0 1 0 0,0-1-1 0 0,0 1 1 0 0,0-1 0 0 0,1 0-1 0 0,-1 0 1 0 0,2 0-1 0 0,-1-1 1 0 0,0 0-1 0 0,1 0 1 0 0,0 0-1 0 0,0-1 1 0 0,1 0-1 0 0,13 7 1 0 0,-9-6 8 0 0,1-1 0 0 0,0-1-1 0 0,0 1 1 0 0,1-2 0 0 0,-1 0 0 0 0,1 0 0 0 0,-1-1 0 0 0,1-1 0 0 0,-1 0 0 0 0,1-1-1 0 0,23-4 1 0 0,-24 4 78 0 0,-1-2 0 0 0,1 0 0 0 0,-1 0 0 0 0,0-1 0 0 0,0 0 0 0 0,0-1 0 0 0,-1 0 0 0 0,1-1 0 0 0,-1 0 0 0 0,-1 0 0 0 0,1-1 0 0 0,-1 0 0 0 0,0-1 0 0 0,-1 0 0 0 0,0-1 0 0 0,0 0 0 0 0,-1 0 0 0 0,0 0 0 0 0,0-1 0 0 0,-1 0 0 0 0,-1 0 0 0 0,1-1 0 0 0,-2 0 0 0 0,1 0 0 0 0,4-19 0 0 0,-6 10-66 0 0,0 1 1 0 0,-1-1-1 0 0,-1 0 0 0 0,0 0 1 0 0,-2 1-1 0 0,0-1 0 0 0,-2 0 1 0 0,0 1-1 0 0,-6-21 0 0 0,4 23-34 0 0,0 0-1 0 0,-1 1 0 0 0,-1 0 0 0 0,0 0 0 0 0,-1 0 0 0 0,-1 1 0 0 0,-1 0 0 0 0,0 1 0 0 0,-1 0 0 0 0,-17-18 0 0 0,23 28-70 0 0,0 0 1 0 0,-1 0-1 0 0,0 0 0 0 0,0 0 0 0 0,0 1 0 0 0,0 0 0 0 0,0 0 1 0 0,-1 1-1 0 0,1 0 0 0 0,-1 0 0 0 0,1 0 0 0 0,-1 1 0 0 0,0 0 1 0 0,-8 0-1 0 0,12 1-128 0 0,1 0 1 0 0,-1 0-1 0 0,0 0 0 0 0,0 0 1 0 0,0 1-1 0 0,0-1 0 0 0,0 1 1 0 0,1 0-1 0 0,-1 0 1 0 0,0 0-1 0 0,0 0 0 0 0,1 0 1 0 0,-1 1-1 0 0,1-1 0 0 0,-1 1 1 0 0,1 0-1 0 0,0-1 1 0 0,0 1-1 0 0,0 0 0 0 0,0 0 1 0 0,0 1-1 0 0,0-1 1 0 0,0 0-1 0 0,1 1 0 0 0,-1-1 1 0 0,1 1-1 0 0,-1-1 0 0 0,1 1 1 0 0,0 0-1 0 0,0-1 1 0 0,0 1-1 0 0,1 0 0 0 0,-1 0 1 0 0,1 0-1 0 0,-1 3 1 0 0,1-4-234 0 0,0 1 1 0 0,-1-1-1 0 0,1 1 1 0 0,0 0-1 0 0,1-1 1 0 0,-1 1 0 0 0,0-1-1 0 0,1 1 1 0 0,0 0-1 0 0,-1-1 1 0 0,1 0 0 0 0,0 1-1 0 0,0-1 1 0 0,0 1-1 0 0,2 1 1 0 0,8 10-3563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29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59 1716 0 0,'-2'-19'11294'0'0,"2"19"-11220"0"0,-10 11 1166 0 0,-10 20-564 0 0,-12 25 700 0 0,-44 109-1 0 0,67-144-1277 0 0,2 1 0 0 0,1 1 0 0 0,1-1 0 0 0,0 1 0 0 0,2 0 0 0 0,1 0 0 0 0,0 0-1 0 0,4 38 1 0 0,-2-53-68 0 0,2-1 0 0 0,-1 0-1 0 0,1 1 1 0 0,0-1 0 0 0,0 0-1 0 0,1 0 1 0 0,0 0 0 0 0,0 0-1 0 0,1 0 1 0 0,0-1 0 0 0,0 1-1 0 0,0-1 1 0 0,1 0-1 0 0,6 5 1 0 0,-6-6 7 0 0,0-1 1 0 0,1 0-1 0 0,-1 0 0 0 0,1-1 1 0 0,0 1-1 0 0,0-1 0 0 0,0-1 1 0 0,1 1-1 0 0,-1-1 0 0 0,1 0 1 0 0,-1 0-1 0 0,1-1 0 0 0,0 0 1 0 0,0 0-1 0 0,11-1 0 0 0,-6 0 87 0 0,0-1 1 0 0,0 0-1 0 0,0-1 0 0 0,-1 0 0 0 0,1-1 0 0 0,-1 0 0 0 0,0-1 0 0 0,0 0 0 0 0,0-1 0 0 0,0 0 0 0 0,18-13 0 0 0,-16 9-19 0 0,0-1 0 0 0,-1-1 0 0 0,-1 0 0 0 0,0 0 1 0 0,0-2-1 0 0,-1 1 0 0 0,-1-1 0 0 0,10-17 0 0 0,-8 9-51 0 0,0-1 0 0 0,-2 0 0 0 0,0-1 0 0 0,-2 0 1 0 0,0 0-1 0 0,-1-1 0 0 0,-2 0 0 0 0,0 0 0 0 0,-2 0 0 0 0,0 0 0 0 0,-4-40 0 0 0,1 53-49 0 0,-1-1-1 0 0,0 1 1 0 0,-1 0-1 0 0,0 1 1 0 0,-1-1-1 0 0,0 0 1 0 0,0 1-1 0 0,-1 0 1 0 0,-1 0-1 0 0,-9-14 1 0 0,10 18-141 0 0,-1-1 0 0 0,1 1 0 0 0,-1 0 0 0 0,-1 0 0 0 0,1 1 0 0 0,-1 0 0 0 0,1 0 1 0 0,-2 0-1 0 0,1 1 0 0 0,0 0 0 0 0,-1 1 0 0 0,0-1 0 0 0,1 2 0 0 0,-12-4 0 0 0,16 6-111 0 0,0-1 0 0 0,0 1 1 0 0,0 0-1 0 0,0 0 0 0 0,1 0 0 0 0,-1 0 0 0 0,0 0 0 0 0,0 1 0 0 0,0 0 0 0 0,1-1 1 0 0,-1 1-1 0 0,0 0 0 0 0,1 0 0 0 0,-1 0 0 0 0,1 1 0 0 0,-1-1 0 0 0,1 0 0 0 0,-3 3 0 0 0,2-2-433 0 0,1 0 0 0 0,0 0 0 0 0,0 0-1 0 0,0 0 1 0 0,1 0 0 0 0,-1 1 0 0 0,0-1-1 0 0,1 0 1 0 0,0 1 0 0 0,-3 4-1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33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72 133 536 0 0,'-13'-53'6392'0'0,"9"33"-2008"0"0,-13-40 894 0 0,10 80-4132 0 0,-10 435 2907 0 0,12-413-4099 0 0,-3 61-219 0 0,7-89-1201 0 0,2 1 0 0 0,0 0 0 0 0,0-1 0 0 0,7 27 0 0 0,-8-39 686 0 0,2 5-27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35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303 125 2096 0 0,'-5'-6'1548'0'0,"4"4"-1220"0"0,-1 0-1 0 0,1 1 1 0 0,0-1 0 0 0,0 0-1 0 0,-1 1 1 0 0,1 0 0 0 0,0-1-1 0 0,-1 1 1 0 0,0 0 0 0 0,1 0-1 0 0,-1 0 1 0 0,0 0 0 0 0,1 0-1 0 0,-1 0 1 0 0,0 0 0 0 0,0 1-1 0 0,0-1 1 0 0,0 1 0 0 0,0-1-1 0 0,0 1 1 0 0,1 0 0 0 0,-1-1-1 0 0,0 1 1 0 0,0 0-1 0 0,-2 1 1 0 0,-5 2-51 0 0,1 2 0 0 0,-1-1 1 0 0,1 1-1 0 0,1 0 0 0 0,-1 1 0 0 0,1 0 0 0 0,0 0 1 0 0,0 1-1 0 0,0 0 0 0 0,-9 14 0 0 0,-9 12 562 0 0,-20 41-1 0 0,40-66-738 0 0,-11 19 166 0 0,2 0 0 0 0,0 2 0 0 0,-12 39-1 0 0,23-58-213 0 0,0 0 0 0 0,0 1 0 0 0,1 0 0 0 0,0 0 0 0 0,1 0 0 0 0,1 0-1 0 0,-1 0 1 0 0,2-1 0 0 0,-1 1 0 0 0,2 0 0 0 0,-1 0 0 0 0,7 20-1 0 0,-6-25-17 0 0,0-1 0 0 0,1 0 0 0 0,0 0 0 0 0,0 0 0 0 0,0 0 0 0 0,0 0 0 0 0,1-1 0 0 0,0 0 0 0 0,0 1 0 0 0,0-1 0 0 0,0-1 0 0 0,1 1 0 0 0,-1-1 0 0 0,6 4 0 0 0,-2-3 12 0 0,0 0 1 0 0,1-1-1 0 0,-1 0 0 0 0,1 0 0 0 0,-1-1 1 0 0,1 0-1 0 0,0 0 0 0 0,12 0 0 0 0,-1-1 87 0 0,-1-2-1 0 0,1 0 0 0 0,0-1 0 0 0,0-1 0 0 0,-1-1 0 0 0,0 0 0 0 0,30-12 0 0 0,-34 10-35 0 0,-1-1-1 0 0,0 0 1 0 0,0-1-1 0 0,-1-1 1 0 0,0 0-1 0 0,-1-1 1 0 0,0 0-1 0 0,0-1 1 0 0,-1 0 0 0 0,0-1-1 0 0,-1 0 1 0 0,0-1-1 0 0,-1 0 1 0 0,-1-1-1 0 0,0 1 1 0 0,-1-2-1 0 0,0 1 1 0 0,-1-1-1 0 0,-1 0 1 0 0,0 0-1 0 0,-1 0 1 0 0,-1-1-1 0 0,-1 1 1 0 0,0-1 0 0 0,0 0-1 0 0,-2 0 1 0 0,-1-24-1 0 0,-1 22-71 0 0,-1 1 0 0 0,0-1 0 0 0,-1 0 0 0 0,-1 1 0 0 0,0-1 0 0 0,-2 1 0 0 0,0 1-1 0 0,0-1 1 0 0,-2 2 0 0 0,-19-29 0 0 0,23 38-20 0 0,0-1 0 0 0,-1 1 0 0 0,0 0 0 0 0,-1 0 0 0 0,1 1 1 0 0,-1 0-1 0 0,0 0 0 0 0,0 1 0 0 0,0 0 0 0 0,-16-7 0 0 0,16 9-5 0 0,0 0 0 0 0,0 1 1 0 0,0 0-1 0 0,0 0 0 0 0,0 0 1 0 0,-1 1-1 0 0,1 0 0 0 0,0 0 1 0 0,0 1-1 0 0,-1 0 0 0 0,1 0 1 0 0,0 1-1 0 0,0 0 0 0 0,-9 3 1 0 0,7-1-132 0 0,0 0 0 0 0,0 0 0 0 0,0 1-1 0 0,0 0 1 0 0,1 1 0 0 0,0 0 0 0 0,0 0 0 0 0,1 0 0 0 0,0 1 0 0 0,0 0 0 0 0,-9 12 0 0 0,13-14-116 0 0,0-1 0 0 0,0 1 0 0 0,0 0 1 0 0,1 0-1 0 0,0 0 0 0 0,0 0 0 0 0,0 0 1 0 0,1 0-1 0 0,-1 1 0 0 0,1-1 1 0 0,0 1-1 0 0,1-1 0 0 0,0 1 0 0 0,-1-1 1 0 0,2 1-1 0 0,-1-1 0 0 0,1 1 0 0 0,0-1 1 0 0,0 0-1 0 0,0 1 0 0 0,1-1 1 0 0,2 7-1 0 0,-1-6-431 0 0,0 0 0 0 0,1 0-1 0 0,-1 0 1 0 0,1-1 0 0 0,0 0 0 0 0,1 1 0 0 0,-1-1 0 0 0,1-1 0 0 0,0 1 0 0 0,0-1 0 0 0,8 5-1 0 0,17 11-5278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35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235 121 1536 0 0,'0'-3'2463'0'0,"0"1"-2045"0"0,0 0-1 0 0,-1 1 1 0 0,1-1-1 0 0,-1 0 1 0 0,1 1-1 0 0,-1-1 1 0 0,1 0-1 0 0,-1 1 1 0 0,0-1-1 0 0,0 1 1 0 0,0-1-1 0 0,0 1 1 0 0,0-1-1 0 0,0 1 1 0 0,0 0-1 0 0,0-1 1 0 0,0 1-1 0 0,-1 0 1 0 0,1 0-1 0 0,-1 0 1 0 0,1 0-1 0 0,-1 0 1 0 0,-2-1-1 0 0,2 1-239 0 0,0 1 0 0 0,0-1 0 0 0,-1 1 0 0 0,1 0 0 0 0,0-1 0 0 0,0 1 0 0 0,-1 0 0 0 0,1 0 0 0 0,0 1 0 0 0,-1-1 0 0 0,1 0 0 0 0,0 1 0 0 0,0-1 0 0 0,0 1 0 0 0,-1 0 0 0 0,1 0-1 0 0,0 0 1 0 0,0 0 0 0 0,-4 2 0 0 0,-2 4 38 0 0,-1 0 1 0 0,1 1-1 0 0,0-1 0 0 0,0 2 0 0 0,1-1 0 0 0,0 1 1 0 0,1 0-1 0 0,0 0 0 0 0,-10 20 0 0 0,2 3 126 0 0,-19 62 0 0 0,24-65-253 0 0,2 1 0 0 0,1 1 0 0 0,-2 38 0 0 0,7-55-49 0 0,0 0 0 0 0,1-1-1 0 0,1 1 1 0 0,1 0-1 0 0,0 0 1 0 0,0-1-1 0 0,1 1 1 0 0,1-1-1 0 0,10 23 1 0 0,-12-32-11 0 0,0 0 0 0 0,0 0 0 0 0,1 0 0 0 0,0 0 0 0 0,0 0 0 0 0,0-1 0 0 0,0 1 0 0 0,1-1 0 0 0,-1 0 0 0 0,1 0 0 0 0,0 0 0 0 0,-1 0 0 0 0,2-1 0 0 0,-1 1 0 0 0,0-1 0 0 0,6 2 0 0 0,-3-2 24 0 0,-1-1 0 0 0,1 1-1 0 0,0-1 1 0 0,0-1-1 0 0,0 1 1 0 0,0-1-1 0 0,0 0 1 0 0,0-1 0 0 0,0 1-1 0 0,8-3 1 0 0,0-1 97 0 0,0 0 1 0 0,0-2-1 0 0,0 1 1 0 0,0-2-1 0 0,-1 0 1 0 0,0 0-1 0 0,0-2 1 0 0,-1 0-1 0 0,13-11 1 0 0,-13 7-23 0 0,0 0 0 0 0,0-2-1 0 0,-2 0 1 0 0,1 0 0 0 0,-2-1 0 0 0,0 0 0 0 0,-1-1 0 0 0,-1 0 0 0 0,0 0-1 0 0,-2-1 1 0 0,0 0 0 0 0,0 0 0 0 0,-2 0 0 0 0,0-1 0 0 0,-2 0 0 0 0,0 1 0 0 0,0-35-1 0 0,-4 39-87 0 0,0-1 0 0 0,-1 0 0 0 0,-1 1 0 0 0,0-1 0 0 0,0 1 0 0 0,-2 0 0 0 0,0 1 0 0 0,0-1 0 0 0,-1 1 0 0 0,-1 0 0 0 0,-15-19-1 0 0,16 24-70 0 0,1 0-1 0 0,-1 0 0 0 0,-1 1 0 0 0,0 0 0 0 0,0 0 0 0 0,0 1 1 0 0,-1 0-1 0 0,0 0 0 0 0,0 1 0 0 0,0 0 0 0 0,-1 1 0 0 0,1 0 1 0 0,-1 0-1 0 0,0 1 0 0 0,0 0 0 0 0,-1 1 0 0 0,-13-1 0 0 0,20 2-172 0 0,1 1 0 0 0,0 0 0 0 0,-1 0-1 0 0,1 1 1 0 0,-1-1 0 0 0,1 1 0 0 0,-1 0-1 0 0,1 0 1 0 0,0 0 0 0 0,-1 0 0 0 0,1 0-1 0 0,0 1 1 0 0,0-1 0 0 0,0 1 0 0 0,0 0-1 0 0,0 0 1 0 0,0 0 0 0 0,1 0 0 0 0,-4 5-1 0 0,4-5-38 0 0,1 0 0 0 0,0 0-1 0 0,0 0 1 0 0,0 0 0 0 0,0 0 0 0 0,0 0-1 0 0,1 0 1 0 0,-1 1 0 0 0,1-1 0 0 0,-1 0-1 0 0,1 0 1 0 0,0 1 0 0 0,0-1 0 0 0,0 0-1 0 0,0 1 1 0 0,0-1 0 0 0,0 0-1 0 0,1 1 1 0 0,-1-1 0 0 0,1 0 0 0 0,0 0-1 0 0,0 0 1 0 0,0 1 0 0 0,0-1 0 0 0,0 0-1 0 0,0 0 1 0 0,0 0 0 0 0,0 0-1 0 0,1-1 1 0 0,1 3 0 0 0,14 13-4467 0 0,4-2-2510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36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82 776 0 0,'-28'-21'10386'0'0,"3"-4"-3390"0"0,14 23-6010 0 0,7 6-881 0 0,0 0 0 0 0,0 0 0 0 0,1 0 1 0 0,0 1-1 0 0,0-1 0 0 0,0 1 0 0 0,1 0 1 0 0,-3 6-1 0 0,-17 48 414 0 0,18-48-426 0 0,-6 19 55 0 0,2 1-1 0 0,0 0 1 0 0,-4 51 0 0 0,11-71-114 0 0,0 1 0 0 0,1 0 0 0 0,0 0 0 0 0,1-1 0 0 0,1 1 0 0 0,0-1 0 0 0,0 1-1 0 0,1-1 1 0 0,1 0 0 0 0,-1 0 0 0 0,2 0 0 0 0,0 0 0 0 0,7 12 0 0 0,-6-16 27 0 0,0 0 1 0 0,0 0 0 0 0,1 0 0 0 0,0-1-1 0 0,0 0 1 0 0,0-1 0 0 0,1 1 0 0 0,0-1-1 0 0,0-1 1 0 0,0 1 0 0 0,0-1 0 0 0,1-1-1 0 0,0 0 1 0 0,-1 0 0 0 0,1 0 0 0 0,0-1-1 0 0,1-1 1 0 0,-1 0 0 0 0,0 0 0 0 0,13-1-1 0 0,-14 1 88 0 0,1-2 0 0 0,-1 1 0 0 0,0-1 0 0 0,0 0 0 0 0,0-1 0 0 0,0 0 0 0 0,0-1 1 0 0,0 1-1 0 0,0-1 0 0 0,-1-1 0 0 0,1 1 0 0 0,-1-1 0 0 0,0-1 0 0 0,0 1 0 0 0,-1-1 0 0 0,1 0 0 0 0,-1-1 0 0 0,0 0 0 0 0,-1 0 0 0 0,1 0 0 0 0,-1 0 0 0 0,9-15 0 0 0,-8 7-69 0 0,-1 0-1 0 0,0 0 1 0 0,-1-1-1 0 0,0 0 1 0 0,-1 1-1 0 0,-1-1 1 0 0,0-1-1 0 0,-1 1 1 0 0,0 0-1 0 0,-2 0 1 0 0,0 0-1 0 0,-4-21 1 0 0,2 19-62 0 0,0-1 0 0 0,-2 1 0 0 0,0 0 0 0 0,-1 0 0 0 0,-1 0 0 0 0,-1 1 1 0 0,0 0-1 0 0,-1 1 0 0 0,0 0 0 0 0,-15-17 0 0 0,17 24-220 0 0,0 0 0 0 0,0 1-1 0 0,-1 0 1 0 0,0 1 0 0 0,-1 0 0 0 0,1 0 0 0 0,-1 0 0 0 0,0 1 0 0 0,-1 1-1 0 0,-18-8 1 0 0,27 12 80 0 0,0 0-1 0 0,0 0 1 0 0,0 0-1 0 0,0 0 0 0 0,0 0 1 0 0,0 0-1 0 0,0 0 1 0 0,1 0-1 0 0,-1 0 0 0 0,0 0 1 0 0,0 0-1 0 0,0 1 1 0 0,0-1-1 0 0,0 0 0 0 0,0 1 1 0 0,0-1-1 0 0,1 1 1 0 0,-1-1-1 0 0,0 1 0 0 0,0-1 1 0 0,1 1-1 0 0,-1-1 1 0 0,0 1-1 0 0,1 0 0 0 0,-1-1 1 0 0,0 1-1 0 0,1 0 1 0 0,-1 0-1 0 0,1-1 0 0 0,-1 1 1 0 0,1 0-1 0 0,0 0 1 0 0,-1 0-1 0 0,1 0 0 0 0,0 0 1 0 0,0-1-1 0 0,-1 1 1 0 0,1 0-1 0 0,0 0 0 0 0,0 0 1 0 0,0 0-1 0 0,0 0 1 0 0,0 0-1 0 0,0 0 1 0 0,0 0-1 0 0,1 0 0 0 0,-1 0 1 0 0,0 0-1 0 0,0-1 1 0 0,1 1-1 0 0,-1 0 0 0 0,1 0 1 0 0,-1 0-1 0 0,1 0 1 0 0,-1-1-1 0 0,2 2 0 0 0,1 2-616 0 0,1 0 0 0 0,-1-1 0 0 0,1 1 0 0 0,0-1 0 0 0,1 0-1 0 0,-1 0 1 0 0,0 0 0 0 0,1-1 0 0 0,0 0 0 0 0,-1 0 0 0 0,1 0 0 0 0,7 2-1 0 0,15 3-5761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34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79 115 2432 0 0,'5'-6'1534'0'0,"0"1"0"0"0,1 1 0 0 0,0-1 0 0 0,0 1 0 0 0,8-4 0 0 0,-12 7-876 0 0,0 27 2253 0 0,-20 61-174 0 0,9-48-2205 0 0,2 1 0 0 0,1 0 0 0 0,0 49-1 0 0,6-78-493 0 0,0 0-1 0 0,1 1 0 0 0,1-1 0 0 0,-1 0 0 0 0,2 0 0 0 0,0 0 1 0 0,0 0-1 0 0,1-1 0 0 0,0 1 0 0 0,1-1 0 0 0,0 0 0 0 0,1-1 1 0 0,0 1-1 0 0,0-1 0 0 0,1 0 0 0 0,10 10 0 0 0,-13-15 33 0 0,0 0-1 0 0,1 0 1 0 0,-1-1-1 0 0,1 1 1 0 0,0-1-1 0 0,0 0 1 0 0,1 0-1 0 0,-1-1 1 0 0,0 0-1 0 0,1 0 1 0 0,0 0-1 0 0,-1 0 1 0 0,1-1-1 0 0,7 1 1 0 0,-5-2 60 0 0,-1 0 0 0 0,1 0-1 0 0,0-1 1 0 0,-1 0 0 0 0,1 0 0 0 0,0-1 0 0 0,-1 0-1 0 0,0 0 1 0 0,14-6 0 0 0,-9 2 40 0 0,-1 0 1 0 0,-1-1-1 0 0,1 0 0 0 0,-1 0 1 0 0,-1-1-1 0 0,1 0 1 0 0,-1-1-1 0 0,-1 0 0 0 0,1 0 1 0 0,-2-1-1 0 0,1 0 0 0 0,-1-1 1 0 0,7-13-1 0 0,-6 6-33 0 0,-1-1 0 0 0,-1 1 0 0 0,0-1 1 0 0,-2-1-1 0 0,0 1 0 0 0,-1 0 0 0 0,-1-1 0 0 0,0 0 0 0 0,-2 0 0 0 0,0 1 0 0 0,-5-28 1 0 0,4 36-135 0 0,-2 0 0 0 0,1 0 0 0 0,-1 0 0 0 0,-1 0 0 0 0,0 0 1 0 0,0 1-1 0 0,-1 0 0 0 0,0 0 0 0 0,-1 0 0 0 0,-1 0 1 0 0,1 1-1 0 0,-1 0 0 0 0,-1 0 0 0 0,1 1 0 0 0,-1 0 0 0 0,-1 1 1 0 0,0-1-1 0 0,0 2 0 0 0,0-1 0 0 0,-1 1 0 0 0,-11-5 0 0 0,11 7-358 0 0,1 1-1 0 0,-1 0 0 0 0,0 0 1 0 0,0 1-1 0 0,0 0 0 0 0,-1 1 1 0 0,1 0-1 0 0,0 1 0 0 0,0 0 1 0 0,-1 0-1 0 0,1 1 0 0 0,0 1 1 0 0,-17 4-1 0 0,0 2-2788 0 0,1 1-1 0 0,-1 2 0 0 0,-43 24 1 0 0,29-12-4037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36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2224 0 0,'78'-80'22749'0'0,"-78"79"-22646"0"0,1 1 0 0 0,-1 0 0 0 0,0-1 0 0 0,1 1 0 0 0,-1 0-1 0 0,0-1 1 0 0,1 1 0 0 0,-1 0 0 0 0,1-1 0 0 0,-1 1 0 0 0,1 0 0 0 0,-1 0 0 0 0,1-1 0 0 0,-1 1 0 0 0,1 0-1 0 0,-1 0 1 0 0,1 0 0 0 0,-1 0 0 0 0,2-1 0 0 0,-1 3-53 0 0,0 0-1 0 0,0 0 0 0 0,0 1 1 0 0,-1-1-1 0 0,1 0 1 0 0,0 0-1 0 0,-1 0 0 0 0,0 0 1 0 0,1 1-1 0 0,-1-1 1 0 0,0 0-1 0 0,0 5 0 0 0,-5 33 284 0 0,3-22-232 0 0,-24 185 700 0 0,-1 13-1104 0 0,20-71-4212 0 0,11-87-547 0 0,5-21-3197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37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70 20 0 0,'-19'-18'17054'0'0,"19"18"-16991"0"0,22-5 1208 0 0,25-1-573 0 0,78-11 257 0 0,-65 7-751 0 0,1 3 0 0 0,91 1 0 0 0,-145 6-206 0 0,0 0-1 0 0,0 1 0 0 0,0 0 1 0 0,-1 1-1 0 0,1 0 1 0 0,0 0-1 0 0,0 0 1 0 0,-1 1-1 0 0,0-1 0 0 0,1 2 1 0 0,-1-1-1 0 0,8 7 1 0 0,-8-5-1 0 0,0 1 1 0 0,0-1 0 0 0,-1 1 0 0 0,0 1 0 0 0,0-1-1 0 0,-1 1 1 0 0,0 0 0 0 0,0 0 0 0 0,0 0-1 0 0,4 13 1 0 0,1 8 243 0 0,-1 0 0 0 0,-2 1 0 0 0,7 57 0 0 0,-6 92 833 0 0,-6-151-930 0 0,-15 516 1929 0 0,-1-73-950 0 0,37 1060-440 0 0,-4-619-431 0 0,-7-231-95 0 0,-4-346-81 0 0,23 754 298 0 0,-11-596-216 0 0,28 678 590 0 0,-43-1109-711 0 0,4 187 119 0 0,-5-197 9 0 0,-2-50-149 0 0,-4 35 1037 0 0,3-35-1025 0 0,-1 0 0 0 0,0 0 1 0 0,0 0-1 0 0,0 0 0 0 0,0 0 0 0 0,0-1 0 0 0,0 1 0 0 0,0 0 1 0 0,-1 0-1 0 0,1-1 0 0 0,0 1 0 0 0,0-1 0 0 0,0 1 0 0 0,-1-1 1 0 0,1 1-1 0 0,0-1 0 0 0,-2 0 0 0 0,-30 5 73 0 0,24-4-63 0 0,-489 41-3270 0 0,-3-43-8155 0 0,424-4 6063 0 0,5-3-2843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38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0 748 0 0,'-3'1'2202'0'0,"-45"2"6282"0"0,45-3-7610 0 0,1 0-110 0 0,-9 1 69 0 0,-2 0 1551 0 0,29-2-1786 0 0,-13 1-583 0 0,101-5-567 0 0,-31 7-3219 0 0,-50 0 129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38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0 2596 0 0,'-49'34'5732'0'0,"37"-27"-4050"0"0,0 1-1 0 0,0 0 1 0 0,-11 12 0 0 0,21-19-1141 0 0,38 5 627 0 0,183-28-394 0 0,-3 1-5760 0 0,-170 16 890 0 0,-2 0-1956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07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12 1956 0 0,'7'-11'10503'0'0,"-6"11"-10114"0"0,1 14 1970 0 0,-5 29-3412 0 0,3-41 1574 0 0,-37 309 877 0 0,10-101-3470 0 0,27-207 1845 0 0,-6 38-2491 0 0,0-15-1925 0 0,1-12 634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08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0 207 296 0 0,'1'-12'1151'0'0,"0"-1"1"0"0,1 1-1 0 0,1 0 1 0 0,0 0-1 0 0,1 0 1 0 0,0 0-1 0 0,0 1 1 0 0,9-15-1 0 0,-9 20-973 0 0,0-1-1 0 0,0 1 0 0 0,1 1 1 0 0,0-1-1 0 0,0 0 0 0 0,1 1 1 0 0,0 0-1 0 0,-1 1 1 0 0,2-1-1 0 0,-1 1 0 0 0,0 0 1 0 0,1 1-1 0 0,0-1 1 0 0,13-4-1 0 0,-14 7-150 0 0,0-1 0 0 0,0 1 0 0 0,-1 0 0 0 0,1 0 0 0 0,0 1 0 0 0,0-1 0 0 0,0 2 0 0 0,0-1 0 0 0,0 0 0 0 0,0 1 0 0 0,0 0 0 0 0,-1 1 0 0 0,1-1 0 0 0,10 5 0 0 0,-12-4-14 0 0,0 0 1 0 0,0 0-1 0 0,0 0 1 0 0,-1 1-1 0 0,1-1 0 0 0,-1 1 1 0 0,1 0-1 0 0,-1 0 0 0 0,0 1 1 0 0,0-1-1 0 0,0 1 1 0 0,-1-1-1 0 0,1 1 0 0 0,-1 0 1 0 0,0 0-1 0 0,0 0 0 0 0,0 0 1 0 0,-1 0-1 0 0,1 0 1 0 0,0 5-1 0 0,0 1 10 0 0,-1 0 0 0 0,0 0 0 0 0,-1 0-1 0 0,0 0 1 0 0,-1 0 0 0 0,0 0 0 0 0,0 0 0 0 0,-1 0 0 0 0,0-1 0 0 0,-1 1 0 0 0,0 0-1 0 0,-1-1 1 0 0,-5 12 0 0 0,-4 2 74 0 0,-1 0-1 0 0,0-1 0 0 0,-2-1 1 0 0,-26 29-1 0 0,16-21 441 0 0,26-27-503 0 0,-1-2-25 0 0,1 0 0 0 0,0 0 0 0 0,-1 0 0 0 0,1 1 0 0 0,0-1 0 0 0,0 0 0 0 0,-1 1 0 0 0,1-1 0 0 0,0 0 0 0 0,0 1 0 0 0,0-1 0 0 0,-1 0 1 0 0,1 1-1 0 0,0-1 0 0 0,0 0 0 0 0,0 1 0 0 0,0-1 0 0 0,0 0 0 0 0,0 1 0 0 0,0-1 0 0 0,0 0 0 0 0,0 1 0 0 0,0-1 0 0 0,0 1 0 0 0,0-1 0 0 0,0 0 0 0 0,0 1 0 0 0,0-1 1 0 0,0 0-1 0 0,0 1 0 0 0,0-1 0 0 0,1 0 0 0 0,-1 1 0 0 0,0-1 0 0 0,0 0 0 0 0,0 1 0 0 0,1-1 0 0 0,-1 0 0 0 0,1 1 0 0 0,8 16 435 0 0,132 131 408 0 0,-133-139-863 0 0,73 84-711 0 0,-23-37-4656 0 0,-44-45 1819 0 0,3-2-1404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08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2872 0 0,'12'-35'16901'0'0,"-10"27"-15854"0"0,3 13-215 0 0,3 14-417 0 0,-1 18-255 0 0,-2 0 0 0 0,1 68 1 0 0,-5-82-161 0 0,0-7-351 0 0,-1 63-2215 0 0,-6-28-6845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08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1396 0 0,'22'-26'13510'0'0,"-20"23"-13215"0"0,0 1 1 0 0,1 1-1 0 0,-1-1 1 0 0,1 0-1 0 0,-1 0 1 0 0,1 1-1 0 0,0 0 0 0 0,0-1 1 0 0,0 1-1 0 0,-1 0 1 0 0,1 0-1 0 0,0 1 1 0 0,4-1-1 0 0,48-6 346 0 0,-28 5-276 0 0,18-3-115 0 0,65 3-1 0 0,-7 8-4758 0 0,-77-1-2359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08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29 3288 0 0,'-36'-27'17895'0'0,"32"26"-16121"0"0,3 1-1718 0 0,1 0-1 0 0,0 0 0 0 0,-1 0 0 0 0,1 0 0 0 0,0 0 0 0 0,-1 0 0 0 0,1 0 0 0 0,0 0 0 0 0,-1-1 1 0 0,1 1-1 0 0,0 0 0 0 0,-1 0 0 0 0,1 0 0 0 0,0 0 0 0 0,-1 1 0 0 0,1-1 0 0 0,0 0 1 0 0,0 0-1 0 0,-1 0 0 0 0,1 0 0 0 0,0 0 0 0 0,-1 0 0 0 0,1 0 0 0 0,0 1 0 0 0,-1-1 0 0 0,1 0 1 0 0,0 0-1 0 0,0 0 0 0 0,-1 1 0 0 0,1-1 0 0 0,0 0 0 0 0,0 0 0 0 0,0 1 0 0 0,-1-1 0 0 0,1 0 1 0 0,0 0-1 0 0,0 1 0 0 0,0-1 0 0 0,0 0 0 0 0,0 1 0 0 0,-1-1 0 0 0,1 0 0 0 0,0 1 1 0 0,0-1-1 0 0,0 0 0 0 0,0 1 0 0 0,0-1 0 0 0,0 0 0 0 0,0 1 0 0 0,0-1 0 0 0,0 0 0 0 0,0 1 1 0 0,0-1-1 0 0,0 0 0 0 0,1 1 0 0 0,-1-1 0 0 0,0 0 0 0 0,0 0 0 0 0,0 1 0 0 0,34 322 1548 0 0,-19-182-2362 0 0,-8-95-3930 0 0,1-1-6225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08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1608 0 0,'55'-65'15412'0'0,"-55"64"-15289"0"0,0 0 0 0 0,0 1 0 0 0,0-1 0 0 0,1 1 0 0 0,-1 0 0 0 0,0-1 0 0 0,1 1 0 0 0,-1-1 0 0 0,1 1 0 0 0,-1-1-1 0 0,0 1 1 0 0,1 0 0 0 0,-1-1 0 0 0,1 1 0 0 0,-1 0 0 0 0,1-1 0 0 0,-1 1 0 0 0,1 0 0 0 0,-1 0 0 0 0,1 0 0 0 0,-1-1 0 0 0,1 1 0 0 0,-1 0 0 0 0,1 0-1 0 0,0 0 1 0 0,-1 0 0 0 0,1 0 0 0 0,-1 0 0 0 0,1 0 0 0 0,-1 0 0 0 0,1 0 0 0 0,-1 0 0 0 0,2 1 0 0 0,-1 0-4 0 0,0 0 0 0 0,0 0 1 0 0,0 0-1 0 0,0 0 0 0 0,0 0 0 0 0,0 0 1 0 0,0 0-1 0 0,0 1 0 0 0,0-1 1 0 0,-1 0-1 0 0,1 1 0 0 0,0 1 0 0 0,11 42 728 0 0,-1 46-824 0 0,-2 173-1 0 0,-9-243-582 0 0,-3 40-3391 0 0,-3-21-3792 0 0,0-19-1241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09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31 424 0 0,'-22'12'8750'0'0,"-26"20"2525"0"0,113-38-6014 0 0,34-16-3891 0 0,-26 6-835 0 0,96-10 6 0 0,-139 23-1774 0 0,0 2-1 0 0,0 1 1 0 0,50 7-1 0 0,-45 2-1956 0 0,-20 1-235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09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0 3184 0 0,'-39'26'19819'0'0,"57"-28"-18176"0"0,-6 1-1295 0 0,0 0 0 0 0,0 1 0 0 0,0 0 0 0 0,0 1 0 0 0,0 1 0 0 0,18 3 0 0 0,-26-3-330 0 0,0-1 0 0 0,0 1 0 0 0,-1-1 0 0 0,1 1 1 0 0,0 1-1 0 0,0-1 0 0 0,-1 0 0 0 0,0 1 0 0 0,1 0 1 0 0,-1 0-1 0 0,0 0 0 0 0,0 0 0 0 0,-1 0 0 0 0,1 0 1 0 0,-1 1-1 0 0,1 0 0 0 0,-1-1 0 0 0,0 1 0 0 0,0 0 0 0 0,-1 0 1 0 0,2 4-1 0 0,-1 2-1 0 0,1 0-1 0 0,-2-1 1 0 0,0 1-1 0 0,0 0 1 0 0,-1 0 0 0 0,0 0-1 0 0,0 0 1 0 0,-1 0 0 0 0,-1 0-1 0 0,1 0 1 0 0,-2 0 0 0 0,1-1-1 0 0,-2 1 1 0 0,1-1 0 0 0,-8 15-1 0 0,-6 7-34 0 0,-1 0-1 0 0,-1-2 0 0 0,-25 29 1 0 0,33-43 51 0 0,3-6-1 0 0,0 0-1 0 0,1 1 1 0 0,1 0-1 0 0,-7 14 1 0 0,12-23-2 0 0,17-3 70 0 0,8-3-53 0 0,0-2 0 0 0,37-15 1 0 0,-18 6 28 0 0,91-29-544 0 0,103-38-4014 0 0,-85 17-6597 0 0,-97 39 1299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09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24 109 1160 0 0,'0'-25'9756'0'0,"-7"-48"-1"0"0,7 71-9127 0 0,0-6 1254 0 0,-1 20-1570 0 0,0 0-1 0 0,1 22 0 0 0,0 10-124 0 0,-15 292 264 0 0,18-252-1408 0 0,-1-31-1558 0 0,-4-1-3493 0 0,1-43 4331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0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0 191 1832 0 0,'11'-62'7968'0'0,"-8"53"-7054"0"0,0-1 1 0 0,0 1-1 0 0,1-1 1 0 0,6-8-1 0 0,-8 13-760 0 0,2 0-1 0 0,-1 0 1 0 0,1 0 0 0 0,-1 0-1 0 0,1 1 1 0 0,0 0-1 0 0,1 0 1 0 0,-1 0 0 0 0,1 0-1 0 0,0 1 1 0 0,0 0-1 0 0,0 0 1 0 0,0 0 0 0 0,0 0-1 0 0,1 1 1 0 0,-1 0-1 0 0,1 0 1 0 0,0 1 0 0 0,5-2-1 0 0,-7 3-133 0 0,1-1-1 0 0,-1 0 0 0 0,0 1 0 0 0,1 0 1 0 0,-1 0-1 0 0,0 0 0 0 0,1 1 0 0 0,-1-1 1 0 0,0 1-1 0 0,0 0 0 0 0,1 1 0 0 0,-1-1 1 0 0,0 0-1 0 0,0 1 0 0 0,-1 0 0 0 0,1 0 1 0 0,0 0-1 0 0,0 1 0 0 0,-1-1 0 0 0,0 1 1 0 0,1 0-1 0 0,-1 0 0 0 0,3 3 1 0 0,-3-2-8 0 0,-1 0 1 0 0,1 1 0 0 0,-1-1 0 0 0,1 0-1 0 0,-1 1 1 0 0,-1-1 0 0 0,1 1 0 0 0,-1 0 0 0 0,1 0-1 0 0,-1 0 1 0 0,-1-1 0 0 0,1 1 0 0 0,-1 0 0 0 0,0 0-1 0 0,0 0 1 0 0,0 0 0 0 0,-1 0 0 0 0,1 0 0 0 0,-4 9-1 0 0,1-3 5 0 0,-1 0 0 0 0,-1 0-1 0 0,0 0 1 0 0,0-1 0 0 0,-1 1-1 0 0,-1-1 1 0 0,1-1 0 0 0,-16 18-1 0 0,-4-1 38 0 0,-44 34 0 0 0,62-54-40 0 0,-45 41 81 0 0,52-46-94 0 0,1-1 14 0 0,-1 0 0 0 0,1 0 0 0 0,0 1 0 0 0,0-1 0 0 0,-1 0 0 0 0,1 0 0 0 0,0 1 0 0 0,0-1 0 0 0,0 0-1 0 0,-1 1 1 0 0,1-1 0 0 0,0 0 0 0 0,0 1 0 0 0,0-1 0 0 0,0 0 0 0 0,0 1 0 0 0,0-1 0 0 0,0 1 0 0 0,0-1 0 0 0,0 0 0 0 0,0 1 0 0 0,0-1 0 0 0,0 0 0 0 0,0 1 0 0 0,0-1 0 0 0,0 0 0 0 0,0 1 0 0 0,0-1 0 0 0,1 0 0 0 0,-1 1 0 0 0,0-1 0 0 0,0 1 0 0 0,7 13 737 0 0,94 59 1058 0 0,15 13-1540 0 0,-52-24-1082 0 0,-24-19-3051 0 0,-10-11-3653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4:10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2228 0 0,'9'-33'20443'0'0,"17"127"-17554"0"0,-22-78-2836 0 0,1 1 0 0 0,1-1 0 0 0,12 25 0 0 0,-15-34-15 0 0,0 0 0 0 0,1-1 0 0 0,0 1 0 0 0,1-1 0 0 0,0 0 0 0 0,0 0 0 0 0,0-1 0 0 0,0 0 0 0 0,1 0 0 0 0,8 6 0 0 0,-12-9-32 0 0,1-2 0 0 0,-1 1 0 0 0,1 0 0 0 0,-1 0 0 0 0,1-1-1 0 0,-1 1 1 0 0,1-1 0 0 0,-1 0 0 0 0,1 0 0 0 0,-1 0 0 0 0,1 0 0 0 0,-1 0-1 0 0,1 0 1 0 0,-1-1 0 0 0,1 1 0 0 0,-1-1 0 0 0,1 0 0 0 0,-1 0-1 0 0,0 0 1 0 0,1 0 0 0 0,-1 0 0 0 0,0 0 0 0 0,0-1 0 0 0,0 1-1 0 0,0-1 1 0 0,4-3 0 0 0,1-1 14 0 0,0-1-1 0 0,0 0 1 0 0,-1 0-1 0 0,0 0 1 0 0,9-15-1 0 0,34-68 2135 0 0,-46 85-1753 0 0,4-7 724 0 0,-4 13-774 0 0,-1 10-339 0 0,-15 237-1155 0 0,3-110-4239 0 0,6-82 847 0 0,0-18-1423 0 0,-1 7-5128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6:29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42 816 0 0,'-44'25'11214'0'0,"32"-19"-7353"0"0,12-5-4019 0 0,0-1 223 0 0,-1 0 0 0 0,1 0-1 0 0,0 0 1 0 0,0 0 0 0 0,0 0 0 0 0,-1 0 0 0 0,1 0 0 0 0,0 0-1 0 0,0 0 1 0 0,0 0 0 0 0,-1 0 0 0 0,1 0 0 0 0,0 0 0 0 0,0 0-1 0 0,0 1 1 0 0,-1-1 0 0 0,1 0 0 0 0,0 0 0 0 0,0 0 0 0 0,0 0 0 0 0,0 1-1 0 0,0-1 1 0 0,0 0 0 0 0,-1 0 0 0 0,1 0 0 0 0,0 0 0 0 0,0 1-1 0 0,0-1 1 0 0,0 0 0 0 0,0 0 0 0 0,0 0 0 0 0,0 1 0 0 0,0-1-1 0 0,0 0 1 0 0,0 0 0 0 0,0 0 0 0 0,0 1 0 0 0,0-1 0 0 0,0 0-1 0 0,0 0 1 0 0,0 1 0 0 0,0-1 0 0 0,0 0 0 0 0,0 0 0 0 0,0 0 0 0 0,0 1-1 0 0,0-1 1 0 0,0 0 0 0 0,1 0 0 0 0,-1 0 0 0 0,0 0 0 0 0,0 1-1 0 0,0-1 1 0 0,0 0 0 0 0,0 0 0 0 0,1 0 0 0 0,-1 0 0 0 0,0 0-1 0 0,0 1 1 0 0,0-1 0 0 0,0 0 0 0 0,1 0 0 0 0,-1 0 0 0 0,0 0-1 0 0,0 0 1 0 0,1 0 0 0 0,0 1 537 0 0,3-1-124 0 0,27-2 245 0 0,-1-2-1 0 0,1-1 0 0 0,53-17 0 0 0,28-4-352 0 0,-50 11-191 0 0,-60 14-167 0 0,16-2-317 0 0,-8-2-4050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6:30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95 976 0 0,'-4'-10'6829'0'0,"-10"-21"6316"0"0,13 29-12549 0 0,5-7 277 0 0,-4 7-786 0 0,1 1 0 0 0,0-1 0 0 0,-1 0 0 0 0,1 0-1 0 0,0 1 1 0 0,0-1 0 0 0,0 1 0 0 0,0-1 0 0 0,0 1 0 0 0,1-1 0 0 0,1-1-1 0 0,0 0-66 0 0,0 1-1 0 0,1 0 1 0 0,-1 0-1 0 0,0 0 1 0 0,1 0-1 0 0,-1 0 0 0 0,1 1 1 0 0,-1 0-1 0 0,1-1 1 0 0,-1 1-1 0 0,1 1 1 0 0,0-1-1 0 0,0 1 0 0 0,0-1 1 0 0,-1 1-1 0 0,1 0 1 0 0,0 0-1 0 0,0 1 1 0 0,0-1-1 0 0,-1 1 0 0 0,1 0 1 0 0,0 0-1 0 0,0 0 1 0 0,-1 0-1 0 0,1 1 1 0 0,-1-1-1 0 0,5 4 0 0 0,-3-3-12 0 0,-1 1-1 0 0,0 0 0 0 0,0 0 0 0 0,-1 1 0 0 0,1-1 0 0 0,-1 1 0 0 0,0-1 0 0 0,0 1 1 0 0,0 0-1 0 0,0 0 0 0 0,0 1 0 0 0,-1-1 0 0 0,0 0 0 0 0,0 1 0 0 0,0 0 0 0 0,-1-1 1 0 0,1 1-1 0 0,-1 0 0 0 0,0 0 0 0 0,-1 0 0 0 0,1 7 0 0 0,-2 8-8 0 0,0-1 0 0 0,-2 1-1 0 0,0-1 1 0 0,-2 1-1 0 0,-10 31 1 0 0,-47 91-9 0 0,40-95 10 0 0,-36 66 243 0 0,19-39-83 0 0,39-74-148 0 0,-1 1 1 0 0,1-1 0 0 0,0 1-1 0 0,-1-1 1 0 0,1 1-1 0 0,0-1 1 0 0,0 1-1 0 0,-1-1 1 0 0,1 1-1 0 0,0-1 1 0 0,0 1 0 0 0,0 0-1 0 0,0-1 1 0 0,0 1-1 0 0,0-1 1 0 0,0 1-1 0 0,0 0 1 0 0,0-1-1 0 0,0 1 1 0 0,0-1 0 0 0,0 1-1 0 0,0-1 1 0 0,0 1-1 0 0,1 0 1 0 0,-1-1-1 0 0,0 1 1 0 0,0-1-1 0 0,1 1 1 0 0,-1-1-1 0 0,0 1 1 0 0,1-1 0 0 0,-1 1-1 0 0,0-1 1 0 0,1 0-1 0 0,-1 1 1 0 0,1-1-1 0 0,-1 1 1 0 0,1-1-1 0 0,-1 0 1 0 0,1 1 0 0 0,-1-1-1 0 0,1 0 1 0 0,-1 0-1 0 0,1 1 1 0 0,-1-1-1 0 0,2 0 1 0 0,24 2 275 0 0,-25-2-287 0 0,53-6 203 0 0,-1-1 0 0 0,80-23 1 0 0,-75 15-140 0 0,184-38 639 0 0,-240 52-535 0 0,16-1 2276 0 0,2-2-7024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37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20 1244 0 0,'-11'-19'13589'0'0,"11"34"-12136"0"0,2-2-1057 0 0,11 153 1980 0 0,4 81-1008 0 0,10 391 294 0 0,-20-555-1338 0 0,-2-21-4612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37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5 372 260 0 0,'-2'-14'1081'0'0,"1"0"1"0"0,0 0-1 0 0,1 0 0 0 0,0-1 1 0 0,1 1-1 0 0,1 0 1 0 0,0 0-1 0 0,8-26 0 0 0,-5 25-697 0 0,0 0-1 0 0,2 0 0 0 0,0 1 1 0 0,0 0-1 0 0,1 0 0 0 0,1 1 0 0 0,0 0 1 0 0,1 0-1 0 0,1 1 0 0 0,0 0 1 0 0,0 1-1 0 0,20-15 0 0 0,-25 22-294 0 0,0 0 0 0 0,0 0 1 0 0,0 1-1 0 0,0 0 0 0 0,0 1 0 0 0,1-1 0 0 0,-1 1 0 0 0,1 0 0 0 0,0 1 0 0 0,-1 0 0 0 0,1 0 0 0 0,0 0 0 0 0,0 1 0 0 0,0 0 0 0 0,0 0 0 0 0,0 1 0 0 0,-1-1 0 0 0,1 2 0 0 0,0-1 0 0 0,0 1 0 0 0,-1 0 0 0 0,12 5 0 0 0,-10-3 20 0 0,-1 0 0 0 0,0 0-1 0 0,-1 1 1 0 0,1-1 0 0 0,-1 1-1 0 0,0 1 1 0 0,0-1-1 0 0,0 1 1 0 0,-1 0 0 0 0,0 1-1 0 0,0-1 1 0 0,0 1-1 0 0,-1 0 1 0 0,0 0 0 0 0,-1 0-1 0 0,1 1 1 0 0,-2-1-1 0 0,5 17 1 0 0,-3-6 55 0 0,-2 1 1 0 0,0 0-1 0 0,-1 0 1 0 0,-1 0-1 0 0,-1 0 0 0 0,0 0 1 0 0,-7 28-1 0 0,5-33-48 0 0,0 0 1 0 0,-2 1-1 0 0,0-1 0 0 0,0-1 0 0 0,-1 1 1 0 0,-1-1-1 0 0,0 0 0 0 0,-1 0 0 0 0,-1-1 0 0 0,-10 13 1 0 0,14-20-93 0 0,-1 0 1 0 0,0 0-1 0 0,0-1 1 0 0,0 0-1 0 0,-1 0 1 0 0,1 0-1 0 0,-1-1 1 0 0,0 1-1 0 0,0-2 1 0 0,0 1 0 0 0,-11 2-1 0 0,0-2 8 0 0,0 0 0 0 0,0-1-1 0 0,-26-1 1 0 0,42-1-30 0 0,-17-1-219 0 0,17-1 41 0 0,2 2 103 0 0,-1 0 0 0 0,1 0 0 0 0,0 0 0 0 0,-1 0 0 0 0,1 0 0 0 0,0 0 0 0 0,-1-1-1 0 0,1 1 1 0 0,0 0 0 0 0,-1 0 0 0 0,1 0 0 0 0,0-1 0 0 0,-1 1 0 0 0,1 0 0 0 0,0 0 0 0 0,0-1 0 0 0,-1 1 0 0 0,1 0 0 0 0,0 0 0 0 0,0-1 0 0 0,-1 1-1 0 0,1 0 1 0 0,0-1 0 0 0,0 1 0 0 0,0 0 0 0 0,0-1 0 0 0,0 1 0 0 0,0 0 0 0 0,0-1 0 0 0,-1 1 0 0 0,1 0 0 0 0,0-1 0 0 0,0 1 0 0 0,0-1-1 0 0,0 1 1 0 0,0 0 0 0 0,1-1 0 0 0,-1 1 0 0 0,0 0 0 0 0,0-1 0 0 0,0 1 0 0 0,0 0 0 0 0,0-1 0 0 0,0 1 0 0 0,1 0 0 0 0,-1-1 0 0 0,0 1 0 0 0,0 0-1 0 0,0-1 1 0 0,1 1 0 0 0,4-3-1657 0 0,-1 1 0 0 0,1 1-1 0 0,0-1 1 0 0,-1 1-1 0 0,11-2 1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38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1184 0 0,'-10'46'14865'0'0,"4"-26"-9919"0"0,7-20-4917 0 0,0 1 1 0 0,0-1-1 0 0,0 1 0 0 0,0-1 0 0 0,0 1 1 0 0,0-1-1 0 0,1 0 0 0 0,-1 0 0 0 0,0 1 0 0 0,0-1 1 0 0,0 0-1 0 0,0 0 0 0 0,0 0 0 0 0,0 0 0 0 0,0-1 1 0 0,1 1-1 0 0,-1 0 0 0 0,0 0 0 0 0,0-1 1 0 0,1 1-1 0 0,31-13 184 0 0,-15 6-132 0 0,4 0 87 0 0,30-9-2874 0 0,-45 15 857 0 0,-1-1 0 0 0,0 1 0 0 0,1 1 0 0 0,-1-1 0 0 0,11 1 0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3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58 1848 0 0,'-59'81'14300'0'0,"58"-79"-13924"0"0,4 1 278 0 0,-3-2-641 0 0,0-1 0 0 0,0 0 0 0 0,0 0 0 0 0,0 0 0 0 0,0 1 1 0 0,1-1-1 0 0,-1 0 0 0 0,0 0 0 0 0,0 0 0 0 0,0 1 0 0 0,0-1 0 0 0,0 0 0 0 0,0 0 0 0 0,0 0 1 0 0,1 0-1 0 0,-1 1 0 0 0,0-1 0 0 0,0 0 0 0 0,0 0 0 0 0,0 0 0 0 0,1 0 0 0 0,-1 0 1 0 0,0 0-1 0 0,0 1 0 0 0,0-1 0 0 0,0 0 0 0 0,1 0 0 0 0,-1 0 0 0 0,0 0 0 0 0,0 0 0 0 0,1 0 1 0 0,-1 0-1 0 0,0 0 0 0 0,0 0 0 0 0,0 0 0 0 0,1 0 0 0 0,-1 0 0 0 0,0 0 0 0 0,0 0 1 0 0,1 0-1 0 0,47-14-116 0 0,77-32 1 0 0,-54 18-2224 0 0,34-11-4372 0 0,-50 17 615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39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43 1956 0 0,'6'-34'19816'0'0,"-12"26"-19855"0"0,5 8 260 0 0,-15 2 68 0 0,-10 4-210 0 0,0 1 1 0 0,0 1-1 0 0,1 1 0 0 0,0 1 0 0 0,-43 24 0 0 0,62-30-79 0 0,0-1 0 0 0,0 1 0 0 0,0 1 0 0 0,1-1 0 0 0,0 1 0 0 0,0 0 0 0 0,0 0 0 0 0,0 0 0 0 0,1 1 0 0 0,0-1 0 0 0,0 1 0 0 0,0 0 0 0 0,1 1 0 0 0,0-1 0 0 0,0 1 0 0 0,0-1 0 0 0,1 1 0 0 0,0 0 0 0 0,0 0 0 0 0,1 0 0 0 0,0 0 0 0 0,0 0-1 0 0,1 0 1 0 0,0 0 0 0 0,0 0 0 0 0,3 14 0 0 0,64 287-12 0 0,-19-111 28 0 0,53 399 177 0 0,-29 5 73 0 0,-67-558-229 0 0,69 837 405 0 0,-14-143-136 0 0,72 301-292 0 0,-94-784-184 0 0,16 96 243 0 0,22-6 139 0 0,-59-280-219 0 0,-1-1-32 0 0,38 93 1 0 0,-53-151 37 0 0,1 0 1 0 0,1-1 0 0 0,-1 0 0 0 0,1 0-1 0 0,-1 1 1 0 0,1-2 0 0 0,1 1 0 0 0,-1 0 0 0 0,0-1-1 0 0,1 1 1 0 0,0-1 0 0 0,0 0 0 0 0,7 5 0 0 0,-7-7-16 0 0,0 1 0 0 0,0-1 0 0 0,0 1 0 0 0,1-1 1 0 0,-1 0-1 0 0,0-1 0 0 0,1 1 0 0 0,-1-1 1 0 0,1 0-1 0 0,-1 0 0 0 0,0 0 0 0 0,1-1 1 0 0,-1 1-1 0 0,1-1 0 0 0,7-3 0 0 0,14-5-785 0 0,1-1-1 0 0,-2-1 0 0 0,33-19 1 0 0,72-52-4021 0 0,-95 59 3191 0 0,27-20-3044 0 0,1-4-2341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0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60 1720 0 0,'-9'19'12523'0'0,"8"-14"-11337"0"0,5-3-1022 0 0,-1-1-1 0 0,1 0 0 0 0,-1 0 0 0 0,1 0 0 0 0,-1 0 0 0 0,1-1 0 0 0,0 1 1 0 0,-1-1-1 0 0,1 0 0 0 0,7-1 0 0 0,44-7 271 0 0,-29 3-263 0 0,117-20 183 0 0,98-12 13 0 0,-227 36-293 0 0,-1-1 1 0 0,1 0-1 0 0,18-7 1 0 0,-30 9-207 0 0,7-2-1176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0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2 116 2896 0 0,'0'-20'8787'0'0,"-1"14"-7577"0"0,1 1-1 0 0,0-1 1 0 0,0 1 0 0 0,2-12-1 0 0,-1 15-1171 0 0,0-1 1 0 0,-1 1-1 0 0,1 0 0 0 0,0 0 0 0 0,0 0 0 0 0,1 0 0 0 0,-1 0 0 0 0,0 0 1 0 0,1 1-1 0 0,-1-1 0 0 0,1 0 0 0 0,0 0 0 0 0,-1 1 0 0 0,1 0 0 0 0,0-1 1 0 0,2-1-1 0 0,2 0-10 0 0,-1 0 1 0 0,1 0 0 0 0,0 0-1 0 0,0 1 1 0 0,0 0 0 0 0,0 0-1 0 0,0 0 1 0 0,0 1 0 0 0,0 0-1 0 0,1 0 1 0 0,-1 0-1 0 0,1 1 1 0 0,9 1 0 0 0,-11-1-23 0 0,-1 1 1 0 0,1 0-1 0 0,-1 1 1 0 0,1-1 0 0 0,-1 1-1 0 0,0-1 1 0 0,0 1-1 0 0,0 1 1 0 0,0-1 0 0 0,0 0-1 0 0,0 1 1 0 0,0 0-1 0 0,-1 0 1 0 0,0 0 0 0 0,1 0-1 0 0,-1 1 1 0 0,0-1-1 0 0,-1 1 1 0 0,1 0-1 0 0,2 5 1 0 0,0 0 5 0 0,-1 1-1 0 0,-1-1 1 0 0,0 1-1 0 0,0 0 1 0 0,-1 0-1 0 0,0 0 1 0 0,-1 0 0 0 0,0 1-1 0 0,0-1 1 0 0,-1 0-1 0 0,0 0 1 0 0,-4 19-1 0 0,-1 0 42 0 0,-2-1-1 0 0,-1 1 1 0 0,-14 33-1 0 0,-9 9 698 0 0,-43 72 1 0 0,73-141-737 0 0,0 0 0 0 0,0 0-1 0 0,0 0 1 0 0,1 0 0 0 0,-1 0 0 0 0,0 0 0 0 0,1 0 0 0 0,-1 5-1 0 0,1-7-9 0 0,0 1-1 0 0,0-1 0 0 0,0 1 0 0 0,0-1 0 0 0,1 1 0 0 0,-1-1 0 0 0,0 1 0 0 0,0-1 0 0 0,0 1 0 0 0,1-1 0 0 0,-1 1 0 0 0,0-1 0 0 0,1 1 1 0 0,-1-1-1 0 0,0 1 0 0 0,1-1 0 0 0,-1 0 0 0 0,1 1 0 0 0,-1-1 0 0 0,0 0 0 0 0,1 1 0 0 0,-1-1 0 0 0,1 0 0 0 0,-1 0 0 0 0,1 1 1 0 0,-1-1-1 0 0,1 0 0 0 0,-1 0 0 0 0,1 0 0 0 0,0 0 0 0 0,-1 0 0 0 0,1 0 0 0 0,-1 0 0 0 0,1 0 0 0 0,-1 0 0 0 0,1 0 0 0 0,-1 0 0 0 0,1 0 1 0 0,-1 0-1 0 0,1 0 0 0 0,0 0 0 0 0,-1 0 0 0 0,1-1 0 0 0,61-11 2 0 0,111-39 1 0 0,-37 9-60 0 0,-123 39-711 0 0,1-1-1 0 0,17 0 1 0 0,-28 4-384 0 0,8 2-1747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1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35 720 0 0,'21'-35'19279'0'0,"-21"36"-19212"0"0,7 25 2823 0 0,-5-12-2803 0 0,37 216 2340 0 0,-8-35-4900 0 0,-31-189 330 0 0,2 2 1795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1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78 1680 0 0,'-5'-14'12963'0'0,"3"12"-12099"0"0,0 4-826 0 0,0 0-1 0 0,0 0 0 0 0,0 1 1 0 0,0-1-1 0 0,0 1 0 0 0,0 0 0 0 0,1-1 1 0 0,0 1-1 0 0,-1 0 0 0 0,1 0 1 0 0,0 0-1 0 0,0 0 0 0 0,0 0 0 0 0,0 4 1 0 0,-8 54 209 0 0,8-52-206 0 0,-3 19 70 0 0,2 0 0 0 0,1 0-1 0 0,2 1 1 0 0,0-1 0 0 0,7 32-1 0 0,-6-49 1 0 0,1 0 0 0 0,0 0 0 0 0,1 0-1 0 0,0 0 1 0 0,1-1 0 0 0,10 17 0 0 0,-11-21 9 0 0,0 0 0 0 0,1-1 0 0 0,0 1 1 0 0,0-1-1 0 0,0 0 0 0 0,1 0 0 0 0,-1-1 1 0 0,1 1-1 0 0,0-1 0 0 0,1-1 1 0 0,9 5-1 0 0,-8-5-11 0 0,0 0 0 0 0,1 0 0 0 0,-1-1 1 0 0,1-1-1 0 0,0 1 0 0 0,-1-1 0 0 0,1-1 0 0 0,0 0 1 0 0,0 0-1 0 0,0 0 0 0 0,-1-1 0 0 0,1-1 0 0 0,0 0 1 0 0,-1 0-1 0 0,1 0 0 0 0,-1-1 0 0 0,0 0 1 0 0,0-1-1 0 0,0 0 0 0 0,0 0 0 0 0,12-9 0 0 0,-10 5-31 0 0,0 1-1 0 0,-1-2 1 0 0,0 1 0 0 0,0-1-1 0 0,-1 0 1 0 0,0-1-1 0 0,0 0 1 0 0,-1 0-1 0 0,-1-1 1 0 0,0 0-1 0 0,0 0 1 0 0,-1 0-1 0 0,0-1 1 0 0,5-21-1 0 0,-8 21-60 0 0,-1 1 0 0 0,0-1 0 0 0,0 0 0 0 0,-1 0 0 0 0,-1 1-1 0 0,0-1 1 0 0,-1 0 0 0 0,0 1 0 0 0,0-1 0 0 0,-1 1 0 0 0,-1 0 0 0 0,0 0-1 0 0,-1 0 1 0 0,0 0 0 0 0,0 1 0 0 0,-1 0 0 0 0,0 0 0 0 0,-1 0-1 0 0,0 1 1 0 0,-1 0 0 0 0,0 0 0 0 0,0 1 0 0 0,-1 0 0 0 0,0 1-1 0 0,0 0 1 0 0,-1 0 0 0 0,0 1 0 0 0,0 0 0 0 0,0 0 0 0 0,-22-7-1 0 0,11 6-87 0 0,1 1 1 0 0,-37-7-1 0 0,44 11-832 0 0,1 1 0 0 0,-1 0 1 0 0,-14 2-1 0 0,25-1 236 0 0,0 0-1 0 0,0 1 1 0 0,0-1-1 0 0,0 1 1 0 0,0-1-1 0 0,0 1 1 0 0,1 0-1 0 0,-1-1 1 0 0,0 1-1 0 0,0 0 1 0 0,1 0-1 0 0,-1 1 1 0 0,0-1-1 0 0,-1 1 1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2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2892 0 0,'9'-24'9541'0'0,"-8"16"-7230"0"0,4-16 5655 0 0,-3 30-6480 0 0,48 270-1400 0 0,-44-250-273 0 0,41 178-2582 0 0,-5-71-7271 0 0,-23-83 1158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3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83 1768 0 0,'-25'-81'11805'0'0,"25"79"-11027"0"0,-3 23-632 0 0,34 209 148 0 0,12 75 6 0 0,-38-277-1080 0 0,18 53 1 0 0,-16-63-2343 0 0,17 31-1 0 0,-14-30-1760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3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1704 0 0,'36'-44'13657'0'0,"-33"39"-11495"0"0,-3 4-2055 0 0,0 1 0 0 0,1 0-1 0 0,-1-1 1 0 0,0 1-1 0 0,0-1 1 0 0,0 1 0 0 0,0-1-1 0 0,1 1 1 0 0,-1-1 0 0 0,0 1-1 0 0,1 0 1 0 0,-1-1 0 0 0,0 1-1 0 0,1-1 1 0 0,-1 1-1 0 0,0 0 1 0 0,1 0 0 0 0,-1-1-1 0 0,0 1 1 0 0,1 0 0 0 0,-1 0-1 0 0,1-1 1 0 0,-1 1 0 0 0,1 0-1 0 0,-1 0 1 0 0,1 0 0 0 0,2 10-65 0 0,-1 1 0 0 0,0 1 0 0 0,-1-1 1 0 0,-1 0-1 0 0,0 0 0 0 0,-1 18 1 0 0,0 36 57 0 0,4-38-84 0 0,1 0 0 0 0,1 0 0 0 0,2 0 0 0 0,0-1 0 0 0,22 49-1 0 0,-26-67-7 0 0,1 0-1 0 0,0-1 1 0 0,1 0-1 0 0,0 1 0 0 0,0-2 1 0 0,1 1-1 0 0,-1 0 0 0 0,1-1 1 0 0,1 0-1 0 0,-1-1 0 0 0,1 1 1 0 0,0-1-1 0 0,0-1 0 0 0,1 1 1 0 0,-1-1-1 0 0,1-1 0 0 0,0 1 1 0 0,0-1-1 0 0,0 0 0 0 0,1-1 1 0 0,-1 0-1 0 0,16 1 0 0 0,-11-2 11 0 0,0-2 0 0 0,0 1 0 0 0,0-2 0 0 0,0 0 0 0 0,0 0 0 0 0,0-1 0 0 0,-1-1 0 0 0,0 0 0 0 0,1-1 0 0 0,-1 0 0 0 0,-1-1 0 0 0,1 0 0 0 0,-1-1 0 0 0,0 0 0 0 0,-1-1 0 0 0,0 0 0 0 0,0 0 0 0 0,0-1 0 0 0,-1-1 0 0 0,-1 1 0 0 0,0-2 0 0 0,0 1 0 0 0,-1-1 0 0 0,0 0 0 0 0,-1 0 0 0 0,0-1 0 0 0,6-16 0 0 0,-8 16 56 0 0,0-1-1 0 0,-1 1 1 0 0,0-1-1 0 0,-1 0 1 0 0,0 0-1 0 0,-1 0 1 0 0,-1 0-1 0 0,0 0 1 0 0,0 0-1 0 0,-5-21 0 0 0,3 25-45 0 0,0 1 0 0 0,-1 0 0 0 0,0-1 0 0 0,0 1 0 0 0,-1 0 0 0 0,0 0 0 0 0,0 1 0 0 0,-1-1 0 0 0,0 1 0 0 0,-1 0 0 0 0,1 1 0 0 0,-1-1 0 0 0,-1 1 0 0 0,1 0 0 0 0,-1 0 0 0 0,-12-7 0 0 0,6 5 0 0 0,0 1 0 0 0,-1 1 0 0 0,0 0 0 0 0,0 0 0 0 0,0 1 0 0 0,-1 1 0 0 0,1 1 1 0 0,-1 0-1 0 0,0 1 0 0 0,0 0 0 0 0,-20 1 0 0 0,23 2-180 0 0,0 0 0 0 0,0 0 0 0 0,0 1 0 0 0,0 1 0 0 0,0 0 0 0 0,-14 6 0 0 0,17-5-402 0 0,1 0 0 0 0,-1 0 0 0 0,0 1 0 0 0,1 1 0 0 0,0-1 0 0 0,0 1 0 0 0,1 1 0 0 0,-9 8 0 0 0,13-11-695 0 0,1 0 1 0 0,-1 0-1 0 0,1 0 1 0 0,-1 0-1 0 0,-1 6 1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4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82 1428 0 0,'-4'0'2212'0'0,"-78"-14"8203"0"0,81 14-10390 0 0,1 0 0 0 0,-1 0 0 0 0,1-1 0 0 0,0 1 0 0 0,-1 0 1 0 0,1 0-1 0 0,-1 0 0 0 0,1 0 0 0 0,-1-1 0 0 0,1 1 1 0 0,0 0-1 0 0,-1 0 0 0 0,1-1 0 0 0,0 1 0 0 0,-1 0 0 0 0,1-1 1 0 0,0 1-1 0 0,-1 0 0 0 0,1-1 0 0 0,0 1 0 0 0,0-1 0 0 0,-1 1 1 0 0,1 0-1 0 0,0-1 0 0 0,0 1 0 0 0,0-1 0 0 0,0 1 0 0 0,0-1 1 0 0,-1 1-1 0 0,1-1 0 0 0,0 1 0 0 0,0-1 0 0 0,0 1 1 0 0,0 0-1 0 0,0-1 0 0 0,1 1 0 0 0,-1-1 0 0 0,0 1 0 0 0,0-1 1 0 0,0 1-1 0 0,0-1 0 0 0,0 1 0 0 0,0 0 0 0 0,1-1 0 0 0,-1 1 1 0 0,0-1-1 0 0,0 1 0 0 0,1 0 0 0 0,-1-1 0 0 0,0 1 0 0 0,1 0 1 0 0,-1-1-1 0 0,1 0 0 0 0,17-15 158 0 0,-9 11-156 0 0,-1 0 0 0 0,1 1 0 0 0,0 1 0 0 0,1-1 0 0 0,-1 2 0 0 0,1-1 0 0 0,-1 1 1 0 0,1 0-1 0 0,0 1 0 0 0,-1 0 0 0 0,1 1 0 0 0,16 1 0 0 0,-18 0-19 0 0,0 0-1 0 0,0 0 1 0 0,0 0-1 0 0,0 1 1 0 0,0 0 0 0 0,0 1-1 0 0,0 0 1 0 0,-1 0 0 0 0,1 1-1 0 0,-1-1 1 0 0,0 2-1 0 0,0-1 1 0 0,0 1 0 0 0,-1 0-1 0 0,9 8 1 0 0,-12-8 34 0 0,1-1-1 0 0,-1 1 1 0 0,0-1 0 0 0,0 1-1 0 0,-1 0 1 0 0,0 0 0 0 0,0 0 0 0 0,0 0-1 0 0,0 1 1 0 0,-1-1 0 0 0,2 10-1 0 0,-2-5 79 0 0,-1-1 0 0 0,0 1 0 0 0,-1-1 0 0 0,0 1 0 0 0,0-1 0 0 0,-4 12 0 0 0,-3 6 245 0 0,-1-2-1 0 0,-2 1 0 0 0,-23 40 0 0 0,3-10 246 0 0,-40 54 0 0 0,70-110-604 0 0,0 1 0 0 0,1 0 0 0 0,-1-1-1 0 0,1 1 1 0 0,-1 0 0 0 0,1 0 0 0 0,-1 0 0 0 0,1-1 0 0 0,0 1 0 0 0,-1 0 0 0 0,1 0 0 0 0,0 0-1 0 0,0 0 1 0 0,-1 0 0 0 0,1 0 0 0 0,0 0 0 0 0,0 0 0 0 0,0 0 0 0 0,0 1 0 0 0,1-2-2 0 0,-1 1 0 0 0,0-1 0 0 0,1 1 0 0 0,-1-1 0 0 0,0 1-1 0 0,1-1 1 0 0,-1 1 0 0 0,1-1 0 0 0,-1 1 0 0 0,1-1 0 0 0,-1 0 0 0 0,1 1 0 0 0,-1-1 0 0 0,1 0 0 0 0,-1 0 0 0 0,1 1 0 0 0,-1-1 0 0 0,1 0 0 0 0,-1 0 0 0 0,1 0 0 0 0,0 1 0 0 0,33-1 61 0 0,-34 0-66 0 0,44-7 25 0 0,83-23 1 0 0,-51 10-13 0 0,62-12-179 0 0,-135 31-94 0 0,-1 1 11 0 0,0-1 1 0 0,0 1-1 0 0,0 0 0 0 0,0 0 1 0 0,0-1-1 0 0,0 1 1 0 0,0 1-1 0 0,0-1 0 0 0,0 0 1 0 0,0 0-1 0 0,0 1 1 0 0,2 0-1 0 0,17 1-7769 0 0,-4-3 1697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4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83 2820 0 0,'-21'-1'18343'0'0,"27"-2"-15963"0"0,20-6-1191 0 0,36-10-1589 0 0,81-14 533 0 0,-86 16-2420 0 0,-48 17-193 0 0,-5 1 763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4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48 788 0 0,'-3'-47'25024'0'0,"0"56"-23561"0"0,1 18-1215 0 0,7 104 1019 0 0,9 126-682 0 0,-3-172-923 0 0,5 53-2744 0 0,-6-2-4835 0 0,-10-97 1761 0 0,-1 0-3322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5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60 1932 0 0,'-12'-15'19718'0'0,"15"15"-19681"0"0,8 2 3 0 0,2 0-21 0 0,0-2 0 0 0,0 0 1 0 0,0 0-1 0 0,23-5 1 0 0,-15 2 5 0 0,87-12 110 0 0,-105 15-126 0 0,17-2 5 0 0,-10 1-272 0 0,-1 0 0 0 0,1-1 1 0 0,-1 0-1 0 0,16-6 1 0 0,-23 7-461 0 0,27-8-11081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6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2456 0 0,'14'-38'20261'0'0,"-14"42"-19394"0"0,0 16-924 0 0,27 159 161 0 0,-26-175-102 0 0,0 1 1 0 0,0-1-1 0 0,0 1 0 0 0,0-1 1 0 0,1 0-1 0 0,-1 1 1 0 0,1-1-1 0 0,0 0 0 0 0,1 0 1 0 0,-1 0-1 0 0,1-1 0 0 0,0 1 1 0 0,-1 0-1 0 0,2-1 1 0 0,-1 0-1 0 0,0 0 0 0 0,1 0 1 0 0,-1 0-1 0 0,1 0 1 0 0,0-1-1 0 0,0 0 0 0 0,0 1 1 0 0,6 1-1 0 0,-5-3 2 0 0,0-1 0 0 0,0 0 0 0 0,0 1 0 0 0,0-2 0 0 0,0 1-1 0 0,0-1 1 0 0,0 1 0 0 0,0-1 0 0 0,8-3 0 0 0,-2 0 0 0 0,1 0-1 0 0,19-10 1 0 0,-21 9 4 0 0,0-1 1 0 0,-1 0-1 0 0,0 0 0 0 0,0-1 0 0 0,0 0 0 0 0,-1-1 1 0 0,0 0-1 0 0,0 0 0 0 0,-1 0 0 0 0,0-1 1 0 0,0 0-1 0 0,-1-1 0 0 0,0 0 0 0 0,-1 0 0 0 0,0 0 1 0 0,-1 0-1 0 0,0-1 0 0 0,-1 0 0 0 0,0 1 0 0 0,0-1 1 0 0,1-19-1 0 0,-3 11 974 0 0,-1 0 0 0 0,0-1 0 0 0,-4-20 0 0 0,4 38-904 0 0,-3-5 120 0 0,2 14-184 0 0,0 1 0 0 0,0-1 0 0 0,1 0 0 0 0,0 0 1 0 0,0 1-1 0 0,1-1 0 0 0,2 14 0 0 0,0 6 22 0 0,49 363-117 0 0,-14-226-3420 0 0,-31-140 1276 0 0,15 33 1 0 0,3-6-7256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7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60 672 0 0,'-9'-25'8998'0'0,"9"25"-8979"0"0,-1-5 1168 0 0,-1 0 1 0 0,0 1-1 0 0,0-1 0 0 0,0 1 1 0 0,-5-7 930 0 0,4 13-1994 0 0,3-2-121 0 0,0 0-1 0 0,-1 0 1 0 0,1 0 0 0 0,0 0-1 0 0,0 0 1 0 0,0 0-1 0 0,0 0 1 0 0,-1 0-1 0 0,1 0 1 0 0,0 1 0 0 0,0-1-1 0 0,0 0 1 0 0,0 0-1 0 0,-1 0 1 0 0,1 0-1 0 0,0 0 1 0 0,0 0 0 0 0,0 0-1 0 0,0 1 1 0 0,0-1-1 0 0,0 0 1 0 0,-1 0-1 0 0,1 0 1 0 0,0 0 0 0 0,0 1-1 0 0,0-1 1 0 0,0 0-1 0 0,0 0 1 0 0,0 0-1 0 0,0 0 1 0 0,0 1 0 0 0,0-1-1 0 0,0 0 1 0 0,0 0-1 0 0,0 0 1 0 0,0 1-1 0 0,0-1 1 0 0,0 0 0 0 0,0 0-1 0 0,0 0 1 0 0,0 1-1 0 0,3 25-329 0 0,27 200 1731 0 0,-2-114-3661 0 0,-19-88-713 0 0,1 1-1 0 0,17 29 1 0 0,-15-34-2511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7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98 2152 0 0,'-3'0'2076'0'0,"-42"-1"6571"0"0,42 1-7719 0 0,0 0-116 0 0,-23 0 1846 0 0,23 0-1808 0 0,-9 0-379 0 0,32-8-427 0 0,0 0 1 0 0,25-5-1 0 0,14-6 5 0 0,59-16-708 0 0,-70 21-7476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8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21 179 1576 0 0,'-5'-14'3769'0'0,"2"6"-2155"0"0,0-1 0 0 0,0 0 0 0 0,1 1 0 0 0,0-1 0 0 0,0-12 0 0 0,2 18-1492 0 0,0 0-1 0 0,0 0 1 0 0,1 0 0 0 0,-1 0 0 0 0,1 0 0 0 0,0 0-1 0 0,0 0 1 0 0,0 0 0 0 0,0 1 0 0 0,0-1-1 0 0,1 0 1 0 0,-1 1 0 0 0,1-1 0 0 0,0 1-1 0 0,0-1 1 0 0,0 1 0 0 0,0 0 0 0 0,0-1 0 0 0,5-2-1 0 0,0 0-39 0 0,0 0-1 0 0,1 0 1 0 0,0 1-1 0 0,0 0 1 0 0,0 0 0 0 0,1 1-1 0 0,-1 0 1 0 0,1 0-1 0 0,0 1 1 0 0,0 0-1 0 0,0 1 1 0 0,12-1-1 0 0,-17 2-70 0 0,0 0 1 0 0,0 0-1 0 0,0 0 0 0 0,0 0 0 0 0,1 1 0 0 0,-1 0 0 0 0,0 0 0 0 0,-1 0 0 0 0,1 0 0 0 0,0 0 1 0 0,0 1-1 0 0,0-1 0 0 0,-1 1 0 0 0,1 0 0 0 0,-1 1 0 0 0,0-1 0 0 0,1 0 0 0 0,-1 1 0 0 0,0 0 1 0 0,0 0-1 0 0,-1 0 0 0 0,1 0 0 0 0,-1 0 0 0 0,1 0 0 0 0,-1 1 0 0 0,0-1 0 0 0,0 1 1 0 0,0 0-1 0 0,1 5 0 0 0,-1-3 7 0 0,-1-1 1 0 0,0 1-1 0 0,-1 0 1 0 0,1 0-1 0 0,-1-1 1 0 0,0 1-1 0 0,-1 0 1 0 0,1 0-1 0 0,-1 0 1 0 0,-2 8 0 0 0,-3 6 95 0 0,-14 31 1 0 0,0 2 80 0 0,19-51-181 0 0,1 5-4 0 0,0-7-9 0 0,-1 1 0 0 0,1 0 0 0 0,0-1 0 0 0,0 1 0 0 0,0 0 1 0 0,0-1-1 0 0,0 1 0 0 0,0 0 0 0 0,0-1 0 0 0,0 1 0 0 0,0 0 1 0 0,1-1-1 0 0,-1 1 0 0 0,0-1 0 0 0,0 1 0 0 0,1 0 0 0 0,-1-1 1 0 0,0 1-1 0 0,1-1 0 0 0,-1 1 0 0 0,0 0 0 0 0,1-1 0 0 0,-1 1 1 0 0,1-1-1 0 0,-1 0 0 0 0,1 1 0 0 0,-1-1 0 0 0,1 1 0 0 0,-1-1 1 0 0,1 0-1 0 0,-1 1 0 0 0,1-1 0 0 0,0 0 0 0 0,-1 1 0 0 0,1-1 1 0 0,-1 0-1 0 0,1 0 0 0 0,1 0 0 0 0,32 13 55 0 0,-10-6 121 0 0,-1 2-1 0 0,0 1 0 0 0,31 18 1 0 0,-48-24-141 0 0,-1-1 0 0 0,1 1 0 0 0,-1 0 0 0 0,0 1 0 0 0,0-1 0 0 0,-1 1 0 0 0,1 0-1 0 0,-1 0 1 0 0,0 0 0 0 0,0 1 0 0 0,-1 0 0 0 0,0-1 0 0 0,0 1 0 0 0,0 0 0 0 0,-1 1 0 0 0,1-1 0 0 0,-2 0 0 0 0,3 8 0 0 0,-4-8 134 0 0,0 0 1 0 0,0 0-1 0 0,0 0 0 0 0,-1 0 1 0 0,0 0-1 0 0,0 0 1 0 0,0 0-1 0 0,-1 0 0 0 0,0-1 1 0 0,0 1-1 0 0,0 0 0 0 0,-1-1 1 0 0,1 1-1 0 0,-2-1 0 0 0,1 0 1 0 0,0 0-1 0 0,-1 0 1 0 0,0-1-1 0 0,0 1 0 0 0,0-1 1 0 0,-1 0-1 0 0,0 0 0 0 0,-6 4 1 0 0,4-3-93 0 0,-1 0 1 0 0,0 0-1 0 0,0-1 1 0 0,0 0-1 0 0,0 0 0 0 0,-1-1 1 0 0,0 0-1 0 0,1-1 1 0 0,-1 0-1 0 0,0 0 1 0 0,0 0-1 0 0,0-2 0 0 0,0 1 1 0 0,-1-1-1 0 0,-12-1 1 0 0,-3-3-165 0 0,20 3 25 0 0,-5-3-384 0 0,8 3 221 0 0,1 1 1 0 0,-1-1-1 0 0,0 0 0 0 0,0 0 1 0 0,0 0-1 0 0,0 0 1 0 0,1 0-1 0 0,-1 0 0 0 0,1 0 1 0 0,-1-1-1 0 0,1 1 1 0 0,-1 0-1 0 0,1-1 1 0 0,0 1-1 0 0,-1-1 0 0 0,1 0 1 0 0,0 1-1 0 0,-1-4 1 0 0,1 2-494 0 0,1 1 1 0 0,0 0 0 0 0,0 0 0 0 0,0-1-1 0 0,0 1 1 0 0,0 0 0 0 0,1-1 0 0 0,-1 1-1 0 0,1 0 1 0 0,0 0 0 0 0,-1-1 0 0 0,1 1-1 0 0,0 0 1 0 0,0 0 0 0 0,0 0 0 0 0,3-3 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8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96 140 0 0,'3'-21'6288'0'0,"0"5"505"0"0,2-35 1501 0 0,-5 44-7213 0 0,13 359-767 0 0,-4-233-4001 0 0,1-2-4676 0 0,-6-70-93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9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82 128 2104 0 0,'-1'-2'1772'0'0,"-37"-32"6779"0"0,-3 11-3022 0 0,40 22-5087 0 0,25 0 370 0 0,47-9 1 0 0,-28 2-605 0 0,256-32 226 0 0,-260 37-405 0 0,8-2-584 0 0,-45 4 85 0 0,4 2-529 0 0,8 1-2551 0 0,-11-1 2881 0 0,2 1-226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49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34 1008 0 0,'-3'-33'20762'0'0,"3"37"-19194"0"0,3 14-241 0 0,8 29-471 0 0,40 147 545 0 0,-14-47-1051 0 0,-20-86-624 0 0,7 24-2987 0 0,-7-28-9008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50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154 111 1680 0 0,'-6'-6'1755'0'0,"0"0"0"0"0,0 0 0 0 0,-12-7 0 0 0,12 9-750 0 0,0 0-1 0 0,1-1 1 0 0,-1 1 0 0 0,-7-10 0 0 0,10 12-678 0 0,-1-1-1 0 0,0 1 1 0 0,0-1-1 0 0,0 1 1 0 0,0 1 0 0 0,0-1-1 0 0,0 0 1 0 0,-1 1 0 0 0,1 0-1 0 0,-5-1 1 0 0,8 3-313 0 0,0-1 0 0 0,0 1 0 0 0,0 0 0 0 0,0-1 0 0 0,0 1 0 0 0,0 0 0 0 0,0 0 1 0 0,0 0-1 0 0,1-1 0 0 0,-1 1 0 0 0,0 0 0 0 0,1 0 0 0 0,-1 0 0 0 0,0 0 0 0 0,1 1 0 0 0,-1-1 0 0 0,1 0 0 0 0,0 0 0 0 0,-1 0 0 0 0,1 0 0 0 0,0 2 1 0 0,-1-2-10 0 0,-3 16 26 0 0,0 0 0 0 0,1 0 1 0 0,0 0-1 0 0,2 1 0 0 0,0-1 0 0 0,1 21 0 0 0,3-1 29 0 0,13 67 0 0 0,-13-89-43 0 0,1 0 0 0 0,1-1 0 0 0,0 0 0 0 0,0 0 0 0 0,1 0 1 0 0,1 0-1 0 0,1-1 0 0 0,9 14 0 0 0,-13-23-2 0 0,0 1 0 0 0,0 0-1 0 0,0-1 1 0 0,0 0 0 0 0,1 0 0 0 0,0 0-1 0 0,0-1 1 0 0,0 1 0 0 0,0-1-1 0 0,0 0 1 0 0,1-1 0 0 0,-1 1 0 0 0,1-1-1 0 0,0 0 1 0 0,0-1 0 0 0,-1 1 0 0 0,1-1-1 0 0,0 0 1 0 0,0-1 0 0 0,1 1 0 0 0,-1-1-1 0 0,11-2 1 0 0,-7 1 68 0 0,0-1 0 0 0,-1 0 0 0 0,1 0 1 0 0,-1-1-1 0 0,0 0 0 0 0,0-1 0 0 0,0 0 0 0 0,-1-1 0 0 0,1 1 0 0 0,-1-2 1 0 0,0 1-1 0 0,0-1 0 0 0,-1 0 0 0 0,0-1 0 0 0,0 0 0 0 0,0 0 0 0 0,-1 0 0 0 0,0-1 1 0 0,7-12-1 0 0,-8 10-31 0 0,0 0 1 0 0,0-1 0 0 0,-1 1-1 0 0,0-1 1 0 0,-1 0-1 0 0,-1-1 1 0 0,0 1 0 0 0,0 0-1 0 0,-1-1 1 0 0,0 1-1 0 0,-1-1 1 0 0,0 1 0 0 0,-1-1-1 0 0,0 1 1 0 0,-1 0-1 0 0,-4-14 1 0 0,2 11-21 0 0,0 0 0 0 0,-1 0 0 0 0,0 1-1 0 0,-1 0 1 0 0,-1 0 0 0 0,0 0 0 0 0,0 1 0 0 0,-1 0 0 0 0,-1 0 0 0 0,-12-11-1 0 0,14 16-26 0 0,-1 0 0 0 0,0 1 0 0 0,-1 0-1 0 0,0 1 1 0 0,0 0 0 0 0,0 0-1 0 0,0 1 1 0 0,-1 0 0 0 0,1 0 0 0 0,-1 1-1 0 0,0 1 1 0 0,0 0 0 0 0,0 0-1 0 0,0 1 1 0 0,-1 0 0 0 0,-12 1 0 0 0,20 0-133 0 0,0-1 0 0 0,0 2 0 0 0,1-1 0 0 0,-1 0 0 0 0,0 0 0 0 0,0 1 0 0 0,1 0 0 0 0,-1-1 0 0 0,1 1 0 0 0,-1 0 0 0 0,0 0 0 0 0,1 0 0 0 0,0 1 1 0 0,-1-1-1 0 0,1 1 0 0 0,0-1 0 0 0,0 1 0 0 0,0 0 0 0 0,0 0 0 0 0,0 0 0 0 0,0 0 0 0 0,0 0 0 0 0,0 0 0 0 0,1 0 0 0 0,-1 1 0 0 0,-1 3 0 0 0,3-3-446 0 0,0 0-1 0 0,0-1 1 0 0,0 1 0 0 0,1-1-1 0 0,-1 1 1 0 0,1-1-1 0 0,-1 1 1 0 0,1-1-1 0 0,0 1 1 0 0,0-1 0 0 0,0 1-1 0 0,0-1 1 0 0,1 0-1 0 0,-1 0 1 0 0,4 4-1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50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0 2896 0 0,'-44'41'17090'0'0,"43"-36"-16759"0"0,1 0 49 0 0,12-3-241 0 0,14-3-329 0 0,0 0 1 0 0,1-2-1 0 0,50-12 1 0 0,-50 9-1807 0 0,12-5-6663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51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39 2300 0 0,'-27'-27'16415'0'0,"28"26"-16384"0"0,0 0 0 0 0,1 0 0 0 0,-1 0 0 0 0,0 0 0 0 0,1 0 0 0 0,-1 0 0 0 0,1 1 0 0 0,-1-1 0 0 0,1 0 0 0 0,-1 1 0 0 0,1-1-1 0 0,-1 1 1 0 0,1-1 0 0 0,0 1 0 0 0,-1 0 0 0 0,1 0 0 0 0,0 0 0 0 0,-1 0 0 0 0,4 0 0 0 0,-2 1-12 0 0,1 0-1 0 0,0 0 0 0 0,-1 0 1 0 0,1 0-1 0 0,0 1 0 0 0,-1-1 1 0 0,1 1-1 0 0,3 3 0 0 0,0 0-16 0 0,0 0 1 0 0,0 0-1 0 0,-1 1 0 0 0,0 0 0 0 0,0 0 0 0 0,-1 1 0 0 0,7 9 0 0 0,-7-7 41 0 0,0 1 1 0 0,-1 0-1 0 0,0 0 1 0 0,-1 1-1 0 0,0-1 0 0 0,-1 0 1 0 0,0 1-1 0 0,0 0 1 0 0,-1 0-1 0 0,-1-1 1 0 0,0 1-1 0 0,0 0 0 0 0,-1 0 1 0 0,0-1-1 0 0,-5 21 1 0 0,-6 8 529 0 0,-1 0 1 0 0,-33 69 0 0 0,20-50-31 0 0,17-39-407 0 0,6-14-100 0 0,1-1 0 0 0,0 1 1 0 0,0 0-1 0 0,0 0 0 0 0,0 0 1 0 0,1 0-1 0 0,-2 9 0 0 0,4-13-28 0 0,0-1-1 0 0,-1 1 0 0 0,1-1 0 0 0,0 1 0 0 0,-1-1 0 0 0,1 1 0 0 0,0-1 0 0 0,0 0 0 0 0,0 1 0 0 0,-1-1 1 0 0,1 0-1 0 0,0 1 0 0 0,0-1 0 0 0,0 0 0 0 0,0 0 0 0 0,0 0 0 0 0,-1 0 0 0 0,1 0 0 0 0,0 0 0 0 0,0 0 0 0 0,0 0 1 0 0,0 0-1 0 0,1-1 0 0 0,21-1 59 0 0,116-35 61 0 0,-39 8-197 0 0,-83 25-519 0 0,56-15-433 0 0,-50 10-2773 0 0,-3-1-3784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51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67 1608 0 0,'-79'-27'12528'0'0,"78"27"-12490"0"0,1 0 0 0 0,-1 0 0 0 0,1 0-1 0 0,0 0 1 0 0,-1-1 0 0 0,1 1 0 0 0,-1 0 0 0 0,1 0 0 0 0,0-1 0 0 0,-1 1 0 0 0,1 0-1 0 0,0 0 1 0 0,-1-1 0 0 0,1 1 0 0 0,0 0 0 0 0,0-1 0 0 0,-1 1 0 0 0,1 0 0 0 0,0-1-1 0 0,0 1 1 0 0,0-1 0 0 0,-1 1 0 0 0,1 0 0 0 0,0-1 0 0 0,0 1 0 0 0,0-1 0 0 0,0 1-1 0 0,0 0 1 0 0,0-1 0 0 0,0 1 0 0 0,0-1 0 0 0,0 1 0 0 0,0-1 0 0 0,0 1 0 0 0,0 0-1 0 0,0-1 1 0 0,0 1 0 0 0,0-1 0 0 0,0 1 0 0 0,1 0 0 0 0,-1-1 0 0 0,1 0 14 0 0,-1 0 1 0 0,1 0-1 0 0,0 0 1 0 0,-1 0-1 0 0,1 0 1 0 0,0 0-1 0 0,0 0 1 0 0,0 0-1 0 0,0 0 1 0 0,0 1-1 0 0,0-1 1 0 0,0 0-1 0 0,0 1 1 0 0,0-1-1 0 0,0 1 1 0 0,2-2 0 0 0,10-1 72 0 0,-1 1 1 0 0,1 0-1 0 0,0 0 0 0 0,0 1 1 0 0,0 1-1 0 0,0 0 1 0 0,0 1-1 0 0,0 0 1 0 0,0 1-1 0 0,0 1 1 0 0,0 0-1 0 0,23 9 1 0 0,-29-9-76 0 0,0 0 1 0 0,0 1-1 0 0,-1 0 1 0 0,1 0 0 0 0,-1 0-1 0 0,0 1 1 0 0,0 0-1 0 0,0 0 1 0 0,-1 1-1 0 0,7 8 1 0 0,-9-10 54 0 0,1 1 0 0 0,-1 1 0 0 0,-1-1 0 0 0,1 0 0 0 0,-1 1 0 0 0,0 0 0 0 0,0-1 1 0 0,-1 1-1 0 0,0 0 0 0 0,0 0 0 0 0,0 0 0 0 0,-1 0 0 0 0,1-1 0 0 0,-2 12 0 0 0,-5 15 324 0 0,0-2 0 0 0,-2 1-1 0 0,-1-1 1 0 0,-2 0 0 0 0,-17 33 0 0 0,4-5-128 0 0,23-57-297 0 0,1 0 1 0 0,0-1-1 0 0,0 1 1 0 0,0 0-1 0 0,0-1 1 0 0,0 1 0 0 0,0-1-1 0 0,0 1 1 0 0,0 0-1 0 0,0-1 1 0 0,0 1-1 0 0,0 0 1 0 0,1-1-1 0 0,-1 1 1 0 0,0-1-1 0 0,0 1 1 0 0,0 0-1 0 0,1-1 1 0 0,-1 1 0 0 0,0-1-1 0 0,1 1 1 0 0,-1-1-1 0 0,1 1 1 0 0,-1-1-1 0 0,0 1 1 0 0,1-1-1 0 0,-1 0 1 0 0,1 1-1 0 0,-1-1 1 0 0,1 1 0 0 0,-1-1-1 0 0,1 0 1 0 0,0 0-1 0 0,-1 1 1 0 0,2-1-1 0 0,22 7 87 0 0,-9-6-68 0 0,1-1 0 0 0,0 0 0 0 0,0-2-1 0 0,24-3 1 0 0,63-20 5 0 0,-79 19-29 0 0,135-40-1595 0 0,-128 35-1371 0 0,-1-1 0 0 0,58-32 1 0 0,-70 31-1351 0 0,-2 1-2118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37:53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1044 0 0,'13'9'2836'0'0,"15"21"8675"0"0,-25-24-10377 0 0,-3-6-1007 0 0,0 1 0 0 0,0-1 0 0 0,0 1 1 0 0,0-1-1 0 0,1 1 0 0 0,-1 0 0 0 0,0-1 0 0 0,0 1 0 0 0,0-1 1 0 0,1 0-1 0 0,-1 1 0 0 0,0-1 0 0 0,1 1 0 0 0,-1-1 0 0 0,0 1 0 0 0,1-1 1 0 0,-1 0-1 0 0,0 1 0 0 0,1-1 0 0 0,-1 0 0 0 0,1 1 0 0 0,-1-1 1 0 0,1 0-1 0 0,-1 0 0 0 0,1 1 0 0 0,-1-1 0 0 0,1 0 0 0 0,0 0 1 0 0,167-10 2497 0 0,7 0-1934 0 0,-151 10-623 0 0,0 1-1 0 0,-1 0 1 0 0,1 2 0 0 0,35 9-1 0 0,-50-9-9 0 0,-1-1-1 0 0,0 1 0 0 0,0 1 0 0 0,0 0 1 0 0,0 0-1 0 0,-1 0 0 0 0,1 1 0 0 0,-1 0 1 0 0,0 1-1 0 0,-1-1 0 0 0,1 1 1 0 0,-1 1-1 0 0,0-1 0 0 0,-1 1 0 0 0,9 13 1 0 0,-2 3 114 0 0,-1 0 0 0 0,-1 1 1 0 0,-1 0-1 0 0,0 1 0 0 0,4 28 1 0 0,16 133 491 0 0,-17-97-469 0 0,74 561 903 0 0,-62-452-862 0 0,51 699 1070 0 0,-62-692-1128 0 0,20 433 465 0 0,-13-218-455 0 0,-7-174-36 0 0,56 783-71 0 0,-47-794-41 0 0,77 649-89 0 0,-38-472 176 0 0,-57-388 506 0 0,4 45 824 0 0,-7-58-1457 0 0,-1-10 0 0 0,0 0 0 0 0,0 0 0 0 0,0 0 0 0 0,0 1 0 0 0,0-1 0 0 0,0 0 0 0 0,0 0 0 0 0,0 0 0 0 0,-1 0 0 0 0,1 0 0 0 0,0 0 0 0 0,-1 0 0 0 0,1 0 0 0 0,0 0 0 0 0,-1 0 0 0 0,1 0 0 0 0,-1 0 0 0 0,0 0 0 0 0,1-1 0 0 0,-1 1 0 0 0,0 0 0 0 0,1 0 0 0 0,-1 0 0 0 0,0-1 0 0 0,0 1 0 0 0,0 0 0 0 0,0-1 0 0 0,0 1 0 0 0,0-1 0 0 0,-1 1 0 0 0,-2 1 0 0 0,-25 15 0 0 0,-1-1 0 0 0,-1-2 0 0 0,-49 16 0 0 0,32-13 0 0 0,-355 150-5672 0 0,-26 10-5994 0 0,237-106-1359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14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72 1232 0 0,'-23'15'13718'0'0,"37"-17"-13373"0"0,271-54-230 0 0,-166 34-140 0 0,-52 16 15 0 0,-83 21 24 0 0,8-9-8 0 0,1 0-1 0 0,-1 1 0 0 0,1 0 0 0 0,0 0 0 0 0,1 1 1 0 0,0-1-1 0 0,0 1 0 0 0,1 1 0 0 0,0-1 0 0 0,-7 18 0 0 0,5-8 109 0 0,1 1 0 0 0,0 0 0 0 0,2 0 0 0 0,-4 33 0 0 0,-3 214 1238 0 0,-2 18-506 0 0,10-261-689 0 0,-1-1 0 0 0,-1 1 1 0 0,0-1-1 0 0,-2 0 1 0 0,-15 33-1 0 0,19-48-117 0 0,0 0 0 0 0,-1-1 1 0 0,0 1-1 0 0,0-1 0 0 0,-1 0 0 0 0,1 0 0 0 0,-1 0 0 0 0,-1-1 0 0 0,1 0 1 0 0,-1 0-1 0 0,0 0 0 0 0,0-1 0 0 0,0 1 0 0 0,-1-2 0 0 0,1 1 0 0 0,-1-1 1 0 0,0 0-1 0 0,0 0 0 0 0,0-1 0 0 0,-12 3 0 0 0,5-3-48 0 0,1-1 0 0 0,-1-1 0 0 0,0 0 0 0 0,0-1 0 0 0,1 0 0 0 0,-1-1 0 0 0,0-1 0 0 0,1 0 0 0 0,0-1 0 0 0,0 0 0 0 0,0-1 0 0 0,0-1 0 0 0,-16-9 0 0 0,17 8-404 0 0,0-1 0 0 0,1 0 0 0 0,0-1 0 0 0,1 0 0 0 0,-1 0-1 0 0,2-1 1 0 0,0-1 0 0 0,-10-13 0 0 0,16 20-13 0 0,0-1 0 0 0,0 0 0 0 0,1 0 0 0 0,0 0 0 0 0,0-1 0 0 0,0 1-1 0 0,-1-8 1 0 0,0-22-5204 0 0,4 18 883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14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1768 0 0,'0'0'5971'0'0,"8"8"-3600"0"0,1-6-2010 0 0,-1 0 0 0 0,0-1 1 0 0,0 0-1 0 0,0 0 1 0 0,17-1-1 0 0,47-7 2 0 0,-41 3-173 0 0,78-5-21 0 0,-46 5-2156 0 0,-1-2 0 0 0,79-19 0 0 0,-128 22 1305 0 0,-8 1 666 0 0,0 1 0 0 0,0 0 0 0 0,0-1-1 0 0,0 0 1 0 0,9-5 0 0 0,-13 6 429 0 0,11-2 724 0 0,0 0 1480 0 0,-12 4-2471 0 0,1-1-1 0 0,-1 1 1 0 0,1-1-1 0 0,-1 1 1 0 0,1 0 0 0 0,-1-1-1 0 0,1 1 1 0 0,-1 0-1 0 0,0-1 1 0 0,1 1-1 0 0,-1 0 1 0 0,0-1-1 0 0,0 1 1 0 0,0 0-1 0 0,0 0 1 0 0,1 0-1 0 0,-1-1 1 0 0,0 1-1 0 0,0 0 1 0 0,0 0 0 0 0,-1-1-1 0 0,1 2 1 0 0,-10 156 6437 0 0,3-97-6079 0 0,3 76 0 0 0,5-111-587 0 0,4 44-843 0 0,4-26-5538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15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2 102 1636 0 0,'-1'-54'7181'0'0,"0"8"-3708"0"0,1 45-3331 0 0,11 10-4341 0 0,-6 0 1611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15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2200 0 0,'5'10'4715'0'0,"0"3"-2470"0"0,0 0 0 0 0,7 23 0 0 0,8 67 131 0 0,-18-87-2087 0 0,1 4-147 0 0,-1 0-1 0 0,0 0 1 0 0,-2 0-1 0 0,-1 0 0 0 0,0 0 1 0 0,-1 0-1 0 0,-1-1 0 0 0,-9 29 1 0 0,12-47-133 0 0,0 0 0 0 0,0 0 0 0 0,-1 0 0 0 0,1 0 0 0 0,-1 0 0 0 0,1 0 0 0 0,-1 0 0 0 0,1 0 0 0 0,-1 0 0 0 0,1-1 0 0 0,-1 1 0 0 0,0 0 0 0 0,1 0 0 0 0,-1 0 0 0 0,-1 0 0 0 0,1-1-7 0 0,0 1 0 0 0,1-1 1 0 0,-1 0-1 0 0,0 0 0 0 0,1 0 0 0 0,-1 0 0 0 0,0 0 0 0 0,1 0 0 0 0,-1 0 0 0 0,0 0 0 0 0,1-1 1 0 0,-1 1-1 0 0,0 0 0 0 0,1 0 0 0 0,-1-1 0 0 0,0 1 0 0 0,0-1 0 0 0,0 0-4 0 0,0 0-1 0 0,0-1 0 0 0,0 1 0 0 0,0-1 1 0 0,0 1-1 0 0,1-1 0 0 0,-1 1 1 0 0,0-1-1 0 0,1 1 0 0 0,-1-1 0 0 0,1 0 1 0 0,0 1-1 0 0,0-1 0 0 0,0 0 1 0 0,-1 1-1 0 0,2-4 0 0 0,-1 2-7 0 0,-1-12-17 0 0,1-1-1 0 0,1 0 1 0 0,1 0-1 0 0,0 1 1 0 0,1-1-1 0 0,0 1 1 0 0,1 0-1 0 0,10-22 1 0 0,-10 28 18 0 0,0 0 1 0 0,1 0-1 0 0,0 0 1 0 0,0 1-1 0 0,1 0 1 0 0,0 0-1 0 0,0 1 1 0 0,1-1-1 0 0,0 1 1 0 0,0 1-1 0 0,1-1 1 0 0,0 1-1 0 0,0 1 0 0 0,15-8 1 0 0,-20 11 12 0 0,0 1 0 0 0,1-1 0 0 0,-1 1-1 0 0,1 0 1 0 0,-1 1 0 0 0,1-1 0 0 0,-1 0 0 0 0,1 1 0 0 0,-1 0 0 0 0,1 0 0 0 0,-1 0 0 0 0,1 0-1 0 0,-1 1 1 0 0,1-1 0 0 0,-1 1 0 0 0,1 0 0 0 0,-1 0 0 0 0,1 0 0 0 0,-1 0 0 0 0,5 3 0 0 0,-3 0 12 0 0,1 0 1 0 0,-1 0-1 0 0,0 0 1 0 0,0 0-1 0 0,-1 1 1 0 0,1-1 0 0 0,-1 1-1 0 0,0 1 1 0 0,-1-1-1 0 0,6 9 1 0 0,-3-1 19 0 0,-1 1 0 0 0,0-1 0 0 0,0 1 0 0 0,-2 0 0 0 0,0 0 0 0 0,0 0 0 0 0,-1 0 0 0 0,-1 15 0 0 0,9 44-3364 0 0,-10-70 2692 0 0,1-1 1 0 0,0 1-1 0 0,0 0 1 0 0,0-1 0 0 0,0 1-1 0 0,0-1 1 0 0,0 1 0 0 0,1-1-1 0 0,-1 0 1 0 0,4 3-1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15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205 652 1712 0 0,'0'0'161'0'0,"14"-34"5296"0"0,-13 32-5156 0 0,0 1 0 0 0,-1-1 0 0 0,1 0 0 0 0,-1 0 0 0 0,1 0 0 0 0,-1 0 0 0 0,0 0 0 0 0,0 0 0 0 0,0 0 0 0 0,0 0 0 0 0,0 0 0 0 0,0 1 0 0 0,-1-1-1 0 0,0-4 1 0 0,0 6-249 0 0,1-1 1 0 0,0 1-1 0 0,-1-1 0 0 0,1 1 0 0 0,-1-1 0 0 0,1 1 0 0 0,-1-1 0 0 0,1 1 0 0 0,-1 0 0 0 0,1-1 0 0 0,-1 1 0 0 0,1 0 0 0 0,-1-1 0 0 0,0 1 0 0 0,1 0 0 0 0,-1 0 0 0 0,1-1 0 0 0,-1 1 0 0 0,0 0 0 0 0,1 0 0 0 0,-1 0 0 0 0,0 0 0 0 0,1 0 0 0 0,-1 0 0 0 0,0 0 0 0 0,1 0 1 0 0,-1 0-1 0 0,0 0 0 0 0,1 1 0 0 0,-2-1 0 0 0,-16 8 593 0 0,6-1-451 0 0,1 0 0 0 0,0 2 0 0 0,0-1-1 0 0,1 1 1 0 0,0 1 0 0 0,0 0 0 0 0,1 0-1 0 0,0 1 1 0 0,-9 15 0 0 0,6-5-56 0 0,0 1 0 0 0,1 0 1 0 0,1 1-1 0 0,-10 31 0 0 0,18-47-107 0 0,1 0 1 0 0,-1-1-1 0 0,1 1 0 0 0,0 0 0 0 0,1 0 1 0 0,0 0-1 0 0,0 0 0 0 0,0 0 0 0 0,3 13 1 0 0,-3-18-23 0 0,1 0 0 0 0,0 1 0 0 0,0-1 1 0 0,-1 0-1 0 0,1 0 0 0 0,1 1 0 0 0,-1-1 0 0 0,0 0 1 0 0,1 0-1 0 0,-1 0 0 0 0,1 0 0 0 0,-1-1 0 0 0,1 1 1 0 0,0 0-1 0 0,0-1 0 0 0,-1 1 0 0 0,1-1 1 0 0,0 1-1 0 0,1-1 0 0 0,-1 0 0 0 0,0 0 0 0 0,0 0 1 0 0,0 0-1 0 0,1-1 0 0 0,-1 1 0 0 0,0 0 1 0 0,1-1-1 0 0,-1 0 0 0 0,1 1 0 0 0,-1-1 0 0 0,3 0 1 0 0,3-1-9 0 0,-1 1 1 0 0,0-1-1 0 0,0 0 0 0 0,1-1 1 0 0,-1 1-1 0 0,0-1 1 0 0,0-1-1 0 0,-1 0 1 0 0,1 0-1 0 0,8-5 1 0 0,-4 2-1 0 0,-2-1 1 0 0,1-1-1 0 0,-1 0 1 0 0,0 0-1 0 0,13-16 1 0 0,-5 1-99 0 0,0-1 0 0 0,-2 0 1 0 0,-1-1-1 0 0,16-39 1 0 0,-6 5-193 0 0,-3-2 1 0 0,-3 0-1 0 0,-2-1 1 0 0,-3 0 0 0 0,-3-1-1 0 0,-3 0 1 0 0,0-68 0 0 0,-10 60 204 0 0,2 63 96 0 0,0 0-1 0 0,0 0 0 0 0,-1 0 1 0 0,0 0-1 0 0,-1 0 0 0 0,-5-12 1 0 0,8 19-6 0 0,-1 0 0 0 0,1 0 0 0 0,-1 0 0 0 0,1 1 0 0 0,-1-1 0 0 0,1 0 0 0 0,-1 0 0 0 0,0 0 0 0 0,1 0 0 0 0,-1 1 0 0 0,0-1 0 0 0,0 0 0 0 0,0 1 0 0 0,1-1 0 0 0,-1 0 0 0 0,0 1 0 0 0,0-1 1 0 0,0 1-1 0 0,0-1 0 0 0,0 1 0 0 0,0 0 0 0 0,0-1 0 0 0,0 1 0 0 0,0 0 0 0 0,-2 0 0 0 0,2 0 19 0 0,-1 0 1 0 0,1 1-1 0 0,-1-1 1 0 0,1 1-1 0 0,-1 0 0 0 0,1-1 1 0 0,0 1-1 0 0,-1 0 1 0 0,1 0-1 0 0,0 0 1 0 0,0 0-1 0 0,-1 0 0 0 0,1 0 1 0 0,0 0-1 0 0,-1 2 1 0 0,-3 3 91 0 0,0 1 0 0 0,0 1-1 0 0,1-1 1 0 0,0 0 0 0 0,-3 9 0 0 0,-4 15 137 0 0,2 1-1 0 0,1 0 0 0 0,2 0 1 0 0,1 1-1 0 0,1 0 1 0 0,1 37-1 0 0,5 4-18 0 0,16 119 0 0 0,-12-160-1491 0 0,13 50 1 0 0,-13-66-1151 0 0,0 0 0 0 0,12 21 0 0 0,-5-14-3541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16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71 616 0 0,'0'-17'5745'0'0,"-1"-27"2842"0"0,0 42-7964 0 0,-1-6 1196 0 0,-7 47-1390 0 0,-4 41 1 0 0,0-1-199 0 0,10-56-176 0 0,0 0 0 0 0,1 28 0 0 0,2-10-2459 0 0,0-20-441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16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1352 0 0,'4'-33'7011'0'0,"-1"3"-3948"0"0,-3 28-2753 0 0,0 2-326 0 0,0-1 1 0 0,0 1 0 0 0,1-1 0 0 0,-1 1-1 0 0,0-1 1 0 0,0 1 0 0 0,0-1 0 0 0,1 1-1 0 0,-1-1 1 0 0,0 1 0 0 0,0-1 0 0 0,1 1-1 0 0,-1 0 1 0 0,0-1 0 0 0,1 1 0 0 0,-1 0-1 0 0,0-1 1 0 0,1 1 0 0 0,-1 0 0 0 0,1-1-1 0 0,-1 1 1 0 0,1 0 0 0 0,0-1 0 0 0,1 2-290 0 0,0-1 1 0 0,0 1 0 0 0,0-1-1 0 0,0 1 1 0 0,0 0-1 0 0,0 0 1 0 0,0 0 0 0 0,-1 0-1 0 0,1 0 1 0 0,0 0-1 0 0,-1 0 1 0 0,1 0 0 0 0,0 1-1 0 0,-1-1 1 0 0,0 1-1 0 0,1-1 1 0 0,1 4 0 0 0,4 3-3183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17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0 512 0 0,'17'28'9522'0'0,"-4"-1"-8043"0"0,-1 1-1 0 0,-1 0 0 0 0,11 43 1 0 0,-19-59-1404 0 0,-1-1 0 0 0,0 1 0 0 0,-1 0 0 0 0,0 0 0 0 0,-1 0 0 0 0,0 0 0 0 0,-1 0 0 0 0,0 0 0 0 0,-1 0 0 0 0,0 0 0 0 0,-7 20 0 0 0,8-31-63 0 0,1 1 0 0 0,-1-1 0 0 0,0 1 0 0 0,0 0 0 0 0,1-1 0 0 0,-1 1-1 0 0,0-1 1 0 0,0 0 0 0 0,0 1 0 0 0,-1-1 0 0 0,1 0 0 0 0,0 1 0 0 0,0-1 0 0 0,-1 0 0 0 0,1 0-1 0 0,-1 0 1 0 0,1 0 0 0 0,-1 0 0 0 0,1-1 0 0 0,-3 2 0 0 0,3-2-13 0 0,0 0-1 0 0,0 0 1 0 0,0-1 0 0 0,1 1 0 0 0,-1 0 0 0 0,0 0-1 0 0,0 0 1 0 0,0-1 0 0 0,0 1 0 0 0,1 0 0 0 0,-1-1-1 0 0,0 1 1 0 0,0-1 0 0 0,0 1 0 0 0,1-1-1 0 0,-1 1 1 0 0,0-1 0 0 0,1 0 0 0 0,-1 1 0 0 0,1-1-1 0 0,-1 0 1 0 0,1 0 0 0 0,-1 1 0 0 0,1-1 0 0 0,-1 0-1 0 0,1 0 1 0 0,0 0 0 0 0,-1 1 0 0 0,1-1-1 0 0,0 0 1 0 0,0 0 0 0 0,-1 0 0 0 0,1 0 0 0 0,0 0-1 0 0,0 0 1 0 0,0 0 0 0 0,0-7-23 0 0,-1 1 0 0 0,1-1 0 0 0,0 1 0 0 0,1-1 0 0 0,0 1 0 0 0,0 0-1 0 0,0-1 1 0 0,1 1 0 0 0,0 0 0 0 0,1 0 0 0 0,0 0 0 0 0,0 0 0 0 0,0 1 0 0 0,1-1 0 0 0,0 1 0 0 0,0 0 0 0 0,0 0 0 0 0,1 0 0 0 0,8-7 0 0 0,0 0-6 0 0,0 1 0 0 0,1 0 0 0 0,0 1 0 0 0,1 0 0 0 0,0 2 0 0 0,31-16 0 0 0,-37 22 29 0 0,-1 0-1 0 0,1 0 1 0 0,0 0-1 0 0,-1 1 1 0 0,1 1-1 0 0,0-1 1 0 0,0 1 0 0 0,0 1-1 0 0,0 0 1 0 0,0 0-1 0 0,0 1 1 0 0,0 0-1 0 0,0 0 1 0 0,0 1-1 0 0,0 1 1 0 0,16 5-1 0 0,-19-5 21 0 0,-1 0 0 0 0,1 0-1 0 0,0 0 1 0 0,-1 1-1 0 0,0 0 1 0 0,0 0-1 0 0,0 0 1 0 0,0 1-1 0 0,-1-1 1 0 0,1 1-1 0 0,-1 0 1 0 0,-1 1-1 0 0,1-1 1 0 0,-1 1 0 0 0,0-1-1 0 0,0 1 1 0 0,0 0-1 0 0,-1 0 1 0 0,0 0-1 0 0,0 1 1 0 0,0-1-1 0 0,-1 0 1 0 0,0 1-1 0 0,0 7 1 0 0,0 84-996 0 0,-2-57-3860 0 0,1-40 4659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18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1 195 328 0 0,'25'-82'13903'0'0,"-25"81"-13537"0"0,0 0-330 0 0,0 1-1 0 0,0 0 1 0 0,0-1-1 0 0,0 1 1 0 0,1-1-1 0 0,-1 1 0 0 0,0 0 1 0 0,0-1-1 0 0,0 1 1 0 0,1 0-1 0 0,-1-1 1 0 0,0 1-1 0 0,0 0 0 0 0,1 0 1 0 0,-1-1-1 0 0,0 1 1 0 0,1 0-1 0 0,-1 0 1 0 0,0-1-1 0 0,1 1 0 0 0,-1 0 1 0 0,0 0-1 0 0,1 0 1 0 0,-1-1-1 0 0,0 1 1 0 0,1 0-1 0 0,3 2 135 0 0,-1 0 0 0 0,1 0 0 0 0,-1 0 0 0 0,0 0 0 0 0,1 1 0 0 0,-1 0 0 0 0,-1-1 0 0 0,6 7 0 0 0,23 31 483 0 0,-12-13-445 0 0,89 94 463 0 0,-106-120-657 0 0,-1 0-1 0 0,1 1 1 0 0,-1-1-1 0 0,1 0 0 0 0,-1 0 1 0 0,1 1-1 0 0,0-1 1 0 0,-1 0-1 0 0,1-1 1 0 0,0 1-1 0 0,0 0 0 0 0,0-1 1 0 0,0 1-1 0 0,-1-1 1 0 0,1 1-1 0 0,0-1 1 0 0,0 0-1 0 0,0 0 0 0 0,0 0 1 0 0,4 0-1 0 0,-3-1-4 0 0,0 0-1 0 0,0 0 1 0 0,0 0-1 0 0,0 0 1 0 0,0-1-1 0 0,0 1 1 0 0,0-1-1 0 0,0 0 1 0 0,-1 0 0 0 0,1 0-1 0 0,3-4 1 0 0,3-4-12 0 0,0-1 1 0 0,-1 0-1 0 0,0-1 1 0 0,11-20-1 0 0,-14 21-12 0 0,5-9-30 0 0,1 0-1 0 0,0 1 1 0 0,2 0 0 0 0,19-22-1 0 0,-29 35 10 0 0,1 2 29 0 0,15-2-42 0 0,-14 6 50 0 0,1-1 0 0 0,-1 1 0 0 0,1 1 0 0 0,0-1 0 0 0,-1 1 0 0 0,1 0 0 0 0,-1 0 0 0 0,0 0 0 0 0,1 1-1 0 0,-1 0 1 0 0,0 0 0 0 0,0 0 0 0 0,0 1 0 0 0,8 5 0 0 0,30 11 41 0 0,-26-14-47 0 0,1 0 0 0 0,-1-1 0 0 0,1 0 0 0 0,0-2 0 0 0,0 0 0 0 0,0-1 0 0 0,0-1 1 0 0,24-3-1 0 0,-39 3-81 0 0,0-1-1 0 0,0 1 1 0 0,-1-1 0 0 0,1 0 0 0 0,0 0-1 0 0,0 0 1 0 0,0-1 0 0 0,-1 1 0 0 0,1 0 0 0 0,-1-1-1 0 0,1 0 1 0 0,-1 0 0 0 0,0 1 0 0 0,0-1 0 0 0,1-1-1 0 0,2-3 1 0 0,-4 4 36 0 0,0 0 0 0 0,0 0 0 0 0,0 0 0 0 0,-1 0 0 0 0,1 0 0 0 0,0-1 0 0 0,-1 1 0 0 0,0 0 0 0 0,1 0 0 0 0,-1-1 0 0 0,0 1 0 0 0,0 0 0 0 0,0-1 0 0 0,-1 1 0 0 0,1 0 0 0 0,0 0 0 0 0,-1-1 0 0 0,0 1 0 0 0,1 0 0 0 0,-3-3 0 0 0,3 3 42 0 0,-1 1 1 0 0,0-1-1 0 0,0 1 1 0 0,0-1-1 0 0,0 1 0 0 0,-1 0 1 0 0,1-1-1 0 0,0 1 0 0 0,-1 0 1 0 0,1 0-1 0 0,0 0 0 0 0,-1 0 1 0 0,1 0-1 0 0,-1 0 0 0 0,0 0 1 0 0,1 1-1 0 0,-1-1 0 0 0,0 0 1 0 0,1 1-1 0 0,-1-1 0 0 0,0 1 1 0 0,0 0-1 0 0,1 0 1 0 0,-1 0-1 0 0,0 0 0 0 0,0 0 1 0 0,0 0-1 0 0,1 0 0 0 0,-4 1 1 0 0,-2 0-16 0 0,1 0-1 0 0,0 1 1 0 0,0 0 0 0 0,1 0 0 0 0,-1 0 0 0 0,0 0 0 0 0,-6 5 0 0 0,0 1 40 0 0,0 1 0 0 0,1 0 0 0 0,0 0 0 0 0,0 1-1 0 0,1 1 1 0 0,0 0 0 0 0,1 1 0 0 0,0-1 0 0 0,1 2 0 0 0,1-1 0 0 0,0 1 0 0 0,0 0 0 0 0,1 0-1 0 0,1 1 1 0 0,-4 16 0 0 0,7-25-6 0 0,1-1-1 0 0,1 1 1 0 0,-1 0 0 0 0,1 0 0 0 0,0 0-1 0 0,0 0 1 0 0,0 0 0 0 0,1 0-1 0 0,0 0 1 0 0,0 0 0 0 0,0 0-1 0 0,0-1 1 0 0,4 8 0 0 0,-4-9-4 0 0,1 0 0 0 0,0 0 0 0 0,0 0 1 0 0,0 0-1 0 0,0 0 0 0 0,1-1 0 0 0,-1 1 1 0 0,1-1-1 0 0,-1 0 0 0 0,1 0 0 0 0,0 0 1 0 0,0 0-1 0 0,0 0 0 0 0,0 0 1 0 0,0-1-1 0 0,0 0 0 0 0,0 1 0 0 0,1-1 1 0 0,5 1-1 0 0,4 0 1 0 0,0-1-1 0 0,0 0 1 0 0,0 0 0 0 0,0-2-1 0 0,0 0 1 0 0,0 0 0 0 0,0-1 0 0 0,-1 0-1 0 0,1-1 1 0 0,-1-1 0 0 0,1 0 0 0 0,-1-1-1 0 0,0 0 1 0 0,0-1 0 0 0,-1 0 0 0 0,15-11-1 0 0,-15 10-18 0 0,0-2-1 0 0,-1 1 0 0 0,0-1 1 0 0,-1-1-1 0 0,0 0 0 0 0,-1 0 1 0 0,1-1-1 0 0,-2 0 1 0 0,0 0-1 0 0,0 0 0 0 0,-1-1 1 0 0,-1 0-1 0 0,0-1 0 0 0,0 1 1 0 0,5-26-1 0 0,-8 28-11 0 0,-1-1 0 0 0,0 1 1 0 0,0-1-1 0 0,-1 1 0 0 0,0-1 0 0 0,-1 1 0 0 0,-3-15 0 0 0,4 25 22 0 0,0-1-1 0 0,0 1 0 0 0,0 0 0 0 0,0-1 0 0 0,0 1 0 0 0,0 0 0 0 0,0-1 0 0 0,-1 1 0 0 0,1 0 0 0 0,0-1 0 0 0,0 1 1 0 0,0 0-1 0 0,0-1 0 0 0,-1 1 0 0 0,1 0 0 0 0,0 0 0 0 0,0-1 0 0 0,0 1 0 0 0,-1 0 0 0 0,1 0 0 0 0,0-1 0 0 0,-1 1 1 0 0,1 0-1 0 0,0 0 0 0 0,0 0 0 0 0,-1 0 0 0 0,1-1 0 0 0,0 1 0 0 0,-1 0 0 0 0,1 0 0 0 0,0 0 0 0 0,-1 0 1 0 0,1 0-1 0 0,0 0 0 0 0,-1 0 0 0 0,-1 0 3 0 0,1 1 1 0 0,-1 0-1 0 0,1-1 1 0 0,-1 1-1 0 0,1 0 0 0 0,0 0 1 0 0,-1-1-1 0 0,1 1 1 0 0,0 0-1 0 0,0 0 1 0 0,-1 1-1 0 0,1-1 1 0 0,0 0-1 0 0,0 0 1 0 0,0 1-1 0 0,0-1 0 0 0,1 0 1 0 0,-1 1-1 0 0,0-1 1 0 0,1 1-1 0 0,-1-1 1 0 0,0 1-1 0 0,1-1 1 0 0,0 1-1 0 0,-1-1 0 0 0,1 1 1 0 0,0-1-1 0 0,0 1 1 0 0,0 0-1 0 0,0-1 1 0 0,0 1-1 0 0,1 1 1 0 0,-1 1 6 0 0,0 0-3 0 0,0 0 0 0 0,0 0-1 0 0,1 0 1 0 0,-1 0 0 0 0,1 0-1 0 0,0 0 1 0 0,0-1-1 0 0,1 1 1 0 0,-1 0 0 0 0,1-1-1 0 0,0 1 1 0 0,0 0 0 0 0,0-1-1 0 0,0 0 1 0 0,1 0-1 0 0,-1 0 1 0 0,1 0 0 0 0,0 0-1 0 0,0 0 1 0 0,0 0 0 0 0,0-1-1 0 0,0 0 1 0 0,1 0-1 0 0,-1 0 1 0 0,1 0 0 0 0,0 0-1 0 0,-1 0 1 0 0,1-1 0 0 0,0 0-1 0 0,4 1 1 0 0,16 3 9 0 0,-1 0 0 0 0,42 1 0 0 0,-11-2-54 0 0,-53-4 42 0 0,0 1-1 0 0,1-1 0 0 0,-1 0 0 0 0,0 1 0 0 0,0-1 0 0 0,1 0 0 0 0,-1 1 0 0 0,0 0 0 0 0,0-1 0 0 0,0 1 0 0 0,0 0 0 0 0,0-1 0 0 0,1 1 0 0 0,-1 0 0 0 0,-1 0 0 0 0,1 0 0 0 0,0 0 1 0 0,0 0-1 0 0,0 0 0 0 0,0 0 0 0 0,-1 0 0 0 0,1 1 0 0 0,-1-1 0 0 0,1 0 0 0 0,-1 0 0 0 0,1 0 0 0 0,-1 1 0 0 0,1-1 0 0 0,-1 0 0 0 0,0 1 0 0 0,0-1 0 0 0,0 0 0 0 0,0 1 0 0 0,0-1 1 0 0,0 0-1 0 0,0 1 0 0 0,0-1 0 0 0,-1 2 0 0 0,-1 7 21 0 0,0 0 0 0 0,-1-1 0 0 0,0 1 0 0 0,-4 9 0 0 0,4-12 3 0 0,-2 4-15 0 0,2-4-4 0 0,0 0-1 0 0,0 1 1 0 0,1-1-1 0 0,0 1 0 0 0,0-1 1 0 0,1 1-1 0 0,0 0 1 0 0,0-1-1 0 0,1 1 1 0 0,0 9-1 0 0,0-16 0 0 0,1 0 0 0 0,-1 0-1 0 0,1 0 1 0 0,-1-1 0 0 0,1 1-1 0 0,-1 0 1 0 0,1 0 0 0 0,0 0 0 0 0,-1 0-1 0 0,1-1 1 0 0,0 1 0 0 0,0 0-1 0 0,-1-1 1 0 0,1 1 0 0 0,0-1 0 0 0,0 1-1 0 0,0-1 1 0 0,0 1 0 0 0,0-1-1 0 0,0 1 1 0 0,0-1 0 0 0,0 0 0 0 0,0 0-1 0 0,0 1 1 0 0,0-1 0 0 0,0 0-1 0 0,2 0 1 0 0,5 0 9 0 0,1 1 0 0 0,-1-2 0 0 0,0 1 0 0 0,1-1 0 0 0,-1-1 0 0 0,0 1 0 0 0,1-1 0 0 0,-1-1 0 0 0,11-4 0 0 0,-7 1-10 0 0,0 0 0 0 0,1-1 0 0 0,-2-1 0 0 0,1 0 0 0 0,10-10 0 0 0,7-10-39 0 0,-2-1 0 0 0,48-64 1 0 0,-20 8-50 0 0,7-10 885 0 0,-60 94-791 0 0,-1-1 0 0 0,1 0 0 0 0,0 1 0 0 0,0-1 0 0 0,-1 1 0 0 0,1-1 0 0 0,0 1 0 0 0,1 0 0 0 0,-1 0 0 0 0,0 0 0 0 0,0 0 0 0 0,0 0 0 0 0,0 0 0 0 0,1 1 0 0 0,-1-1 0 0 0,0 1 0 0 0,1 0 0 0 0,-1-1 0 0 0,1 1 0 0 0,-1 0 0 0 0,0 0 0 0 0,1 1 0 0 0,-1-1 0 0 0,0 0 0 0 0,1 1 0 0 0,-1 0 0 0 0,0-1 0 0 0,3 2 0 0 0,5 2 2 0 0,0 1-1 0 0,-1-1 0 0 0,0 2 0 0 0,0-1 0 0 0,10 9 0 0 0,-2-2 18 0 0,-1 1 0 0 0,-1 0 0 0 0,0 1 0 0 0,-1 1 0 0 0,0 0 0 0 0,-1 1-1 0 0,-1 0 1 0 0,-1 1 0 0 0,11 21 0 0 0,-19-33-13 0 0,-1 0-1 0 0,0 0 1 0 0,-1 1 0 0 0,1-1-1 0 0,-1 0 1 0 0,0 1 0 0 0,0-1-1 0 0,-1 1 1 0 0,0 0 0 0 0,0-1-1 0 0,0 1 1 0 0,0-1 0 0 0,-1 1 0 0 0,0-1-1 0 0,0 1 1 0 0,-1-1 0 0 0,1 1-1 0 0,-6 9 1 0 0,3-8 3 0 0,-1 1-1 0 0,1-1 1 0 0,-2 0 0 0 0,1 0 0 0 0,-1-1-1 0 0,0 0 1 0 0,0 0 0 0 0,-1 0 0 0 0,0-1-1 0 0,0 0 1 0 0,-12 7 0 0 0,-42 24 1383 0 0,60-35-1232 0 0,14-17-49 0 0,33-12-91 0 0,2 2 0 0 0,83-33 0 0 0,-67 31-56 0 0,-2 1 16 0 0,-19 10 12 0 0,-2-2 0 0 0,0-1 0 0 0,70-49 0 0 0,-107 67-4 0 0,0-1 0 0 0,-1 0 0 0 0,1 0 0 0 0,-1 0 0 0 0,0 0 0 0 0,0-1 0 0 0,0 1 0 0 0,-1-1 0 0 0,1 0 0 0 0,-1 0 0 0 0,0 0 0 0 0,0 0 0 0 0,0 0 0 0 0,0 0 0 0 0,1-9 0 0 0,-3 12 0 0 0,0 0 1 0 0,0 1-1 0 0,0-1 1 0 0,0 0-1 0 0,0 0 1 0 0,-1 0-1 0 0,1 0 1 0 0,0 1-1 0 0,-1-1 1 0 0,1 0-1 0 0,0 0 1 0 0,-1 0 0 0 0,1 1-1 0 0,-1-1 1 0 0,1 0-1 0 0,-1 1 1 0 0,1-1-1 0 0,-1 0 1 0 0,0 1-1 0 0,1-1 1 0 0,-1 1-1 0 0,0-1 1 0 0,1 1 0 0 0,-1-1-1 0 0,0 1 1 0 0,0-1-1 0 0,0 1 1 0 0,0-1-1 0 0,-2 1-3 0 0,0-1-1 0 0,1 0 0 0 0,-1 0 1 0 0,1 1-1 0 0,-1-1 1 0 0,0 1-1 0 0,1 0 1 0 0,-1 0-1 0 0,-4 0 1 0 0,-3 2 11 0 0,0 1 1 0 0,-1 0 0 0 0,1 0 0 0 0,0 1 0 0 0,1 0 0 0 0,-1 0-1 0 0,1 1 1 0 0,0 1 0 0 0,0 0 0 0 0,0 0 0 0 0,1 1 0 0 0,0-1 0 0 0,0 2-1 0 0,1-1 1 0 0,0 1 0 0 0,-11 16 0 0 0,13-17 60 0 0,1-1 0 0 0,0 1 0 0 0,0 0 1 0 0,1 0-1 0 0,0 1 0 0 0,0-1 0 0 0,0 1 0 0 0,1 0 0 0 0,0-1 0 0 0,1 1 0 0 0,0 0 1 0 0,0 0-1 0 0,1 0 0 0 0,0 0 0 0 0,0 0 0 0 0,1 0 0 0 0,0 0 0 0 0,0 0 0 0 0,1 0 1 0 0,0-1-1 0 0,0 1 0 0 0,1-1 0 0 0,5 12 0 0 0,-5-13-48 0 0,0-2 1 0 0,0 1-1 0 0,1 0 1 0 0,0 0-1 0 0,0-1 0 0 0,0 0 1 0 0,0 0-1 0 0,1 0 1 0 0,-1-1-1 0 0,1 1 0 0 0,0-1 1 0 0,0 0-1 0 0,0 0 1 0 0,1-1-1 0 0,-1 0 0 0 0,1 1 1 0 0,-1-2-1 0 0,1 1 1 0 0,0-1-1 0 0,10 1 0 0 0,-6-1-657 0 0,1 0 0 0 0,0-1 0 0 0,0 0 0 0 0,14-3 0 0 0,-11 0-2464 0 0,1 0 1 0 0,21-8 0 0 0,-11 2-4282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18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3644 0 0,'1'2'3379'0'0,"18"28"7172"0"0,-13-17-9407 0 0,-5-12-898 0 0,4 10-2068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3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96 348 0 0,'-9'-11'3962'0'0,"6"6"-2566"0"0,0 1 1 0 0,0 0-1 0 0,0-1 0 0 0,0 0 1 0 0,1 1-1 0 0,-2-7 1 0 0,4 9-1279 0 0,0 0 0 0 0,0 0 0 0 0,1 0 0 0 0,-1 0 0 0 0,1 1 0 0 0,0-1 0 0 0,-1 0 0 0 0,1 0 0 0 0,0 1 0 0 0,0-1 0 0 0,0 0 0 0 0,0 1 0 0 0,0-1 0 0 0,1 1 0 0 0,-1-1 0 0 0,0 1 0 0 0,1 0 0 0 0,-1-1 0 0 0,4-1 1 0 0,-1 1-81 0 0,1 0 1 0 0,1 1-1 0 0,-1-1 1 0 0,0 1-1 0 0,0 0 1 0 0,1 0 0 0 0,-1 0-1 0 0,0 1 1 0 0,1 0-1 0 0,-1 0 1 0 0,0 0 0 0 0,1 1-1 0 0,-1 0 1 0 0,0 0-1 0 0,7 2 1 0 0,-8-2-31 0 0,1 0-1 0 0,0 1 1 0 0,-1 0 0 0 0,1 0 0 0 0,-1 0 0 0 0,0 0-1 0 0,1 1 1 0 0,-1-1 0 0 0,0 1 0 0 0,-1 0 0 0 0,1 1-1 0 0,0-1 1 0 0,-1 1 0 0 0,0-1 0 0 0,0 1-1 0 0,0 0 1 0 0,0 0 0 0 0,-1 0 0 0 0,1 1 0 0 0,-1-1-1 0 0,0 0 1 0 0,0 1 0 0 0,-1 0 0 0 0,1-1 0 0 0,-1 1-1 0 0,0 0 1 0 0,0 0 0 0 0,-1 0 0 0 0,0-1-1 0 0,0 1 1 0 0,0 0 0 0 0,0 0 0 0 0,0 0 0 0 0,-1 0-1 0 0,0 0 1 0 0,-3 8 0 0 0,-29 76 213 0 0,31-85-200 0 0,-5 10-4 0 0,10-8 15 0 0,-2-5-32 0 0,0 0 0 0 0,0 0 1 0 0,1 1-1 0 0,-1-1 0 0 0,1 0 0 0 0,-1-1 0 0 0,0 1 0 0 0,1 0 0 0 0,0 0 0 0 0,-1 0 0 0 0,1-1 0 0 0,-1 1 0 0 0,1-1 1 0 0,0 1-1 0 0,0-1 0 0 0,2 0 0 0 0,6 2-14 0 0,14 3-5 0 0,0 2 0 0 0,-1 1-1 0 0,24 11 1 0 0,-34-13 25 0 0,0 1 1 0 0,-1 0-1 0 0,0 0 1 0 0,0 2-1 0 0,-1-1 1 0 0,0 2-1 0 0,10 9 1 0 0,-19-16 63 0 0,-1-1 1 0 0,1 0-1 0 0,-1 0 0 0 0,1 1 1 0 0,-1-1-1 0 0,0 1 1 0 0,0-1-1 0 0,0 1 0 0 0,0-1 1 0 0,-1 1-1 0 0,1-1 0 0 0,-1 1 1 0 0,1 0-1 0 0,-1 0 1 0 0,0-1-1 0 0,0 1 0 0 0,0 0 1 0 0,0-1-1 0 0,-1 1 0 0 0,1 0 1 0 0,-1-1-1 0 0,0 1 1 0 0,0 0-1 0 0,0-1 0 0 0,0 1 1 0 0,0-1-1 0 0,0 0 0 0 0,0 1 1 0 0,-1-1-1 0 0,0 0 1 0 0,-2 3-1 0 0,-1 2 92 0 0,-1 0 0 0 0,0-1-1 0 0,0 0 1 0 0,0 0 0 0 0,-1 0 0 0 0,0-1 0 0 0,0 0-1 0 0,-14 7 1 0 0,7-6-23 0 0,-1 0 0 0 0,0-1 0 0 0,0 0-1 0 0,-1-1 1 0 0,-17 2 0 0 0,26-5-174 0 0,-1-1 0 0 0,1 1 0 0 0,0-1 0 0 0,0 0 0 0 0,-1-1 0 0 0,1 1 0 0 0,0-2 0 0 0,0 1 0 0 0,0-1 0 0 0,0 0-1 0 0,0 0 1 0 0,0-1 0 0 0,-9-5 0 0 0,14 7-125 0 0,1 1 0 0 0,0-1 0 0 0,0 0 0 0 0,-1 0-1 0 0,1 0 1 0 0,0 0 0 0 0,0 0 0 0 0,0 0 0 0 0,0-1 0 0 0,0 1-1 0 0,0 0 1 0 0,1 0 0 0 0,-1-1 0 0 0,0 1 0 0 0,1 0 0 0 0,-1-1-1 0 0,0 1 1 0 0,1-1 0 0 0,0 1 0 0 0,-1-1 0 0 0,1 1 0 0 0,0-1-1 0 0,0 1 1 0 0,0-1 0 0 0,0 1 0 0 0,0-1 0 0 0,0 1 0 0 0,0-1-1 0 0,1 1 1 0 0,-1-1 0 0 0,0 1 0 0 0,1-1 0 0 0,-1 1 0 0 0,1 0-1 0 0,1-3 1 0 0,2-3-1055 0 0,0 0 0 0 0,1 0 0 0 0,0 0-1 0 0,1 0 1 0 0,5-5 0 0 0,-5 6-88 0 0,12-14-3588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6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72 2356 0 0,'-3'-1'2260'0'0,"-12"0"1201"0"0,-8-1 1671 0 0,12 1-3162 0 0,-1-2-855 0 0,36-6-876 0 0,1 1 0 0 0,0 1 0 0 0,29-5 0 0 0,82-6-2366 0 0,-99 14-282 0 0,-25 3 1251 0 0,8-1-4080 0 0,-6 0 1324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6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 1556 0 0,'-3'0'2102'0'0,"-10"1"983"0"0,10-1-1938 0 0,-2 1-811 0 0,0 0-1 0 0,0 0 0 0 0,0 1 1 0 0,0-1-1 0 0,0 1 1 0 0,0 0-1 0 0,0 1 1 0 0,1-1-1 0 0,-1 1 1 0 0,1 0-1 0 0,0 0 1 0 0,0 0-1 0 0,0 1 1 0 0,0-1-1 0 0,0 1 0 0 0,1 0 1 0 0,-5 7-1 0 0,1-3-185 0 0,1 1 0 0 0,0 0-1 0 0,1 0 1 0 0,0 0 0 0 0,0 1-1 0 0,1-1 1 0 0,1 1 0 0 0,-4 12-1 0 0,6-20-105 0 0,1 1 0 0 0,-1-1 0 0 0,1 0-1 0 0,0 0 1 0 0,0 1 0 0 0,0-1 0 0 0,0 0-1 0 0,0 1 1 0 0,0-1 0 0 0,0 0 0 0 0,1 1-1 0 0,-1-1 1 0 0,1 0 0 0 0,0 0 0 0 0,0 1 0 0 0,0-1-1 0 0,0 0 1 0 0,0 0 0 0 0,0 0 0 0 0,0 0-1 0 0,1 0 1 0 0,-1-1 0 0 0,1 1 0 0 0,-1 0-1 0 0,1-1 1 0 0,0 1 0 0 0,0-1 0 0 0,0 1-1 0 0,-1-1 1 0 0,1 0 0 0 0,1 0 0 0 0,-1 0-1 0 0,0 0 1 0 0,0 0 0 0 0,4 1 0 0 0,8 1 78 0 0,-1 0 1 0 0,1-1-1 0 0,-1-1 1 0 0,1 0 0 0 0,14-1-1 0 0,-5 0-102 0 0,-20 0-12 0 0,34 0 37 0 0,-1 2 0 0 0,0 1 0 0 0,0 2 0 0 0,67 19 0 0 0,-98-23 3 0 0,-1 1 0 0 0,0-1 0 0 0,0 1 0 0 0,0 0 0 0 0,0 1 0 0 0,0-1 0 0 0,0 1 1 0 0,0-1-1 0 0,-1 1 0 0 0,0 1 0 0 0,1-1 0 0 0,-1 0 0 0 0,0 1 0 0 0,0-1 0 0 0,-1 1 0 0 0,1 0 0 0 0,-1 0 0 0 0,0 0 0 0 0,0 0 0 0 0,0 0 0 0 0,-1 1 0 0 0,1-1 1 0 0,1 9-1 0 0,-3-7 96 0 0,0 0 1 0 0,0 0-1 0 0,0 0 1 0 0,0-1-1 0 0,-1 1 1 0 0,0 0 0 0 0,0 0-1 0 0,-1-1 1 0 0,0 1-1 0 0,0-1 1 0 0,0 1-1 0 0,-1-1 1 0 0,1 0 0 0 0,-1 0-1 0 0,0 0 1 0 0,-1 0-1 0 0,1 0 1 0 0,-6 5-1 0 0,1-2-15 0 0,1 0-1 0 0,-1-1 0 0 0,-1 0 0 0 0,1 0 1 0 0,-1-1-1 0 0,0 0 0 0 0,0 0 1 0 0,-1-1-1 0 0,0 0 0 0 0,0-1 0 0 0,0 0 1 0 0,-1-1-1 0 0,1 0 0 0 0,-1-1 1 0 0,1 0-1 0 0,-17 1 0 0 0,-4 0 61 0 0,21-5-305 0 0,7 0 62 0 0,-19-10-745 0 0,21 12 649 0 0,0-1 0 0 0,0 1-1 0 0,0-1 1 0 0,0 1 0 0 0,0-1 0 0 0,1 0 0 0 0,-1 1 0 0 0,0-1 0 0 0,0 0 0 0 0,1 1-1 0 0,-1-1 1 0 0,0 0 0 0 0,1 0 0 0 0,-1 0 0 0 0,1 0 0 0 0,-1 0 0 0 0,1 0 0 0 0,-1 0-1 0 0,1 0 1 0 0,0 0 0 0 0,0 0 0 0 0,-1 0 0 0 0,1 0 0 0 0,0 0 0 0 0,0 0 0 0 0,0-2-1 0 0,2-2-792 0 0,1 0-1 0 0,0 1 1 0 0,0-1-1 0 0,0 0 1 0 0,0 1 0 0 0,1 0-1 0 0,0-1 1 0 0,0 2-1 0 0,0-1 1 0 0,7-5-1 0 0,10-6-5360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9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130 110 1248 0 0,'-8'-11'5993'0'0,"7"9"-5602"0"0,0 0 0 0 0,-1 0-1 0 0,1 0 1 0 0,1-1 0 0 0,-1 1 0 0 0,0 0 0 0 0,1-1 0 0 0,-1 1 0 0 0,1-1 0 0 0,0 1 0 0 0,-1-1 0 0 0,1 1 0 0 0,0-1 0 0 0,1 1 0 0 0,-1-1-1 0 0,0 1 1 0 0,1 0 0 0 0,-1-1 0 0 0,1 1 0 0 0,0-1 0 0 0,2-2 0 0 0,-2 2-258 0 0,2 0 1 0 0,-1 0-1 0 0,0 1 1 0 0,1-1-1 0 0,-1 1 0 0 0,1 0 1 0 0,0 0-1 0 0,-1 0 0 0 0,1 0 1 0 0,0 0-1 0 0,1 0 1 0 0,-1 1-1 0 0,6-3 0 0 0,-2 2-163 0 0,1-1 1 0 0,0 2-1 0 0,0-1 0 0 0,0 1 0 0 0,1 0 0 0 0,-1 0 1 0 0,0 1-1 0 0,0 0 0 0 0,0 1 0 0 0,0 0 0 0 0,1 0 1 0 0,12 4-1 0 0,-14-2 30 0 0,-1-1-1 0 0,1 2 1 0 0,-1-1 0 0 0,0 0 0 0 0,0 1-1 0 0,0 0 1 0 0,-1 1 0 0 0,1-1-1 0 0,-1 1 1 0 0,0 0 0 0 0,-1 1 0 0 0,1-1-1 0 0,-1 1 1 0 0,5 8 0 0 0,-6-9 7 0 0,-1 1 0 0 0,1 0 0 0 0,-1 0 0 0 0,-1 0 0 0 0,1 0 1 0 0,-1 1-1 0 0,0-1 0 0 0,0 0 0 0 0,-1 1 0 0 0,0-1 0 0 0,0 0 1 0 0,-1 1-1 0 0,1-1 0 0 0,-1 0 0 0 0,-1 0 0 0 0,-1 8 0 0 0,-4 4 139 0 0,0-1 0 0 0,-1 0 0 0 0,-1 0 0 0 0,0 0 0 0 0,-1-1 0 0 0,-1 0 0 0 0,-1-1 0 0 0,0-1 1 0 0,-1 0-1 0 0,-15 14 0 0 0,-10 5 592 0 0,-2-2 0 0 0,-68 42 0 0 0,45-31-288 0 0,62-41-401 0 0,4 2-6 0 0,-3-2-43 0 0,1-1 0 0 0,-1 0 1 0 0,0 1-1 0 0,0-1 0 0 0,0 0 1 0 0,0 0-1 0 0,0 1 1 0 0,1-1-1 0 0,-1 0 0 0 0,0 0 1 0 0,0 1-1 0 0,0-1 1 0 0,1 0-1 0 0,-1 0 0 0 0,0 1 1 0 0,0-1-1 0 0,1 0 1 0 0,-1 0-1 0 0,0 0 0 0 0,0 0 1 0 0,1 1-1 0 0,-1-1 0 0 0,0 0 1 0 0,1 0-1 0 0,-1 0 1 0 0,0 0-1 0 0,0 0 0 0 0,1 0 1 0 0,-1 0-1 0 0,0 0 1 0 0,1 0-1 0 0,-1 0 0 0 0,50 2 47 0 0,74-8 0 0 0,-33 1-25 0 0,138 4-14 0 0,-178 1 32 0 0,-48 0-22 0 0,0 0-430 0 0,12 3-2828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0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16 1880 0 0,'2'-2'1967'0'0,"22"-11"3477"0"0,-24 13-5398 0 0,0 0 0 0 0,1 0 0 0 0,-1 0 0 0 0,0 0 0 0 0,0-1 0 0 0,1 1 0 0 0,-1 0 0 0 0,0 1 0 0 0,0-1 0 0 0,1 0 0 0 0,-1 0 0 0 0,0 0 0 0 0,0 0 0 0 0,1 0 1 0 0,-1 0-1 0 0,0 0 0 0 0,0 0 0 0 0,0 0 0 0 0,1 0 0 0 0,-1 0 0 0 0,0 1 0 0 0,0-1 0 0 0,0 0 0 0 0,1 0 0 0 0,-1 0 0 0 0,0 0 0 0 0,0 1 0 0 0,0-1 0 0 0,0 0 0 0 0,0 0 0 0 0,0 0 0 0 0,1 1 0 0 0,-2 15 300 0 0,-8 17 26 0 0,-1 0 0 0 0,-24 49 0 0 0,6-15-240 0 0,-133 298-1511 0 0,124-284-4465 0 0,28-68 3067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0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1 160 1140 0 0,'16'-48'4201'0'0,"-12"34"-3063"0"0,0-1 0 0 0,1 1-1 0 0,1 1 1 0 0,0-1-1 0 0,11-17 1 0 0,-16 30-1110 0 0,0 0-1 0 0,-1 0 1 0 0,1 0-1 0 0,0 1 0 0 0,-1-1 1 0 0,1 0-1 0 0,0 1 1 0 0,0-1-1 0 0,0 1 1 0 0,-1-1-1 0 0,1 1 1 0 0,0-1-1 0 0,0 1 1 0 0,0 0-1 0 0,0-1 1 0 0,0 1-1 0 0,0 0 1 0 0,0 0-1 0 0,0 0 1 0 0,0-1-1 0 0,0 1 0 0 0,0 0 1 0 0,0 0-1 0 0,2 1 1 0 0,0 0 2 0 0,-1-1 0 0 0,1 1 0 0 0,0 0 0 0 0,-1 1-1 0 0,1-1 1 0 0,-1 0 0 0 0,1 1 0 0 0,3 3 0 0 0,2 1-14 0 0,-1 1-1 0 0,0 0 1 0 0,0 1-1 0 0,6 8 1 0 0,16 31 62 0 0,-2 1 1 0 0,38 95-1 0 0,-40-83 23 0 0,49 85-1 0 0,-40-97-1779 0 0,-31-45 869 0 0,0 0 0 0 0,0 0-1 0 0,0 0 1 0 0,0 0 0 0 0,0-1-1 0 0,6 4 1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0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87 2084 0 0,'-75'-15'8844'0'0,"73"15"-8444"0"0,-10-3 774 0 0,36-5-1320 0 0,0 2 1 0 0,1 1-1 0 0,28-2 1 0 0,-9 0-538 0 0,129-18-4523 0 0,-107 14 1579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0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1736 0 0,'0'0'12214'0'0,"3"0"-11963"0"0,25-1 183 0 0,44-9 0 0 0,10-1-1002 0 0,-38 8-754 0 0,-17 0-2285 0 0,37 1 0 0 0,-48 4 46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0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 1952 0 0,'-78'66'10173'0'0,"78"-66"-10135"0"0,0 0 1 0 0,-1 0-1 0 0,1 1 0 0 0,0-1 0 0 0,0 0 1 0 0,-1 0-1 0 0,1 1 0 0 0,0-1 1 0 0,0 0-1 0 0,0 0 0 0 0,-1 1 0 0 0,1-1 1 0 0,0 0-1 0 0,0 1 0 0 0,0-1 0 0 0,0 0 1 0 0,0 0-1 0 0,-1 1 0 0 0,1-1 0 0 0,0 0 1 0 0,0 1-1 0 0,0-1 0 0 0,0 0 1 0 0,0 1-1 0 0,0-1 0 0 0,0 0 0 0 0,0 1 1 0 0,0-1-1 0 0,0 0 0 0 0,1 1 0 0 0,-1-1 1 0 0,0 0-1 0 0,0 1 0 0 0,0-1 0 0 0,0 0 1 0 0,1 1-1 0 0,12 5 530 0 0,17-3-244 0 0,18-5-924 0 0,76-12 0 0 0,44-19-4863 0 0,-151 30 4532 0 0,46-11-3504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4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31 1884 0 0,'-3'0'6081'0'0,"-11"0"-2176"0"0,11 0-2969 0 0,-25 0 2155 0 0,25 0-2726 0 0,6 0-284 0 0,86-14-1942 0 0,4 4-3651 0 0,-66 7 3013 0 0,3 0-1568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4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0 140 0 0,'-54'20'5624'0'0,"-78"32"3110"0"0,131-52-8698 0 0,1 0 0 0 0,-1 0 1 0 0,1 0-1 0 0,0 0 0 0 0,-1 1 0 0 0,1-1 0 0 0,-1 0 0 0 0,1 0 1 0 0,-1 0-1 0 0,1 0 0 0 0,0 1 0 0 0,-1-1 0 0 0,1 0 0 0 0,0 1 1 0 0,-1-1-1 0 0,1 0 0 0 0,-1 0 0 0 0,1 1 0 0 0,0-1 1 0 0,0 1-1 0 0,-1-1 0 0 0,1 0 0 0 0,0 1 0 0 0,0-1 0 0 0,0 1 1 0 0,-1-1-1 0 0,1 0 0 0 0,0 1 0 0 0,0-1 0 0 0,0 1 0 0 0,0-1 1 0 0,0 1-1 0 0,14 4 308 0 0,29-4-211 0 0,198-22-1852 0 0,0-16-5296 0 0,-150 19 1984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5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1531 47 2688 0 0,'13'-24'10495'0'0,"-14"16"-8907"0"0,1 6-1173 0 0,-8-2 158 0 0,7 3-538 0 0,1 0 0 0 0,-1 1-1 0 0,0-1 1 0 0,0 0-1 0 0,0 1 1 0 0,0-1-1 0 0,0 1 1 0 0,0-1 0 0 0,0 1-1 0 0,0-1 1 0 0,0 1-1 0 0,0 0 1 0 0,0 0 0 0 0,-1-1-1 0 0,-14 1 9 0 0,0 0 0 0 0,1 1 0 0 0,-1 0 1 0 0,1 1-1 0 0,0 1 0 0 0,0 1 0 0 0,0 0 0 0 0,-24 10 0 0 0,3 2-74 0 0,1 1 1 0 0,-44 29-1 0 0,61-34 24 0 0,1 1 0 0 0,1 1 0 0 0,0 1 0 0 0,1 0 0 0 0,1 1 1 0 0,0 0-1 0 0,2 1 0 0 0,-1 1 0 0 0,2 0 0 0 0,1 1 0 0 0,0 0 0 0 0,-14 39 0 0 0,1 14 53 0 0,3 0 0 0 0,-13 99 0 0 0,25-128-10 0 0,-57 380 53 0 0,-14 71 66 0 0,-194 1001 1301 0 0,19-132 549 0 0,212-1157-1747 0 0,-62 317 578 0 0,87-431-590 0 0,-54 312 373 0 0,59-342-567 0 0,6-35 88 0 0,2 1 0 0 0,-3 46-1 0 0,7-73-124 0 0,0 0-1 0 0,0 0 0 0 0,0 0 0 0 0,0 0 0 0 0,1 0 0 0 0,-1 0 0 0 0,0 0 0 0 0,0 0 0 0 0,1 0 0 0 0,-1 0 0 0 0,1 0 0 0 0,-1 0 1 0 0,1 0-1 0 0,-1-1 0 0 0,1 1 0 0 0,-1 0 0 0 0,1 0 0 0 0,0-1 0 0 0,-1 1 0 0 0,1 0 0 0 0,1 0 0 0 0,0 1 19 0 0,1-1-1 0 0,-1 0 1 0 0,0-1-1 0 0,0 1 0 0 0,1 0 1 0 0,-1 0-1 0 0,0-1 1 0 0,1 0-1 0 0,2 1 1 0 0,7-1 50 0 0,0 0-1 0 0,0-1 1 0 0,12-2 0 0 0,-19 2-96 0 0,113-18-272 0 0,150-46-1 0 0,-16-16-3103 0 0,-86 19-1025 0 0,-57 14-1266 0 0,-21 3-1608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6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7 1056 0 0,'7'-7'11299'0'0,"-6"33"-10218"0"0,0 0 0 0 0,-2 0 0 0 0,-7 42 0 0 0,4-31-771 0 0,-16 134 431 0 0,-11 114-3136 0 0,21-162-5453 0 0,7-87 2765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7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1336 0 0,'15'-17'7024'0'0,"-3"2"-2053"0"0,-2 4-1247 0 0,-10 11-3696 0 0,0 0 0 0 0,0-1 0 0 0,1 1 0 0 0,-1 0 0 0 0,0 0 0 0 0,0 0 0 0 0,1 0 0 0 0,-1-1 0 0 0,0 1 0 0 0,0 0 0 0 0,1 0 0 0 0,-1 0 0 0 0,0 0 0 0 0,0 0 0 0 0,1 0-1 0 0,-1 0 1 0 0,0 0 0 0 0,0 0 0 0 0,1 0 0 0 0,-1 0 0 0 0,0 0 0 0 0,0 0 0 0 0,1 0 0 0 0,-1 0 0 0 0,0 0 0 0 0,1 0 0 0 0,-1 0 0 0 0,0 0 0 0 0,0 0 0 0 0,1 0 0 0 0,-1 0 0 0 0,0 1 0 0 0,0-1 0 0 0,1 0 0 0 0,-1 0 0 0 0,0 0 0 0 0,0 0 0 0 0,0 1 0 0 0,1-1 0 0 0,-1 0 0 0 0,0 0 0 0 0,0 0 0 0 0,0 1 0 0 0,0-1 0 0 0,0 0 0 0 0,1 0 0 0 0,-1 1-1 0 0,0-1 1 0 0,0 0 0 0 0,0 0 0 0 0,0 1 0 0 0,0-1 0 0 0,0 0 0 0 0,0 1 0 0 0,0-1 0 0 0,0 0 0 0 0,0 0 0 0 0,0 1 0 0 0,0-1 0 0 0,0 1 0 0 0,2 49 214 0 0,-2 0 0 0 0,-13 95 0 0 0,0-17-1042 0 0,12-94-1517 0 0,4 61 0 0 0,5-35-3873 0 0,-3-34 731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7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1140 0 0,'14'-4'4777'0'0,"-1"-1"0"0"0,25-12 1014 0 0,-37 17-5540 0 0,0 0 1 0 0,0 0-1 0 0,0-1 0 0 0,0 1 1 0 0,1 0-1 0 0,-1-1 0 0 0,0 1 1 0 0,0-1-1 0 0,0 1 1 0 0,0-1-1 0 0,0 0 0 0 0,1-1 1 0 0,-2 2-91 0 0,1-1-1 0 0,-1 1 1 0 0,1-1 0 0 0,0 1 0 0 0,-1-1 0 0 0,1 1 0 0 0,-1 0 0 0 0,1-1 0 0 0,0 1-1 0 0,-1 0 1 0 0,1-1 0 0 0,0 1 0 0 0,0 0 0 0 0,-1 0 0 0 0,1 0 0 0 0,0-1 0 0 0,0 1 0 0 0,-1 0-1 0 0,1 0 1 0 0,0 0 0 0 0,0 0 0 0 0,-1 1 0 0 0,1-1 0 0 0,0 0 0 0 0,-1 0 0 0 0,1 0-1 0 0,0 0 1 0 0,1 1 0 0 0,-2 1-150 0 0,1-1 0 0 0,0 1 0 0 0,-1-1 0 0 0,0 1 0 0 0,1 0 0 0 0,-1-1 0 0 0,0 1 0 0 0,1-1 0 0 0,-1 1 0 0 0,0 0 0 0 0,0-1 0 0 0,-1 1 0 0 0,1 0 0 0 0,0 1 0 0 0,-1-2-2 0 0,-8 104 50 0 0,-2 32-3256 0 0,11-114 137 0 0,1 0 0 0 0,1 0 0 0 0,9 44 0 0 0,-4-40-3750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8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53 712 0 0,'3'-10'7507'0'0,"4"-19"2710"0"0,-3 15-7018 0 0,-4 17-3093 0 0,3 35 122 0 0,-4 62 0 0 0,-1-30-114 0 0,7 87-1247 0 0,2-52-3383 0 0,-2-39-1892 0 0,-4-27-1442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9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16 2104 0 0,'8'-16'12107'0'0,"-23"51"-11457"0"0,1 0 0 0 0,-16 69 0 0 0,25-85-544 0 0,1 0-1 0 0,1 0 0 0 0,1 0 0 0 0,1 1 0 0 0,0-1 0 0 0,4 32 0 0 0,-3-44-13 0 0,2 0 0 0 0,-1 0 0 0 0,1-1 0 0 0,0 1 0 0 0,0 0 0 0 0,1-1 0 0 0,0 0 0 0 0,0 1 0 0 0,1-1 0 0 0,-1 0 0 0 0,1-1 0 0 0,1 1 0 0 0,-1-1 0 0 0,1 1 0 0 0,0-1 0 0 0,0-1 1 0 0,0 1-1 0 0,1-1 0 0 0,-1 0 0 0 0,1 0 0 0 0,10 4 0 0 0,-5-3 115 0 0,0-1 0 0 0,0 0 0 0 0,0-1 1 0 0,0 0-1 0 0,0-1 0 0 0,1 0 0 0 0,0 0 1 0 0,-1-2-1 0 0,1 1 0 0 0,-1-2 0 0 0,1 1 1 0 0,0-2-1 0 0,-1 1 0 0 0,19-7 0 0 0,-21 6-81 0 0,0-1 0 0 0,0-1 0 0 0,0 0 0 0 0,-1 0 0 0 0,0 0 0 0 0,0-1-1 0 0,0-1 1 0 0,-1 1 0 0 0,1-1 0 0 0,-1 0 0 0 0,-1-1 0 0 0,1 0 0 0 0,-1 0 0 0 0,0 0 0 0 0,-1-1 0 0 0,0 0-1 0 0,0 0 1 0 0,6-13 0 0 0,-6 6-71 0 0,0 1-1 0 0,-1-1 1 0 0,-1 0 0 0 0,0-1-1 0 0,-1 1 1 0 0,-1 0-1 0 0,0-27 1 0 0,-1 33-91 0 0,-1 1 1 0 0,0-1-1 0 0,0 1 1 0 0,-1-1-1 0 0,0 1 1 0 0,0 0-1 0 0,-1-1 1 0 0,0 1-1 0 0,0 0 0 0 0,-1 1 1 0 0,0-1-1 0 0,0 1 1 0 0,-1 0-1 0 0,0 0 1 0 0,-8-9-1 0 0,9 13-141 0 0,0 0 0 0 0,0 0 0 0 0,0 0-1 0 0,0 0 1 0 0,-1 1 0 0 0,1-1 0 0 0,-1 1-1 0 0,0 0 1 0 0,0 1 0 0 0,1-1 0 0 0,-1 1 0 0 0,-8-1-1 0 0,4 1-214 0 0,1 1-1 0 0,0 0 1 0 0,-1 0-1 0 0,1 1 1 0 0,0 0-1 0 0,-1 0 1 0 0,-7 3-1 0 0,-4 3-893 0 0,1 0 0 0 0,1 1 0 0 0,0 1-1 0 0,0 0 1 0 0,-26 20 0 0 0,7-2-2350 0 0,0 1-1453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9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68 1944 0 0,'16'-34'14759'0'0,"-15"32"-14143"0"0,-65 141 1092 0 0,57-119-1649 0 0,0 0 0 0 0,1 0 1 0 0,1 1-1 0 0,1 0 0 0 0,-1 25 0 0 0,4-41-41 0 0,1 1-1 0 0,0-1 1 0 0,0 1-1 0 0,1-1 0 0 0,0 1 1 0 0,0-1-1 0 0,0 1 0 0 0,1-1 1 0 0,-1 0-1 0 0,1 0 1 0 0,0 1-1 0 0,1-1 0 0 0,-1-1 1 0 0,4 6-1 0 0,-3-7 9 0 0,0 1 0 0 0,0-1 0 0 0,1 0 0 0 0,-1 0 0 0 0,0-1 0 0 0,1 1 0 0 0,0-1 0 0 0,0 0 0 0 0,0 0 0 0 0,0 0 0 0 0,0 0 0 0 0,0-1 0 0 0,0 1 0 0 0,0-1 0 0 0,1 0 0 0 0,-1 0 0 0 0,9 0 0 0 0,3 0 151 0 0,-1-1 0 0 0,1-1 0 0 0,-1 0 0 0 0,1-1 0 0 0,-1 0 0 0 0,0-1 0 0 0,1-1 0 0 0,-2-1 1 0 0,1 0-1 0 0,0-1 0 0 0,-1 0 0 0 0,0-1 0 0 0,18-13 0 0 0,-23 14-119 0 0,0-1-1 0 0,0 0 0 0 0,-1-1 1 0 0,0 0-1 0 0,-1 0 0 0 0,1 0 1 0 0,-2-1-1 0 0,1 0 1 0 0,-1-1-1 0 0,-1 1 0 0 0,0-1 1 0 0,0 0-1 0 0,-1 0 0 0 0,0-1 1 0 0,0 1-1 0 0,-1-1 0 0 0,-1 0 1 0 0,0 0-1 0 0,1-18 1 0 0,-3 22-59 0 0,0-1 1 0 0,0 1-1 0 0,-1-1 1 0 0,0 0 0 0 0,0 1-1 0 0,0-1 1 0 0,-1 1-1 0 0,-1 0 1 0 0,1 0 0 0 0,-1 0-1 0 0,0 0 1 0 0,-1 0-1 0 0,1 0 1 0 0,-1 1 0 0 0,-1 0-1 0 0,-5-7 1 0 0,5 8-171 0 0,0 0 1 0 0,0 1-1 0 0,-1-1 0 0 0,0 1 1 0 0,0 0-1 0 0,0 1 1 0 0,0-1-1 0 0,-1 1 0 0 0,1 1 1 0 0,-1-1-1 0 0,0 1 1 0 0,0 0-1 0 0,0 1 0 0 0,0-1 1 0 0,0 2-1 0 0,0-1 0 0 0,-9 1 1 0 0,2 0-471 0 0,0 1 1 0 0,0 1-1 0 0,1 1 0 0 0,-1 0 1 0 0,1 0-1 0 0,-24 10 0 0 0,8 0-3607 0 0,-50 31-1 0 0,48-23-1025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50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118 198 1184 0 0,'-12'6'11934'0'0,"10"-5"-11740"0"0,0 0 0 0 0,-1 1 1 0 0,1-1-1 0 0,0 1 0 0 0,0-1 0 0 0,0 1 1 0 0,0 0-1 0 0,1 0 0 0 0,-1 0 0 0 0,0 0 1 0 0,1 0-1 0 0,-1 0 0 0 0,1 0 0 0 0,0 1 1 0 0,0-1-1 0 0,-1 4 0 0 0,-18 49 377 0 0,13-34-235 0 0,-5 13-31 0 0,2 1 0 0 0,-12 70 0 0 0,20-85-230 0 0,0 0 0 0 0,1 1 0 0 0,2-1 0 0 0,0 1 0 0 0,0-1-1 0 0,9 35 1 0 0,-9-50 20 0 0,1-1 0 0 0,-1 1 0 0 0,1 0 0 0 0,0-1 0 0 0,0 1 0 0 0,0-1 0 0 0,1 0 0 0 0,0 0 0 0 0,0 0 0 0 0,0 0 0 0 0,0 0 0 0 0,0 0 0 0 0,1-1 0 0 0,0 0 0 0 0,-1 0 0 0 0,1 0 0 0 0,6 3 0 0 0,-4-3 13 0 0,1 0 0 0 0,0 0 0 0 0,0-1 0 0 0,0 0 0 0 0,0-1 1 0 0,0 1-1 0 0,0-1 0 0 0,0-1 0 0 0,0 1 0 0 0,13-2 1 0 0,-1-1 105 0 0,-1-1 0 0 0,0-1 0 0 0,-1 0 0 0 0,1-1 0 0 0,-1-1 0 0 0,0-1 1 0 0,0 0-1 0 0,25-16 0 0 0,-26 12-92 0 0,0 0 0 0 0,-1-2 0 0 0,-1 1-1 0 0,0-2 1 0 0,-1 0 0 0 0,0-1 0 0 0,-1 0 0 0 0,-1-1 0 0 0,0 0 0 0 0,-1 0 0 0 0,-1-1 0 0 0,-1-1-1 0 0,0 0 1 0 0,-1 0 0 0 0,6-27 0 0 0,-10 32-115 0 0,0 0-1 0 0,-1-1 1 0 0,0 0-1 0 0,-1 1 1 0 0,-1-1-1 0 0,0 0 1 0 0,-1 0-1 0 0,-1 1 1 0 0,0-1-1 0 0,0 1 1 0 0,-1-1-1 0 0,-1 1 1 0 0,-1 0-1 0 0,1 0 1 0 0,-2 1-1 0 0,0-1 1 0 0,-1 1-1 0 0,0 1 1 0 0,0-1-1 0 0,-1 1 1 0 0,-1 0-1 0 0,-14-13 1 0 0,9 10-226 0 0,-1 1 0 0 0,-1 1 0 0 0,0 1 1 0 0,0 0-1 0 0,-22-10 0 0 0,-5 2-4316 0 0,-5 2-5799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5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25 196 0 0,'-3'-10'7117'0'0,"3"9"-6964"0"0,0 0 1 0 0,0 0-1 0 0,0 1 1 0 0,-1-1 0 0 0,1 0-1 0 0,0 0 1 0 0,-1 1-1 0 0,1-1 1 0 0,-1 1-1 0 0,1-1 1 0 0,-1 0 0 0 0,1 1-1 0 0,-1-1 1 0 0,1 1-1 0 0,-1-1 1 0 0,0 1 0 0 0,1-1-1 0 0,-1 1 1 0 0,0 0-1 0 0,1-1 1 0 0,-1 1-1 0 0,0 0 1 0 0,1-1 0 0 0,-1 1-1 0 0,0 0 1 0 0,0 0-1 0 0,0 0 1 0 0,1 0-1 0 0,-1-1 1 0 0,-1 1 0 0 0,-1 1 15 0 0,0-1 0 0 0,1 1 0 0 0,-1 0 0 0 0,1 0 0 0 0,-1 0 0 0 0,0 0 0 0 0,1 0 0 0 0,0 0 0 0 0,-4 3 0 0 0,-3 2 148 0 0,-1 1 0 0 0,1 1 0 0 0,-12 13 0 0 0,-1 5 161 0 0,0 1 0 0 0,2 0 1 0 0,2 2-1 0 0,-20 37 0 0 0,30-49-387 0 0,0 1-1 0 0,1-1 0 0 0,1 1 1 0 0,1 1-1 0 0,0-1 1 0 0,2 1-1 0 0,0-1 1 0 0,1 1-1 0 0,0 24 1 0 0,3-34-6 0 0,0-1 1 0 0,0 0 0 0 0,0 0-1 0 0,1 0 1 0 0,1 0 0 0 0,-1 0-1 0 0,1-1 1 0 0,1 1 0 0 0,-1-1-1 0 0,1 1 1 0 0,8 9 0 0 0,-8-12 66 0 0,0 0 0 0 0,0 0 0 0 0,0-1 0 0 0,0 0 0 0 0,1 0 0 0 0,0 0 1 0 0,0-1-1 0 0,0 1 0 0 0,0-1 0 0 0,0 0 0 0 0,1-1 0 0 0,-1 1 0 0 0,1-1 1 0 0,0 0-1 0 0,0-1 0 0 0,6 2 0 0 0,-9-3-127 0 0,0 1 0 0 0,0-1 0 0 0,0 0 0 0 0,0 0 0 0 0,0 0 0 0 0,0-1 0 0 0,0 1 0 0 0,0-1 0 0 0,0 1 0 0 0,0-1 0 0 0,-1 0 0 0 0,1 0 0 0 0,0 0 0 0 0,0 0 0 0 0,-1-1 0 0 0,1 1 0 0 0,2-3 1 0 0,-1 1 40 0 0,-1-1 1 0 0,0 1 0 0 0,0 0 0 0 0,0-1 0 0 0,0 0 0 0 0,-1 0 0 0 0,0 1 0 0 0,0-1 0 0 0,0-1 0 0 0,2-4 0 0 0,0-5 98 0 0,0 0 0 0 0,-1 0 0 0 0,0 0 0 0 0,-1-1 0 0 0,-1-26 1 0 0,-1 26-610 0 0,-1 0 1 0 0,0 0 0 0 0,-2 1-1 0 0,0-1 1 0 0,-5-16 0 0 0,6 24 210 0 0,0 1 1 0 0,-1 0 0 0 0,1 0 0 0 0,-1 0 0 0 0,-1 0 0 0 0,1 1 0 0 0,-1-1 0 0 0,0 1-1 0 0,0 0 1 0 0,0 0 0 0 0,-1 0 0 0 0,0 0 0 0 0,-10-6 0 0 0,13 10-195 0 0,0 0 1 0 0,-1 0-1 0 0,1 1 1 0 0,0-1-1 0 0,0 1 1 0 0,-1 0-1 0 0,1-1 1 0 0,-1 1-1 0 0,1 0 1 0 0,0 1-1 0 0,-1-1 1 0 0,1 0-1 0 0,0 1 1 0 0,-1-1 0 0 0,1 1-1 0 0,0 0 1 0 0,0-1-1 0 0,0 1 1 0 0,-1 0-1 0 0,1 0 1 0 0,0 1-1 0 0,0-1 1 0 0,1 0-1 0 0,-1 1 1 0 0,-2 1-1 0 0,-8 7-4290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51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1 151 376 0 0,'-1'75'9074'0'0,"3"107"-3461"0"0,-2-175-5536 0 0,1-1 0 0 0,-1 1-1 0 0,1-1 1 0 0,0 1 0 0 0,1-1-1 0 0,0 1 1 0 0,0-1-1 0 0,0 0 1 0 0,0 0 0 0 0,1 0-1 0 0,0 0 1 0 0,1 0 0 0 0,-1-1-1 0 0,1 1 1 0 0,0-1-1 0 0,0 0 1 0 0,1 0 0 0 0,0 0-1 0 0,-1-1 1 0 0,1 0 0 0 0,1 0-1 0 0,-1 0 1 0 0,1 0 0 0 0,0-1-1 0 0,-1 0 1 0 0,1 0-1 0 0,1-1 1 0 0,-1 0 0 0 0,0 0-1 0 0,8 2 1 0 0,0-2 113 0 0,0 0 0 0 0,0 0 0 0 0,1-1 1 0 0,-1-1-1 0 0,0-1 0 0 0,0 0 0 0 0,0 0 0 0 0,0-2 0 0 0,0 0 1 0 0,0 0-1 0 0,-1-1 0 0 0,1-1 0 0 0,12-6 0 0 0,-19 7-99 0 0,1 0 0 0 0,-1 0 0 0 0,-1 0 0 0 0,1-1 0 0 0,-1 0 0 0 0,1-1 0 0 0,-1 1 0 0 0,-1-1 0 0 0,1 0-1 0 0,-1-1 1 0 0,0 1 0 0 0,-1-1 0 0 0,1 0 0 0 0,-1 0 0 0 0,-1-1 0 0 0,1 1 0 0 0,-1-1 0 0 0,-1 0 0 0 0,1 1 0 0 0,-1-1 0 0 0,-1 0 0 0 0,0-1-1 0 0,1-12 1 0 0,-1 6-88 0 0,-1-1 0 0 0,-1 0 0 0 0,-1 1-1 0 0,0-1 1 0 0,-1 1 0 0 0,0 0 0 0 0,-1 0 0 0 0,-1 0-1 0 0,0 0 1 0 0,-1 1 0 0 0,-1 0 0 0 0,0 0-1 0 0,-1 0 1 0 0,-1 1 0 0 0,0 1 0 0 0,0-1-1 0 0,-2 1 1 0 0,1 1 0 0 0,-1 0 0 0 0,-1 0-1 0 0,0 1 1 0 0,0 1 0 0 0,-1 0 0 0 0,0 1 0 0 0,-1 0-1 0 0,-16-6 1 0 0,22 10-699 0 0,0 1 0 0 0,0 1 0 0 0,0-1 0 0 0,0 2 0 0 0,-1-1 0 0 0,1 1 0 0 0,-11 0 0 0 0,4 6-2006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51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291 353 152 0 0,'-31'-14'6031'0'0,"23"11"-4904"0"0,0-1 0 0 0,1 1 0 0 0,-2 0 0 0 0,1 1 0 0 0,-13-3 0 0 0,17 5-993 0 0,0 0 1 0 0,0 0 0 0 0,1 0 0 0 0,-1 1 0 0 0,0 0-1 0 0,0-1 1 0 0,0 1 0 0 0,1 0 0 0 0,-1 1-1 0 0,1-1 1 0 0,-1 1 0 0 0,1 0 0 0 0,-1-1 0 0 0,1 1-1 0 0,0 1 1 0 0,-4 2 0 0 0,-7 7 131 0 0,2-1 1 0 0,-1 2-1 0 0,2 0 0 0 0,-1 0 0 0 0,2 1 1 0 0,-17 29-1 0 0,22-35-219 0 0,0 1 0 0 0,1 1 0 0 0,0-1 1 0 0,0 1-1 0 0,1 0 0 0 0,0 0 0 0 0,1 0 0 0 0,0 0 0 0 0,1 0 0 0 0,0 0 1 0 0,1 0-1 0 0,1 21 0 0 0,-1-28 22 0 0,1 1-1 0 0,0-1 1 0 0,0 1 0 0 0,0-1-1 0 0,1 1 1 0 0,-1-1 0 0 0,1 0-1 0 0,0 0 1 0 0,0 0 0 0 0,0 0-1 0 0,0 0 1 0 0,1 0 0 0 0,-1 0 0 0 0,1-1-1 0 0,4 5 1 0 0,-2-4 54 0 0,1 1 0 0 0,-1-1 0 0 0,1 0 0 0 0,-1-1 0 0 0,1 1 0 0 0,0-1 0 0 0,0 0 1 0 0,10 1-1 0 0,-1-1 153 0 0,0 0 1 0 0,0-1 0 0 0,0-1-1 0 0,0 0 1 0 0,0-1-1 0 0,27-6 1 0 0,-28 4-113 0 0,0-1 0 0 0,-1 0-1 0 0,1-1 1 0 0,-1 0 0 0 0,0-1 0 0 0,-1-1 0 0 0,1 0-1 0 0,-1 0 1 0 0,18-16 0 0 0,-23 17-126 0 0,-1 0 1 0 0,1-1-1 0 0,-1 0 1 0 0,-1-1 0 0 0,1 1-1 0 0,-1-1 1 0 0,-1 0-1 0 0,1-1 1 0 0,-1 1-1 0 0,-1-1 1 0 0,0 1-1 0 0,0-1 1 0 0,0 0-1 0 0,-1 0 1 0 0,1-17-1 0 0,-2 10-61 0 0,-1-1 0 0 0,-1 1 0 0 0,-1-1-1 0 0,0 1 1 0 0,-1-1 0 0 0,0 1 0 0 0,-2 0 0 0 0,0 1-1 0 0,-1-1 1 0 0,0 1 0 0 0,-1 0 0 0 0,-14-22 0 0 0,1 5-1349 0 0,-31-36 0 0 0,-28-25-6885 0 0,57 69 4625 0 0,3 2-3140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57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345 123 1216 0 0,'-7'-6'4512'0'0,"1"1"-3668"0"0,0 1 0 0 0,-1 0 0 0 0,0 1 0 0 0,0-1-1 0 0,0 1 1 0 0,0 0 0 0 0,-9-2 0 0 0,13 5-779 0 0,0 0 0 0 0,0 0-1 0 0,0 0 1 0 0,0 1 0 0 0,1-1 0 0 0,-1 1-1 0 0,0-1 1 0 0,0 1 0 0 0,0 0 0 0 0,1 0-1 0 0,-1 0 1 0 0,1 1 0 0 0,-1-1-1 0 0,0 0 1 0 0,-2 4 0 0 0,-34 27 505 0 0,37-30-534 0 0,-21 21 235 0 0,1 1-1 0 0,1 1 0 0 0,-34 53 0 0 0,45-63-160 0 0,1 2 0 0 0,1-1-1 0 0,0 1 1 0 0,2 0-1 0 0,0 0 1 0 0,1 1 0 0 0,0 0-1 0 0,-3 27 1 0 0,8-39-25 0 0,0 0 0 0 0,-1 0 0 0 0,2 0 0 0 0,-1-1 0 0 0,1 1 0 0 0,0 0 0 0 0,0 0 0 0 0,0-1 0 0 0,1 1 1 0 0,0 0-1 0 0,0-1 0 0 0,1 0 0 0 0,-1 1 0 0 0,1-1 0 0 0,0 0 0 0 0,6 7 0 0 0,-4-7-5 0 0,1 1-1 0 0,0-1 1 0 0,0 0-1 0 0,0 0 1 0 0,1-1-1 0 0,0 0 0 0 0,0 0 1 0 0,0-1-1 0 0,0 1 1 0 0,0-2-1 0 0,9 3 1 0 0,2 0 91 0 0,0-2 0 0 0,0 0 0 0 0,0-1-1 0 0,1-1 1 0 0,-1 0 0 0 0,1-2 0 0 0,-1 0 0 0 0,0-1 0 0 0,33-8 0 0 0,-35 6-75 0 0,1-1-1 0 0,-2-1 1 0 0,1-1 0 0 0,0 0-1 0 0,-1-1 1 0 0,-1-1 0 0 0,23-17-1 0 0,-27 18-70 0 0,-2 0 0 0 0,1 0-1 0 0,-1-1 1 0 0,0-1 0 0 0,-1 1-1 0 0,0-1 1 0 0,0-1 0 0 0,-1 1-1 0 0,-1-1 1 0 0,1 0 0 0 0,4-18-1 0 0,-4 9-11 0 0,-1-2 0 0 0,0 1 0 0 0,-2 0 0 0 0,-1-1 0 0 0,0 0 0 0 0,-2 0 0 0 0,-3-35 0 0 0,2 44-71 0 0,-2 0 1 0 0,1 0-1 0 0,-1 1 1 0 0,-1-1-1 0 0,0 1 1 0 0,-1 0-1 0 0,0 0 0 0 0,-1 0 1 0 0,0 1-1 0 0,-1 0 1 0 0,0 0-1 0 0,-1 1 0 0 0,0 0 1 0 0,-10-10-1 0 0,15 18-129 0 0,0-1 0 0 0,-1 1 0 0 0,1 0 0 0 0,0 0 0 0 0,-1 0 0 0 0,1 1 1 0 0,-1-1-1 0 0,1 1 0 0 0,-1 0 0 0 0,0 0 0 0 0,-4-1 0 0 0,7 2-8 0 0,-1 0 1 0 0,1-1 0 0 0,-1 1-1 0 0,0 0 1 0 0,1 0-1 0 0,-1 0 1 0 0,1 1 0 0 0,-1-1-1 0 0,1 0 1 0 0,-1 1 0 0 0,0-1-1 0 0,1 0 1 0 0,-1 1-1 0 0,1 0 1 0 0,0-1 0 0 0,-1 1-1 0 0,1 0 1 0 0,-1 0-1 0 0,1 0 1 0 0,0 0 0 0 0,0 0-1 0 0,0 0 1 0 0,-1 0-1 0 0,1 0 1 0 0,0 1 0 0 0,0-1-1 0 0,1 0 1 0 0,-1 1 0 0 0,0-1-1 0 0,-1 3 1 0 0,1-2-117 0 0,1 0 0 0 0,-1 0-1 0 0,1-1 1 0 0,-1 1 0 0 0,1 0 0 0 0,0 0 0 0 0,-1 0 0 0 0,1 0 0 0 0,0 0-1 0 0,0 0 1 0 0,1 0 0 0 0,-1-1 0 0 0,0 1 0 0 0,1 0 0 0 0,-1 0 0 0 0,1 0-1 0 0,-1 0 1 0 0,1-1 0 0 0,0 1 0 0 0,1 2 0 0 0,5 5-3081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57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65 184 0 0,'-7'-9'5238'0'0,"-20"-18"2845"0"0,16 21-6565 0 0,9 7-1495 0 0,-1 0 0 0 0,1 0 1 0 0,0 1-1 0 0,-1-1 0 0 0,1 1 0 0 0,0-1 1 0 0,0 1-1 0 0,0 0 0 0 0,1 0 1 0 0,-1 0-1 0 0,0 0 0 0 0,1 0 0 0 0,-1 1 1 0 0,1-1-1 0 0,0 0 0 0 0,-1 1 1 0 0,1-1-1 0 0,0 3 0 0 0,-22 56 255 0 0,20-52-201 0 0,-7 19 195 0 0,2 1 0 0 0,0 0-1 0 0,3 1 1 0 0,-5 55 0 0 0,9-75-154 0 0,1-1-1 0 0,0 0 1 0 0,1 1 0 0 0,0-1 0 0 0,1 0 0 0 0,0 0 0 0 0,0 0 0 0 0,1 0 0 0 0,0 0 0 0 0,0 0-1 0 0,1-1 1 0 0,0 1 0 0 0,1-1 0 0 0,0 0 0 0 0,0-1 0 0 0,0 1 0 0 0,1-1 0 0 0,0 0 0 0 0,15 12-1 0 0,-14-14 4 0 0,0-1 0 0 0,1 0-1 0 0,-1 0 1 0 0,1-1 0 0 0,0 0-1 0 0,0 0 1 0 0,0-1-1 0 0,1 0 1 0 0,-1 0 0 0 0,1-1-1 0 0,-1 0 1 0 0,1-1 0 0 0,-1 0-1 0 0,1 0 1 0 0,16-3-1 0 0,-13 1 21 0 0,1 0 0 0 0,-1-1-1 0 0,0-1 1 0 0,0 0 0 0 0,0 0 0 0 0,0-1-1 0 0,-1-1 1 0 0,0 0 0 0 0,0 0-1 0 0,12-10 1 0 0,-12 6-73 0 0,-1 0 0 0 0,0-1 0 0 0,-1 0 0 0 0,0-1 0 0 0,-1 0 0 0 0,0 0 0 0 0,-1 0 0 0 0,0-1 0 0 0,-1 0 0 0 0,0-1 0 0 0,4-16 0 0 0,-5 13-69 0 0,-1 0 0 0 0,-1 0 0 0 0,0-1 0 0 0,-1 0 1 0 0,-1 1-1 0 0,-1-1 0 0 0,0 0 0 0 0,-5-31 0 0 0,3 41-79 0 0,0 1-1 0 0,0-1 0 0 0,0 1 0 0 0,-1-1 1 0 0,0 1-1 0 0,-1 0 0 0 0,1 0 1 0 0,-1 1-1 0 0,-1-1 0 0 0,1 1 1 0 0,-1 0-1 0 0,0 0 0 0 0,-1 0 1 0 0,1 1-1 0 0,-1-1 0 0 0,-7-4 1 0 0,8 7-223 0 0,1 1 0 0 0,-1-1 0 0 0,0 1-1 0 0,0 0 1 0 0,0 0 0 0 0,0 0 0 0 0,0 1 0 0 0,0 0 0 0 0,0 0 0 0 0,-1 0 0 0 0,1 1 0 0 0,0-1 0 0 0,-1 1 0 0 0,1 1 0 0 0,0-1 0 0 0,-1 1 0 0 0,1 0 0 0 0,0 0-1 0 0,0 0 1 0 0,0 1 0 0 0,0 0 0 0 0,0 0 0 0 0,0 0 0 0 0,-6 4 0 0 0,6-3-429 0 0,0 0 0 0 0,1 0 0 0 0,-1 1 1 0 0,-6 6-1 0 0,-5 11-4600 0 0,11-11 1853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58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1 217 1960 0 0,'21'-24'9294'0'0,"4"-6"-3320"0"0,-24 29-5666 0 0,8 37-78 0 0,1 19-197 0 0,-7-35 114 0 0,0 1 1 0 0,2-1-1 0 0,13 38 0 0 0,-15-52-47 0 0,0 0 0 0 0,0 0 0 0 0,1 0 0 0 0,0 0 1 0 0,0-1-1 0 0,0 0 0 0 0,1 1 0 0 0,-1-2 0 0 0,1 1 0 0 0,0 0 0 0 0,1-1 0 0 0,-1 0 0 0 0,1 0 0 0 0,-1-1 1 0 0,1 0-1 0 0,9 4 0 0 0,-4-3 33 0 0,-1-1 0 0 0,1 0 0 0 0,1-1-1 0 0,-1 0 1 0 0,0 0 0 0 0,0-2 0 0 0,1 1 0 0 0,-1-1 0 0 0,0-1 0 0 0,1 0 0 0 0,-1 0 0 0 0,0-2 0 0 0,0 1 0 0 0,0-1-1 0 0,0-1 1 0 0,12-5 0 0 0,-12 4-43 0 0,-1 0 1 0 0,0-1-1 0 0,1 0 0 0 0,-2 0 0 0 0,1-1 0 0 0,-1-1 0 0 0,0 0 0 0 0,0 0 1 0 0,-1 0-1 0 0,0-1 0 0 0,-1 0 0 0 0,0-1 0 0 0,0 0 0 0 0,-1 0 0 0 0,7-15 1 0 0,-8 10-39 0 0,0 0 0 0 0,-1 0 0 0 0,0 0 0 0 0,-1 0 1 0 0,-1-1-1 0 0,0 1 0 0 0,-1-27 0 0 0,-1 34-67 0 0,-1 0 1 0 0,0-1-1 0 0,0 1 0 0 0,0 0 0 0 0,-1 0 0 0 0,-1 0 0 0 0,1 0 0 0 0,-1 0 1 0 0,-1 0-1 0 0,1 1 0 0 0,-1 0 0 0 0,-1-1 0 0 0,1 1 0 0 0,-1 1 0 0 0,-11-12 1 0 0,13 15-95 0 0,0 0 1 0 0,0 1 0 0 0,0-1-1 0 0,-1 1 1 0 0,1 0 0 0 0,-1 0-1 0 0,0 0 1 0 0,0 1 0 0 0,1-1-1 0 0,-1 1 1 0 0,0 0 0 0 0,0 0-1 0 0,0 0 1 0 0,0 1 0 0 0,0-1-1 0 0,-5 1 1 0 0,3 0-93 0 0,0 1 1 0 0,0 0-1 0 0,1 0 0 0 0,-1 1 0 0 0,0-1 1 0 0,0 1-1 0 0,1 0 0 0 0,-1 1 1 0 0,1-1-1 0 0,-7 5 0 0 0,4-2-395 0 0,1 1-1 0 0,-1 0 1 0 0,1 0-1 0 0,0 1 1 0 0,0 0-1 0 0,-6 8 1 0 0,9-9-372 0 0,-1 0 0 0 0,1 1 0 0 0,0-1 0 0 0,1 1 0 0 0,0 0 0 0 0,0 0 0 0 0,-3 10 0 0 0,3 1-4631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58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39 948 0 0,'3'-14'7067'0'0,"-3"-7"-2089"0"0,-2 21-4728 0 0,-2 2-175 0 0,-1 1 1 0 0,1-1-1 0 0,0 0 0 0 0,0 1 0 0 0,1 0 1 0 0,-1 0-1 0 0,0 0 0 0 0,1 1 0 0 0,0-1 0 0 0,0 1 1 0 0,-5 7-1 0 0,-29 49 514 0 0,36-59-583 0 0,-16 30 398 0 0,1 1 0 0 0,-15 44 1 0 0,27-65-308 0 0,1 0 0 0 0,0 0 0 0 0,0 1 1 0 0,1-1-1 0 0,1 0 0 0 0,0 1 0 0 0,1 0 0 0 0,0-1 1 0 0,0 1-1 0 0,1-1 0 0 0,4 16 0 0 0,-3-21 31 0 0,0-1 0 0 0,0 1 0 0 0,0-1 0 0 0,1 1 0 0 0,0-1 0 0 0,0 0 0 0 0,0 0 0 0 0,0 0 0 0 0,1-1-1 0 0,0 1 1 0 0,0-1 0 0 0,0 0 0 0 0,9 6 0 0 0,-6-5 23 0 0,0-1 0 0 0,1 0 1 0 0,-1 0-1 0 0,1 0 0 0 0,0-1 0 0 0,-1-1 0 0 0,2 1 0 0 0,-1-1 0 0 0,10 1 1 0 0,-7-2 60 0 0,0 0 1 0 0,1-1-1 0 0,-1 0 1 0 0,0 0 0 0 0,1-1-1 0 0,-1-1 1 0 0,0 0-1 0 0,0 0 1 0 0,0-1 0 0 0,0-1-1 0 0,-1 0 1 0 0,1 0-1 0 0,-1-1 1 0 0,19-12-1 0 0,-16 7-116 0 0,-1-1 0 0 0,0 0-1 0 0,-1-1 1 0 0,0 0-1 0 0,-1-1 1 0 0,0 0 0 0 0,-1 0-1 0 0,-1-1 1 0 0,0 0-1 0 0,0-1 1 0 0,-2 0-1 0 0,0 0 1 0 0,-1 0 0 0 0,0-1-1 0 0,-1 1 1 0 0,-1-1-1 0 0,0 0 1 0 0,-1-1-1 0 0,-1-30 1 0 0,-2 40-139 0 0,0 0 0 0 0,0 0 0 0 0,-1 1 0 0 0,0-1-1 0 0,0 1 1 0 0,0-1 0 0 0,-1 1 0 0 0,0 0 0 0 0,0 0 0 0 0,-1 0 0 0 0,0 0 0 0 0,0 0 0 0 0,0 1 0 0 0,0 0-1 0 0,-1 0 1 0 0,0 0 0 0 0,0 0 0 0 0,-1 1 0 0 0,1 0 0 0 0,-1 0 0 0 0,0 0 0 0 0,0 1 0 0 0,-11-5-1 0 0,6 4-367 0 0,0 0 0 0 0,-1 1 0 0 0,1 0 0 0 0,-1 1 0 0 0,1 0 0 0 0,-1 1 0 0 0,0 0 0 0 0,0 1 0 0 0,0 0 0 0 0,0 1 0 0 0,1 0 0 0 0,-1 1 0 0 0,-13 3 0 0 0,-14 9-2260 0 0,0 1 0 0 0,1 2 0 0 0,-61 38 0 0 0,49-27-2975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59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88 1928 0 0,'4'-3'856'0'0,"-1"-1"0"0"0,0 1 0 0 0,1-1 0 0 0,-1 0-1 0 0,-1 0 1 0 0,1 0 0 0 0,-1-1 0 0 0,1 1 0 0 0,-1-1 0 0 0,1-6 1142 0 0,-6 9-1355 0 0,3 2-626 0 0,0 0-1 0 0,0 0 1 0 0,0 0 0 0 0,0-1-1 0 0,0 1 1 0 0,-1 0-1 0 0,1 0 1 0 0,0 0-1 0 0,0 0 1 0 0,0 0 0 0 0,0-1-1 0 0,-1 1 1 0 0,1 0-1 0 0,0 0 1 0 0,0 0-1 0 0,0 0 1 0 0,-1 0 0 0 0,1 0-1 0 0,0 0 1 0 0,0 0-1 0 0,-1 0 1 0 0,1 0-1 0 0,0 0 1 0 0,0 0 0 0 0,0 0-1 0 0,-1 0 1 0 0,1 0-1 0 0,0 0 1 0 0,0 0 0 0 0,-1 0-1 0 0,1 0 1 0 0,0 0-1 0 0,0 0 1 0 0,0 0-1 0 0,-1 0 1 0 0,1 1 0 0 0,0-1-1 0 0,0 0 1 0 0,-1 0-1 0 0,-14 14 232 0 0,0 1-1 0 0,0 0 1 0 0,1 0 0 0 0,1 2-1 0 0,1 0 1 0 0,0 0 0 0 0,1 1-1 0 0,1 0 1 0 0,1 1-1 0 0,1 0 1 0 0,0 1 0 0 0,-7 31-1 0 0,13-46-165 0 0,1 1 0 0 0,0-1 0 0 0,0 0-1 0 0,1 1 1 0 0,0-1 0 0 0,0 1 0 0 0,0-1 0 0 0,0 1-1 0 0,1-1 1 0 0,0 0 0 0 0,0 1 0 0 0,1-1 0 0 0,-1 0-1 0 0,1 0 1 0 0,0 0 0 0 0,0 0 0 0 0,1 0 0 0 0,5 8 0 0 0,-4-8 38 0 0,0-1 0 0 0,0 0 1 0 0,1 0-1 0 0,-1 0 1 0 0,1-1-1 0 0,0 0 1 0 0,0 1-1 0 0,0-2 1 0 0,0 1-1 0 0,1-1 1 0 0,-1 1-1 0 0,1-1 1 0 0,0-1-1 0 0,-1 1 1 0 0,1-1-1 0 0,0 0 1 0 0,6 0-1 0 0,-1-1 15 0 0,1 0-1 0 0,-1 0 0 0 0,0-1 1 0 0,1-1-1 0 0,-1 0 1 0 0,0 0-1 0 0,0-1 0 0 0,0-1 1 0 0,0 0-1 0 0,-1 0 0 0 0,1-1 1 0 0,-1 0-1 0 0,-1-1 1 0 0,1 0-1 0 0,-1-1 0 0 0,0 0 1 0 0,0 0-1 0 0,0-1 1 0 0,-1 0-1 0 0,-1-1 0 0 0,9-11 1 0 0,-6 7-80 0 0,0-1 1 0 0,-2 0-1 0 0,1-1 0 0 0,-2 0 1 0 0,0 0-1 0 0,0 0 1 0 0,-2-1-1 0 0,0 0 0 0 0,-1-1 1 0 0,0 1-1 0 0,-1-1 1 0 0,-1 1-1 0 0,-1-32 1 0 0,-1 43-118 0 0,0 1 0 0 0,0 0 1 0 0,-1 0-1 0 0,0 0 0 0 0,0-1 0 0 0,0 1 1 0 0,0 0-1 0 0,-1 0 0 0 0,0 0 1 0 0,1 1-1 0 0,-1-1 0 0 0,-1 0 1 0 0,1 1-1 0 0,-1-1 0 0 0,1 1 1 0 0,-7-6-1 0 0,7 7-86 0 0,-1 0 0 0 0,0 0 0 0 0,0 1 0 0 0,0-1 0 0 0,0 1 0 0 0,0-1 0 0 0,-1 1 0 0 0,1 0 0 0 0,0 1 0 0 0,0-1 0 0 0,-1 0 0 0 0,1 1 0 0 0,-1 0 0 0 0,1 0 0 0 0,0 0 0 0 0,-1 0 0 0 0,1 0 0 0 0,0 1 0 0 0,-1-1 0 0 0,1 1 0 0 0,-5 2 0 0 0,-11 4-488 0 0,1 0 1 0 0,1 1 0 0 0,-1 1 0 0 0,2 1 0 0 0,-1 1 0 0 0,-16 13 0 0 0,-85 82-6929 0 0,77-65 1817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5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93 242 2004 0 0,'-5'-11'5297'0'0,"-11"-19"2078"0"0,15 29-7030 0 0,-13 8 667 0 0,7 2-832 0 0,1 0 0 0 0,0 0 0 0 0,1 0 1 0 0,0 0-1 0 0,0 1 0 0 0,1 0 0 0 0,0 0 0 0 0,1 0 1 0 0,-3 13-1 0 0,4-17-82 0 0,1 1 1 0 0,0 0-1 0 0,0 0 0 0 0,1-1 1 0 0,-1 1-1 0 0,1 0 1 0 0,1 0-1 0 0,0 0 0 0 0,0 0 1 0 0,0-1-1 0 0,0 1 1 0 0,1 0-1 0 0,0-1 0 0 0,1 1 1 0 0,6 11-1 0 0,-7-15-31 0 0,0 0-1 0 0,1 0 1 0 0,-1 0-1 0 0,1-1 0 0 0,0 1 1 0 0,0-1-1 0 0,0 1 1 0 0,0-1-1 0 0,0 0 1 0 0,0 0-1 0 0,0-1 1 0 0,1 1-1 0 0,6 2 1 0 0,-3-3-1 0 0,0 1 0 0 0,0-1 1 0 0,0 0-1 0 0,0 0 0 0 0,1-1 1 0 0,12-1-1 0 0,-2-2 19 0 0,1 0 1 0 0,-1-1-1 0 0,0-1 1 0 0,30-13-1 0 0,-28 9-27 0 0,0-1 0 0 0,-1-1-1 0 0,-1 0 1 0 0,0-1-1 0 0,0-1 1 0 0,27-27 0 0 0,-34 28-43 0 0,1 0 0 0 0,-2-1 0 0 0,0 0 0 0 0,-1-1 0 0 0,0 0 0 0 0,-1 0 1 0 0,0-1-1 0 0,-2 0 0 0 0,9-25 0 0 0,-14 35-13 0 0,1 0-1 0 0,-1 0 1 0 0,0 0 0 0 0,0 0-1 0 0,-1-1 1 0 0,0 1-1 0 0,0 0 1 0 0,0 0 0 0 0,0 0-1 0 0,-1-1 1 0 0,0 1 0 0 0,0 0-1 0 0,0 0 1 0 0,-1 0-1 0 0,0 0 1 0 0,0 0 0 0 0,0 0-1 0 0,0 1 1 0 0,-4-6 0 0 0,2 5-3 0 0,0 0 0 0 0,-1 1 0 0 0,1-1 0 0 0,-1 1 0 0 0,0 0 0 0 0,-1 0 0 0 0,1 1 0 0 0,0-1 0 0 0,-1 1 0 0 0,0 1 0 0 0,0-1 0 0 0,0 1 0 0 0,0 0 0 0 0,0 0 0 0 0,-8-1 0 0 0,-9-1-384 0 0,-1 0 1 0 0,0 2-1 0 0,0 1 1 0 0,-39 2-1 0 0,10 6-3229 0 0,0 4-3784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00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880 33 60 0 0,'0'-12'14486'0'0,"0"11"-14321"0"0,0 1-1 0 0,0-1 1 0 0,0 1 0 0 0,0-1 0 0 0,0 1-1 0 0,0-1 1 0 0,0 1 0 0 0,0-1 0 0 0,0 0-1 0 0,1 1 1 0 0,-1-1 0 0 0,0 1 0 0 0,0-1-1 0 0,0 1 1 0 0,1-1 0 0 0,-1 1 0 0 0,0 0-1 0 0,1-1 1 0 0,-1 1 0 0 0,0-1 0 0 0,1 1-1 0 0,-1 0 1 0 0,1-1 0 0 0,-1 1 0 0 0,1 0-1 0 0,-1-1 1 0 0,1 1 0 0 0,-1 0 0 0 0,1-1-1 0 0,24-5 1115 0 0,34 6-1885 0 0,-52 0 992 0 0,52 1-303 0 0,114 7 23 0 0,-145-5-111 0 0,0 2 0 0 0,0 0 1 0 0,54 18-1 0 0,-74-19 1 0 0,-1-1-1 0 0,1 1 1 0 0,0 0-1 0 0,-1 1 1 0 0,0 0-1 0 0,0 0 1 0 0,0 0-1 0 0,-1 1 1 0 0,0 0-1 0 0,11 13 1 0 0,-10-8 11 0 0,0-1 0 0 0,-1 1 1 0 0,0 1-1 0 0,0-1 0 0 0,-2 1 1 0 0,7 20-1 0 0,-3 4 16 0 0,-2 0 1 0 0,-2 1-1 0 0,-1-1 0 0 0,-1 43 0 0 0,-6 21 113 0 0,-29 183-1 0 0,-45 97 286 0 0,52-263-345 0 0,-342 2045 382 0 0,244-930-374 0 0,67-257 110 0 0,14-192-20 0 0,35-668 995 0 0,-4-1 0 0 0,-44 178 0 0 0,53-279-1112 0 0,-1-1 0 0 0,0-1 0 0 0,-1 1 0 0 0,0-1 0 0 0,-1 0 0 0 0,-1 0 0 0 0,1 0 0 0 0,-2-1 0 0 0,1 0 0 0 0,-1 0 0 0 0,-1-1 0 0 0,0 0 0 0 0,0-1 0 0 0,-1 0 0 0 0,0 0 0 0 0,0-1 0 0 0,0 0 0 0 0,-1-1 0 0 0,-1 0 0 0 0,1-1 0 0 0,-1 0 0 0 0,1-1 0 0 0,-1 0 0 0 0,-1-1 0 0 0,1 0 0 0 0,-24 2 0 0 0,-3-2-976 0 0,-1-1-1 0 0,0-2 0 0 0,1-1 0 0 0,-52-9 1 0 0,53 3-2745 0 0,0-2 0 0 0,-47-17 0 0 0,29 5-5901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1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18 118 1784 0 0,'-16'-15'11131'0'0,"14"10"-9161"0"0,24-4-1684 0 0,1 1 0 0 0,-1 1 0 0 0,1 2 0 0 0,45-7-1 0 0,-14 3-178 0 0,33-5-980 0 0,7-2-2707 0 0,-33 2-2906 0 0,-49 11 3408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1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 1244 0 0,'-5'1'633'0'0,"1"0"0"0"0,0 1 0 0 0,0 0-1 0 0,0 0 1 0 0,0 0 0 0 0,0 0 0 0 0,0 1 0 0 0,1-1-1 0 0,-1 1 1 0 0,1 0 0 0 0,0 0 0 0 0,0 1 0 0 0,-4 4-1 0 0,3-2-223 0 0,0 0 0 0 0,1 0-1 0 0,0 1 1 0 0,0-1-1 0 0,0 1 1 0 0,1 0-1 0 0,-3 11 1 0 0,1 7-206 0 0,2 0 0 0 0,0 1 0 0 0,4 42 0 0 0,-2-54 138 0 0,7 80-43 0 0,1 37-327 0 0,-8-112-1213 0 0,-2 0 1 0 0,-4 28-1 0 0,-4-18-3505 0 0,3-15 829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1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67 104 1916 0 0,'-22'2'3506'0'0,"-23"2"8119"0"0,72-10-10882 0 0,577-78 675 0 0,-510 74-1135 0 0,-30 2-3300 0 0,-61 8 1799 0 0,4-1 622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1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0 154 1464 0 0,'0'-25'10438'0'0,"1"22"-10185"0"0,-1 0 0 0 0,1 1 0 0 0,-1-1 0 0 0,1 0-1 0 0,0 1 1 0 0,0-1 0 0 0,0 1 0 0 0,1 0 0 0 0,-1-1-1 0 0,0 1 1 0 0,1 0 0 0 0,0-1 0 0 0,-1 1 0 0 0,1 0-1 0 0,0 0 1 0 0,0 1 0 0 0,0-1 0 0 0,0 0 0 0 0,1 1 0 0 0,-1-1-1 0 0,0 1 1 0 0,1 0 0 0 0,-1-1 0 0 0,4 0 0 0 0,9-4-253 0 0,0 0 1 0 0,30-6 0 0 0,-34 9 300 0 0,202-36-1290 0 0,-167 34-2892 0 0,-3 0-3293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2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0 1336 0 0,'-2'1'3118'0'0,"-1"0"-2760"0"0,1 0 1 0 0,0 0-1 0 0,0 0 0 0 0,0 0 1 0 0,0 1-1 0 0,1-1 1 0 0,-1 1-1 0 0,0-1 0 0 0,0 1 1 0 0,1-1-1 0 0,-1 1 1 0 0,1 0-1 0 0,0 0 0 0 0,-1 0 1 0 0,-1 4-1 0 0,1-1-17 0 0,0 1-1 0 0,0 0 0 0 0,0 0 1 0 0,1 0-1 0 0,-1 7 0 0 0,-4 54 1125 0 0,5 102 0 0 0,2-81-1138 0 0,0 5 280 0 0,-1-49-2490 0 0,0-2-5767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42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0 2684 0 0,'-99'4'14229'0'0,"97"-4"-13018"0"0,18 3 219 0 0,511 19 109 0 0,-438-19-1762 0 0,5 1-1477 0 0,-35 1-4199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03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53 223 936 0 0,'0'0'20213'0'0,"-12"5"-20456"0"0,1 87 250 0 0,2 136-1 0 0,7-118 30 0 0,-1-15 26 0 0,-4 261 69 0 0,5-313-43 0 0,1-2 2399 0 0,2-15 4642 0 0,-8-172-5214 0 0,27-250-2595 0 0,-9 303 447 0 0,5 0-1 0 0,34-111 1 0 0,-47 193 217 0 0,8-26-22 0 0,1-1 0 0 0,2 2 0 0 0,31-60 1 0 0,-41 90 3 0 0,0 0 1 0 0,0 0-1 0 0,0 0 0 0 0,1 1 1 0 0,0 0-1 0 0,0 0 1 0 0,0 0-1 0 0,0 1 1 0 0,10-6-1 0 0,-12 8 15 0 0,-1 1 0 0 0,1-1 0 0 0,0 1 0 0 0,0 0 0 0 0,1 0 0 0 0,-1 1 0 0 0,0-1 0 0 0,0 0 0 0 0,0 1 0 0 0,0 0-1 0 0,1 0 1 0 0,-1 0 0 0 0,0 0 0 0 0,0 0 0 0 0,0 1 0 0 0,1-1 0 0 0,-1 1 0 0 0,0 0 0 0 0,0 0 0 0 0,0 0 0 0 0,0 1 0 0 0,3 1-1 0 0,2 2-16 0 0,-1 0 0 0 0,0 0 0 0 0,-1 1 0 0 0,0-1 0 0 0,0 2 0 0 0,0-1 0 0 0,0 1 0 0 0,-1-1 0 0 0,0 2 0 0 0,5 9-1 0 0,6 13 15 0 0,14 39-1 0 0,-29-66 25 0 0,18 48 49 0 0,-2 2 0 0 0,11 61 0 0 0,10 111 148 0 0,-32-183-207 0 0,21 270-67 0 0,-21-217-40 0 0,-3-37 75 0 0,9 94 87 0 0,-10-128-21 0 0,-2-17-54 0 0,0 0 0 0 0,1 0 0 0 0,-1 0 0 0 0,2 0 1 0 0,3 12-1 0 0,3-40-3755 0 0,-6 14 2343 0 0,-1-1 0 0 0,-1 0 0 0 0,1 0 1 0 0,-1 0-1 0 0,-1 0 0 0 0,1 0 0 0 0,-2 1 0 0 0,1-1 1 0 0,-1 0-1 0 0,0 1 0 0 0,-6-16 0 0 0,-2 5-5120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03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76 104 1776 0 0,'-20'-2'5301'0'0,"12"1"-4203"0"0,-39-3 11450 0 0,87-8-12141 0 0,396-49-138 0 0,-387 56-249 0 0,57-5-128 0 0,-6 1-5183 0 0,-88 13 1625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04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254 447 2412 0 0,'8'-47'11587'0'0,"-8"45"-10753"0"0,1-7 2235 0 0,-7 24-2523 0 0,1-1 0 0 0,1 1 0 0 0,-4 24 0 0 0,0-2-21 0 0,-82 263 1637 0 0,22-83-1313 0 0,42-139-715 0 0,14-47 1762 0 0,-11 47 0 0 0,19-67 80 0 0,0-12-154 0 0,3 0-1741 0 0,1-1 0 0 0,-1 1 0 0 0,1 0 0 0 0,-1-1 0 0 0,1 1 0 0 0,-1-1 0 0 0,1 1 1 0 0,0-1-1 0 0,0 1 0 0 0,0-1 0 0 0,0-1 0 0 0,8-91 57 0 0,34-155 0 0 0,45-87 34 0 0,-85 326-172 0 0,28-99 0 0 0,5 1 0 0 0,66-140 0 0 0,-101 247 0 0 0,2-4 0 0 0,1 1 0 0 0,-1-1 0 0 0,1 1 0 0 0,-1-1 0 0 0,1 1 0 0 0,0 0 0 0 0,1 0 0 0 0,5-5 0 0 0,3 4 0 0 0,-8 5-6 0 0,0 0 1 0 0,0 1-1 0 0,0-1 1 0 0,0 1-1 0 0,0 0 0 0 0,0 0 1 0 0,0 0-1 0 0,0 0 1 0 0,0 1-1 0 0,-1 0 1 0 0,1-1-1 0 0,0 1 0 0 0,-1 1 1 0 0,0-1-1 0 0,1 0 1 0 0,-1 1-1 0 0,0 0 0 0 0,5 6 1 0 0,6 6-53 0 0,-1 0 0 0 0,15 25 1 0 0,-4-1 83 0 0,-1 1 1 0 0,-2 1-1 0 0,29 81 1 0 0,22 140 146 0 0,48 382-343 0 0,-106-572-669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04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189 139 2708 0 0,'-174'-26'15348'0'0,"173"26"-15291"0"0,0 0-1 0 0,0 0 0 0 0,1 0 1 0 0,-1-1-1 0 0,0 1 0 0 0,1 0 1 0 0,-1 0-1 0 0,0 0 0 0 0,1-1 1 0 0,-1 1-1 0 0,0 0 0 0 0,1-1 1 0 0,-1 1-1 0 0,0 0 0 0 0,1-1 1 0 0,-1 1-1 0 0,1-1 0 0 0,-1 1 1 0 0,0-2-1 0 0,1 2-29 0 0,0 0-1 0 0,0-1 1 0 0,0 1-1 0 0,0-1 1 0 0,0 1-1 0 0,0-1 1 0 0,0 1-1 0 0,0 0 0 0 0,0-1 1 0 0,0 1-1 0 0,0-1 1 0 0,0 1-1 0 0,1 0 1 0 0,-1-1-1 0 0,0 1 1 0 0,0 0-1 0 0,0-1 1 0 0,1 1-1 0 0,-1-1 1 0 0,0 1-1 0 0,0 0 1 0 0,1 0-1 0 0,-1-1 1 0 0,3-2 34 0 0,0 1 0 0 0,0 0 0 0 0,0-1 1 0 0,0 1-1 0 0,0 1 0 0 0,5-3 0 0 0,23-8-88 0 0,1 1-1 0 0,1 2 1 0 0,58-10-1 0 0,105-1-6789 0 0,-161 17 4086 0 0,38-3-5454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16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45 1100 0 0,'11'-45'13317'0'0,"-11"57"-11020"0"0,-1 38-143 0 0,-14 84 1 0 0,-22 51-1577 0 0,13-69-236 0 0,3-26-194 0 0,9-41-1354 0 0,-6 58 1 0 0,14-73-6614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16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2648 0 0,'-2'2'2037'0'0,"-14"13"1613"0"0,-2 2 3493 0 0,36-13-4989 0 0,148-13-226 0 0,-17 0-1615 0 0,-108 8-413 0 0,73 0-1409 0 0,-100 2 757 0 0,0 1 1 0 0,-1 0-1 0 0,1 0 1 0 0,-1 1 0 0 0,26 10-1 0 0,-36-12 508 0 0,-1 0 1 0 0,0 1-1 0 0,0-1 0 0 0,0 0 0 0 0,0 1 0 0 0,0-1 1 0 0,0 1-1 0 0,-1 0 0 0 0,3 2 0 0 0,6 10-4389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17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0 2000 0 0,'-89'14'16806'0'0,"103"-16"-15826"0"0,28-1-417 0 0,-21 3-365 0 0,-1 1 0 0 0,1 1 0 0 0,27 6 0 0 0,-41-7-169 0 0,0 1-1 0 0,0 0 1 0 0,0 1-1 0 0,-1-1 1 0 0,1 1-1 0 0,-1 0 1 0 0,1 1-1 0 0,-1 0 1 0 0,0 0-1 0 0,-1 0 1 0 0,1 0-1 0 0,-1 1 0 0 0,7 7 1 0 0,-10-9-16 0 0,-1-1 0 0 0,1 1 0 0 0,-1 0 0 0 0,0 0 0 0 0,1 0 0 0 0,-1-1 0 0 0,-1 1 0 0 0,1 0 0 0 0,0 0-1 0 0,-1 1 1 0 0,1-1 0 0 0,-1 0 0 0 0,0 0 0 0 0,0 0 0 0 0,0 0 0 0 0,-1 0 0 0 0,1 0 0 0 0,-1 0 0 0 0,1 0 0 0 0,-1 0 0 0 0,0 0 0 0 0,0 0 0 0 0,-1 0 0 0 0,1-1 0 0 0,0 1 0 0 0,-3 3 0 0 0,-4 6 67 0 0,0 0 1 0 0,-1-1-1 0 0,0-1 1 0 0,-15 14 0 0 0,-11 8 441 0 0,-73 51 0 0 0,-47 15 519 0 0,64-42-489 0 0,87-53-525 0 0,-2 0 5 0 0,0 1 1 0 0,1-1-1 0 0,0 1 0 0 0,0 1 0 0 0,-7 6 0 0 0,23-7 40 0 0,13-4-47 0 0,0-2-1 0 0,0 0 0 0 0,45-11 1 0 0,-15 2 13 0 0,-49 10-61 0 0,112-18-1024 0 0,171-50 1 0 0,-276 63-351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17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93 1772 0 0,'-19'-75'12811'0'0,"17"69"-12216"0"0,-5-5 3032 0 0,5 21-2744 0 0,-65 415 2798 0 0,44-302-3442 0 0,22-117-272 0 0,-11 73-1716 0 0,8-28-3746 0 0,7-39 2021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18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3 218 360 0 0,'-1'-11'1484'0'0,"0"1"1"0"0,1-1-1 0 0,0 0 1 0 0,1 0-1 0 0,0 1 0 0 0,3-15 1 0 0,-2 20-1222 0 0,-1 1 1 0 0,1-1-1 0 0,1 0 1 0 0,-1 0 0 0 0,0 1-1 0 0,1 0 1 0 0,0-1-1 0 0,0 1 1 0 0,1 0 0 0 0,-1 0-1 0 0,1 1 1 0 0,0-1-1 0 0,-1 1 1 0 0,2 0-1 0 0,4-4 1 0 0,6-1 36 0 0,0 0 0 0 0,1 0 0 0 0,0 1 1 0 0,0 1-1 0 0,0 1 0 0 0,1 0 0 0 0,0 2 0 0 0,18-3 0 0 0,-21 4-195 0 0,0 1-1 0 0,0 0 1 0 0,0 1-1 0 0,-1 1 1 0 0,1 0-1 0 0,0 1 0 0 0,0 0 1 0 0,0 1-1 0 0,-1 1 1 0 0,20 8-1 0 0,-31-12-87 0 0,0 1 0 0 0,0 0 0 0 0,-1 0 0 0 0,1-1 0 0 0,-1 1 0 0 0,1 0-1 0 0,-1 0 1 0 0,1 0 0 0 0,-1 1 0 0 0,0-1 0 0 0,1 0 0 0 0,-1 0 0 0 0,0 1 0 0 0,0-1-1 0 0,0 1 1 0 0,0-1 0 0 0,0 1 0 0 0,0-1 0 0 0,-1 1 0 0 0,1 0 0 0 0,0-1 0 0 0,-1 1-1 0 0,1 0 1 0 0,-1 2 0 0 0,0-1-1 0 0,0 0 1 0 0,-1-1-1 0 0,1 1 0 0 0,-1 0 1 0 0,0 0-1 0 0,0-1 0 0 0,0 1 0 0 0,0-1 1 0 0,0 1-1 0 0,-1-1 0 0 0,1 1 0 0 0,-1-1 1 0 0,-3 4-1 0 0,-5 5 19 0 0,0-1 1 0 0,0-1-1 0 0,-1 0 0 0 0,-23 15 0 0 0,-117 54 197 0 0,82-46-29 0 0,67-31-159 0 0,-1 0-1 0 0,1 0 1 0 0,0 1-1 0 0,0-1 1 0 0,-1 0 0 0 0,1 1-1 0 0,0-1 1 0 0,0 1-1 0 0,1 0 1 0 0,-1-1-1 0 0,0 1 1 0 0,1 0 0 0 0,-1 0-1 0 0,1 0 1 0 0,-1 0-1 0 0,1 1 1 0 0,0-1-1 0 0,0 0 1 0 0,0 1 0 0 0,-1 3-1 0 0,2-3 63 0 0,0 1-1 0 0,0-1 0 0 0,0 1 1 0 0,1 0-1 0 0,0-1 1 0 0,-1 1-1 0 0,1-1 1 0 0,0 0-1 0 0,1 1 0 0 0,-1-1 1 0 0,1 0-1 0 0,-1 0 1 0 0,3 4-1 0 0,12 18 707 0 0,1 0 0 0 0,37 42 0 0 0,49 37-264 0 0,-50-52-534 0 0,-45-44-355 0 0,45 42-4973 0 0,-16-21-5476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18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25 2284 0 0,'-2'-24'14226'0'0,"6"57"-6598"0"0,-7 14-4959 0 0,-13 60-3793 0 0,9-62 1448 0 0,-6 61-4988 0 0,8-35-7462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19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1025 124 1560 0 0,'12'-7'3074'0'0,"-1"-1"-1"0"0,0-1 1 0 0,0 0-1 0 0,9-10 1 0 0,-20 18-2992 0 0,0 0 0 0 0,1 0 0 0 0,-1 0 1 0 0,0 0-1 0 0,1 0 0 0 0,-1 0 0 0 0,0 0 1 0 0,0 0-1 0 0,0 0 0 0 0,0 0 1 0 0,0 0-1 0 0,0 0 0 0 0,0 0 0 0 0,0 1 1 0 0,0-1-1 0 0,-1 0 0 0 0,1 0 1 0 0,0 0-1 0 0,-1 0 0 0 0,1 0 0 0 0,0 0 1 0 0,-1 0-1 0 0,0-1 0 0 0,0 0 7 0 0,0 0 0 0 0,0 0 0 0 0,0 1 1 0 0,0-1-1 0 0,-1 0 0 0 0,1 0 0 0 0,-1 1 0 0 0,1-1 0 0 0,-4-2 0 0 0,-4-1-62 0 0,-1 1 0 0 0,0 0 0 0 0,1 1 0 0 0,-1 0 0 0 0,0 0 0 0 0,0 1 0 0 0,-1 1 0 0 0,1 0 0 0 0,0 0 0 0 0,-1 1 0 0 0,1 0 0 0 0,0 0 0 0 0,-1 2 0 0 0,1-1 0 0 0,0 1 0 0 0,0 0 0 0 0,0 1 0 0 0,-15 7 0 0 0,16-6-34 0 0,-1 0 1 0 0,1 1 0 0 0,0 0-1 0 0,1 0 1 0 0,-1 1 0 0 0,1 1-1 0 0,0-1 1 0 0,1 1 0 0 0,-1 0-1 0 0,1 1 1 0 0,1 0 0 0 0,0 0-1 0 0,0 1 1 0 0,0-1 0 0 0,1 1-1 0 0,0 0 1 0 0,1 1 0 0 0,-5 14-1 0 0,-1 15 113 0 0,2 0-1 0 0,-5 72 1 0 0,8 82 638 0 0,0 5-260 0 0,-80 476 1459 0 0,51-453-1651 0 0,-218 1367 1587 0 0,108-586-1789 0 0,39-346 44 0 0,86-581-119 0 0,-8 38-35 0 0,20-75-148 0 0,3-20 141 0 0,1-1 0 0 0,1 1-1 0 0,-1 23 1 0 0,3-39 38 0 0,0 0 0 0 0,0 0 0 0 0,0 0 0 0 0,0 0 0 0 0,0 1 0 0 0,0-1 0 0 0,0 0 0 0 0,1 0 0 0 0,0 0 0 0 0,-1 0 0 0 0,1 0 0 0 0,0 0 0 0 0,0 0 0 0 0,0 0 0 0 0,0 0 0 0 0,0 0 0 0 0,0 0 0 0 0,0 0 0 0 0,1-1 0 0 0,-1 1 0 0 0,1-1 0 0 0,-1 1 0 0 0,1-1 0 0 0,0 1 0 0 0,0-1 0 0 0,-1 0 0 0 0,1 0 0 0 0,4 2 0 0 0,0-2 16 0 0,0 0 1 0 0,0 0 0 0 0,1 0-1 0 0,-1-1 1 0 0,0 0 0 0 0,0 0 0 0 0,11-2-1 0 0,-1 1-27 0 0,49-5-961 0 0,108-23-1 0 0,60-36-5783 0 0,-154 36 809 0 0,2-3-3382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0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48 288 0 0,'29'-47'19477'0'0,"-29"49"-19155"0"0,2 6-114 0 0,-1 1 0 0 0,0-1 0 0 0,-1 1 0 0 0,0-1 0 0 0,0 1 0 0 0,-3 11 0 0 0,-12 56 326 0 0,8-41-370 0 0,-68 296 403 0 0,74-330-551 0 0,-6 29-1230 0 0,5-2-4207 0 0,2-27 5253 0 0,1-1 0 0 0,-1 1 0 0 0,0-1 0 0 0,0 1 0 0 0,1-1 0 0 0,-1 1 0 0 0,0-1 0 0 0,1 1 0 0 0,-1-1 0 0 0,0 1 0 0 0,1-1 1 0 0,-1 1-1 0 0,1-1 0 0 0,-1 0 0 0 0,1 1 0 0 0,-1-1 0 0 0,1 0 0 0 0,0 1 0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1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7 155 1044 0 0,'-2'-12'4559'0'0,"0"4"-2161"0"0,1 0 1 0 0,0 0-1 0 0,0-1 1 0 0,1-10-1 0 0,0 16-2240 0 0,1 0 0 0 0,-1 0 0 0 0,1 1 0 0 0,0-1 0 0 0,0 0 0 0 0,0 0 0 0 0,0 1 0 0 0,0-1 0 0 0,1 1 0 0 0,-1-1 0 0 0,1 1 0 0 0,-1 0 0 0 0,1 0 0 0 0,0 0 0 0 0,0 0 0 0 0,0 0 0 0 0,2-2 0 0 0,5-2-84 0 0,0 1 0 0 0,-1 0 1 0 0,2 0-1 0 0,-1 1 1 0 0,0 0-1 0 0,1 1 1 0 0,0 0-1 0 0,0 0 0 0 0,0 1 1 0 0,0 1-1 0 0,19-2 1 0 0,-1 3-33 0 0,0 0 0 0 0,0 2 0 0 0,30 6 1 0 0,-35-4-16 0 0,1 2 1 0 0,34 11 0 0 0,-51-14-18 0 0,0-1 1 0 0,0 1 0 0 0,0 1-1 0 0,0-1 1 0 0,-1 1-1 0 0,1 1 1 0 0,-1-1 0 0 0,0 1-1 0 0,-1 0 1 0 0,1 0 0 0 0,-1 1-1 0 0,5 6 1 0 0,-8-9-1 0 0,0 0-1 0 0,0 1 1 0 0,-1-1 0 0 0,1 1-1 0 0,-1-1 1 0 0,0 1 0 0 0,0-1-1 0 0,0 1 1 0 0,-1 0 0 0 0,1 0-1 0 0,-1-1 1 0 0,0 1 0 0 0,0 0-1 0 0,-1 6 1 0 0,0-3-2 0 0,-1 0 1 0 0,0 0 0 0 0,0-1-1 0 0,0 1 1 0 0,-1-1-1 0 0,0 0 1 0 0,-6 9 0 0 0,-5 5 1 0 0,-1-1 1 0 0,0-1 0 0 0,-27 24 0 0 0,-22 15 118 0 0,-81 54 1 0 0,45-37 177 0 0,99-73-274 0 0,0-1 1 0 0,0 1 0 0 0,1 0 0 0 0,-1-1-1 0 0,0 1 1 0 0,0 0 0 0 0,1-1-1 0 0,-1 1 1 0 0,0 0 0 0 0,1 0 0 0 0,-1-1-1 0 0,1 1 1 0 0,-1 0 0 0 0,1 0-1 0 0,-1 0 1 0 0,1 0 0 0 0,-1 0-1 0 0,1 0 1 0 0,0 0 0 0 0,0 0 0 0 0,0 0-1 0 0,-1 1 1 0 0,2-1-10 0 0,-1-1 0 0 0,0 1 1 0 0,1 0-1 0 0,-1-1 0 0 0,1 1 0 0 0,-1 0 0 0 0,1-1 0 0 0,-1 1 1 0 0,1-1-1 0 0,-1 1 0 0 0,1-1 0 0 0,0 1 0 0 0,-1-1 1 0 0,1 1-1 0 0,0-1 0 0 0,-1 1 0 0 0,1-1 0 0 0,0 0 1 0 0,0 1-1 0 0,1-1 0 0 0,5 2 42 0 0,0 0 0 0 0,1-1 0 0 0,-1 0 0 0 0,11 0 0 0 0,275-6 231 0 0,-187 0-250 0 0,-17 3-109 0 0,52-3-52 0 0,-52-4-3127 0 0,-75 4 289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2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84 139 512 0 0,'-5'-5'1383'0'0,"0"0"0"0"0,0-1 0 0 0,0 1 0 0 0,1-1 0 0 0,0 0 0 0 0,0 0 0 0 0,1-1 0 0 0,-5-9 0 0 0,7 14-1251 0 0,1 0 0 0 0,-1 1 0 0 0,1-1 0 0 0,0 0 0 0 0,0 1 0 0 0,0-1 0 0 0,0 0 0 0 0,0 0 0 0 0,0 1 0 0 0,0-1 0 0 0,0 0 0 0 0,1 0 0 0 0,-1 1 0 0 0,1-1 0 0 0,-1 1 0 0 0,1-1 0 0 0,0 0 0 0 0,-1 1 0 0 0,1-1 0 0 0,0 1 0 0 0,0-1 0 0 0,0 1 0 0 0,0 0 0 0 0,1-1-1 0 0,-1 1 1 0 0,0 0 0 0 0,0 0 0 0 0,1 0 0 0 0,-1 0 0 0 0,1 0 0 0 0,-1 0 0 0 0,3-1 0 0 0,2-2 102 0 0,0 1 0 0 0,1 0 0 0 0,0 0 0 0 0,0 0 0 0 0,13-3 0 0 0,-10 4-69 0 0,1 1 0 0 0,-1 0 0 0 0,1 0 1 0 0,0 1-1 0 0,-1 1 0 0 0,21 3 0 0 0,-27-4-113 0 0,0 1 0 0 0,0 0 1 0 0,0 0-1 0 0,1 0 0 0 0,-1 1 1 0 0,-1 0-1 0 0,1-1 0 0 0,0 2 1 0 0,0-1-1 0 0,-1 0 0 0 0,1 1 1 0 0,-1-1-1 0 0,0 1 0 0 0,1 0 1 0 0,-1 0-1 0 0,-1 0 1 0 0,1 0-1 0 0,0 1 0 0 0,3 5 1 0 0,-5-5-16 0 0,0-1 0 0 0,0 1 0 0 0,-1-1 1 0 0,1 1-1 0 0,-1 0 0 0 0,1-1 1 0 0,-1 1-1 0 0,0 0 0 0 0,-1 0 1 0 0,1-1-1 0 0,-1 1 0 0 0,1 0 1 0 0,-1-1-1 0 0,0 1 0 0 0,-1-1 0 0 0,1 1 1 0 0,0-1-1 0 0,-1 0 0 0 0,0 1 1 0 0,0-1-1 0 0,0 0 0 0 0,-2 3 1 0 0,-8 9 33 0 0,0-1 0 0 0,0 0 0 0 0,-15 12 1 0 0,22-22-47 0 0,-85 80 153 0 0,89-82-169 0 0,1-2-7 0 0,0 1-1 0 0,0-1 1 0 0,0 1 0 0 0,0-1-1 0 0,0 1 1 0 0,0-1-1 0 0,0 0 1 0 0,1 1 0 0 0,-1-1-1 0 0,0 1 1 0 0,0-1 0 0 0,1 0-1 0 0,-1 1 1 0 0,0-1-1 0 0,0 1 1 0 0,1-1 0 0 0,-1 0-1 0 0,0 1 1 0 0,1-1-1 0 0,-1 0 1 0 0,1 0 0 0 0,-1 1-1 0 0,66 9-1 0 0,-37-6-20 0 0,39 10 0 0 0,-61-12 119 0 0,1 0 0 0 0,0 1-1 0 0,-1 0 1 0 0,1 0-1 0 0,-1 1 1 0 0,0 0 0 0 0,0 1-1 0 0,-1-1 1 0 0,11 10-1 0 0,-15-12-30 0 0,-1-1-1 0 0,0 0 1 0 0,0 1-1 0 0,0-1 0 0 0,0 1 1 0 0,0-1-1 0 0,0 1 1 0 0,0 0-1 0 0,0-1 0 0 0,0 1 1 0 0,-1 0-1 0 0,1 0 1 0 0,-1 0-1 0 0,1-1 1 0 0,-1 1-1 0 0,0 0 0 0 0,0 0 1 0 0,1 0-1 0 0,-1 0 1 0 0,-1 2-1 0 0,0-1 15 0 0,1 0 1 0 0,-1 1-1 0 0,-1-1 1 0 0,1 0-1 0 0,0 0 1 0 0,-1 0-1 0 0,1 0 1 0 0,-1-1-1 0 0,0 1 1 0 0,-4 4-1 0 0,-1 0 15 0 0,0 0 0 0 0,-1 0 0 0 0,0-1 0 0 0,0 0 0 0 0,-1 0 0 0 0,-13 7-1 0 0,-3-3-26 0 0,-1 0 0 0 0,0-2-1 0 0,0-1 1 0 0,-1-1-1 0 0,-43 5 1 0 0,-16-7-4357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2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19 3516 0 0,'56'-18'12881'0'0,"-55"18"-12772"0"0,-1 0 1 0 0,1 0-1 0 0,-1 0 1 0 0,1 0 0 0 0,-1 0-1 0 0,1 0 1 0 0,-1 0-1 0 0,1 0 1 0 0,-1 0-1 0 0,0 0 1 0 0,1 1-1 0 0,-1-1 1 0 0,1 0-1 0 0,-1 0 1 0 0,1 0-1 0 0,-1 1 1 0 0,0-1 0 0 0,1 0-1 0 0,-1 1 1 0 0,0-1-1 0 0,1 0 1 0 0,-1 1-1 0 0,0-1 1 0 0,1 0-1 0 0,-1 1 1 0 0,0-1-1 0 0,0 1 1 0 0,1-1-1 0 0,-1 1 1 0 0,0-1 0 0 0,0 0-1 0 0,0 1 1 0 0,0-1-1 0 0,0 1 1 0 0,0-1-1 0 0,0 1 1 0 0,0-1-1 0 0,0 1 1 0 0,0 0-1 0 0,-14 19 2150 0 0,-61 57 1498 0 0,-44 34-2259 0 0,17-17-1059 0 0,72-65-446 0 0,-100 104-890 0 0,120-122 86 0 0,8-9 224 0 0,0 0 0 0 0,0 0 0 0 0,1 0 1 0 0,-1 0-1 0 0,0 1 0 0 0,1-1 1 0 0,-1 0-1 0 0,1 1 0 0 0,0 0 1 0 0,0-1-1 0 0,-2 5 0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2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2068 0 0,'14'-16'11485'0'0,"-12"14"-11089"0"0,1 0 0 0 0,0 1 0 0 0,0-1 0 0 0,0 1 0 0 0,0 0 0 0 0,0 0 0 0 0,0 0 0 0 0,0 0 0 0 0,1 0-1 0 0,-1 1 1 0 0,0-1 0 0 0,0 1 0 0 0,1 0 0 0 0,2 0 0 0 0,54 8 1497 0 0,-47-6-1337 0 0,-2 0-201 0 0,0 0 0 0 0,0 1 0 0 0,0 0 0 0 0,19 10 0 0 0,-27-12-248 0 0,1 1 1 0 0,-1 0-1 0 0,0 0 0 0 0,1 0 0 0 0,-1 0 1 0 0,0 1-1 0 0,-1-1 0 0 0,1 1 0 0 0,0 0 0 0 0,-1 0 1 0 0,1 0-1 0 0,-1 0 0 0 0,0 0 0 0 0,0 1 1 0 0,0-1-1 0 0,-1 0 0 0 0,3 8 0 0 0,-4-8-2 0 0,1 0 0 0 0,-1 0 0 0 0,0 1 0 0 0,-1-1 0 0 0,1 0 0 0 0,0 1-1 0 0,-1-1 1 0 0,0 0 0 0 0,0 0 0 0 0,0 0 0 0 0,0 0 0 0 0,0 0 0 0 0,-1 0 0 0 0,0 0-1 0 0,1 0 1 0 0,-1 0 0 0 0,-4 4 0 0 0,-4 5 349 0 0,0 0-1 0 0,-15 12 1 0 0,25-23-446 0 0,-95 82 2291 0 0,95-83-2261 0 0,-1 0 1 0 0,1 1-1 0 0,0-1 0 0 0,-1 0 1 0 0,1 0-1 0 0,0 1 1 0 0,0-1-1 0 0,-1 0 1 0 0,1 1-1 0 0,0-1 1 0 0,0 0-1 0 0,-1 1 1 0 0,1-1-1 0 0,0 1 1 0 0,0-1-1 0 0,0 0 1 0 0,0 1-1 0 0,0-1 1 0 0,0 1-1 0 0,-1-1 1 0 0,1 0-1 0 0,0 1 1 0 0,0-1-1 0 0,0 1 1 0 0,2 0-10 0 0,-1 0 1 0 0,0 0 0 0 0,0 0-1 0 0,0 0 1 0 0,0 0 0 0 0,1-1-1 0 0,-1 1 1 0 0,0-1-1 0 0,1 1 1 0 0,-1-1 0 0 0,0 1-1 0 0,1-1 1 0 0,-1 0 0 0 0,1 0-1 0 0,-1 1 1 0 0,0-1-1 0 0,1 0 1 0 0,-1 0 0 0 0,2-1-1 0 0,31 2-25 0 0,-1-2 1 0 0,60-10-1 0 0,-22 2-6 0 0,-67 8-3 0 0,28-1-1232 0 0,0-2 0 0 0,0-1-1 0 0,0-1 1 0 0,43-16 0 0 0,-41 2-5753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3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184 109 1832 0 0,'1'-3'1921'0'0,"7"-24"3995"0"0,-6 19-3423 0 0,1-1 0 0 0,-1 1 0 0 0,18-37 10475 0 0,-15 37-11582 0 0,-4 7-1213 0 0,0 2-211 0 0,-1 0 46 0 0,1 0 0 0 0,-1-1 0 0 0,1 1 1 0 0,-1 0-1 0 0,0 0 0 0 0,0 0 1 0 0,1 0-1 0 0,-1 0 0 0 0,0 0 1 0 0,0 0-1 0 0,0 0 0 0 0,0 0 0 0 0,0 0 1 0 0,0 0-1 0 0,0-1 0 0 0,0 3 1 0 0,-2 18 246 0 0,-52 261 677 0 0,12-144-3009 0 0,-13-7-4559 0 0,24-74 1066 0 0,6-22-1513 0 0,5-13-2112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5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26 169 1172 0 0,'-3'-5'760'0'0,"0"0"1"0"0,0 1-1 0 0,0-1 1 0 0,1 0-1 0 0,0 0 0 0 0,0-1 1 0 0,0 1-1 0 0,1 0 0 0 0,-1 0 1 0 0,1-1-1 0 0,1 1 0 0 0,-1-1 1 0 0,1 1-1 0 0,0-1 0 0 0,1-9 1 0 0,0 11-637 0 0,-1 1 0 0 0,1-1 0 0 0,0 1 0 0 0,0-1 0 0 0,0 1 0 0 0,1 0 0 0 0,-1-1 0 0 0,1 1 0 0 0,0 0 0 0 0,0 0 0 0 0,0 0 0 0 0,0 0 0 0 0,1 0 0 0 0,-1 1 0 0 0,1-1 0 0 0,0 1 0 0 0,-1-1 0 0 0,1 1 0 0 0,0 0 0 0 0,0 0 0 0 0,1 0 0 0 0,-1 1 0 0 0,0-1 0 0 0,7-1 0 0 0,-3 1-97 0 0,1 1 1 0 0,0 0-1 0 0,-1 0 1 0 0,1 1 0 0 0,0 0-1 0 0,0 0 1 0 0,-1 1 0 0 0,1 0-1 0 0,0 0 1 0 0,0 1-1 0 0,-1 0 1 0 0,10 4 0 0 0,-13-5-18 0 0,0 1 0 0 0,0 0 0 0 0,-1 0 0 0 0,1 0 0 0 0,-1 0 0 0 0,0 1 0 0 0,1-1 0 0 0,-1 1 0 0 0,0 0 0 0 0,-1 0 0 0 0,4 4 0 0 0,-4-5 2 0 0,-1 1-1 0 0,0-1 0 0 0,1 1 0 0 0,-1 0 0 0 0,0-1 0 0 0,-1 1 1 0 0,1 0-1 0 0,0-1 0 0 0,-1 1 0 0 0,0 0 0 0 0,1 0 0 0 0,-1-1 0 0 0,0 1 1 0 0,0 0-1 0 0,-1 0 0 0 0,1 0 0 0 0,-2 5 0 0 0,-16 43 114 0 0,5-16 78 0 0,12-34-165 0 0,1 0-7 0 0,0 0-30 0 0,0-1-1 0 0,-1 0 1 0 0,1 1-1 0 0,0-1 1 0 0,0 0 0 0 0,0 1-1 0 0,0-1 1 0 0,0 0-1 0 0,-1 1 1 0 0,1-1 0 0 0,0 0-1 0 0,0 1 1 0 0,0-1 0 0 0,0 1-1 0 0,0-1 1 0 0,0 0-1 0 0,0 1 1 0 0,0-1 0 0 0,0 0-1 0 0,0 1 1 0 0,0-1-1 0 0,1 0 1 0 0,-1 1 0 0 0,0-1-1 0 0,0 0 1 0 0,0 1 0 0 0,0-1-1 0 0,0 0 1 0 0,1 1-1 0 0,-1-1 1 0 0,0 0 0 0 0,0 1-1 0 0,1-1 1 0 0,-1 0 0 0 0,0 0-1 0 0,0 1 1 0 0,1-1-1 0 0,-1 0 1 0 0,0 0 0 0 0,1 0-1 0 0,-1 0 1 0 0,0 1-1 0 0,1-1 1 0 0,-1 0 0 0 0,0 0-1 0 0,1 0 1 0 0,-1 0 0 0 0,0 0-1 0 0,1 0 1 0 0,-1 0-1 0 0,1 0 1 0 0,0 0 0 0 0,20 9 22 0 0,4 1-110 0 0,-1 0 0 0 0,29 19 0 0 0,-47-25 175 0 0,0 0-1 0 0,0 0 1 0 0,0 0-1 0 0,-1 1 1 0 0,0 0-1 0 0,0 0 0 0 0,-1 0 1 0 0,1 1-1 0 0,-1-1 1 0 0,0 1-1 0 0,0 0 1 0 0,-1 1-1 0 0,5 10 0 0 0,-7-13 10 0 0,-1 0 0 0 0,1 0 0 0 0,-1 0-1 0 0,0 0 1 0 0,0 0 0 0 0,0 0 0 0 0,0 0-1 0 0,-1 0 1 0 0,1 0 0 0 0,-1 0 0 0 0,0 0 0 0 0,0 0-1 0 0,-1-1 1 0 0,1 1 0 0 0,-1 0 0 0 0,0-1-1 0 0,0 1 1 0 0,0-1 0 0 0,0 0 0 0 0,-1 1-1 0 0,-5 4 1 0 0,-3 4 82 0 0,0 0-1 0 0,-1-1 0 0 0,-1-1 1 0 0,-14 9-1 0 0,13-10-114 0 0,0-2-1 0 0,0 0 0 0 0,-1 0 1 0 0,0-2-1 0 0,0 0 0 0 0,-1 0 1 0 0,1-2-1 0 0,-1 0 0 0 0,0 0 1 0 0,1-2-1 0 0,-17 1 0 0 0,28-2-314 0 0,1-1 0 0 0,-1 1-1 0 0,0 0 1 0 0,1-1 0 0 0,-1 0-1 0 0,1 0 1 0 0,0 0 0 0 0,-1 0-1 0 0,1 0 1 0 0,-5-4 0 0 0,7 5 6 0 0,0-1 0 0 0,1 1 1 0 0,-1-1-1 0 0,0 1 0 0 0,1-1 0 0 0,-1 1 1 0 0,0-1-1 0 0,1 0 0 0 0,-1 1 0 0 0,1-1 1 0 0,-1 0-1 0 0,1 0 0 0 0,-1 1 1 0 0,1-1-1 0 0,-1 0 0 0 0,1 0 0 0 0,0 0 1 0 0,0 1-1 0 0,-1-1 0 0 0,1 0 0 0 0,0 0 1 0 0,0 0-1 0 0,0 0 0 0 0,0 0 1 0 0,0 0-1 0 0,0 0 0 0 0,0 1 0 0 0,0-1 1 0 0,0 0-1 0 0,1 0 0 0 0,-1 0 0 0 0,0 0 1 0 0,0 0-1 0 0,1 1 0 0 0,-1-1 1 0 0,1 0-1 0 0,-1 0 0 0 0,0 1 0 0 0,1-1 1 0 0,0 0-1 0 0,0 0 0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5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338 108 1484 0 0,'0'-3'2133'0'0,"-2"-83"10798"0"0,2 85-12884 0 0,0 0 0 0 0,0 0 0 0 0,0 0 0 0 0,0 1 0 0 0,0-1 0 0 0,-1 0 0 0 0,1 0 0 0 0,0 0 0 0 0,-1 1 0 0 0,1-1 0 0 0,0 0 0 0 0,-1 1 0 0 0,1-1 0 0 0,-1 0 0 0 0,1 1 0 0 0,-1-1 0 0 0,1 1 0 0 0,-1-1 0 0 0,0 1 0 0 0,1-1 0 0 0,-1 1 0 0 0,0-1 0 0 0,1 1 0 0 0,-3-1 0 0 0,2 0-8 0 0,-1 1 1 0 0,0 0-1 0 0,0-1 0 0 0,1 1 0 0 0,-1 0 0 0 0,0 0 0 0 0,0 0 0 0 0,0 0 0 0 0,1 1 0 0 0,-4 0 1 0 0,-2 1 11 0 0,0 0 1 0 0,1 1-1 0 0,-1-1 1 0 0,-8 7-1 0 0,-12 8 2 0 0,2 1-1 0 0,0 1 1 0 0,2 1-1 0 0,0 1 1 0 0,1 1-1 0 0,1 1 1 0 0,1 1-1 0 0,-26 42 1 0 0,42-60-44 0 0,0 1 0 0 0,1-1 1 0 0,0 1-1 0 0,0 0 1 0 0,1 0-1 0 0,0 0 0 0 0,0 0 1 0 0,1 0-1 0 0,-1 1 0 0 0,1 13 1 0 0,1-17 0 0 0,0 0-1 0 0,1 0 1 0 0,0 0-1 0 0,0 0 1 0 0,0 0 0 0 0,0 0-1 0 0,0 0 1 0 0,1 0 0 0 0,0 0-1 0 0,0 0 1 0 0,0-1-1 0 0,0 1 1 0 0,0-1 0 0 0,1 1-1 0 0,0-1 1 0 0,-1 0 0 0 0,1 0-1 0 0,1 0 1 0 0,-1-1-1 0 0,5 4 1 0 0,1 0 9 0 0,1 0 0 0 0,1-1-1 0 0,-1 0 1 0 0,1 0 0 0 0,0-1 0 0 0,0-1-1 0 0,19 4 1 0 0,-21-5-1 0 0,0-1 0 0 0,0 0 1 0 0,1-1-1 0 0,-1 0 0 0 0,0 0 0 0 0,0-1 0 0 0,0 0 1 0 0,0 0-1 0 0,0-1 0 0 0,12-5 0 0 0,-19 6-13 0 0,1 0 0 0 0,-1 0-1 0 0,1 0 1 0 0,-1 0 0 0 0,0-1 0 0 0,0 1 0 0 0,1-1-1 0 0,-1 0 1 0 0,0 1 0 0 0,0-1 0 0 0,-1 0 0 0 0,1 0-1 0 0,2-3 1 0 0,-4 4-4 0 0,1-1 0 0 0,0 1 0 0 0,-1-1 0 0 0,1 0 1 0 0,-1 1-1 0 0,1-1 0 0 0,-1 1 0 0 0,0-1 0 0 0,1 0 0 0 0,-1 1 0 0 0,0-1 0 0 0,0 0 0 0 0,0 1 0 0 0,0-1 0 0 0,-1 0 1 0 0,0-2-1 0 0,0 1-3 0 0,0 0 0 0 0,-1 0 0 0 0,1 0 1 0 0,-1 0-1 0 0,0 0 0 0 0,0 1 1 0 0,0-1-1 0 0,0 0 0 0 0,0 1 1 0 0,-1 0-1 0 0,1-1 0 0 0,-1 1 0 0 0,1 0 1 0 0,-1 0-1 0 0,0 1 0 0 0,0-1 1 0 0,0 1-1 0 0,0-1 0 0 0,-5-1 0 0 0,-8-2-70 0 0,0 1 0 0 0,0 1 0 0 0,-18-2 0 0 0,-16 4-3217 0 0,47 2 1969 0 0,-7 0-379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5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82 356 0 0,'-3'-1'2734'0'0,"-5"-3"-1339"0"0,-23-11 8833 0 0,24 12-9604 0 0,5 2 168 0 0,1 1-671 0 0,1 0 0 0 0,-1 0 0 0 0,1 0 0 0 0,-1-1 0 0 0,1 1 0 0 0,0 0 0 0 0,-1 0 0 0 0,1-1 0 0 0,-1 1 0 0 0,1 0 0 0 0,0-1 0 0 0,-1 1 0 0 0,1 0 0 0 0,0-1 0 0 0,-1 1 0 0 0,1 0 0 0 0,0-1 0 0 0,-1 1 0 0 0,1-1 0 0 0,1-1-73 0 0,0 1 0 0 0,0 0 1 0 0,0 0-1 0 0,0-1 0 0 0,0 1 0 0 0,1 0 0 0 0,-1 0 0 0 0,0 0 1 0 0,0 1-1 0 0,1-1 0 0 0,-1 0 0 0 0,1 0 0 0 0,-1 1 0 0 0,1-1 1 0 0,-1 1-1 0 0,1-1 0 0 0,2 1 0 0 0,37-8 168 0 0,-27 6-110 0 0,52-7-97 0 0,77-1-1 0 0,-89 7-4061 0 0,-2 0-4698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6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3 2404 0 0,'-9'-1'1933'0'0,"0"0"0"0"0,-1 1 0 0 0,1 0 0 0 0,-15 3 0 0 0,18-2-1582 0 0,0 1 0 0 0,0 0 0 0 0,0 0 0 0 0,0 1-1 0 0,0-1 1 0 0,1 2 0 0 0,-1-1 0 0 0,1 0 0 0 0,0 1 0 0 0,0 0 0 0 0,-7 7-1 0 0,0 1-17 0 0,1-1 0 0 0,1 1-1 0 0,0 1 1 0 0,-11 17-1 0 0,17-24-281 0 0,1 0-1 0 0,-1 1 1 0 0,1-1-1 0 0,0 1 1 0 0,1 0-1 0 0,0 0 1 0 0,0-1-1 0 0,0 2 1 0 0,1-1-1 0 0,0 0 1 0 0,0 14-1 0 0,2-18-24 0 0,-1-1-1 0 0,1 1 0 0 0,0-1 0 0 0,-1 0 1 0 0,1 1-1 0 0,0-1 0 0 0,0 1 1 0 0,1-1-1 0 0,-1 0 0 0 0,0 0 0 0 0,1 0 1 0 0,0 0-1 0 0,-1 0 0 0 0,1 0 1 0 0,0 0-1 0 0,0 0 0 0 0,0-1 0 0 0,0 1 1 0 0,0-1-1 0 0,0 0 0 0 0,0 1 1 0 0,1-1-1 0 0,-1 0 0 0 0,0 0 0 0 0,1 0 1 0 0,-1-1-1 0 0,1 1 0 0 0,3 0 1 0 0,8 2 63 0 0,0-1 1 0 0,1-1 0 0 0,25 0 0 0 0,-31-1-83 0 0,58-4 82 0 0,-37 2-87 0 0,-1 1 0 0 0,34 3 1 0 0,-58-2 77 0 0,0 1 0 0 0,0-1-1 0 0,0 1 1 0 0,0 1 0 0 0,-1-1 0 0 0,1 1 0 0 0,0-1 0 0 0,-1 2 0 0 0,1-1-1 0 0,-1 0 1 0 0,0 1 0 0 0,0 0 0 0 0,0 0 0 0 0,0 0 0 0 0,0 0 0 0 0,-1 1-1 0 0,1-1 1 0 0,-1 1 0 0 0,0 0 0 0 0,0 0 0 0 0,0 0 0 0 0,-1 0 0 0 0,1 1-1 0 0,-1-1 1 0 0,0 1 0 0 0,2 8 0 0 0,-2-8 41 0 0,-1 1 1 0 0,0 0-1 0 0,0-1 0 0 0,-1 1 1 0 0,0 0-1 0 0,0 0 0 0 0,0-1 1 0 0,0 1-1 0 0,-1 0 0 0 0,0 0 1 0 0,0-1-1 0 0,-1 1 0 0 0,1-1 1 0 0,-1 1-1 0 0,-1-1 1 0 0,1 0-1 0 0,-1 1 0 0 0,0-1 1 0 0,0-1-1 0 0,0 1 0 0 0,-1 0 1 0 0,-4 4-1 0 0,1-2-104 0 0,-1 0 1 0 0,0-1-1 0 0,0 0 1 0 0,0 0-1 0 0,-1-1 0 0 0,0 0 1 0 0,0 0-1 0 0,0-1 1 0 0,-1-1-1 0 0,0 1 0 0 0,1-1 1 0 0,-1-1-1 0 0,0 0 1 0 0,0-1-1 0 0,0 1 0 0 0,0-2 1 0 0,-1 0-1 0 0,-17-1 1 0 0,27 1-249 0 0,-1 0 1 0 0,1-1-1 0 0,-1 1 1 0 0,1 0 0 0 0,-1-1-1 0 0,1 1 1 0 0,-1-1-1 0 0,1 1 1 0 0,0-1-1 0 0,-1 0 1 0 0,1 1 0 0 0,0-1-1 0 0,-1 0 1 0 0,1 0-1 0 0,0 0 1 0 0,0 0 0 0 0,0 0-1 0 0,0 0 1 0 0,0 0-1 0 0,0-1 1 0 0,0 1 0 0 0,0 0-1 0 0,0-1 1 0 0,1 1-1 0 0,-1 0 1 0 0,0-1-1 0 0,0-1 1 0 0,1 1-306 0 0,0 1-1 0 0,0-1 1 0 0,0 1 0 0 0,0-1-1 0 0,0 1 1 0 0,0-1 0 0 0,0 1-1 0 0,1-1 1 0 0,-1 1 0 0 0,1-1-1 0 0,-1 1 1 0 0,1 0 0 0 0,-1-1-1 0 0,1 1 1 0 0,0 0 0 0 0,0-2-1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7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67 512 0 0,'-19'-22'11672'0'0,"18"21"-11557"0"0,0 0 0 0 0,1 0-1 0 0,-1 0 1 0 0,1 0 0 0 0,-1 0 0 0 0,1 0-1 0 0,0 0 1 0 0,-1-1 0 0 0,1 1-1 0 0,0 0 1 0 0,0 0 0 0 0,0 0-1 0 0,-1-1 1 0 0,1 1 0 0 0,1 0-1 0 0,-1 0 1 0 0,0 0 0 0 0,0-1-1 0 0,0 1 1 0 0,1 0 0 0 0,-1 0-1 0 0,0 0 1 0 0,1 0 0 0 0,-1 0-1 0 0,1 0 1 0 0,0 0 0 0 0,-1 0-1 0 0,1 0 1 0 0,0 0 0 0 0,-1 0-1 0 0,1 0 1 0 0,0 0 0 0 0,0 0-1 0 0,0 1 1 0 0,0-1 0 0 0,0 0 0 0 0,0 1-1 0 0,0-1 1 0 0,0 0 0 0 0,0 1-1 0 0,0-1 1 0 0,0 1 0 0 0,1 0-1 0 0,-1-1 1 0 0,2 1 0 0 0,2-1-99 0 0,1 1 1 0 0,-1 0-1 0 0,1 0 1 0 0,0 0-1 0 0,-1 0 1 0 0,1 1 0 0 0,-1 0-1 0 0,1 0 1 0 0,-1 1-1 0 0,1 0 1 0 0,-1 0-1 0 0,0 0 1 0 0,0 0-1 0 0,0 1 1 0 0,0 0 0 0 0,0 0-1 0 0,-1 0 1 0 0,1 1-1 0 0,7 7 1 0 0,-8-8 17 0 0,-1 1 1 0 0,0 0-1 0 0,0 0 0 0 0,0 0 1 0 0,0 0-1 0 0,0 1 0 0 0,-1-1 1 0 0,0 1-1 0 0,0-1 0 0 0,0 1 1 0 0,-1 0-1 0 0,1 0 0 0 0,-1 0 1 0 0,0 0-1 0 0,-1 0 1 0 0,1 0-1 0 0,-1 0 0 0 0,0 0 1 0 0,0 0-1 0 0,-1 0 0 0 0,1 0 1 0 0,-3 9-1 0 0,-2 0 154 0 0,-1 0 0 0 0,0-1-1 0 0,0 0 1 0 0,-1 0 0 0 0,-14 18 0 0 0,-50 54 495 0 0,11-12-452 0 0,59-73-228 0 0,1 0 0 0 0,0 1 1 0 0,-1-1-1 0 0,1 0 0 0 0,0 1 1 0 0,0-1-1 0 0,-1 1 0 0 0,1-1 0 0 0,0 0 1 0 0,0 1-1 0 0,0-1 0 0 0,-1 1 0 0 0,1-1 1 0 0,0 1-1 0 0,0-1 0 0 0,0 1 1 0 0,0-1-1 0 0,0 1 0 0 0,0-1 0 0 0,0 1 1 0 0,0-1-1 0 0,0 1 0 0 0,0-1 0 0 0,0 1 1 0 0,0-1-1 0 0,1 0 0 0 0,-1 1 1 0 0,0-1-1 0 0,0 1 0 0 0,0-1 0 0 0,1 1 1 0 0,-1 0-1 0 0,17 7 48 0 0,25-4-1 0 0,-40-3-44 0 0,302-7-922 0 0,-110-1-3363 0 0,-63 1-2550 0 0,-64 3 420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8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90 392 0 0,'-110'-22'15771'0'0,"108"22"-15256"0"0,2 0-467 0 0,0-1-1 0 0,-1 1 1 0 0,1 0 0 0 0,-1 0 0 0 0,1 0 0 0 0,0 0 0 0 0,-1 0 0 0 0,1-1 0 0 0,0 1 0 0 0,-1 0 0 0 0,1 0 0 0 0,0-1 0 0 0,0 1 0 0 0,-1 0 0 0 0,1 0 0 0 0,0-1 0 0 0,-1 1 0 0 0,1 0 0 0 0,0-1 0 0 0,0 1 0 0 0,0 0 0 0 0,0-1 0 0 0,-1 0 0 0 0,6-2 68 0 0,-1 0-1 0 0,1 1 1 0 0,0-1-1 0 0,0 1 1 0 0,0 0 0 0 0,0 0-1 0 0,10-2 1 0 0,44-5 146 0 0,-27 5-124 0 0,92-14-363 0 0,-44 9-5857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8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0 936 0 0,'-5'1'2380'0'0,"-10"1"-1023"0"0,1 1-1 0 0,-1 1 1 0 0,1 0-1 0 0,-1 1 1 0 0,1 1 0 0 0,1 0-1 0 0,-21 13 1 0 0,26-14-1136 0 0,0 0 1 0 0,1 1 0 0 0,-1 0-1 0 0,1 0 1 0 0,1 0 0 0 0,-1 1-1 0 0,1 0 1 0 0,0 0 0 0 0,0 1-1 0 0,1 0 1 0 0,0 0 0 0 0,1 0 0 0 0,-6 15-1 0 0,10-22-208 0 0,0 0-1 0 0,0 0 0 0 0,0 0 1 0 0,0 0-1 0 0,0 0 0 0 0,0 0 1 0 0,0 0-1 0 0,1 0 0 0 0,-1 0 1 0 0,0 0-1 0 0,1 0 0 0 0,-1 0 1 0 0,1 0-1 0 0,-1 0 1 0 0,1 0-1 0 0,-1 0 0 0 0,1 0 1 0 0,0 0-1 0 0,-1-1 0 0 0,1 1 1 0 0,0 0-1 0 0,0 0 0 0 0,-1-1 1 0 0,2 2-1 0 0,22 12 131 0 0,-2-7-90 0 0,0-2-1 0 0,1-1 1 0 0,28 3-1 0 0,-27-5-55 0 0,0 1-1 0 0,37 11 1 0 0,-53-11 102 0 0,-1 0 1 0 0,1 0-1 0 0,-1 0 1 0 0,0 1-1 0 0,0 0 1 0 0,0 1-1 0 0,0-1 0 0 0,-1 1 1 0 0,1 1-1 0 0,-2-1 1 0 0,11 12-1 0 0,-14-15-12 0 0,-1 0 0 0 0,1 1 0 0 0,0-1 0 0 0,0 0-1 0 0,-1 1 1 0 0,0-1 0 0 0,1 1 0 0 0,-1 0 0 0 0,0 0 0 0 0,0-1 0 0 0,-1 1-1 0 0,1 0 1 0 0,0 0 0 0 0,-1 0 0 0 0,0 0 0 0 0,1 0 0 0 0,-1-1 0 0 0,-1 1-1 0 0,1 0 1 0 0,0 0 0 0 0,-1 0 0 0 0,1 0 0 0 0,-1 0 0 0 0,0 0 0 0 0,0-1 0 0 0,0 1-1 0 0,0 0 1 0 0,0-1 0 0 0,-1 1 0 0 0,1-1 0 0 0,-1 1 0 0 0,-2 2 0 0 0,-2 1 33 0 0,1-1 1 0 0,-1 0 0 0 0,0 0-1 0 0,-1 0 1 0 0,1 0 0 0 0,-1-1-1 0 0,0 0 1 0 0,0-1-1 0 0,0 0 1 0 0,-14 5 0 0 0,5-4-143 0 0,1-1 1 0 0,0 0 0 0 0,-1-1-1 0 0,-30 0 1 0 0,-24-7-4479 0 0,54 0 1013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8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52 1792 0 0,'-1'-1'653'0'0,"-19"-9"4723"0"0,20 10-5253 0 0,-1-1 0 0 0,1 1 0 0 0,-1 0 0 0 0,1-1 0 0 0,-1 1 0 0 0,1-1 0 0 0,0 1 0 0 0,-1-1 0 0 0,1 1 0 0 0,0-1 0 0 0,-1 1 0 0 0,1-1-1 0 0,0 1 1 0 0,0-1 0 0 0,0 0 0 0 0,-1 1 0 0 0,1-1 0 0 0,0 1 0 0 0,0-1 0 0 0,0 0 0 0 0,0 1 0 0 0,0-1 0 0 0,0 1 0 0 0,0-1 0 0 0,0 0 0 0 0,0 1 0 0 0,0-1 0 0 0,1-1 0 0 0,1 1 51 0 0,0-1 0 0 0,0 1 0 0 0,0-1 0 0 0,0 1 0 0 0,1-1 0 0 0,-1 1 0 0 0,0 0 0 0 0,1 0 0 0 0,-1 0 0 0 0,1 1 0 0 0,-1-1 0 0 0,1 0 0 0 0,3 1 1 0 0,-4-1 28 0 0,13-2 135 0 0,0 1-1 0 0,0 0 0 0 0,1 2 1 0 0,-1-1-1 0 0,0 2 0 0 0,24 3 0 0 0,-30-3-231 0 0,1 1 0 0 0,-1 0-1 0 0,0 0 1 0 0,0 1-1 0 0,-1 0 1 0 0,1 1-1 0 0,-1 0 1 0 0,1 0-1 0 0,-1 1 1 0 0,-1 0-1 0 0,15 12 1 0 0,-20-15-16 0 0,1 1 0 0 0,-1-1-1 0 0,0 1 1 0 0,0 0 0 0 0,0-1 0 0 0,0 1-1 0 0,-1 0 1 0 0,1 0 0 0 0,-1 0 0 0 0,0 1 0 0 0,0-1-1 0 0,0 0 1 0 0,0 0 0 0 0,0 1 0 0 0,-1-1 0 0 0,0 1-1 0 0,1 5 1 0 0,-2-3 30 0 0,0 0 0 0 0,0 0-1 0 0,0-1 1 0 0,-1 1 0 0 0,0 0 0 0 0,0-1-1 0 0,-1 0 1 0 0,1 1 0 0 0,-6 6-1 0 0,-5 6 205 0 0,0 0-1 0 0,-2-1 0 0 0,0-1 0 0 0,-22 19 1 0 0,-75 67 442 0 0,112-102-764 0 0,-1 0 1 0 0,1 0 0 0 0,0 1-1 0 0,0-1 1 0 0,0 0 0 0 0,0 1-1 0 0,-1-1 1 0 0,1 0 0 0 0,0 1-1 0 0,0-1 1 0 0,0 0 0 0 0,0 1-1 0 0,0-1 1 0 0,0 0 0 0 0,0 1-1 0 0,0-1 1 0 0,0 0 0 0 0,0 1-1 0 0,0-1 1 0 0,0 0 0 0 0,0 1-1 0 0,0-1 1 0 0,0 0 0 0 0,0 1-1 0 0,0-1 1 0 0,0 0 0 0 0,1 1-1 0 0,-1-1 1 0 0,0 0 0 0 0,0 0-1 0 0,0 1 1 0 0,1-1-1 0 0,-1 0 1 0 0,0 1 0 0 0,0-1-1 0 0,1 0 1 0 0,-1 0 0 0 0,0 0-1 0 0,0 1 1 0 0,1-1 0 0 0,-1 0-1 0 0,0 0 1 0 0,1 0 0 0 0,-1 0-1 0 0,13 7 42 0 0,-12-7-43 0 0,14 5 14 0 0,1-2 0 0 0,0 0 0 0 0,0-1 0 0 0,0 0 0 0 0,0-1 0 0 0,23-2 0 0 0,-15 0-62 0 0,220-10-4550 0 0,-82-6-5782 0 0,-118 12 4686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0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 1308 0 0,'21'-8'19489'0'0,"-20"11"-19396"0"0,-1 1 0 0 0,1-1 1 0 0,-1 0-1 0 0,0 1 0 0 0,0-1 1 0 0,0 1-1 0 0,0-1 1 0 0,-1 0-1 0 0,1 1 0 0 0,-3 5 1 0 0,-12 42 234 0 0,9-33-225 0 0,-6 21 17 0 0,2 2-1 0 0,-8 72 0 0 0,17-107-111 0 0,1-1 0 0 0,0 1 0 0 0,0 0 0 0 0,1-1 0 0 0,-1 1 0 0 0,1 0 0 0 0,1-1-1 0 0,-1 1 1 0 0,1-1 0 0 0,0 1 0 0 0,0-1 0 0 0,0 0 0 0 0,6 9 0 0 0,-6-11 5 0 0,1 1 1 0 0,0-1-1 0 0,0 0 1 0 0,0 0-1 0 0,0 0 1 0 0,0 0-1 0 0,1-1 1 0 0,-1 1-1 0 0,1-1 1 0 0,-1 0 0 0 0,1 0-1 0 0,0 0 1 0 0,0-1-1 0 0,0 1 1 0 0,0-1-1 0 0,0 0 1 0 0,1 0-1 0 0,6 0 1 0 0,0 0 4 0 0,0-1-1 0 0,0-1 1 0 0,0 0 0 0 0,0 0 0 0 0,0-1-1 0 0,0 0 1 0 0,0-1 0 0 0,-1-1 0 0 0,1 1-1 0 0,-1-1 1 0 0,0-1 0 0 0,0 0 0 0 0,-1-1-1 0 0,1 0 1 0 0,-1 0 0 0 0,-1-1 0 0 0,1 0-1 0 0,-1 0 1 0 0,0-1 0 0 0,-1 0 0 0 0,1-1-1 0 0,-2 1 1 0 0,9-14 0 0 0,-7 9-10 0 0,-1 1-97 0 0,0 1-1 0 0,14-15 1 0 0,-20 25 60 0 0,-1 4-26 0 0,1 0 67 0 0,-1 1-1 0 0,0-1 1 0 0,0 0 0 0 0,0 1 0 0 0,0-1 0 0 0,-1 0 0 0 0,0 1 0 0 0,1-1 0 0 0,-1 0 0 0 0,-2 4-1 0 0,1 1 24 0 0,-35 140 273 0 0,-7 40-1369 0 0,41-166-78 0 0,0 0 1 0 0,1 42 0 0 0,3-53-640 0 0,0 0 1 0 0,0-1 0 0 0,1 1-1 0 0,5 15 1 0 0,4-2-5992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1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55 128 140 0 0,'-16'-14'7708'0'0,"-6"-7"-1384"0"0,16 15-4263 0 0,4 3-1336 0 0,1 3-671 0 0,1 0 1 0 0,-1-1-1 0 0,1 1 1 0 0,-1 0-1 0 0,1-1 1 0 0,-1 1-1 0 0,1-1 1 0 0,-1 1 0 0 0,1-1-1 0 0,-1 1 1 0 0,1-1-1 0 0,0 1 1 0 0,-1-1-1 0 0,1 1 1 0 0,0-1-1 0 0,0 1 1 0 0,-1-1-1 0 0,1 0 1 0 0,0 1-1 0 0,0-1 1 0 0,0 0-1 0 0,0 1 1 0 0,0-1-1 0 0,0 1 1 0 0,0-1-1 0 0,0 0 1 0 0,0 0-1 0 0,4-3 9 0 0,1 0 0 0 0,0 1 0 0 0,0 0 0 0 0,0 0 0 0 0,0 0-1 0 0,1 1 1 0 0,-1 0 0 0 0,11-3 0 0 0,54-11-44 0 0,-43 11-191 0 0,44-7-3133 0 0,-28 6-5300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1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0 1824 0 0,'-4'1'1859'0'0,"-6"1"-922"0"0,0 0-1 0 0,1 1 1 0 0,-1 0-1 0 0,1 0 1 0 0,-1 1 0 0 0,1 1-1 0 0,0 0 1 0 0,-10 7 0 0 0,16-10-812 0 0,0 0 0 0 0,0 0 0 0 0,1 0 0 0 0,-1 0 1 0 0,1 1-1 0 0,-1-1 0 0 0,1 1 0 0 0,0-1 1 0 0,0 1-1 0 0,0 0 0 0 0,0 0 0 0 0,0 0 0 0 0,1 0 1 0 0,-1 0-1 0 0,1 1 0 0 0,0-1 0 0 0,0 0 1 0 0,0 1-1 0 0,1-1 0 0 0,-1 0 0 0 0,1 1 1 0 0,-1-1-1 0 0,1 1 0 0 0,1-1 0 0 0,-1 1 0 0 0,0-1 1 0 0,1 0-1 0 0,1 7 0 0 0,0-6-58 0 0,0 0 0 0 0,0 0 0 0 0,0 0 0 0 0,1-1-1 0 0,-1 1 1 0 0,1-1 0 0 0,0 1 0 0 0,0-1 0 0 0,1 0 0 0 0,-1 0 0 0 0,0 0-1 0 0,1-1 1 0 0,0 1 0 0 0,0-1 0 0 0,6 3 0 0 0,7 3 145 0 0,1-1 0 0 0,23 6 1 0 0,-33-10-148 0 0,25 7 131 0 0,82 28 8 0 0,-98-31-96 0 0,0 1-1 0 0,0 1 1 0 0,-1 0 0 0 0,22 17-1 0 0,-35-24-7 0 0,0 1 0 0 0,0-1 0 0 0,0 1-1 0 0,0 0 1 0 0,-1 0 0 0 0,1 0-1 0 0,-1 0 1 0 0,1 0 0 0 0,-1 1 0 0 0,0-1-1 0 0,-1 1 1 0 0,1-1 0 0 0,-1 1-1 0 0,1-1 1 0 0,-1 1 0 0 0,0 0 0 0 0,0 0-1 0 0,0 4 1 0 0,-1-3-1 0 0,-1 0-1 0 0,1 0 1 0 0,-1 0 0 0 0,0 0-1 0 0,0-1 1 0 0,0 1-1 0 0,-1 0 1 0 0,1 0 0 0 0,-1-1-1 0 0,-1 1 1 0 0,1-1 0 0 0,-5 7-1 0 0,-2 1 22 0 0,-1 0 0 0 0,0 0 0 0 0,-1-1 1 0 0,0-1-1 0 0,-1 0 0 0 0,0 0 0 0 0,-1-1 0 0 0,-14 8 0 0 0,9-7 38 0 0,0-1 0 0 0,-37 13 0 0 0,48-20-383 0 0,1 0 1 0 0,-1-1 0 0 0,0 1-1 0 0,0-1 1 0 0,1-1-1 0 0,-1 1 1 0 0,0-1 0 0 0,0 0-1 0 0,0-1 1 0 0,0 1-1 0 0,0-1 1 0 0,-8-3 0 0 0,13 3-50 0 0,1 1 1 0 0,-1-1-1 0 0,1 0 1 0 0,-1 1-1 0 0,1-1 1 0 0,0 0-1 0 0,-1 0 1 0 0,1 0-1 0 0,0 0 1 0 0,0-1 0 0 0,0 1-1 0 0,0 0 1 0 0,0 0-1 0 0,-2-3 1 0 0,-2-13-6195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1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42 2824 0 0,'1'-2'2513'0'0,"25"-37"9740"0"0,-26 39-12220 0 0,1 0-1 0 0,-1 0 0 0 0,0 0 1 0 0,0 0-1 0 0,1 0 0 0 0,-1 0 1 0 0,0 0-1 0 0,1 0 0 0 0,-1 0 1 0 0,0 0-1 0 0,0 0 0 0 0,1 0 1 0 0,-1 0-1 0 0,0 0 0 0 0,1 0 1 0 0,-1 0-1 0 0,0 0 0 0 0,0 0 1 0 0,1 0-1 0 0,-1 1 0 0 0,0-1 1 0 0,0 0-1 0 0,1 0 0 0 0,-1 0 1 0 0,0 0-1 0 0,0 1 0 0 0,1-1 1 0 0,-1 0-1 0 0,0 0 0 0 0,0 0 1 0 0,0 1-1 0 0,0-1 0 0 0,1 0 1 0 0,-1 1-1 0 0,0-1 0 0 0,0 0 1 0 0,0 0-1 0 0,0 1 1 0 0,6 11 779 0 0,-4 5-453 0 0,-1-1 1 0 0,-1 1 0 0 0,0 0 0 0 0,-1 0-1 0 0,-1-1 1 0 0,-6 27 0 0 0,7-40-330 0 0,-17 85 200 0 0,-6 36-557 0 0,21-103-1740 0 0,1 1 0 0 0,1 0 0 0 0,3 36 0 0 0,1-42-2504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2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72 1444 0 0,'3'-6'1251'0'0,"1"-7"2126"0"0,1 1-1 0 0,1-1 0 0 0,9-14 1660 0 0,-17 30-4662 0 0,0 0 1 0 0,0 0 0 0 0,0 0 0 0 0,1 0-1 0 0,-1 0 1 0 0,1 0 0 0 0,-1 4-1 0 0,0-3-90 0 0,-4 11 231 0 0,-1-1-245 0 0,1 0 0 0 0,1 0 0 0 0,1 1 0 0 0,-6 29 0 0 0,10-41-255 0 0,-1 0-1 0 0,1 0 1 0 0,0 0-1 0 0,0 0 1 0 0,0 0-1 0 0,1 1 1 0 0,-1-1-1 0 0,1 0 1 0 0,-1 0-1 0 0,1 0 1 0 0,0 0-1 0 0,0 0 1 0 0,1 0-1 0 0,-1 0 1 0 0,1-1-1 0 0,-1 1 1 0 0,1 0-1 0 0,0-1 1 0 0,0 1-1 0 0,0-1 1 0 0,0 0-1 0 0,0 1 1 0 0,1-1-1 0 0,-1 0 1 0 0,1-1-1 0 0,-1 1 1 0 0,1 0-1 0 0,0-1 1 0 0,0 1-1 0 0,3 1 0 0 0,3 0 10 0 0,0 0-1 0 0,0 0 0 0 0,0-1 0 0 0,0 0 1 0 0,0-1-1 0 0,0 0 0 0 0,1 0 0 0 0,-1-1 1 0 0,0 0-1 0 0,1-1 0 0 0,-1 0 0 0 0,0 0 1 0 0,0-1-1 0 0,9-3 0 0 0,-5 0 4 0 0,0 0 0 0 0,-1 0 0 0 0,0-1 0 0 0,0-1 0 0 0,-1 0 1 0 0,0 0-1 0 0,0-2 0 0 0,-1 1 0 0 0,11-12 0 0 0,48-50-196 0 0,-68 69 99 0 0,2 22-2 0 0,-12 19 271 0 0,-19 52 1 0 0,15-51-456 0 0,-10 44 1 0 0,21-71-651 0 0,0-1-1 0 0,0 1 0 0 0,1-1 0 0 0,1 1 0 0 0,1 0 1 0 0,0 0-1 0 0,4 19 0 0 0,1-11-4579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6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74 2300 0 0,'-6'-7'3177'0'0,"-10"-15"2127"0"0,16 22-5175 0 0,-1-1 0 0 0,1 0 0 0 0,0 0 0 0 0,0 0 1 0 0,0 0-1 0 0,-1 1 0 0 0,1-1 0 0 0,0 0 0 0 0,0 0 0 0 0,0 0 0 0 0,0 0 0 0 0,0 0 0 0 0,1 1 0 0 0,-1-1 1 0 0,0 0-1 0 0,0 0 0 0 0,1 0 0 0 0,-1 0 0 0 0,0 1 0 0 0,1-1 0 0 0,-1 0 0 0 0,0 0 0 0 0,1 1 0 0 0,-1-1 1 0 0,1 0-1 0 0,0 1 0 0 0,-1-1 0 0 0,1 1 0 0 0,1-2 0 0 0,2-1 23 0 0,1 0 1 0 0,0 1-1 0 0,0 0 0 0 0,0 0 0 0 0,0 0 1 0 0,0 0-1 0 0,1 1 0 0 0,-1-1 0 0 0,1 2 1 0 0,-1-1-1 0 0,1 0 0 0 0,-1 1 0 0 0,1 0 1 0 0,-1 0-1 0 0,1 1 0 0 0,6 1 0 0 0,1 0-36 0 0,0 0 0 0 0,0 2 0 0 0,0-1 0 0 0,-1 1 0 0 0,24 12 0 0 0,-33-15-30 0 0,1 1-1 0 0,-1 0 0 0 0,1 0 0 0 0,-1 0 1 0 0,0 1-1 0 0,0-1 0 0 0,0 1 0 0 0,0 0 1 0 0,0 0-1 0 0,0 0 0 0 0,-1 0 0 0 0,0 0 1 0 0,1 1-1 0 0,-1-1 0 0 0,0 1 0 0 0,-1-1 1 0 0,1 1-1 0 0,-1 0 0 0 0,1 0 0 0 0,-1 0 1 0 0,0-1-1 0 0,-1 1 0 0 0,1 0 0 0 0,-1 0 1 0 0,0 0-1 0 0,0 0 0 0 0,0 0 1 0 0,0 1-1 0 0,0-1 0 0 0,-1-1 0 0 0,0 1 1 0 0,0 0-1 0 0,0 0 0 0 0,-1 0 0 0 0,1 0 1 0 0,-1-1-1 0 0,0 1 0 0 0,1-1 0 0 0,-5 6 1 0 0,-10 13 390 0 0,0-1 1 0 0,-2 0-1 0 0,-24 22 1 0 0,-64 49 608 0 0,105-92-1081 0 0,1 0 1 0 0,-1 0 0 0 0,1 0 0 0 0,-1 1 0 0 0,1-1 0 0 0,-1 0 0 0 0,1 0-1 0 0,-1 1 1 0 0,1-1 0 0 0,0 0 0 0 0,-1 1 0 0 0,1-1 0 0 0,0 0 0 0 0,-1 1-1 0 0,1-1 1 0 0,0 1 0 0 0,-1-1 0 0 0,1 1 0 0 0,0-1 0 0 0,0 0 0 0 0,0 1-1 0 0,-1-1 1 0 0,1 1 0 0 0,0-1 0 0 0,0 1 0 0 0,0-1 0 0 0,0 1 0 0 0,0-1-1 0 0,0 1 1 0 0,0-1 0 0 0,0 1 0 0 0,0 0 0 0 0,0-1 0 0 0,0 1-1 0 0,0-1 1 0 0,0 1 0 0 0,1-1 0 0 0,-1 0 0 0 0,0 1 0 0 0,0-1 0 0 0,0 1-1 0 0,1-1 1 0 0,-1 1 0 0 0,0-1 0 0 0,1 1 0 0 0,-1-1 0 0 0,0 0 0 0 0,1 1-1 0 0,-1-1 1 0 0,0 0 0 0 0,1 1 0 0 0,-1-1 0 0 0,1 0 0 0 0,-1 0 0 0 0,1 1-1 0 0,0-1 1 0 0,29 9 66 0 0,-28-8-50 0 0,32 4 58 0 0,-1-1-1 0 0,1-2 1 0 0,56-3-1 0 0,101-20-596 0 0,-154 16-136 0 0,50-9-1775 0 0,-34-2-4438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9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31 1624 0 0,'-4'0'2409'0'0,"-27"0"3733"0"0,-7 0 4442 0 0,67-11-10077 0 0,55 1-339 0 0,97 1 1 0 0,-71 8-6054 0 0,-94 2 3273 0 0,-10 0 1212 0 0,4-1-2425 0 0,10 0-1652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29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98 3288 0 0,'9'-48'14614'0'0,"8"27"-11638"0"0,-8 16-2799 0 0,0 1-1 0 0,0 0 1 0 0,0 1-1 0 0,1 0 1 0 0,-1 0 0 0 0,1 1-1 0 0,0 0 1 0 0,0 1-1 0 0,-1 0 1 0 0,11 1 0 0 0,-13-1-172 0 0,0 2 1 0 0,0-1-1 0 0,0 1 1 0 0,0 0-1 0 0,0 0 1 0 0,0 0-1 0 0,0 1 1 0 0,0 0 0 0 0,-1 1-1 0 0,1 0 1 0 0,-1 0-1 0 0,0 0 1 0 0,0 1-1 0 0,0-1 1 0 0,7 8-1 0 0,-11-10 0 0 0,-1 1-1 0 0,1-1 0 0 0,-1 1 0 0 0,1 0 1 0 0,-1 0-1 0 0,0 0 0 0 0,0 0 0 0 0,0 0 0 0 0,0 0 1 0 0,0 0-1 0 0,0 0 0 0 0,-1 0 0 0 0,1 0 1 0 0,-1 0-1 0 0,1 1 0 0 0,-1-1 0 0 0,0 0 1 0 0,0 0-1 0 0,0 4 0 0 0,-1-2 5 0 0,0 0-1 0 0,0 0 1 0 0,0 0 0 0 0,-1 0 0 0 0,1 0-1 0 0,-1 0 1 0 0,0-1 0 0 0,0 1-1 0 0,-5 5 1 0 0,-3 4 12 0 0,-1-1 1 0 0,-1 0-1 0 0,0-1 0 0 0,-15 11 0 0 0,-60 43 39 0 0,86-64-69 0 0,1 0 8 0 0,1-1 0 0 0,-1 1 0 0 0,0 0 0 0 0,0-1 0 0 0,1 1 0 0 0,-1-1 0 0 0,1 1 0 0 0,-1-1-1 0 0,1 0 1 0 0,-1 1 0 0 0,1-1 0 0 0,-1 1 0 0 0,1-1 0 0 0,-1 0 0 0 0,1 1 0 0 0,-1-1 0 0 0,1 0 0 0 0,-1 0 0 0 0,1 1 0 0 0,0-1 0 0 0,-1 0-1 0 0,2 0 1 0 0,21 6-54 0 0,-15-5 38 0 0,15 5-27 0 0,0 1-1 0 0,40 17 0 0 0,-53-19 103 0 0,0 0-1 0 0,0 0 0 0 0,-1 1 0 0 0,0 1 0 0 0,0-1 1 0 0,0 2-1 0 0,-1-1 0 0 0,12 15 0 0 0,-19-21-3 0 0,0 1-1 0 0,0-1 1 0 0,0 1-1 0 0,0-1 1 0 0,0 1-1 0 0,0-1 1 0 0,0 1-1 0 0,-1 0 1 0 0,1-1 0 0 0,-1 1-1 0 0,1 0 1 0 0,-1 0-1 0 0,0-1 1 0 0,0 1-1 0 0,0 0 1 0 0,0 0-1 0 0,0 0 1 0 0,0-1-1 0 0,0 1 1 0 0,0 0-1 0 0,-1 2 1 0 0,-1-1-5 0 0,1 0-1 0 0,-1 0 1 0 0,1 0 0 0 0,-1 0 0 0 0,0 0-1 0 0,0 0 1 0 0,0-1 0 0 0,-1 1-1 0 0,1-1 1 0 0,-4 4 0 0 0,-3 1 9 0 0,0 0 1 0 0,-1-1 0 0 0,1-1-1 0 0,-1 1 1 0 0,-21 7 0 0 0,5-6-385 0 0,0 0 1 0 0,-1-2-1 0 0,1-1 1 0 0,-1-1-1 0 0,-38 0 1 0 0,-139-15-6308 0 0,165 8 4757 0 0,-31-2-3234 0 0,-3-3-2502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2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56 2584 0 0,'9'-47'11357'0'0,"-5"38"-7786"0"0,-3 16-3228 0 0,0-1 1 0 0,-1 0-1 0 0,1 1 0 0 0,-1-1 0 0 0,0 0 1 0 0,0 1-1 0 0,-3 8 0 0 0,-11 49 430 0 0,10-48-588 0 0,-22 80 178 0 0,-15 71-168 0 0,24-55-3379 0 0,16-107 2549 0 0,1 0 0 0 0,0 1 0 0 0,1-1-1 0 0,-1 0 1 0 0,2 6 0 0 0,7 12-5837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3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1620 0 0,'25'-56'15606'0'0,"-26"95"-13778"0"0,0-24-1556 0 0,0-1 1 0 0,1 1-1 0 0,1-1 1 0 0,0 1 0 0 0,6 22-1 0 0,-6-33-255 0 0,0 0-1 0 0,1 0 0 0 0,-1 0 1 0 0,1 0-1 0 0,0-1 0 0 0,0 1 1 0 0,1-1-1 0 0,-1 0 1 0 0,1 1-1 0 0,0-1 0 0 0,0 0 1 0 0,0 0-1 0 0,0-1 0 0 0,0 1 1 0 0,0-1-1 0 0,1 0 1 0 0,0 1-1 0 0,-1-2 0 0 0,1 1 1 0 0,0 0-1 0 0,0-1 0 0 0,0 1 1 0 0,0-1-1 0 0,7 1 1 0 0,-3-1-1 0 0,0 0 1 0 0,0 0-1 0 0,-1 0 1 0 0,1-1-1 0 0,0 0 1 0 0,0-1 0 0 0,0 0-1 0 0,0 0 1 0 0,0-1-1 0 0,0 0 1 0 0,-1 0-1 0 0,1-1 1 0 0,-1 0 0 0 0,0 0-1 0 0,0-1 1 0 0,0 0-1 0 0,8-5 1 0 0,1-4 27 0 0,0-1 0 0 0,-1 0 0 0 0,0-1 1 0 0,-1-1-1 0 0,15-22 0 0 0,-11 22 190 0 0,-18 16-222 0 0,0 0-1 0 0,0 0 1 0 0,0 0 0 0 0,0-1-1 0 0,1 1 1 0 0,-1 0-1 0 0,0 0 1 0 0,0 0-1 0 0,0 0 1 0 0,0 0-1 0 0,1 0 1 0 0,-1 0-1 0 0,0 0 1 0 0,0 0-1 0 0,0 0 1 0 0,0 0-1 0 0,1 0 1 0 0,-1 0-1 0 0,0 0 1 0 0,0 0-1 0 0,0 0 1 0 0,0 0-1 0 0,1 0 1 0 0,-1 1 0 0 0,0-1-1 0 0,0 0 1 0 0,0 0-1 0 0,0 0 1 0 0,0 0-1 0 0,1 0 1 0 0,-1 0-1 0 0,0 0 1 0 0,0 0-1 0 0,0 1 1 0 0,0-1-1 0 0,0 0 1 0 0,0 0-1 0 0,0 0 1 0 0,0 14 482 0 0,-54 231 2001 0 0,35-80-5261 0 0,19-157 1685 0 0,0 21-1359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4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646 85 2472 0 0,'-10'-10'5711'0'0,"-21"-16"3468"0"0,24 18-7991 0 0,10 6-1142 0 0,0 0 0 0 0,0 0 0 0 0,0 0 1 0 0,0 1-1 0 0,1-1 0 0 0,-1 1 0 0 0,1 0 1 0 0,-1-1-1 0 0,1 2 0 0 0,-1-1 1 0 0,5 0-1 0 0,49-4 40 0 0,-34 3-29 0 0,7-1-22 0 0,125-9 67 0 0,-125 11-118 0 0,-1 1 0 0 0,1 2 1 0 0,35 7-1 0 0,-61-8 37 0 0,1 0 0 0 0,0 0 0 0 0,-1 1 0 0 0,1-1 0 0 0,-1 1 0 0 0,0 0 0 0 0,0 1 1 0 0,1-1-1 0 0,-2 1 0 0 0,1 0 0 0 0,0 0 0 0 0,0 0 0 0 0,-1 0 0 0 0,4 5 0 0 0,-3-3 69 0 0,0 1 1 0 0,0 0-1 0 0,-1 0 0 0 0,0 0 0 0 0,0 0 1 0 0,-1 0-1 0 0,0 1 0 0 0,3 12 1 0 0,-1 6 147 0 0,-2 0 0 0 0,-1-1 1 0 0,-1 1-1 0 0,-4 32 1 0 0,4-53-242 0 0,-79 540 1928 0 0,28-249-1694 0 0,-85 1196 589 0 0,124-1085-870 0 0,-16 407 252 0 0,6-508-169 0 0,13-233 366 0 0,-3-1 1 0 0,-27 87-1 0 0,35-144-147 0 0,-1 1-1 0 0,-1-1 1 0 0,0-1 0 0 0,-1 1-1 0 0,-1-1 1 0 0,0 0 0 0 0,-16 20 0 0 0,17-25-216 0 0,0-1-1 0 0,-1 0 1 0 0,0-1 0 0 0,0 1 0 0 0,-1-2 0 0 0,1 1 0 0 0,-1-1 0 0 0,0 0 0 0 0,-1-1 0 0 0,1 0 0 0 0,-1-1 0 0 0,-13 4 0 0 0,-50 7 1 0 0,0-4 0 0 0,-120 3 0 0 0,65-15-1646 0 0,43-6-3734 0 0,83 8 4878 0 0,-1-1 0 0 0,1 1 0 0 0,0-1 0 0 0,-1 0 0 0 0,1 1 0 0 0,0-1 0 0 0,0 0 0 0 0,0 0 0 0 0,-3-2-1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4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54 104 360 0 0,'-25'-29'9070'0'0,"-1"0"-2719"0"0,25 27-5947 0 0,0 2-374 0 0,1 0 1 0 0,0-1-1 0 0,0 1 1 0 0,0 0-1 0 0,0-1 1 0 0,0 1-1 0 0,0 0 1 0 0,-1-1-1 0 0,1 1 1 0 0,0 0-1 0 0,0-1 1 0 0,0 1-1 0 0,0 0 1 0 0,0-1-1 0 0,0 1 1 0 0,0-1-1 0 0,0 1 1 0 0,1 0-1 0 0,-1-1 1 0 0,0 1-1 0 0,0 0 1 0 0,0-1-1 0 0,0 1 1 0 0,0 0-1 0 0,1-1 1 0 0,12-4 23 0 0,0 0 1 0 0,0 1-1 0 0,0 1 1 0 0,1 0 0 0 0,0 1-1 0 0,-1 0 1 0 0,25 1 0 0 0,1-2-383 0 0,83-3-2310 0 0,-41 5-4293 0 0,-63 1 1817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4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0 580 0 0,'-6'4'1009'0'0,"-135"89"11429"0"0,139-92-12294 0 0,1 0 0 0 0,-1 1-1 0 0,1-1 1 0 0,-1 0-1 0 0,1 1 1 0 0,-1-1 0 0 0,1 1-1 0 0,0-1 1 0 0,0 1 0 0 0,0-1-1 0 0,0 1 1 0 0,0 0 0 0 0,0 0-1 0 0,1-1 1 0 0,-1 3 0 0 0,1-3-109 0 0,0 0 1 0 0,0 0 0 0 0,0 0 0 0 0,0-1-1 0 0,0 1 1 0 0,1 0 0 0 0,-1 0 0 0 0,0 0-1 0 0,1 0 1 0 0,-1-1 0 0 0,1 1 0 0 0,-1 0-1 0 0,1 0 1 0 0,-1-1 0 0 0,1 1 0 0 0,0 0-1 0 0,-1-1 1 0 0,1 1 0 0 0,0 0 0 0 0,-1-1 0 0 0,1 1-1 0 0,0-1 1 0 0,0 0 0 0 0,0 1 0 0 0,-1-1-1 0 0,1 1 1 0 0,0-1 0 0 0,0 0 0 0 0,0 0-1 0 0,0 0 1 0 0,0 1 0 0 0,-1-1 0 0 0,1 0-1 0 0,0 0 1 0 0,1 0 0 0 0,25 4 138 0 0,0-1 1 0 0,0-1 0 0 0,42-3-1 0 0,84-13-1446 0 0,-116 9 680 0 0,-8 2 72 0 0,152-20-6476 0 0,-100 10 469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5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2928 0 0,'8'-39'10043'0'0,"-6"1"-3882"0"0,-2 36-5769 0 0,0-6 1201 0 0,12 451 145 0 0,-15-365-3118 0 0,0 9-2600 0 0,2-28-4510 0 0,1-42 1889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5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34 3248 0 0,'2'-1'804'0'0,"0"-1"1"0"0,-1 0-1 0 0,1 0 0 0 0,0 0 0 0 0,-1 0 0 0 0,1 0 0 0 0,-1-1 1 0 0,0 1-1 0 0,1 0 0 0 0,-1-1 0 0 0,0 1 0 0 0,-1-1 0 0 0,2-3 1 0 0,-24 20 2384 0 0,-5 11-2123 0 0,1 2 0 0 0,-31 43 0 0 0,6-8-718 0 0,17-23-172 0 0,-31 49 1 0 0,24-18-3244 0 0,31-50-2266 0 0,-11 33 1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6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33 732 0 0,'8'-15'12595'0'0,"-1"6"-9398"0"0,2 6-2920 0 0,0 1 1 0 0,0 1 0 0 0,0-1-1 0 0,0 2 1 0 0,0-1-1 0 0,0 1 1 0 0,0 1 0 0 0,11 1-1 0 0,-14-1-214 0 0,0 0 1 0 0,0 0-1 0 0,0 0 0 0 0,-1 1 0 0 0,1 0 0 0 0,-1 0 0 0 0,1 1 0 0 0,-1-1 0 0 0,0 1 0 0 0,0 1 0 0 0,0-1 0 0 0,0 0 0 0 0,0 1 0 0 0,5 6 0 0 0,-8-7 25 0 0,-1 0 1 0 0,1 0-1 0 0,-1 0 1 0 0,1 0-1 0 0,-1 0 1 0 0,0 0-1 0 0,0 0 1 0 0,0 1-1 0 0,-1-1 1 0 0,1 0-1 0 0,-1 0 1 0 0,0 1-1 0 0,0-1 1 0 0,0 1-1 0 0,0-1 1 0 0,0 0-1 0 0,-1 0 1 0 0,0 1-1 0 0,1-1 1 0 0,-1 0-1 0 0,0 0 1 0 0,-1 0-1 0 0,1 1 1 0 0,-3 2 0 0 0,-2 7 154 0 0,-2 0 0 0 0,1-1-1 0 0,-2 0 1 0 0,-10 13 0 0 0,-17 15 426 0 0,-47 43-1 0 0,82-82-651 0 0,-1 0 0 0 0,1 0-1 0 0,-1 0 1 0 0,1 1-1 0 0,0-1 1 0 0,-1 1 0 0 0,1-1-1 0 0,0 1 1 0 0,0 0 0 0 0,0-1-1 0 0,-1 4 1 0 0,2-5-13 0 0,0 0-1 0 0,0 1 1 0 0,0-1 0 0 0,1 0-1 0 0,-1 0 1 0 0,0 1 0 0 0,0-1 0 0 0,0 0-1 0 0,0 1 1 0 0,0-1 0 0 0,0 0-1 0 0,1 0 1 0 0,-1 1 0 0 0,0-1 0 0 0,0 0-1 0 0,0 0 1 0 0,1 1 0 0 0,-1-1-1 0 0,0 0 1 0 0,0 0 0 0 0,1 0 0 0 0,-1 1-1 0 0,0-1 1 0 0,0 0 0 0 0,1 0-1 0 0,-1 0 1 0 0,0 0 0 0 0,1 0 0 0 0,-1 0-1 0 0,0 0 1 0 0,0 1 0 0 0,1-1-1 0 0,-1 0 1 0 0,0 0 0 0 0,1 0 0 0 0,-1 0-1 0 0,0 0 1 0 0,1-1 0 0 0,8 1 27 0 0,0-1 1 0 0,-1 0-1 0 0,14-3 1 0 0,-12 2-33 0 0,140-23 26 0 0,126-29-5402 0 0,-235 40 1894 0 0,-16 3-3424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6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50 1704 0 0,'-35'-27'10358'0'0,"24"32"-8961"0"0,10-5-1339 0 0,0 1-1 0 0,0-1 0 0 0,0 0 0 0 0,0 1 0 0 0,0-1 0 0 0,0 1 0 0 0,0-1 1 0 0,0 1-1 0 0,1-1 0 0 0,-1 1 0 0 0,0-1 0 0 0,0 1 0 0 0,1 0 1 0 0,-2 1-1 0 0,-16 25 1116 0 0,1 1 0 0 0,2 1 0 0 0,-13 35 0 0 0,3-10-516 0 0,11-25-367 0 0,-31 74 304 0 0,42-94-553 0 0,0 1 1 0 0,1-1 0 0 0,0 1 0 0 0,0 0 0 0 0,1-1 0 0 0,0 1 0 0 0,1 0 0 0 0,1 19 0 0 0,0-26-26 0 0,-1 1 1 0 0,1-1 0 0 0,0 0-1 0 0,0 1 1 0 0,1-1-1 0 0,-1 0 1 0 0,1 0 0 0 0,-1 0-1 0 0,1 0 1 0 0,0 0 0 0 0,0 0-1 0 0,1 0 1 0 0,-1-1 0 0 0,5 5-1 0 0,-2-3 0 0 0,0-1 1 0 0,-1 0-1 0 0,1 0 0 0 0,0-1 0 0 0,1 1 0 0 0,-1-1 0 0 0,0 0 1 0 0,9 1-1 0 0,-1 0 9 0 0,0-1 1 0 0,0-1-1 0 0,0 0 1 0 0,0-1-1 0 0,0-1 1 0 0,-1 0-1 0 0,19-3 1 0 0,-20 1-14 0 0,0 0 0 0 0,-1-1 0 0 0,1 0 0 0 0,-1-1 0 0 0,0 0 0 0 0,0 0 0 0 0,-1-1 0 0 0,0 0 0 0 0,0-1 0 0 0,0 0 0 0 0,-1 0 0 0 0,0-1 0 0 0,0 0 0 0 0,-1-1 0 0 0,0 1 0 0 0,-1-1 0 0 0,0-1 0 0 0,0 1 0 0 0,-1-1 0 0 0,0 0 0 0 0,0 0 0 0 0,2-12 0 0 0,-2 8-16 0 0,-1-1 1 0 0,0 0-1 0 0,-1 0 1 0 0,-1 0-1 0 0,0-1 0 0 0,-2 1 1 0 0,1-1-1 0 0,-2 1 1 0 0,0 0-1 0 0,-1-1 1 0 0,0 1-1 0 0,-1 0 1 0 0,-1 0-1 0 0,-1 0 1 0 0,-9-21-1 0 0,10 27-4 0 0,-1 1-1 0 0,0 0 1 0 0,0 1 0 0 0,-1-1-1 0 0,0 1 1 0 0,0 0-1 0 0,-1 1 1 0 0,0-1 0 0 0,0 1-1 0 0,0 1 1 0 0,-14-9-1 0 0,15 11-149 0 0,0 0 0 0 0,-1 0 1 0 0,1 0-1 0 0,-1 1 0 0 0,0-1 0 0 0,1 2 0 0 0,-1-1 0 0 0,0 1 0 0 0,0 0 0 0 0,0 0 0 0 0,0 1 0 0 0,-1 0 0 0 0,1 0 1 0 0,0 1-1 0 0,-12 2 0 0 0,15-2-126 0 0,1 1 0 0 0,-1-1 0 0 0,1 1 1 0 0,0-1-1 0 0,0 1 0 0 0,-1 0 0 0 0,1 0 0 0 0,0 1 0 0 0,1-1 1 0 0,-1 0-1 0 0,0 1 0 0 0,1 0 0 0 0,-1 0 0 0 0,-2 4 1 0 0,4-5-314 0 0,-1 0 0 0 0,1 1 0 0 0,0-1 0 0 0,0 0 0 0 0,0 1 0 0 0,0-1-1 0 0,0 1 1 0 0,1 0 0 0 0,-1-1 0 0 0,1 1 0 0 0,0 0 0 0 0,0 4 0 0 0,1 5-4098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7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166 126 1728 0 0,'0'-15'7113'0'0,"-4"-3"-1456"0"0,3 18-5585 0 0,1 0 1 0 0,0 0 0 0 0,0 0 0 0 0,0 0-1 0 0,0 0 1 0 0,-1 0 0 0 0,1 0 0 0 0,0 0-1 0 0,0 0 1 0 0,0 0 0 0 0,0 0 0 0 0,-1 0-1 0 0,1 0 1 0 0,0 0 0 0 0,0 0 0 0 0,0 0-1 0 0,-1 0 1 0 0,1 1 0 0 0,-19 18 1791 0 0,-3 12-1291 0 0,2 2-1 0 0,1 0 1 0 0,2 1-1 0 0,-22 58 1 0 0,35-81-528 0 0,0 1 0 0 0,0-1 0 0 0,1 1 1 0 0,1 0-1 0 0,0 0 0 0 0,1 0 1 0 0,0 0-1 0 0,0 0 0 0 0,2 17 0 0 0,0-23-25 0 0,0 0 0 0 0,1 0 0 0 0,0 0 0 0 0,-1-1 0 0 0,2 1 0 0 0,-1 0-1 0 0,1-1 1 0 0,0 1 0 0 0,0-1 0 0 0,0 0 0 0 0,1 0 0 0 0,0 0 0 0 0,0-1-1 0 0,0 1 1 0 0,0-1 0 0 0,1 0 0 0 0,-1 0 0 0 0,1 0 0 0 0,11 5 0 0 0,-8-5-3 0 0,0 0-1 0 0,0 0 1 0 0,0-1 0 0 0,1-1 0 0 0,-1 1 0 0 0,1-1 0 0 0,0-1 0 0 0,-1 0 0 0 0,1 0 0 0 0,0 0-1 0 0,0-1 1 0 0,0-1 0 0 0,0 1 0 0 0,-1-1 0 0 0,1-1 0 0 0,0 0 0 0 0,-1 0 0 0 0,1-1 0 0 0,15-7-1 0 0,-15 6-3 0 0,0-1 0 0 0,0 0 0 0 0,-1 0 0 0 0,1-1 0 0 0,-1 0 0 0 0,-1-1 0 0 0,1 0 0 0 0,-1 0 0 0 0,0-1 0 0 0,-1 1 0 0 0,0-2 0 0 0,0 1 0 0 0,-1 0 0 0 0,0-1 0 0 0,0 0 0 0 0,-1 0 0 0 0,4-13 0 0 0,-3 4-4 0 0,0 0 0 0 0,-2-1 0 0 0,0 1 0 0 0,-1-1 0 0 0,-1 0 0 0 0,-1 0 0 0 0,-1 0 0 0 0,0 0 0 0 0,-1 1 0 0 0,-8-33 0 0 0,6 38-16 0 0,0 1 0 0 0,0 0 1 0 0,-1 0-1 0 0,-1 0 0 0 0,0 1 1 0 0,0 0-1 0 0,-1 0 0 0 0,-1 1 1 0 0,0-1-1 0 0,0 2 0 0 0,-1-1 1 0 0,0 1-1 0 0,-1 0 0 0 0,0 1 1 0 0,0 1-1 0 0,-18-12 0 0 0,21 16-91 0 0,1 0-1 0 0,-1 1 1 0 0,0 0-1 0 0,0 0 1 0 0,0 0-1 0 0,0 1 1 0 0,-1 0-1 0 0,1 0 1 0 0,0 1-1 0 0,0 0 1 0 0,-1 0-1 0 0,1 0 1 0 0,0 1-1 0 0,-11 3 1 0 0,15-3-193 0 0,-1 0 0 0 0,0 0-1 0 0,1 1 1 0 0,-1-1 0 0 0,1 1 0 0 0,-1 0 0 0 0,1 0 0 0 0,0 0 0 0 0,0 1 0 0 0,0-1-1 0 0,0 1 1 0 0,-3 4 0 0 0,4-4-216 0 0,0 0 0 0 0,0-1-1 0 0,1 1 1 0 0,-1 0 0 0 0,1 1-1 0 0,0-1 1 0 0,0 0 0 0 0,0 0-1 0 0,0 0 1 0 0,0 1 0 0 0,1-1-1 0 0,0 0 1 0 0,-1 1 0 0 0,1-1-1 0 0,1 0 1 0 0,-1 5 0 0 0,3 8-5216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8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41 240 40 0 0,'0'-12'5633'0'0,"-1"-19"962"0"0,0 10-1242 0 0,-2 22-5086 0 0,2-1-259 0 0,1 0 1 0 0,0 0 0 0 0,-1 0 0 0 0,1 0 0 0 0,0 0-1 0 0,-1 0 1 0 0,1 0 0 0 0,0 1 0 0 0,-1-1-1 0 0,1 0 1 0 0,0 0 0 0 0,-1 0 0 0 0,1 0-1 0 0,0 0 1 0 0,-1 1 0 0 0,1-1 0 0 0,0 0 0 0 0,-1 0-1 0 0,1 1 1 0 0,0-1 0 0 0,0 0 0 0 0,-1 0-1 0 0,1 1 1 0 0,0-1 0 0 0,-5 10 58 0 0,1 1 1 0 0,0-1-1 0 0,0 1 1 0 0,1-1-1 0 0,1 1 0 0 0,0 0 1 0 0,0 0-1 0 0,1 0 0 0 0,0 0 1 0 0,1 0-1 0 0,1 1 1 0 0,2 14-1 0 0,-2-20-36 0 0,0 0 0 0 0,0 0 0 0 0,1 0 0 0 0,0-1 0 0 0,1 1 0 0 0,-1-1 0 0 0,1 1 0 0 0,0-1 0 0 0,0 0 0 0 0,1 0 0 0 0,-1 0 0 0 0,1-1 0 0 0,0 1 0 0 0,0-1 0 0 0,1 0 0 0 0,-1 0 0 0 0,1 0 0 0 0,0-1 0 0 0,0 0 0 0 0,0 0 0 0 0,1 0 0 0 0,-1 0 0 0 0,1-1 0 0 0,10 3 0 0 0,4 0 9 0 0,1-1 0 0 0,0-1 0 0 0,0 0 0 0 0,1-2 0 0 0,-1 0 0 0 0,29-4 0 0 0,-35 1 81 0 0,0 0-1 0 0,0 0 1 0 0,0-2-1 0 0,-1 0 1 0 0,0 0-1 0 0,1-2 1 0 0,-2 0-1 0 0,1 0 1 0 0,22-15-1 0 0,-31 17-86 0 0,-1 1 0 0 0,1-1 0 0 0,-1 0 0 0 0,0 0 0 0 0,0-1 0 0 0,0 1-1 0 0,-1-1 1 0 0,0 0 0 0 0,0 0 0 0 0,0 0 0 0 0,0 0 0 0 0,-1-1 0 0 0,0 1 0 0 0,0-1-1 0 0,0 1 1 0 0,-1-1 0 0 0,0 0 0 0 0,0 0 0 0 0,0 1 0 0 0,-1-1 0 0 0,1 0 0 0 0,-2 0-1 0 0,1 0 1 0 0,-1 0 0 0 0,1 1 0 0 0,-4-9 0 0 0,0-2-22 0 0,-1 1-1 0 0,-1 0 1 0 0,0 0 0 0 0,-1 1-1 0 0,-1-1 1 0 0,0 2-1 0 0,-1-1 1 0 0,-14-16 0 0 0,13 19-10 0 0,-1 0 0 0 0,1 1 0 0 0,-2 0 0 0 0,1 1 0 0 0,-1 1 0 0 0,0 0 0 0 0,-1 0 0 0 0,0 1 0 0 0,0 1 0 0 0,-26-9-1 0 0,30 13-96 0 0,1-1 0 0 0,-1 2-1 0 0,0-1 1 0 0,0 1-1 0 0,1 1 1 0 0,-1-1-1 0 0,0 2 1 0 0,-13 0-1 0 0,17 1-114 0 0,-1-1 0 0 0,0 0 0 0 0,0 1 0 0 0,1 0 0 0 0,-1 1 0 0 0,1-1 0 0 0,-1 1 0 0 0,1 0 0 0 0,0 0 0 0 0,0 1 0 0 0,0 0 0 0 0,1-1-1 0 0,-6 7 1 0 0,8-8-25 0 0,0 0-1 0 0,1 1 0 0 0,-1-1 1 0 0,1 0-1 0 0,0 0 0 0 0,-1 1 1 0 0,1-1-1 0 0,0 1 0 0 0,0-1 0 0 0,1 1 1 0 0,-1 0-1 0 0,0-1 0 0 0,1 1 1 0 0,0 0-1 0 0,-1-1 0 0 0,1 1 1 0 0,0 0-1 0 0,1-1 0 0 0,-1 5 1 0 0,1-4-367 0 0,0 0 1 0 0,0 0 0 0 0,0 0 0 0 0,0 1-1 0 0,0-1 1 0 0,1 0 0 0 0,-1 0 0 0 0,1-1-1 0 0,3 5 1 0 0,8 9-4753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8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1652 0 0,'18'-21'10249'0'0,"-1"5"-6179"0"0,-16 16-4024 0 0,-1 0 0 0 0,0-1-1 0 0,0 1 1 0 0,0 0 0 0 0,0 0-1 0 0,0 0 1 0 0,1-1-1 0 0,-1 1 1 0 0,0 0 0 0 0,0 0-1 0 0,0 0 1 0 0,1-1-1 0 0,-1 1 1 0 0,0 0 0 0 0,0 0-1 0 0,1 0 1 0 0,-1 0 0 0 0,0 0-1 0 0,0 0 1 0 0,1-1-1 0 0,-1 1 1 0 0,0 0 0 0 0,0 0-1 0 0,1 0 1 0 0,-1 0 0 0 0,0 0-1 0 0,1 0 1 0 0,-1 0-1 0 0,0 0 1 0 0,0 0 0 0 0,1 0-1 0 0,-1 0 1 0 0,0 1-1 0 0,0-1 1 0 0,1 0 0 0 0,-1 0-1 0 0,0 0 1 0 0,0 0 0 0 0,1 0-1 0 0,-1 0 1 0 0,0 1-1 0 0,0-1 1 0 0,1 0 0 0 0,-1 0-1 0 0,0 0 1 0 0,0 0-1 0 0,0 1 1 0 0,0-1 0 0 0,1 0-1 0 0,-1 0 1 0 0,0 1 0 0 0,0-1-1 0 0,0 0 1 0 0,0 0-1 0 0,0 1 1 0 0,0-1 0 0 0,0 0-1 0 0,1 0 1 0 0,-1 1 0 0 0,0-1-1 0 0,0 1 1 0 0,3 62 762 0 0,-3 1 0 0 0,-10 88 0 0 0,3-58-744 0 0,5-68-662 0 0,-1 48-725 0 0,7-39-1894 0 0,8-3-3602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9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71 2472 0 0,'-6'-29'13259'0'0,"-2"50"-12316"0"0,1 0 0 0 0,0 0-1 0 0,2 1 1 0 0,-3 23-1 0 0,-2 3-122 0 0,5-27-545 0 0,-3 15 205 0 0,-6 59 0 0 0,13-86-438 0 0,0 0 0 0 0,1 0 1 0 0,0 1-1 0 0,1-1 0 0 0,0 0 1 0 0,1 0-1 0 0,0 0 0 0 0,0 0 1 0 0,0 0-1 0 0,2 0 0 0 0,6 15 1 0 0,-5-18-27 0 0,-1 0 0 0 0,1 0 0 0 0,1-1 0 0 0,-1 1 1 0 0,1-1-1 0 0,0 0 0 0 0,0-1 0 0 0,0 1 0 0 0,1-1 0 0 0,0-1 0 0 0,0 1 1 0 0,0-1-1 0 0,0 0 0 0 0,0-1 0 0 0,0 1 0 0 0,1-1 0 0 0,-1-1 1 0 0,1 0-1 0 0,0 0 0 0 0,-1 0 0 0 0,10-1 0 0 0,-5 0-1 0 0,-1 0 0 0 0,0-1-1 0 0,0-1 1 0 0,1 1 0 0 0,-1-2-1 0 0,0 1 1 0 0,-1-2 0 0 0,1 1-1 0 0,-1-1 1 0 0,1-1 0 0 0,-1 0-1 0 0,0-1 1 0 0,18-13-1 0 0,-19 10-7 0 0,0 0-1 0 0,-1-1 1 0 0,0 0-1 0 0,0 0 0 0 0,-1-1 1 0 0,0 0-1 0 0,-1 0 0 0 0,0-1 1 0 0,-1 0-1 0 0,0 0 0 0 0,-1 0 1 0 0,-1 0-1 0 0,0-1 1 0 0,0 0-1 0 0,-1 1 0 0 0,-1-1 1 0 0,0 0-1 0 0,-1-19 0 0 0,-1 19-10 0 0,0 0-1 0 0,-1 1 1 0 0,0-1-1 0 0,0 1 0 0 0,-2-1 1 0 0,1 1-1 0 0,-2 0 0 0 0,1 0 1 0 0,-2 1-1 0 0,0-1 1 0 0,0 1-1 0 0,-1 1 0 0 0,0-1 1 0 0,-1 1-1 0 0,0 0 1 0 0,0 1-1 0 0,-1 0 0 0 0,-16-13 1 0 0,15 15-87 0 0,-1 0 0 0 0,-1 1-1 0 0,1 1 1 0 0,-1 0 0 0 0,0 0 0 0 0,0 1 0 0 0,0 0 0 0 0,-1 1 0 0 0,1 1 0 0 0,-1 0-1 0 0,-22 0 1 0 0,27 2-326 0 0,0 0-1 0 0,-1 1 1 0 0,1 0-1 0 0,0 1 1 0 0,0-1-1 0 0,0 2 1 0 0,0-1-1 0 0,-11 6 1 0 0,14-5-387 0 0,0 0 0 0 0,-1 0-1 0 0,1 1 1 0 0,1 0 0 0 0,-1 0 0 0 0,0 0 0 0 0,1 0 0 0 0,0 1 0 0 0,0-1 0 0 0,0 1-1 0 0,1 0 1 0 0,-5 7 0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0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95 1812 0 0,'2'-36'14373'0'0,"-7"41"-13558"0"0,-9 17 28 0 0,-15 28-262 0 0,16-24-397 0 0,0 0 1 0 0,-16 54-1 0 0,25-68-148 0 0,1 1-1 0 0,1-1 1 0 0,0 0 0 0 0,1 0-1 0 0,0 1 1 0 0,0-1-1 0 0,2 1 1 0 0,0-1 0 0 0,3 19-1 0 0,-3-26 19 0 0,1 0-1 0 0,-1-1 1 0 0,1 1-1 0 0,0 0 1 0 0,0-1-1 0 0,1 1 1 0 0,0-1-1 0 0,0 0 1 0 0,0 0-1 0 0,0 0 1 0 0,0 0-1 0 0,1 0 1 0 0,4 3-1 0 0,-1-2-4 0 0,0 0-1 0 0,0-1 1 0 0,0 0-1 0 0,0 0 1 0 0,1-1-1 0 0,0 0 1 0 0,12 3-1 0 0,0-2 6 0 0,0 0 1 0 0,0-2-1 0 0,1 0 0 0 0,-1-1 1 0 0,36-4-1 0 0,-36 1 27 0 0,0 0-1 0 0,-1-2 1 0 0,1 0-1 0 0,-1-2 1 0 0,0 0 0 0 0,-1 0-1 0 0,1-2 1 0 0,32-19 0 0 0,-43 22-46 0 0,0 0 0 0 0,-1-1 0 0 0,0 0 0 0 0,0 0 0 0 0,0-1 0 0 0,-1 0 0 0 0,0 0 0 0 0,0 0 0 0 0,-1-1 0 0 0,0 0 0 0 0,0 0 0 0 0,-1 0 0 0 0,0-1 0 0 0,0 1 0 0 0,-1-1 0 0 0,0 0 0 0 0,-1 0 0 0 0,0 0 0 0 0,0-1 0 0 0,-1 1 0 0 0,0-10 0 0 0,-1 6-22 0 0,0 0-1 0 0,-1 0 1 0 0,-1 0 0 0 0,0 0 0 0 0,-1 1-1 0 0,0-1 1 0 0,-1 1 0 0 0,0-1-1 0 0,-1 1 1 0 0,-1 1 0 0 0,0-1 0 0 0,0 1-1 0 0,-1 0 1 0 0,-15-18 0 0 0,17 23-177 0 0,-1-1 1 0 0,0 1 0 0 0,-1 1-1 0 0,1-1 1 0 0,-1 1 0 0 0,0 0-1 0 0,-1 1 1 0 0,1-1-1 0 0,-1 1 1 0 0,0 1 0 0 0,0 0-1 0 0,0 0 1 0 0,0 0 0 0 0,-1 1-1 0 0,1 0 1 0 0,0 1-1 0 0,-1 0 1 0 0,0 0 0 0 0,1 1-1 0 0,-1 0 1 0 0,1 0-1 0 0,-1 1 1 0 0,-9 2 0 0 0,13-2-342 0 0,0 1 1 0 0,0-1 0 0 0,0 1 0 0 0,1 0 0 0 0,-1 0-1 0 0,-7 5 1 0 0,9-5-354 0 0,0 0 0 0 0,1 0 1 0 0,-1 0-1 0 0,1 0 0 0 0,0 1 0 0 0,-1-1 0 0 0,-1 4 0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1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45 2008 0 0,'0'-1'303'0'0,"1"0"-1"0"0,-1 0 1 0 0,0 1-1 0 0,0-1 1 0 0,0 0-1 0 0,0 0 1 0 0,0 1-1 0 0,0-1 1 0 0,0 0-1 0 0,0 0 1 0 0,0 1-1 0 0,0-1 1 0 0,-1 0-1 0 0,1 0 1 0 0,-2-3 1512 0 0,1 3-1513 0 0,1 0-141 0 0,-1 1-1 0 0,1 0 0 0 0,-1 0 0 0 0,0-1 1 0 0,1 1-1 0 0,-1 0 0 0 0,1 0 0 0 0,-1 0 1 0 0,0 0-1 0 0,1 0 0 0 0,-1 0 0 0 0,1 0 1 0 0,-1 0-1 0 0,0 0 0 0 0,1 0 0 0 0,-1 0 1 0 0,1 0-1 0 0,-1 0 0 0 0,0 0 0 0 0,0 1 0 0 0,-3 1 161 0 0,0 0 0 0 0,0 0 0 0 0,1 0 0 0 0,-1 0-1 0 0,0 1 1 0 0,1-1 0 0 0,-4 5 0 0 0,-26 26 916 0 0,2 2 0 0 0,-41 59 0 0 0,60-75-1127 0 0,1-1 1 0 0,0 1-1 0 0,2 1 1 0 0,0 0 0 0 0,1 0-1 0 0,1 0 1 0 0,-7 39-1 0 0,13-54-49 0 0,0 0-1 0 0,1 0 1 0 0,0 1-1 0 0,0-1 0 0 0,0 0 1 0 0,0 1-1 0 0,1-1 1 0 0,0 0-1 0 0,0 0 0 0 0,0 0 1 0 0,1 0-1 0 0,0 0 1 0 0,0 0-1 0 0,0 0 0 0 0,1-1 1 0 0,5 10-1 0 0,-4-9-12 0 0,1-1 0 0 0,-1 1 0 0 0,1-1 0 0 0,0 0 0 0 0,0 0 0 0 0,1 0 0 0 0,-1-1-1 0 0,1 0 1 0 0,0 0 0 0 0,0 0 0 0 0,0-1 0 0 0,0 0 0 0 0,9 2 0 0 0,1 0 22 0 0,-1-2 1 0 0,1 0 0 0 0,0-1-1 0 0,0 0 1 0 0,0-1-1 0 0,0-1 1 0 0,0 0-1 0 0,-1-2 1 0 0,1 0-1 0 0,0 0 1 0 0,-1-1-1 0 0,0-1 1 0 0,0-1-1 0 0,25-13 1 0 0,-28 13-28 0 0,0-2 1 0 0,0 1-1 0 0,-1-2 1 0 0,0 1-1 0 0,0-2 1 0 0,-1 1-1 0 0,0-1 1 0 0,-1-1-1 0 0,0 0 1 0 0,-1 0-1 0 0,0-1 1 0 0,0 0-1 0 0,-2 0 1 0 0,1 0-1 0 0,-2-1 1 0 0,9-26-1 0 0,-11 26-30 0 0,0 0-1 0 0,-1 0 0 0 0,-1-1 0 0 0,0 1 0 0 0,0 0 0 0 0,-2-1 0 0 0,1 1 0 0 0,-2 0 0 0 0,0 0 0 0 0,0 0 0 0 0,-9-24 1 0 0,8 28-145 0 0,-1 2 0 0 0,1-1 0 0 0,-2 0 0 0 0,1 1 1 0 0,-1 0-1 0 0,0 0 0 0 0,0 0 0 0 0,-1 0 0 0 0,0 1 1 0 0,0 0-1 0 0,-1 0 0 0 0,1 1 0 0 0,-1 0 0 0 0,-1 0 1 0 0,1 0-1 0 0,-1 1 0 0 0,1 0 0 0 0,-1 1 0 0 0,-10-4 1 0 0,-27-3-3462 0 0,42 9 2538 0 0,0 1 0 0 0,-1 0 0 0 0,1 0 0 0 0,0 0 0 0 0,-1 1 0 0 0,1-1 0 0 0,-5 2 0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1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49 148 0 0,'40'-37'14111'0'0,"-40"36"-13929"0"0,0 0 1 0 0,1 1-1 0 0,-1-1 0 0 0,1 0 0 0 0,-1 1 0 0 0,1-1 0 0 0,-1 0 1 0 0,1 1-1 0 0,-1-1 0 0 0,1 1 0 0 0,0-1 0 0 0,-1 1 0 0 0,1-1 1 0 0,0 1-1 0 0,0 0 0 0 0,-1-1 0 0 0,1 1 0 0 0,0 0 0 0 0,0-1 1 0 0,-1 1-1 0 0,1 0 0 0 0,0 0 0 0 0,0 0 0 0 0,0 0 0 0 0,-1 0 0 0 0,1 0 1 0 0,2 0-1 0 0,-2 1-69 0 0,-1-1 0 0 0,1 1 1 0 0,0 0-1 0 0,0 0 0 0 0,-1 0 1 0 0,1 0-1 0 0,0 0 0 0 0,-1 0 1 0 0,1 0-1 0 0,-1 0 0 0 0,1 0 1 0 0,-1 0-1 0 0,1 0 0 0 0,-1 0 1 0 0,0 0-1 0 0,1 2 0 0 0,0 7 121 0 0,0 0-1 0 0,0-1 0 0 0,-1 13 0 0 0,-2 19 60 0 0,-4 268 136 0 0,7-293-1189 0 0,0 1 0 0 0,1-2 0 0 0,5 19 0 0 0,-5-26-928 0 0,0-1 1 0 0,1 0-1 0 0,0 0 1 0 0,1 0 0 0 0,3 7-1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3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140 100 1956 0 0,'-10'-7'7982'0'0,"9"7"-7235"0"0,-1-1-1 0 0,-4-1 1 0 0,0 8-377 0 0,1 0 0 0 0,-1 0 1 0 0,1 0-1 0 0,0 1 0 0 0,0-1 0 0 0,-6 13 0 0 0,-22 51 703 0 0,23-45-770 0 0,4-12-193 0 0,0 1-1 0 0,1 0 0 0 0,1 0 0 0 0,0 1 0 0 0,1 0 0 0 0,0-1 0 0 0,2 1 0 0 0,-1 21 0 0 0,2-30-60 0 0,1 1 0 0 0,-1 0-1 0 0,1-1 1 0 0,1 1 0 0 0,-1-1-1 0 0,1 1 1 0 0,0-1-1 0 0,1 0 1 0 0,-1 0 0 0 0,1 0-1 0 0,0 0 1 0 0,1 0-1 0 0,0-1 1 0 0,0 0 0 0 0,0 1-1 0 0,0-1 1 0 0,1-1 0 0 0,0 1-1 0 0,0-1 1 0 0,0 0-1 0 0,7 5 1 0 0,3-1-1 0 0,1 0 0 0 0,0 0 1 0 0,1-2-1 0 0,0 0 0 0 0,0-1 0 0 0,0-1 0 0 0,1 0 0 0 0,0-1 1 0 0,-1-1-1 0 0,32-1 0 0 0,-22-1-6 0 0,0-2 0 0 0,0-1 1 0 0,-1-1-1 0 0,1-1 0 0 0,-1-2 0 0 0,38-14 0 0 0,-52 16 6 0 0,-1 0-1 0 0,0-1 1 0 0,0 0-1 0 0,0-1 1 0 0,-1 0-1 0 0,0 0 0 0 0,0-1 1 0 0,-1-1-1 0 0,0 0 1 0 0,9-10-1 0 0,-13 11-28 0 0,0 1 0 0 0,0-1 0 0 0,0 0 0 0 0,-1 0 0 0 0,0 0 0 0 0,-1-1 0 0 0,0 1 1 0 0,0-1-1 0 0,-1 0 0 0 0,0 0 0 0 0,-1 0 0 0 0,0 0 0 0 0,0 0 0 0 0,-1-16 0 0 0,-1 11-27 0 0,-1 1-1 0 0,0-1 1 0 0,-1 0 0 0 0,0 1-1 0 0,-1-1 1 0 0,-1 1 0 0 0,0 0 0 0 0,-1 1-1 0 0,0-1 1 0 0,-1 1 0 0 0,0 0 0 0 0,-1 1-1 0 0,0 0 1 0 0,-1 0 0 0 0,0 1-1 0 0,-1 0 1 0 0,0 0 0 0 0,-1 1 0 0 0,0 0-1 0 0,0 1 1 0 0,-1 1 0 0 0,0 0-1 0 0,0 0 1 0 0,-1 1 0 0 0,1 0 0 0 0,-1 2-1 0 0,-1-1 1 0 0,1 1 0 0 0,-1 1 0 0 0,1 1-1 0 0,-1 0 1 0 0,0 0 0 0 0,-15 1-1 0 0,14 2-264 0 0,0 0 0 0 0,0 1 0 0 0,1 1 0 0 0,-1 0 0 0 0,-19 7 0 0 0,29-8-136 0 0,-1 0-1 0 0,1 0 0 0 0,0 1 1 0 0,0-1-1 0 0,0 1 1 0 0,0 0-1 0 0,0 1 1 0 0,1-1-1 0 0,-1 1 1 0 0,1 0-1 0 0,0 0 0 0 0,0 0 1 0 0,0 1-1 0 0,1-1 1 0 0,0 1-1 0 0,-5 8 1 0 0,3 1-3158 0 0,5 1-1410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3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81 20 0 0,'-2'-2'554'0'0,"-1"-1"0"0"0,0 1 0 0 0,0 1 0 0 0,0-1 0 0 0,-1 0 0 0 0,1 1 0 0 0,0-1 0 0 0,0 1 0 0 0,-1 0 0 0 0,1 0 0 0 0,-1 0 0 0 0,1 1 0 0 0,-1-1 0 0 0,0 1 0 0 0,1 0 0 0 0,-6 0 0 0 0,4 1-180 0 0,0 0-1 0 0,0 1 1 0 0,-1-1-1 0 0,1 1 1 0 0,0 0 0 0 0,0 0-1 0 0,0 1 1 0 0,1-1 0 0 0,-9 7-1 0 0,-2 3 174 0 0,0 1-1 0 0,2 1 0 0 0,-1 0 1 0 0,-20 30-1 0 0,16-18-51 0 0,0 1 0 0 0,-25 53 0 0 0,36-63-380 0 0,0 0 0 0 0,1 1 0 0 0,1-1 0 0 0,0 1 0 0 0,1 0 0 0 0,-1 27 0 0 0,4-40-53 0 0,1-1 1 0 0,0 1-1 0 0,1 0 0 0 0,-1-1 0 0 0,1 1 0 0 0,0 0 0 0 0,0-1 0 0 0,0 1 0 0 0,1-1 1 0 0,-1 1-1 0 0,1-1 0 0 0,0 0 0 0 0,1 0 0 0 0,-1 0 0 0 0,1 0 0 0 0,0 0 0 0 0,0 0 1 0 0,0-1-1 0 0,6 7 0 0 0,-2-5-19 0 0,0-1 0 0 0,0 1 0 0 0,1-1 0 0 0,-1 0 0 0 0,1-1 1 0 0,0 1-1 0 0,0-2 0 0 0,0 1 0 0 0,1-1 0 0 0,9 1 0 0 0,4 0 37 0 0,0-1 0 0 0,1-1 0 0 0,-1 0 0 0 0,0-2 0 0 0,1-1 0 0 0,-1-1 0 0 0,0-1 0 0 0,0-1 0 0 0,26-9 0 0 0,-33 9-25 0 0,0-1 1 0 0,0 0-1 0 0,0-1 0 0 0,-1-1 0 0 0,0 0 0 0 0,0-1 1 0 0,-1-1-1 0 0,-1 0 0 0 0,1-1 0 0 0,-1 0 0 0 0,-1-1 1 0 0,0 0-1 0 0,12-18 0 0 0,-17 18-45 0 0,1 1 0 0 0,-2-1 0 0 0,0 0 0 0 0,0 0 0 0 0,-1 0 0 0 0,0-1 1 0 0,-1 0-1 0 0,-1 1 0 0 0,0-1 0 0 0,-1 0 0 0 0,0 0 0 0 0,-1 0 0 0 0,0 0 0 0 0,-3-16 0 0 0,1 17-24 0 0,0 1-1 0 0,-1 0 0 0 0,0 0 0 0 0,-1 0 1 0 0,0 0-1 0 0,-1 1 0 0 0,0-1 0 0 0,0 1 1 0 0,-1 0-1 0 0,-1 1 0 0 0,0-1 0 0 0,0 1 1 0 0,-1 1-1 0 0,0-1 0 0 0,0 1 0 0 0,-11-7 1 0 0,9 8-165 0 0,0 0 1 0 0,0 1-1 0 0,-1 1 1 0 0,1 0 0 0 0,-2 0-1 0 0,-14-4 1 0 0,20 7-262 0 0,0 1 1 0 0,0 0 0 0 0,0 0 0 0 0,0 0-1 0 0,0 1 1 0 0,0 0 0 0 0,-1 0-1 0 0,1 0 1 0 0,0 1 0 0 0,0 0-1 0 0,0 0 1 0 0,0 0 0 0 0,-12 5-1 0 0,17-5-58 0 0,-1 0 0 0 0,0 0 0 0 0,1-1 0 0 0,-1 1 0 0 0,1 1 0 0 0,-1-1 0 0 0,1 0 0 0 0,-1 0 0 0 0,1 1 0 0 0,0-1 0 0 0,-2 2 0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4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307 139 1176 0 0,'-3'-13'5765'0'0,"2"11"-5504"0"0,0 1 0 0 0,0 0 0 0 0,-1 0 0 0 0,1-1 0 0 0,0 1 0 0 0,-1 0-1 0 0,1 0 1 0 0,-1 0 0 0 0,1 0 0 0 0,-1 1 0 0 0,0-1 0 0 0,1 0 0 0 0,-1 1 0 0 0,0-1 0 0 0,1 1-1 0 0,-1-1 1 0 0,0 1 0 0 0,0 0 0 0 0,0 0 0 0 0,-2 0 0 0 0,0 0-26 0 0,0 1 0 0 0,1 0 0 0 0,-1 0 0 0 0,1 0 0 0 0,-1 0 0 0 0,1 0 0 0 0,-1 1 0 0 0,1 0 0 0 0,-5 3 0 0 0,-6 5 164 0 0,1 1 0 0 0,1 0 0 0 0,-17 20 0 0 0,24-26-133 0 0,-17 20 149 0 0,1 1 0 0 0,-31 50 0 0 0,42-59-321 0 0,1 1 0 0 0,0 0 1 0 0,1 1-1 0 0,1-1 0 0 0,-8 38 0 0 0,14-52-35 0 0,0-1-1 0 0,1 1 1 0 0,-1 0-1 0 0,1 0 1 0 0,0 0-1 0 0,0 0 1 0 0,1-1-1 0 0,-1 1 0 0 0,1 0 1 0 0,0 0-1 0 0,0 0 1 0 0,0-1-1 0 0,0 1 1 0 0,0-1-1 0 0,1 1 1 0 0,0-1-1 0 0,0 1 1 0 0,3 4-1 0 0,-1-4-13 0 0,0 0 0 0 0,0 0 1 0 0,0-1-1 0 0,1 1 0 0 0,0-1 0 0 0,-1 0 0 0 0,1 0 0 0 0,0 0 1 0 0,0-1-1 0 0,1 0 0 0 0,7 2 0 0 0,2 0 0 0 0,0 0 0 0 0,1-2 0 0 0,0 0 0 0 0,-1-1 0 0 0,1 0-1 0 0,0-1 1 0 0,-1-1 0 0 0,21-4 0 0 0,-23 3-22 0 0,1-1 0 0 0,-1-1 0 0 0,0 0 0 0 0,0-1 0 0 0,-1-1 0 0 0,1 0 0 0 0,-1 0 0 0 0,0-1 0 0 0,-1 0 0 0 0,1-1 0 0 0,-2-1 0 0 0,1 0 0 0 0,-1 0 0 0 0,-1-1 0 0 0,1 0 0 0 0,-2-1 0 0 0,1 0 0 0 0,-2 0 0 0 0,1-1 0 0 0,-2 0 0 0 0,1 0 0 0 0,-2-1 0 0 0,1 1 0 0 0,-2-1 0 0 0,0 0 0 0 0,0-1 0 0 0,-2 1 0 0 0,1-1 0 0 0,0-18 0 0 0,-3 19-23 0 0,1-1 0 0 0,-2 1 0 0 0,0-1 0 0 0,0 1 0 0 0,-1 0-1 0 0,-1-1 1 0 0,0 1 0 0 0,-1 0 0 0 0,0 1 0 0 0,-11-22 0 0 0,10 25-43 0 0,0 1 0 0 0,-1 0 0 0 0,0 0 0 0 0,0 0 1 0 0,-1 1-1 0 0,0 0 0 0 0,0 0 0 0 0,0 1 0 0 0,-1 0 0 0 0,0 0 1 0 0,0 0-1 0 0,-1 1 0 0 0,0 1 0 0 0,1 0 0 0 0,-14-5 1 0 0,12 6-287 0 0,0 0-1 0 0,1 0 1 0 0,-1 1 0 0 0,0 0 0 0 0,-11 0 0 0 0,17 2-148 0 0,-1 0 0 0 0,1 0 0 0 0,0 1 0 0 0,0 0-1 0 0,0 0 1 0 0,-5 1 0 0 0,6-1-378 0 0,0 1 0 0 0,0-1 0 0 0,0 1 1 0 0,0-1-1 0 0,0 1 0 0 0,0 0 0 0 0,1 0 0 0 0,-4 4 0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6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1044 50 2216 0 0,'22'-34'11267'0'0,"-19"25"-8829"0"0,-2 2-35 0 0,-10 8-2250 0 0,4 2-135 0 0,-1 0 1 0 0,1 0-1 0 0,0 1 1 0 0,1 0-1 0 0,-1 0 1 0 0,1 0-1 0 0,-1 0 1 0 0,1 1-1 0 0,0 0 1 0 0,-4 7-1 0 0,-6 5-10 0 0,-18 23-16 0 0,1 2 0 0 0,2 1 0 0 0,2 2-1 0 0,-39 86 1 0 0,38-62 5 0 0,3 0 0 0 0,-28 132 0 0 0,30-55 55 0 0,-5 220 0 0 0,15-144 58 0 0,-83 891 1046 0 0,-52-7-663 0 0,37-485-434 0 0,-138 868 967 0 0,243-1443-1014 0 0,-18 156 67 0 0,22-171-30 0 0,1 0 0 0 0,2 0 0 0 0,2 0 0 0 0,8 45 0 0 0,-9-67-36 0 0,1 0-1 0 0,-1 0 1 0 0,2 0 0 0 0,-1-1-1 0 0,1 1 1 0 0,0-1 0 0 0,6 8-1 0 0,-6-11-24 0 0,-1-1 0 0 0,1 1-1 0 0,0-1 1 0 0,1 0 0 0 0,-1 0-1 0 0,0-1 1 0 0,1 1 0 0 0,0-1 0 0 0,0 0-1 0 0,0 0 1 0 0,0-1 0 0 0,10 4-1 0 0,6 0-176 0 0,-1-1 0 0 0,1-1-1 0 0,0-1 1 0 0,40 0-1 0 0,88-9-1159 0 0,-124 5 1094 0 0,473-73-6303 0 0,-330 37 2407 0 0,4-6-2048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493 181 968 0 0,'-1'-9'2420'0'0,"-1"-1"-1"0"0,-1 1 1 0 0,-6-17 0 0 0,5 17-801 0 0,-1-1 1 0 0,-12-17-1 0 0,17 26-1573 0 0,-1 0 0 0 0,0 1 0 0 0,0-1 0 0 0,0 0 0 0 0,0 0 0 0 0,0 1 0 0 0,0-1 0 0 0,0 0-1 0 0,0 1 1 0 0,0-1 0 0 0,0 1 0 0 0,0-1 0 0 0,0 1 0 0 0,0 0 0 0 0,-1 0 0 0 0,1-1-1 0 0,0 1 1 0 0,0 0 0 0 0,0 0 0 0 0,0 0 0 0 0,-1 0 0 0 0,1 0 0 0 0,0 0 0 0 0,0 0 0 0 0,0 1-1 0 0,0-1 1 0 0,-1 0 0 0 0,1 1 0 0 0,0-1 0 0 0,0 1 0 0 0,0-1 0 0 0,-2 2 0 0 0,-2 1 98 0 0,-1 0 0 0 0,1 1 0 0 0,0-1 0 0 0,-6 7 0 0 0,-13 12 265 0 0,1 2-1 0 0,1 0 1 0 0,-35 52-1 0 0,45-59-327 0 0,2 2 1 0 0,0-1-1 0 0,0 1 1 0 0,2 1-1 0 0,1 0 1 0 0,0 0-1 0 0,-4 23 1 0 0,10-34 29 0 0,0-1-1 0 0,0 0 1 0 0,0 1 0 0 0,1-1 0 0 0,0 1 0 0 0,1-1-1 0 0,0 0 1 0 0,0 1 0 0 0,1-1 0 0 0,0 0 0 0 0,1 0-1 0 0,0 0 1 0 0,5 11 0 0 0,-4-12 2 0 0,-1-1 0 0 0,2-1 1 0 0,-1 1-1 0 0,1 0 0 0 0,0-1 0 0 0,0 0 0 0 0,0 0 1 0 0,1-1-1 0 0,-1 1 0 0 0,1-1 0 0 0,0-1 0 0 0,0 1 1 0 0,1-1-1 0 0,-1 0 0 0 0,1 0 0 0 0,8 2 0 0 0,-4-2 30 0 0,1 0 0 0 0,0 0-1 0 0,0-1 1 0 0,-1-1-1 0 0,1 0 1 0 0,0-1-1 0 0,0 0 1 0 0,0-1-1 0 0,0 0 1 0 0,0-1-1 0 0,0 0 1 0 0,-1-1-1 0 0,1 0 1 0 0,-1-1-1 0 0,0 0 1 0 0,0-1-1 0 0,0 0 1 0 0,0 0-1 0 0,-1-2 1 0 0,0 1-1 0 0,0-1 1 0 0,-1-1-1 0 0,0 1 1 0 0,0-2-1 0 0,-1 1 1 0 0,0-1-1 0 0,0 0 1 0 0,-1-1-1 0 0,-1 0 1 0 0,1 0 0 0 0,-2 0-1 0 0,1-1 1 0 0,-1 0-1 0 0,-1 0 1 0 0,0 0-1 0 0,3-15 1 0 0,-4 10-136 0 0,-1 1 1 0 0,0-1-1 0 0,-1 0 1 0 0,-1 0-1 0 0,0 0 1 0 0,-1 0-1 0 0,-1 0 0 0 0,0 0 1 0 0,-2 0-1 0 0,0 1 1 0 0,0 0-1 0 0,-1-1 1 0 0,-10-18-1 0 0,9 22-169 0 0,-2-1-1 0 0,1 1 0 0 0,-2 0 1 0 0,1 1-1 0 0,-1 0 0 0 0,-1 1 1 0 0,0-1-1 0 0,-1 2 0 0 0,0-1 1 0 0,0 2-1 0 0,-1-1 0 0 0,0 2 0 0 0,-1 0 1 0 0,1 0-1 0 0,-15-5 0 0 0,10 6-429 0 0,1 1 0 0 0,-1 1 0 0 0,1 1 0 0 0,-1 0 0 0 0,0 1 0 0 0,0 1 0 0 0,0 0-1 0 0,-1 1 1 0 0,-27 5 0 0 0,-8 4-5054 0 0,-89 29-1 0 0,141-38 5538 0 0,-52 17-6440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39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472 101 2892 0 0,'23'-90'15785'0'0,"-22"89"-15396"0"0,-2-9 585 0 0,-6 14-874 0 0,0 0 1 0 0,0 0-1 0 0,1 1 0 0 0,-1 0 1 0 0,1 0-1 0 0,0 1 1 0 0,-7 7-1 0 0,-38 51 358 0 0,31-39-312 0 0,1-1-70 0 0,1 1 0 0 0,1 1 1 0 0,1 0-1 0 0,1 1 0 0 0,2 1 0 0 0,1 0 0 0 0,-16 54 0 0 0,26-75-50 0 0,1-1-1 0 0,0 0 1 0 0,0 1-1 0 0,1 0 1 0 0,0-1-1 0 0,0 1 1 0 0,0-1-1 0 0,1 1 1 0 0,0-1-1 0 0,0 1 1 0 0,1-1-1 0 0,0 0 1 0 0,0 1-1 0 0,0-1 1 0 0,1 0-1 0 0,0 0 1 0 0,0-1-1 0 0,5 8 0 0 0,-4-8 39 0 0,1 1 0 0 0,0-1 0 0 0,1 0 0 0 0,-1 0 0 0 0,1-1 0 0 0,0 1 0 0 0,0-1 0 0 0,1-1 0 0 0,-1 1 0 0 0,1-1 0 0 0,-1 0 0 0 0,1 0 0 0 0,0-1 0 0 0,0 0 0 0 0,15 2-1 0 0,-13-3 29 0 0,1 0 0 0 0,0 0-1 0 0,0-1 1 0 0,0 0-1 0 0,-1-1 1 0 0,1 0 0 0 0,0-1-1 0 0,-1 0 1 0 0,1-1-1 0 0,-1 0 1 0 0,0 0 0 0 0,0 0-1 0 0,0-2 1 0 0,0 1-1 0 0,0-1 1 0 0,-1 0 0 0 0,0-1-1 0 0,0 0 1 0 0,9-9-1 0 0,-8 6-64 0 0,-1 0-1 0 0,0-1 1 0 0,0 0-1 0 0,-1 0 1 0 0,0-1-1 0 0,-1 0 1 0 0,0-1-1 0 0,-1 1 1 0 0,0-1-1 0 0,-1 0 1 0 0,0 0-1 0 0,-1 0 1 0 0,0-1 0 0 0,1-17-1 0 0,-3 18-27 0 0,0 0-1 0 0,-1 0 1 0 0,-1 0-1 0 0,0 0 1 0 0,0 0-1 0 0,-1 1 1 0 0,-1-1-1 0 0,0 0 1 0 0,-1 1 0 0 0,0 0-1 0 0,0 0 1 0 0,-1 0-1 0 0,-10-15 1 0 0,8 16-165 0 0,-1-1 1 0 0,-1 2-1 0 0,1-1 1 0 0,-1 1 0 0 0,-1 1-1 0 0,0-1 1 0 0,0 2-1 0 0,-1-1 1 0 0,0 1-1 0 0,0 1 1 0 0,0 0 0 0 0,-18-6-1 0 0,7 5-546 0 0,0 0 1 0 0,-1 1-1 0 0,0 2 0 0 0,0 0 1 0 0,0 1-1 0 0,-35 1 0 0 0,0 4-4179 0 0,-81 14-1 0 0,75-6-1561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2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187 122 1668 0 0,'37'-47'16422'0'0,"-41"52"-15606"0"0,-98 153 1547 0 0,89-134-2294 0 0,1 0 1 0 0,1 1 0 0 0,1 1 0 0 0,-13 49 0 0 0,22-70-26 0 0,0 0 0 0 0,1 0 0 0 0,-1 0-1 0 0,1 0 1 0 0,0 0 0 0 0,0 1 0 0 0,0-1 0 0 0,1 0 0 0 0,0 0 0 0 0,0 0-1 0 0,0 0 1 0 0,1 0 0 0 0,0 0 0 0 0,0 0 0 0 0,0-1 0 0 0,0 1 0 0 0,1 0-1 0 0,4 6 1 0 0,-3-7 3 0 0,0 1 0 0 0,1-1 0 0 0,0 0 0 0 0,0 0 0 0 0,0 0 0 0 0,0-1 0 0 0,0 0 0 0 0,1 0 0 0 0,-1 0 0 0 0,1-1 0 0 0,0 0 0 0 0,0 0 0 0 0,0 0 0 0 0,0 0 0 0 0,8 0 0 0 0,1 0 54 0 0,0-1 0 0 0,0-1 1 0 0,0 0-1 0 0,0-1 0 0 0,-1 0 0 0 0,1-1 1 0 0,0-1-1 0 0,0-1 0 0 0,-1 0 0 0 0,0 0 1 0 0,0-2-1 0 0,0 1 0 0 0,-1-2 0 0 0,0 0 1 0 0,0-1-1 0 0,0 0 0 0 0,14-13 0 0 0,-17 13-92 0 0,-1-1 0 0 0,0 0 0 0 0,0-1 0 0 0,-1 0 0 0 0,0 0 0 0 0,-1-1 0 0 0,0 0 0 0 0,0 0 0 0 0,-1 0 0 0 0,-1-1 0 0 0,0 0 0 0 0,-1 0 0 0 0,0-1 0 0 0,-1 1 0 0 0,0-1 0 0 0,-1 0 0 0 0,0 0 0 0 0,-1 1 0 0 0,-1-1 0 0 0,-1-16 0 0 0,0 20-26 0 0,0 1 0 0 0,-1 0 0 0 0,0 0-1 0 0,0 0 1 0 0,0 0 0 0 0,-1 0 0 0 0,-1 1-1 0 0,1-1 1 0 0,-1 1 0 0 0,-1 0 0 0 0,1 0 0 0 0,-7-7-1 0 0,3 5-129 0 0,-1 0-1 0 0,0 1 0 0 0,0 0 0 0 0,-1 1 0 0 0,0 0 0 0 0,0 0 1 0 0,-18-8-1 0 0,4 5-591 0 0,0 1-1 0 0,0 1 1 0 0,-1 1 0 0 0,0 1 0 0 0,-1 1 0 0 0,1 1-1 0 0,-33 0 1 0 0,-54 7-6957 0 0,52 2-98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4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24 2428 0 0,'-10'-24'14534'0'0,"7"34"-14237"0"0,1-1 1 0 0,0 0-1 0 0,0 1 1 0 0,1-1-1 0 0,0 1 1 0 0,1 15-1 0 0,-3 16 69 0 0,-10 52-65 0 0,-2 12-842 0 0,-1 124 0 0 0,23-138-5957 0 0,-5-77 3522 0 0,1 8-3775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5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1009 49 1920 0 0,'7'-32'10558'0'0,"-7"31"-10376"0"0,0 1-1 0 0,0-1 1 0 0,0 0 0 0 0,0 1-1 0 0,0-1 1 0 0,0 1 0 0 0,0-1 0 0 0,0 0-1 0 0,0 1 1 0 0,0-1 0 0 0,0 1 0 0 0,0-1-1 0 0,0 1 1 0 0,1-1 0 0 0,-1 1-1 0 0,0-1 1 0 0,0 1 0 0 0,1-1 0 0 0,-1 1-1 0 0,0-1 1 0 0,1 1 0 0 0,-1-1 0 0 0,1 1-1 0 0,-1-1 1 0 0,0 1 0 0 0,1 0-1 0 0,-1-1 1 0 0,1 1 0 0 0,-1 0 0 0 0,1-1-1 0 0,-1 1 1 0 0,1 0 0 0 0,-1 0 0 0 0,2-1-1 0 0,20 5 1196 0 0,-18-2-1374 0 0,168 43 1738 0 0,25 9-1453 0 0,-187-51-251 0 0,1 0 1 0 0,-1 1-1 0 0,-1 0 0 0 0,1 1 1 0 0,0 0-1 0 0,-1 1 1 0 0,0 0-1 0 0,0 0 1 0 0,-1 1-1 0 0,0 0 0 0 0,0 1 1 0 0,-1-1-1 0 0,1 1 1 0 0,-2 1-1 0 0,1 0 0 0 0,-1 0 1 0 0,-1 0-1 0 0,1 0 1 0 0,-2 1-1 0 0,1 0 1 0 0,-1 0-1 0 0,2 10 0 0 0,3 17 131 0 0,-2 1 0 0 0,-2-1-1 0 0,-1 1 1 0 0,-2 45 0 0 0,-17 156 183 0 0,5-113 18 0 0,-12 188 274 0 0,-24 504-246 0 0,7 446-174 0 0,-36-3-378 0 0,-8-440 4 0 0,57-594 152 0 0,13-101-1 0 0,-54 390 124 0 0,64-495 448 0 0,-1-1 1 0 0,-2 1-1 0 0,0-1 1 0 0,-11 25-1 0 0,14-38-449 0 0,-1 0 0 0 0,0-1 0 0 0,0 1 0 0 0,0-1 0 0 0,-1 0 1 0 0,0 0-1 0 0,0 0 0 0 0,-1 0 0 0 0,0-1 0 0 0,0 0 0 0 0,0-1 0 0 0,0 1 0 0 0,-1-1 0 0 0,-13 6 0 0 0,-3-1-84 0 0,-1-1-1 0 0,0-1 1 0 0,-1-1-1 0 0,-42 5 0 0 0,-103-2-1792 0 0,144-8 1323 0 0,-354-3-7022 0 0,127-12-2715 0 0,146 5 1730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7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50 660 0 0,'35'-50'14289'0'0,"-36"56"-14261"0"0,-6 23 1105 0 0,-1 0 0 0 0,-20 47 0 0 0,11-32-736 0 0,-12 36-175 0 0,-79 228 953 0 0,49-100-3463 0 0,53-169-554 0 0,8-16-4807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7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32 0 0,'9'-37'5655'0'0,"-4"15"-505"0"0,11-28 1 0 0,-16 48-4741 0 0,1 2-381 0 0,-1 0 0 0 0,0 0 0 0 0,0-1 1 0 0,1 1-1 0 0,-1 0 0 0 0,0 0 0 0 0,0 0 0 0 0,1 0 0 0 0,-1 0 0 0 0,0-1 0 0 0,0 1 0 0 0,1 0 1 0 0,-1 0-1 0 0,0 0 0 0 0,1 0 0 0 0,-1 0 0 0 0,0 0 0 0 0,0 0 0 0 0,1 0 0 0 0,-1 0 0 0 0,0 0 0 0 0,1 0 1 0 0,-1 0-1 0 0,0 0 0 0 0,1 0 0 0 0,-1 0 0 0 0,0 0 0 0 0,0 0 0 0 0,1 1 0 0 0,-1-1 0 0 0,0 0 1 0 0,1 0-1 0 0,-1 0 0 0 0,0 0 0 0 0,0 1 0 0 0,1-1 0 0 0,13 7 446 0 0,-13-7-402 0 0,11 11 309 0 0,0 0 1 0 0,-1 1-1 0 0,0 0 1 0 0,-1 1-1 0 0,-1 0 0 0 0,14 25 1 0 0,-1 4 278 0 0,15 44 0 0 0,-24-50-461 0 0,-1 2 1 0 0,-2-1-1 0 0,7 56 0 0 0,2 118 136 0 0,-14-84-998 0 0,-4-43-4902 0 0,1-63-1648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47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170 123 1764 0 0,'-167'-49'13021'0'0,"165"48"-12534"0"0,4 0-82 0 0,12-3-262 0 0,0 0 1 0 0,0 1 0 0 0,0 1-1 0 0,0 0 1 0 0,0 0-1 0 0,16 2 1 0 0,5-2-44 0 0,206-14-129 0 0,77-5-5054 0 0,-246 11-164 0 0,-42 4 1228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58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60 0 0,'0'0'1455'0'0,"7"-5"-606"0"0,-3 9-1490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5:02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955 184 372 0 0,'-3'-8'102'0'0,"-1"0"0"0"0,0 0 0 0 0,0 1 0 0 0,0-1 0 0 0,-1 1 0 0 0,0 0 0 0 0,-1 1 0 0 0,1-1 0 0 0,-1 1 0 0 0,-8-6 0 0 0,4 3-52 0 0,-1 2 1 0 0,-1-1 0 0 0,0 1 0 0 0,0 1-1 0 0,-22-9 1 0 0,-1 4-45 0 0,1 2 1 0 0,-2 1-1 0 0,-68-6 0 0 0,56 10 6 0 0,0 2 0 0 0,-54 5 0 0 0,80-1-10 0 0,0 0 0 0 0,1 2-1 0 0,-1 1 1 0 0,1 0 0 0 0,0 2 0 0 0,1 0 0 0 0,-22 12 0 0 0,28-12 3 0 0,1 2 0 0 0,0 0 0 0 0,0 1 0 0 0,1 0 0 0 0,-16 17 0 0 0,-47 63-397 0 0,51-58-207 0 0,10-17 266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5:04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2 288 0 0,'0'0'2822'0'0,"7"5"-1552"0"0,-6-12-3494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33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29 1220 0 0,'-4'-29'14203'0'0,"-8"112"-10064"0"0,-18 43-2398 0 0,-40 58-899 0 0,1-4-1794 0 0,67-164-515 0 0,2-15 1078 0 0,0 0 0 0 0,0 0 0 0 0,0 0 0 0 0,0 0 0 0 0,1 0 0 0 0,-1 0 0 0 0,0 0 0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33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50 2820 0 0,'22'-49'13162'0'0,"-22"61"-11755"0"0,-7 17-359 0 0,1-5-391 0 0,-5 39 1 0 0,11-56-616 0 0,-1 1 1 0 0,1-1 0 0 0,1 1 0 0 0,-1-1 0 0 0,1 0 0 0 0,0 1-1 0 0,1-1 1 0 0,0 0 0 0 0,5 14 0 0 0,-5-18-30 0 0,0 1 0 0 0,0-1 1 0 0,1 1-1 0 0,-1-1 0 0 0,1 0 0 0 0,0 0 0 0 0,0 0 1 0 0,0 0-1 0 0,0-1 0 0 0,0 1 0 0 0,1-1 1 0 0,-1 1-1 0 0,1-1 0 0 0,-1-1 0 0 0,1 1 0 0 0,0 0 1 0 0,0-1-1 0 0,0 0 0 0 0,0 0 0 0 0,0 0 1 0 0,0 0-1 0 0,0-1 0 0 0,0 1 0 0 0,1-1 1 0 0,5-1-1 0 0,-1 1 2 0 0,0-1 0 0 0,1 0 0 0 0,-1-1 0 0 0,0 0 0 0 0,0 0 0 0 0,-1-1 0 0 0,1 0 0 0 0,-1-1 0 0 0,1 1 0 0 0,10-8 0 0 0,0-2 646 0 0,-1-1 0 0 0,-1 0 1 0 0,28-30-1 0 0,-44 43-636 0 0,-1 0-1 0 0,1 0 1 0 0,-1 1 0 0 0,1-1-1 0 0,0 0 1 0 0,-1 0-1 0 0,1 1 1 0 0,-1-1 0 0 0,1 1-1 0 0,0-1 1 0 0,0 0-1 0 0,-1 1 1 0 0,1-1 0 0 0,0 1-1 0 0,0 0 1 0 0,0-1 0 0 0,0 1-1 0 0,0 0 1 0 0,-1-1-1 0 0,1 1 1 0 0,0 0 0 0 0,1 0-1 0 0,-1 0-12 0 0,-1 1 0 0 0,1-1 0 0 0,-1 1 0 0 0,1-1 0 0 0,-1 1 0 0 0,1-1 0 0 0,-1 1 0 0 0,0-1 0 0 0,1 1 0 0 0,-1 0 0 0 0,0-1 0 0 0,1 1 0 0 0,-1-1 0 0 0,0 1 0 0 0,0 0 0 0 0,0-1 0 0 0,0 1 0 0 0,1 0 0 0 0,-1-1 0 0 0,0 1 0 0 0,0 1 0 0 0,0 6 60 0 0,-1 0 0 0 0,1 0 0 0 0,-3 12 0 0 0,-46 142 496 0 0,5-19-999 0 0,37-116-1412 0 0,-3 43 0 0 0,11-40-2044 0 0,4-12-2625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5:06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776 97 536 0 0,'-3'-6'181'0'0,"0"0"0"0"0,0 0 0 0 0,-1 0-1 0 0,0 0 1 0 0,0 1 0 0 0,0-1 0 0 0,0 1 0 0 0,-1 0 0 0 0,-8-7 0 0 0,6 8-172 0 0,1 0-1 0 0,-1 0 1 0 0,1 0 0 0 0,-1 1 0 0 0,0 0 0 0 0,-1 1 0 0 0,1 0 0 0 0,0 0 0 0 0,-1 0 0 0 0,1 1 0 0 0,-12-1 0 0 0,0 2-13 0 0,-1 0 0 0 0,0 1 0 0 0,1 1 0 0 0,0 0 0 0 0,-1 2 0 0 0,1 0 0 0 0,0 2 0 0 0,-18 7 0 0 0,5 0-3 0 0,0 2 1 0 0,1 1-1 0 0,-48 33 1 0 0,58-33 10 0 0,1 1 1 0 0,0 1 0 0 0,2 0 0 0 0,0 1-1 0 0,1 1 1 0 0,1 1 0 0 0,0 1 0 0 0,2 0 0 0 0,1 1-1 0 0,1 0 1 0 0,0 1 0 0 0,2 0 0 0 0,1 1 0 0 0,1 0-1 0 0,1 0 1 0 0,-6 39 0 0 0,3 7 30 0 0,3 0 0 0 0,2 113-1 0 0,7-147-37 0 0,2 1 0 0 0,1-1 0 0 0,2-1 0 0 0,1 1-1 0 0,2-1 1 0 0,25 59 0 0 0,-23-68 30 0 0,2-1 0 0 0,0-1 0 0 0,2 0-1 0 0,1-1 1 0 0,31 35 0 0 0,-34-45-19 0 0,0 0 1 0 0,1-1-1 0 0,1-1 0 0 0,0 0 0 0 0,0-1 0 0 0,1-1 1 0 0,1-1-1 0 0,-1 0 0 0 0,24 7 0 0 0,-5-5 33 0 0,-1-1 0 0 0,2-2 1 0 0,-1-2-1 0 0,1-2 0 0 0,-1-1 0 0 0,1-1 0 0 0,0-2 0 0 0,0-2 0 0 0,66-12 0 0 0,-71 8 29 0 0,-1-2 0 0 0,0-1-1 0 0,-1-1 1 0 0,0-2 0 0 0,0-1 0 0 0,-2-1-1 0 0,0-2 1 0 0,0 0 0 0 0,-1-2-1 0 0,-2-1 1 0 0,38-35 0 0 0,-44 32-54 0 0,0 0 1 0 0,-1-2 0 0 0,-1 0-1 0 0,-2-1 1 0 0,0 0 0 0 0,-2-2-1 0 0,0 1 1 0 0,12-44 0 0 0,-3-4-49 0 0,24-153 0 0 0,-40 190 33 0 0,-2 0-1 0 0,-2-1 1 0 0,-1 1-1 0 0,-2-1 0 0 0,-1 1 1 0 0,-14-67-1 0 0,12 88-5 0 0,0-1 0 0 0,-2 1 0 0 0,0 0 0 0 0,0 0 0 0 0,-2 0 0 0 0,0 1 0 0 0,0 0 0 0 0,-2 1 0 0 0,0 0 0 0 0,0 0 0 0 0,-1 1 0 0 0,-1 0 0 0 0,0 1 0 0 0,-1 1 0 0 0,0 0 0 0 0,-29-18 0 0 0,25 20 16 0 0,1 1 0 0 0,-1 0 1 0 0,-1 2-1 0 0,1 0 0 0 0,-1 1 1 0 0,0 1-1 0 0,0 0 0 0 0,0 1 0 0 0,-19 0 1 0 0,9 3-356 0 0,-1 1 1 0 0,1 1-1 0 0,1 1 1 0 0,-1 2-1 0 0,-34 9 1 0 0,37-6-349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3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43 1648 0 0,'7'-32'13465'0'0,"-4"22"-10484"0"0,-4 17-1890 0 0,-4 30-1503 0 0,2-17 665 0 0,1-2-227 0 0,-1 3-2 0 0,1 1 1 0 0,0 31-1 0 0,2-48-11 0 0,1 0 0 0 0,-1 0 1 0 0,1 0-1 0 0,0 0 0 0 0,0 0 0 0 0,1 0 0 0 0,-1 0 1 0 0,1-1-1 0 0,0 1 0 0 0,0 0 0 0 0,1-1 1 0 0,0 0-1 0 0,-1 1 0 0 0,1-1 0 0 0,7 7 0 0 0,-6-8-2 0 0,0 0 0 0 0,0-1 0 0 0,1 1 1 0 0,-1-1-1 0 0,0 0 0 0 0,1 0 0 0 0,0 0 0 0 0,-1-1 0 0 0,1 0 0 0 0,0 0 0 0 0,0 0 0 0 0,0 0 0 0 0,0-1 0 0 0,6 0 0 0 0,2 0 18 0 0,1-1 0 0 0,0 0 1 0 0,24-7-1 0 0,-26 5-22 0 0,0-1 0 0 0,-1-1 0 0 0,1 0 0 0 0,-1 0 0 0 0,0-1 1 0 0,-1-1-1 0 0,1 0 0 0 0,-1 0 0 0 0,16-15 0 0 0,-12 7 391 0 0,0-1 1 0 0,0 0 0 0 0,-2-1 0 0 0,0 0-1 0 0,10-19 1 0 0,2 1 644 0 0,-23 34-1055 0 0,2 31-13 0 0,-32 235-1868 0 0,26-226 35 0 0,-1 12-1827 0 0,3-18-2411 0 0,3-13-1056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5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34 2116 0 0,'11'-5'2882'0'0,"-1"0"1"0"0,0-1-1 0 0,15-12 2225 0 0,-41 24-4279 0 0,-11 6-133 0 0,-9 14-398 0 0,1 2-1 0 0,1 1 1 0 0,2 1 0 0 0,0 2-1 0 0,-50 68 1 0 0,78-94-284 0 0,0 0-1 0 0,0 1 1 0 0,0-1 0 0 0,1 1-1 0 0,0 0 1 0 0,0 0-1 0 0,1 0 1 0 0,-1 0 0 0 0,2 1-1 0 0,-2 10 1 0 0,2-15-5 0 0,1 0 0 0 0,0 0 0 0 0,1 1 0 0 0,-1-1 0 0 0,1 0 1 0 0,-1 0-1 0 0,1 0 0 0 0,0 0 0 0 0,0 0 0 0 0,0 0 0 0 0,0 0 0 0 0,1 0 0 0 0,-1 0 1 0 0,1 0-1 0 0,0-1 0 0 0,0 1 0 0 0,0-1 0 0 0,0 1 0 0 0,0-1 0 0 0,0 0 0 0 0,1 0 0 0 0,-1 0 1 0 0,1 0-1 0 0,0 0 0 0 0,-1-1 0 0 0,6 3 0 0 0,-1-1 8 0 0,0 0 0 0 0,0 0 0 0 0,0-1 0 0 0,1-1 0 0 0,-1 1 0 0 0,1-1 0 0 0,-1 0 0 0 0,1-1 0 0 0,-1 1 0 0 0,1-2 0 0 0,-1 1 0 0 0,1-1 0 0 0,10-2 0 0 0,-13 2 12 0 0,-1 0 0 0 0,1-1 1 0 0,-1 1-1 0 0,1-1 0 0 0,-1 0 0 0 0,1 0 0 0 0,-1 0 1 0 0,0-1-1 0 0,0 1 0 0 0,0-1 0 0 0,-1 0 0 0 0,1 0 1 0 0,-1-1-1 0 0,1 1 0 0 0,-1-1 0 0 0,0 0 0 0 0,0 1 0 0 0,-1-1 1 0 0,1-1-1 0 0,-1 1 0 0 0,3-7 0 0 0,-4 8-19 0 0,0 1 1 0 0,-1 0-1 0 0,1 0 0 0 0,-1-1 0 0 0,1 1 0 0 0,-1 0 0 0 0,0-1 0 0 0,0 1 1 0 0,0 0-1 0 0,-1-1 0 0 0,1 1 0 0 0,0 0 0 0 0,-1-1 0 0 0,0 1 0 0 0,1 0 1 0 0,-1 0-1 0 0,0-1 0 0 0,0 1 0 0 0,0 0 0 0 0,0 0 0 0 0,-1 0 1 0 0,1 0-1 0 0,0 1 0 0 0,-1-1 0 0 0,0 0 0 0 0,1 0 0 0 0,-1 1 0 0 0,0-1 1 0 0,0 1-1 0 0,0 0 0 0 0,0-1 0 0 0,0 1 0 0 0,-3-1 0 0 0,-1-1-257 0 0,-1 0 0 0 0,0 0 0 0 0,0 1 0 0 0,0 0 0 0 0,0 1 0 0 0,0-1-1 0 0,0 1 1 0 0,-1 1 0 0 0,-13 0 0 0 0,17 0-198 0 0,-36 4-1531 0 0,11 7-6640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1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1186 36 124 0 0,'2'0'1934'0'0,"26"-2"8405"0"0,-33-9-9111 0 0,0 8-1122 0 0,-1 0-1 0 0,0 0 1 0 0,-1 0-1 0 0,1 1 1 0 0,0 0-1 0 0,-1 0 0 0 0,1 1 1 0 0,-1 0-1 0 0,1 0 1 0 0,-9 0-1 0 0,-73 1 68 0 0,68 0-142 0 0,0 2 0 0 0,0 0-1 0 0,0 2 1 0 0,-26 7 0 0 0,40-9-26 0 0,0 0 0 0 0,0 0 1 0 0,1 1-1 0 0,-1 0 0 0 0,1 0 1 0 0,0 0-1 0 0,0 1 0 0 0,0 0 0 0 0,0 0 1 0 0,0 0-1 0 0,1 0 0 0 0,0 1 0 0 0,0 0 1 0 0,0 0-1 0 0,1 0 0 0 0,-1 0 1 0 0,1 0-1 0 0,-3 10 0 0 0,-1 3 33 0 0,1 1-1 0 0,1 1 1 0 0,1-1 0 0 0,-3 41-1 0 0,5 83 247 0 0,3-82 75 0 0,-6 118 122 0 0,-32 200 0 0 0,-57 175 178 0 0,13-136 367 0 0,-72 399-202 0 0,85-413-431 0 0,-88 560 107 0 0,87-502-279 0 0,-56 440 79 0 0,120-859-276 0 0,1 1-1 0 0,3-1 1 0 0,1 1-1 0 0,7 44 1 0 0,-6-84-20 0 0,0 0 1 0 0,0 1-1 0 0,0-1 0 0 0,1 0 1 0 0,-1-1-1 0 0,1 1 0 0 0,0 0 1 0 0,0 0-1 0 0,1-1 0 0 0,-1 1 1 0 0,1-1-1 0 0,-1 0 0 0 0,1 0 1 0 0,0 0-1 0 0,0 0 0 0 0,1 0 1 0 0,-1-1-1 0 0,1 1 0 0 0,-1-1 1 0 0,1 0-1 0 0,0 0 1 0 0,-1 0-1 0 0,1-1 0 0 0,0 1 1 0 0,0-1-1 0 0,1 0 0 0 0,6 1 1 0 0,10 1-14 0 0,0-2 1 0 0,0 0 0 0 0,0-1 0 0 0,28-3 0 0 0,-37 2-30 0 0,331-47-3582 0 0,-117-2-4433 0 0,-132 26 1041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2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93 860 0 0,'11'-33'9881'0'0,"-10"29"-9591"0"0,1 1 0 0 0,0-1 0 0 0,0 0 0 0 0,0 1 0 0 0,1 0-1 0 0,-1-1 1 0 0,1 1 0 0 0,-1 0 0 0 0,1 0 0 0 0,0 1 0 0 0,0-1 0 0 0,0 0 0 0 0,1 1 0 0 0,-1 0 0 0 0,1 0-1 0 0,5-3 1 0 0,-4 3-192 0 0,0 1 0 0 0,0 0 0 0 0,0 0 0 0 0,0 0-1 0 0,0 1 1 0 0,0-1 0 0 0,0 1 0 0 0,0 0 0 0 0,0 1-1 0 0,0-1 1 0 0,0 1 0 0 0,6 2 0 0 0,-3-1-95 0 0,0 1 1 0 0,0 0-1 0 0,-1 0 0 0 0,1 1 1 0 0,-1 0-1 0 0,1 0 1 0 0,-1 1-1 0 0,-1 0 1 0 0,1 0-1 0 0,-1 1 0 0 0,1 0 1 0 0,-2 0-1 0 0,1 0 1 0 0,-1 1-1 0 0,10 14 1 0 0,-13-16 8 0 0,1 1 1 0 0,-1-1 0 0 0,0 1-1 0 0,0 0 1 0 0,-1 0 0 0 0,0 0-1 0 0,0 0 1 0 0,0 0 0 0 0,0 0-1 0 0,-1 0 1 0 0,-1 11 0 0 0,-1-8-5 0 0,0 1 1 0 0,0 0-1 0 0,0-1 1 0 0,-2 0-1 0 0,1 0 1 0 0,-8 15-1 0 0,-3-1 130 0 0,-1 0 0 0 0,-1-2-1 0 0,-1 1 1 0 0,-25 24 0 0 0,-45 32 694 0 0,10-10-318 0 0,77-67-511 0 0,-1-1-1 0 0,1 0 1 0 0,0 0-1 0 0,-1 0 0 0 0,1 1 1 0 0,0-1-1 0 0,-1 0 1 0 0,1 1-1 0 0,0-1 0 0 0,0 0 1 0 0,-1 1-1 0 0,1-1 1 0 0,0 0-1 0 0,0 1 0 0 0,0-1 1 0 0,-1 1-1 0 0,1-1 1 0 0,0 0-1 0 0,0 1 0 0 0,0-1 1 0 0,0 1-1 0 0,0-1 1 0 0,0 0-1 0 0,0 1 0 0 0,0-1 1 0 0,0 1-1 0 0,0-1 1 0 0,0 1-1 0 0,0-1 0 0 0,0 0 1 0 0,0 1-1 0 0,0-1 1 0 0,0 1-1 0 0,0-1 0 0 0,1 1 1 0 0,-1-1-1 0 0,0 0 1 0 0,0 1-1 0 0,1-1 0 0 0,-1 0 1 0 0,0 1-1 0 0,0-1 1 0 0,1 0-1 0 0,-1 1 0 0 0,0-1 1 0 0,1 0-1 0 0,-1 0 1 0 0,0 1-1 0 0,1-1 0 0 0,-1 0 1 0 0,0 0-1 0 0,1 0 1 0 0,-1 1-1 0 0,1-1 0 0 0,-1 0 1 0 0,0 0-1 0 0,1 0 1 0 0,-1 0-1 0 0,1 0 0 0 0,-1 0 1 0 0,1 0-1 0 0,-1 0 1 0 0,0 0-1 0 0,1 0 0 0 0,-1 0 1 0 0,1 0-1 0 0,-1 0 1 0 0,1 0-1 0 0,0-1 0 0 0,163-19 284 0 0,-4 0-2843 0 0,-53 18-7191 0 0,-90 4 4761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5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46 2132 0 0,'-47'-17'13536'0'0,"54"6"-12753"0"0,0 8-738 0 0,0 0-1 0 0,0 0 1 0 0,0 1 0 0 0,1 0-1 0 0,-1 1 1 0 0,1 0 0 0 0,0 0 0 0 0,-1 0-1 0 0,1 1 1 0 0,0 0 0 0 0,-1 1-1 0 0,1-1 1 0 0,-1 1 0 0 0,10 3 0 0 0,-9-2-40 0 0,1 0 0 0 0,-1 1 0 0 0,0-1 1 0 0,0 2-1 0 0,0-1 0 0 0,0 1 1 0 0,0 1-1 0 0,-1-1 0 0 0,0 1 0 0 0,0 0 1 0 0,0 1-1 0 0,8 8 0 0 0,-12-11 6 0 0,-1 0 0 0 0,0 1 0 0 0,0-1 0 0 0,0 0 0 0 0,0 0 0 0 0,0 1 0 0 0,-1-1 0 0 0,0 1-1 0 0,0 0 1 0 0,0-1 0 0 0,0 1 0 0 0,0 0 0 0 0,-1-1 0 0 0,1 1 0 0 0,-1 6 0 0 0,-1-4 3 0 0,0 0 1 0 0,0 0-1 0 0,0 0 1 0 0,-1 0-1 0 0,0 0 1 0 0,0 0 0 0 0,-1 0-1 0 0,-4 8 1 0 0,-5 5 24 0 0,-1-1 1 0 0,-1-1-1 0 0,-1 0 0 0 0,-17 15 1 0 0,-26 25 241 0 0,57-56-255 0 0,1 0-27 0 0,0-1-1 0 0,1 0 0 0 0,-1 1 0 0 0,0-1 0 0 0,1 0 1 0 0,-1 1-1 0 0,1-1 0 0 0,-1 0 0 0 0,0 1 0 0 0,1-1 1 0 0,-1 0-1 0 0,1 0 0 0 0,-1 0 0 0 0,1 1 0 0 0,-1-1 1 0 0,0 0-1 0 0,1 0 0 0 0,-1 0 0 0 0,1 0 0 0 0,-1 0 1 0 0,1 0-1 0 0,0 0 0 0 0,12 0 0 0 0,-1 0 0 0 0,1 1 0 0 0,-1 0-1 0 0,0 1 1 0 0,1 0 0 0 0,-1 1 0 0 0,0 1 0 0 0,0-1 0 0 0,-1 2-1 0 0,1 0 1 0 0,-1 0 0 0 0,0 1 0 0 0,0 1 0 0 0,-1 0 0 0 0,0 0-1 0 0,14 14 1 0 0,-22-19 19 0 0,0 0 0 0 0,0 0-1 0 0,0 1 1 0 0,-1-1-1 0 0,1 1 1 0 0,-1-1-1 0 0,0 1 1 0 0,1 0 0 0 0,-1-1-1 0 0,0 1 1 0 0,-1 0-1 0 0,1 0 1 0 0,0 0 0 0 0,-1 0-1 0 0,0 0 1 0 0,0 0-1 0 0,0 5 1 0 0,-1-3 45 0 0,0 0-1 0 0,0 0 1 0 0,0-1-1 0 0,-1 1 1 0 0,0 0-1 0 0,0-1 1 0 0,0 1-1 0 0,-1-1 1 0 0,-5 8-1 0 0,1-2 100 0 0,-1-1-1 0 0,-1 0 1 0 0,1-1-1 0 0,-2 1 1 0 0,1-2-1 0 0,-1 1 0 0 0,-19 10 1 0 0,9-8 33 0 0,0-2 0 0 0,-1 0 1 0 0,1-1-1 0 0,-1-1 0 0 0,-33 5 0 0 0,42-9-153 0 0,-1 0 0 0 0,0-1 0 0 0,0-1 0 0 0,0 0 0 0 0,0-1 0 0 0,0 0 0 0 0,1-1 0 0 0,-1-1 0 0 0,0 0 0 0 0,-16-6 0 0 0,27 8-131 0 0,1 1-1 0 0,-1-1 1 0 0,1 1-1 0 0,0-1 1 0 0,-1 0 0 0 0,1 0-1 0 0,0 0 1 0 0,-1 1-1 0 0,1-1 1 0 0,0 0-1 0 0,0 0 1 0 0,0 0 0 0 0,0-1-1 0 0,0 1 1 0 0,0 0-1 0 0,0 0 1 0 0,0-1 0 0 0,1 1-1 0 0,-1 0 1 0 0,0-3-1 0 0,1 3-81 0 0,0 0 0 0 0,0-1-1 0 0,0 1 1 0 0,0 0 0 0 0,0 0-1 0 0,0-1 1 0 0,1 1 0 0 0,-1 0-1 0 0,0 0 1 0 0,1-1 0 0 0,-1 1-1 0 0,1 0 1 0 0,0 0 0 0 0,-1 0-1 0 0,1 0 1 0 0,0 0 0 0 0,0 0-1 0 0,1-2 1 0 0,4-2-1140 0 0,0-1 1 0 0,0 1-1 0 0,0 0 0 0 0,1 1 1 0 0,0 0-1 0 0,7-4 0 0 0,6-1-3665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8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67 1508 0 0,'-71'-19'11484'0'0,"71"19"-11423"0"0,-1 0 0 0 0,1-1 1 0 0,-1 1-1 0 0,1 0 0 0 0,0 0 1 0 0,-1 0-1 0 0,1 0 0 0 0,-1 0 1 0 0,1-1-1 0 0,0 1 0 0 0,-1 0 1 0 0,1 0-1 0 0,0 0 0 0 0,-1-1 1 0 0,1 1-1 0 0,0 0 0 0 0,0-1 0 0 0,-1 1 1 0 0,1 0-1 0 0,0-1 0 0 0,0 1 1 0 0,-1 0-1 0 0,1-1 0 0 0,0 1 1 0 0,0 0-1 0 0,0-1 0 0 0,0 1 1 0 0,-1-1-1 0 0,1 1 0 0 0,0 0 0 0 0,0-2 1 0 0,8-9 554 0 0,19-5-353 0 0,-18 13-240 0 0,0 1-1 0 0,0 0 0 0 0,0 1 0 0 0,0-1 0 0 0,0 2 0 0 0,1-1 0 0 0,-1 1 0 0 0,0 1 0 0 0,1 0 0 0 0,-1 0 0 0 0,0 1 0 0 0,0 0 0 0 0,0 0 0 0 0,0 1 0 0 0,0 0 0 0 0,8 5 0 0 0,-13-6-17 0 0,0 0 1 0 0,0 0-1 0 0,0 0 0 0 0,-1 1 0 0 0,1-1 0 0 0,-1 1 0 0 0,1 0 0 0 0,-1 0 0 0 0,0 0 0 0 0,0 1 0 0 0,0-1 0 0 0,-1 1 1 0 0,1-1-1 0 0,-1 1 0 0 0,0 0 0 0 0,0 0 0 0 0,0 0 0 0 0,0 0 0 0 0,-1 0 0 0 0,0 0 0 0 0,0 1 0 0 0,0-1 0 0 0,0 0 0 0 0,-1 1 1 0 0,1-1-1 0 0,-1 1 0 0 0,0-1 0 0 0,-1 0 0 0 0,1 1 0 0 0,-1-1 0 0 0,0 0 0 0 0,0 1 0 0 0,0-1 0 0 0,0 0 0 0 0,-3 6 0 0 0,-4 7 62 0 0,-1 0-1 0 0,0-1 0 0 0,-1 0 1 0 0,-1 0-1 0 0,0-1 0 0 0,-1-1 0 0 0,-14 14 1 0 0,-105 84 879 0 0,84-74-561 0 0,35-29-289 0 0,9-8-79 0 0,1 1 0 0 0,-1-1 0 0 0,1 1 0 0 0,0 0 0 0 0,0 0 0 0 0,0 0 0 0 0,0 0 0 0 0,0 0 0 0 0,0 0 0 0 0,0 0 0 0 0,1 0 0 0 0,-1 1 0 0 0,-1 4 0 0 0,4-6-12 0 0,1 0-1 0 0,-1 0 1 0 0,1 0-1 0 0,-1 0 1 0 0,1-1-1 0 0,0 1 1 0 0,-1 0-1 0 0,1-1 1 0 0,0 1-1 0 0,0-1 1 0 0,-1 0-1 0 0,1 0 1 0 0,3 0-1 0 0,250-1-446 0 0,-86-10-4005 0 0,-126 8 2296 0 0,5-1-1669 0 0,0-2-1566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8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24 138 1932 0 0,'-10'-10'7505'0'0,"-4"-9"-785"0"0,14 6-4945 0 0,6 8-1626 0 0,0 0 0 0 0,0 1 0 0 0,1 0 0 0 0,-1 0 0 0 0,1 0 1 0 0,0 1-1 0 0,0 0 0 0 0,15-4 0 0 0,68-12 72 0 0,-57 13-114 0 0,81-14-1838 0 0,-75 15-1812 0 0,2 0-3885 0 0,-28 4 2932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9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 2268 0 0,'-4'0'2136'0'0,"-10"1"-285"0"0,0 1 1 0 0,1 0-1 0 0,-18 6 1 0 0,21-5-1382 0 0,1 1 0 0 0,-1 0 0 0 0,1 0 0 0 0,0 1 0 0 0,-15 11 0 0 0,13-8-264 0 0,0 1 1 0 0,1 1-1 0 0,0 0 1 0 0,-10 12-1 0 0,15-16-155 0 0,1 0 0 0 0,0 1 0 0 0,0-1 0 0 0,1 1 0 0 0,0 0 0 0 0,0-1 0 0 0,0 2 0 0 0,1-1 0 0 0,-2 9-1 0 0,4-14-39 0 0,0 0-1 0 0,0-1 0 0 0,0 1 0 0 0,0 0 0 0 0,1-1 0 0 0,-1 1 0 0 0,1-1 0 0 0,-1 1 0 0 0,1 0 0 0 0,-1-1 0 0 0,1 1 0 0 0,0-1 0 0 0,0 0 1 0 0,0 1-1 0 0,0-1 0 0 0,0 0 0 0 0,0 1 0 0 0,0-1 0 0 0,0 0 0 0 0,1 0 0 0 0,-1 0 0 0 0,0 0 0 0 0,1 0 0 0 0,-1 0 0 0 0,1 0 0 0 0,1 0 0 0 0,5 3 21 0 0,1 0-1 0 0,-1 0 1 0 0,11 2-1 0 0,78 16 94 0 0,23 8-92 0 0,-107-25-16 0 0,0 0 0 0 0,0 0 0 0 0,0 2-1 0 0,-1-1 1 0 0,0 2 0 0 0,18 13 0 0 0,-27-19 106 0 0,0 0 0 0 0,-1 0 0 0 0,1 1 0 0 0,-1 0 0 0 0,0-1 0 0 0,0 1 0 0 0,0 0 0 0 0,0 0 0 0 0,0 0 0 0 0,-1 0 0 0 0,1 0 0 0 0,-1 1 0 0 0,0-1 0 0 0,0 0 0 0 0,1 6 0 0 0,-2-6-15 0 0,0 0 0 0 0,0 0 1 0 0,0 0-1 0 0,0 0 0 0 0,-1 0 0 0 0,1 0 0 0 0,-1-1 0 0 0,0 1 0 0 0,0 0 0 0 0,0 0 0 0 0,0 0 0 0 0,0-1 0 0 0,-1 1 0 0 0,0 0 0 0 0,1-1 0 0 0,-1 1 0 0 0,0-1 1 0 0,-3 3-1 0 0,-5 5 107 0 0,-1-1 0 0 0,0 0 0 0 0,0 0 0 0 0,-1-2 0 0 0,0 1 1 0 0,0-1-1 0 0,-1-1 0 0 0,0-1 0 0 0,0 1 0 0 0,0-2 1 0 0,-28 6-1 0 0,25-7-180 0 0,0 0 0 0 0,0-2 0 0 0,0 0 0 0 0,-1 0 0 0 0,1-2 1 0 0,0 0-1 0 0,0-1 0 0 0,0 0 0 0 0,0-2 0 0 0,-19-5 0 0 0,34 8-148 0 0,-1 1 1 0 0,1-1-1 0 0,-1 1 0 0 0,1-1 1 0 0,-1 0-1 0 0,1 0 0 0 0,0 0 1 0 0,-1 1-1 0 0,1-1 0 0 0,0-1 1 0 0,0 1-1 0 0,-1 0 0 0 0,1 0 1 0 0,-1-3-1 0 0,1 3-37 0 0,1 1-1 0 0,0-1 1 0 0,-1 0-1 0 0,1 0 1 0 0,0 0-1 0 0,0 0 1 0 0,0 0-1 0 0,0 0 1 0 0,-1 0-1 0 0,1 0 1 0 0,1 0-1 0 0,-1 0 1 0 0,0 0-1 0 0,0 0 1 0 0,0 0-1 0 0,0 1 1 0 0,1-1-1 0 0,-1 0 1 0 0,1-1-1 0 0,1-2-895 0 0,1 0-1 0 0,0 0 0 0 0,0 0 0 0 0,0 0 0 0 0,0 0 0 0 0,1 1 1 0 0,0-1-1 0 0,5-3 0 0 0,12-7-6147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31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36 728 0 0,'30'-27'11872'0'0,"-30"26"-11684"0"0,1 0 0 0 0,-1 1 1 0 0,1-1-1 0 0,-1 1 0 0 0,1-1 0 0 0,-1 1 0 0 0,1-1 1 0 0,0 1-1 0 0,-1-1 0 0 0,1 1 0 0 0,0-1 1 0 0,-1 1-1 0 0,1 0 0 0 0,1-1 0 0 0,-1 2-150 0 0,0 0 1 0 0,-1 0-1 0 0,1 0 0 0 0,0 1 0 0 0,-1-1 0 0 0,1 0 0 0 0,-1 0 0 0 0,0 0 0 0 0,1 1 0 0 0,-1-1 0 0 0,0 0 0 0 0,1 1 0 0 0,-1-1 0 0 0,0 0 0 0 0,0 0 1 0 0,0 1-1 0 0,0-1 0 0 0,-1 0 0 0 0,1 1 0 0 0,0 1 0 0 0,-8 37 654 0 0,5-27-494 0 0,-3 16 66 0 0,-11 82 265 0 0,16-99-487 0 0,1 0 1 0 0,0-1-1 0 0,0 1 0 0 0,1-1 1 0 0,1 1-1 0 0,0-1 0 0 0,6 18 0 0 0,-7-26-23 0 0,0 0 0 0 0,1 0 0 0 0,0 1 0 0 0,0-2 0 0 0,0 1 0 0 0,0 0 0 0 0,0 0 0 0 0,1-1 0 0 0,-1 1 0 0 0,1-1 0 0 0,-1 1 0 0 0,1-1 0 0 0,0 0 0 0 0,0 0 0 0 0,0-1 0 0 0,0 1 0 0 0,0 0-1 0 0,1-1 1 0 0,-1 0 0 0 0,0 0 0 0 0,1 0 0 0 0,-1 0 0 0 0,1 0 0 0 0,-1-1 0 0 0,1 0 0 0 0,3 0 0 0 0,0 1 95 0 0,-1-1 0 0 0,1-1 0 0 0,0 0 0 0 0,-1 0 0 0 0,1 0 0 0 0,-1 0 0 0 0,0-1 0 0 0,0 0 0 0 0,1-1 0 0 0,-1 1 0 0 0,0-1 0 0 0,-1 0 0 0 0,8-5 0 0 0,1-4 604 0 0,-1-1 1 0 0,15-18-1 0 0,1 0 535 0 0,-28 30-1229 0 0,-1 1-23 0 0,0 0-1 0 0,0 0 1 0 0,0 0 0 0 0,0-1-1 0 0,0 1 1 0 0,0 0-1 0 0,0 0 1 0 0,0 0 0 0 0,0 0-1 0 0,0 0 1 0 0,0-1-1 0 0,0 1 1 0 0,0 0 0 0 0,0 0-1 0 0,0 0 1 0 0,0 0 0 0 0,0 0-1 0 0,0 0 1 0 0,0-1-1 0 0,0 1 1 0 0,0 0 0 0 0,0 0-1 0 0,0 0 1 0 0,0 0-1 0 0,0 0 1 0 0,0 0 0 0 0,0-1-1 0 0,0 1 1 0 0,0 0-1 0 0,1 0 1 0 0,-1 0 0 0 0,0 0-1 0 0,0 0 1 0 0,0 0 0 0 0,0 0-1 0 0,0 0 1 0 0,0 0-1 0 0,0 0 1 0 0,1 0 0 0 0,-1 0-1 0 0,0-1 1 0 0,0 1-1 0 0,0 0 1 0 0,0 0 0 0 0,0 0-1 0 0,1 0 1 0 0,-1 0-1 0 0,0 0 1 0 0,0 0 0 0 0,0 0-1 0 0,0 0 1 0 0,0 0-1 0 0,0 1 1 0 0,1-1 0 0 0,-1 0-1 0 0,0 0 1 0 0,0 0 0 0 0,0 0-1 0 0,0 0 1 0 0,0 0-1 0 0,0 0 1 0 0,1 0 0 0 0,-1 0-1 0 0,0 0 1 0 0,0 0-1 0 0,0 1 1 0 0,6 7-14 0 0,-6-2 17 0 0,-1-1 1 0 0,1 1-1 0 0,-1 0 0 0 0,0-1 0 0 0,0 1 1 0 0,-1-1-1 0 0,-4 11 0 0 0,0 1 13 0 0,-32 93-22 0 0,-8 31-292 0 0,41-123-792 0 0,1 1 0 0 0,1 0 0 0 0,1 0 0 0 0,0 0 1 0 0,2 30-1 0 0,0-44-144 0 0,1 0 0 0 0,-1 0 1 0 0,1 0-1 0 0,0 0 0 0 0,4 9 1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31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68 216 0 0,'15'-20'11928'0'0,"-11"17"-11471"0"0,-1 0 0 0 0,1 1 0 0 0,0-1 0 0 0,0 1-1 0 0,0 0 1 0 0,0 0 0 0 0,0 0 0 0 0,0 1 0 0 0,1 0-1 0 0,-1-1 1 0 0,9 0 0 0 0,57-3-251 0 0,-34 4 181 0 0,20-2-348 0 0,26-3-1944 0 0,-31-1-7429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3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0 60 0 0,'-11'2'1277'0'0,"0"0"0"0"0,0 0 0 0 0,1 1 0 0 0,-1 0 1 0 0,1 1-1 0 0,0 0 0 0 0,0 1 0 0 0,-11 6 0 0 0,12-5-965 0 0,1-1 0 0 0,0 1 0 0 0,1 0 1 0 0,-1 1-1 0 0,1-1 0 0 0,0 2 0 0 0,1-1 0 0 0,0 1 0 0 0,0 0 0 0 0,1 0 1 0 0,0 0-1 0 0,0 1 0 0 0,1 0 0 0 0,-6 17 0 0 0,9-25-248 0 0,1 0-1 0 0,0 1 1 0 0,0-1 0 0 0,-1 0-1 0 0,1 0 1 0 0,0 1 0 0 0,0-1-1 0 0,1 0 1 0 0,-1 1 0 0 0,0-1-1 0 0,0 0 1 0 0,1 0 0 0 0,-1 0-1 0 0,0 1 1 0 0,1-1 0 0 0,-1 0-1 0 0,1 0 1 0 0,0 0 0 0 0,-1 0-1 0 0,1 0 1 0 0,0 0 0 0 0,0 0-1 0 0,-1 0 1 0 0,1 0 0 0 0,0 0-1 0 0,0 0 1 0 0,0 0 0 0 0,0-1-1 0 0,0 1 1 0 0,1 0 0 0 0,-1-1-1 0 0,0 1 1 0 0,0-1 0 0 0,0 1-1 0 0,2 0 1 0 0,3 1 67 0 0,0-1 0 0 0,0 1 1 0 0,1-1-1 0 0,-1 0 0 0 0,8 1 0 0 0,30 0 157 0 0,1 0-101 0 0,73 12 0 0 0,-104-11-181 0 0,0 1 1 0 0,0 0-1 0 0,0 1 1 0 0,-1 0-1 0 0,1 1 1 0 0,-1 1-1 0 0,-1 0 1 0 0,1 0-1 0 0,13 12 1 0 0,-24-17 88 0 0,1 0 0 0 0,0 0 0 0 0,-1 1 0 0 0,0-1 0 0 0,1 1 0 0 0,-1-1 0 0 0,0 1 0 0 0,0 0 0 0 0,-1 0 0 0 0,1 0 0 0 0,-1 0 0 0 0,1 0 0 0 0,-1 0 0 0 0,0 0 1 0 0,0 0-1 0 0,0 1 0 0 0,0-1 0 0 0,-1 0 0 0 0,0 1 0 0 0,1-1 0 0 0,-1 0 0 0 0,-1 6 0 0 0,0-4 76 0 0,0 0 1 0 0,-1 0-1 0 0,0 0 1 0 0,0 0 0 0 0,0 0-1 0 0,0-1 1 0 0,-1 1-1 0 0,0-1 1 0 0,0 0-1 0 0,0 1 1 0 0,0-2-1 0 0,-1 1 1 0 0,1 0-1 0 0,-6 3 1 0 0,-4 3 20 0 0,-1-1 0 0 0,0-1 1 0 0,0 0-1 0 0,-1-1 0 0 0,0 0 1 0 0,0-1-1 0 0,-1-1 0 0 0,1 0 0 0 0,-1-2 1 0 0,-17 3-1 0 0,25-5-325 0 0,1 0 0 0 0,-1-1 0 0 0,0 0 0 0 0,1-1 1 0 0,-1 1-1 0 0,-10-4 0 0 0,14 4-585 0 0,0-1 1 0 0,0-1-1 0 0,0 1 0 0 0,1 0 1 0 0,-1-1-1 0 0,0 0 0 0 0,1 0 1 0 0,-6-4-1 0 0,1 1-1014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5:14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222 851 688 0 0,'0'0'5500'0'0,"-17"12"-4521"0"0,12 10-953 0 0,3-12-6 0 0,0 1 0 0 0,0-1-1 0 0,1 1 1 0 0,1 19 0 0 0,0-11-33 0 0,1 1-1 0 0,1-1 1 0 0,4 22 0 0 0,-4-33 24 0 0,0 0 1 0 0,1 1 0 0 0,0-1-1 0 0,0 0 1 0 0,1-1 0 0 0,0 1-1 0 0,1 0 1 0 0,-1-1 0 0 0,11 12-1 0 0,-8-12-2 0 0,0 0-1 0 0,0 0 0 0 0,1-1 0 0 0,0-1 1 0 0,0 1-1 0 0,0-1 0 0 0,1 0 0 0 0,-1-1 0 0 0,19 6 1 0 0,-9-5-5 0 0,-1 0 0 0 0,1-2 0 0 0,1 0 0 0 0,25 0 0 0 0,-6-2 5 0 0,1-1 0 0 0,-1-2 0 0 0,0-2-1 0 0,1-1 1 0 0,-2-2 0 0 0,1-2 0 0 0,64-23 0 0 0,-78 22-18 0 0,-1-1 0 0 0,-1-1 0 0 0,1 0 1 0 0,-2-2-1 0 0,0-1 0 0 0,-1 0 0 0 0,0-2 1 0 0,-1 0-1 0 0,-1-1 0 0 0,-1-1 0 0 0,-1-1 0 0 0,25-37 1 0 0,-28 34 148 0 0,-1-1 1 0 0,-1 0 0 0 0,-1-1-1 0 0,0 0 1 0 0,-3-1 0 0 0,0 1-1 0 0,7-53 1 0 0,-11 44-51 0 0,-2 0 0 0 0,0 0 0 0 0,-3-1 1 0 0,-1 1-1 0 0,-12-60 0 0 0,9 70-57 0 0,-1-1 0 0 0,-1 1 1 0 0,-2 0-1 0 0,0 1 0 0 0,-1 0 1 0 0,-1 1-1 0 0,-1 0 0 0 0,-1 1 1 0 0,-24-29-1 0 0,24 35-43 0 0,0 1 0 0 0,-1 0 0 0 0,-1 2 0 0 0,0-1 0 0 0,0 2 0 0 0,-1 0 0 0 0,0 1 0 0 0,-1 1 1 0 0,-1 0-1 0 0,1 1 0 0 0,-1 2 0 0 0,-28-8 0 0 0,23 10 24 0 0,1 0 1 0 0,-1 1-1 0 0,0 2 1 0 0,0 0-1 0 0,0 2 1 0 0,0 0-1 0 0,0 2 0 0 0,-37 8 1 0 0,33-3-3 0 0,1 1 0 0 0,-1 1 0 0 0,2 1 0 0 0,-1 1 0 0 0,2 2 0 0 0,-40 27 0 0 0,37-20-38 0 0,2 0 0 0 0,0 2-1 0 0,1 1 1 0 0,2 1 0 0 0,1 1-1 0 0,0 1 1 0 0,2 0 0 0 0,1 2-1 0 0,2 0 1 0 0,1 1 0 0 0,1 1-1 0 0,-20 59 1 0 0,25-55-425 0 0,2 1 0 0 0,1-1 0 0 0,2 1 0 0 0,2 0 0 0 0,1 0 0 0 0,2 0 0 0 0,1 1 0 0 0,2-1 0 0 0,1 0 0 0 0,2-1 0 0 0,15 52 0 0 0,-3-31-890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5:15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825 54 504 0 0,'-13'-10'1466'0'0,"9"8"-1300"0"0,-1-1-1 0 0,1 1 1 0 0,-1 0-1 0 0,0 1 1 0 0,1-1-1 0 0,-1 1 1 0 0,0 0-1 0 0,0 0 1 0 0,0 1-1 0 0,0-1 1 0 0,-9 1-1 0 0,4 1-29 0 0,-1 0 0 0 0,1 1 0 0 0,-1 0 0 0 0,1 1 0 0 0,-11 4 0 0 0,-11 6-5 0 0,1 2 0 0 0,-41 26 0 0 0,69-40-112 0 0,-41 28 60 0 0,1 1 0 0 0,2 2 1 0 0,1 2-1 0 0,1 1 0 0 0,2 2 0 0 0,2 2 1 0 0,2 1-1 0 0,1 2 0 0 0,-34 58 1 0 0,44-60-24 0 0,1 2 0 0 0,2 0 1 0 0,-21 67-1 0 0,35-90-41 0 0,0 1-1 0 0,0 0 1 0 0,2 0-1 0 0,1 0 1 0 0,0 0-1 0 0,2 1 1 0 0,0-1-1 0 0,1 0 0 0 0,1 1 1 0 0,7 26-1 0 0,-6-37-5 0 0,0 0-1 0 0,0-1 1 0 0,2 0-1 0 0,-1 0 1 0 0,1 0-1 0 0,0 0 1 0 0,1-1-1 0 0,-1 0 1 0 0,2 0-1 0 0,-1 0 1 0 0,15 12-1 0 0,-9-11 2 0 0,-1-1 0 0 0,2 0 0 0 0,-1 0-1 0 0,1-1 1 0 0,0-1 0 0 0,0 0 0 0 0,22 6-1 0 0,-2-4 11 0 0,1-1-1 0 0,0-2 1 0 0,1-1-1 0 0,-1-2 0 0 0,1-1 1 0 0,41-5-1 0 0,-3-4-10 0 0,0-2 0 0 0,-1-4 0 0 0,0-3 0 0 0,-1-2 1 0 0,-1-4-1 0 0,119-57 0 0 0,-163 66 96 0 0,-1 0 1 0 0,0-2-1 0 0,-1-1 0 0 0,-1-1 1 0 0,-1-1-1 0 0,0 0 1 0 0,-1-2-1 0 0,20-26 1 0 0,-29 30-46 0 0,0 0 0 0 0,-1-1-1 0 0,-1 0 1 0 0,0-1 0 0 0,-2 0 0 0 0,0 0 0 0 0,-1-1 0 0 0,-1 0 0 0 0,-1 0-1 0 0,0 0 1 0 0,-2-1 0 0 0,1-24 0 0 0,-3 17-38 0 0,-1 1 0 0 0,-2-1-1 0 0,-1 0 1 0 0,-1 1 0 0 0,-2 0 0 0 0,0 0 0 0 0,-2 0-1 0 0,-1 1 1 0 0,-1 0 0 0 0,-1 0 0 0 0,-21-35 0 0 0,21 43-10 0 0,-1 1 0 0 0,-1 0 1 0 0,0 1-1 0 0,-1 0 0 0 0,-1 1 0 0 0,-1 0 1 0 0,0 1-1 0 0,0 1 0 0 0,-1 1 0 0 0,-1 0 1 0 0,0 1-1 0 0,-1 1 0 0 0,0 1 1 0 0,0 1-1 0 0,-33-10 0 0 0,39 15-34 0 0,0 1 1 0 0,0 0-1 0 0,-1 1 0 0 0,1 0 0 0 0,0 1 1 0 0,-1 1-1 0 0,1 0 0 0 0,0 1 0 0 0,-1 0 0 0 0,1 1 1 0 0,1 0-1 0 0,-1 1 0 0 0,0 1 0 0 0,1 0 1 0 0,0 1-1 0 0,-20 12 0 0 0,10-4-523 0 0,1 1-1 0 0,0 2 1 0 0,1 0 0 0 0,1 1-1 0 0,1 1 1 0 0,1 0-1 0 0,-24 34 1 0 0,13-11-1244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4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70 312 0 0,'52'-29'15998'0'0,"-12"6"-10780"0"0,-33 20-5193 0 0,0 0 0 0 0,0 0 0 0 0,1 1 0 0 0,9-3 0 0 0,-8 4-17 0 0,0 1 0 0 0,0 0 0 0 0,0 0 0 0 0,0 0 1 0 0,1 1-1 0 0,-1 1 0 0 0,0 0 0 0 0,0 0 0 0 0,-1 0 0 0 0,1 1 1 0 0,0 1-1 0 0,11 5 0 0 0,-7-2 2 0 0,0 1-1 0 0,-1-1 1 0 0,0 2-1 0 0,0 0 1 0 0,-1 0-1 0 0,0 1 1 0 0,10 13-1 0 0,-17-19-2 0 0,0 1-1 0 0,0 0 0 0 0,-1 0 0 0 0,0 1 1 0 0,0-1-1 0 0,0 1 0 0 0,-1-1 1 0 0,0 1-1 0 0,0 0 0 0 0,0 0 1 0 0,-1 0-1 0 0,0 0 0 0 0,0 0 0 0 0,0 0 1 0 0,-1 1-1 0 0,0-1 0 0 0,0 0 1 0 0,-2 9-1 0 0,0-4 10 0 0,-1 1 0 0 0,-1-1-1 0 0,0 0 1 0 0,0 0 0 0 0,-1-1 0 0 0,-1 0 0 0 0,1 1 0 0 0,-15 16-1 0 0,-12 13 290 0 0,-55 50 0 0 0,64-67-109 0 0,23-22-194 0 0,-1-1 0 0 0,1 0 0 0 0,0 0 0 0 0,0 0 0 0 0,0 1 0 0 0,0-1 0 0 0,0 0 0 0 0,0 0 0 0 0,-1 1 0 0 0,1-1 0 0 0,0 0 0 0 0,0 0 1 0 0,0 1-1 0 0,0-1 0 0 0,0 0 0 0 0,0 0 0 0 0,0 1 0 0 0,0-1 0 0 0,0 0 0 0 0,0 0 0 0 0,0 1 0 0 0,0-1 0 0 0,0 0 0 0 0,0 0 0 0 0,1 1 0 0 0,-1-1 0 0 0,0 0 0 0 0,0 0 0 0 0,0 1 1 0 0,0-1-1 0 0,0 0 0 0 0,0 0 0 0 0,1 0 0 0 0,-1 1 0 0 0,0-1 0 0 0,0 0 0 0 0,0 0 0 0 0,1 0 0 0 0,-1 0 0 0 0,0 1 0 0 0,0-1 0 0 0,1 0 0 0 0,8 5 35 0 0,20 1-11 0 0,0-1 0 0 0,0-1 0 0 0,45 0 0 0 0,3 0-13 0 0,371 26-438 0 0,-396-27-42 0 0,68 4-5575 0 0,-110-4 3358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27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67 1316 0 0,'0'-23'14419'0'0,"1"15"-11957"0"0,2 5-2367 0 0,0 0 0 0 0,0 0 1 0 0,1 0-1 0 0,-1 0 0 0 0,1 1 0 0 0,0-1 1 0 0,-1 1-1 0 0,1 0 0 0 0,0 0 0 0 0,1 1 1 0 0,-1-1-1 0 0,0 1 0 0 0,0 0 0 0 0,0 0 1 0 0,1 0-1 0 0,-1 0 0 0 0,6 1 0 0 0,5-1-67 0 0,0 0-1 0 0,0 1 0 0 0,28 4 0 0 0,-36-2-26 0 0,1-1 1 0 0,-1 1-1 0 0,0 0 1 0 0,0 1-1 0 0,0-1 1 0 0,0 2-1 0 0,0-1 1 0 0,-1 1-1 0 0,1 0 0 0 0,-1 0 1 0 0,0 0-1 0 0,10 10 1 0 0,-14-11 4 0 0,1 0 0 0 0,0 0 0 0 0,-1 1 0 0 0,0-1 0 0 0,0 0 0 0 0,0 1 0 0 0,0 0 0 0 0,-1-1 0 0 0,1 1 0 0 0,-1 0 0 0 0,0 0 0 0 0,0 0 0 0 0,0 0 0 0 0,-1 0 0 0 0,1 0 0 0 0,-1 0 1 0 0,0 0-1 0 0,0 0 0 0 0,0 0 0 0 0,-1 0 0 0 0,1 0 0 0 0,-1 0 0 0 0,0-1 0 0 0,0 1 0 0 0,-3 5 0 0 0,-1 3 39 0 0,-2 1 0 0 0,0-1 0 0 0,0-1 0 0 0,-1 1 0 0 0,-1-1 0 0 0,0 0 0 0 0,0-1 0 0 0,-1 0 0 0 0,-17 13 0 0 0,-13 7 596 0 0,-55 31 0 0 0,86-55-529 0 0,-128 74 1351 0 0,134-79-1420 0 0,3 0-37 0 0,0-1-1 0 0,0 1 0 0 0,1-1 1 0 0,-1 1-1 0 0,0-1 0 0 0,0 1 1 0 0,0-1-1 0 0,1 1 1 0 0,-1-1-1 0 0,0 1 0 0 0,0-1 1 0 0,1 0-1 0 0,-1 1 1 0 0,0-1-1 0 0,1 0 0 0 0,-1 1 1 0 0,0-1-1 0 0,1 0 0 0 0,-1 1 1 0 0,1-1-1 0 0,-1 0 1 0 0,1 0-1 0 0,-1 1 0 0 0,1-1 1 0 0,-1 0-1 0 0,1 0 1 0 0,-1 0-1 0 0,0 0 0 0 0,2 0 1 0 0,14 3 3 0 0,-15-3-5 0 0,456-8 157 0 0,-291 1-902 0 0,-135 6 85 0 0,14 0-840 0 0,-12 0-2516 0 0,-27 3 1551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30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3152 0 0,'12'-6'11874'0'0,"-2"3"-10037"0"0,1 1-1 0 0,19-1 1 0 0,47 3-1818 0 0,-25 2 271 0 0,87 1-378 0 0,-69-1-2300 0 0,0-1-4268 0 0,-53-2 2794 0 0,2-1-1585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30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550 129 1836 0 0,'0'-16'5480'0'0,"1"-24"3439"0"0,0 39-8810 0 0,0-1 1 0 0,-1 0-1 0 0,1 1 1 0 0,0-1 0 0 0,0 1-1 0 0,-1-1 1 0 0,1 1-1 0 0,0-1 1 0 0,1 1-1 0 0,-1-1 1 0 0,0 1-1 0 0,0 0 1 0 0,1 0-1 0 0,-1 0 1 0 0,3-2-1 0 0,24-14 493 0 0,-25 15-488 0 0,10-3-52 0 0,-1 0-1 0 0,1 0 0 0 0,1 2 1 0 0,-1-1-1 0 0,0 1 1 0 0,1 1-1 0 0,-1 1 1 0 0,1 0-1 0 0,0 0 1 0 0,-1 2-1 0 0,1 0 1 0 0,0 0-1 0 0,24 6 1 0 0,-34-4-56 0 0,0-1 0 0 0,0 1 1 0 0,0 0-1 0 0,0 0 0 0 0,5 6 1 0 0,-8-8-2 0 0,0 1-1 0 0,-1 0 1 0 0,1-1 0 0 0,0 1 0 0 0,-1 0-1 0 0,1 0 1 0 0,-1-1 0 0 0,0 1 0 0 0,1 0-1 0 0,-1 0 1 0 0,0 0 0 0 0,0 0 0 0 0,0-1-1 0 0,0 1 1 0 0,-1 0 0 0 0,1 0 0 0 0,0 0-1 0 0,-1-1 1 0 0,1 1 0 0 0,-1 0 0 0 0,0 0-1 0 0,0-1 1 0 0,1 1 0 0 0,-3 2 0 0 0,-2 4 9 0 0,0 0 1 0 0,-1-1-1 0 0,-9 10 0 0 0,-2 0 37 0 0,-24 19-1 0 0,-11 9 216 0 0,53-44-258 0 0,0 4 0 0 0,-1-5-8 0 0,1 1 1 0 0,0 0-1 0 0,0-1 0 0 0,-1 1 0 0 0,1-1 1 0 0,0 1-1 0 0,0-1 0 0 0,0 1 0 0 0,0-1 1 0 0,0 1-1 0 0,-1-1 0 0 0,1 0 0 0 0,0 1 1 0 0,0-1-1 0 0,0 0 0 0 0,2 0 0 0 0,7 3 1 0 0,2 2 2 0 0,-5-3-2 0 0,0 2 1 0 0,1-1-1 0 0,-1 1 0 0 0,0 0 0 0 0,-1 0 0 0 0,1 1 0 0 0,11 10 1 0 0,-12-9 3 0 0,-2-3 66 0 0,0 1 0 0 0,0-1 0 0 0,-1 1 1 0 0,0 0-1 0 0,0 0 0 0 0,0 0 0 0 0,0 0 0 0 0,0 1 1 0 0,-1-1-1 0 0,0 1 0 0 0,0 0 0 0 0,0-1 0 0 0,0 1 1 0 0,1 9-1 0 0,-3-10 29 0 0,0-1 0 0 0,0 1 0 0 0,-1 0 0 0 0,1 0 0 0 0,-1-1 0 0 0,0 1 0 0 0,0 0 0 0 0,0-1 0 0 0,0 1 0 0 0,-1-1 0 0 0,1 1 0 0 0,-1-1 0 0 0,0 0 0 0 0,0 0 0 0 0,0 0 0 0 0,0 0 0 0 0,-1 0 0 0 0,1 0 0 0 0,-1-1 0 0 0,-4 5 0 0 0,-7 4-2 0 0,-1-1 1 0 0,0 0-1 0 0,0-1 0 0 0,-1-1 0 0 0,0 0 0 0 0,0-1 1 0 0,-1-1-1 0 0,0 0 0 0 0,0-1 0 0 0,-22 3 1 0 0,-4-2-159 0 0,0-1 1 0 0,0-2 0 0 0,-48-4 0 0 0,-118-19-5104 0 0,71-2-4285 0 0,82 12 2267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34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40 968 0 0,'-9'-24'11738'0'0,"9"24"-11705"0"0,-6-12 2533 0 0,3 9-1121 0 0,1 10-1016 0 0,1 10-47 0 0,0 0-1 0 0,-2-1 1 0 0,1 1 0 0 0,-8 19 0 0 0,-25 66-6 0 0,21-61-197 0 0,-3 3-188 0 0,-19 63 125 0 0,33-95-826 0 0,1 1 0 0 0,0 0 0 0 0,0 20 0 0 0,6-7-2280 0 0,4-11-2200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34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75 2680 0 0,'36'-75'14616'0'0,"-42"96"-13068"0"0,-8 24-390 0 0,10-31-999 0 0,-1-1 0 0 0,2 1 0 0 0,-3 15 0 0 0,5-22-117 0 0,1 0 0 0 0,-1 0 0 0 0,1 0 0 0 0,1 0 0 0 0,-1 0 0 0 0,1 0 0 0 0,1 0 0 0 0,-1 0 0 0 0,1 0 1 0 0,3 7-1 0 0,-4-11-27 0 0,1 1 0 0 0,0-1 0 0 0,0 0 0 0 0,0 0 0 0 0,1 0 0 0 0,-1 0 0 0 0,1-1 0 0 0,-1 1 0 0 0,1 0 0 0 0,0-1 1 0 0,0 0-1 0 0,0 0 0 0 0,0 0 0 0 0,1 0 0 0 0,-1 0 0 0 0,0-1 0 0 0,1 1 0 0 0,-1-1 0 0 0,1 0 0 0 0,7 1 0 0 0,-2 0-7 0 0,0-1 0 0 0,1 0 0 0 0,-1-1 0 0 0,1 0 0 0 0,-1-1-1 0 0,1 0 1 0 0,-1 0 0 0 0,1-1 0 0 0,-1 0 0 0 0,0-1 0 0 0,0 0 0 0 0,0 0-1 0 0,0-1 1 0 0,-1 0 0 0 0,1 0 0 0 0,-1-1 0 0 0,0 0 0 0 0,9-8-1 0 0,12-12 394 0 0,-1-2-1 0 0,-2 0 0 0 0,36-48 0 0 0,-61 73-317 0 0,3 9-27 0 0,-4-7-54 0 0,1 1 0 0 0,-1-1 0 0 0,1 0 0 0 0,-1 1-1 0 0,0-1 1 0 0,1 1 0 0 0,-1-1 0 0 0,0 1 0 0 0,0-1 0 0 0,1 0-1 0 0,-1 1 1 0 0,0-1 0 0 0,0 1 0 0 0,0 0 0 0 0,1-1-1 0 0,-1 1 1 0 0,0-1 0 0 0,0 1 0 0 0,0-1 0 0 0,0 1 0 0 0,0-1-1 0 0,0 1 1 0 0,0 0 0 0 0,-14 63 522 0 0,-3-1-1 0 0,-44 111 1 0 0,39-115-354 0 0,-9 19 29 0 0,-3 5-1805 0 0,16-27-2878 0 0,12-39 1106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4:35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1399 89 1432 0 0,'-45'-33'5590'0'0,"29"20"-3482"0"0,-1 1 0 0 0,-23-13 1721 0 0,55 21-3201 0 0,10 2-331 0 0,0 2 0 0 0,26 3 0 0 0,1 0-115 0 0,88-1 46 0 0,295 16 21 0 0,-423-17-248 0 0,0 1 0 0 0,-1 0 0 0 0,1 0-1 0 0,-1 1 1 0 0,1 1 0 0 0,19 8 0 0 0,-26-9 3 0 0,0 0 1 0 0,-1 0-1 0 0,1 1 0 0 0,-1-1 1 0 0,1 1-1 0 0,-1 0 1 0 0,-1 0-1 0 0,1 0 0 0 0,0 1 1 0 0,-1-1-1 0 0,0 1 0 0 0,0 0 1 0 0,0 0-1 0 0,-1 0 0 0 0,0 0 1 0 0,3 7-1 0 0,2 14 212 0 0,-2-1 1 0 0,0 1 0 0 0,-1 0-1 0 0,-2 0 1 0 0,-2 52-1 0 0,-23 133 303 0 0,20-189-482 0 0,-132 753 972 0 0,94-556-726 0 0,-211 1656 526 0 0,225-1520-739 0 0,-33 376 101 0 0,-10-130 1052 0 0,-47-7-54 0 0,58-401 1014 0 0,49-168-1625 0 0,-1-1 0 0 0,0 0-1 0 0,-2 0 1 0 0,-1-2 0 0 0,-26 34-1 0 0,34-50-466 0 0,0 0-1 0 0,-1 0 0 0 0,1 0 1 0 0,-1-1-1 0 0,0 0 1 0 0,-1-1-1 0 0,1 0 0 0 0,-1 0 1 0 0,0 0-1 0 0,0-1 0 0 0,0 0 1 0 0,0-1-1 0 0,0 0 1 0 0,-1 0-1 0 0,1 0 0 0 0,-1-1 1 0 0,1-1-1 0 0,-15 0 0 0 0,-9-2-37 0 0,0-1 1 0 0,1-2-1 0 0,-53-15 0 0 0,-186-59-1831 0 0,-124-30-5526 0 0,183 71-2331 0 0,99 23-617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5:16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911 68 520 0 0,'-1'-4'183'0'0,"-1"0"0"0"0,0 0 0 0 0,-1 0 0 0 0,1 0 0 0 0,-1 0 0 0 0,0 1 0 0 0,1-1 0 0 0,-2 1 0 0 0,1 0 0 0 0,0 0 0 0 0,-1 0 0 0 0,1 0 0 0 0,-1 0 0 0 0,0 1-1 0 0,0 0 1 0 0,0 0 0 0 0,0 0 0 0 0,0 0 0 0 0,0 1 0 0 0,-1-1 0 0 0,1 1 0 0 0,-7-1 0 0 0,1 1-75 0 0,1 0 0 0 0,-1 1 0 0 0,1 0 0 0 0,-1 0 0 0 0,1 1 0 0 0,0 1 0 0 0,-1-1 0 0 0,1 2 0 0 0,-13 4 0 0 0,-18 9 183 0 0,1 1 1 0 0,1 3 0 0 0,1 1-1 0 0,-39 29 1 0 0,25-12-95 0 0,2 2 1 0 0,-50 54-1 0 0,66-59-144 0 0,1 1-1 0 0,2 2 1 0 0,2 1-1 0 0,2 1 1 0 0,1 1-1 0 0,-30 70 1 0 0,42-79-32 0 0,2 0 0 0 0,1 1 0 0 0,2 0 0 0 0,1 0 0 0 0,1 1 0 0 0,2 0 0 0 0,1 0 0 0 0,2 0 0 0 0,2 0 0 0 0,4 36 0 0 0,1-35-8 0 0,1-1 0 0 0,2 0 0 0 0,1 0 0 0 0,2-1 0 0 0,1 0 0 0 0,1-1 0 0 0,2 0 0 0 0,1-2 0 0 0,2 0 0 0 0,1-1 0 0 0,43 49 0 0 0,-34-48 58 0 0,0-1 1 0 0,2-1-1 0 0,1-2 0 0 0,1-1 1 0 0,1-2-1 0 0,1-1 1 0 0,1-2-1 0 0,1-2 0 0 0,72 26 1 0 0,-49-26 14 0 0,2-3 0 0 0,0-2 0 0 0,0-3 0 0 0,78 2 0 0 0,-57-11-21 0 0,-1-3 0 0 0,144-21 0 0 0,-170 12-50 0 0,-1-2 0 0 0,0-2 0 0 0,-2-2-1 0 0,0-3 1 0 0,-1-2 0 0 0,-1-2 0 0 0,-1-3 0 0 0,-1-2 0 0 0,-2-2-1 0 0,-1-1 1 0 0,-1-3 0 0 0,-2-2 0 0 0,51-56 0 0 0,-56 51 65 0 0,-3-1 0 0 0,-1-1 1 0 0,-2-2-1 0 0,-3-1 0 0 0,29-59 0 0 0,-47 79-3 0 0,-1 0-1 0 0,0 0 0 0 0,-2-1 0 0 0,8-53 1 0 0,-14 61-64 0 0,-1 0 1 0 0,-1-1-1 0 0,0 1 0 0 0,-1 0 1 0 0,-2 0-1 0 0,0 0 1 0 0,-10-34-1 0 0,6 34-9 0 0,0 1-1 0 0,-1 0 1 0 0,-1 1-1 0 0,-1 0 1 0 0,-1 1-1 0 0,0 0 1 0 0,-1 0-1 0 0,-20-21 1 0 0,12 18 0 0 0,-1 1 0 0 0,-1 1 0 0 0,0 1 1 0 0,-2 1-1 0 0,-36-20 0 0 0,6 11-20 0 0,-1 2 0 0 0,-1 3 0 0 0,0 2 1 0 0,-2 2-1 0 0,-71-9 0 0 0,33 11-647 0 0,-195-1 1 0 0,26 28-3228 0 0,105 2 417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5:18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0 196 0 0,'0'0'160'0'0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5:19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48 0 0,'0'0'1480'0'0,"8"5"-1328"0"0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5:20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25 340 0 0,'0'0'3455'0'0,"8"-17"-3012"0"0,-3 13-439 0 0,-3 3 8 0 0,35-1 1409 0 0,-46 15-3821 0 0,-1-6 1529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53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1 296 0 0,'0'0'3332'0'0,"12"2"-3264"0"0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54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1 172 0 0,'0'0'1152'0'0,"11"3"-1604"0"0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55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1 984 0 0,'0'0'856'0'0,"1"8"-688"0"0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55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 0 0,'0'0'2232'0'0,"17"1"-2048"0"0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55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1412 0 0,'0'0'2500'0'0,"10"5"-711"0"0,0-1-1717 0 0,1-9-1649 0 0,-3 0-215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56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0 848 0 0,'0'0'1068'0'0,"-2"9"1764"0"0,4-1-2059 0 0,8-5-689 0 0,5-4-3285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56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1 188 0 0,'8'5'2448'0'0,"4"2"-1064"0"0,-3-2-488 0 0,-3 0-508 0 0,-1 3-2760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57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1 200 0 0,'0'0'940'0'0,"-23"2"296"0"0,7 1-220 0 0,3-1-124 0 0,18 8-1156 0 0,7-7-1352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57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36 764 0 0,'59'-13'2655'0'0,"61"-9"-1018"0"0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57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1 952 0 0,'0'0'1424'0'0,"10"3"580"0"0,4 1-1784 0 0,-2-9-1924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59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249 158 880 0 0,'0'-3'1650'0'0,"3"-40"5720"0"0,-3 41-6755 0 0,-1-5 1908 0 0,1 7-2488 0 0,-12 19 481 0 0,1 1-1 0 0,1 1 0 0 0,-10 26 1 0 0,-18 73 125 0 0,23-73-434 0 0,-12 39 47 0 0,-82 307 454 0 0,104-381-576 0 0,2-21-112 0 0,2-24-45 0 0,12-166-58 0 0,6-63-61 0 0,-9 191 33 0 0,27-114 1 0 0,-17 129 70 0 0,-17 53 36 0 0,1-1 0 0 0,0 0 0 0 0,0 1-1 0 0,0 0 1 0 0,0-1 0 0 0,1 1 0 0 0,-1 0-1 0 0,1 0 1 0 0,0 0 0 0 0,0 0 0 0 0,6-4 0 0 0,-6 6 3 0 0,-1-1 0 0 0,1 1 0 0 0,0 0 0 0 0,-1 0 1 0 0,1 0-1 0 0,0 1 0 0 0,0-1 0 0 0,0 1 0 0 0,0-1 1 0 0,-1 1-1 0 0,1 0 0 0 0,0 0 0 0 0,0 0 1 0 0,0 0-1 0 0,5 2 0 0 0,-2-1 68 0 0,0 1 0 0 0,1 1 1 0 0,-2-1-1 0 0,1 1 0 0 0,0 0 1 0 0,9 7-1 0 0,2 2 281 0 0,-1 2 1 0 0,-1 0 0 0 0,20 23-1 0 0,-10-5-66 0 0,0 1-1 0 0,-3 1 0 0 0,0 1 0 0 0,-3 1 0 0 0,0 0 0 0 0,17 54 1 0 0,58 240 336 0 0,-79-271-3177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19:59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146 217 1212 0 0,'-146'7'14503'0'0,"150"-8"-14446"0"0,0 1 0 0 0,0-1-1 0 0,0 0 1 0 0,-1-1-1 0 0,1 1 1 0 0,5-3 0 0 0,8-3 27 0 0,332-109-622 0 0,-114 41-8248 0 0,-183 59 4318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00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14 2204 0 0,'-46'30'12888'0'0,"44"-29"-12344"0"0,1 2 318 0 0,0 2 149 0 0,14-6-864 0 0,56-15-280 0 0,62-12 709 0 0,-108 24-2125 0 0,-1 2 1 0 0,0 0-1 0 0,44 3 0 0 0,-39 6-3842 0 0,-16-3 1282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00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38 684 0 0,'-34'28'4220'0'0,"22"-19"-2305"0"0,0 1 0 0 0,0 0 0 0 0,-14 18 0 0 0,15-17-667 0 0,10-11-1212 0 0,1 1 0 0 0,-1-1 1 0 0,1 0-1 0 0,-1 0 0 0 0,1 1 0 0 0,-1-1 0 0 0,1 0 0 0 0,-1 1 1 0 0,1-1-1 0 0,0 1 0 0 0,-1-1 0 0 0,1 0 0 0 0,0 1 0 0 0,-1-1 0 0 0,1 1 1 0 0,0-1-1 0 0,0 1 0 0 0,0-1 0 0 0,-1 1 0 0 0,1-1 0 0 0,0 1 1 0 0,0-1-1 0 0,0 1 0 0 0,0-1 0 0 0,0 1 0 0 0,0-1 0 0 0,0 1 0 0 0,0-1 1 0 0,0 1-1 0 0,0-1 0 0 0,0 1 0 0 0,0 0 0 0 0,0 0 0 0 0,4 0 130 0 0,54-14-489 0 0,-2-3 0 0 0,81-33 0 0 0,-61 21-2060 0 0,-16 6-1440 0 0,1 0-1805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01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70 552 0 0,'-4'0'2402'0'0,"-84"0"9543"0"0,85 0-11359 0 0,6 0-441 0 0,35-9-144 0 0,160-32 906 0 0,-146 33-2490 0 0,95-3-1 0 0,-109 15-5760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01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1 348 0 0,'-6'2'1246'0'0,"-17"11"6972"0"0,2-3-3801 0 0,19-6-4269 0 0,0-1 1 0 0,0 1-1 0 0,1-1 1 0 0,0 1-1 0 0,0 0 1 0 0,0 0-1 0 0,0-1 1 0 0,1 1-1 0 0,-1 7 1 0 0,2 43 323 0 0,0-12-251 0 0,-1 69 191 0 0,1-9-1378 0 0,-7-35-3028 0 0,-2-31-1256 0 0,1-19 1045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0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48 131 1492 0 0,'-3'2'1940'0'0,"-36"31"6544"0"0,38-32-8116 0 0,0 2 50 0 0,1-3-398 0 0,-1 0 1 0 0,1 0-1 0 0,0 1 1 0 0,0-1 0 0 0,0 0-1 0 0,-1 0 1 0 0,1 0-1 0 0,0 0 1 0 0,0 1-1 0 0,0-1 1 0 0,0 0-1 0 0,0 0 1 0 0,-1 0 0 0 0,1 1-1 0 0,0-1 1 0 0,0 0-1 0 0,0 0 1 0 0,0 0-1 0 0,0 1 1 0 0,0-1-1 0 0,0 0 1 0 0,0 0-1 0 0,0 1 1 0 0,0-1 0 0 0,0 0-1 0 0,0 0 1 0 0,0 0-1 0 0,0 1 1 0 0,0-1-1 0 0,0 0 1 0 0,0 0-1 0 0,0 1 1 0 0,2 0 24 0 0,-1 0 1 0 0,0 0 0 0 0,0 0-1 0 0,1 0 1 0 0,-1 0 0 0 0,0 0-1 0 0,1-1 1 0 0,-1 1-1 0 0,1 0 1 0 0,-1-1 0 0 0,1 1-1 0 0,-1-1 1 0 0,1 0-1 0 0,0 1 1 0 0,-1-1 0 0 0,1 0-1 0 0,2 0 1 0 0,34-3 176 0 0,-29 1-166 0 0,53-8 140 0 0,90-27 0 0 0,59-32-2059 0 0,-95 26-3486 0 0,-59 20 94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01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40 84 0 0,'3'-39'23990'0'0,"-6"58"-24158"0"0,-30 206 1519 0 0,-4 31-1490 0 0,19-85-7295 0 0,17-168 6847 0 0,0 1-556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02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13 186 488 0 0,'-1'-49'9983'0'0,"-10"-76"0"0"0,11 123-9744 0 0,1-2 41 0 0,-1 4-263 0 0,0 0 0 0 0,0 0 1 0 0,0 0-1 0 0,0-1 0 0 0,0 1 0 0 0,0 0 0 0 0,0 0 0 0 0,0-1 0 0 0,0 1 0 0 0,0 0 0 0 0,0 0 0 0 0,0 0 1 0 0,0-1-1 0 0,0 1 0 0 0,0 0 0 0 0,0 0 0 0 0,1 0 0 0 0,-1-1 0 0 0,0 1 0 0 0,0 0 0 0 0,0 0 0 0 0,0 0 1 0 0,0 0-1 0 0,0-1 0 0 0,1 1 0 0 0,-1 0 0 0 0,0 0 0 0 0,0 0 0 0 0,0 0 0 0 0,1 0 0 0 0,-1 0 0 0 0,0-1 0 0 0,0 1 1 0 0,0 0-1 0 0,1 0 0 0 0,-1 0 0 0 0,0 0 0 0 0,0 0 0 0 0,0 0 0 0 0,1 0 0 0 0,-1 0 0 0 0,7 1 56 0 0,-1 1 0 0 0,0 0 0 0 0,0 0-1 0 0,1 1 1 0 0,-2 0 0 0 0,1 0-1 0 0,0 0 1 0 0,0 1 0 0 0,-1 0 0 0 0,0 0-1 0 0,0 0 1 0 0,0 0 0 0 0,0 1 0 0 0,-1 0-1 0 0,5 5 1 0 0,10 16 237 0 0,30 48 1 0 0,-44-65-228 0 0,18 31 258 0 0,32 81-1 0 0,4 49 11 0 0,-46-133-279 0 0,68 230-564 0 0,-81-266 437 0 0,0-1 0 0 0,0 0 0 0 0,0 1 0 0 0,0-1 0 0 0,0 0 0 0 0,0 0 1 0 0,1 1-1 0 0,-1-1 0 0 0,0 0 0 0 0,0 0 0 0 0,0 1 0 0 0,1-1 0 0 0,-1 0 0 0 0,0 0 0 0 0,0 1 0 0 0,1-1 1 0 0,-1 0-1 0 0,0 0 0 0 0,0 0 0 0 0,1 0 0 0 0,-1 1 0 0 0,0-1 0 0 0,0 0 0 0 0,1 0 0 0 0,-1 0 0 0 0,0 0 1 0 0,1 0-1 0 0,-1 0 0 0 0,0 0 0 0 0,1 0 0 0 0,-1 0 0 0 0,0 0 0 0 0,1 0 0 0 0,-1 0 0 0 0,0 0 0 0 0,0 0 0 0 0,1 0 1 0 0,-1 0-1 0 0,12-8-3974 0 0,-2-3 971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02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40 2340 0 0,'-221'61'20253'0'0,"227"-63"-20266"0"0,191-55-1791 0 0,-63 26-7435 0 0,-76 21 106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09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0 224 0 0,'0'0'2660'0'0,"2"9"-1832"0"0,5-2-776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09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0 140 0 0,'0'0'4084'0'0,"6"7"-3628"0"0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10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1012 0 0,'0'0'3964'0'0,"-10"4"-6536"0"0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13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0 196 0 0,'0'0'696'0'0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13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8 468 0 0,'0'0'3788'0'0,"5"-7"-5776"0"0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14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0 764 0 0,'0'0'656'0'0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14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1272 0 0,'0'0'2844'0'0,"3"8"-4356"0"0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14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2 388 0 0,'0'0'5557'0'0,"19"-2"-3173"0"0,-9 6-3916 0 0,-12 6-2861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3:52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23 536 0 0,'0'0'1473'0'0,"21"-5"-330"0"0,-2-12-2535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08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1 408 0 0,'0'0'1652'0'0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08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0 344 0 0,'0'0'1796'0'0,"11"4"-2576"0"0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3:56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167 947 208 0 0,'-3'0'4621'0'0,"-70"-7"6081"0"0,83 29-10308 0 0,12-4-238 0 0,0-2 0 0 0,1 0 0 0 0,1-1 0 0 0,1-1 0 0 0,37 15 0 0 0,-45-23-125 0 0,-1-1 1 0 0,1 0-1 0 0,0-1 1 0 0,0-1-1 0 0,0 0 1 0 0,1-1-1 0 0,-1-1 1 0 0,1-1-1 0 0,-1-1 0 0 0,21-3 1 0 0,-9 0-5 0 0,0-3-1 0 0,0 0 1 0 0,0-2 0 0 0,-1-1-1 0 0,0-1 1 0 0,-1-1 0 0 0,-1-1-1 0 0,0-2 1 0 0,0-1 0 0 0,-2-1-1 0 0,0-1 1 0 0,-1-1 0 0 0,32-33-1 0 0,-48 42 17 0 0,1 0 0 0 0,-2 0 0 0 0,0-1 0 0 0,0 0 0 0 0,-1 0-1 0 0,0-1 1 0 0,-1 1 0 0 0,0-1 0 0 0,-1 0 0 0 0,0 0 0 0 0,-1 0 0 0 0,0 0 0 0 0,0-15-1 0 0,-2-15 15 0 0,-1 1 0 0 0,-11-66-1 0 0,6 74-52 0 0,-1-1-1 0 0,-1 1 0 0 0,-2 0 0 0 0,-1 1 0 0 0,-2 0 0 0 0,-29-52 1 0 0,30 63-5 0 0,-1 1 1 0 0,-1 0-1 0 0,-1 1 1 0 0,-1 1 0 0 0,-1 0-1 0 0,0 1 1 0 0,-1 1 0 0 0,-1 0-1 0 0,0 2 1 0 0,-28-17-1 0 0,36 26-3 0 0,0 0 0 0 0,0 1-1 0 0,0 0 1 0 0,-1 1-1 0 0,0 0 1 0 0,0 1 0 0 0,0 1-1 0 0,0-1 1 0 0,0 2-1 0 0,0 0 1 0 0,0 0 0 0 0,0 1-1 0 0,0 0 1 0 0,1 1 0 0 0,-1 1-1 0 0,-17 5 1 0 0,8-1-6 0 0,1 1-1 0 0,0 1 1 0 0,1 0 0 0 0,-1 2 0 0 0,2 0-1 0 0,0 1 1 0 0,0 1 0 0 0,-21 20 0 0 0,23-16 5 0 0,0 0 1 0 0,1 2 0 0 0,2 0-1 0 0,-1 0 1 0 0,-11 26 0 0 0,-45 110 5 0 0,57-122-13 0 0,2 1 0 0 0,1 0 0 0 0,2 1 0 0 0,-5 46 0 0 0,11-61 25 0 0,1 1 0 0 0,1-1 0 0 0,1 1 0 0 0,0 0 0 0 0,2-1 0 0 0,1 1 0 0 0,0-1 0 0 0,14 37 0 0 0,0-13 41 0 0,43 78 0 0 0,-48-101-41 0 0,1 0 1 0 0,2 0 0 0 0,0-2-1 0 0,0 0 1 0 0,26 22 0 0 0,-13-18-345 0 0,56 36 0 0 0,-33-30-8744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57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65 1760 0 0,'-5'-49'8902'0'0,"5"48"-8490"0"0,-1-1 0 0 0,0 1 0 0 0,1-1 1 0 0,-1 1-1 0 0,0 0 0 0 0,0 0 0 0 0,0-1 0 0 0,0 1 1 0 0,0 0-1 0 0,-2-1 0 0 0,-4 21 292 0 0,1 0-1 0 0,1 0 1 0 0,0 0 0 0 0,-3 33 0 0 0,0-2-338 0 0,-21 81 162 0 0,-8 39-831 0 0,25-54-3447 0 0,13-69 271 0 0,7-17-2366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58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67 151 148 0 0,'-1'-11'1148'0'0,"0"1"0"0"0,1-1 0 0 0,0 0-1 0 0,1 0 1 0 0,0 0 0 0 0,5-19 0 0 0,-5 27-1019 0 0,0 0 0 0 0,1 0 0 0 0,-1 0-1 0 0,1 0 1 0 0,-1 0 0 0 0,1 0 0 0 0,0 0 0 0 0,0 1 0 0 0,0-1-1 0 0,0 1 1 0 0,1-1 0 0 0,-1 1 0 0 0,1 0 0 0 0,-1 0 0 0 0,1 0-1 0 0,0 0 1 0 0,0 0 0 0 0,0 1 0 0 0,0-1 0 0 0,0 1 0 0 0,0 0 0 0 0,0 0-1 0 0,0 0 1 0 0,0 0 0 0 0,1 1 0 0 0,3-1 0 0 0,1 0-40 0 0,-1 1 0 0 0,1 0 0 0 0,0 1 1 0 0,-1 0-1 0 0,1 0 0 0 0,-1 0 0 0 0,1 1 0 0 0,-1 0 1 0 0,0 1-1 0 0,1-1 0 0 0,-1 1 0 0 0,-1 1 0 0 0,1 0 1 0 0,11 8-1 0 0,-13-9-70 0 0,-1 0 1 0 0,0 0-1 0 0,-1 0 1 0 0,1 1-1 0 0,-1 0 1 0 0,1 0-1 0 0,-1 0 1 0 0,0 0-1 0 0,-1 0 1 0 0,1 1-1 0 0,-1-1 1 0 0,0 1-1 0 0,0 0 1 0 0,0-1-1 0 0,0 1 1 0 0,-1 0-1 0 0,0 0 1 0 0,0 0-1 0 0,-1 0 1 0 0,1 0-1 0 0,-1 1 1 0 0,0-1-1 0 0,-1 5 1 0 0,-1 3 6 0 0,-1 0 0 0 0,-1 0 0 0 0,0 0 0 0 0,-1-1 0 0 0,0 0-1 0 0,-1 0 1 0 0,0 0 0 0 0,-1-1 0 0 0,0 0 0 0 0,-1 0 0 0 0,0-1 0 0 0,-1 0 0 0 0,-15 14 0 0 0,7-9 5 0 0,0-1 1 0 0,-2 0-1 0 0,0-2 0 0 0,0 0 1 0 0,-1-1-1 0 0,-41 16 1 0 0,34-23 158 0 0,19-4-90 0 0,5 0 38 0 0,0 0 16 0 0,0 2 724 0 0,8 4-368 0 0,22 15-197 0 0,15 14-98 0 0,-12-1 47 0 0,50 74 1 0 0,-50-56-348 0 0,9 16-2140 0 0,-33-59 677 0 0,1 1 0 0 0,0-1 0 0 0,1-1-1 0 0,14 13 1 0 0,-7-9-3071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58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49 1748 0 0,'-2'-2'2316'0'0,"-22"-32"7529"0"0,24 33-9800 0 0,1 0 0 0 0,-1 1 0 0 0,0-1 1 0 0,1 0-1 0 0,-1 1 0 0 0,1-1 0 0 0,-1 0 1 0 0,1 1-1 0 0,-1-1 0 0 0,1 0 0 0 0,-1 1 1 0 0,1-1-1 0 0,-1 1 0 0 0,1-1 0 0 0,0 1 1 0 0,-1 0-1 0 0,1-1 0 0 0,0 1 0 0 0,0 0 1 0 0,-1-1-1 0 0,1 1 0 0 0,0 0 1 0 0,0 0-1 0 0,-1-1 0 0 0,1 1 0 0 0,0 0 1 0 0,0 0-1 0 0,0 0 0 0 0,-1 0 0 0 0,1 0 1 0 0,0 0-1 0 0,1 1 0 0 0,28 2 257 0 0,-25-3-288 0 0,-1 2 1 0 0,0-1-1 0 0,0 0 1 0 0,0 1-1 0 0,0 0 0 0 0,0-1 1 0 0,0 2-1 0 0,-1-1 0 0 0,1 0 1 0 0,0 1-1 0 0,-1 0 0 0 0,0-1 1 0 0,0 1-1 0 0,0 1 0 0 0,0-1 1 0 0,0 0-1 0 0,-1 1 0 0 0,1-1 1 0 0,-1 1-1 0 0,0 0 1 0 0,0 0-1 0 0,0 0 0 0 0,-1 0 1 0 0,0 0-1 0 0,1 0 0 0 0,-1 0 1 0 0,0 1-1 0 0,-1-1 0 0 0,1 0 1 0 0,-1 0-1 0 0,0 1 0 0 0,0-1 1 0 0,0 0-1 0 0,-1 1 0 0 0,0-1 1 0 0,0 0-1 0 0,-2 7 0 0 0,-2 3 193 0 0,-1 1-1 0 0,0-1 1 0 0,-1-1-1 0 0,-1 1 1 0 0,-16 20-1 0 0,-53 57 529 0 0,44-51-404 0 0,32-38-263 0 0,16 0-31 0 0,-4-3-147 0 0,1-1 0 0 0,-1 0 0 0 0,1-1 0 0 0,-1 0 1 0 0,11-5-1 0 0,-1 1-434 0 0,63-18-2189 0 0,19-7-3991 0 0,-62 18 1129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58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86 1244 0 0,'-42'-16'9812'0'0,"-4"-1"-3570"0"0,47 15-6087 0 0,-1 2-151 0 0,0-1 0 0 0,0 1 0 0 0,0 0 0 0 0,0-1 0 0 0,0 1 0 0 0,0-1 0 0 0,0 1 0 0 0,0 0 0 0 0,0 0 0 0 0,0-1 0 0 0,0 1 0 0 0,1 0 0 0 0,-1-1 0 0 0,0 1 0 0 0,0 0 0 0 0,0-1 0 0 0,1 1 0 0 0,-1 0 0 0 0,0 0 0 0 0,0-1 0 0 0,0 1 0 0 0,1 0 0 0 0,-1 0 0 0 0,0 0 0 0 0,1-1 0 0 0,-1 1 0 0 0,0 0 0 0 0,1 0 0 0 0,76-14-1501 0 0,37-8-7854 0 0,-86 16 5034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59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85 1604 0 0,'-4'-3'1386'0'0,"0"0"0"0"0,0-1 1 0 0,1 1-1 0 0,0-1 0 0 0,-1 0 0 0 0,-2-5 0 0 0,5 8-1301 0 0,1 0 0 0 0,0 0 1 0 0,-1 0-1 0 0,1 0 0 0 0,0 0 0 0 0,0 0 0 0 0,0 0 0 0 0,-1 0 1 0 0,1 0-1 0 0,0 0 0 0 0,1 0 0 0 0,-1 0 0 0 0,0 0 0 0 0,0 0 1 0 0,0 0-1 0 0,0 0 0 0 0,1 0 0 0 0,-1 0 0 0 0,1 0 0 0 0,-1 0 1 0 0,0 0-1 0 0,1 0 0 0 0,-1 1 0 0 0,1-1 0 0 0,0 0 0 0 0,-1 0 1 0 0,1 0-1 0 0,0 1 0 0 0,0-1 0 0 0,-1 0 0 0 0,1 1 1 0 0,0-1-1 0 0,0 1 0 0 0,1-2 0 0 0,2 0 9 0 0,1-1 1 0 0,0 0-1 0 0,-1 1 0 0 0,10-3 0 0 0,-6 3-48 0 0,0 0 0 0 0,0 0-1 0 0,1 1 1 0 0,-1 1-1 0 0,0-1 1 0 0,1 2-1 0 0,-1-1 1 0 0,1 1 0 0 0,-1 0-1 0 0,15 4 1 0 0,-17-3-39 0 0,-1-1 0 0 0,0 1 0 0 0,0 0 0 0 0,0 1-1 0 0,0-1 1 0 0,0 1 0 0 0,0 0 0 0 0,-1 0 0 0 0,1 0 0 0 0,-1 1 0 0 0,0-1 0 0 0,0 1 0 0 0,0 0 0 0 0,-1 0 0 0 0,1 1 0 0 0,-1-1-1 0 0,4 8 1 0 0,-5-8 6 0 0,-1 1 0 0 0,0-1-1 0 0,1 1 1 0 0,-2 0-1 0 0,1-1 1 0 0,0 1 0 0 0,-1 0-1 0 0,0-1 1 0 0,0 1-1 0 0,-1 0 1 0 0,1 0 0 0 0,-1-1-1 0 0,0 1 1 0 0,0-1-1 0 0,0 1 1 0 0,-1-1 0 0 0,0 1-1 0 0,1-1 1 0 0,-2 0-1 0 0,1 0 1 0 0,0 0 0 0 0,-6 7-1 0 0,-5 6 54 0 0,-1 0 0 0 0,-1-1 0 0 0,-25 21 0 0 0,32-31-40 0 0,-35 32 1085 0 0,41-37-816 0 0,3 0-296 0 0,-1 0 1 0 0,1 0-1 0 0,-1 0 1 0 0,1 0-1 0 0,-1-1 1 0 0,1 1-1 0 0,0 0 0 0 0,-1 0 1 0 0,1-1-1 0 0,0 1 1 0 0,0-1-1 0 0,-1 1 1 0 0,1 0-1 0 0,0-1 0 0 0,0 1 1 0 0,0-1-1 0 0,0 0 1 0 0,0 1-1 0 0,1-1 1 0 0,25 10-59 0 0,-20-8 49 0 0,10 6-24 0 0,0 0 1 0 0,-1 1 0 0 0,18 12-1 0 0,-29-17 43 0 0,1 0 0 0 0,-1 0 0 0 0,1 1-1 0 0,-1 0 1 0 0,-1 0 0 0 0,1 0 0 0 0,-1 1 0 0 0,0 0 0 0 0,0-1-1 0 0,0 1 1 0 0,3 9 0 0 0,-6-11 66 0 0,-1-1 1 0 0,1 0-1 0 0,-1 1 1 0 0,0-1-1 0 0,0 1 0 0 0,0-1 1 0 0,0 1-1 0 0,-1-1 0 0 0,1 1 1 0 0,-1-1-1 0 0,0 0 1 0 0,0 1-1 0 0,0-1 0 0 0,0 0 1 0 0,-1 0-1 0 0,0 0 1 0 0,1 0-1 0 0,-1 0 0 0 0,0 0 1 0 0,0 0-1 0 0,0 0 1 0 0,-1-1-1 0 0,1 1 0 0 0,-1-1 1 0 0,-3 3-1 0 0,0 0 93 0 0,0 0-1 0 0,0 0 0 0 0,0-1 1 0 0,-1 0-1 0 0,0 0 1 0 0,0 0-1 0 0,0-1 0 0 0,-1 0 1 0 0,1 0-1 0 0,-10 1 1 0 0,14-3-167 0 0,-15 2 340 0 0,1-1 0 0 0,-29 1 0 0 0,42-3-439 0 0,-1 0 0 0 0,0-1 0 0 0,1 1 0 0 0,-1-1 0 0 0,1 0 0 0 0,-1 0-1 0 0,1-1 1 0 0,-1 1 0 0 0,1-1 0 0 0,0 0 0 0 0,-1 0 0 0 0,1 0 0 0 0,0-1 0 0 0,1 0 0 0 0,-6-3 0 0 0,8 4-321 0 0,0 1 0 0 0,0-1-1 0 0,0 1 1 0 0,1-1 0 0 0,-1 0 0 0 0,0 1 0 0 0,1-1 0 0 0,-1 0 0 0 0,1 1-1 0 0,0-1 1 0 0,-1 0 0 0 0,1 1 0 0 0,0-1 0 0 0,0 0 0 0 0,0 0-1 0 0,0 1 1 0 0,1-1 0 0 0,-1 0 0 0 0,0 0 0 0 0,1 1 0 0 0,-1-1 0 0 0,1 0-1 0 0,0 1 1 0 0,-1-1 0 0 0,1 1 0 0 0,0-1 0 0 0,0 1 0 0 0,0-1 0 0 0,2-1-1 0 0,5-10-5121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59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28 1416 0 0,'7'-27'14816'0'0,"-6"43"-14073"0"0,-2 22-442 0 0,-7 29 259 0 0,-2 0 0 0 0,-3-1 1 0 0,-22 66-1 0 0,-5 22-456 0 0,32-119-793 0 0,-2 5-1890 0 0,5-11-5283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5:59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12 182 1392 0 0,'3'-13'1860'0'0,"0"-1"0"0"0,1 1-1 0 0,7-16 1 0 0,-7 20-1240 0 0,0 0 0 0 0,1 1 0 0 0,0-1 0 0 0,0 1 0 0 0,9-8 0 0 0,-10 11-508 0 0,1 0 1 0 0,0 0 0 0 0,0 1 0 0 0,0 0-1 0 0,1 0 1 0 0,0 0 0 0 0,-1 1 0 0 0,1 0-1 0 0,0 0 1 0 0,1 0 0 0 0,-1 1-1 0 0,0 0 1 0 0,1 0 0 0 0,-1 1 0 0 0,1-1-1 0 0,0 1 1 0 0,-1 1 0 0 0,1-1 0 0 0,8 2-1 0 0,-7-1-83 0 0,0 1 0 0 0,0 0 0 0 0,0 1 0 0 0,-1 0 0 0 0,1 0-1 0 0,0 0 1 0 0,-1 1 0 0 0,1 0 0 0 0,-1 1 0 0 0,0 0 0 0 0,0 0 0 0 0,8 7-1 0 0,-12-9-14 0 0,0 1-1 0 0,0 0 1 0 0,0 0-1 0 0,0 0 1 0 0,-1 0-1 0 0,0 0 1 0 0,1 0-1 0 0,-1 1 1 0 0,0-1-1 0 0,-1 1 1 0 0,1-1-1 0 0,-1 1 1 0 0,1 0-1 0 0,-1 0 1 0 0,0 0-1 0 0,-1-1 1 0 0,1 1-1 0 0,-1 0 1 0 0,1 0-1 0 0,-1 0 1 0 0,0 0-1 0 0,-1 0 1 0 0,1 0-1 0 0,-1 0 1 0 0,0 0-1 0 0,-1 6 1 0 0,-3 2 15 0 0,0-1 1 0 0,-1 1-1 0 0,0-1 1 0 0,0 0 0 0 0,-2 0-1 0 0,1 0 1 0 0,-1-1-1 0 0,-1-1 1 0 0,1 1 0 0 0,-2-1-1 0 0,-14 11 1 0 0,-13 8 197 0 0,-73 40 1 0 0,44-33 2717 0 0,64-34-2798 0 0,-3 1 36 0 0,4-2-184 0 0,1 0 1 0 0,-1 0 0 0 0,1 0 0 0 0,0 0-1 0 0,-1 1 1 0 0,1-1 0 0 0,-1 0 0 0 0,1 0-1 0 0,-1 0 1 0 0,1 0 0 0 0,0 0 0 0 0,-1 1-1 0 0,1-1 1 0 0,-1 0 0 0 0,1 0 0 0 0,0 1-1 0 0,-1-1 1 0 0,1 0 0 0 0,0 0 0 0 0,-1 1 0 0 0,1-1-1 0 0,0 0 1 0 0,0 1 0 0 0,-1-1 0 0 0,1 0-1 0 0,0 1 1 0 0,0-1 0 0 0,0 1 0 0 0,-1-1-1 0 0,1 1 1 0 0,0-1 0 0 0,0 0 0 0 0,0 1-1 0 0,0-1 1 0 0,0 1 0 0 0,0-1 0 0 0,0 1-1 0 0,8 10-43 0 0,0 0 0 0 0,1 0 0 0 0,16 14-1 0 0,-14-14 45 0 0,0 1 0 0 0,17 23-1 0 0,33 76 20 0 0,-30-48-2630 0 0,6-3-5622 0 0,-23-40 2020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0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45 2544 0 0,'7'-12'6024'0'0,"6"-13"2234"0"0,-13 24-8227 0 0,0 1 0 0 0,0 0-1 0 0,0 0 1 0 0,0 0 0 0 0,0-1-1 0 0,0 1 1 0 0,0 0 0 0 0,0 0-1 0 0,0-1 1 0 0,0 1 0 0 0,0 0 0 0 0,0 0-1 0 0,0 0 1 0 0,0-1 0 0 0,0 1-1 0 0,0 0 1 0 0,0 0 0 0 0,0-1-1 0 0,0 1 1 0 0,1 0 0 0 0,-1 0-1 0 0,0 0 1 0 0,0-1 0 0 0,0 1 0 0 0,0 0-1 0 0,0 0 1 0 0,0 0 0 0 0,1 0-1 0 0,-1-1 1 0 0,0 1 0 0 0,0 0-1 0 0,0 0 1 0 0,1 0 0 0 0,-1 0 0 0 0,0 0-1 0 0,0 0 1 0 0,0 0 0 0 0,1-1-1 0 0,-1 1 1 0 0,0 0 0 0 0,0 0-1 0 0,0 0 1 0 0,1 0 0 0 0,-1 0-1 0 0,0 0 1 0 0,0 0 0 0 0,1 0 0 0 0,-1 0-1 0 0,0 0 1 0 0,0 0 0 0 0,0 0-1 0 0,1 0 1 0 0,-1 1 0 0 0,0-1-1 0 0,0 0 1 0 0,1 0 0 0 0,-1 0-1 0 0,0 0 1 0 0,0 0 0 0 0,0 0 0 0 0,0 0-1 0 0,1 1 1 0 0,-1-1 0 0 0,0 0-1 0 0,0 0 1 0 0,0 0 0 0 0,0 0-1 0 0,1 1 1 0 0,9 12 489 0 0,-6 3-437 0 0,-1 0 0 0 0,-1 0 0 0 0,-1 1 1 0 0,0-1-1 0 0,-1 1 0 0 0,-1-1 0 0 0,-3 20 0 0 0,2-11-143 0 0,-17 114-3634 0 0,-3-50-3776 0 0,11-49 969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1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28 1288 0 0,'-1'-28'12427'0'0,"-1"32"-11165"0"0,-5 16-281 0 0,-7 28-533 0 0,-43 155 487 0 0,-55 239-2582 0 0,106-408-535 0 0,4-19-1411 0 0,1-7 195 0 0,0 2-719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1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95 185 2684 0 0,'4'-30'3287'0'0,"-1"9"-41"0"0,9-41 1 0 0,-11 58-3055 0 0,0-1 0 0 0,1 1 0 0 0,-1-1 0 0 0,1 1 0 0 0,0 0-1 0 0,1 0 1 0 0,-1 0 0 0 0,1 0 0 0 0,0 0 0 0 0,0 0 0 0 0,0 1 0 0 0,0-1 0 0 0,0 1 0 0 0,6-4 0 0 0,-4 5-149 0 0,-1 1-1 0 0,1 0 1 0 0,0-1-1 0 0,-1 2 1 0 0,1-1-1 0 0,0 0 0 0 0,0 1 1 0 0,0 0-1 0 0,-1 0 1 0 0,1 0-1 0 0,0 1 0 0 0,0 0 1 0 0,0 0-1 0 0,-1 0 1 0 0,9 3-1 0 0,-8-2-30 0 0,-1-1-1 0 0,1 1 0 0 0,-1 0 1 0 0,0 0-1 0 0,0 0 1 0 0,0 1-1 0 0,0 0 0 0 0,0-1 1 0 0,-1 1-1 0 0,1 1 1 0 0,-1-1-1 0 0,0 0 1 0 0,0 1-1 0 0,0 0 0 0 0,0-1 1 0 0,0 1-1 0 0,-1 0 1 0 0,0 1-1 0 0,0-1 0 0 0,0 0 1 0 0,0 1-1 0 0,0 4 1 0 0,-1-4-1 0 0,0 0 1 0 0,0 1 0 0 0,-1-1 0 0 0,0 0 0 0 0,0 1 0 0 0,-1-1-1 0 0,0 0 1 0 0,0 1 0 0 0,0-1 0 0 0,0 0 0 0 0,-1 0-1 0 0,1 0 1 0 0,-1 0 0 0 0,-1 0 0 0 0,1 0 0 0 0,-1-1-1 0 0,0 1 1 0 0,0-1 0 0 0,-4 5 0 0 0,0-1 4 0 0,-1 0 0 0 0,0 0-1 0 0,0-1 1 0 0,-1 0 0 0 0,0 0 0 0 0,0-1 0 0 0,-1 0 0 0 0,0-1 0 0 0,0 0 0 0 0,0 0-1 0 0,-12 3 1 0 0,-6 0 395 0 0,-1-2 0 0 0,-55 7 0 0 0,82-13-323 0 0,-11 3 5 0 0,13-3-93 0 0,-1 0-1 0 0,1 0 1 0 0,-1 0 0 0 0,1 0 0 0 0,0 0 0 0 0,-1 0 0 0 0,1 0-1 0 0,0 0 1 0 0,-1 0 0 0 0,1 1 0 0 0,0-1 0 0 0,-1 0 0 0 0,1 0-1 0 0,0 0 1 0 0,-1 1 0 0 0,1-1 0 0 0,0 0 0 0 0,-1 0-1 0 0,1 1 1 0 0,0-1 0 0 0,-1 0 0 0 0,1 0 0 0 0,0 1 0 0 0,0-1-1 0 0,0 0 1 0 0,-1 1 0 0 0,1-1 0 0 0,0 0 0 0 0,0 1 0 0 0,0-1-1 0 0,0 0 1 0 0,0 2 0 0 0,17 18-3 0 0,2-1 0 0 0,0-1 0 0 0,35 26 0 0 0,18 17 86 0 0,-6 8-643 0 0,-16-16-2252 0 0,3-4-4653 0 0,-36-36 2516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2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191 131 1104 0 0,'-4'-5'1407'0'0,"0"-1"0"0"0,1 1 0 0 0,-1-1 0 0 0,1 1 0 0 0,0-1 0 0 0,0 0 0 0 0,-3-9 0 0 0,6 13-1281 0 0,-1 0 0 0 0,1 0-1 0 0,0 0 1 0 0,0 0-1 0 0,-1 0 1 0 0,1 0 0 0 0,1 0-1 0 0,-1 0 1 0 0,0 0-1 0 0,0 0 1 0 0,1 0 0 0 0,-1 0-1 0 0,1 0 1 0 0,0 0-1 0 0,-1 0 1 0 0,1 0 0 0 0,0 0-1 0 0,0 0 1 0 0,0 1 0 0 0,0-1-1 0 0,1 0 1 0 0,-1 1-1 0 0,0-1 1 0 0,1 1 0 0 0,-1-1-1 0 0,1 1 1 0 0,3-2-1 0 0,0-1-60 0 0,1 1-1 0 0,-1 1 0 0 0,1-1 0 0 0,0 1 1 0 0,0 0-1 0 0,0 0 0 0 0,0 0 0 0 0,0 1 1 0 0,1 0-1 0 0,-1 1 0 0 0,0-1 0 0 0,0 1 0 0 0,1 0 1 0 0,6 1-1 0 0,-10-1-55 0 0,0 1 1 0 0,-1-1-1 0 0,1 1 1 0 0,0-1 0 0 0,0 1-1 0 0,0 0 1 0 0,0 0-1 0 0,0 0 1 0 0,-1 0-1 0 0,1 1 1 0 0,0-1-1 0 0,-1 1 1 0 0,1-1-1 0 0,-1 1 1 0 0,0 0-1 0 0,0 0 1 0 0,1 0-1 0 0,-1 0 1 0 0,0 1-1 0 0,-1-1 1 0 0,1 1-1 0 0,0-1 1 0 0,-1 1-1 0 0,1-1 1 0 0,-1 1-1 0 0,0 0 1 0 0,0 0-1 0 0,0-1 1 0 0,0 1 0 0 0,-1 0-1 0 0,1 5 1 0 0,0-4 5 0 0,-1 1 1 0 0,-1 0-1 0 0,1-1 1 0 0,-1 1 0 0 0,1 0-1 0 0,-1-1 1 0 0,-1 1-1 0 0,1-1 1 0 0,-1 0-1 0 0,1 1 1 0 0,-1-1 0 0 0,-1 0-1 0 0,1 0 1 0 0,-4 5-1 0 0,-4 3 36 0 0,-1 0-1 0 0,-21 20 1 0 0,20-21-3 0 0,1 0 1 0 0,-11 13-1 0 0,15-18-42 0 0,-4 4 17 0 0,11-10-23 0 0,0 1 0 0 0,0-1 0 0 0,0 0 0 0 0,0 0 0 0 0,0 0 0 0 0,-1 1 0 0 0,1-1 0 0 0,0 0 0 0 0,0 0 0 0 0,0 1 0 0 0,0-1 0 0 0,0 0 0 0 0,0 0 0 0 0,0 1 0 0 0,0-1 0 0 0,0 0 0 0 0,0 0 0 0 0,0 1-1 0 0,0-1 1 0 0,0 0 0 0 0,0 0 0 0 0,0 1 0 0 0,0-1 0 0 0,1 0 0 0 0,-1 0 0 0 0,0 1 0 0 0,0-1 0 0 0,0 0 0 0 0,0 0 0 0 0,0 1 0 0 0,1-1 0 0 0,-1 0 0 0 0,0 0 0 0 0,0 0 0 0 0,0 0 0 0 0,0 1 0 0 0,1-1 0 0 0,-1 0 0 0 0,0 0 0 0 0,0 0 0 0 0,1 0 0 0 0,-1 0 0 0 0,0 0 0 0 0,1 1 0 0 0,16 5-46 0 0,31 9 1 0 0,-6-3 17 0 0,-33-9 37 0 0,0 0-1 0 0,0 1 1 0 0,0 1 0 0 0,0-1-1 0 0,0 1 1 0 0,-1 1 0 0 0,0 0 0 0 0,8 7-1 0 0,-14-11 65 0 0,0 0 0 0 0,0 0-1 0 0,0 1 1 0 0,0-1 0 0 0,0 0 0 0 0,0 1-1 0 0,-1 0 1 0 0,1-1 0 0 0,-1 1 0 0 0,0 0-1 0 0,0 0 1 0 0,0-1 0 0 0,0 1 0 0 0,0 0-1 0 0,-1 0 1 0 0,1 0 0 0 0,-1 0 0 0 0,0 0-1 0 0,0 0 1 0 0,0 1 0 0 0,0-1 0 0 0,0 0 0 0 0,-1 0-1 0 0,1 0 1 0 0,-1 0 0 0 0,0-1 0 0 0,0 1-1 0 0,0 0 1 0 0,0 0 0 0 0,-2 2-1 0 0,-4 5 82 0 0,1 0-1 0 0,-2 0 0 0 0,1-1 0 0 0,-1 0 0 0 0,-1-1 0 0 0,0 0 0 0 0,0 0 0 0 0,0-1 0 0 0,-1 0 0 0 0,0 0 0 0 0,0-1 0 0 0,-1-1 0 0 0,0 0 0 0 0,0 0 0 0 0,-13 3 1 0 0,10-3-140 0 0,-1-1 0 0 0,0-1 1 0 0,0 0-1 0 0,0-1 1 0 0,0 0-1 0 0,0-2 1 0 0,0 1-1 0 0,-1-2 1 0 0,1 0-1 0 0,0-1 1 0 0,-23-6-1 0 0,34 7-200 0 0,1 0-1 0 0,0 0 0 0 0,0 0 0 0 0,0-1 0 0 0,0 1 0 0 0,0-1 1 0 0,0 0-1 0 0,0 0 0 0 0,1 0 0 0 0,-1 0 0 0 0,1 0 0 0 0,-1-1 1 0 0,1 1-1 0 0,0-1 0 0 0,0 1 0 0 0,0-1 0 0 0,0 0 0 0 0,-1-3 1 0 0,2 3-460 0 0,0-1 0 0 0,0 0 1 0 0,0 1-1 0 0,0-1 0 0 0,0 0 1 0 0,1 1-1 0 0,0-1 0 0 0,0 0 1 0 0,0 0-1 0 0,0 1 0 0 0,0-1 0 0 0,1 0 1 0 0,0 1-1 0 0,0-1 0 0 0,2-6 1 0 0,5-11-5612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2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1276 0 0,'25'-22'14603'0'0,"-20"20"-14250"0"0,-1 1-1 0 0,1-1 1 0 0,0 1 0 0 0,0 0 0 0 0,9-1 0 0 0,91-5-1787 0 0,-9 2-7341 0 0,-70 2 3392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2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54 328 0 0,'-1'-3'2979'0'0,"-2"-2"-1152"0"0,1 2-346 0 0,-1-1 0 0 0,1 0 1 0 0,0 0-1 0 0,0 0 0 0 0,0 0 0 0 0,-1-4 0 0 0,3 7-1421 0 0,0 0 1 0 0,0 1-1 0 0,0-1 0 0 0,0 1 0 0 0,0-1 1 0 0,0 1-1 0 0,1-1 0 0 0,-1 1 0 0 0,0-1 1 0 0,0 1-1 0 0,1-1 0 0 0,-1 1 0 0 0,0-1 1 0 0,0 1-1 0 0,1-1 0 0 0,-1 1 0 0 0,0-1 1 0 0,1 1-1 0 0,-1-1 0 0 0,1 1 0 0 0,-1 0 1 0 0,1-1-1 0 0,-1 1 0 0 0,1 0 0 0 0,-1-1 1 0 0,1 1-1 0 0,-1 0 0 0 0,2-1 0 0 0,20 0 468 0 0,-15 2-490 0 0,0 1 1 0 0,0-1-1 0 0,0 1 0 0 0,7 3 0 0 0,-7-1-18 0 0,0-1-1 0 0,0 1 1 0 0,-1 0-1 0 0,0 0 0 0 0,0 1 1 0 0,0 0-1 0 0,0 0 1 0 0,-1 0-1 0 0,0 1 1 0 0,0 0-1 0 0,0 0 0 0 0,-1 0 1 0 0,0 0-1 0 0,0 1 1 0 0,-1-1-1 0 0,1 1 1 0 0,-1 0-1 0 0,-1 0 0 0 0,0 1 1 0 0,0-1-1 0 0,0 0 1 0 0,-1 1-1 0 0,0-1 1 0 0,0 1-1 0 0,-1-1 0 0 0,0 1 1 0 0,0 0-1 0 0,0-1 1 0 0,-1 1-1 0 0,-1-1 0 0 0,1 1 1 0 0,-1-1-1 0 0,-1 0 1 0 0,1 0-1 0 0,-1 0 1 0 0,-5 10-1 0 0,-4 4 187 0 0,-1-1 0 0 0,-1 0 1 0 0,-1-1-1 0 0,0 0 0 0 0,-2-2 0 0 0,-20 19 0 0 0,-118 85 1251 0 0,152-118-1425 0 0,-2 0 0 0 0,0 0-1 0 0,1 1 1 0 0,-1 0 0 0 0,1 0 0 0 0,-6 8 0 0 0,9-11 1 0 0,1 0-30 0 0,1-1 0 0 0,-1 1 0 0 0,1-1 1 0 0,-1 1-1 0 0,1 0 0 0 0,-1-1 0 0 0,1 1 1 0 0,-1-1-1 0 0,1 1 0 0 0,0-1 0 0 0,-1 0 1 0 0,1 1-1 0 0,0-1 0 0 0,0 0 0 0 0,-1 1 0 0 0,1-1 1 0 0,0 0-1 0 0,0 0 0 0 0,0 1 0 0 0,-1-1 1 0 0,1 0-1 0 0,0 0 0 0 0,0 0 0 0 0,0 0 1 0 0,-1 0-1 0 0,2-1 0 0 0,26 1 26 0 0,-26 0-25 0 0,171-21-2367 0 0,-4-17-7961 0 0,-116 23 3452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2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50 2860 0 0,'-22'-36'11028'0'0,"12"22"-7314"0"0,9 15-3637 0 0,1-1-1 0 0,-1 0 0 0 0,0 1 1 0 0,0-1-1 0 0,1 1 0 0 0,-1-1 1 0 0,0 1-1 0 0,1-1 0 0 0,-1 1 1 0 0,1-1-1 0 0,-1 1 0 0 0,1 0 1 0 0,-1-1-1 0 0,1 1 0 0 0,-1 1 1 0 0,-1 14 257 0 0,-32 246 2800 0 0,-2-88-6826 0 0,25-137-157 0 0,0-14-2529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3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19 225 800 0 0,'1'-4'905'0'0,"2"-16"2550"0"0,0 0 1 0 0,13-38-1 0 0,-14 52-3154 0 0,1-1-1 0 0,1 1 1 0 0,-1-1-1 0 0,1 1 1 0 0,0 0-1 0 0,0 1 1 0 0,1-1-1 0 0,0 1 1 0 0,0-1-1 0 0,0 2 1 0 0,11-9-1 0 0,-7 6-162 0 0,1 2 0 0 0,-1-1-1 0 0,1 2 1 0 0,0-1-1 0 0,1 1 1 0 0,-1 0-1 0 0,16-2 1 0 0,-19 4-107 0 0,0 1-1 0 0,1 0 1 0 0,-1 1 0 0 0,1-1-1 0 0,-1 1 1 0 0,1 1-1 0 0,-1 0 1 0 0,1 0 0 0 0,-1 0-1 0 0,1 1 1 0 0,11 4 0 0 0,-16-5-25 0 0,-1 0 1 0 0,0 0-1 0 0,1 0 1 0 0,-1 0 0 0 0,0 1-1 0 0,0-1 1 0 0,0 1-1 0 0,0-1 1 0 0,0 1-1 0 0,0 0 1 0 0,-1 0 0 0 0,1 0-1 0 0,-1 0 1 0 0,1 0-1 0 0,-1 0 1 0 0,0 0 0 0 0,1 1-1 0 0,0 3 1 0 0,-1-3 4 0 0,0 1 0 0 0,-1-1 1 0 0,0 0-1 0 0,0 1 0 0 0,0-1 1 0 0,0 0-1 0 0,0 1 0 0 0,0-1 0 0 0,-1 0 1 0 0,0 1-1 0 0,0-1 0 0 0,-1 5 1 0 0,-3 1 9 0 0,1 1 0 0 0,-1-1 0 0 0,0-1 1 0 0,-1 1-1 0 0,0-1 0 0 0,0 0 0 0 0,-1 0 1 0 0,-9 8-1 0 0,-3 0 5 0 0,0-1-1 0 0,-1-1 1 0 0,-34 18 0 0 0,-66 25 645 0 0,83-38-58 0 0,36-18-481 0 0,1 1-127 0 0,0 0-1 0 0,1-1 1 0 0,-1 1-1 0 0,1 0 1 0 0,0-1-1 0 0,-1 1 0 0 0,1 0 1 0 0,0-1-1 0 0,0 1 1 0 0,0-1-1 0 0,0 0 1 0 0,0 1-1 0 0,0-1 1 0 0,1 0-1 0 0,-1 1 0 0 0,3 0 1 0 0,30 26-3 0 0,-19-17 26 0 0,8 10 45 0 0,0 0 0 0 0,-2 2 0 0 0,22 27-1 0 0,-32-34-238 0 0,0 0-1 0 0,-1 1 0 0 0,-1 0 0 0 0,-1 1 0 0 0,0-1 1 0 0,6 24-1 0 0,-10-30-679 0 0,3 14-2366 0 0,-1-9-2120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3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50 3976 0 0,'19'-49'18372'0'0,"-19"49"-18342"0"0,1 0 1 0 0,-1 1-1 0 0,0-1 0 0 0,1 0 1 0 0,-1 1-1 0 0,1-1 0 0 0,-1 0 0 0 0,1 1 1 0 0,-1-1-1 0 0,0 1 0 0 0,1-1 1 0 0,-1 1-1 0 0,0-1 0 0 0,0 1 1 0 0,1-1-1 0 0,-1 1 0 0 0,0-1 1 0 0,0 1-1 0 0,0 0 0 0 0,-1 32 124 0 0,-2 0-1 0 0,-1 0 0 0 0,-12 47 1 0 0,-37 97-5475 0 0,37-130 1761 0 0,3-8-1421 0 0,-4-2-2321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5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59 228 0 0,'-24'-11'6403'0'0,"-45"-28"1"0"0,68 38-5999 0 0,-3-1 20 0 0,3 1-345 0 0,0 1 0 0 0,-1-1 0 0 0,1 0 0 0 0,0 1 0 0 0,0-1 0 0 0,-1 1 0 0 0,1-1 0 0 0,0 1 0 0 0,0 0 0 0 0,-1 0 0 0 0,1-1 0 0 0,0 1 0 0 0,-1 0 0 0 0,-1 0 0 0 0,0 4 46 0 0,1-1 0 0 0,0 0 0 0 0,0 0 0 0 0,0 1 0 0 0,0 0 0 0 0,0-1 0 0 0,1 1 0 0 0,0 0 0 0 0,0-1 0 0 0,-1 6 0 0 0,-6 47 664 0 0,5-29-587 0 0,-30 152 299 0 0,15-93-1054 0 0,-11 143 0 0 0,31-179-2568 0 0,4-19-3325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5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204 185 1940 0 0,'-7'-34'4234'0'0,"-3"-29"1988"0"0,9 58-5831 0 0,1-1 0 0 0,0 1-1 0 0,0-1 1 0 0,0 1 0 0 0,0-1-1 0 0,1 1 1 0 0,0-1-1 0 0,3-7 1 0 0,-3 11-341 0 0,0 1 0 0 0,-1-1-1 0 0,1 0 1 0 0,0 0 0 0 0,1 1-1 0 0,-1-1 1 0 0,0 1 0 0 0,0-1 0 0 0,1 1-1 0 0,-1-1 1 0 0,1 1 0 0 0,-1 0-1 0 0,1 0 1 0 0,0-1 0 0 0,-1 1 0 0 0,1 1-1 0 0,0-1 1 0 0,0 0 0 0 0,3-1-1 0 0,-1 1-18 0 0,0 1 0 0 0,0-1-1 0 0,0 1 1 0 0,1-1-1 0 0,-1 1 1 0 0,0 1-1 0 0,0-1 1 0 0,1 0-1 0 0,3 2 1 0 0,0 0-13 0 0,1 0 0 0 0,-1 1 0 0 0,0 0 1 0 0,0 0-1 0 0,-1 1 0 0 0,1 0 0 0 0,-1 0 0 0 0,13 11 1 0 0,-17-13-9 0 0,-1 0 1 0 0,1 1-1 0 0,-1-1 1 0 0,0 1 0 0 0,0-1-1 0 0,0 1 1 0 0,0 0 0 0 0,-1 0-1 0 0,1 0 1 0 0,-1 0-1 0 0,0 0 1 0 0,1 0 0 0 0,-1 0-1 0 0,-1 0 1 0 0,1 1-1 0 0,0-1 1 0 0,-1 0 0 0 0,0 4-1 0 0,0-2 2 0 0,-1 0 0 0 0,1 0 0 0 0,-1-1 0 0 0,-1 1 0 0 0,1 0 0 0 0,-1-1 0 0 0,0 1 0 0 0,0-1 0 0 0,0 1 0 0 0,0-1 0 0 0,-4 5 0 0 0,-5 4 6 0 0,0 0 0 0 0,-1 0 0 0 0,-1-1 0 0 0,1 0 0 0 0,-28 18 0 0 0,24-20 1 0 0,0-1-1 0 0,-1 0 1 0 0,0-1-1 0 0,0-1 1 0 0,-1 0-1 0 0,0-1 1 0 0,0-1-1 0 0,0-1 1 0 0,0-1 0 0 0,-1 0-1 0 0,-31-1 1 0 0,48-2-19 0 0,-14-2-32 0 0,37 19 41 0 0,24 18 95 0 0,66 68-1 0 0,-8-1-745 0 0,-84-86-3614 0 0,40 25-1 0 0,-37-29-2420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5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60 1452 0 0,'-13'-21'8632'0'0,"-1"-10"-2386"0"0,13 29-5707 0 0,-4-3 801 0 0,4 8-1281 0 0,-1 1 0 0 0,2-1 0 0 0,-1 1 1 0 0,0 0-1 0 0,1-1 0 0 0,0 1 0 0 0,0 0 0 0 0,0-1 0 0 0,0 5 0 0 0,7 40 142 0 0,-5-36-152 0 0,0 2-3 0 0,0-1-1 0 0,1 1 1 0 0,1 0-1 0 0,0-1 1 0 0,1 0-1 0 0,9 17 1 0 0,-12-26-51 0 0,1 0 1 0 0,-1 0 0 0 0,1 0 0 0 0,0-1-1 0 0,0 1 1 0 0,1-1 0 0 0,-1 0 0 0 0,1 0-1 0 0,-1 0 1 0 0,1 0 0 0 0,0 0 0 0 0,0-1-1 0 0,1 0 1 0 0,-1 0 0 0 0,0 0 0 0 0,1 0 0 0 0,-1-1-1 0 0,1 0 1 0 0,-1 0 0 0 0,1 0 0 0 0,0 0-1 0 0,5 0 1 0 0,-4-1-115 0 0,1 0 0 0 0,-1 0 0 0 0,0-1 0 0 0,1 0 1 0 0,-1 0-1 0 0,0 0 0 0 0,1-1 0 0 0,-1 0 0 0 0,0 0 0 0 0,0 0 0 0 0,-1-1 0 0 0,1 0 0 0 0,0 0 0 0 0,-1-1 0 0 0,0 1 1 0 0,0-1-1 0 0,0 0 0 0 0,0-1 0 0 0,-1 1 0 0 0,1-1 0 0 0,6-9 0 0 0,-1-2 341 0 0,0-1 0 0 0,-1-1 0 0 0,0 1 0 0 0,-2-2 0 0 0,10-34 0 0 0,-12 40 355 0 0,-4 10-497 0 0,1 0 1 0 0,-1 0-1 0 0,0 0 0 0 0,-1 0 1 0 0,1-1-1 0 0,-1 1 1 0 0,1-6-1 0 0,2 40 1093 0 0,-88 408 1797 0 0,55-309-3167 0 0,20-73-2245 0 0,8-20-3380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6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0 113 3356 0 0,'15'-42'10489'0'0,"-1"20"-8011"0"0,-9 18-2375 0 0,-1 1 0 0 0,1 1 0 0 0,0-1 0 0 0,0 1 0 0 0,1 0 0 0 0,-1 0 0 0 0,0 0 0 0 0,1 0 0 0 0,-1 1 0 0 0,1 0 0 0 0,6 0 0 0 0,-7 0-48 0 0,91-9-1795 0 0,-12 2-7020 0 0,-60 4 4050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6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67 1296 0 0,'-7'-46'15206'0'0,"5"26"-9195"0"0,0 29-5950 0 0,0 1 1 0 0,1 0 0 0 0,0 0 0 0 0,1 0-1 0 0,1 15 1 0 0,-1 24 35 0 0,-1-42-82 0 0,-4 86 109 0 0,5-79-103 0 0,0-1-1 0 0,2 1 1 0 0,-1-1 0 0 0,7 25-1 0 0,-6-34-78 0 0,-1 0 0 0 0,0 0 0 0 0,1-1 1 0 0,-1 1-1 0 0,1 0 0 0 0,0-1 0 0 0,1 0 0 0 0,-1 1 0 0 0,0-1 0 0 0,1 0 0 0 0,0 0 0 0 0,0 0 0 0 0,0 0 1 0 0,0-1-1 0 0,0 1 0 0 0,0-1 0 0 0,1 0 0 0 0,-1 0 0 0 0,1 0 0 0 0,0 0 0 0 0,-1-1 0 0 0,1 1 1 0 0,0-1-1 0 0,0 0 0 0 0,0 0 0 0 0,0-1 0 0 0,0 1 0 0 0,0-1 0 0 0,0 0 0 0 0,0 0 0 0 0,0 0 0 0 0,0 0 1 0 0,0-1-1 0 0,0 1 0 0 0,6-3 0 0 0,-1 1-83 0 0,-1-1 0 0 0,1 0-1 0 0,0-1 1 0 0,-1 0 0 0 0,0 0 0 0 0,0-1 0 0 0,0 0 0 0 0,0 0-1 0 0,-1-1 1 0 0,0 0 0 0 0,0 0 0 0 0,0 0 0 0 0,-1-1 0 0 0,0 0-1 0 0,10-16 1 0 0,1-6 461 0 0,-1-1 1 0 0,24-62-1 0 0,-36 83-102 0 0,1-6 85 0 0,2-1 264 0 0,-8 36-62 0 0,-7 14-55 0 0,-1 1-1 0 0,-14 33 1 0 0,15-43-323 0 0,-42 107 151 0 0,-8 23 165 0 0,47-118-1317 0 0,1 0 0 0 0,-6 48 0 0 0,15-79 237 0 0,0 1-1 0 0,1 0 1 0 0,0 0 0 0 0,0 0-1 0 0,2 7 1 0 0,-2-11-246 0 0,1 0 0 0 0,0 0-1 0 0,0 0 1 0 0,0 0 0 0 0,0 0 0 0 0,1-1 0 0 0,-1 1 0 0 0,3 3 0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7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116 350 3260 0 0,'12'-103'15758'0'0,"-11"105"-15273"0"0,2 7-129 0 0,-1 0-1 0 0,0 0 1 0 0,-1 1 0 0 0,1-1-1 0 0,-2 0 1 0 0,0 14 0 0 0,-7 61 740 0 0,5-65-917 0 0,-49 261 909 0 0,36-213-1056 0 0,14-60-77 0 0,-7 20-767 0 0,7-25 336 0 0,1-2 450 0 0,0 0 1 0 0,0 0 0 0 0,0 1-1 0 0,-1-1 1 0 0,1 0-1 0 0,0 0 1 0 0,0 0 0 0 0,0 0-1 0 0,0 1 1 0 0,0-1-1 0 0,0 0 1 0 0,0 0 0 0 0,0 0-1 0 0,-1 0 1 0 0,1 0 0 0 0,0 0-1 0 0,0 1 1 0 0,0-1-1 0 0,0 0 1 0 0,0 0 0 0 0,-1 0-1 0 0,1 0 1 0 0,0 0-1 0 0,0 0 1 0 0,0 0 0 0 0,0 0-1 0 0,-1 0 1 0 0,1 0-1 0 0,0 0 1 0 0,0 0 0 0 0,0 0-1 0 0,-1 0 1 0 0,1 0 0 0 0,0 0-1 0 0,0 0 1 0 0,0 0-1 0 0,0 0 1 0 0,-1 0 0 0 0,1 0-1 0 0,0 0 1 0 0,0 0-1 0 0,0 0 1 0 0,0 0 0 0 0,-1 0-1 0 0,1-1 1 0 0,0 1-1 0 0,0 0 1 0 0,0 0 0 0 0,0 0-1 0 0,0 0 1 0 0,0 0 0 0 0,-1 0-1 0 0,1-1 1 0 0,0 1-1 0 0,-10-6-731 0 0,9 6 707 0 0,-2-5-223 0 0,-1-1 0 0 0,1 1 1 0 0,0-1-1 0 0,0 1 0 0 0,0-1 1 0 0,1 0-1 0 0,0 0 1 0 0,0 0-1 0 0,0-1 0 0 0,-1-9 1 0 0,1-6-205 0 0,-1-38 1 0 0,4 23 396 0 0,1 0 0 0 0,2 0 0 0 0,2 0 0 0 0,1 0 1 0 0,2 0-1 0 0,1 2 0 0 0,17-39 0 0 0,-16 47 208 0 0,1 2 1 0 0,2 0-1 0 0,1 0 0 0 0,0 2 0 0 0,2-1 1 0 0,1 2-1 0 0,1 1 0 0 0,0 0 1 0 0,44-35-1 0 0,-52 49-101 0 0,-1 0 0 0 0,1 1 1 0 0,0 0-1 0 0,1 0 0 0 0,-1 1 0 0 0,17-4 0 0 0,-22 7-18 0 0,0 1 0 0 0,-1 0 0 0 0,1 0-1 0 0,0 1 1 0 0,0 0 0 0 0,-1 0 0 0 0,8 1 0 0 0,-10-1-3 0 0,0 1 1 0 0,0-1-1 0 0,0 1 1 0 0,-1 0-1 0 0,1 0 1 0 0,0 0-1 0 0,-1 0 1 0 0,1 1-1 0 0,-1-1 1 0 0,1 1-1 0 0,-1 0 1 0 0,0-1-1 0 0,0 1 1 0 0,0 0-1 0 0,3 3 1 0 0,-4-2 6 0 0,1-1 0 0 0,-1 1 1 0 0,1 0-1 0 0,-1 0 0 0 0,0 0 1 0 0,0 0-1 0 0,-1 0 0 0 0,1 0 1 0 0,0 0-1 0 0,-1 0 0 0 0,0 0 1 0 0,0 0-1 0 0,0 0 0 0 0,0 1 1 0 0,0-1-1 0 0,-1 0 1 0 0,1 0-1 0 0,-1 0 0 0 0,0 0 1 0 0,0 0-1 0 0,0 0 0 0 0,0 0 1 0 0,-1-1-1 0 0,-2 6 0 0 0,-4 6 22 0 0,0-2 0 0 0,0 1 0 0 0,-19 19 0 0 0,9-12-32 0 0,-2-1 0 0 0,-1-1 0 0 0,0 0 0 0 0,-46 27 0 0 0,28-23 676 0 0,-1-1 0 0 0,-51 17 0 0 0,90-37-664 0 0,0-1 0 0 0,0 0 0 0 0,0 0 0 0 0,0 1 0 0 0,0-1 0 0 0,0 0 0 0 0,0 1 0 0 0,0-1 0 0 0,0 1 0 0 0,0-1 0 0 0,0 1 0 0 0,0 0 0 0 0,0-1 0 0 0,1 1 0 0 0,-1 0 0 0 0,0 0 0 0 0,1-1 0 0 0,-1 1 0 0 0,0 0 0 0 0,1 0 0 0 0,-1 0 0 0 0,1 0 0 0 0,-1 0 1 0 0,1 0-1 0 0,-1 0 0 0 0,1 0 0 0 0,0 0 0 0 0,0 0 0 0 0,-1 0 0 0 0,1 2 0 0 0,1 0 30 0 0,0 0 0 0 0,0-1 0 0 0,0 1 0 0 0,0 0 0 0 0,1-1 0 0 0,-1 1 0 0 0,1 0 1 0 0,3 3-1 0 0,2 4 90 0 0,1 2-122 0 0,24 34-301 0 0,-3 0 0 0 0,-1 2-1 0 0,28 72 1 0 0,-28-53-4163 0 0,-3-27-3359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7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89 2700 0 0,'4'-10'3258'0'0,"-2"0"1"0"0,1-1-1 0 0,-1 1 0 0 0,-1-1 0 0 0,0 0 0 0 0,0-14 1 0 0,0 48-2768 0 0,-2-1 0 0 0,0 1 0 0 0,-1 0 0 0 0,-2-1 0 0 0,-11 44 0 0 0,0 4-1278 0 0,2 24-3646 0 0,9-53-4091 0 0,3-35 6564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09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1744 18 1776 0 0,'23'-8'15469'0'0,"-25"7"-15437"0"0,0 0 1 0 0,0 0 0 0 0,0 0-1 0 0,0 0 1 0 0,0 0-1 0 0,-1 0 1 0 0,1 0-1 0 0,0 1 1 0 0,0-1 0 0 0,-1 1-1 0 0,1 0 1 0 0,0-1-1 0 0,-1 1 1 0 0,-3 1-1 0 0,-43 0 8 0 0,19 1-133 0 0,0 1 0 0 0,-56 14 0 0 0,74-13 57 0 0,-1 0-1 0 0,1 1 1 0 0,0 1 0 0 0,0-1 0 0 0,1 2-1 0 0,0 0 1 0 0,0 0 0 0 0,1 1-1 0 0,-16 15 1 0 0,10-6 32 0 0,1 2 0 0 0,0 0 0 0 0,2 0 0 0 0,0 1 0 0 0,2 1 0 0 0,0 0-1 0 0,1 1 1 0 0,1 0 0 0 0,-6 24 0 0 0,-6 33-38 0 0,-14 103-1 0 0,29-141 51 0 0,-94 594 321 0 0,-98 336 131 0 0,-43-24-195 0 0,48-83-108 0 0,126-537-44 0 0,-39 215 7 0 0,19-92 1136 0 0,21-94 189 0 0,24-128-734 0 0,-41 250 2072 0 0,60-277-1924 0 0,15-120-705 0 0,7-65-107 0 0,1 0-1 0 0,3 23 1 0 0,-3-38-38 0 0,0 1 0 0 0,1-1 1 0 0,-1 0-1 0 0,1 1 0 0 0,-1-1 0 0 0,1 0 0 0 0,0 1 0 0 0,-1-1 1 0 0,1 0-1 0 0,0 1 0 0 0,0-1 0 0 0,0 0 0 0 0,0 0 0 0 0,0 0 1 0 0,0 0-1 0 0,0 0 0 0 0,0 0 0 0 0,1 0 0 0 0,-1-1 1 0 0,0 1-1 0 0,1 0 0 0 0,-1-1 0 0 0,0 1 0 0 0,1-1 0 0 0,2 1 1 0 0,3 1-34 0 0,0-1 0 0 0,0 0 0 0 0,15 0 0 0 0,-15-1-55 0 0,83-2-2232 0 0,0-4 0 0 0,117-23 0 0 0,-39-3-5929 0 0,-83 15-52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0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50 1524 0 0,'15'-42'10095'0'0,"-12"35"-7648"0"0,-23 88-2058 0 0,-33 85 0 0 0,-5 13-684 0 0,48-141-1489 0 0,2 1 0 0 0,-6 68 0 0 0,13-80-1156 0 0,1-1-913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1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48 844 0 0,'-6'-8'11693'0'0,"2"-13"-7269"0"0,5 20-4407 0 0,-1 1 1 0 0,0-1-1 0 0,0 0 0 0 0,0 1 0 0 0,1-1 0 0 0,-1 0 0 0 0,0 1 0 0 0,1-1 0 0 0,-1 0 0 0 0,1 1 1 0 0,-1-1-1 0 0,0 1 0 0 0,1-1 0 0 0,-1 1 0 0 0,1-1 0 0 0,0 1 0 0 0,-1-1 0 0 0,1 1 1 0 0,-1-1-1 0 0,1 1 0 0 0,0 0 0 0 0,-1-1 0 0 0,1 1 0 0 0,0 0 0 0 0,-1 0 0 0 0,1 0 1 0 0,0-1-1 0 0,-1 1 0 0 0,2 0 0 0 0,8-2-10 0 0,-1 1 0 0 0,1 0 1 0 0,0 1-1 0 0,-1 0 0 0 0,1 0 0 0 0,0 1 0 0 0,0 0 1 0 0,-1 1-1 0 0,1 0 0 0 0,-1 0 0 0 0,1 1 1 0 0,-1 1-1 0 0,13 5 0 0 0,-18-7-5 0 0,0 0-1 0 0,0 1 1 0 0,0-1-1 0 0,0 1 1 0 0,-1 0 0 0 0,1 0-1 0 0,-1 0 1 0 0,0 0-1 0 0,0 1 1 0 0,0-1 0 0 0,0 1-1 0 0,0 0 1 0 0,-1 0-1 0 0,0 0 1 0 0,0 0 0 0 0,0 0-1 0 0,0 0 1 0 0,-1 1-1 0 0,1-1 1 0 0,-1 1 0 0 0,0-1-1 0 0,0 1 1 0 0,-1-1-1 0 0,1 1 1 0 0,-1 0 0 0 0,0-1-1 0 0,-1 1 1 0 0,1-1-1 0 0,-1 1 1 0 0,-1 6 0 0 0,-2 0 11 0 0,0 0 1 0 0,0 0-1 0 0,-1-1 1 0 0,0 0-1 0 0,-1 0 1 0 0,0 0 0 0 0,-1 0-1 0 0,-12 12 1 0 0,-7 7 10 0 0,-34 28 1 0 0,1-8 12 0 0,-24 23-29 0 0,83-72-7 0 0,-1 1 0 0 0,1-1 0 0 0,0 0 1 0 0,-1 0-1 0 0,1 1 0 0 0,0-1 1 0 0,-1 0-1 0 0,1 0 0 0 0,0 1 0 0 0,-1-1 1 0 0,1 0-1 0 0,0 1 0 0 0,-1-1 0 0 0,1 0 1 0 0,0 1-1 0 0,0-1 0 0 0,0 1 0 0 0,0-1 1 0 0,-1 0-1 0 0,1 1 0 0 0,0-1 1 0 0,0 1-1 0 0,0-1 0 0 0,0 0 0 0 0,0 1 1 0 0,0-1-1 0 0,0 1 0 0 0,0-1 0 0 0,0 1 1 0 0,0-1-1 0 0,0 0 0 0 0,0 1 0 0 0,0-1 1 0 0,0 1-1 0 0,1-1 0 0 0,-1 1 1 0 0,0-1-1 0 0,0 0 0 0 0,0 1 0 0 0,1-1 1 0 0,-1 0-1 0 0,0 1 0 0 0,0-1 0 0 0,1 0 1 0 0,-1 1-1 0 0,0-1 0 0 0,1 0 0 0 0,-1 0 1 0 0,0 1-1 0 0,1-1 0 0 0,-1 0 1 0 0,0 0-1 0 0,1 1 0 0 0,-1-1 0 0 0,1 0 1 0 0,-1 0-1 0 0,0 0 0 0 0,1 0 0 0 0,-1 0 1 0 0,1 0-1 0 0,-1 0 0 0 0,1 0 0 0 0,-1 0 1 0 0,0 0-1 0 0,1 0 0 0 0,-1 0 1 0 0,1 0-1 0 0,34 1 21 0 0,270-44 50 0 0,-138 16 5 0 0,-94 12-495 0 0,-25 2-7568 0 0,-30 3 695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2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81 288 0 0,'-6'-2'1560'0'0,"1"1"-1"0"0,0-2 1 0 0,-1 1 0 0 0,1 0-1 0 0,-5-4 1 0 0,9 5-1285 0 0,-1 0 1 0 0,1 0-1 0 0,0 0 0 0 0,-1 0 1 0 0,1 0-1 0 0,0 0 0 0 0,0-1 0 0 0,0 1 1 0 0,0 0-1 0 0,0-1 0 0 0,0 1 1 0 0,0 0-1 0 0,0-1 0 0 0,1 1 1 0 0,-1-1-1 0 0,0 1 0 0 0,1-1 1 0 0,0 0-1 0 0,-1 1 0 0 0,1-3 0 0 0,1 2-215 0 0,0 0 1 0 0,0 0-1 0 0,0 0 0 0 0,1 0 0 0 0,-1 0 0 0 0,1 0 0 0 0,0 0 0 0 0,0 0 0 0 0,-1 1 0 0 0,1-1 0 0 0,0 1 0 0 0,0-1 0 0 0,0 1 0 0 0,1 0 1 0 0,-1-1-1 0 0,0 1 0 0 0,0 1 0 0 0,3-2 0 0 0,0 1-51 0 0,0 0 1 0 0,0 0-1 0 0,0 0 1 0 0,1 1-1 0 0,-1 0 0 0 0,0 0 1 0 0,0 1-1 0 0,0-1 1 0 0,0 1-1 0 0,0 0 1 0 0,0 0-1 0 0,0 1 1 0 0,0-1-1 0 0,0 1 0 0 0,-1 0 1 0 0,1 0-1 0 0,-1 1 1 0 0,1 0-1 0 0,-1-1 1 0 0,0 1-1 0 0,4 4 1 0 0,-4-3-6 0 0,-1-1 0 0 0,0 0 0 0 0,0 1 0 0 0,0 0 0 0 0,0-1 0 0 0,0 1 0 0 0,-1 0 0 0 0,1 1 0 0 0,-1-1 1 0 0,-1 0-1 0 0,1 1 0 0 0,0-1 0 0 0,-1 1 0 0 0,0-1 0 0 0,0 1 0 0 0,0 0 0 0 0,-1-1 0 0 0,0 1 0 0 0,1 0 0 0 0,-2 0 1 0 0,1-1-1 0 0,0 1 0 0 0,-3 8 0 0 0,-1-2 25 0 0,0 0 0 0 0,-1 0 0 0 0,-10 17 0 0 0,-5 12 56 0 0,15-32-54 0 0,5-7-28 0 0,-1 0-1 0 0,0 0 1 0 0,0 0 0 0 0,1-1 0 0 0,-1 1 0 0 0,1 0 0 0 0,-1 0 0 0 0,1 0 0 0 0,-1 0 0 0 0,1 0 0 0 0,0 0 0 0 0,-1 0 0 0 0,1 0 0 0 0,0 0 0 0 0,0 1 0 0 0,0-1 0 0 0,0 0-1 0 0,0 0 1 0 0,0 0 0 0 0,0 2 0 0 0,3-1-4 0 0,-1 1-1 0 0,0-1 1 0 0,1 0-1 0 0,0 0 1 0 0,-1 0-1 0 0,1 0 1 0 0,0-1-1 0 0,0 1 1 0 0,0-1-1 0 0,6 3 1 0 0,3 0-7 0 0,19 12 2 0 0,-1 2-1 0 0,-1 0 1 0 0,41 34-1 0 0,-69-51 61 0 0,0 0-1 0 0,1 0 1 0 0,-1-1-1 0 0,0 1 1 0 0,0 0-1 0 0,0 0 1 0 0,0 0-1 0 0,0 0 1 0 0,0 0-1 0 0,0 0 1 0 0,0 1-1 0 0,-1-1 1 0 0,1 0-1 0 0,0 0 1 0 0,-1 1 0 0 0,1-1-1 0 0,-1 0 1 0 0,1 1-1 0 0,-1-1 1 0 0,1 0-1 0 0,-1 1 1 0 0,0-1-1 0 0,0 1 1 0 0,0-1-1 0 0,0 0 1 0 0,0 1-1 0 0,0-1 1 0 0,0 1-1 0 0,0-1 1 0 0,-1 0-1 0 0,1 1 1 0 0,0-1-1 0 0,-1 1 1 0 0,1-1-1 0 0,-1 0 1 0 0,0 0-1 0 0,1 1 1 0 0,-1-1-1 0 0,0 0 1 0 0,0 0-1 0 0,0 0 1 0 0,0 0 0 0 0,0 0-1 0 0,0 0 1 0 0,0 0-1 0 0,0 0 1 0 0,0 0-1 0 0,-2 1 1 0 0,-3 2 115 0 0,-1 0 1 0 0,1 0-1 0 0,-1-1 1 0 0,0 1-1 0 0,0-2 1 0 0,0 1-1 0 0,-12 2 1 0 0,-17 1-143 0 0,-1-1 1 0 0,1-2 0 0 0,-1-2-1 0 0,0-1 1 0 0,-44-6 0 0 0,79 6-666 0 0,-1-1-210 0 0,-14 2-3882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2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 2660 0 0,'2'0'3144'0'0,"12"2"2110"0"0,-6-1-4257 0 0,-6-1-627 0 0,0 0 1 0 0,-1 0-1 0 0,1 0 1 0 0,0 1-1 0 0,-1-1 0 0 0,1 0 1 0 0,0 1-1 0 0,-1-1 1 0 0,1 1-1 0 0,0 0 0 0 0,-1-1 1 0 0,1 1-1 0 0,-1 0 1 0 0,1 0-1 0 0,-1 0 0 0 0,0 0 1 0 0,1 0-1 0 0,-1 0 1 0 0,0 1-1 0 0,0-1 0 0 0,2 2 1 0 0,-4-1-197 0 0,0 0 1 0 0,1 0-1 0 0,-1 1 1 0 0,0-1-1 0 0,0 0 1 0 0,0 0-1 0 0,0 0 1 0 0,0 0-1 0 0,0 0 1 0 0,-1 0-1 0 0,1-1 1 0 0,-1 1-1 0 0,-2 2 1 0 0,2-1 63 0 0,-43 44 661 0 0,-2-1-1 0 0,-66 48 0 0 0,45-38-866 0 0,53-43-438 0 0,-28 24-3085 0 0,19-10-2897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2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23 1084 0 0,'23'-11'10408'0'0,"3"-1"-1937"0"0,-23 12-8319 0 0,9 0-28 0 0,-9 0-28 0 0,1 1-12 0 0,0-1-68 0 0,1 1 1 0 0,-1 0 0 0 0,0 0 0 0 0,1 0 0 0 0,-1 0 0 0 0,0 1 0 0 0,0-1 0 0 0,0 1 0 0 0,0 0 0 0 0,4 3 0 0 0,-6-3 31 0 0,0-1 1 0 0,0 1 0 0 0,-1-1 0 0 0,1 1 0 0 0,0-1 0 0 0,-1 1 0 0 0,0 0-1 0 0,1 0 1 0 0,-1 0 0 0 0,0 0 0 0 0,0 0 0 0 0,0 0 0 0 0,0 0 0 0 0,-1 0-1 0 0,1 0 1 0 0,0 1 0 0 0,-1-1 0 0 0,0 0 0 0 0,1 0 0 0 0,-1 1 0 0 0,0-1-1 0 0,0 0 1 0 0,0 1 0 0 0,-1 1 0 0 0,-1 5 170 0 0,0-1 0 0 0,-1 1-1 0 0,0-1 1 0 0,0 0 0 0 0,-1 0 0 0 0,0 0 0 0 0,0-1 0 0 0,-1 0-1 0 0,0 1 1 0 0,0-2 0 0 0,-1 1 0 0 0,0 0 0 0 0,-10 7-1 0 0,-11 10 962 0 0,-57 36-1 0 0,74-53-955 0 0,-51 34 745 0 0,59-39-869 0 0,2-2-95 0 0,0 0 1 0 0,1 1 0 0 0,-1-1-1 0 0,0 1 1 0 0,0-1 0 0 0,1 0 0 0 0,-1 1-1 0 0,0-1 1 0 0,1 0 0 0 0,-1 1-1 0 0,0-1 1 0 0,1 0 0 0 0,-1 0 0 0 0,0 1-1 0 0,1-1 1 0 0,-1 0 0 0 0,1 0-1 0 0,-1 0 1 0 0,0 1 0 0 0,1-1 0 0 0,-1 0-1 0 0,1 0 1 0 0,-1 0 0 0 0,1 0-1 0 0,-1 0 1 0 0,1 0 0 0 0,-1 0 0 0 0,0 0-1 0 0,2 0 1 0 0,396-41 49 0 0,-231 22 108 0 0,-157 18-189 0 0,-1 0 1 0 0,1-1-1 0 0,-1 0 1 0 0,14-4 0 0 0,-1-6-3727 0 0,-8-4-2736 0 0,-6 5 2774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3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83 128 0 0,'3'-14'4573'0'0,"-1"0"1"0"0,2 0-1 0 0,6-27 2999 0 0,-9 51-7001 0 0,-1 14-85 0 0,-9 47 946 0 0,-24 87 0 0 0,-32 67-1669 0 0,47-165-148 0 0,5-15-918 0 0,-23 71-2995 0 0,6-42-4062 0 0,13-40 6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4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325 199 1572 0 0,'-3'-13'13209'0'0,"2"13"-12849"0"0,-1 0-80 0 0,-6 5-155 0 0,-1 0 0 0 0,2 0 0 0 0,-1 0 0 0 0,1 1 1 0 0,0 1-1 0 0,0-1 0 0 0,-8 11 0 0 0,0-1 14 0 0,-111 125 588 0 0,107-117-646 0 0,1 2 1 0 0,2 1 0 0 0,0 0 0 0 0,-12 32-1 0 0,26-53-60 0 0,-1 0 0 0 0,1 1 0 0 0,1-1 0 0 0,-1 1 0 0 0,1 0 0 0 0,0-1 0 0 0,1 1 1 0 0,0 0-1 0 0,0 0 0 0 0,1 7 0 0 0,-1-10-9 0 0,1 0 1 0 0,0-1 0 0 0,0 1 0 0 0,0 0 0 0 0,1 0-1 0 0,0-1 1 0 0,-1 1 0 0 0,1 0 0 0 0,0-1 0 0 0,0 0 0 0 0,1 1-1 0 0,-1-1 1 0 0,1 0 0 0 0,0 0 0 0 0,0-1 0 0 0,0 1-1 0 0,0 0 1 0 0,4 2 0 0 0,6 1 73 0 0,-1 0 1 0 0,1 0-1 0 0,0-1 1 0 0,0-1-1 0 0,0 0 1 0 0,1-1-1 0 0,-1-1 1 0 0,1 0-1 0 0,0 0 0 0 0,-1-2 1 0 0,1 0-1 0 0,0 0 1 0 0,0-1-1 0 0,22-5 1 0 0,-19 3 47 0 0,0-1 0 0 0,-1-1 0 0 0,1 0 0 0 0,-1-1 1 0 0,0-1-1 0 0,-1-1 0 0 0,0 0 0 0 0,0-1 0 0 0,-1 0 1 0 0,0-1-1 0 0,19-17 0 0 0,-23 15-100 0 0,-1 0-1 0 0,1 0 1 0 0,-2 0 0 0 0,0-1-1 0 0,-1 0 1 0 0,0-1 0 0 0,-1 0 0 0 0,0 0-1 0 0,-1 0 1 0 0,-1-1 0 0 0,0 1-1 0 0,-1-1 1 0 0,-1 0 0 0 0,0 0-1 0 0,0-27 1 0 0,-3 21-34 0 0,0 0 0 0 0,-1 0 0 0 0,-1 0 0 0 0,-1 0 1 0 0,-1 1-1 0 0,0-1 0 0 0,-2 1 0 0 0,0 0 0 0 0,-2 1 0 0 0,-18-33 0 0 0,17 36-29 0 0,-1 1 1 0 0,-1 1-1 0 0,0 0 0 0 0,-18-16 1 0 0,24 25-127 0 0,1 0 1 0 0,0 1 0 0 0,-1 0 0 0 0,0 0 0 0 0,0 0-1 0 0,0 1 1 0 0,0-1 0 0 0,-1 2 0 0 0,1-1 0 0 0,-1 1 0 0 0,0 0-1 0 0,1 0 1 0 0,-1 1 0 0 0,-7-1 0 0 0,12 1 11 0 0,0 1 1 0 0,-1 0-1 0 0,1 0 0 0 0,0 0 1 0 0,0 0-1 0 0,0 1 1 0 0,0-1-1 0 0,0 0 0 0 0,0 1 1 0 0,0 0-1 0 0,0-1 1 0 0,0 1-1 0 0,0 0 1 0 0,0 0-1 0 0,0 0 0 0 0,0 0 1 0 0,1 0-1 0 0,-1 1 1 0 0,0-1-1 0 0,1 0 0 0 0,-1 1 1 0 0,1-1-1 0 0,0 1 1 0 0,-1 0-1 0 0,1-1 0 0 0,0 1 1 0 0,0 0-1 0 0,0 0 1 0 0,0 0-1 0 0,0 0 1 0 0,0 0-1 0 0,1 0 0 0 0,-1 0 1 0 0,1 0-1 0 0,-1 4 1 0 0,1 0-503 0 0,0 0 1 0 0,0 0 0 0 0,1 0-1 0 0,0 0 1 0 0,0 0 0 0 0,0 0-1 0 0,1 0 1 0 0,0-1 0 0 0,0 1-1 0 0,1-1 1 0 0,3 7 0 0 0,8 10-3249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4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298 102 2096 0 0,'-20'-64'11753'0'0,"14"47"-9153"0"0,6 15-2427 0 0,0 1-1 0 0,-1-1 1 0 0,1 0-1 0 0,-1 1 1 0 0,0-1-1 0 0,0 1 1 0 0,1-1-1 0 0,-1 1 1 0 0,0-1-1 0 0,0 1 1 0 0,0 0-1 0 0,-2-2 1 0 0,-5 5 103 0 0,-5 12-322 0 0,-17 26 116 0 0,-96 142 90 0 0,113-158-126 0 0,0 0-1 0 0,1 1 1 0 0,1 0-1 0 0,1 1 1 0 0,-11 52 0 0 0,19-72-22 0 0,1 0 0 0 0,1 0 0 0 0,-1 1 0 0 0,1-1 0 0 0,0 0 0 0 0,1 0 0 0 0,-1 0 0 0 0,1 0 0 0 0,0 0 0 0 0,1 0 0 0 0,-1 0 0 0 0,1 0 0 0 0,0 0 0 0 0,1-1 0 0 0,0 1 0 0 0,-1-1 0 0 0,2 0 0 0 0,4 8 0 0 0,-2-7 5 0 0,0 0 1 0 0,0-1-1 0 0,0 1 1 0 0,1-1 0 0 0,0 0-1 0 0,0-1 1 0 0,0 0-1 0 0,0 0 1 0 0,1 0-1 0 0,0-1 1 0 0,0 0 0 0 0,0-1-1 0 0,8 2 1 0 0,1 0 219 0 0,0-1 0 0 0,0-1 0 0 0,0-1 0 0 0,0 0 0 0 0,1-1 0 0 0,-1-1 0 0 0,0-1 1 0 0,0 0-1 0 0,0-1 0 0 0,0-1 0 0 0,27-10 0 0 0,-35 11-136 0 0,-1-1 0 0 0,1 0-1 0 0,-1-1 1 0 0,0 1 0 0 0,0-2 0 0 0,0 1 0 0 0,-1-1-1 0 0,0 0 1 0 0,0-1 0 0 0,-1 1 0 0 0,1-1 0 0 0,-1-1 0 0 0,-1 1-1 0 0,0-1 1 0 0,0 0 0 0 0,0 0 0 0 0,-1-1 0 0 0,0 1-1 0 0,-1-1 1 0 0,0 0 0 0 0,0 0 0 0 0,3-18 0 0 0,-5 15-91 0 0,0 0 1 0 0,0-1-1 0 0,-1 1 1 0 0,-1 0 0 0 0,0 0-1 0 0,0-1 1 0 0,-1 1 0 0 0,-1 0-1 0 0,0 0 1 0 0,-1 1-1 0 0,0-1 1 0 0,-1 1 0 0 0,0-1-1 0 0,-13-19 1 0 0,10 20-358 0 0,0-1 1 0 0,-2 2-1 0 0,1-1 1 0 0,-1 1-1 0 0,-1 1 1 0 0,0 0-1 0 0,-23-15 1 0 0,32 23 117 0 0,-8-6-653 0 0,0 1 1 0 0,-1 1-1 0 0,-12-5 0 0 0,2 4-2733 0 0,-1 6-3324 0 0,8 1 1274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5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55 1272 0 0,'1'-3'2158'0'0,"10"-40"8622"0"0,-10 35-8488 0 0,2 15-1974 0 0,-1 1 1 0 0,0 0-1 0 0,0 0 1 0 0,-1 0 0 0 0,0 0-1 0 0,0 1 1 0 0,-1-1 0 0 0,-1 15-1 0 0,1 4 109 0 0,-1 49 129 0 0,-17 129-1 0 0,10-134-1155 0 0,6-55-66 0 0,-3 41-2100 0 0,5-52 1719 0 0,0 1 1 0 0,1-1 0 0 0,-1 0-1 0 0,1 0 1 0 0,0 0-1 0 0,0 0 1 0 0,1 0 0 0 0,2 7-1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5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488 34 684 0 0,'22'-34'18071'0'0,"-43"45"-16088"0"0,-65 49-407 0 0,-130 118 1 0 0,197-160-1662 0 0,-79 81-501 0 0,85-84-923 0 0,-16 26 1 0 0,23-32-217 0 0,1 1 0 0 0,0 1 0 0 0,-7 18 0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5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1584 0 0,'20'-15'10636'0'0,"-11"11"-9116"0"0,26-3 1707 0 0,-20 7-3442 0 0,1 0-1 0 0,23 4 0 0 0,-31-3 878 0 0,-5 0-611 0 0,0-1 0 0 0,0 0 0 0 0,0 1 0 0 0,0 0 0 0 0,0 0 0 0 0,-1-1 0 0 0,1 2 0 0 0,0-1 0 0 0,-1 0 0 0 0,1 1-1 0 0,0-1 1 0 0,-1 1 0 0 0,0 0 0 0 0,1-1 0 0 0,-1 1 0 0 0,0 0 0 0 0,0 1 0 0 0,0-1 0 0 0,0 0 0 0 0,0 1 0 0 0,-1-1 0 0 0,2 3 0 0 0,-2-2 42 0 0,0 0 1 0 0,0 0 0 0 0,-1-1-1 0 0,1 1 1 0 0,-1 0-1 0 0,1 0 1 0 0,-1 0 0 0 0,0-1-1 0 0,-1 1 1 0 0,1 0 0 0 0,0 0-1 0 0,-1 0 1 0 0,1-1-1 0 0,-1 1 1 0 0,0 0 0 0 0,0-1-1 0 0,0 1 1 0 0,0 0 0 0 0,-1-1-1 0 0,1 0 1 0 0,-1 1 0 0 0,-2 3-1 0 0,-12 16 267 0 0,-2-2-1 0 0,1 1 1 0 0,-2-2-1 0 0,-27 21 1 0 0,45-39-350 0 0,0 0 0 0 0,0-1 1 0 0,0 1-1 0 0,0 0 1 0 0,0 0-1 0 0,0 0 0 0 0,1 0 1 0 0,-1 0-1 0 0,0 0 1 0 0,0 0-1 0 0,1 0 0 0 0,-1 0 1 0 0,0 2-1 0 0,1-3-7 0 0,0 0 1 0 0,0 0-1 0 0,0 1 1 0 0,0-1-1 0 0,0 0 0 0 0,0 1 1 0 0,0-1-1 0 0,0 0 0 0 0,0 1 1 0 0,0-1-1 0 0,0 0 0 0 0,1 1 1 0 0,-1-1-1 0 0,0 0 0 0 0,0 0 1 0 0,0 1-1 0 0,0-1 0 0 0,1 0 1 0 0,-1 0-1 0 0,0 1 1 0 0,0-1-1 0 0,0 0 0 0 0,1 0 1 0 0,-1 0-1 0 0,0 1 0 0 0,0-1 1 0 0,1 0-1 0 0,-1 0 0 0 0,0 0 1 0 0,1 0-1 0 0,2 1 7 0 0,0 0 0 0 0,0 0 0 0 0,0 0 0 0 0,0-1 0 0 0,1 0-1 0 0,4 0 1 0 0,208-13-559 0 0,-5-20-4012 0 0,-94 8-2931 0 0,-59 10 75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89 1340 0 0,'-5'-10'8170'0'0,"4"9"-7968"0"0,-3 4 19 0 0,-1-1 0 0 0,1 1 0 0 0,0-1-1 0 0,0 1 1 0 0,0 1 0 0 0,0-1 0 0 0,1 0 0 0 0,0 1-1 0 0,-1 0 1 0 0,1 0 0 0 0,0 0 0 0 0,-2 5 0 0 0,-8 13 306 0 0,-10 25 1 0 0,17-32-339 0 0,-7 12 57 0 0,2 2 0 0 0,1-1 1 0 0,-7 35-1 0 0,13-48-118 0 0,2 1 0 0 0,0-1 0 0 0,0 1 0 0 0,2 0 0 0 0,0-1 0 0 0,0 1 0 0 0,7 29 0 0 0,-6-38-54 0 0,1-1 0 0 0,0 1 0 0 0,0-1 0 0 0,1 0 0 0 0,0 0 0 0 0,0 0 0 0 0,0 0 0 0 0,1-1 0 0 0,0 1 0 0 0,0-1 0 0 0,0 0 0 0 0,1 0 0 0 0,-1 0 0 0 0,7 4 0 0 0,-3-4-3 0 0,0 0 1 0 0,0 0-1 0 0,0-1 1 0 0,1 0-1 0 0,0 0 1 0 0,-1-1-1 0 0,1 0 1 0 0,19 3-1 0 0,-3-3 4 0 0,0-1 0 0 0,0-1 0 0 0,0-2 0 0 0,0 0 0 0 0,0-2 0 0 0,38-8 0 0 0,-43 7 6 0 0,-1-1 1 0 0,0-1-1 0 0,0-1 1 0 0,0-1-1 0 0,-1-1 1 0 0,0 0-1 0 0,32-23 1 0 0,-40 25-49 0 0,-1-1 0 0 0,0 0 0 0 0,-1 0 1 0 0,1-1-1 0 0,-2-1 0 0 0,1 1 0 0 0,-2-1 0 0 0,1 0 1 0 0,-1-1-1 0 0,-1 1 0 0 0,0-1 0 0 0,0 0 0 0 0,-1-1 1 0 0,4-17-1 0 0,-5 13-22 0 0,0-1 0 0 0,-2 0 0 0 0,0-1 0 0 0,-1 1 0 0 0,0 0 0 0 0,-2 0 1 0 0,0 0-1 0 0,-1 0 0 0 0,-5-17 0 0 0,4 21-13 0 0,0-1 0 0 0,-1 1 1 0 0,-1 1-1 0 0,0-1 0 0 0,0 1 1 0 0,-2 0-1 0 0,1 0 0 0 0,-2 1 1 0 0,1 0-1 0 0,-1 1 0 0 0,-17-15 0 0 0,20 20-12 0 0,-1 0-1 0 0,0 1 0 0 0,0 0 1 0 0,0 0-1 0 0,0 1 0 0 0,-1-1 1 0 0,1 2-1 0 0,-1-1 0 0 0,-9-1 1 0 0,12 3-158 0 0,0 0 1 0 0,1 0-1 0 0,-1 1 0 0 0,0 0 1 0 0,0 0-1 0 0,0 0 1 0 0,0 0-1 0 0,0 1 1 0 0,1 0-1 0 0,-1 0 1 0 0,0 0-1 0 0,0 1 1 0 0,1-1-1 0 0,-1 1 1 0 0,1 0-1 0 0,-8 5 0 0 0,10-5-174 0 0,0 0 0 0 0,0 0 0 0 0,0 0-1 0 0,0 0 1 0 0,0 1 0 0 0,1-1 0 0 0,-1 1-1 0 0,1 0 1 0 0,0-1 0 0 0,-1 1-1 0 0,1 0 1 0 0,0 0 0 0 0,1-1 0 0 0,-1 1-1 0 0,0 0 1 0 0,1 0 0 0 0,0 0-1 0 0,0 0 1 0 0,-1 0 0 0 0,2 0 0 0 0,-1 0-1 0 0,0 0 1 0 0,1 0 0 0 0,-1 0-1 0 0,1 0 1 0 0,0-1 0 0 0,0 1 0 0 0,1 3-1 0 0,3 9-3498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8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79 1620 0 0,'12'-22'10068'0'0,"-2"-27"-699"0"0,-10 47-8657 0 0,0-4-52 0 0,-2 12-524 0 0,2-4-154 0 0,-53 163 322 0 0,9-31-700 0 0,37-109-639 0 0,2 1 1 0 0,0-1-1 0 0,-1 37 1 0 0,8-21-2492 0 0,3-14-1996 0 0,0-8-1343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9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7 24 0 0,'-14'2'6858'0'0,"-38"7"2181"0"0,50-8-8244 0 0,-5 0-404 0 0,7-1-373 0 0,0 1-1 0 0,0-1 1 0 0,0 0 0 0 0,0 0-1 0 0,1 0 1 0 0,-1 0-1 0 0,0 0 1 0 0,0 0 0 0 0,0 0-1 0 0,0 0 1 0 0,0 0-1 0 0,0 0 1 0 0,0 0 0 0 0,0 1-1 0 0,0-1 1 0 0,0 0-1 0 0,0 0 1 0 0,0 0 0 0 0,0 0-1 0 0,0 0 1 0 0,0 0 0 0 0,0 0-1 0 0,0 0 1 0 0,0 0-1 0 0,0 0 1 0 0,-1 1 0 0 0,1-1-1 0 0,0 0 1 0 0,0 0-1 0 0,0 0 1 0 0,0 0 0 0 0,0 0-1 0 0,0 0 1 0 0,0 0-1 0 0,0 0 1 0 0,0 0 0 0 0,0 0-1 0 0,0 0 1 0 0,0 0 0 0 0,0 0-1 0 0,0 0 1 0 0,0 0-1 0 0,-1 0 1 0 0,1 1 0 0 0,0-1-1 0 0,0 0 1 0 0,0 0-1 0 0,0 0 1 0 0,0 0 0 0 0,0 0-1 0 0,0 0 1 0 0,0 0-1 0 0,0 0 1 0 0,-1 0 0 0 0,1 0-1 0 0,0 0 1 0 0,0 0-1 0 0,0 0 1 0 0,0-1 0 0 0,0 1-1 0 0,0 0 1 0 0,0 0 0 0 0,0 0-1 0 0,0 0 1 0 0,0 0-1 0 0,-1 0 1 0 0,16 3 34 0 0,-1-2 0 0 0,1 1-1 0 0,-1-2 1 0 0,1 0 0 0 0,-1-1 0 0 0,16-2-1 0 0,-2 0-5 0 0,43-3 14 0 0,15-1-355 0 0,-33 5-3878 0 0,-41 1 1596 0 0,12-5-6729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9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47 1292 0 0,'9'-28'10513'0'0,"-6"10"-3826"0"0,-4 41-5433 0 0,-9 57-417 0 0,-33 123-1 0 0,22-112-863 0 0,3 4-1747 0 0,7-32-3902 0 0,7-41 1613 0 0,2-4-3412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2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44 1836 0 0,'-3'-12'5086'0'0,"-8"-2"-699"0"0,8 15-4060 0 0,-1 2-237 0 0,-1-1 0 0 0,1 1 1 0 0,0 0-1 0 0,0 0 0 0 0,0 0 0 0 0,0 0 0 0 0,1 1 0 0 0,-1-1 0 0 0,1 1 0 0 0,0 0 0 0 0,0 0 0 0 0,0 0 0 0 0,1 1 0 0 0,-3 5 0 0 0,-8 16 230 0 0,-10 33-1 0 0,17-45-227 0 0,-2 10 50 0 0,0 0-1 0 0,2 1 1 0 0,-4 25 0 0 0,8-36-52 0 0,1 1 1 0 0,0 0 0 0 0,1 0 0 0 0,1-1 0 0 0,0 1-1 0 0,5 23 1 0 0,-4-32-10 0 0,0 1 1 0 0,0-1-1 0 0,0 0 0 0 0,1 0 1 0 0,0 0-1 0 0,0 0 0 0 0,1 0 1 0 0,-1-1-1 0 0,1 1 0 0 0,0-1 1 0 0,1 0-1 0 0,-1 0 0 0 0,1-1 1 0 0,5 5-1 0 0,-2-4 34 0 0,0 0-1 0 0,0 0 1 0 0,0-1-1 0 0,1 0 1 0 0,-1-1 0 0 0,1 0-1 0 0,0 0 1 0 0,0-1 0 0 0,12 2-1 0 0,-6-2 96 0 0,1-1 0 0 0,0 0 0 0 0,-1-1 0 0 0,1-1 0 0 0,0-1 0 0 0,-1 0 0 0 0,1-1 0 0 0,-1 0-1 0 0,0-1 1 0 0,0-1 0 0 0,25-12 0 0 0,-32 13-113 0 0,-1-1 0 0 0,1 0 0 0 0,-1 0 0 0 0,1-1 0 0 0,-2 1 0 0 0,1-2 1 0 0,-1 1-1 0 0,0-1 0 0 0,0 0 0 0 0,0 0 0 0 0,-1-1 0 0 0,0 1 0 0 0,-1-1 0 0 0,0 0 0 0 0,0-1 0 0 0,4-13 0 0 0,-5 9-60 0 0,0 0 1 0 0,-1-1-1 0 0,0 1 0 0 0,-1 0 1 0 0,-1-1-1 0 0,0 1 1 0 0,0 0-1 0 0,-2-1 0 0 0,0 1 1 0 0,-6-22-1 0 0,5 22-138 0 0,-1 0 1 0 0,0 1-1 0 0,-1 0 1 0 0,-1 0-1 0 0,0 0 1 0 0,-1 0-1 0 0,0 1 0 0 0,0 0 1 0 0,-2 0-1 0 0,1 1 1 0 0,-1 0-1 0 0,0 1 0 0 0,-1 0 1 0 0,0 0-1 0 0,-1 1 1 0 0,0 1-1 0 0,0-1 0 0 0,0 2 1 0 0,-1 0-1 0 0,0 0 1 0 0,-24-7-1 0 0,35 12-121 0 0,-1 0 0 0 0,0 1 0 0 0,1-1 0 0 0,-1 1 0 0 0,0 0-1 0 0,0 0 1 0 0,0-1 0 0 0,1 1 0 0 0,-1 0 0 0 0,0 0 0 0 0,0 1 0 0 0,1-1 0 0 0,-1 0-1 0 0,0 1 1 0 0,0-1 0 0 0,1 1 0 0 0,-1-1 0 0 0,0 1 0 0 0,1 0 0 0 0,-1-1 0 0 0,1 1 0 0 0,-4 2-1 0 0,5-2-53 0 0,-1 0 0 0 0,1 1 0 0 0,-1-1-1 0 0,0 0 1 0 0,1 0 0 0 0,0 0-1 0 0,-1 0 1 0 0,1 0 0 0 0,0 1-1 0 0,-1-1 1 0 0,1 0 0 0 0,0 0 0 0 0,0 0-1 0 0,0 1 1 0 0,0-1 0 0 0,0 0-1 0 0,1 0 1 0 0,-1 1 0 0 0,0-1-1 0 0,0 0 1 0 0,1 0 0 0 0,-1 0 0 0 0,1 0-1 0 0,-1 0 1 0 0,1 1 0 0 0,-1-1-1 0 0,1 0 1 0 0,0 0 0 0 0,0 0 0 0 0,0 0-1 0 0,6 8-3298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2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24 2712 0 0,'-14'4'10883'0'0,"-5"2"-3447"0"0,134-20-7274 0 0,-46 4-118 0 0,-53 8 840 0 0,26-5-15392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3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72 1488 0 0,'5'-30'11481'0'0,"-3"26"-11285"0"0,1 1 1 0 0,0 0 0 0 0,0 0 0 0 0,0 0 0 0 0,1 1 0 0 0,-1-1-1 0 0,0 1 1 0 0,1-1 0 0 0,0 1 0 0 0,-1 0 0 0 0,1 1 0 0 0,0-1 0 0 0,0 1-1 0 0,0-1 1 0 0,9 0 0 0 0,-3 0-138 0 0,0 1 0 0 0,0 1 0 0 0,0-1 0 0 0,1 1 0 0 0,-1 1 0 0 0,0 0 0 0 0,18 5-1 0 0,-25-6-34 0 0,1 1-1 0 0,-1 0 0 0 0,1 0 0 0 0,-1 0 1 0 0,0 1-1 0 0,1-1 0 0 0,-1 1 0 0 0,0 0 1 0 0,0 0-1 0 0,0 0 0 0 0,0 0 0 0 0,0 1 1 0 0,-1-1-1 0 0,1 1 0 0 0,-1-1 0 0 0,0 1 0 0 0,1 0 1 0 0,-1 0-1 0 0,0 0 0 0 0,-1 0 0 0 0,1 1 1 0 0,-1-1-1 0 0,1 0 0 0 0,-1 1 0 0 0,1 4 1 0 0,-2-3 18 0 0,0-1-1 0 0,0 0 1 0 0,0 1 0 0 0,-1-1 0 0 0,1 0 0 0 0,-1 1 0 0 0,-1-1 0 0 0,1 0 0 0 0,0 0 0 0 0,-1 0 0 0 0,0 0 0 0 0,0 0 0 0 0,0 0 0 0 0,-1 0 0 0 0,-3 5 0 0 0,-7 6 154 0 0,0 1 1 0 0,-16 12 0 0 0,18-16 54 0 0,-29 24 1082 0 0,39-35-1261 0 0,1-1-69 0 0,1 0 1 0 0,-1 0 0 0 0,0 0 0 0 0,0 0 0 0 0,0 0 0 0 0,0 0-1 0 0,0 0 1 0 0,0 0 0 0 0,0 0 0 0 0,0 1 0 0 0,0-1 0 0 0,1 0-1 0 0,-1 0 1 0 0,0 0 0 0 0,0 0 0 0 0,0 0 0 0 0,0 0 0 0 0,0 0 0 0 0,0 1-1 0 0,0-1 1 0 0,0 0 0 0 0,0 0 0 0 0,0 0 0 0 0,0 0 0 0 0,0 0-1 0 0,0 0 1 0 0,0 0 0 0 0,0 1 0 0 0,0-1 0 0 0,0 0 0 0 0,0 0 0 0 0,0 0-1 0 0,0 0 1 0 0,0 0 0 0 0,0 0 0 0 0,0 1 0 0 0,0-1 0 0 0,0 0-1 0 0,-1 0 1 0 0,1 0 0 0 0,0 0 0 0 0,0 0 0 0 0,0 0 0 0 0,0 0-1 0 0,0 0 1 0 0,0 0 0 0 0,0 1 0 0 0,0-1 0 0 0,0 0 0 0 0,-1 0 0 0 0,1 0-1 0 0,0 0 1 0 0,0 0 0 0 0,0 0 0 0 0,0 0 0 0 0,12 7 30 0 0,30 9-44 0 0,-35-13 10 0 0,0-1 0 0 0,-1 1 0 0 0,0 0-1 0 0,1 0 1 0 0,-1 0 0 0 0,0 1 0 0 0,6 5 0 0 0,-1 0 75 0 0,0 0 1 0 0,-1 0 0 0 0,0 1 0 0 0,0 1 0 0 0,13 19 0 0 0,-21-27 12 0 0,0 1 1 0 0,0-1-1 0 0,0 0 1 0 0,-1 1-1 0 0,1-1 0 0 0,-1 1 1 0 0,0 0-1 0 0,0-1 1 0 0,0 1-1 0 0,0 0 1 0 0,-1 0-1 0 0,0-1 0 0 0,0 1 1 0 0,0 0-1 0 0,0 0 1 0 0,0 0-1 0 0,-1-1 1 0 0,1 1-1 0 0,-1 0 0 0 0,0 0 1 0 0,0-1-1 0 0,-1 1 1 0 0,1-1-1 0 0,-1 1 1 0 0,0-1-1 0 0,-2 5 0 0 0,-3 0 34 0 0,0 0 0 0 0,-1 0 0 0 0,0 0 0 0 0,0-1 0 0 0,0 0 0 0 0,-1-1 0 0 0,0 1 0 0 0,-1-2 0 0 0,1 1 0 0 0,-1-2 0 0 0,0 1 0 0 0,0-1 0 0 0,0-1 0 0 0,-17 4 0 0 0,8-2-83 0 0,-1-2 0 0 0,0 0 1 0 0,0-2-1 0 0,0 0 1 0 0,0-1-1 0 0,0-1 1 0 0,-22-4-1 0 0,30 3-337 0 0,-1-1-1 0 0,1-1 1 0 0,-1 0 0 0 0,-16-9-1 0 0,23 10-340 0 0,0 0-1 0 0,0 0 0 0 0,1-1 1 0 0,-1 0-1 0 0,1 0 1 0 0,-6-6-1 0 0,1-8-3194 0 0,7 4-1842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4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169 142 1056 0 0,'10'-4'2122'0'0,"-1"-1"0"0"0,0 0 0 0 0,10-8 0 0 0,-16 11-1474 0 0,1-1 0 0 0,-1 1 0 0 0,0-1 1 0 0,0 1-1 0 0,-1-1 0 0 0,1 0 1 0 0,-1-1-1 0 0,1 1 0 0 0,-1 0 0 0 0,0-1 1 0 0,2-3-1 0 0,-4 7-615 0 0,0-1 1 0 0,0 0-1 0 0,0 1 0 0 0,0-1 1 0 0,0 1-1 0 0,-1-1 0 0 0,1 0 1 0 0,0 1-1 0 0,0-1 0 0 0,0 1 1 0 0,-1-1-1 0 0,1 1 0 0 0,0-1 1 0 0,0 1-1 0 0,-1-1 0 0 0,1 1 1 0 0,0-1-1 0 0,-1 1 0 0 0,1-1 1 0 0,-1 1-1 0 0,1-1 0 0 0,-1 1 1 0 0,1 0-1 0 0,-1-1 0 0 0,1 1 1 0 0,-1 0-1 0 0,1-1 0 0 0,-1 1 1 0 0,1 0-1 0 0,-1 0 0 0 0,1 0 1 0 0,-1 0-1 0 0,0-1 0 0 0,1 1 1 0 0,-2 0-1 0 0,-1-1 37 0 0,0 1 0 0 0,0-1 0 0 0,0 0 0 0 0,0 1 1 0 0,-1 0-1 0 0,-5 0 0 0 0,-6 2-7 0 0,0 1 0 0 0,0 0 0 0 0,0 2 1 0 0,1-1-1 0 0,-20 10 0 0 0,26-10-52 0 0,-1 0 1 0 0,1 1-1 0 0,0 0 1 0 0,1 0-1 0 0,-1 1 0 0 0,1 0 1 0 0,0 0-1 0 0,1 1 1 0 0,-1-1-1 0 0,-8 13 0 0 0,14-17-7 0 0,0 0 0 0 0,0 0 0 0 0,0 0 0 0 0,0 0-1 0 0,0 1 1 0 0,0-1 0 0 0,1 0 0 0 0,-1 1-1 0 0,1-1 1 0 0,-1 0 0 0 0,1 1 0 0 0,0-1-1 0 0,0 0 1 0 0,0 1 0 0 0,0-1 0 0 0,0 0-1 0 0,1 4 1 0 0,1-2 0 0 0,-1 0-1 0 0,1 0 1 0 0,0 0-1 0 0,0-1 1 0 0,0 1-1 0 0,0 0 1 0 0,0-1-1 0 0,1 0 1 0 0,3 4-1 0 0,6 5 8 0 0,1-2-1 0 0,0 1 1 0 0,27 15-1 0 0,-38-24-7 0 0,132 66 41 0 0,-15-9 369 0 0,-118-58-334 0 0,1 0 0 0 0,-1-1 0 0 0,0 1 1 0 0,1 0-1 0 0,-1 0 0 0 0,0 0 0 0 0,1 0 1 0 0,-1 0-1 0 0,0 0 0 0 0,0 1 1 0 0,0-1-1 0 0,0 0 0 0 0,0 1 0 0 0,-1-1 1 0 0,1 0-1 0 0,0 1 0 0 0,0-1 0 0 0,0 3 1 0 0,-1-3-33 0 0,0 0 0 0 0,0 1 0 0 0,0-1 0 0 0,0 0 0 0 0,-1 0 0 0 0,1 0 0 0 0,0 0 0 0 0,-1 0 0 0 0,1 0 0 0 0,0 1 0 0 0,-1-1 0 0 0,1 0 0 0 0,-1 0 0 0 0,0 0 0 0 0,1 0 0 0 0,-1 0 0 0 0,0-1 0 0 0,0 1 0 0 0,-1 1 0 0 0,-2 2 32 0 0,0-1-1 0 0,-1 0 1 0 0,1 0 0 0 0,-1 0 0 0 0,0-1 0 0 0,0 1-1 0 0,0-1 1 0 0,0 0 0 0 0,-8 1 0 0 0,-10 2 100 0 0,-45 4-1 0 0,60-9-149 0 0,-1 0 0 0 0,1 0 0 0 0,-1 0 0 0 0,1-1 0 0 0,-1-1 0 0 0,1 0 0 0 0,0 0 0 0 0,-14-5 0 0 0,21 7-27 0 0,0-1 1 0 0,0 1-1 0 0,-1-1 1 0 0,1 0-1 0 0,0 0 1 0 0,0 1-1 0 0,0-1 1 0 0,0 0-1 0 0,0 0 1 0 0,0 0-1 0 0,0 0 1 0 0,0 0-1 0 0,0 0 1 0 0,0 0-1 0 0,1 0 1 0 0,-1-1-1 0 0,0 1 0 0 0,1 0 1 0 0,-1 0-1 0 0,1-1 1 0 0,-1 1-1 0 0,1-3 1 0 0,0 2-3 0 0,0-1 0 0 0,0 0 0 0 0,0 1 0 0 0,0-1 0 0 0,1 1 0 0 0,0-1 0 0 0,-1 1 0 0 0,1-1 0 0 0,0 1 0 0 0,0 0 0 0 0,2-4 0 0 0,3-4-16 0 0,1 0-1 0 0,1 0 1 0 0,16-17-1 0 0,44-39 55 0 0,-41 41-11 0 0,-2 0-1 0 0,0-2 1 0 0,32-45-1 0 0,-54 68-76 0 0,0 1 0 0 0,-1-1 0 0 0,0 0 0 0 0,0-1 0 0 0,0 1 1 0 0,0 0-1 0 0,-1 0 0 0 0,0-1 0 0 0,0 1 0 0 0,0-1 0 0 0,0 1 0 0 0,-1-1 0 0 0,1 1 0 0 0,-1-1 0 0 0,0 0 0 0 0,-1 1 0 0 0,1-1 0 0 0,-1 1 0 0 0,0-1 0 0 0,0 1 0 0 0,0-1 0 0 0,-1 1 1 0 0,0 0-1 0 0,1 0 0 0 0,-1-1 0 0 0,-1 1 0 0 0,1 1 0 0 0,-1-1 0 0 0,1 0 0 0 0,-1 1 0 0 0,0-1 0 0 0,-1 1 0 0 0,1 0 0 0 0,0 0 0 0 0,-1 0 0 0 0,0 0 0 0 0,0 1 0 0 0,1-1 0 0 0,-1 1 0 0 0,-1 0 1 0 0,1 0-1 0 0,0 1 0 0 0,-8-3 0 0 0,1 1-859 0 0,-1 0 0 0 0,1 1-1 0 0,-14-1 1 0 0,-15 4-8301 0 0,23 2 2548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2524 0 0,'22'-19'19063'0'0,"9"13"-18752"0"0,130-3-46 0 0,17-1 56 0 0,-175 10-300 0 0,-1 0-104 0 0,10 0-158 0 0,-10 0-162 0 0,9-1-660 0 0,-1-2-2516 0 0,2 0 118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16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82 3192 0 0,'38'-82'21274'0'0,"-37"84"-21090"0"0,-1 0 1 0 0,1 0 0 0 0,0 0 0 0 0,0 0 0 0 0,-1 0 0 0 0,0 0 0 0 0,1 0-1 0 0,-1 0 1 0 0,0 0 0 0 0,0 0 0 0 0,0 0 0 0 0,0 4 0 0 0,0-6-175 0 0,-13 237 1947 0 0,5-140-1679 0 0,5-41-494 0 0,-12 118-3319 0 0,2-89-1776 0 0,-7-2-3766 0 0,9-48 506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0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2080 0 0,'-12'6'10708'0'0,"-3"2"-4256"0"0,15-8-6424 0 0,30 1-388 0 0,-16-1 696 0 0,207-3-163 0 0,-63-1-90 0 0,-47 0 174 0 0,-109 3-244 0 0,3-1-298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0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70 504 0 0,'32'-58'15575'0'0,"-32"57"-15538"0"0,0 1 1 0 0,0 0-1 0 0,0 0 0 0 0,0-1 1 0 0,0 1-1 0 0,0 0 0 0 0,0-1 1 0 0,0 1-1 0 0,0 0 0 0 0,0-1 1 0 0,0 1-1 0 0,0 0 0 0 0,0-1 1 0 0,0 1-1 0 0,0 0 1 0 0,0 0-1 0 0,0-1 0 0 0,0 1 1 0 0,0 0-1 0 0,0-1 0 0 0,-1 1 1 0 0,1 0-1 0 0,0 0 0 0 0,0-1 1 0 0,0 1-1 0 0,-1 0 1 0 0,1 0-1 0 0,0 0 0 0 0,0-1 1 0 0,-1 1-1 0 0,1 0 0 0 0,0 0 1 0 0,0 0-1 0 0,-1 0 0 0 0,1-1 1 0 0,0 1-1 0 0,0 0 0 0 0,-1 0 1 0 0,-14-1 514 0 0,6 3-465 0 0,-1 1 0 0 0,0 0 0 0 0,1 0 0 0 0,0 1 0 0 0,0 0 1 0 0,0 1-1 0 0,0 0 0 0 0,1 0 0 0 0,-1 1 0 0 0,-14 13 0 0 0,20-16-80 0 0,1 0 0 0 0,-1 0 0 0 0,0 0 0 0 0,1 0 0 0 0,-1 0-1 0 0,1 0 1 0 0,0 0 0 0 0,0 1 0 0 0,0-1 0 0 0,1 1 0 0 0,-1 0-1 0 0,1-1 1 0 0,0 1 0 0 0,0 0 0 0 0,0 0 0 0 0,1 0 0 0 0,-1 0 0 0 0,1 0-1 0 0,0 0 1 0 0,0 0 0 0 0,0 0 0 0 0,1-1 0 0 0,-1 1 0 0 0,1 0-1 0 0,0 0 1 0 0,0 0 0 0 0,0 0 0 0 0,1-1 0 0 0,-1 1 0 0 0,4 6-1 0 0,8 8 28 0 0,1-1-1 0 0,0 0 1 0 0,1-1-1 0 0,1 0 0 0 0,21 16 1 0 0,-17-15 350 0 0,-1 1 0 0 0,0 0 1 0 0,18 25-1 0 0,-35-40-276 0 0,0 0 1 0 0,0 0-1 0 0,0-1 1 0 0,-1 1-1 0 0,1 0 1 0 0,-1 1-1 0 0,0-1 1 0 0,0 0-1 0 0,0 0 1 0 0,0 0-1 0 0,0 1 1 0 0,-1-1-1 0 0,0 0 1 0 0,1 1-1 0 0,-1-1 1 0 0,-1 1-1 0 0,1-1 1 0 0,-1 5-1 0 0,-1-3-11 0 0,1 0 0 0 0,-1 0 0 0 0,0-1 0 0 0,-1 1 0 0 0,1-1 0 0 0,-1 1-1 0 0,0-1 1 0 0,0 0 0 0 0,0 0 0 0 0,-1 0 0 0 0,-3 3 0 0 0,-6 4 10 0 0,0-1-1 0 0,-1 0 1 0 0,0-1 0 0 0,0-1 0 0 0,-1 0 0 0 0,-21 8 0 0 0,17-9-99 0 0,1-1 0 0 0,-1-1 0 0 0,-29 4 0 0 0,39-7-488 0 0,-1-1 0 0 0,1-1 0 0 0,0 0 0 0 0,-1 0 0 0 0,1-1 0 0 0,0 0-1 0 0,0 0 1 0 0,0-1 0 0 0,-13-5 0 0 0,20 6 37 0 0,-1 0-1 0 0,1 0 0 0 0,0 0 1 0 0,0-1-1 0 0,-1 1 0 0 0,1-1 1 0 0,0 1-1 0 0,0-1 1 0 0,1 0-1 0 0,-3-2 0 0 0,-5-15-6036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1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2300 0 0,'17'-54'14528'0'0,"-16"52"-14372"0"0,1 0 0 0 0,-1 0 1 0 0,1 0-1 0 0,0 0 1 0 0,0 0-1 0 0,-1 0 0 0 0,1 1 1 0 0,1-1-1 0 0,-1 1 1 0 0,0-1-1 0 0,0 1 0 0 0,0 0 1 0 0,1 0-1 0 0,-1 0 1 0 0,1 0-1 0 0,3-1 0 0 0,38-7 91 0 0,0 1-1 0 0,1 2 0 0 0,-1 3 0 0 0,48 1 0 0 0,-40 1-158 0 0,189 4-1769 0 0,-240-3 1460 0 0,0 0 1 0 0,0 0 0 0 0,0 0-1 0 0,0 0 1 0 0,0 0-1 0 0,0 1 1 0 0,0-1 0 0 0,0 0-1 0 0,0 1 1 0 0,0-1-1 0 0,0 0 1 0 0,0 1 0 0 0,0-1-1 0 0,0 1 1 0 0,0-1-1 0 0,-1 1 1 0 0,3 1 0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4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35 2524 0 0,'-16'-26'12783'0'0,"16"25"-12651"0"0,0 1 0 0 0,0-1 1 0 0,0 1-1 0 0,-1-1 0 0 0,1 1 0 0 0,0-1 0 0 0,0 1 0 0 0,-1 0 0 0 0,1-1 0 0 0,0 1 0 0 0,-1-1 0 0 0,1 1 0 0 0,0 0 0 0 0,-1-1 0 0 0,1 1 0 0 0,-1 0 0 0 0,1 0 0 0 0,-1-1 0 0 0,1 1 0 0 0,0 0 0 0 0,-1 0 0 0 0,1 0 0 0 0,-1-1 0 0 0,0 1 0 0 0,-4 10 1423 0 0,1 31-854 0 0,3-24-157 0 0,-7 39 24 0 0,-3 0 1 0 0,-21 61-1 0 0,17-64-2014 0 0,1 0 0 0 0,-8 74 0 0 0,22-89-1962 0 0,7-15-3120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5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84 206 2056 0 0,'17'-31'7449'0'0,"15"-39"1906"0"0,-34 72-8927 0 0,-5 5-232 0 0,1 1 1 0 0,0 0 0 0 0,0 0-1 0 0,0 1 1 0 0,1 0-1 0 0,1 0 1 0 0,0 0 0 0 0,0 0-1 0 0,0 1 1 0 0,1 0-1 0 0,1-1 1 0 0,0 1 0 0 0,0 0-1 0 0,0 12 1 0 0,1-16-167 0 0,1 1 1 0 0,0-1 0 0 0,0 0-1 0 0,1 1 1 0 0,0-1-1 0 0,0 1 1 0 0,0-1 0 0 0,1 0-1 0 0,0 0 1 0 0,0 1-1 0 0,1-1 1 0 0,0-1 0 0 0,0 1-1 0 0,0 0 1 0 0,0-1 0 0 0,1 0-1 0 0,0 1 1 0 0,0-1-1 0 0,1-1 1 0 0,-1 1 0 0 0,1-1-1 0 0,0 0 1 0 0,7 5-1 0 0,0-3-6 0 0,0 0 0 0 0,0 0 0 0 0,1-1 0 0 0,-1-1-1 0 0,1 0 1 0 0,0-1 0 0 0,0-1 0 0 0,0 0 0 0 0,0 0 0 0 0,1-1-1 0 0,18-2 1 0 0,-24 1-11 0 0,1-1-1 0 0,-1 0 0 0 0,1 0 1 0 0,-1-1-1 0 0,1 0 0 0 0,-1 0 1 0 0,0-1-1 0 0,0 0 0 0 0,0 0 1 0 0,-1-1-1 0 0,1 0 1 0 0,-1-1-1 0 0,0 0 0 0 0,0 0 1 0 0,0 0-1 0 0,0-1 0 0 0,-1 0 1 0 0,9-12-1 0 0,-11 14-2 0 0,-1-1-1 0 0,0 0 0 0 0,-1 0 1 0 0,1 0-1 0 0,-1-1 0 0 0,0 1 1 0 0,0-1-1 0 0,-1 1 1 0 0,1-1-1 0 0,-1 0 0 0 0,-1 1 1 0 0,1-1-1 0 0,-1 0 0 0 0,0-9 1 0 0,-1 8-5 0 0,-1-1 0 0 0,1 1 1 0 0,-1-1-1 0 0,-1 1 0 0 0,1 0 0 0 0,-1 0 1 0 0,-1 0-1 0 0,1 1 0 0 0,-1-1 0 0 0,-5-6 0 0 0,-1 1-5 0 0,0 0-1 0 0,-1 1 0 0 0,0 0 0 0 0,-1 1 0 0 0,0 0 0 0 0,0 0 0 0 0,-1 2 0 0 0,-1-1 1 0 0,1 2-1 0 0,-18-8 0 0 0,-6 2-599 0 0,0 1 0 0 0,-61-11 0 0 0,-21 5-8775 0 0,107 16 5245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6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64 1508 0 0,'-41'-49'13537'0'0,"41"49"-13485"0"0,0 0-1 0 0,-1 0 0 0 0,1 0 1 0 0,0 0-1 0 0,0 0 1 0 0,-1 0-1 0 0,1 0 0 0 0,0 0 1 0 0,-1 0-1 0 0,1-1 0 0 0,0 1 1 0 0,0 0-1 0 0,-1 0 0 0 0,1 0 1 0 0,0-1-1 0 0,0 1 0 0 0,0 0 1 0 0,-1 0-1 0 0,1 0 1 0 0,0-1-1 0 0,0 1 0 0 0,0 0 1 0 0,0 0-1 0 0,-1-1 0 0 0,1 1 1 0 0,0 0-1 0 0,0-1 0 0 0,0 1 1 0 0,0 0-1 0 0,0-1 1 0 0,4-1 32 0 0,0 1 1 0 0,0 0-1 0 0,0 0 1 0 0,0 0-1 0 0,1 0 1 0 0,-1 0-1 0 0,0 1 1 0 0,7 0 0 0 0,44 3 169 0 0,-33-2-153 0 0,125 10 238 0 0,152 31-1 0 0,-292-41-336 0 0,0 0 1 0 0,1 1-1 0 0,-1 0 0 0 0,0 0 1 0 0,0 1-1 0 0,0 0 0 0 0,0 0 1 0 0,-1 0-1 0 0,1 1 0 0 0,-1 0 1 0 0,0 1-1 0 0,0-1 1 0 0,0 1-1 0 0,-1 0 0 0 0,0 1 1 0 0,0-1-1 0 0,0 1 0 0 0,0 0 1 0 0,-1 0-1 0 0,0 1 0 0 0,0-1 1 0 0,-1 1-1 0 0,0 0 0 0 0,4 11 1 0 0,5 25 41 0 0,-2 0 0 0 0,-2 0 1 0 0,3 52-1 0 0,-3 135 138 0 0,-7-187-151 0 0,-20 516 1161 0 0,-33-2-125 0 0,23-273-670 0 0,-159 1577 652 0 0,171-1694-879 0 0,-79 1340 707 0 0,103-900-884 0 0,-2-371 125 0 0,-17 281 979 0 0,12-494-624 0 0,-2 0 1 0 0,-1-1 0 0 0,-1 1-1 0 0,-1-1 1 0 0,-1 0 0 0 0,-1 0 0 0 0,-14 33-1 0 0,18-52-431 0 0,1 1-1 0 0,-1-1 0 0 0,0 0 1 0 0,0 0-1 0 0,0 0 0 0 0,0 0 1 0 0,0 0-1 0 0,-1-1 0 0 0,0 1 1 0 0,1-1-1 0 0,-1 0 0 0 0,0 0 1 0 0,0 0-1 0 0,0-1 1 0 0,0 1-1 0 0,0-1 0 0 0,0 0 1 0 0,0 0-1 0 0,-8 0 0 0 0,-8 1-75 0 0,0-2 1 0 0,-38-2-1 0 0,45 1-38 0 0,-55-6-2423 0 0,-132-30-1 0 0,29-16-3952 0 0,145 43 2392 0 0,-27-14 0 0 0,19 4-3272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6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12 1916 0 0,'-2'0'2212'0'0,"-42"-8"6594"0"0,41 8-7899 0 0,-23-4 2974 0 0,58 4-3816 0 0,121 4-2318 0 0,-124-2-2109 0 0,43 11 1 0 0,-55-10-46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6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16 2124 0 0,'-109'52'12943'0'0,"109"-52"-12920"0"0,0 1 0 0 0,0-1 0 0 0,0 0 0 0 0,0 0 0 0 0,0 1 0 0 0,0-1 0 0 0,0 0 0 0 0,1 0 0 0 0,-1 1 0 0 0,0-1 0 0 0,0 0 0 0 0,0 0 0 0 0,0 1 0 0 0,0-1 0 0 0,0 0 0 0 0,0 0 0 0 0,0 0 0 0 0,1 1 0 0 0,-1-1 0 0 0,0 0 0 0 0,0 0 0 0 0,0 0 0 0 0,0 1 0 0 0,1-1 0 0 0,-1 0 0 0 0,0 0 0 0 0,0 0 0 0 0,1 0 0 0 0,-1 0 0 0 0,0 0 0 0 0,0 1 0 0 0,0-1 0 0 0,1 0 0 0 0,-1 0 0 0 0,0 0 0 0 0,0 0 0 0 0,1 0 0 0 0,-1 0 0 0 0,0 0 0 0 0,0 0 0 0 0,1 0 0 0 0,-1 0 0 0 0,0 0 0 0 0,0 0 0 0 0,1 0 0 0 0,-1 0 0 0 0,0 0 0 0 0,1-1-1 0 0,267-31 84 0 0,-87 9-4599 0 0,-123 14 657 0 0,0-1-1730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9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1675 33 1740 0 0,'10'-10'6260'0'0,"-9"10"-5938"0"0,0-1 0 0 0,0 0 0 0 0,0 1 0 0 0,0-1 0 0 0,-1 0-1 0 0,1 1 1 0 0,0-1 0 0 0,0 0 0 0 0,-1 0 0 0 0,1 0 0 0 0,-1 0 0 0 0,1 0 0 0 0,-1 0 0 0 0,1 0 0 0 0,-1 0 0 0 0,1 0 0 0 0,-1 0 0 0 0,0-1 0 0 0,-16-2 175 0 0,2 3-401 0 0,-7 0-62 0 0,0 2-1 0 0,0 0 1 0 0,0 2 0 0 0,-31 6-1 0 0,17-2-29 0 0,24-5-6 0 0,0 1 1 0 0,0 0-1 0 0,1 1 0 0 0,-1 0 1 0 0,1 1-1 0 0,0 0 0 0 0,0 0 1 0 0,-18 14-1 0 0,15-9-3 0 0,0 2-1 0 0,1 0 1 0 0,0 0 0 0 0,1 1 0 0 0,-12 18-1 0 0,0 6-5 0 0,1 2-1 0 0,2 0 1 0 0,-24 71-1 0 0,15-23 164 0 0,-30 148 0 0 0,6 97 294 0 0,38-229-387 0 0,-51 344 1208 0 0,-62 404 987 0 0,-21-4-926 0 0,-70 176-174 0 0,3-106-524 0 0,96-416-309 0 0,-1 96-12 0 0,106-454-282 0 0,14-122 9 0 0,1-1 0 0 0,1 0 1 0 0,1 1-1 0 0,9 38 0 0 0,-9-56-25 0 0,-1 1 0 0 0,0-1 0 0 0,1 1 1 0 0,0-1-1 0 0,0 1 0 0 0,0-1 0 0 0,0 0 1 0 0,1 0-1 0 0,-1 0 0 0 0,1 0 0 0 0,-1-1 1 0 0,1 1-1 0 0,0-1 0 0 0,0 0 0 0 0,0 1 1 0 0,1-1-1 0 0,-1-1 0 0 0,0 1 0 0 0,1 0 0 0 0,-1-1 1 0 0,1 0-1 0 0,0 0 0 0 0,-1 0 0 0 0,1 0 1 0 0,7 1-1 0 0,8-1 4 0 0,0 0 0 0 0,0-1 0 0 0,36-5 0 0 0,-50 5-21 0 0,67-10-945 0 0,103-28-1 0 0,67-38-4524 0 0,-141 37 100 0 0,13-11-2880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29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15 1012 0 0,'14'-6'3906'0'0,"12"-3"4246"0"0,-11 11-5735 0 0,-15 1-2398 0 0,1 0 0 0 0,-1 0 1 0 0,1 0-1 0 0,-1 0 0 0 0,0 0 1 0 0,0 0-1 0 0,0 0 0 0 0,-1 0 1 0 0,0 4-1 0 0,-6 70 465 0 0,-4-1 0 0 0,-36 135 0 0 0,21-114-24 0 0,25-96-554 0 0,-7 9-2394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0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4 536 0 0,'4'0'2350'0'0,"2"0"-1963"0"0,9-2 5477 0 0,1 1-222 0 0,-7 1-2011 0 0,-6 0-3298 0 0,9 1 598 0 0,-13 2-934 0 0,1-1 1 0 0,-1 0-1 0 0,1 0 1 0 0,-1 1-1 0 0,0-1 1 0 0,0 0 0 0 0,0 0-1 0 0,-1 0 1 0 0,1 0-1 0 0,0 0 1 0 0,-1 0-1 0 0,-1 2 1 0 0,-27 27 4 0 0,15-17 1 0 0,-275 273 152 0 0,217-216-123 0 0,56-55 203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0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48 908 0 0,'0'0'10451'0'0,"10"-6"-8236"0"0,1 0-1888 0 0,-1 0 0 0 0,1 1 0 0 0,0 0 0 0 0,0 1 0 0 0,1 0 0 0 0,13-3 0 0 0,-21 6-317 0 0,1 0 0 0 0,0 0 1 0 0,-1 0-1 0 0,1 0 0 0 0,0 1 0 0 0,-1 0 1 0 0,1 0-1 0 0,0 1 0 0 0,0-1 0 0 0,-1 1 1 0 0,1 0-1 0 0,0 0 0 0 0,-1 0 0 0 0,1 1 1 0 0,-1 0-1 0 0,0 0 0 0 0,1 0 0 0 0,6 5 0 0 0,-9-5-5 0 0,0 1-1 0 0,0-1 0 0 0,0 1 1 0 0,-1-1-1 0 0,1 1 0 0 0,-1 0 0 0 0,0-1 1 0 0,1 1-1 0 0,-1 0 0 0 0,-1 0 0 0 0,1 0 1 0 0,0 0-1 0 0,-1 0 0 0 0,1 0 0 0 0,-1 0 1 0 0,0 0-1 0 0,0 0 0 0 0,0 0 0 0 0,-1 0 1 0 0,1 0-1 0 0,-1 1 0 0 0,1-2 0 0 0,-1 1 1 0 0,-2 5-1 0 0,-2 5 51 0 0,0 0-1 0 0,0-1 1 0 0,-2 0 0 0 0,-8 14 0 0 0,-12 12 939 0 0,-50 54 0 0 0,17-22 61 0 0,58-68-991 0 0,6 1 16 0 0,-4-3-78 0 0,0 1 0 0 0,0-1 0 0 0,0 0 0 0 0,0 1 0 0 0,0-1 0 0 0,1 0 0 0 0,-1 0 1 0 0,0 1-1 0 0,0-1 0 0 0,0 0 0 0 0,0 0 0 0 0,1 0 0 0 0,-1 1 0 0 0,0-1 0 0 0,0 0 0 0 0,0 0 0 0 0,1 0 0 0 0,-1 1 0 0 0,0-1 0 0 0,0 0 0 0 0,1 0 1 0 0,-1 0-1 0 0,0 0 0 0 0,1 0 0 0 0,-1 0 0 0 0,0 0 0 0 0,0 1 0 0 0,1-1 0 0 0,-1 0 0 0 0,0 0 0 0 0,1 0 0 0 0,-1 0 0 0 0,0 0 0 0 0,0 0 1 0 0,1-1-1 0 0,-1 1 0 0 0,0 0 0 0 0,1 0 0 0 0,363-47-960 0 0,-290 35-312 0 0,49-9-1949 0 0,-41 2-2755 0 0,-43 6 93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1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48 2328 0 0,'-1'-6'1874'0'0,"-1"1"-1"0"0,1 0 1 0 0,-1-1 0 0 0,-1 1-1 0 0,-3-9 1 0 0,3 15-1819 0 0,1 0 1 0 0,0 0-1 0 0,0 0 1 0 0,0 0-1 0 0,0 0 1 0 0,0 0-1 0 0,0 1 1 0 0,-2 1-1 0 0,-7 9 36 0 0,1 0-1 0 0,1 1 0 0 0,0 0 1 0 0,-13 26-1 0 0,-22 60 130 0 0,40-88-189 0 0,1-1 0 0 0,-1 1 1 0 0,2-1-1 0 0,0 1 0 0 0,0 0 0 0 0,1 0 1 0 0,0 0-1 0 0,1 0 0 0 0,0 0 1 0 0,3 21-1 0 0,-1-25 1 0 0,0 0 0 0 0,0-1 0 0 0,0 1 0 0 0,1 0 0 0 0,0-1 0 0 0,0 1 0 0 0,1-1 0 0 0,0 0 0 0 0,0 0-1 0 0,0-1 1 0 0,1 1 0 0 0,0-1 0 0 0,0 0 0 0 0,0 0 0 0 0,0 0 0 0 0,1-1 0 0 0,11 7 0 0 0,-5-5 153 0 0,0 1 0 0 0,1-2 1 0 0,-1 0-1 0 0,1 0 0 0 0,1-1 0 0 0,-1-1 0 0 0,0 0 1 0 0,1-1-1 0 0,-1 0 0 0 0,1-1 0 0 0,0-1 0 0 0,0 0 0 0 0,16-3 1 0 0,-22 2-45 0 0,0 0 1 0 0,0-1 0 0 0,-1 0 0 0 0,1 0 0 0 0,-1-1 0 0 0,1 0-1 0 0,-1 0 1 0 0,0-1 0 0 0,0 0 0 0 0,-1 0 0 0 0,1-1 0 0 0,-1 0-1 0 0,0 0 1 0 0,0 0 0 0 0,0-1 0 0 0,-1 1 0 0 0,0-2 0 0 0,0 1-1 0 0,0 0 1 0 0,-1-1 0 0 0,0 0 0 0 0,0 0 0 0 0,5-15 0 0 0,-6 9-93 0 0,0-1 0 0 0,0 1 1 0 0,-1-1-1 0 0,-1 0 0 0 0,0 0 1 0 0,-1 0-1 0 0,0 0 1 0 0,-1 0-1 0 0,-1 0 0 0 0,0 1 1 0 0,-1-1-1 0 0,-5-13 0 0 0,5 15-173 0 0,-1 0 0 0 0,-1 0 0 0 0,0 1 1 0 0,-1 0-1 0 0,0 0 0 0 0,0 0 0 0 0,-1 0 0 0 0,-1 1 0 0 0,0 1 0 0 0,0-1 0 0 0,-1 1 0 0 0,0 1 0 0 0,-16-13 0 0 0,19 18-287 0 0,1-1-1 0 0,-1 1 0 0 0,0 1 1 0 0,0-1-1 0 0,0 1 1 0 0,-1 0-1 0 0,1 0 0 0 0,0 1 1 0 0,-1-1-1 0 0,-12 1 1 0 0,15 1-299 0 0,-1 0 0 0 0,1 0 0 0 0,0 1 1 0 0,0 0-1 0 0,0 0 0 0 0,0 0 0 0 0,0 0 1 0 0,0 1-1 0 0,0-1 0 0 0,0 1 0 0 0,-4 3 1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2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91 1040 0 0,'35'-38'15945'0'0,"-43"55"-15872"0"0,0 0 1 0 0,-1-1-1 0 0,-1 0 1 0 0,-12 15-1 0 0,-8 14 5 0 0,15-20-30 0 0,1 0 0 0 0,1 1 0 0 0,-11 32 0 0 0,21-50-28 0 0,0 0-1 0 0,1 0 1 0 0,0 0 0 0 0,1 0-1 0 0,0 0 1 0 0,0 0-1 0 0,1 1 1 0 0,0-1 0 0 0,0 0-1 0 0,1 0 1 0 0,0 1-1 0 0,0-1 1 0 0,1 0-1 0 0,0 0 1 0 0,6 13 0 0 0,-4-14 18 0 0,0-1 0 0 0,0 0 0 0 0,0 0 0 0 0,1 0 0 0 0,0 0 0 0 0,1-1 0 0 0,-1 0 0 0 0,1 0 0 0 0,0-1 0 0 0,0 1 0 0 0,0-1 0 0 0,1-1 0 0 0,-1 1 0 0 0,12 4 0 0 0,-3-3 180 0 0,0 0 1 0 0,0-1-1 0 0,0 0 1 0 0,0-1 0 0 0,1-1-1 0 0,15 0 1 0 0,-21-1-86 0 0,1-2 1 0 0,-1 1 0 0 0,0-2-1 0 0,0 1 1 0 0,0-1-1 0 0,0-1 1 0 0,0 1-1 0 0,-1-2 1 0 0,1 0 0 0 0,-1 0-1 0 0,0 0 1 0 0,0-1-1 0 0,0-1 1 0 0,-1 1-1 0 0,1-1 1 0 0,-1-1 0 0 0,-1 1-1 0 0,1-2 1 0 0,-1 1-1 0 0,-1-1 1 0 0,1 0-1 0 0,-1 0 1 0 0,-1 0-1 0 0,1-1 1 0 0,-2 0 0 0 0,1 0-1 0 0,-1-1 1 0 0,0 1-1 0 0,3-18 1 0 0,-3 12-101 0 0,0 0 0 0 0,-1 0 1 0 0,-1 0-1 0 0,-1-1 0 0 0,0 1 1 0 0,-1-1-1 0 0,-1 1 0 0 0,0-1 1 0 0,-1 1-1 0 0,-1-1 0 0 0,-5-15 1 0 0,4 20-58 0 0,0-1 1 0 0,-1 0 0 0 0,0 1-1 0 0,-1 0 1 0 0,0 0 0 0 0,-1 1-1 0 0,0 0 1 0 0,-1 0 0 0 0,0 1-1 0 0,0-1 1 0 0,-1 2 0 0 0,-1-1 0 0 0,1 1-1 0 0,-13-7 1 0 0,14 10-316 0 0,-1-1 0 0 0,0 2 1 0 0,0 0-1 0 0,-1 0 0 0 0,1 0 1 0 0,-1 1-1 0 0,0 1 0 0 0,-20-3 1 0 0,27 4 14 0 0,-1 1 0 0 0,0 0 0 0 0,0 0 0 0 0,0 0 0 0 0,0 0 1 0 0,0 1-1 0 0,0 0 0 0 0,0-1 0 0 0,1 1 0 0 0,-1 1 0 0 0,0-1 1 0 0,0 0-1 0 0,1 1 0 0 0,-1 0 0 0 0,1 0 0 0 0,0 0 1 0 0,-1 0-1 0 0,1 1 0 0 0,0-1 0 0 0,0 1 0 0 0,1 0 0 0 0,-1-1 1 0 0,0 1-1 0 0,1 1 0 0 0,-4 5 0 0 0,5-7-42 0 0,0 0 0 0 0,0 0 0 0 0,0 0 0 0 0,1 0 0 0 0,-1 0 0 0 0,1 0 0 0 0,-1 0 0 0 0,1 0 0 0 0,0 0-1 0 0,0 0 1 0 0,0 0 0 0 0,0 0 0 0 0,0 0 0 0 0,0 0 0 0 0,1 0 0 0 0,0 3 0 0 0,2 7-3632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2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240 145 2224 0 0,'4'-5'1508'0'0,"-1"-1"-1"0"0,1 1 1 0 0,-1-1-1 0 0,0 0 1 0 0,-1 0-1 0 0,1 0 1 0 0,2-10 1280 0 0,-9 18-2618 0 0,-3 1-130 0 0,0 1 1 0 0,0 0 0 0 0,0 1-1 0 0,1-1 1 0 0,0 1-1 0 0,0 1 1 0 0,0-1-1 0 0,-8 11 1 0 0,-44 59 185 0 0,51-66-178 0 0,-20 30 280 0 0,-29 51 0 0 0,48-74-283 0 0,0 0 1 0 0,1 0 0 0 0,1 0 0 0 0,1 1 0 0 0,0 0-1 0 0,-4 32 1 0 0,9-44 72 0 0,-1 0-1 0 0,1-1 1 0 0,0 1-1 0 0,0 0 1 0 0,1 0-1 0 0,0 0 1 0 0,0 0-1 0 0,0-1 1 0 0,0 1-1 0 0,1 0 0 0 0,-1-1 1 0 0,1 1-1 0 0,0-1 1 0 0,1 0-1 0 0,-1 0 1 0 0,4 5-1 0 0,-2-5 62 0 0,0 1 0 0 0,1-1 0 0 0,0 1 1 0 0,0-1-1 0 0,0-1 0 0 0,0 1 0 0 0,0-1 0 0 0,1 0 0 0 0,0 0 0 0 0,-1-1 0 0 0,8 3 0 0 0,-1-1 156 0 0,0-1 1 0 0,0-1-1 0 0,1 0 0 0 0,-1-1 1 0 0,0 0-1 0 0,1 0 1 0 0,-1-2-1 0 0,0 1 0 0 0,1-2 1 0 0,-1 1-1 0 0,0-2 0 0 0,13-4 1 0 0,-11 2-168 0 0,0-2-1 0 0,-1 0 1 0 0,1-1 0 0 0,-2 0 0 0 0,1-1 0 0 0,-1 0 0 0 0,-1-1 0 0 0,0 0-1 0 0,0-1 1 0 0,-1 0 0 0 0,0-1 0 0 0,-1 0 0 0 0,0 0 0 0 0,11-23 0 0 0,-11 19-138 0 0,-1-1 0 0 0,-1 0 0 0 0,0 0 0 0 0,-2-1 0 0 0,0 0 0 0 0,0 0 0 0 0,-2 0 0 0 0,0 0 0 0 0,-1-1 0 0 0,-1 1 0 0 0,-2-32 0 0 0,-1 40-126 0 0,0-1 0 0 0,-1 0 0 0 0,0 1 0 0 0,0 0 1 0 0,-1 0-1 0 0,0 0 0 0 0,-1 0 0 0 0,0 0 0 0 0,0 1 0 0 0,-1 0 0 0 0,-1 0 0 0 0,0 0 0 0 0,0 1 1 0 0,0 0-1 0 0,-1 1 0 0 0,0 0 0 0 0,0 0 0 0 0,-12-7 0 0 0,11 8-376 0 0,0 1 0 0 0,0 0 0 0 0,-1 0-1 0 0,0 1 1 0 0,0 1 0 0 0,0-1 0 0 0,0 2 0 0 0,0-1-1 0 0,-1 2 1 0 0,1-1 0 0 0,-1 1 0 0 0,1 1 0 0 0,-1 0-1 0 0,1 0 1 0 0,-1 1 0 0 0,1 0 0 0 0,-1 1 0 0 0,-16 5-1 0 0,9 0-1087 0 0,0 2 0 0 0,0 0 0 0 0,1 0 0 0 0,0 2 0 0 0,1 0 0 0 0,-18 16 0 0 0,7-6-3056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4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17 1980 0 0,'-5'-15'15093'0'0,"13"14"-14301"0"0,20 2-1367 0 0,-20-1 870 0 0,162 3-423 0 0,-103-3-3117 0 0,-36 3-4098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4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77 2240 0 0,'0'-4'850'0'0,"0"1"0"0"0,0 0 0 0 0,1 0 0 0 0,-1 0 0 0 0,1 0 0 0 0,-1-1 0 0 0,1 1-1 0 0,0 0 1 0 0,1 0 0 0 0,-1 0 0 0 0,3-4 0 0 0,-2 4-721 0 0,0 1-1 0 0,1-1 1 0 0,-1 1 0 0 0,1-1-1 0 0,0 1 1 0 0,-1 0 0 0 0,1 0-1 0 0,0 0 1 0 0,0 0-1 0 0,0 1 1 0 0,0-1 0 0 0,1 1-1 0 0,-1 0 1 0 0,0 0 0 0 0,1 0-1 0 0,4 0 1 0 0,-3-1-109 0 0,1 2 1 0 0,0-1-1 0 0,0 1 0 0 0,0 0 1 0 0,0 0-1 0 0,0 1 0 0 0,-1-1 1 0 0,1 1-1 0 0,0 1 0 0 0,0-1 1 0 0,-1 1-1 0 0,1 0 0 0 0,-1 0 1 0 0,1 0-1 0 0,-1 1 0 0 0,0 0 1 0 0,5 4-1 0 0,-7-5-16 0 0,1 1 0 0 0,-1 0 0 0 0,0 0-1 0 0,0 0 1 0 0,0 0 0 0 0,-1 1 0 0 0,1-1 0 0 0,-1 1-1 0 0,0 0 1 0 0,0 0 0 0 0,0-1 0 0 0,0 1 0 0 0,-1 1-1 0 0,1-1 1 0 0,-1 0 0 0 0,0 0 0 0 0,0 0 0 0 0,-1 1-1 0 0,1-1 1 0 0,-1 0 0 0 0,0 1 0 0 0,0-1 0 0 0,-2 7-1 0 0,0 0 14 0 0,0 0-1 0 0,-1-1 0 0 0,-1 1 0 0 0,0-1 0 0 0,0 0 0 0 0,-1-1 1 0 0,0 1-1 0 0,-11 13 0 0 0,-5 5 39 0 0,-33 32 0 0 0,17-20 29 0 0,5-6 132 0 0,31-33-181 0 0,1 1-27 0 0,1 3-12 0 0,18 0 7 0 0,-9-3 9 0 0,1 1 0 0 0,-1 0 0 0 0,-1 1 0 0 0,1 0 0 0 0,-1 1 0 0 0,1-1 0 0 0,-1 2-1 0 0,0-1 1 0 0,-1 1 0 0 0,0 1 0 0 0,0-1 0 0 0,0 2 0 0 0,-1-1 0 0 0,0 1 0 0 0,8 10-1 0 0,-14-16 42 0 0,0-1 0 0 0,0 0 0 0 0,-1 1-1 0 0,1-1 1 0 0,0 1 0 0 0,-1-1-1 0 0,0 1 1 0 0,1 0 0 0 0,-1-1 0 0 0,0 1-1 0 0,1-1 1 0 0,-1 1 0 0 0,0 0-1 0 0,0-1 1 0 0,0 1 0 0 0,-1 0 0 0 0,1-1-1 0 0,-1 4 1 0 0,0-2 40 0 0,-1 0 0 0 0,1 1 0 0 0,-1-1 0 0 0,1 0 0 0 0,-1-1 0 0 0,0 1-1 0 0,0 0 1 0 0,-5 4 0 0 0,0 0 92 0 0,-1 0-1 0 0,0-1 0 0 0,0 0 0 0 0,-1 0 0 0 0,-11 5 0 0 0,-2-1 64 0 0,-1-1 0 0 0,1-1 0 0 0,-1-1 0 0 0,-1-1 0 0 0,-42 5 0 0 0,31-7-12 0 0,0-2 0 0 0,0-2-1 0 0,-49-6 1 0 0,76 5-460 0 0,0 0 1 0 0,0-1-1 0 0,0 0 0 0 0,0-1 0 0 0,1 0 0 0 0,-1 0 0 0 0,-6-4 0 0 0,13 6 79 0 0,1 0 0 0 0,0 1-1 0 0,0-1 1 0 0,-1 1 0 0 0,1-1-1 0 0,0 1 1 0 0,0-1 0 0 0,0 0-1 0 0,0 1 1 0 0,0-1 0 0 0,0 1-1 0 0,0-1 1 0 0,0 0 0 0 0,0 1 0 0 0,0-1-1 0 0,0 0 1 0 0,0 1 0 0 0,0-1-1 0 0,0 1 1 0 0,0-1 0 0 0,1 1-1 0 0,-1-1 1 0 0,0 0 0 0 0,1 1-1 0 0,-1-1 1 0 0,0 1 0 0 0,1-1-1 0 0,-1 1 1 0 0,0-1 0 0 0,1 1-1 0 0,-1 0 1 0 0,1-1 0 0 0,-1 1-1 0 0,1-1 1 0 0,-1 1 0 0 0,1 0-1 0 0,-1 0 1 0 0,1-1 0 0 0,1 1-1 0 0,40-14-6554 0 0,-27 10 2163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5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3 776 0 0,'3'-1'3059'0'0,"45"0"9022"0"0,-45 1-11118 0 0,9 2 696 0 0,-12-1-1610 0 0,-1 0 0 0 0,1 1 1 0 0,-1-1-1 0 0,1 0 0 0 0,-1 0 1 0 0,1 1-1 0 0,-1-1 0 0 0,0 0 1 0 0,1 0-1 0 0,-1 0 1 0 0,0 0-1 0 0,0 0 0 0 0,0 0 1 0 0,0 0-1 0 0,-2 2 0 0 0,-22 16 463 0 0,11-9-272 0 0,-94 75 405 0 0,-64 53-43 0 0,134-104-999 0 0,1 2 0 0 0,-41 50 0 0 0,73-79-360 0 0,-20 27-538 0 0,17-14-1594 0 0,6 0-4110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5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65 804 0 0,'5'-25'11043'0'0,"5"6"-6490"0"0,-8 17-4474 0 0,0 0 0 0 0,0 0 0 0 0,0 0 0 0 0,1 1 0 0 0,-1-1 0 0 0,1 1 0 0 0,-1 0 0 0 0,1 0 0 0 0,-1-1 0 0 0,1 2 0 0 0,0-1 0 0 0,0 0-1 0 0,-1 1 1 0 0,1-1 0 0 0,0 1 0 0 0,5 0 0 0 0,-1-1-59 0 0,0 1 1 0 0,0 0-1 0 0,0 0 0 0 0,1 1 0 0 0,-1 0 0 0 0,0 0 0 0 0,10 4 1 0 0,-14-4-20 0 0,-1 0 0 0 0,1 0 0 0 0,-1 1 0 0 0,0-1 0 0 0,1 1 0 0 0,-1-1 0 0 0,0 1 0 0 0,0 0 0 0 0,0 0 0 0 0,0 0 0 0 0,0 0 0 0 0,-1 0 0 0 0,1 0 0 0 0,0 0 0 0 0,-1 1 0 0 0,0-1 0 0 0,1 0 0 0 0,0 4 0 0 0,-1-2 18 0 0,0 0 0 0 0,0 0 0 0 0,-1 1 1 0 0,1-1-1 0 0,-1 0 0 0 0,0 1 0 0 0,0-1 0 0 0,-1 0 0 0 0,1 0 1 0 0,-3 7-1 0 0,0 1 122 0 0,-1 0 0 0 0,-1-1 1 0 0,0 0-1 0 0,0 0 0 0 0,-1 0 1 0 0,0 0-1 0 0,-10 11 0 0 0,-13 12 684 0 0,-1 0-1 0 0,-2-2 0 0 0,-65 51 0 0 0,96-83-813 0 0,1 0 0 0 0,0 0 0 0 0,-1 1 0 0 0,1-1 0 0 0,0 0 0 0 0,-1 0 0 0 0,1 0 0 0 0,0 0 0 0 0,-1 0-1 0 0,1 1 1 0 0,0-1 0 0 0,0 0 0 0 0,-1 0 0 0 0,1 0 0 0 0,0 1 0 0 0,0-1 0 0 0,-1 0 0 0 0,1 0 0 0 0,0 1 0 0 0,0-1 0 0 0,0 0 0 0 0,-1 1 0 0 0,1-1 0 0 0,0 0 0 0 0,0 1 0 0 0,0-1 0 0 0,0 0 0 0 0,0 0 0 0 0,0 1 0 0 0,0-1 0 0 0,0 1 0 0 0,0-1 0 0 0,0 0 0 0 0,0 1 0 0 0,0-1 0 0 0,0 0 0 0 0,0 1 0 0 0,0-1 0 0 0,0 0 0 0 0,0 1 0 0 0,17 1 78 0 0,26-8-66 0 0,397-67 489 0 0,-99 20-5715 0 0,-325 49 3083 0 0,5-4-5418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6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42 2820 0 0,'0'-22'8606'0'0,"-1"2"-273"0"0,-7 52-7779 0 0,1 0-1 0 0,-4 48 1 0 0,-3 12-145 0 0,-13 22-158 0 0,-6 32-711 0 0,29-120-2030 0 0,-1 46 0 0 0,7-42-4609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6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88 876 0 0,'-9'-23'9844'0'0,"-10"-17"-1798"0"0,19 39-7781 0 0,-15 17-18 0 0,-16 40-87 0 0,-42 82-7 0 0,66-122-132 0 0,1 1 0 0 0,0 0 0 0 0,1 0 0 0 0,1 0 0 0 0,0 1 0 0 0,-1 26 0 0 0,5-38-9 0 0,0 0 0 0 0,0 1 0 0 0,0-1 1 0 0,1 0-1 0 0,0 0 0 0 0,0 0 0 0 0,1 0 0 0 0,0 0 1 0 0,0 0-1 0 0,0 0 0 0 0,1 0 0 0 0,0-1 0 0 0,0 1 1 0 0,0-1-1 0 0,1 0 0 0 0,0 0 0 0 0,8 9 0 0 0,-7-9 9 0 0,2 0 0 0 0,-1-1 0 0 0,1 1 0 0 0,-1-1 0 0 0,1-1 0 0 0,0 1 0 0 0,0-1-1 0 0,1 0 1 0 0,-1-1 0 0 0,1 1 0 0 0,0-2 0 0 0,-1 1 0 0 0,16 0 0 0 0,-13-1 76 0 0,1-1 0 0 0,-1 0 1 0 0,0-1-1 0 0,1 0 0 0 0,-1-1 1 0 0,0 0-1 0 0,0 0 0 0 0,0-1 0 0 0,0-1 1 0 0,0 1-1 0 0,-1-2 0 0 0,0 1 0 0 0,0-1 1 0 0,0-1-1 0 0,0 0 0 0 0,-1 0 1 0 0,0 0-1 0 0,0-1 0 0 0,0 0 0 0 0,-1-1 1 0 0,0 0-1 0 0,-1 0 0 0 0,0 0 1 0 0,0-1-1 0 0,-1 0 0 0 0,0 0 0 0 0,0 0 1 0 0,-1-1-1 0 0,0 1 0 0 0,3-15 0 0 0,-4 14-91 0 0,-1-1 0 0 0,0 0 0 0 0,0 0 0 0 0,-1-1 0 0 0,0 1 0 0 0,-1 0 0 0 0,0 0-1 0 0,-1-1 1 0 0,0 1 0 0 0,-1 0 0 0 0,0 0 0 0 0,-1 0 0 0 0,0 1 0 0 0,0-1-1 0 0,-1 0 1 0 0,-1 1 0 0 0,0 0 0 0 0,0 0 0 0 0,-1 1 0 0 0,0-1 0 0 0,-1 1 0 0 0,0 0-1 0 0,-1 1 1 0 0,1 0 0 0 0,-1 0 0 0 0,-1 1 0 0 0,0 0 0 0 0,0 0 0 0 0,-15-8-1 0 0,7 5-345 0 0,-1 2 0 0 0,-1-1 0 0 0,1 2-1 0 0,-22-6 1 0 0,31 11-230 0 0,0 0 0 0 0,1 0 0 0 0,-1 1 0 0 0,0 0 0 0 0,0 0 0 0 0,0 1 0 0 0,0 0 0 0 0,0 1 0 0 0,0 0 0 0 0,0 1 0 0 0,-14 3 0 0 0,6 5-1745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433 156 848 0 0,'17'-68'15864'0'0,"-17"66"-15179"0"0,1-7 1447 0 0,-6 12-2104 0 0,0 1 0 0 0,0-1-1 0 0,0 1 1 0 0,1 0 0 0 0,-1 0-1 0 0,1 1 1 0 0,0-1 0 0 0,0 1-1 0 0,-5 8 1 0 0,-8 9 20 0 0,-16 18 25 0 0,-43 65-1 0 0,65-86-57 0 0,0 0 0 0 0,1 1 0 0 0,1 0 0 0 0,0 0 0 0 0,2 1 0 0 0,-7 28 0 0 0,13-42 1 0 0,0 0 0 0 0,0 0-1 0 0,1 1 1 0 0,0-1 0 0 0,0 0 0 0 0,1 0 0 0 0,0 0 0 0 0,0 0 0 0 0,0 0 0 0 0,1 0 0 0 0,0 0-1 0 0,1 0 1 0 0,-1 0 0 0 0,1-1 0 0 0,1 1 0 0 0,-1-1 0 0 0,1 0 0 0 0,0 0 0 0 0,0 0-1 0 0,1-1 1 0 0,0 1 0 0 0,9 7 0 0 0,-5-6 138 0 0,1 1-1 0 0,0-2 1 0 0,0 1 0 0 0,1-1-1 0 0,0-1 1 0 0,0 0 0 0 0,0 0-1 0 0,0-2 1 0 0,1 1 0 0 0,0-1-1 0 0,0-1 1 0 0,21 2 0 0 0,-20-3 50 0 0,0 0 0 0 0,-1-1 0 0 0,1-1 0 0 0,-1 0 0 0 0,1 0 0 0 0,-1-1 0 0 0,0-1 0 0 0,0 0 0 0 0,0-1 0 0 0,0 0 0 0 0,0-1 1 0 0,-1-1-1 0 0,0 1 0 0 0,0-2 0 0 0,0 1 0 0 0,-1-2 0 0 0,0 1 0 0 0,0-1 0 0 0,-1-1 0 0 0,0 0 0 0 0,-1 0 0 0 0,0 0 0 0 0,0-1 0 0 0,-1-1 0 0 0,0 1 0 0 0,6-16 1 0 0,-6 12-154 0 0,-1 0 0 0 0,-1-1 1 0 0,0 0-1 0 0,-1 0 0 0 0,0-1 1 0 0,-2 1-1 0 0,0-1 1 0 0,0 0-1 0 0,-2 1 0 0 0,0-1 1 0 0,-1 0-1 0 0,-3-20 0 0 0,1 22-149 0 0,0 1 0 0 0,-1 0 0 0 0,0 0 0 0 0,-1 0 0 0 0,0 1-1 0 0,-1-1 1 0 0,-1 1 0 0 0,0 1 0 0 0,0-1 0 0 0,-1 1-1 0 0,-1 1 1 0 0,0-1 0 0 0,0 2 0 0 0,-18-16 0 0 0,10 12-464 0 0,-2 1 0 0 0,1 0 1 0 0,-1 1-1 0 0,-1 1 0 0 0,0 1 0 0 0,0 0 1 0 0,-1 2-1 0 0,-37-9 0 0 0,28 11-692 0 0,-1 1 0 0 0,0 1 0 0 0,0 2 0 0 0,1 1-1 0 0,-55 6 1 0 0,-36 13-5110 0 0,60-8 541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8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0 140 0 0,'-4'0'2638'0'0,"-48"0"6388"0"0,49 0-8105 0 0,0 1-74 0 0,3-1-842 0 0,-29 4 3086 0 0,19-1-1558 0 0,28 0-1842 0 0,57 1 398 0 0,251 20 175 0 0,-324-24-258 0 0,13 0-638 0 0,11 3-6715 0 0,-19-3 4994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8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38 2476 0 0,'16'-17'9774'0'0,"2"2"-5900"0"0,-18 14-3847 0 0,0 1 1 0 0,0 0-1 0 0,0-1 0 0 0,0 1 0 0 0,1 0 0 0 0,-1 0 0 0 0,0-1 1 0 0,0 1-1 0 0,0 0 0 0 0,1 0 0 0 0,-1 0 0 0 0,0-1 0 0 0,0 1 1 0 0,1 0-1 0 0,-1 0 0 0 0,0 0 0 0 0,0-1 0 0 0,1 1 1 0 0,-1 0-1 0 0,0 0 0 0 0,1 0 0 0 0,-1 0 0 0 0,0 0 0 0 0,1 0 1 0 0,-1 0-1 0 0,0 0 0 0 0,0 0 0 0 0,1 0 0 0 0,-1 0 1 0 0,0 0-1 0 0,1 0 0 0 0,-1 0 0 0 0,0 0 0 0 0,1 0 0 0 0,-1 0 1 0 0,0 0-1 0 0,1 0 0 0 0,-1 1 0 0 0,0-1 0 0 0,0 0 0 0 0,1 0 1 0 0,-1 0-1 0 0,0 0 0 0 0,0 1 0 0 0,1-1 0 0 0,-1 0 1 0 0,0 0-1 0 0,0 1 0 0 0,0-1 0 0 0,1 0 0 0 0,-1 0 0 0 0,0 1 1 0 0,0-1-1 0 0,0 0 0 0 0,0 0 0 0 0,0 1 0 0 0,0-1 1 0 0,1 0-1 0 0,-1 1 0 0 0,0-1 0 0 0,0 0 0 0 0,0 1 0 0 0,0-1 1 0 0,0 0-1 0 0,0 1 0 0 0,0-1 0 0 0,0 1 0 0 0,2 32 653 0 0,0 0 0 0 0,-2 0 0 0 0,-7 52 0 0 0,-25 100 125 0 0,-1 14-2978 0 0,34-161-1468 0 0,5-16-4039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39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69 1620 0 0,'-2'-2'2076'0'0,"0"-3"-761"0"0,-2-4 605 0 0,-1 0 1 0 0,0 0 0 0 0,-1 0-1 0 0,-10-12 1 0 0,15 19-1682 0 0,0 2-222 0 0,1 0 0 0 0,-1-1 0 0 0,0 1 0 0 0,1 0 0 0 0,-1-1 0 0 0,0 1 0 0 0,1 0 0 0 0,-1 0-1 0 0,0 0 1 0 0,1-1 0 0 0,-1 1 0 0 0,0 0 0 0 0,1 0 0 0 0,-1 0 0 0 0,0 0 0 0 0,1 0 0 0 0,-1 0-1 0 0,0 1 1 0 0,0-1 0 0 0,1 0 0 0 0,-1 0 0 0 0,0 0 0 0 0,1 1 0 0 0,-1-1 0 0 0,1 0 0 0 0,-1 1 0 0 0,0-1-1 0 0,1 0 1 0 0,-1 1 0 0 0,-21 13 143 0 0,-5 14-49 0 0,2 1-1 0 0,0 1 0 0 0,2 2 1 0 0,1 0-1 0 0,2 2 1 0 0,1 0-1 0 0,-20 52 1 0 0,35-76-96 0 0,0-1 0 0 0,1 1 1 0 0,1 0-1 0 0,-1-1 1 0 0,1 1-1 0 0,1 0 0 0 0,0 1 1 0 0,0-1-1 0 0,1 0 1 0 0,1 0-1 0 0,-1 0 1 0 0,3 10-1 0 0,-1-14 12 0 0,-1-1 0 0 0,1 0-1 0 0,-1 0 1 0 0,1 0 0 0 0,1-1 0 0 0,-1 1-1 0 0,1 0 1 0 0,0-1 0 0 0,0 0 0 0 0,0 1 0 0 0,0-1-1 0 0,1 0 1 0 0,0-1 0 0 0,-1 1 0 0 0,2-1 0 0 0,-1 0-1 0 0,0 0 1 0 0,1 0 0 0 0,-1 0 0 0 0,1-1-1 0 0,0 1 1 0 0,-1-1 0 0 0,1-1 0 0 0,8 3 0 0 0,2-1 158 0 0,0 0 1 0 0,-1-1 0 0 0,2-1 0 0 0,-1 0 0 0 0,0-1 0 0 0,0-1 0 0 0,0 0 0 0 0,0-1 0 0 0,0 0 0 0 0,-1-1-1 0 0,1-1 1 0 0,-1-1 0 0 0,15-6 0 0 0,-18 6-27 0 0,0 0-1 0 0,0-1 0 0 0,-1 0 1 0 0,0-1-1 0 0,0 0 0 0 0,0-1 1 0 0,-1 0-1 0 0,0 0 1 0 0,-1-1-1 0 0,0 0 0 0 0,0-1 1 0 0,-1 1-1 0 0,0-2 1 0 0,0 1-1 0 0,-1-1 0 0 0,6-15 1 0 0,-7 13-64 0 0,-1-1 0 0 0,-1 0 1 0 0,0 1-1 0 0,0-1 0 0 0,-1 0 1 0 0,-1-1-1 0 0,-1 1 0 0 0,0 0 1 0 0,0 0-1 0 0,-2 0 0 0 0,0 0 1 0 0,-3-14-1 0 0,2 18-179 0 0,0 1 0 0 0,-1-1 0 0 0,0 1 0 0 0,0 0 0 0 0,-1 0 0 0 0,0 0 0 0 0,-10-12 0 0 0,9 13-376 0 0,-1 1 0 0 0,1 1-1 0 0,-1 0 1 0 0,-1 0 0 0 0,1 0 0 0 0,-1 0-1 0 0,0 1 1 0 0,-17-7 0 0 0,15 7-788 0 0,-2 3-2608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40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38 2120 0 0,'19'-32'13618'0'0,"-16"28"-12873"0"0,-2 2-315 0 0,0 12-331 0 0,-7 93 1373 0 0,-30 166 0 0 0,33-253-1449 0 0,-3 18-65 0 0,1-11-401 0 0,1 2 0 0 0,1-1 0 0 0,1 0 0 0 0,3 44 0 0 0,-1-65-6 0 0,1 0-1 0 0,-1 0 1 0 0,1 0-1 0 0,0-1 1 0 0,0 1-1 0 0,0 0 1 0 0,1 0-1 0 0,2 3 1 0 0,11 8-5287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40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294 186 2036 0 0,'1'-8'2508'0'0,"1"0"0"0"0,-1-1-1 0 0,0-12 1 0 0,-1 19-1796 0 0,0 1-632 0 0,0 1 1 0 0,0-1 0 0 0,1 0 0 0 0,-1 1 0 0 0,0-1-1 0 0,0 0 1 0 0,0 1 0 0 0,0-1 0 0 0,0 0 0 0 0,0 1 0 0 0,0-1-1 0 0,0 0 1 0 0,0 1 0 0 0,0-1 0 0 0,-1 0 0 0 0,1 1 0 0 0,0-1-1 0 0,0 0 1 0 0,-1 1 0 0 0,1-1 0 0 0,0 0 0 0 0,-1 1 0 0 0,1-1-1 0 0,0 1 1 0 0,-2-2 0 0 0,-6 7-6 0 0,0 1 0 0 0,1 0-1 0 0,-1 0 1 0 0,1 0 0 0 0,0 1 0 0 0,1 0 0 0 0,-12 15-1 0 0,-36 62 91 0 0,39-59-120 0 0,1 0 0 0 0,2 1 1 0 0,-13 38-1 0 0,22-55-12 0 0,0 1 1 0 0,1 0-1 0 0,0 0 1 0 0,0 0-1 0 0,1 0 1 0 0,1 0-1 0 0,0 0 1 0 0,0 0-1 0 0,1 1 1 0 0,0-1-1 0 0,0 0 1 0 0,1 0-1 0 0,4 11 1 0 0,-3-15 67 0 0,-1 0 1 0 0,1 0-1 0 0,0-1 0 0 0,1 1 1 0 0,-1-1-1 0 0,1 0 0 0 0,0 0 1 0 0,1 0-1 0 0,-1 0 0 0 0,1-1 1 0 0,0 0-1 0 0,9 7 0 0 0,-5-6 87 0 0,-1-1-1 0 0,1 0 1 0 0,0 0-1 0 0,0-1 0 0 0,0 0 1 0 0,0 0-1 0 0,0-1 1 0 0,10 1-1 0 0,-2-1 150 0 0,-1-2-1 0 0,0 1 1 0 0,0-2 0 0 0,1 0 0 0 0,-1-1 0 0 0,0-1-1 0 0,0 0 1 0 0,0-1 0 0 0,28-11 0 0 0,-29 7-130 0 0,0-1 0 0 0,0 0 0 0 0,-1-1 1 0 0,0 0-1 0 0,0-1 0 0 0,-1-1 0 0 0,-1 0 1 0 0,0-1-1 0 0,-1 0 0 0 0,0-1 0 0 0,-1 0 0 0 0,-1 0 1 0 0,0-1-1 0 0,-1 0 0 0 0,10-26 0 0 0,-13 27-169 0 0,0 0 0 0 0,-2 0 0 0 0,1 0-1 0 0,-2 0 1 0 0,0-1 0 0 0,0 1 0 0 0,-2-1-1 0 0,0-19 1 0 0,-2 23-46 0 0,1 0-1 0 0,-1 0 1 0 0,-1 1 0 0 0,0-1-1 0 0,0 1 1 0 0,-1 0 0 0 0,-1 0-1 0 0,1 0 1 0 0,-2 0-1 0 0,1 1 1 0 0,-13-16 0 0 0,8 13-275 0 0,0 1 1 0 0,-1 0-1 0 0,0 1 1 0 0,-1 0 0 0 0,0 1-1 0 0,-1 1 1 0 0,0 0-1 0 0,0 0 1 0 0,0 1 0 0 0,-1 1-1 0 0,0 0 1 0 0,-1 1-1 0 0,1 0 1 0 0,-1 2 0 0 0,-17-3-1 0 0,2 2-963 0 0,0 2 0 0 0,0 1 1 0 0,0 2-1 0 0,-1 1 0 0 0,1 1 0 0 0,-48 12 1 0 0,15 0-2999 0 0,-3 2-2089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42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 2620 0 0,'-47'7'9568'0'0,"44"-7"-8645"0"0,-2 1-334 0 0,-8 2 913 0 0,13-3-1461 0 0,-1 0-1 0 0,1 0 1 0 0,0 0-1 0 0,0 0 1 0 0,0 0-1 0 0,0 0 0 0 0,-1 0 1 0 0,1 1-1 0 0,0-1 1 0 0,0 0-1 0 0,0 0 0 0 0,0 0 1 0 0,-1 0-1 0 0,1 0 1 0 0,0 0-1 0 0,0 1 0 0 0,0-1 1 0 0,0 0-1 0 0,0 0 1 0 0,0 0-1 0 0,0 1 0 0 0,-1-1 1 0 0,1 0-1 0 0,0 0 1 0 0,0 0-1 0 0,0 1 1 0 0,0-1-1 0 0,0 0 0 0 0,0 0 1 0 0,0 0-1 0 0,0 1 1 0 0,0-1-1 0 0,0 0 0 0 0,0 0 1 0 0,0 0-1 0 0,0 1 1 0 0,0-1-1 0 0,0 0 0 0 0,1 0 1 0 0,-1 0-1 0 0,0 1 1 0 0,0-1-1 0 0,0 0 0 0 0,0 0 1 0 0,0 0-1 0 0,0 0 1 0 0,0 1-1 0 0,1-1 0 0 0,-1 0 1 0 0,6 1 132 0 0,208 6 504 0 0,58 3-359 0 0,-258-9-699 0 0,13 1 97 0 0,-19-2-3236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42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58 388 0 0,'3'-20'9681'0'0,"1"8"-4612"0"0,-3 11-4969 0 0,-1 0 1 0 0,0-1-1 0 0,1 1 0 0 0,-1 0 0 0 0,1 0 1 0 0,-1-1-1 0 0,1 1 0 0 0,-1 0 1 0 0,1 0-1 0 0,0 0 0 0 0,0 0 0 0 0,0 0 1 0 0,-1 0-1 0 0,1 0 0 0 0,0 0 0 0 0,0 0 1 0 0,0 0-1 0 0,0 1 0 0 0,1-1 1 0 0,-1 0-1 0 0,0 1 0 0 0,0-1 0 0 0,0 1 1 0 0,1-1-1 0 0,-1 1 0 0 0,0-1 1 0 0,0 1-1 0 0,1 0 0 0 0,-1 0 0 0 0,0 0 1 0 0,1 0-1 0 0,-1 0 0 0 0,0 0 0 0 0,2 0 1 0 0,4 0-91 0 0,0 0 0 0 0,-1 1 1 0 0,1 0-1 0 0,0 0 0 0 0,-1 1 0 0 0,1 0 1 0 0,-1 0-1 0 0,1 1 0 0 0,-1-1 1 0 0,0 1-1 0 0,0 1 0 0 0,0-1 0 0 0,0 1 1 0 0,-1 0-1 0 0,6 5 0 0 0,-7-5-7 0 0,-1-1 0 0 0,0 1 0 0 0,0-1-1 0 0,0 1 1 0 0,0 0 0 0 0,-1 1 0 0 0,0-1 0 0 0,0 0-1 0 0,0 0 1 0 0,0 1 0 0 0,-1-1 0 0 0,1 1-1 0 0,-1 0 1 0 0,0-1 0 0 0,-1 1 0 0 0,1 0 0 0 0,-1 0-1 0 0,0 0 1 0 0,0-1 0 0 0,0 1 0 0 0,-1 0 0 0 0,0 0-1 0 0,-1 4 1 0 0,-2 5 35 0 0,-1-1 1 0 0,-1 0-1 0 0,0 0 0 0 0,0-1 0 0 0,-2 0 1 0 0,1 0-1 0 0,-1 0 0 0 0,-1-1 0 0 0,0-1 1 0 0,-16 15-1 0 0,-11 8 583 0 0,-66 44-1 0 0,-88 48 1306 0 0,188-124-1883 0 0,4 0-1 0 0,0 1-35 0 0,0-1 0 0 0,1 1 0 0 0,0-1-1 0 0,-1 0 1 0 0,1 0 0 0 0,0 0 0 0 0,0-1 0 0 0,-1 1 0 0 0,1-1-1 0 0,0 1 1 0 0,0-1 0 0 0,3 0 0 0 0,42-2 52 0 0,-29 0-50 0 0,123-3-66 0 0,110-8-1022 0 0,-86-6-5261 0 0,-127 9-164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43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79 488 0 0,'-52'-10'9788'0'0,"49"9"-8714"0"0,-12 0 493 0 0,12 1-1011 0 0,0 0-417 0 0,-1 1 1 0 0,1 0-1 0 0,0-1 0 0 0,0 1 0 0 0,0 1 1 0 0,1-1-1 0 0,-1 0 0 0 0,0 1 0 0 0,0-1 0 0 0,1 1 1 0 0,-1 0-1 0 0,1 0 0 0 0,-1 0 0 0 0,-3 4 1 0 0,-31 38 897 0 0,30-35-824 0 0,-4 4 78 0 0,-83 114 1164 0 0,83-109-1366 0 0,1-1-1 0 0,0 2 1 0 0,1-1 0 0 0,2 1 0 0 0,-10 32-1 0 0,16-47-74 0 0,0 1 0 0 0,0-1 0 0 0,0 0-1 0 0,1 0 1 0 0,0 1 0 0 0,0-1 0 0 0,0 0-1 0 0,0 1 1 0 0,1-1 0 0 0,0 0 0 0 0,-1 0-1 0 0,2 1 1 0 0,-1-1 0 0 0,0 0 0 0 0,1 0-1 0 0,0 0 1 0 0,0 0 0 0 0,0-1 0 0 0,0 1-1 0 0,5 5 1 0 0,-2-4 2 0 0,0 0-1 0 0,1 0 0 0 0,0-1 1 0 0,0 1-1 0 0,0-1 1 0 0,0-1-1 0 0,1 1 1 0 0,-1-1-1 0 0,1 0 1 0 0,0-1-1 0 0,11 3 0 0 0,-1-1 73 0 0,1-1 0 0 0,0 0-1 0 0,0-1 1 0 0,0-2-1 0 0,1 1 1 0 0,-1-2 0 0 0,0-1-1 0 0,0 0 1 0 0,0-1-1 0 0,-1-1 1 0 0,1-1-1 0 0,-1 0 1 0 0,0-1 0 0 0,24-12-1 0 0,-29 11 46 0 0,0 0 1 0 0,-1 0-1 0 0,0-1 0 0 0,0 0 1 0 0,-1-1-1 0 0,0 0 0 0 0,0-1 0 0 0,14-19 1 0 0,-18 20-78 0 0,0 0-1 0 0,-1-1 1 0 0,0 1 0 0 0,0-1 0 0 0,-1-1 0 0 0,-1 1 0 0 0,0 0 0 0 0,0-1-1 0 0,-1 0 1 0 0,0 0 0 0 0,1-18 0 0 0,-3 17-20 0 0,0 0 1 0 0,-1 0-1 0 0,-1 0 0 0 0,1 0 0 0 0,-2 0 1 0 0,0 1-1 0 0,0-1 0 0 0,-1 1 1 0 0,0-1-1 0 0,-1 1 0 0 0,-1 1 0 0 0,1-1 1 0 0,-2 1-1 0 0,1 0 0 0 0,-1 0 0 0 0,-17-16 1 0 0,14 16-149 0 0,-1 1 1 0 0,0 0 0 0 0,0 1-1 0 0,-1 0 1 0 0,0 1-1 0 0,0 0 1 0 0,-1 1 0 0 0,0 1-1 0 0,0 0 1 0 0,-1 0 0 0 0,1 2-1 0 0,-1-1 1 0 0,0 2-1 0 0,-17-2 1 0 0,24 4-294 0 0,-1 0 1 0 0,0 0 0 0 0,1 1-1 0 0,-1 0 1 0 0,1 0-1 0 0,-11 3 1 0 0,16-3 131 0 0,0-1 0 0 0,0 1 0 0 0,-1 0 0 0 0,1-1 0 0 0,0 1 0 0 0,0 0 1 0 0,0 0-1 0 0,0 1 0 0 0,1-1 0 0 0,-1 0 0 0 0,0 1 0 0 0,0-1 0 0 0,1 1 1 0 0,-1-1-1 0 0,1 1 0 0 0,-1 0 0 0 0,1-1 0 0 0,0 1 0 0 0,0 0 1 0 0,0 0-1 0 0,0 0 0 0 0,0 0 0 0 0,0 0 0 0 0,0 1 0 0 0,0 2 0 0 0,2 4-3546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44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36 2128 0 0,'-14'-17'7204'0'0,"12"15"-6844"0"0,1 0-1 0 0,0 1 1 0 0,-1-1 0 0 0,1 1 0 0 0,-1-1 0 0 0,0 1 0 0 0,1 0 0 0 0,-1 0 0 0 0,0 0-1 0 0,0 0 1 0 0,0 0 0 0 0,0 0 0 0 0,-3-1 0 0 0,0 3-200 0 0,-1 1-1 0 0,1 0 1 0 0,0 0-1 0 0,0 0 1 0 0,0 0-1 0 0,1 1 1 0 0,-1 0-1 0 0,1 0 1 0 0,-1 0-1 0 0,1 1 1 0 0,0-1 0 0 0,-4 6-1 0 0,-1-2 59 0 0,-22 21 335 0 0,1 0 1 0 0,-33 42-1 0 0,51-54-476 0 0,0 0 0 0 0,1 0 0 0 0,1 1 0 0 0,1 0 0 0 0,0 1 0 0 0,1 0 0 0 0,-5 20 0 0 0,11-33-59 0 0,1 0 0 0 0,0 0 0 0 0,0 0 0 0 0,0 1 0 0 0,1-1 0 0 0,-1 0 0 0 0,1 1-1 0 0,1-1 1 0 0,-1 0 0 0 0,1 1 0 0 0,0-1 0 0 0,0 0 0 0 0,0 0 0 0 0,1 1 0 0 0,0-1-1 0 0,0-1 1 0 0,0 1 0 0 0,6 8 0 0 0,-3-6 8 0 0,0-1 0 0 0,1-1 0 0 0,-1 1-1 0 0,1-1 1 0 0,0 0 0 0 0,1 0 0 0 0,-1-1 0 0 0,1 1-1 0 0,0-2 1 0 0,0 1 0 0 0,0-1 0 0 0,9 3 0 0 0,3 0 130 0 0,-1-1 0 0 0,1-1 0 0 0,-1-1 1 0 0,1 0-1 0 0,0-2 0 0 0,0 0 0 0 0,0-1 0 0 0,0-1 0 0 0,0-1 1 0 0,0 0-1 0 0,0-2 0 0 0,-1 0 0 0 0,32-11 0 0 0,-38 10-17 0 0,-1 0 0 0 0,1-1 0 0 0,-1 0 0 0 0,0-1 0 0 0,0 0-1 0 0,-1 0 1 0 0,0-2 0 0 0,-1 1 0 0 0,12-13 0 0 0,-14 13-95 0 0,-1 0 1 0 0,-1-1-1 0 0,1 1 0 0 0,-1-1 1 0 0,-1 0-1 0 0,0-1 1 0 0,0 1-1 0 0,-1-1 1 0 0,0 1-1 0 0,0-1 0 0 0,-1 0 1 0 0,1-18-1 0 0,-3 17-27 0 0,0 1 1 0 0,-1 0-1 0 0,0 0 0 0 0,-1 0 1 0 0,0 0-1 0 0,0 0 0 0 0,-1 0 1 0 0,-1 0-1 0 0,0 1 0 0 0,0-1 0 0 0,0 1 1 0 0,-2 0-1 0 0,1 0 0 0 0,-1 1 1 0 0,0 0-1 0 0,0 0 0 0 0,-1 0 1 0 0,-12-10-1 0 0,8 9-279 0 0,1 0 1 0 0,-1 1 0 0 0,-1 1-1 0 0,1-1 1 0 0,-24-9-1 0 0,25 13-408 0 0,-1 0 0 0 0,1 1 0 0 0,-1 0-1 0 0,0 0 1 0 0,0 1 0 0 0,0 1 0 0 0,-13 0-1 0 0,17 1-1201 0 0,0 0-1 0 0,1 1 1 0 0,-1 1-1 0 0,-10 2 0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44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54 684 0 0,'1'-2'2888'0'0,"13"-42"10252"0"0,-10 36-10613 0 0,-6 15-2095 0 0,-32 113 503 0 0,-28 190 0 0 0,45-163-2027 0 0,17-72-2321 0 0,1-56-803 0 0,8 33-1 0 0,-4-31-1982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45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1020 20 84 0 0,'-35'-19'14761'0'0,"38"20"-14579"0"0,-1 1 0 0 0,1 0 0 0 0,0-1 0 0 0,0 0 0 0 0,0 0 0 0 0,0 0 0 0 0,0 0 0 0 0,0 0 0 0 0,0 0 0 0 0,5 0 0 0 0,2 0 68 0 0,70 14 555 0 0,137 6 1 0 0,-143-16-748 0 0,-70-5-59 0 0,1 1 0 0 0,0 0-1 0 0,-1 0 1 0 0,1 0 0 0 0,-1 0-1 0 0,1 1 1 0 0,-1 0 0 0 0,1 0-1 0 0,-1 0 1 0 0,0 1 0 0 0,0-1-1 0 0,0 1 1 0 0,-1 0 0 0 0,1 0-1 0 0,0 0 1 0 0,-1 0 0 0 0,0 1-1 0 0,0 0 1 0 0,0-1 0 0 0,0 1-1 0 0,-1 0 1 0 0,1 0 0 0 0,-1 1-1 0 0,0-1 1 0 0,0 0 0 0 0,-1 1-1 0 0,2 6 1 0 0,2 10-6 0 0,-1 1 0 0 0,0-1 1 0 0,-2 1-1 0 0,0 33 0 0 0,-2-40-34 0 0,-10 300-16 0 0,-21-1 354 0 0,4-48-335 0 0,-38 443 226 0 0,-26-3 23 0 0,7-189-95 0 0,-85 592 199 0 0,-3 524 3228 0 0,163-1514-3136 0 0,-40 453 2095 0 0,48-567-2486 0 0,-18 127 1284 0 0,14-108-784 0 0,-1 0 1 0 0,-1-1-1 0 0,-14 34 0 0 0,18-52-453 0 0,1 0 0 0 0,-1 0 0 0 0,0 0 0 0 0,-1 0 0 0 0,1-1 0 0 0,-1 1 0 0 0,0-1 0 0 0,0 0 0 0 0,0 0 0 0 0,0 0 0 0 0,-1-1 0 0 0,0 0 0 0 0,-8 5 0 0 0,5-4-64 0 0,0-1 0 0 0,0-1 0 0 0,0 1 0 0 0,0-1 0 0 0,0-1 0 0 0,0 1 0 0 0,0-1 0 0 0,-13-1 0 0 0,-10-2-666 0 0,1-1 0 0 0,0-2 0 0 0,1-1-1 0 0,-33-10 1 0 0,58 14 515 0 0,-206-62-6295 0 0,69 15-2954 0 0,73 24 749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46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47 2236 0 0,'29'-43'12859'0'0,"-27"42"-12343"0"0,2-1 488 0 0,-2 1-433 0 0,-1 8-572 0 0,-1 3 222 0 0,-1-1 1 0 0,1 0-1 0 0,-2 0 0 0 0,0 1 1 0 0,-5 14-1 0 0,1 1 106 0 0,-14 43 635 0 0,-55 129 0 0 0,47-132-754 0 0,-49 111 228 0 0,-1 1-843 0 0,33-57-6096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46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 1612 0 0,'14'-54'6265'0'0,"20"-60"3736"0"0,-33 112-9705 0 0,6 9-167 0 0,-6-7-118 0 0,0 1 0 0 0,-1-1 0 0 0,1 1 0 0 0,0-1 0 0 0,-1 1 0 0 0,1 0 0 0 0,0-1 0 0 0,-1 1 0 0 0,1 0 0 0 0,-1-1 0 0 0,1 1 0 0 0,-1 0 0 0 0,1-1 0 0 0,0 3 0 0 0,7 25 730 0 0,0 0 1 0 0,-2 0 0 0 0,-1 1-1 0 0,1 31 1 0 0,-2 119 1164 0 0,-4-147-1628 0 0,0 45 157 0 0,-2 9-100 0 0,13 95 0 0 0,-10-175-318 0 0,0 1 0 0 0,0-1 0 0 0,1 1 0 0 0,0-1-1 0 0,1 0 1 0 0,-1 0 0 0 0,5 6 0 0 0,-6-10-222 0 0,1 1 0 0 0,0-1 0 0 0,0 1 0 0 0,0-1-1 0 0,0 1 1 0 0,0-1 0 0 0,5 3 0 0 0,-5-3-193 0 0,0-1 0 0 0,0-1-1 0 0,-1 1 1 0 0,1 0 0 0 0,0 0 0 0 0,0-1-1 0 0,0 1 1 0 0,0-1 0 0 0,0 1 0 0 0,0-1-1 0 0,0 0 1 0 0,0 0 0 0 0,3 0 0 0 0,-1 0-432 0 0,3 0-182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47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78 860 0 0,'-72'-7'6726'0'0,"44"4"-2942"0"0,-46-8 1 0 0,74 11-3750 0 0,0 0-1 0 0,-1 0 1 0 0,1 0 0 0 0,0 0 0 0 0,0 0-1 0 0,-1 0 1 0 0,1 0 0 0 0,0 0 0 0 0,-1 0 0 0 0,1 0-1 0 0,0 0 1 0 0,0 0 0 0 0,-1 0 0 0 0,1 0-1 0 0,0 0 1 0 0,-1 0 0 0 0,1 0 0 0 0,0 0 0 0 0,0-1-1 0 0,-1 1 1 0 0,1 0 0 0 0,0 0 0 0 0,0 0 0 0 0,0 0-1 0 0,-1-1 1 0 0,1 1 0 0 0,0 0 0 0 0,0 0-1 0 0,0-1 1 0 0,-1 1 0 0 0,1 0 0 0 0,0 0 0 0 0,0-1-1 0 0,0 1 1 0 0,0 0 0 0 0,0 0 0 0 0,0-1 0 0 0,0 1-1 0 0,0 0 1 0 0,-1 0 0 0 0,1-1 0 0 0,0 1-1 0 0,0 0 1 0 0,0-1 0 0 0,1 1 0 0 0,13-8 452 0 0,27-3-298 0 0,29 1-1211 0 0,125-1 0 0 0,-58 6-5602 0 0,-74 0 265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57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14 2268 0 0,'-11'-11'14341'0'0,"7"9"-13294"0"0,3 3-1045 0 0,0 0-1 0 0,0 0 1 0 0,0 0 0 0 0,0 0 0 0 0,0 0 0 0 0,0 0 0 0 0,0 0 0 0 0,1 0 0 0 0,-1 0 0 0 0,0 0 0 0 0,1 1 0 0 0,-1-1 0 0 0,1 0 0 0 0,0 0 0 0 0,-1 1 0 0 0,1 2 0 0 0,-5 29 57 0 0,3-15-31 0 0,-54 388 56 0 0,52-374-603 0 0,-4 15-1936 0 0,1-14-6455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58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59 358 2460 0 0,'7'-40'3221'0'0,"1"-1"1"0"0,16-42-1 0 0,-19 66-2770 0 0,2 0 0 0 0,0 1 0 0 0,1 0 0 0 0,1 0 0 0 0,0 1 1 0 0,1 0-1 0 0,16-18 0 0 0,-21 28-435 0 0,1 0 0 0 0,-1 0 0 0 0,1 1 0 0 0,0 0 0 0 0,0 1 0 0 0,0-1 0 0 0,1 1 0 0 0,-1 0 0 0 0,1 0 0 0 0,0 1 0 0 0,0 0 1 0 0,-1 0-1 0 0,1 1 0 0 0,0 0 0 0 0,1 0 0 0 0,-1 1 0 0 0,0 0 0 0 0,0 0 0 0 0,0 0 0 0 0,0 1 0 0 0,0 0 0 0 0,0 0 0 0 0,0 1 0 0 0,0 0 0 0 0,0 0 0 0 0,-1 1 1 0 0,1 0-1 0 0,-1 0 0 0 0,1 0 0 0 0,-1 1 0 0 0,8 6 0 0 0,-12-7-12 0 0,1 0 1 0 0,-1 0 0 0 0,0 0-1 0 0,0 0 1 0 0,0 0 0 0 0,0 0-1 0 0,-1 1 1 0 0,1-1 0 0 0,-1 1-1 0 0,0-1 1 0 0,0 1 0 0 0,0 0-1 0 0,-1-1 1 0 0,1 1 0 0 0,-1 0-1 0 0,0-1 1 0 0,0 1-1 0 0,0 0 1 0 0,0 0 0 0 0,-1-1-1 0 0,1 1 1 0 0,-1 0 0 0 0,0-1-1 0 0,-2 5 1 0 0,-1 5 16 0 0,-1 0-1 0 0,-1 0 1 0 0,0 0-1 0 0,-1-1 1 0 0,-8 13-1 0 0,3-10 2 0 0,-1 0 0 0 0,0 0 0 0 0,-1-1 0 0 0,0-1 0 0 0,-1 0 0 0 0,0-1 0 0 0,-1-1 0 0 0,-18 10 0 0 0,-15 5 71 0 0,-77 30 0 0 0,100-43-121 0 0,24-13 23 0 0,1 0 0 0 0,0 1 1 0 0,-1-1-1 0 0,1 1 0 0 0,0-1 1 0 0,0 1-1 0 0,0 0 1 0 0,-1 0-1 0 0,1-1 0 0 0,0 1 1 0 0,0 0-1 0 0,0 0 0 0 0,0 0 1 0 0,0 0-1 0 0,1 0 1 0 0,-1 0-1 0 0,0 1 0 0 0,0-1 1 0 0,1 0-1 0 0,-1 0 0 0 0,1 0 1 0 0,-1 1-1 0 0,0 1 1 0 0,1 0 4 0 0,0-1 0 0 0,0 0 0 0 0,1 0 0 0 0,-1 0 0 0 0,1 1 0 0 0,-1-1 0 0 0,1 0 0 0 0,0 0 0 0 0,0 0 0 0 0,0 0 0 0 0,0 0 0 0 0,0 0 0 0 0,0 0 0 0 0,0 0 0 0 0,2 1 1 0 0,37 45 20 0 0,79 73 1 0 0,-22-24-3 0 0,-62-62 867 0 0,23 28 1888 0 0,-70-63-4786 0 0,9 0 935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58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34 1452 0 0,'4'-10'11325'0'0,"3"-3"-5423"0"0,-7 12-5844 0 0,1 0 1 0 0,0 0-1 0 0,-1 1 1 0 0,1-1 0 0 0,0 0-1 0 0,0 1 1 0 0,0-1 0 0 0,-1 0-1 0 0,1 1 1 0 0,0-1-1 0 0,0 1 1 0 0,0-1 0 0 0,0 1-1 0 0,0 0 1 0 0,2-1-1 0 0,-1 0-36 0 0,21 12 41 0 0,-19-7-58 0 0,0 0-1 0 0,1 0 1 0 0,-1 0-1 0 0,-1 0 1 0 0,1 1-1 0 0,0-1 1 0 0,-1 1-1 0 0,0 0 1 0 0,0 0-1 0 0,-1 0 1 0 0,1 0-1 0 0,-1 1 1 0 0,0-1-1 0 0,-1 1 1 0 0,1-1-1 0 0,-1 1 1 0 0,0 0-1 0 0,-1 0 1 0 0,1-1-1 0 0,-1 1 1 0 0,0 0-1 0 0,-2 8 1 0 0,1 2 4 0 0,-1 1 0 0 0,-1-1 0 0 0,-1 0-1 0 0,-1 0 1 0 0,0 0 0 0 0,-11 22 0 0 0,2-13 19 0 0,-1-1-1 0 0,-1-1 0 0 0,-2-1 1 0 0,0 0-1 0 0,-41 37 1 0 0,37-37 21 0 0,13-13-8 0 0,-15 12 4 0 0,23-20-35 0 0,2 0-13 0 0,0-1 4 0 0,-1 1 1 0 0,1 0-1 0 0,0-1 0 0 0,0 1 0 0 0,0-1 0 0 0,-1 1 0 0 0,1-1 1 0 0,0 1-1 0 0,0-1 0 0 0,0 0 0 0 0,0 1 0 0 0,0-1 0 0 0,0 0 1 0 0,0 0-1 0 0,0 1 0 0 0,0-1 0 0 0,0 0 0 0 0,0 0 0 0 0,0 0 1 0 0,0 0-1 0 0,0-1 0 0 0,0 1 0 0 0,0 0 0 0 0,0 0 0 0 0,1-1 0 0 0,37-6 18 0 0,-29 4-24 0 0,159-25 24 0 0,-130 26 5 0 0,-34 1-654 0 0,15 0-459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59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5 2528 0 0,'2'0'3161'0'0,"10"-2"1704"0"0,-11 2-4599 0 0,0-1 1 0 0,0 1-1 0 0,0 0 0 0 0,0-1 1 0 0,0 1-1 0 0,0 0 1 0 0,0 0-1 0 0,0 0 1 0 0,0 0-1 0 0,0 0 1 0 0,0 0-1 0 0,0 0 1 0 0,0 0-1 0 0,0 1 1 0 0,0-1-1 0 0,0 0 1 0 0,2 1-1 0 0,-3-1-182 0 0,0 1-1 0 0,1-1 1 0 0,-1 1 0 0 0,0-1-1 0 0,1 1 1 0 0,-1-1-1 0 0,0 0 1 0 0,0 1 0 0 0,1-1-1 0 0,-1 1 1 0 0,0-1 0 0 0,0 1-1 0 0,0 0 1 0 0,0-1 0 0 0,0 1-1 0 0,0-1 1 0 0,0 1 0 0 0,0-1-1 0 0,0 1 1 0 0,0-1-1 0 0,0 1 1 0 0,0-1 0 0 0,0 1-1 0 0,0 0 1 0 0,-3 6 108 0 0,1-1 0 0 0,-1 1 1 0 0,0 0-1 0 0,-5 6 0 0 0,5-7 91 0 0,-27 48 196 0 0,3-9-455 0 0,2 2 1 0 0,-34 94-1 0 0,53-114-2034 0 0,6-25 1400 0 0,0 0 1 0 0,-1-1 0 0 0,1 1 0 0 0,0 0 0 0 0,0-1 0 0 0,0 1 0 0 0,0 0 0 0 0,0 0 0 0 0,1-1 0 0 0,-1 1-1 0 0,0 0 1 0 0,1-1 0 0 0,-1 1 0 0 0,2 1 0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6:59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99 1404 0 0,'-14'-19'7875'0'0,"6"-1"-3673"0"0,7 19-4100 0 0,1-1-1 0 0,0 0 0 0 0,0 1 0 0 0,0-1 0 0 0,0 0 0 0 0,0 0 1 0 0,0 1-1 0 0,0-1 0 0 0,1 0 0 0 0,-1 1 0 0 0,0-1 1 0 0,1 1-1 0 0,-1-1 0 0 0,1 0 0 0 0,0 1 0 0 0,0-1 0 0 0,-1 1 1 0 0,1 0-1 0 0,0-1 0 0 0,0 1 0 0 0,0 0 0 0 0,1-1 1 0 0,-1 1-1 0 0,0 0 0 0 0,2-1 0 0 0,0-1-85 0 0,0 1 0 0 0,0 0-1 0 0,0 0 1 0 0,1 1 0 0 0,-1-1-1 0 0,0 0 1 0 0,1 1 0 0 0,-1 0-1 0 0,1 0 1 0 0,0 0 0 0 0,-1 0-1 0 0,1 1 1 0 0,0 0 0 0 0,-1-1 0 0 0,1 1-1 0 0,0 0 1 0 0,0 1 0 0 0,-1-1-1 0 0,1 1 1 0 0,0 0 0 0 0,-1-1-1 0 0,1 2 1 0 0,-1-1 0 0 0,1 0-1 0 0,-1 1 1 0 0,0-1 0 0 0,1 1 0 0 0,-1 0-1 0 0,0 0 1 0 0,0 0 0 0 0,0 1-1 0 0,-1-1 1 0 0,1 1 0 0 0,0 0-1 0 0,-1-1 1 0 0,0 1 0 0 0,1 0-1 0 0,-1 0 1 0 0,-1 1 0 0 0,1-1 0 0 0,0 0-1 0 0,-1 1 1 0 0,1-1 0 0 0,-1 1-1 0 0,0-1 1 0 0,0 1 0 0 0,-1 0-1 0 0,1-1 1 0 0,-1 1 0 0 0,0 0-1 0 0,0-1 1 0 0,0 1 0 0 0,-1 5 0 0 0,-1 2 137 0 0,-1 0 0 0 0,-1 0 1 0 0,0 0-1 0 0,0-1 1 0 0,-1 0-1 0 0,0 0 1 0 0,-1 0-1 0 0,-9 12 0 0 0,-6 11 600 0 0,12-21-449 0 0,8-11-277 0 0,1 0-1 0 0,-1 0 0 0 0,0 0 1 0 0,0 0-1 0 0,0 0 1 0 0,1 1-1 0 0,-1-1 0 0 0,0 0 1 0 0,1 0-1 0 0,-1 0 0 0 0,1 1 1 0 0,-1-1-1 0 0,1 0 0 0 0,0 1 1 0 0,0-1-1 0 0,0 0 0 0 0,-1 3 1 0 0,5-1-25 0 0,0-1-1 0 0,-1 0 1 0 0,1 0 0 0 0,0-1 0 0 0,0 1-1 0 0,7 1 1 0 0,-6-2 4 0 0,5 4 4 0 0,1 1 0 0 0,-1 0-1 0 0,0 0 1 0 0,0 1 0 0 0,-1 0 0 0 0,0 1 0 0 0,0 0 0 0 0,-1 0-1 0 0,0 1 1 0 0,-1 0 0 0 0,1 0 0 0 0,-2 1 0 0 0,1 0 0 0 0,-1 0-1 0 0,-1 1 1 0 0,7 16 0 0 0,-11-22 106 0 0,1 1 0 0 0,-1-1-1 0 0,0 0 1 0 0,-1 1 0 0 0,1-1 0 0 0,-1 0 0 0 0,0 1-1 0 0,0-1 1 0 0,-1 0 0 0 0,1 1 0 0 0,-1-1-1 0 0,0 0 1 0 0,-1 1 0 0 0,1-1 0 0 0,-1 0-1 0 0,0 0 1 0 0,-1 0 0 0 0,1-1 0 0 0,-1 1 0 0 0,0 0-1 0 0,0-1 1 0 0,0 0 0 0 0,-1 0 0 0 0,1 0-1 0 0,-8 7 1 0 0,5-6-56 0 0,-1-1-1 0 0,1 0 1 0 0,-1 0-1 0 0,1 0 1 0 0,-1 0-1 0 0,0-1 1 0 0,-1-1-1 0 0,1 1 1 0 0,0-1 0 0 0,-1 0-1 0 0,1-1 1 0 0,-1 1-1 0 0,0-1 1 0 0,0-1-1 0 0,1 0 1 0 0,-1 0-1 0 0,-11-2 1 0 0,-2-1-900 0 0,0-2 0 0 0,0-1-1 0 0,-28-11 1 0 0,13 0-3283 0 0,2-3-3289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00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9 408 0 0,'0'0'3716'0'0,"5"-8"-3728"0"0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00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1080 0 0,'-5'18'5278'0'0,"6"-12"-5541"0"0,0-4 102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00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0 328 0 0,'0'0'6057'0'0,"6"7"-7158"0"0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01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0 952 0 0,'0'0'3120'0'0,"5"12"1622"0"0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02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980 58 1956 0 0,'13'-21'12747'0'0,"-12"15"-11472"0"0,-1 5-1067 0 0,0 1 0 0 0,0-1 0 0 0,0 0 0 0 0,0 1 0 0 0,0-1 0 0 0,0 1 0 0 0,-1-1 0 0 0,1 0 0 0 0,0 1 0 0 0,0-1 0 0 0,-1 0 0 0 0,1 1 0 0 0,0-1 0 0 0,0 1 0 0 0,-1-1 0 0 0,1 1 0 0 0,-1-1 0 0 0,0 0 0 0 0,-17-8-870 0 0,13 7 703 0 0,2 1-14 0 0,0 0 1 0 0,-1 0-1 0 0,1 0 1 0 0,-1 0 0 0 0,0 0-1 0 0,1 1 1 0 0,-7-1-1 0 0,1 1-31 0 0,1-1 1 0 0,-1 1-1 0 0,0 1 0 0 0,0 0 0 0 0,0 0 1 0 0,1 0-1 0 0,-1 1 0 0 0,1 1 0 0 0,-1-1 1 0 0,1 1-1 0 0,0 1 0 0 0,0 0 0 0 0,0 0 0 0 0,0 0 1 0 0,1 1-1 0 0,0 0 0 0 0,0 1 0 0 0,0-1 1 0 0,1 1-1 0 0,-8 8 0 0 0,2 2-20 0 0,-1 0 0 0 0,2 0 0 0 0,0 1 1 0 0,1 0-1 0 0,1 1 0 0 0,1 0 0 0 0,-12 35 0 0 0,-3 35 25 0 0,4 1 0 0 0,-8 92 0 0 0,11-68 31 0 0,-122 984 105 0 0,92-554-90 0 0,-9 87 65 0 0,49-567-91 0 0,-140 1032 704 0 0,47-517-75 0 0,71-412-553 0 0,-22 288 177 0 0,46-392-257 0 0,1-40 11 0 0,2 1 0 0 0,0-1-1 0 0,1 1 1 0 0,6 39 0 0 0,-5-59-16 0 0,0 0 0 0 0,0-1 1 0 0,1 1-1 0 0,-1-1 0 0 0,0 1 1 0 0,1-1-1 0 0,0 0 0 0 0,-1 0 1 0 0,1 0-1 0 0,0 0 0 0 0,0 0 1 0 0,0 0-1 0 0,0 0 0 0 0,1 0 1 0 0,-1-1-1 0 0,0 1 0 0 0,1-1 1 0 0,-1 0-1 0 0,1 1 0 0 0,3 0 1 0 0,7 2 19 0 0,-1 0 0 0 0,25 4 1 0 0,-36-8-33 0 0,67 9 103 0 0,118 1 0 0 0,72-19-347 0 0,68-30-3108 0 0,-112-7-4660 0 0,-102 14-51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03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10 540 0 0,'8'-8'8963'0'0,"-8"7"-8830"0"0,1 1 1 0 0,-1 0 0 0 0,0 0 0 0 0,1 0 0 0 0,-1 0-1 0 0,0 0 1 0 0,1-1 0 0 0,-1 1 0 0 0,0 0 0 0 0,1 0-1 0 0,-1 0 1 0 0,1 0 0 0 0,-1 0 0 0 0,0 0 0 0 0,1 0-1 0 0,-1 0 1 0 0,5 3 1873 0 0,-5-2-1873 0 0,5 16 1924 0 0,-6 31-1124 0 0,1-40-324 0 0,-7 55 634 0 0,-25 115 1 0 0,22-133-1093 0 0,-1 0-87 0 0,4-19-426 0 0,-5 35 0 0 0,11-53-537 0 0,0 0 0 0 0,1 0 0 0 0,0 0 0 0 0,1 0-1 0 0,1 8 1 0 0,1-3-3727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04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61 2084 0 0,'-2'-2'1996'0'0,"-7"-5"141"0"0,-9-9 4765 0 0,13 2-5132 0 0,6 13-1734 0 0,-1 0 1 0 0,1 0 0 0 0,0 0-1 0 0,-1 1 1 0 0,1-1 0 0 0,0 0-1 0 0,0 0 1 0 0,0 1 0 0 0,0-1-1 0 0,-1 1 1 0 0,1-1 0 0 0,0 1-1 0 0,0-1 1 0 0,0 1-1 0 0,0-1 1 0 0,0 1 0 0 0,2 0-1 0 0,18-7 154 0 0,-20 7-165 0 0,5-2-1 0 0,0 2 0 0 0,0-1-1 0 0,0 0 1 0 0,0 1-1 0 0,0 0 1 0 0,-1 1 0 0 0,1-1-1 0 0,0 1 1 0 0,0 0-1 0 0,6 3 1 0 0,5 1 7 0 0,-1 0 0 0 0,17 10 0 0 0,-28-13-19 0 0,0 1 0 0 0,0 0 0 0 0,-1 0 0 0 0,1 0 0 0 0,-1 0 0 0 0,0 1 0 0 0,0 0 0 0 0,0-1 0 0 0,0 2 0 0 0,0-1 0 0 0,-1 0 0 0 0,0 1 0 0 0,3 5 0 0 0,-4-6 59 0 0,0 0 0 0 0,-1 0 0 0 0,0 0 0 0 0,1 0 0 0 0,-1 0 0 0 0,-1 1 0 0 0,1-1 1 0 0,-1 0-1 0 0,0 0 0 0 0,0 1 0 0 0,0-1 0 0 0,0 0 0 0 0,-1 0 0 0 0,0 0 0 0 0,1 1 0 0 0,-2-1 0 0 0,-1 6 0 0 0,-5 7 232 0 0,0 1-1 0 0,-2-2 1 0 0,0 1-1 0 0,0-1 1 0 0,-16 16-1 0 0,-68 69 637 0 0,87-95-897 0 0,6-5-36 0 0,-1 0 0 0 0,1 0 1 0 0,0 0-1 0 0,0-1 0 0 0,0 1 0 0 0,0 0 1 0 0,0 0-1 0 0,0 1 0 0 0,0-1 1 0 0,0 0-1 0 0,0 0 0 0 0,1 0 1 0 0,-1 1-1 0 0,0-1 0 0 0,1 0 1 0 0,-1 1-1 0 0,1-1 0 0 0,-1 0 0 0 0,1 1 1 0 0,0-1-1 0 0,0 1 0 0 0,0-1 1 0 0,-1 0-1 0 0,1 1 0 0 0,1 1 1 0 0,-1-2-4 0 0,1 0 1 0 0,0-1 0 0 0,-1 1-1 0 0,1-1 1 0 0,0 1 0 0 0,0-1-1 0 0,0 1 1 0 0,-1-1 0 0 0,1 1-1 0 0,0-1 1 0 0,0 0 0 0 0,0 1-1 0 0,0-1 1 0 0,0 0 0 0 0,0 0-1 0 0,0 0 1 0 0,-1 0 0 0 0,1 1-1 0 0,0-1 1 0 0,0-1 0 0 0,0 1-1 0 0,1 0 1 0 0,21-2 22 0 0,-21 2-25 0 0,64-8-765 0 0,80-22 0 0 0,-7-7-8982 0 0,-101 26 2790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04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89 2084 0 0,'-5'-1'823'0'0,"1"0"-1"0"0,-1-1 0 0 0,1 0 1 0 0,-1 0-1 0 0,1 0 1 0 0,0 0-1 0 0,0-1 1 0 0,0 0-1 0 0,0 0 1 0 0,1 0-1 0 0,-1 0 0 0 0,-4-6 1 0 0,7 9-762 0 0,1-1 1 0 0,0 0 0 0 0,-1 1-1 0 0,1-1 1 0 0,0 0-1 0 0,-1 0 1 0 0,1 1-1 0 0,0-1 1 0 0,0 0-1 0 0,0 0 1 0 0,0 1 0 0 0,0-1-1 0 0,0 0 1 0 0,0 0-1 0 0,0 0 1 0 0,0 1-1 0 0,0-1 1 0 0,0 0 0 0 0,0 0-1 0 0,1 1 1 0 0,-1-1-1 0 0,0 0 1 0 0,1 0-1 0 0,-1 1 1 0 0,0-1-1 0 0,1 0 1 0 0,-1 1 0 0 0,1-1-1 0 0,-1 1 1 0 0,1-1-1 0 0,-1 0 1 0 0,2 0-1 0 0,17-13 254 0 0,-12 11-273 0 0,1 0 0 0 0,0 1 0 0 0,0 0 0 0 0,0 1 0 0 0,0-1-1 0 0,0 2 1 0 0,0-1 0 0 0,0 1 0 0 0,1 0 0 0 0,8 2 0 0 0,-6-1-31 0 0,0 1-1 0 0,-1 0 1 0 0,0 1 0 0 0,1 0 0 0 0,-1 1-1 0 0,0 0 1 0 0,12 8 0 0 0,-19-11 12 0 0,0 1 1 0 0,0-1 0 0 0,0 1 0 0 0,-1 0-1 0 0,1 0 1 0 0,-1 1 0 0 0,0-1 0 0 0,1 0-1 0 0,-1 1 1 0 0,0 0 0 0 0,0-1-1 0 0,-1 1 1 0 0,1 0 0 0 0,-1 0 0 0 0,1 0-1 0 0,-1 0 1 0 0,0 0 0 0 0,0 0 0 0 0,0 0-1 0 0,0 0 1 0 0,-1 1 0 0 0,1-1-1 0 0,-1 0 1 0 0,0 0 0 0 0,0 1 0 0 0,0-1-1 0 0,0 0 1 0 0,-1 0 0 0 0,1 1-1 0 0,-3 5 1 0 0,-1 4 175 0 0,-2 0 1 0 0,0-1-1 0 0,0 0 0 0 0,-1 0 0 0 0,-15 20 1 0 0,21-30-186 0 0,0-1 0 0 0,-1 1 1 0 0,2 0-1 0 0,-1-1 1 0 0,0 1-1 0 0,0 0 1 0 0,0-1-1 0 0,1 1 1 0 0,-1 0-1 0 0,1 0 0 0 0,-1 2 1 0 0,1-3-12 0 0,0-1 0 0 0,0 1 1 0 0,0 0-1 0 0,0 0 0 0 0,1-1 0 0 0,-1 1 1 0 0,0 0-1 0 0,0-1 0 0 0,0 1 0 0 0,1 0 1 0 0,-1-1-1 0 0,0 1 0 0 0,1-1 0 0 0,-1 1 1 0 0,1-1-1 0 0,-1 1 0 0 0,1 0 0 0 0,-1-1 1 0 0,1 1-1 0 0,0 0 0 0 0,3 1-4 0 0,-1-1-1 0 0,1 1 0 0 0,0-1 1 0 0,0 1-1 0 0,0-1 1 0 0,0 0-1 0 0,7 1 1 0 0,5 1-2 0 0,1 1-12 0 0,0 1-1 0 0,-1 1 0 0 0,1 1 1 0 0,18 10-1 0 0,-29-14 46 0 0,-1 1 1 0 0,1 0-1 0 0,-1 0 1 0 0,0 0-1 0 0,0 0 1 0 0,6 8-1 0 0,-9-9 50 0 0,0-1 0 0 0,-1 1-1 0 0,1 0 1 0 0,0 0 0 0 0,-1 0-1 0 0,0 0 1 0 0,1 0-1 0 0,-1 0 1 0 0,0 0 0 0 0,-1 0-1 0 0,1 0 1 0 0,-1 1 0 0 0,1 4-1 0 0,-1-3 48 0 0,-1 0 1 0 0,0-1-1 0 0,0 1 0 0 0,0-1 0 0 0,-1 1 0 0 0,1-1 0 0 0,-1 1 0 0 0,0-1 0 0 0,-1 0 0 0 0,1 0 0 0 0,-1 0 0 0 0,1 0 0 0 0,-1-1 0 0 0,0 1 0 0 0,0-1 0 0 0,-1 1 0 0 0,-4 2 0 0 0,-7 7 311 0 0,-1-1-1 0 0,-28 15 1 0 0,41-25-392 0 0,-17 8 88 0 0,-1-1-1 0 0,0-2 1 0 0,-1 0 0 0 0,0 0-1 0 0,0-2 1 0 0,0-1 0 0 0,-25 1 0 0 0,43-4-413 0 0,0-1 0 0 0,0 0 1 0 0,0 0-1 0 0,0 0 1 0 0,0 0-1 0 0,0-1 1 0 0,0 1-1 0 0,0-1 1 0 0,0 0-1 0 0,1 0 1 0 0,-7-3-1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05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4 148 0 0,'4'0'3753'0'0,"17"-1"1145"0"0,0 0 534 0 0,-9 0-3012 0 0,-8 2-1528 0 0,-3-2-824 0 0,-1 1 0 0 0,1 0 0 0 0,-1 0 0 0 0,1 0 0 0 0,-1 0 0 0 0,1 0 0 0 0,-1 0 0 0 0,1 0 0 0 0,-1 0 0 0 0,1 0 1 0 0,-1 0-1 0 0,1 1 0 0 0,-1-1 0 0 0,1 0 0 0 0,-1 0 0 0 0,1 0 0 0 0,-1 0 0 0 0,1 1 0 0 0,-1-1 0 0 0,1 0 0 0 0,-1 1 0 0 0,0-1 0 0 0,1 1 0 0 0,-2 3 176 0 0,-1 1 0 0 0,1-1 0 0 0,-1 1 0 0 0,0-1 0 0 0,0 0 0 0 0,-1 0-1 0 0,1 0 1 0 0,-1 0 0 0 0,-6 6 0 0 0,-36 36 507 0 0,40-41-669 0 0,-51 48 240 0 0,-79 79 293 0 0,107-102-859 0 0,2 1-1 0 0,-35 54 0 0 0,56-77-390 0 0,0 0 0 0 0,1 0 0 0 0,0 1 0 0 0,-4 14-1 0 0,7-19-638 0 0,0 0 0 0 0,0 0 0 0 0,1 0 0 0 0,-1 0 0 0 0,1 0 0 0 0,0 0 0 0 0,1 7 1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05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58 1376 0 0,'2'-2'3064'0'0,"37"-23"5107"0"0,7 4-4857 0 0,-41 19-3238 0 0,0 0-1 0 0,-1 1 1 0 0,1-1 0 0 0,0 1 0 0 0,0 1 0 0 0,0-1 0 0 0,0 1 0 0 0,0-1-1 0 0,0 2 1 0 0,0-1 0 0 0,0 0 0 0 0,0 1 0 0 0,0 0 0 0 0,0 0 0 0 0,0 0 0 0 0,-1 1-1 0 0,9 3 1 0 0,-10-3 14 0 0,-1-1 0 0 0,1 1 0 0 0,-1 0 0 0 0,1 0-1 0 0,-1-1 1 0 0,0 2 0 0 0,0-1 0 0 0,0 0 0 0 0,0 0 0 0 0,0 1-1 0 0,-1-1 1 0 0,1 1 0 0 0,0-1 0 0 0,-1 1 0 0 0,0 0 0 0 0,0-1-1 0 0,1 5 1 0 0,-1-3 69 0 0,0 1-1 0 0,-1 0 0 0 0,0-1 0 0 0,0 1 1 0 0,0 0-1 0 0,0-1 0 0 0,-1 1 0 0 0,1-1 1 0 0,-1 1-1 0 0,-2 4 0 0 0,-2 5 273 0 0,0-1-1 0 0,-1 1 1 0 0,-1-2-1 0 0,0 1 1 0 0,-17 22-1 0 0,1-8 361 0 0,-2-1-1 0 0,-45 39 0 0 0,1-3 170 0 0,69-62-954 0 0,0 1 0 0 0,0-1-1 0 0,0 0 1 0 0,-1 0 0 0 0,1 0-1 0 0,0 0 1 0 0,0 0-1 0 0,0 0 1 0 0,0 0 0 0 0,0 0-1 0 0,-1 1 1 0 0,1-1-1 0 0,0 0 1 0 0,0 0 0 0 0,0 0-1 0 0,0 0 1 0 0,0 1 0 0 0,0-1-1 0 0,0 0 1 0 0,0 0-1 0 0,0 0 1 0 0,-1 0 0 0 0,1 1-1 0 0,0-1 1 0 0,0 0-1 0 0,0 0 1 0 0,0 0 0 0 0,0 1-1 0 0,0-1 1 0 0,0 0 0 0 0,0 0-1 0 0,0 0 1 0 0,1 0-1 0 0,-1 1 1 0 0,0-1 0 0 0,0 0-1 0 0,0 0 1 0 0,0 0-1 0 0,0 1 1 0 0,0-1 0 0 0,0 0-1 0 0,0 0 1 0 0,0 0 0 0 0,0 0-1 0 0,1 0 1 0 0,-1 1-1 0 0,0-1 1 0 0,0 0 0 0 0,14 2 76 0 0,17-4-32 0 0,149-28-95 0 0,-43 6-1230 0 0,-38 9-643 0 0,133-20-3208 0 0,-77 9-2942 0 0,-67 10-66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05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173 122 624 0 0,'-14'-37'7923'0'0,"8"21"-3240"0"0,0 0 1 0 0,-5-24-1 0 0,11 40-4594 0 0,0-1 0 0 0,0 0 1 0 0,0 0-1 0 0,0 1 0 0 0,0-1 1 0 0,0 0-1 0 0,-1 1 0 0 0,1-1 1 0 0,0 0-1 0 0,0 1 0 0 0,-1-1 1 0 0,1 0-1 0 0,0 1 0 0 0,-1-1 1 0 0,1 1-1 0 0,-1-1 0 0 0,1 0 1 0 0,-1 0-1 0 0,-5 8 489 0 0,-2 21-424 0 0,-9 115 40 0 0,-17 114-115 0 0,11-130-4310 0 0,-8-2-5529 0 0,19-88 856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08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51 2340 0 0,'-4'-7'10630'0'0,"0"11"-10491"0"0,0 1-1 0 0,0-1 1 0 0,0 1 0 0 0,1 0-1 0 0,0 0 1 0 0,0 0 0 0 0,1 0 0 0 0,-4 8-1 0 0,-15 49 251 0 0,20-59-367 0 0,-2 7 27 0 0,-8 25 90 0 0,1 0 1 0 0,-9 66-1 0 0,18-91-117 0 0,0 0 0 0 0,1 0 0 0 0,0 0 0 0 0,1-1 0 0 0,0 1 0 0 0,0 0 0 0 0,1 0 0 0 0,0-1 0 0 0,1 1 0 0 0,0-1 0 0 0,0 0 0 0 0,1 0 0 0 0,0 0 0 0 0,1 0 0 0 0,9 13 0 0 0,-10-18 25 0 0,0 0 0 0 0,1 0 0 0 0,-1 0 0 0 0,1-1 0 0 0,0 1 0 0 0,0-1 1 0 0,0 0-1 0 0,0-1 0 0 0,1 1 0 0 0,-1-1 0 0 0,1 0 0 0 0,-1 0 0 0 0,1-1 0 0 0,0 1 0 0 0,0-1 0 0 0,0-1 0 0 0,-1 1 0 0 0,1-1 0 0 0,0 0 0 0 0,7-1 0 0 0,-1 0 88 0 0,0 0-1 0 0,0-1 0 0 0,-1-1 1 0 0,1 0-1 0 0,0 0 1 0 0,-1-1-1 0 0,0-1 0 0 0,21-11 1 0 0,-26 12-30 0 0,1-1 1 0 0,-1 1-1 0 0,0-1 1 0 0,-1 0-1 0 0,1-1 1 0 0,-1 0-1 0 0,0 0 1 0 0,0 0-1 0 0,-1 0 1 0 0,0-1-1 0 0,5-9 1 0 0,-5 6-23 0 0,1-1-1 0 0,-2 1 1 0 0,0-1 0 0 0,0 0 0 0 0,-1 0-1 0 0,0 0 1 0 0,-1-14 0 0 0,0 4-35 0 0,-2 0-1 0 0,-1 0 1 0 0,-1-1 0 0 0,-1 2-1 0 0,0-1 1 0 0,-2 0 0 0 0,-14-37-1 0 0,15 50-58 0 0,1-1 0 0 0,-1 1-1 0 0,0 0 1 0 0,0 1 0 0 0,-1-1 0 0 0,0 1-1 0 0,-1 0 1 0 0,1 1 0 0 0,-1-1 0 0 0,-1 2-1 0 0,-8-7 1 0 0,4 4-730 0 0,0 1 1 0 0,-1 1-1 0 0,-21-9 1 0 0,32 15 482 0 0,1-1 1 0 0,-1 0 0 0 0,0 1 0 0 0,0 0 0 0 0,0-1 0 0 0,0 1 0 0 0,0 0 0 0 0,0 0 0 0 0,0 0 0 0 0,0 0 0 0 0,0 0 0 0 0,1 1 0 0 0,-1-1 0 0 0,0 1 0 0 0,0-1-1 0 0,0 1 1 0 0,-2 1 0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0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33 872 0 0,'0'-29'18470'0'0,"-1"26"-17820"0"0,0 3-556 0 0,0 1 0 0 0,0 0 0 0 0,1 0 0 0 0,-1 0 0 0 0,1 0 0 0 0,-1 0 0 0 0,1 0 0 0 0,-1 1 0 0 0,1-1 0 0 0,0 0 0 0 0,-1 0 0 0 0,1 0 0 0 0,0 0 0 0 0,0 0 1 0 0,0 1-1 0 0,0 1 0 0 0,-13 61 799 0 0,-2 0 0 0 0,-24 61 1 0 0,-1 1-453 0 0,29-84-345 0 0,-3 10-1136 0 0,4-20-2463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0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45 2408 0 0,'-3'0'5044'0'0,"-7"1"-3579"0"0,-24 1 10015 0 0,24-1-9946 0 0,13-1-1440 0 0,213-16 270 0 0,-81 3-282 0 0,36-2 144 0 0,-168 15-221 0 0,16-2-636 0 0,-12 1-911 0 0,4 0-2262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28 1584 0 0,'25'-25'15134'0'0,"-12"23"-11792"0"0,-12 11-2450 0 0,1 0 1 0 0,-1 1 0 0 0,0-1-1 0 0,-1 0 1 0 0,0 1 0 0 0,-1-1-1 0 0,-2 15 1 0 0,0-1-300 0 0,-43 278 1519 0 0,23-190-2033 0 0,7-41-7678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1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49 110 1936 0 0,'-14'-2'9344'0'0,"5"-1"-5909"0"0,-15-6 4620 0 0,24 9-8022 0 0,-1 0 0 0 0,1 0 0 0 0,0 0 0 0 0,0 0 0 0 0,0 0 0 0 0,0 0 0 0 0,0 0 1 0 0,0-1-1 0 0,0 1 0 0 0,0 0 0 0 0,0 0 0 0 0,0 0 0 0 0,0 0 0 0 0,-1 0 1 0 0,1 0-1 0 0,0 0 0 0 0,0-1 0 0 0,0 1 0 0 0,0 0 0 0 0,0 0 0 0 0,0 0 1 0 0,0 0-1 0 0,0 0 0 0 0,0-1 0 0 0,0 1 0 0 0,0 0 0 0 0,0 0 0 0 0,0 0 0 0 0,0 0 1 0 0,0 0-1 0 0,0 0 0 0 0,1-1 0 0 0,-1 1 0 0 0,0 0 0 0 0,0 0 0 0 0,0 0 1 0 0,0 0-1 0 0,0 0 0 0 0,0 0 0 0 0,0 0 0 0 0,0 0 0 0 0,0-1 0 0 0,0 1 1 0 0,1 0-1 0 0,-1 0 0 0 0,0 0 0 0 0,0 0 0 0 0,0 0 0 0 0,0 0 0 0 0,17-6-150 0 0,222-38 536 0 0,-33 9-348 0 0,-172 30-932 0 0,-16 4-2988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1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47 1228 0 0,'24'-16'6259'0'0,"18"-14"6047"0"0,-54 30-10722 0 0,0 4-1527 0 0,1 0 1 0 0,0 1-1 0 0,-1 1 0 0 0,2-1 1 0 0,-1 2-1 0 0,1 0 1 0 0,0 0-1 0 0,0 1 1 0 0,1 0-1 0 0,-11 12 1 0 0,17-18-53 0 0,1 1 0 0 0,0-1 0 0 0,0 1 0 0 0,0-1 0 0 0,0 1 1 0 0,0 0-1 0 0,0 0 0 0 0,1 0 0 0 0,-1 0 0 0 0,1 0 0 0 0,0 0 1 0 0,0 1-1 0 0,0-1 0 0 0,0 0 0 0 0,1 0 0 0 0,-1 1 0 0 0,1-1 0 0 0,0 5 1 0 0,0-3-2 0 0,1-1 1 0 0,0 1 0 0 0,1 0-1 0 0,-1-1 1 0 0,1 1-1 0 0,0-1 1 0 0,0 1 0 0 0,0-1-1 0 0,0 0 1 0 0,1 0 0 0 0,4 5-1 0 0,7 7 12 0 0,1-1-1 0 0,1 0 0 0 0,0-2 1 0 0,28 19-1 0 0,-41-29-11 0 0,18 11 400 0 0,-1 1 0 0 0,18 19 0 0 0,-33-29-187 0 0,-1-1-1 0 0,0 1 0 0 0,0-1 0 0 0,0 1 1 0 0,0 1-1 0 0,-1-1 0 0 0,0 0 0 0 0,0 1 1 0 0,0-1-1 0 0,-1 1 0 0 0,0 0 0 0 0,0 0 1 0 0,-1 0-1 0 0,2 7 0 0 0,-3-8-82 0 0,-1 1 0 0 0,0-1-1 0 0,0 1 1 0 0,0-1 0 0 0,0 1 0 0 0,-1-1 0 0 0,0 0-1 0 0,0 0 1 0 0,0 0 0 0 0,-1 0 0 0 0,0 0 0 0 0,0 0-1 0 0,0-1 1 0 0,0 1 0 0 0,-8 6 0 0 0,-1 2-2 0 0,-1 0 0 0 0,-1-1 0 0 0,-22 15 1 0 0,20-16-379 0 0,-1-1 0 0 0,0 0 0 0 0,-1-1 0 0 0,0-1-1 0 0,-32 10 1 0 0,42-16-542 0 0,-1 0-1 0 0,0 0 1 0 0,0-1-1 0 0,0-1 1 0 0,0 1-1 0 0,-13-2 1 0 0,16 0-229 0 0,1 0 1 0 0,-1 0 0 0 0,1-1-1 0 0,-1 1 1 0 0,1-1 0 0 0,-1 0-1 0 0,1-1 1 0 0,0 1-1 0 0,0-1 1 0 0,0 0 0 0 0,-5-5-1 0 0,-8-8-6755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1656 0 0,'5'-10'3403'0'0,"1"-1"0"0"0,0 1 0 0 0,14-16 0 0 0,-14 19-2868 0 0,1 1 1 0 0,0-1 0 0 0,0 1 0 0 0,1 0-1 0 0,0 1 1 0 0,0 0 0 0 0,0 0-1 0 0,13-5 1 0 0,5 0-289 0 0,0 1 0 0 0,1 1-1 0 0,41-7 1 0 0,86-5 16 0 0,-121 17-203 0 0,31-3-963 0 0,98 5 1 0 0,-159 1 598 0 0,-1 0 1 0 0,0 0-1 0 0,0 0 1 0 0,0 0-1 0 0,0 0 1 0 0,1 1 0 0 0,-1-1-1 0 0,0 1 1 0 0,0 0-1 0 0,0-1 1 0 0,0 1-1 0 0,0 0 1 0 0,0 0-1 0 0,-1 0 1 0 0,1 1-1 0 0,0-1 1 0 0,0 0-1 0 0,-1 1 1 0 0,4 2 0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3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514 135 228 0 0,'-23'-24'8873'0'0,"2"14"-5255"0"0,-41-15 0 0 0,59 24-3305 0 0,-38-4 4103 0 0,16 13-726 0 0,-24 35-3490 0 0,-65 71 0 0 0,86-81-253 0 0,2 1 1 0 0,0 1 0 0 0,-25 49-1 0 0,43-70 52 0 0,2 0-1 0 0,0 0 0 0 0,1 1 0 0 0,0 0 1 0 0,1 0-1 0 0,0 0 0 0 0,2 0 0 0 0,-2 30 1 0 0,4-39 5 0 0,0 0 0 0 0,0 0 0 0 0,0 0 0 0 0,1 0 1 0 0,0 0-1 0 0,1-1 0 0 0,-1 1 0 0 0,1 0 0 0 0,0-1 0 0 0,0 1 1 0 0,1-1-1 0 0,0 1 0 0 0,0-1 0 0 0,0 0 0 0 0,0 0 1 0 0,1-1-1 0 0,0 1 0 0 0,0-1 0 0 0,0 1 0 0 0,1-1 1 0 0,-1-1-1 0 0,1 1 0 0 0,0-1 0 0 0,0 1 0 0 0,0-1 0 0 0,7 2 1 0 0,-1-1 13 0 0,1 0 1 0 0,0-1 0 0 0,0 0 0 0 0,0-1 0 0 0,0-1-1 0 0,0 0 1 0 0,1 0 0 0 0,-1-1 0 0 0,0-1-1 0 0,24-4 1 0 0,-9 0 38 0 0,-1-2 1 0 0,0 0-1 0 0,48-22 0 0 0,-60 22-37 0 0,-1 0 1 0 0,0-1-1 0 0,-1-1 0 0 0,1 0 1 0 0,-2 0-1 0 0,1-1 0 0 0,-1-1 1 0 0,-1 0-1 0 0,0 0 0 0 0,0-1 0 0 0,-1 0 1 0 0,-1-1-1 0 0,0 0 0 0 0,-1 0 1 0 0,0-1-1 0 0,-1 0 0 0 0,6-19 1 0 0,-6 12 6 0 0,-1-1 1 0 0,-1 1 0 0 0,-1-1-1 0 0,0 0 1 0 0,-2 1 0 0 0,-1-1-1 0 0,0 0 1 0 0,-2 0-1 0 0,0 0 1 0 0,-1 1 0 0 0,-10-33-1 0 0,9 42-21 0 0,0 1 0 0 0,0 0-1 0 0,-1 0 1 0 0,-1 0-1 0 0,0 0 1 0 0,0 1 0 0 0,-1 0-1 0 0,-16-18 1 0 0,17 22-206 0 0,0 0 1 0 0,0 1-1 0 0,-1 0 1 0 0,0 0-1 0 0,0 1 0 0 0,0-1 1 0 0,0 2-1 0 0,-1-1 1 0 0,1 1-1 0 0,-1 0 1 0 0,0 0-1 0 0,0 1 0 0 0,-14-2 1 0 0,20 4-32 0 0,0-1-1 0 0,-1 1 1 0 0,1 0 0 0 0,0 0 0 0 0,-1 0 0 0 0,1 1-1 0 0,0-1 1 0 0,0 0 0 0 0,-1 1 0 0 0,1-1 0 0 0,0 1 0 0 0,0 0-1 0 0,0 0 1 0 0,0 0 0 0 0,0 0 0 0 0,0 0 0 0 0,0 1-1 0 0,0-1 1 0 0,0 0 0 0 0,0 1 0 0 0,1 0 0 0 0,-1-1-1 0 0,0 1 1 0 0,1 0 0 0 0,-2 2 0 0 0,2-2-401 0 0,0 0 0 0 0,0 0 0 0 0,0 1 0 0 0,0-1 0 0 0,0 0 0 0 0,1 1 0 0 0,-1-1 0 0 0,1 1 0 0 0,-1-1 0 0 0,1 1 0 0 0,0-1 0 0 0,0 1 0 0 0,1 4 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3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168 111 1928 0 0,'0'0'6898'0'0,"-27"-6"2845"0"0,23 7-9689 0 0,-1 0 0 0 0,1 1 0 0 0,0-1 0 0 0,1 1 0 0 0,-1 0 0 0 0,0 0 0 0 0,0 1 0 0 0,1-1 0 0 0,-1 1 0 0 0,1-1 0 0 0,0 1 0 0 0,0 0 0 0 0,0 0 0 0 0,0 1-1 0 0,1-1 1 0 0,-1 1 0 0 0,-2 5 0 0 0,-8 12 23 0 0,-18 41 1 0 0,28-56-45 0 0,-3 6-20 0 0,2 1 0 0 0,-1-1 0 0 0,1 1 0 0 0,1 0-1 0 0,0 0 1 0 0,1 0 0 0 0,1 0 0 0 0,-1 19-1 0 0,2-28-6 0 0,0 0-1 0 0,0-1 0 0 0,1 1 1 0 0,-1 0-1 0 0,1 0 1 0 0,0 0-1 0 0,0-1 0 0 0,1 1 1 0 0,-1 0-1 0 0,1-1 0 0 0,-1 1 1 0 0,1-1-1 0 0,0 0 1 0 0,0 1-1 0 0,1-1 0 0 0,-1 0 1 0 0,1 0-1 0 0,-1 0 0 0 0,1-1 1 0 0,0 1-1 0 0,0-1 0 0 0,0 1 1 0 0,0-1-1 0 0,1 0 1 0 0,-1 0-1 0 0,1-1 0 0 0,-1 1 1 0 0,1-1-1 0 0,0 0 0 0 0,-1 1 1 0 0,1-2-1 0 0,7 2 1 0 0,9 0 76 0 0,0-1 1 0 0,0-2 0 0 0,-1 1-1 0 0,1-2 1 0 0,0-1 0 0 0,-1-1-1 0 0,1 0 1 0 0,-1-1 0 0 0,0-1-1 0 0,-1-1 1 0 0,0-1 0 0 0,0 0-1 0 0,0-1 1 0 0,-1-1 0 0 0,0-1-1 0 0,20-17 1 0 0,-29 20-3 0 0,-1 1 1 0 0,0-1-1 0 0,0 0 1 0 0,-1-1-1 0 0,0 0 0 0 0,0 0 1 0 0,-1 0-1 0 0,0 0 1 0 0,-1-1-1 0 0,0 0 0 0 0,0 0 1 0 0,-1 0-1 0 0,3-20 1 0 0,-5 23-54 0 0,0 0 0 0 0,0 0 1 0 0,-1-1-1 0 0,0 1 1 0 0,-1 0-1 0 0,0 0 0 0 0,0-1 1 0 0,0 1-1 0 0,-1 0 0 0 0,0 0 1 0 0,0 0-1 0 0,-1 0 1 0 0,0 1-1 0 0,0-1 0 0 0,-1 1 1 0 0,1-1-1 0 0,-1 1 1 0 0,-1 0-1 0 0,1 1 0 0 0,-11-11 1 0 0,5 8-42 0 0,0 1 0 0 0,0-1-1 0 0,-1 2 1 0 0,0-1 0 0 0,0 2 0 0 0,0-1 0 0 0,-1 1 0 0 0,-17-4 0 0 0,22 7-333 0 0,1 0 0 0 0,-1 1 0 0 0,1 0 1 0 0,-1 0-1 0 0,0 0 0 0 0,1 1 0 0 0,-1 0 0 0 0,0 1 1 0 0,1-1-1 0 0,-1 1 0 0 0,1 0 0 0 0,-1 1 0 0 0,1 0 1 0 0,-1 0-1 0 0,1 0 0 0 0,0 0 0 0 0,-10 7 1 0 0,14-8 37 0 0,1 0 1 0 0,-1 0-1 0 0,1 1 1 0 0,-1-1-1 0 0,1 1 1 0 0,0-1-1 0 0,-1 1 1 0 0,1-1-1 0 0,0 1 1 0 0,0 0 0 0 0,-1 2-1 0 0,-1 15-5495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4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63 2432 0 0,'25'-47'15265'0'0,"-13"32"-10702"0"0,-10 27-4025 0 0,-1 0 0 0 0,-1 0 0 0 0,0 1 0 0 0,-1-1 0 0 0,-3 15 0 0 0,-16 65 74 0 0,12-59-388 0 0,-26 91 264 0 0,-12 55-3644 0 0,45-173 2419 0 0,1 0-1 0 0,-1 0 1 0 0,1 0 0 0 0,0 1-1 0 0,0-1 1 0 0,2 6 0 0 0,-2-10-67 0 0,0 1 0 0 0,1-1-1 0 0,0 0 1 0 0,-1 0 0 0 0,1 0 0 0 0,0 0 0 0 0,0 0 0 0 0,0 0 0 0 0,0 0 0 0 0,4 4-804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4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35 828 0 0,'26'-34'19367'0'0,"-49"59"-15496"0"0,-152 126 475 0 0,68-63-3723 0 0,79-64-658 0 0,-5 3-840 0 0,-55 61-1 0 0,86-86 368 0 0,0 0 0 0 0,0 1 0 0 0,0-1 0 0 0,0 1 0 0 0,1 0 0 0 0,-1-1 0 0 0,1 1 0 0 0,0 0 0 0 0,-2 5 0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4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3288 0 0,'6'-9'9823'0'0,"-2"3"-8480"0"0,1 0-1 0 0,0 0 0 0 0,0 1 1 0 0,8-8-1 0 0,-7 9-1218 0 0,0-1-1 0 0,1 1 0 0 0,0 0 1 0 0,0 0-1 0 0,0 1 0 0 0,0-1 1 0 0,1 2-1 0 0,-1-1 0 0 0,1 1 1 0 0,0 0-1 0 0,-1 1 0 0 0,11-1 1 0 0,-9 1-71 0 0,0 0 1 0 0,1 1 0 0 0,-1 0 0 0 0,1 1 0 0 0,-1 0-1 0 0,1 0 1 0 0,12 4 0 0 0,-20-4 33 0 0,0 0 0 0 0,1 0 1 0 0,-1 0-1 0 0,0 0 0 0 0,1 0 0 0 0,-1 0 0 0 0,0 1 1 0 0,0-1-1 0 0,0 1 0 0 0,0-1 0 0 0,0 1 1 0 0,-1 0-1 0 0,1 0 0 0 0,0 0 0 0 0,-1 0 0 0 0,0 0 1 0 0,1 0-1 0 0,-1 0 0 0 0,0 0 0 0 0,0 1 0 0 0,0-1 1 0 0,0 0-1 0 0,0 1 0 0 0,-1-1 0 0 0,1 1 0 0 0,-1-1 1 0 0,0 1-1 0 0,1-1 0 0 0,-1 1 0 0 0,0-1 0 0 0,-1 1 1 0 0,1 3-1 0 0,-2 4 198 0 0,0 0 0 0 0,-1-1 0 0 0,0 1 1 0 0,0-1-1 0 0,-1 0 0 0 0,0 0 0 0 0,-1 0 0 0 0,0-1 0 0 0,-6 10 0 0 0,-11 11 431 0 0,-30 30-1 0 0,12-14-114 0 0,6-3-181 0 0,33-40-367 0 0,29 6 95 0 0,56-10-579 0 0,109-18 1 0 0,81-29-5505 0 0,-137 18 1109 0 0,-47 9-1815 0 0,-12 2-2931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5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45 2240 0 0,'-13'-20'15455'0'0,"11"14"-14074"0"0,27 1-1024 0 0,0 1 0 0 0,0 2 0 0 0,0 0 1 0 0,27 2-1 0 0,-1 0-223 0 0,242-4 425 0 0,-291 4-523 0 0,1 0-12 0 0,27-1-1472 0 0,-27 1 583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5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59 1212 0 0,'63'-56'25402'0'0,"-58"53"-24672"0"0,-4 4-656 0 0,0 1-1 0 0,0-1 1 0 0,1 0 0 0 0,-1 0-1 0 0,0 1 1 0 0,0-1 0 0 0,0 0 0 0 0,-1 1-1 0 0,1-1 1 0 0,0 1 0 0 0,0-1-1 0 0,-1 1 1 0 0,1 0 0 0 0,-1-1 0 0 0,0 1-1 0 0,1-1 1 0 0,-1 1 0 0 0,0 0 0 0 0,0-1-1 0 0,0 1 1 0 0,0 0 0 0 0,0 1-1 0 0,-5 47 593 0 0,3-36-486 0 0,-53 250 1177 0 0,29-158-3370 0 0,5 0-5105 0 0,18-81 3897 0 0,-1 3-5109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7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131 110 548 0 0,'1'-16'13275'0'0,"-2"12"-12293"0"0,-8 14-900 0 0,0 0-1 0 0,1 0 0 0 0,1 1 0 0 0,0 0 1 0 0,0 1-1 0 0,-5 14 0 0 0,0-2-26 0 0,1-4-35 0 0,2 1 0 0 0,1 0 0 0 0,0 0 0 0 0,2 1 0 0 0,-7 40-1 0 0,11-50-2 0 0,1-1-1 0 0,0 1 1 0 0,0 0-1 0 0,2 0 1 0 0,-1 0-1 0 0,1-1 1 0 0,1 1-1 0 0,0 0 1 0 0,1-1-1 0 0,0 0 1 0 0,1 1-1 0 0,10 19 1 0 0,-11-26 40 0 0,0 0 0 0 0,0 0 0 0 0,1 0 0 0 0,0-1-1 0 0,0 1 1 0 0,0-1 0 0 0,1 0 0 0 0,-1 0 0 0 0,1-1 0 0 0,0 1 0 0 0,0-1 0 0 0,0 0 0 0 0,0-1 0 0 0,6 3 0 0 0,-2-2 19 0 0,0-1 0 0 0,-1 1 1 0 0,1-2-1 0 0,0 1 0 0 0,0-1 1 0 0,0-1-1 0 0,0 0 0 0 0,15-1 1 0 0,-8-1 65 0 0,-1-1 1 0 0,1 0 0 0 0,0-2 0 0 0,-1 1 0 0 0,0-2-1 0 0,0 0 1 0 0,0-1 0 0 0,-1 0 0 0 0,0-1 0 0 0,13-11-1 0 0,-15 9-73 0 0,0 0-1 0 0,-1-1 1 0 0,-1-1-1 0 0,0 0 1 0 0,-1 0-1 0 0,0-1 1 0 0,0 0-1 0 0,-2-1 0 0 0,0 0 1 0 0,0 0-1 0 0,-1 0 1 0 0,-1-1-1 0 0,6-24 1 0 0,-7 22 1 0 0,-1-1 1 0 0,-1 0 0 0 0,0 0 0 0 0,-2 0 0 0 0,0 0-1 0 0,-1 0 1 0 0,0 0 0 0 0,-2 0 0 0 0,0 0-1 0 0,-1 0 1 0 0,-8-24 0 0 0,10 36-187 0 0,-1 0 0 0 0,1 0 0 0 0,-1 0 1 0 0,0 1-1 0 0,0-1 0 0 0,0 1 0 0 0,-1-1 0 0 0,0 1 1 0 0,0 1-1 0 0,0-1 0 0 0,-1 0 0 0 0,0 1 0 0 0,0 0 1 0 0,0 0-1 0 0,0 0 0 0 0,0 1 0 0 0,-1 0 0 0 0,1 0 1 0 0,-1 0-1 0 0,0 1 0 0 0,0 0 0 0 0,-8-2 0 0 0,12 3-77 0 0,1 1-1 0 0,-1 0 0 0 0,0 0 0 0 0,1 0 0 0 0,-1 1 1 0 0,0-1-1 0 0,1 0 0 0 0,-1 1 0 0 0,0-1 1 0 0,1 1-1 0 0,-1-1 0 0 0,1 1 0 0 0,-1 0 0 0 0,1-1 1 0 0,-1 1-1 0 0,1 0 0 0 0,-1 0 0 0 0,1 0 1 0 0,0 0-1 0 0,0 1 0 0 0,0-1 0 0 0,-2 2 1 0 0,2-2-297 0 0,0 0 1 0 0,0 1 0 0 0,0-1-1 0 0,1 1 1 0 0,-1-1 0 0 0,0 0-1 0 0,1 1 1 0 0,-1-1 0 0 0,1 1 0 0 0,-1-1-1 0 0,1 1 1 0 0,0 2 0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7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 2504 0 0,'-16'7'7056'0'0,"10"-4"-5298"0"0,-7 3 3348 0 0,1 0-2745 0 0,12-6-2345 0 0,0 0 1 0 0,0 0-1 0 0,0 0 1 0 0,0 0-1 0 0,1 0 0 0 0,-1 0 1 0 0,0 0-1 0 0,0 0 0 0 0,0 0 1 0 0,0 0-1 0 0,0 0 1 0 0,0 0-1 0 0,0 0 0 0 0,0 0 1 0 0,0 0-1 0 0,0 0 1 0 0,0 0-1 0 0,0 0 0 0 0,0 0 1 0 0,0 0-1 0 0,0 0 0 0 0,0 1 1 0 0,1-1-1 0 0,-1 0 1 0 0,0 0-1 0 0,0 0 0 0 0,0 0 1 0 0,0 0-1 0 0,0 0 0 0 0,0 0 1 0 0,0 0-1 0 0,0 0 1 0 0,0 0-1 0 0,0 0 0 0 0,0 0 1 0 0,0 0-1 0 0,0 0 0 0 0,0 0 1 0 0,0 0-1 0 0,0 0 1 0 0,0 0-1 0 0,0 1 0 0 0,0-1 1 0 0,0 0-1 0 0,0 0 0 0 0,0 0 1 0 0,0 0-1 0 0,0 0 1 0 0,0 0-1 0 0,0 0 0 0 0,0 0 1 0 0,0 0-1 0 0,0 0 0 0 0,0 0 1 0 0,0 0-1 0 0,0 0 1 0 0,0 0-1 0 0,0 0 0 0 0,0 0 1 0 0,0 1-1 0 0,0-1 0 0 0,0 0 1 0 0,-1 0-1 0 0,1 0 1 0 0,0 0-1 0 0,0 0 0 0 0,25-2 208 0 0,-7 1-123 0 0,157-7-1348 0 0,-116 6-2749 0 0,0 2-4006 0 0,-43 0 3444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8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89 2060 0 0,'0'-12'6486'0'0,"0"9"-5910"0"0,0 0 0 0 0,1 0 0 0 0,-1 0 0 0 0,1 0 0 0 0,-1 0-1 0 0,1 0 1 0 0,0 0 0 0 0,0 0 0 0 0,0 1 0 0 0,1-1 0 0 0,1-3 0 0 0,-1 3-473 0 0,1 0 0 0 0,-1 0 1 0 0,1 0-1 0 0,-1 1 0 0 0,1-1 1 0 0,0 1-1 0 0,0 0 0 0 0,0 0 1 0 0,0 0-1 0 0,0 0 0 0 0,1 1 0 0 0,-1-1 1 0 0,1 1-1 0 0,-1 0 0 0 0,1 0 1 0 0,4-1-1 0 0,-2 1-73 0 0,-1 0-1 0 0,1 0 1 0 0,-1 1-1 0 0,0 0 1 0 0,8 0 0 0 0,-11 1-27 0 0,0-1 1 0 0,0 0 0 0 0,0 1 0 0 0,0-1 0 0 0,-1 1-1 0 0,1-1 1 0 0,0 1 0 0 0,-1 0 0 0 0,1 0 0 0 0,0-1-1 0 0,-1 1 1 0 0,1 0 0 0 0,-1 1 0 0 0,1-1 0 0 0,-1 0-1 0 0,0 0 1 0 0,0 1 0 0 0,1-1 0 0 0,-1 1 0 0 0,0-1-1 0 0,1 3 1 0 0,-1-2 0 0 0,0 1-1 0 0,0 0 1 0 0,0 1-1 0 0,-1-1 1 0 0,1 0-1 0 0,-1 0 1 0 0,0 0-1 0 0,1 0 1 0 0,-1 0-1 0 0,-1 0 1 0 0,1 1-1 0 0,0-1 1 0 0,-1 0-1 0 0,0 0 1 0 0,0 0-1 0 0,-2 6 1 0 0,-2 3 13 0 0,-1 1 1 0 0,-12 17-1 0 0,10-18-11 0 0,-20 23 17 0 0,22-29-9 0 0,2-1-1 0 0,-1 0 1 0 0,0 1-1 0 0,1 0 1 0 0,0 0-1 0 0,0 0 1 0 0,1 1-1 0 0,-4 9 1 0 0,8-15-6 0 0,4 7-3 0 0,-5-8-5 0 0,0 1 0 0 0,1 0 0 0 0,-1-1 1 0 0,1 1-1 0 0,-1-1 0 0 0,1 1 1 0 0,-1-1-1 0 0,1 1 0 0 0,-1-1 0 0 0,1 1 1 0 0,0-1-1 0 0,-1 1 0 0 0,1-1 1 0 0,0 0-1 0 0,-1 1 0 0 0,1-1 0 0 0,0 0 1 0 0,0 0-1 0 0,-1 0 0 0 0,1 1 0 0 0,0-1 1 0 0,1 0-1 0 0,6 2-2 0 0,6 4 6 0 0,0 2 0 0 0,-1 0-1 0 0,0 0 1 0 0,0 2 0 0 0,-1-1-1 0 0,19 20 1 0 0,-28-25 93 0 0,1 1 0 0 0,0-1-1 0 0,-1 1 1 0 0,0-1 0 0 0,0 1 0 0 0,-1 0 0 0 0,1 0-1 0 0,-1 1 1 0 0,0-1 0 0 0,0 0 0 0 0,-1 1 0 0 0,0-1-1 0 0,0 1 1 0 0,0 0 0 0 0,-1-1 0 0 0,1 1 0 0 0,-1 0-1 0 0,-1-1 1 0 0,1 1 0 0 0,-1-1 0 0 0,0 1 0 0 0,-2 7 0 0 0,0-5 36 0 0,-1 1 1 0 0,0 0-1 0 0,0-1 1 0 0,-1 1-1 0 0,0-1 1 0 0,-1-1-1 0 0,1 1 1 0 0,-1-1-1 0 0,-1 0 1 0 0,0 0-1 0 0,0 0 1 0 0,0-1-1 0 0,-1-1 1 0 0,1 1-1 0 0,-1-1 1 0 0,-1 0-1 0 0,-16 7 1 0 0,4-4-123 0 0,0 0 1 0 0,-1-1 0 0 0,0-2 0 0 0,0 0-1 0 0,-1-1 1 0 0,-32 1 0 0 0,48-4-496 0 0,1-2-1 0 0,-1 1 1 0 0,0-1 0 0 0,-8-1-1 0 0,12 1-191 0 0,0 1 0 0 0,0-1-1 0 0,0 0 1 0 0,0-1-1 0 0,0 1 1 0 0,0 0-1 0 0,1-1 1 0 0,-1 0 0 0 0,0 1-1 0 0,-3-4 1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9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58 1412 0 0,'0'-16'7071'0'0,"-7"-25"693"0"0,-15 49-7178 0 0,13-2-542 0 0,-1 0 1 0 0,1 0-1 0 0,0 1 1 0 0,1 0-1 0 0,0 0 1 0 0,0 1-1 0 0,0 0 1 0 0,1 0-1 0 0,1 1 1 0 0,-1 0-1 0 0,-8 17 1 0 0,12-20-39 0 0,0 0 0 0 0,0 1 0 0 0,1 0 0 0 0,0-1 0 0 0,0 1 0 0 0,1 0 0 0 0,-1 0 0 0 0,2 0 0 0 0,-1 0 0 0 0,1 0 0 0 0,0 0 0 0 0,0 0 0 0 0,1 0 0 0 0,0 0 0 0 0,0 0 0 0 0,1 0 0 0 0,0 0 1 0 0,0-1-1 0 0,4 9 0 0 0,4 2 132 0 0,0 0 0 0 0,2 0 1 0 0,0-1-1 0 0,1 0 1 0 0,0-1-1 0 0,19 15 1 0 0,18 22 338 0 0,-48-50-374 0 0,0 0 1 0 0,0 0 0 0 0,0 1-1 0 0,0-1 1 0 0,0 1 0 0 0,-1 0-1 0 0,1-1 1 0 0,-1 1 0 0 0,0 0-1 0 0,0 0 1 0 0,0 0-1 0 0,0 0 1 0 0,0 0 0 0 0,-1 0-1 0 0,1 0 1 0 0,-1 3 0 0 0,0-3-25 0 0,-1-1 0 0 0,1 1 1 0 0,-1-1-1 0 0,0 1 1 0 0,0-1-1 0 0,0 0 0 0 0,0 1 1 0 0,0-1-1 0 0,-1 0 1 0 0,1 0-1 0 0,-1 0 0 0 0,0 0 1 0 0,1 0-1 0 0,-1 0 0 0 0,0 0 1 0 0,0-1-1 0 0,0 1 1 0 0,0-1-1 0 0,-5 3 0 0 0,-5 4 77 0 0,0-2 0 0 0,0 1 0 0 0,-1-2 0 0 0,0 0 0 0 0,0 0-1 0 0,0-1 1 0 0,-1-1 0 0 0,1 0 0 0 0,-1-1 0 0 0,0 0 0 0 0,-22-1 0 0 0,34-1-132 0 0,0 0 1 0 0,0 0-1 0 0,0 0 1 0 0,0 0-1 0 0,0-1 1 0 0,0 1-1 0 0,0-1 1 0 0,0 1-1 0 0,0-1 1 0 0,0 0-1 0 0,1 0 1 0 0,-1 0-1 0 0,0 0 1 0 0,0 0-1 0 0,1 0 1 0 0,-1 0-1 0 0,0 0 1 0 0,1-1-1 0 0,-2-1 1 0 0,2 2-21 0 0,1 0 1 0 0,0 1-1 0 0,-1-1 1 0 0,1 0-1 0 0,0 0 1 0 0,0 0-1 0 0,-1 0 1 0 0,1 0-1 0 0,0 0 1 0 0,0 1-1 0 0,0-1 1 0 0,0 0-1 0 0,0 0 1 0 0,0 0-1 0 0,1 0 1 0 0,-1 0-1 0 0,0 0 1 0 0,0 0-1 0 0,0 1 1 0 0,1-1-1 0 0,0-2 1 0 0,10-18 6 0 0,-10 19-15 0 0,17-26 23 0 0,1 0 1 0 0,45-48 0 0 0,-41 51-2 0 0,-2 0 0 0 0,-1-2-1 0 0,20-33 1 0 0,-34 49-16 0 0,0 0 0 0 0,-1 0-1 0 0,0 0 1 0 0,-1-1 0 0 0,-1 0 0 0 0,0 0-1 0 0,3-19 1 0 0,-6 27-8 0 0,1 0 0 0 0,-1 0-1 0 0,-1 0 1 0 0,1-1 0 0 0,0 1 0 0 0,-1 1 0 0 0,0-1-1 0 0,0 0 1 0 0,0 0 0 0 0,-1 0 0 0 0,1 0 0 0 0,-1 1-1 0 0,0-1 1 0 0,0 1 0 0 0,0-1 0 0 0,0 1-1 0 0,-1 0 1 0 0,1-1 0 0 0,-1 1 0 0 0,0 1 0 0 0,0-1-1 0 0,0 0 1 0 0,0 1 0 0 0,0-1 0 0 0,-1 1 0 0 0,1 0-1 0 0,-5-2 1 0 0,-2 0-202 0 0,0 0 0 0 0,0 0 0 0 0,0 1 0 0 0,-1 0 0 0 0,1 1 0 0 0,-1 0-1 0 0,0 1 1 0 0,-11 0 0 0 0,16 1-431 0 0,0 0 0 0 0,0 1 0 0 0,0 0 1 0 0,0 0-1 0 0,0 0 0 0 0,-11 4 0 0 0,13-3-157 0 0,1-1-1 0 0,0 1 1 0 0,0 0 0 0 0,0 0 0 0 0,0 0 0 0 0,0 0 0 0 0,1 0 0 0 0,-1 0-1 0 0,1 1 1 0 0,-1 0 0 0 0,1-1 0 0 0,-3 6 0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9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29 1656 0 0,'-25'-23'14733'0'0,"25"23"-14680"0"0,0-1 0 0 0,-1 1 0 0 0,1-1 0 0 0,0 1-1 0 0,-1 0 1 0 0,1-1 0 0 0,-1 1 0 0 0,1-1 0 0 0,-1 1 0 0 0,1 0 0 0 0,-1 0 0 0 0,1-1 0 0 0,-1 1 0 0 0,1 0 0 0 0,-1 0 0 0 0,1 0 0 0 0,-1 0 0 0 0,1-1-1 0 0,-1 1 1 0 0,1 0 0 0 0,-1 0 0 0 0,1 0 0 0 0,-1 0 0 0 0,0 0 0 0 0,1 0 0 0 0,-1 0 0 0 0,1 1 0 0 0,-1-1 0 0 0,1 0 0 0 0,-1 0 0 0 0,1 0-1 0 0,-1 1 1 0 0,1-1 0 0 0,-1 0 0 0 0,1 0 0 0 0,-1 1 0 0 0,1-1 0 0 0,-1 0 0 0 0,1 1 0 0 0,0-1 0 0 0,-1 0 0 0 0,1 1 0 0 0,0-1 0 0 0,-1 1 0 0 0,0 0-1 0 0,-8 31-137 0 0,4-10 343 0 0,-43 101 122 0 0,23-62-669 0 0,-28 105 0 0 0,50-156-450 0 0,2 0-1 0 0,-2 21 1 0 0,3-28 118 0 0,0 1 1 0 0,0-1-1 0 0,0 0 1 0 0,0 0-1 0 0,1 0 1 0 0,0 1-1 0 0,-1-1 0 0 0,1 0 1 0 0,1 0-1 0 0,-1 0 1 0 0,0 0-1 0 0,1 0 1 0 0,3 5-1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19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26 161 2432 0 0,'54'-109'15903'0'0,"-56"111"-15747"0"0,0-1 0 0 0,1 1-1 0 0,-1 0 1 0 0,1 0 0 0 0,-1 0 0 0 0,1 0 0 0 0,-1 0 0 0 0,1 0-1 0 0,-2 5 1 0 0,3-6-50 0 0,-12 21 207 0 0,2-1-1 0 0,1 2 1 0 0,0-1-1 0 0,-10 48 1 0 0,18-65-297 0 0,0 1 1 0 0,0 0 0 0 0,1-1-1 0 0,0 1 1 0 0,0 0-1 0 0,0 0 1 0 0,1 0 0 0 0,0-1-1 0 0,0 1 1 0 0,0 0-1 0 0,1-1 1 0 0,0 1 0 0 0,0-1-1 0 0,0 0 1 0 0,1 0-1 0 0,0 0 1 0 0,0 0 0 0 0,0 0-1 0 0,0 0 1 0 0,1-1-1 0 0,0 1 1 0 0,0-1 0 0 0,0 0-1 0 0,0 0 1 0 0,1-1-1 0 0,7 6 1 0 0,-2-3 88 0 0,1-1-1 0 0,0 1 1 0 0,0-2 0 0 0,0 0-1 0 0,0 0 1 0 0,0-1 0 0 0,1 0-1 0 0,-1-1 1 0 0,1-1-1 0 0,0 1 1 0 0,0-2 0 0 0,0 0-1 0 0,-1 0 1 0 0,14-3 0 0 0,-18 2-13 0 0,0 0 1 0 0,0 0-1 0 0,0-1 1 0 0,-1 0 0 0 0,1-1-1 0 0,-1 1 1 0 0,0-1-1 0 0,1-1 1 0 0,-1 1 0 0 0,0-1-1 0 0,-1 0 1 0 0,1 0-1 0 0,-1-1 1 0 0,0 1 0 0 0,0-1-1 0 0,0-1 1 0 0,-1 1-1 0 0,1 0 1 0 0,-1-1-1 0 0,-1 0 1 0 0,1 0 0 0 0,-1 0-1 0 0,0-1 1 0 0,4-11-1 0 0,-6 11-71 0 0,1 1 0 0 0,-1 0 0 0 0,0-1 0 0 0,0 1 0 0 0,-1-1-1 0 0,0 1 1 0 0,0-1 0 0 0,0 1 0 0 0,-1-1 0 0 0,0 1 0 0 0,-1-1 0 0 0,1 1-1 0 0,-5-11 1 0 0,2 8 11 0 0,-1 0-1 0 0,0 1 0 0 0,0 0 1 0 0,-1-1-1 0 0,1 2 0 0 0,-2-1 1 0 0,1 1-1 0 0,-11-9 0 0 0,0 2-197 0 0,-1 1-1 0 0,0 1 1 0 0,0 0-1 0 0,-2 2 1 0 0,1 0-1 0 0,-1 1 1 0 0,-33-10-1 0 0,38 16-725 0 0,-1 0-1 0 0,-18-2 0 0 0,6 2-2860 0 0,-2-2-5208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722 65 2672 0 0,'-24'-30'8345'0'0,"-5"6"-3349"0"0,19 16-4218 0 0,9 7-579 0 0,-4 0 670 0 0,22 1-175 0 0,248 15 782 0 0,-16-2-1167 0 0,-243-13-307 0 0,-1 1 0 0 0,0-1 1 0 0,0 1-1 0 0,1 0 0 0 0,-1 1 0 0 0,0-1 1 0 0,0 1-1 0 0,-1 0 0 0 0,1 0 0 0 0,0 1 1 0 0,-1 0-1 0 0,1-1 0 0 0,-1 1 1 0 0,0 1-1 0 0,0-1 0 0 0,0 0 0 0 0,0 1 1 0 0,0 0-1 0 0,-1 0 0 0 0,0 0 0 0 0,0 1 1 0 0,0-1-1 0 0,0 1 0 0 0,-1-1 0 0 0,0 1 1 0 0,0 0-1 0 0,2 7 0 0 0,9 32 31 0 0,-2 0 1 0 0,-2 1-1 0 0,5 75 0 0 0,-8 141 409 0 0,-6-210-203 0 0,-21 622 896 0 0,-26-2-755 0 0,-44 286 611 0 0,-7 87 1304 0 0,45-306-1818 0 0,-20-38 2155 0 0,71-681-2334 0 0,-2 0-1 0 0,0-1 0 0 0,-1 1 0 0 0,0-1 0 0 0,-2 0 0 0 0,-10 21 1 0 0,13-31-232 0 0,-1-1 0 0 0,0 1 1 0 0,0-1-1 0 0,-1-1 0 0 0,0 1 1 0 0,0-1-1 0 0,0 0 0 0 0,-1 0 1 0 0,0 0-1 0 0,0-1 0 0 0,-1-1 1 0 0,1 1-1 0 0,-1-1 0 0 0,0 0 1 0 0,-14 5-1 0 0,-8-1-85 0 0,0-1-1 0 0,0-1 1 0 0,-1-1-1 0 0,-37 1 1 0 0,-128-8-2583 0 0,140 0 1309 0 0,16 1 306 0 0,-127-7-3125 0 0,137 5 589 0 0,-48-13 1 0 0,51 7-1913 0 0,3-4-2857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1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7 2652 0 0,'-120'-6'12759'0'0,"118"6"-12402"0"0,-1 0-68 0 0,-11 0-67 0 0,11 0 244 0 0,5 1-359 0 0,9 2-135 0 0,0 0 0 0 0,0 0 0 0 0,0-1 0 0 0,0 0-1 0 0,0-1 1 0 0,23 0 0 0 0,13 1-1078 0 0,-37-1 716 0 0,71 10-2734 0 0,-29 3-2317 0 0,-32-8 1251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1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0 1788 0 0,'-14'9'1152'0'0,"-43"28"3536"0"0,-55 46 0 0 0,91-57-3559 0 0,21-26-1115 0 0,0 0 1 0 0,-1 0 0 0 0,1 0 0 0 0,0 1-1 0 0,0-1 1 0 0,0 0 0 0 0,0 0 0 0 0,0 0 0 0 0,0 1-1 0 0,0-1 1 0 0,0 0 0 0 0,0 0 0 0 0,-1 1-1 0 0,1-1 1 0 0,0 0 0 0 0,0 0 0 0 0,0 0 0 0 0,0 1-1 0 0,0-1 1 0 0,0 0 0 0 0,1 0 0 0 0,-1 1-1 0 0,0-1 1 0 0,0 0 0 0 0,0 0 0 0 0,0 0 0 0 0,0 1-1 0 0,0-1 1 0 0,0 0 0 0 0,0 0 0 0 0,0 0-1 0 0,1 1 1 0 0,-1-1 0 0 0,0 0 0 0 0,0 0 0 0 0,0 0-1 0 0,1 1 1 0 0,10 4 285 0 0,8 0-122 0 0,6-4-131 0 0,-1-2-1 0 0,0-1 1 0 0,1-1 0 0 0,30-8-1 0 0,-39 8-138 0 0,158-36-2379 0 0,-61 7-2009 0 0,-32 7-790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2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1149 41 2416 0 0,'44'-20'12746'0'0,"-40"18"-11635"0"0,-3 2-1021 0 0,-1 0 1 0 0,0 0 0 0 0,0 0 0 0 0,1 0-1 0 0,-1 0 1 0 0,0 0 0 0 0,1 0 0 0 0,-1 0 0 0 0,0 0-1 0 0,0-1 1 0 0,1 1 0 0 0,-1 0 0 0 0,0 0-1 0 0,0 0 1 0 0,1 0 0 0 0,-1 0 0 0 0,1-1 272 0 0,-1 1-272 0 0,0-1-1 0 0,0 1 1 0 0,0 0 0 0 0,1 0 0 0 0,-1-1-1 0 0,0 1 1 0 0,0 0 0 0 0,0-1 0 0 0,-1 0-53 0 0,0 0 1 0 0,0-1-1 0 0,-1 1 1 0 0,1 0 0 0 0,-1 0-1 0 0,1 0 1 0 0,-1 0-1 0 0,1 0 1 0 0,-1 1-1 0 0,1-1 1 0 0,-1 0 0 0 0,0 1-1 0 0,1-1 1 0 0,-1 1-1 0 0,0 0 1 0 0,1-1-1 0 0,-1 1 1 0 0,0 0-1 0 0,0 0 1 0 0,-2 0 0 0 0,-38 3 131 0 0,39-2-169 0 0,-12 1 7 0 0,0 0-1 0 0,0 2 1 0 0,1 0-1 0 0,-1 1 0 0 0,1 0 1 0 0,0 1-1 0 0,0 0 1 0 0,0 1-1 0 0,1 1 1 0 0,-20 16-1 0 0,17-11-6 0 0,1 1 0 0 0,1 0-1 0 0,1 1 1 0 0,0 1-1 0 0,0 0 1 0 0,2 1 0 0 0,-12 22-1 0 0,6-5-4 0 0,2 1 0 0 0,0 0-1 0 0,-9 42 1 0 0,-16 107 19 0 0,-3 394 79 0 0,33-319 73 0 0,-74 607 1114 0 0,-39-3-923 0 0,71-508-233 0 0,-185 1068 1954 0 0,203-1244-1911 0 0,-70 434 252 0 0,100-580-390 0 0,-10 71 75 0 0,5 0 0 0 0,4 107 0 0 0,6-198-64 0 0,0 0-1 0 0,0-1 1 0 0,1 1 0 0 0,1 0-1 0 0,0-1 1 0 0,5 13 0 0 0,-6-21-24 0 0,0 0 0 0 0,1 1 0 0 0,-1-1 0 0 0,1 0 0 0 0,0 0 0 0 0,-1 0 0 0 0,2-1 0 0 0,-1 1 0 0 0,0-1 0 0 0,1 0 0 0 0,0 0 0 0 0,-1 0 0 0 0,1 0 0 0 0,1 0 0 0 0,-1-1 0 0 0,0 0 0 0 0,0 0 0 0 0,1 0 0 0 0,4 1 0 0 0,8 1-28 0 0,0 0 0 0 0,0-2 0 0 0,0 0 0 0 0,0-1-1 0 0,0-1 1 0 0,1 0 0 0 0,17-4 0 0 0,122-26-1342 0 0,-86 11-207 0 0,-1-3 0 0 0,-1-4 0 0 0,72-36 0 0 0,-76 28-3145 0 0,86-60 0 0 0,-78 41-1523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3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28 2592 0 0,'10'-27'13019'0'0,"-9"31"-12794"0"0,0 0-1 0 0,0 0 0 0 0,0 1 0 0 0,-1-1 1 0 0,1 0-1 0 0,-1 1 0 0 0,0-1 0 0 0,0 0 1 0 0,-2 6-1 0 0,-8 47 782 0 0,4-31-721 0 0,-32 145 538 0 0,-3 21-836 0 0,24-63-3627 0 0,17-93 801 0 0,2-12-2196 0 0,0-7-1002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3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26 3288 0 0,'26'-26'13332'0'0,"-38"42"-12414"0"0,-211 228 1329 0 0,70-80-2446 0 0,73-64-2369 0 0,65-78-1648 0 0,-13 29-1 0 0,19-35-1964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3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64 2752 0 0,'11'-11'7361'0'0,"3"-3"-3613"0"0,-8 9-3431 0 0,1 1 0 0 0,-1-1 0 0 0,1 2 1 0 0,0-1-1 0 0,0 1 0 0 0,0 0 0 0 0,0 0 0 0 0,9-2 1 0 0,-12 4-290 0 0,0 0-1 0 0,-1 1 1 0 0,1-1 0 0 0,0 1 0 0 0,0-1 0 0 0,0 1 0 0 0,0 0 0 0 0,0 1 0 0 0,0-1 0 0 0,0 1-1 0 0,0 0 1 0 0,0 0 0 0 0,0 0 0 0 0,0 0 0 0 0,-1 1 0 0 0,1-1 0 0 0,4 4 0 0 0,-6-4 3 0 0,0 0 0 0 0,-1 0 0 0 0,1 1 0 0 0,-1-1 0 0 0,1 1 1 0 0,-1 0-1 0 0,1-1 0 0 0,-1 1 0 0 0,0 0 0 0 0,0 0 0 0 0,0 0 1 0 0,0 0-1 0 0,0 0 0 0 0,-1 0 0 0 0,1 0 0 0 0,0 0 1 0 0,-1 0-1 0 0,1 4 0 0 0,-1-1 53 0 0,0 0 0 0 0,0-1 1 0 0,-1 1-1 0 0,0-1 0 0 0,0 1 0 0 0,0 0 1 0 0,0-1-1 0 0,-3 7 0 0 0,-1 0 118 0 0,-1 1 1 0 0,0-1-1 0 0,-1 0 0 0 0,0-1 1 0 0,-14 16-1 0 0,-114 120 1201 0 0,101-110-1205 0 0,33-36-196 0 0,1 1 0 0 0,0-1 0 0 0,0 0 0 0 0,0 0 0 0 0,-1 0 1 0 0,1 1-1 0 0,0-1 0 0 0,0 0 0 0 0,0 0 0 0 0,0 1 0 0 0,0-1 1 0 0,0 0-1 0 0,-1 1 0 0 0,1-1 0 0 0,0 0 0 0 0,0 0 0 0 0,0 1 1 0 0,0-1-1 0 0,0 0 0 0 0,0 1 0 0 0,0-1 0 0 0,0 0 0 0 0,0 1 1 0 0,0-1-1 0 0,0 0 0 0 0,0 0 0 0 0,1 1 0 0 0,-1-1 0 0 0,0 0 0 0 0,0 0 1 0 0,0 1-1 0 0,0-1 0 0 0,0 0 0 0 0,1 0 0 0 0,-1 1 0 0 0,0-1 1 0 0,0 0-1 0 0,0 0 0 0 0,1 1 0 0 0,-1-1 0 0 0,0 0 0 0 0,0 0 1 0 0,1 0-1 0 0,-1 0 0 0 0,0 1 0 0 0,0-1 0 0 0,1 0 0 0 0,-1 0 1 0 0,0 0-1 0 0,0 0 0 0 0,1 0 0 0 0,0 0 0 0 0,13 3 47 0 0,-14-3-47 0 0,19 1 15 0 0,1-2-1 0 0,-1 0 1 0 0,1-1-1 0 0,20-5 1 0 0,0 0-303 0 0,227-37-4381 0 0,-92 1-2841 0 0,-90 17 742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4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357 119 1160 0 0,'-2'-6'1296'0'0,"1"1"0"0"0,-2 0 1 0 0,1 0-1 0 0,0 0 0 0 0,-1 0 0 0 0,0 0 0 0 0,-4-4 0 0 0,-16-13 2501 0 0,22 22-3727 0 0,0-1-1 0 0,0 1 1 0 0,0-1 0 0 0,0 1-1 0 0,0-1 1 0 0,-1 1 0 0 0,1 0-1 0 0,0 0 1 0 0,0 0 0 0 0,0 0-1 0 0,-1 0 1 0 0,1 0 0 0 0,0 0-1 0 0,0 0 1 0 0,0 0 0 0 0,-1 0-1 0 0,1 1 1 0 0,-2 0 0 0 0,-21 9 540 0 0,17-7-358 0 0,-13 8-88 0 0,1 0 0 0 0,0 1 1 0 0,0 1-1 0 0,1 0 0 0 0,1 2 1 0 0,0 0-1 0 0,1 1 0 0 0,1 0 1 0 0,0 1-1 0 0,2 1 0 0 0,0 1 1 0 0,0 0-1 0 0,-12 28 0 0 0,22-40-147 0 0,0 0 0 0 0,0 0 0 0 0,1 0 0 0 0,0 1 0 0 0,1-1 0 0 0,0 0 0 0 0,0 1 0 0 0,0 0 0 0 0,1-1 0 0 0,0 1 0 0 0,1-1 1 0 0,-1 1-1 0 0,1-1 0 0 0,1 1 0 0 0,3 9 0 0 0,-3-12-7 0 0,0 1 1 0 0,0-1-1 0 0,1 0 1 0 0,0-1 0 0 0,0 1-1 0 0,1 0 1 0 0,-1-1-1 0 0,1 0 1 0 0,0 0 0 0 0,0 0-1 0 0,0 0 1 0 0,0 0-1 0 0,1-1 1 0 0,0 0 0 0 0,-1 0-1 0 0,1 0 1 0 0,0-1-1 0 0,1 0 1 0 0,-1 0 0 0 0,0 0-1 0 0,7 1 1 0 0,-3-1 4 0 0,0 0-1 0 0,0-1 1 0 0,0 0-1 0 0,0 0 1 0 0,0-1 0 0 0,0 0-1 0 0,0-1 1 0 0,0 0 0 0 0,0-1-1 0 0,0 0 1 0 0,0 0 0 0 0,0 0-1 0 0,-1-1 1 0 0,1-1 0 0 0,13-7-1 0 0,-13 6-1 0 0,0-1 0 0 0,0-1 0 0 0,-1 0 0 0 0,0 0 0 0 0,0-1 0 0 0,0 1 0 0 0,-1-2 0 0 0,0 1 0 0 0,-1-1 0 0 0,0 0 0 0 0,0 0 0 0 0,7-20 0 0 0,-4 7 10 0 0,-1 0 0 0 0,-1-1-1 0 0,-1 0 1 0 0,6-41 0 0 0,-11 52-23 0 0,0 1 1 0 0,-1-1 0 0 0,0 0-1 0 0,0 0 1 0 0,-1 1 0 0 0,-1-1-1 0 0,0 1 1 0 0,-1-1 0 0 0,0 1-1 0 0,0 0 1 0 0,-10-19 0 0 0,10 25-9 0 0,0 1 1 0 0,-1-1-1 0 0,0 0 1 0 0,0 1-1 0 0,0 0 1 0 0,-1 0-1 0 0,1 0 1 0 0,-1 1 0 0 0,0 0-1 0 0,0 0 1 0 0,0 0-1 0 0,-1 0 1 0 0,1 1-1 0 0,-1-1 1 0 0,1 2 0 0 0,-1-1-1 0 0,0 0 1 0 0,-6 0-1 0 0,8 2-181 0 0,0-1-1 0 0,0 0 1 0 0,0 1 0 0 0,1 0-1 0 0,-1 0 1 0 0,0 0-1 0 0,0 1 1 0 0,0-1 0 0 0,0 1-1 0 0,0 0 1 0 0,0 0-1 0 0,0 0 1 0 0,1 1 0 0 0,-1-1-1 0 0,1 1 1 0 0,-1 0-1 0 0,1 0 1 0 0,-1 0 0 0 0,1 0-1 0 0,0 1 1 0 0,0-1-1 0 0,0 1 1 0 0,0 0 0 0 0,1 0-1 0 0,-1 0 1 0 0,1 0-1 0 0,-4 7 1 0 0,5-8-252 0 0,0 0-1 0 0,0 0 0 0 0,1 0 1 0 0,-1 1-1 0 0,1-1 1 0 0,-1 0-1 0 0,1 0 1 0 0,0 1-1 0 0,0-1 1 0 0,0 0-1 0 0,0 0 1 0 0,0 1-1 0 0,0-1 1 0 0,1 0-1 0 0,-1 0 1 0 0,2 5-1 0 0,4 6-5046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4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51 2664 0 0,'22'-43'11517'0'0,"-22"43"-11480"0"0,0 0 1 0 0,0 0 0 0 0,0 0 0 0 0,0 0 0 0 0,0 0 0 0 0,1 0-1 0 0,-1-1 1 0 0,0 1 0 0 0,0 0 0 0 0,0 0 0 0 0,0 0-1 0 0,0 0 1 0 0,0-1 0 0 0,0 1 0 0 0,0 0 0 0 0,0 0-1 0 0,0 0 1 0 0,0 0 0 0 0,0-1 0 0 0,0 1 0 0 0,0 0 0 0 0,0 0-1 0 0,0 0 1 0 0,0-1 0 0 0,0 1 0 0 0,0 0 0 0 0,0 0-1 0 0,0 0 1 0 0,0 0 0 0 0,0-1 0 0 0,0 1 0 0 0,0 0 0 0 0,0 0-1 0 0,0 0 1 0 0,0 0 0 0 0,0-1 0 0 0,-1 1 0 0 0,1 0-1 0 0,0 0 1 0 0,0 0 0 0 0,0 0 0 0 0,0 0 0 0 0,0 0 0 0 0,0-1-1 0 0,-1 1 1 0 0,1 0 0 0 0,0 0 0 0 0,0 0 0 0 0,0 0-1 0 0,0 0 1 0 0,-1 0 0 0 0,1 0 0 0 0,-10 3 139 0 0,1 1-1 0 0,0 0 1 0 0,0 0 0 0 0,0 1 0 0 0,0 0-1 0 0,1 1 1 0 0,-1 0 0 0 0,-8 8 0 0 0,-63 66 543 0 0,56-55-586 0 0,5-5-39 0 0,1 0 0 0 0,2 1 0 0 0,-25 40 0 0 0,36-52-73 0 0,0-1-1 0 0,1 1 0 0 0,0 0 1 0 0,0 0-1 0 0,1 1 1 0 0,0-1-1 0 0,1 1 1 0 0,0-1-1 0 0,1 1 1 0 0,-1 0-1 0 0,2 0 1 0 0,0-1-1 0 0,1 16 0 0 0,0-19-7 0 0,1 0-1 0 0,0-1 0 0 0,0 1 0 0 0,1-1 1 0 0,-1 0-1 0 0,1 0 0 0 0,0 0 1 0 0,1 0-1 0 0,-1 0 0 0 0,1 0 0 0 0,0-1 1 0 0,0 0-1 0 0,0 0 0 0 0,1 0 0 0 0,-1 0 1 0 0,1-1-1 0 0,0 0 0 0 0,0 0 1 0 0,0 0-1 0 0,1 0 0 0 0,5 1 0 0 0,4 2 90 0 0,1-1-1 0 0,-1 0 0 0 0,1-1 1 0 0,0-1-1 0 0,0 0 0 0 0,24 0 1 0 0,-28-4 17 0 0,1 1 0 0 0,-1-1 1 0 0,1-1-1 0 0,-1-1 1 0 0,1 1-1 0 0,-1-2 0 0 0,0 0 1 0 0,0 0-1 0 0,-1-1 0 0 0,0 0 1 0 0,1-1-1 0 0,-2-1 1 0 0,1 0-1 0 0,-1 0 0 0 0,0-1 1 0 0,0 0-1 0 0,-1-1 1 0 0,9-9-1 0 0,-8 5-73 0 0,0 1 1 0 0,0-1-1 0 0,-1-1 1 0 0,-1 0-1 0 0,0 0 1 0 0,-1 0-1 0 0,-1-1 1 0 0,0 0-1 0 0,-1-1 0 0 0,0 1 1 0 0,-2-1-1 0 0,1 0 1 0 0,0-26-1 0 0,-3 34-32 0 0,-1 1 0 0 0,-1 0 0 0 0,1 0 0 0 0,-1 0 0 0 0,-1 0-1 0 0,1 0 1 0 0,-1 0 0 0 0,0 0 0 0 0,-1 0 0 0 0,0 1 0 0 0,0-1 0 0 0,0 1 0 0 0,-1 0-1 0 0,0 0 1 0 0,0 0 0 0 0,0 0 0 0 0,-10-9 0 0 0,8 10-248 0 0,-1 0 0 0 0,1 0 1 0 0,-1 0-1 0 0,0 1 0 0 0,0 0 1 0 0,-1 0-1 0 0,1 1 0 0 0,-1 0 0 0 0,0 1 1 0 0,1-1-1 0 0,-1 1 0 0 0,0 1 1 0 0,-1-1-1 0 0,1 2 0 0 0,-12-1 0 0 0,16 1-159 0 0,0 0-1 0 0,0 1 0 0 0,0-1 1 0 0,0 1-1 0 0,0 0 0 0 0,0 0 0 0 0,0 1 1 0 0,-5 1-1 0 0,7-2 1 0 0,1 0 0 0 0,-1 0 0 0 0,1 0 0 0 0,-1 0 0 0 0,1 0 0 0 0,-1 0 0 0 0,1 1 0 0 0,0-1 0 0 0,-1 0 0 0 0,1 1 0 0 0,0-1 0 0 0,-1 3 0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6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39 2336 0 0,'-4'-1'4319'0'0,"-44"2"5021"0"0,38 0-6778 0 0,35-1-2377 0 0,397-28 303 0 0,-396 25-371 0 0,17-1-2039 0 0,-18-1-3680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6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73 2156 0 0,'11'-19'5689'0'0,"19"-35"5984"0"0,-20 75-9364 0 0,-9 5-1293 0 0,-1 1 0 0 0,-1-1 1 0 0,-1 0-1 0 0,-9 43 1 0 0,6-34-532 0 0,-61 278 1625 0 0,52-253-1913 0 0,5-29-50 0 0,-2 18-3379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7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168 182 920 0 0,'-10'-46'12310'0'0,"0"21"-8854"0"0,10 23-2994 0 0,0 2-436 0 0,0 0 1 0 0,0-1 0 0 0,0 1-1 0 0,0 0 1 0 0,0 0 0 0 0,0-1-1 0 0,0 1 1 0 0,0 0 0 0 0,0-1-1 0 0,0 1 1 0 0,0 0 0 0 0,0 0-1 0 0,0-1 1 0 0,0 1 0 0 0,-1 0-1 0 0,1-1 1 0 0,0 1 0 0 0,0 0-1 0 0,0 0 1 0 0,0-1 0 0 0,0 1-1 0 0,-1 0 1 0 0,1 0 0 0 0,0 0-1 0 0,0-1 1 0 0,0 1 0 0 0,-1 0-1 0 0,1 0 1 0 0,0 0 0 0 0,0-1-1 0 0,-1 1 1 0 0,1 0 0 0 0,0 0-1 0 0,0 0 1 0 0,-1 0 0 0 0,1 0-1 0 0,0 0 1 0 0,-1 0 0 0 0,-12 6 321 0 0,-9 16 91 0 0,8-5-318 0 0,2 1 0 0 0,0 1 0 0 0,1 0 0 0 0,1 1-1 0 0,1 0 1 0 0,1 0 0 0 0,0 1 0 0 0,2 0 0 0 0,0 1 0 0 0,-3 30 0 0 0,8-46-108 0 0,1 0 1 0 0,0 0-1 0 0,0 0 1 0 0,1 0-1 0 0,-1-1 1 0 0,1 1 0 0 0,0 0-1 0 0,1 0 1 0 0,0-1-1 0 0,0 1 1 0 0,0-1-1 0 0,0 0 1 0 0,1 1 0 0 0,0-1-1 0 0,0 0 1 0 0,0 0-1 0 0,6 5 1 0 0,-4-5 1 0 0,1 0 0 0 0,-1 0-1 0 0,1 0 1 0 0,1-1 0 0 0,-1 0 0 0 0,1 0 0 0 0,0 0 0 0 0,-1-1 0 0 0,2 0-1 0 0,-1-1 1 0 0,0 1 0 0 0,14 1 0 0 0,-7-2 82 0 0,1 0 1 0 0,0-1-1 0 0,0-1 1 0 0,0 0-1 0 0,-1-1 1 0 0,1-1-1 0 0,0 0 1 0 0,-1-1-1 0 0,1-1 1 0 0,-1 0-1 0 0,0-1 1 0 0,0 0-1 0 0,0-1 1 0 0,-1-1-1 0 0,0 0 1 0 0,0-1-1 0 0,-1 0 0 0 0,16-14 1 0 0,-20 15-51 0 0,1-1 0 0 0,-2 0-1 0 0,1 0 1 0 0,-1 0 0 0 0,0-1 0 0 0,-1 0 0 0 0,0-1 0 0 0,-1 1-1 0 0,0-1 1 0 0,0 0 0 0 0,-1-1 0 0 0,0 1 0 0 0,-1-1 0 0 0,0 1-1 0 0,-1-1 1 0 0,0 0 0 0 0,0 0 0 0 0,-1 0 0 0 0,-1 0 0 0 0,0 0-1 0 0,-1-1 1 0 0,0 1 0 0 0,0 0 0 0 0,-1 0 0 0 0,-4-11 0 0 0,3 11-28 0 0,-1 1 1 0 0,-1 0 0 0 0,0 0-1 0 0,0 0 1 0 0,-1 0 0 0 0,0 1-1 0 0,-1 0 1 0 0,0 0 0 0 0,0 1-1 0 0,-1 0 1 0 0,0 0 0 0 0,-1 1-1 0 0,1 0 1 0 0,-2 0 0 0 0,1 1-1 0 0,0 0 1 0 0,-15-6 0 0 0,14 7-228 0 0,-1 1 0 0 0,-1 0 0 0 0,1 1-1 0 0,0 0 1 0 0,-1 0 0 0 0,0 2 0 0 0,1-1 0 0 0,-1 1 0 0 0,0 1 0 0 0,0 0 0 0 0,0 1 0 0 0,0 0 0 0 0,1 1 0 0 0,-1 0 0 0 0,1 0 0 0 0,-17 7 0 0 0,25-7-147 0 0,-1-1 0 0 0,0 1 0 0 0,1 1 1 0 0,-1-1-1 0 0,1 0 0 0 0,-1 1 0 0 0,1-1 0 0 0,-3 5 0 0 0,5-7 73 0 0,0 1-1 0 0,0 0 1 0 0,1 0 0 0 0,-1 0 0 0 0,0 0-1 0 0,1 0 1 0 0,-1 0 0 0 0,1 0-1 0 0,-1 0 1 0 0,1 0 0 0 0,-1 0-1 0 0,1 0 1 0 0,0 0 0 0 0,-1 0 0 0 0,1 0-1 0 0,0 0 1 0 0,0 0 0 0 0,0 0-1 0 0,0 0 1 0 0,0 0 0 0 0,0 1 0 0 0,0-1-1 0 0,0 0 1 0 0,1 0 0 0 0,-1 0-1 0 0,0 0 1 0 0,1 0 0 0 0,-1 0-1 0 0,0 0 1 0 0,1 0 0 0 0,-1 0 0 0 0,1 0-1 0 0,0 0 1 0 0,1 1 0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7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50 3104 0 0,'42'-50'17007'0'0,"-42"59"-16502"0"0,0-1-1 0 0,0 1 1 0 0,-1-1-1 0 0,0 1 1 0 0,0-1-1 0 0,-1 1 1 0 0,0-1-1 0 0,-5 12 1 0 0,1-3-89 0 0,-115 469 5994 0 0,113-445-6203 0 0,-10 38-90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8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58 106 1812 0 0,'0'0'1977'0'0,"-16"-3"3977"0"0,-17-6 3175 0 0,32 9-9105 0 0,1 0 0 0 0,-1 0 0 0 0,1 0 0 0 0,0 0 1 0 0,-1 0-1 0 0,1 0 0 0 0,-1-1 0 0 0,1 1 0 0 0,0 0 0 0 0,-1 0 1 0 0,1 0-1 0 0,0 0 0 0 0,-1-1 0 0 0,1 1 0 0 0,0 0 0 0 0,-1 0 1 0 0,1 0-1 0 0,0-1 0 0 0,-1 1 0 0 0,1 0 0 0 0,0-1 0 0 0,0 1 1 0 0,-1-1-1 0 0,18-7 17 0 0,1 0 0 0 0,-1 0 0 0 0,1 2 1 0 0,1 0-1 0 0,-1 2 0 0 0,31-5 0 0 0,-13 2-165 0 0,30-4-1793 0 0,-20 4-1150 0 0,-1-2-3460 0 0,-28 4 826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9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70 143 252 0 0,'-3'-42'11114'0'0,"7"5"-7533"0"0,-3 34-3513 0 0,0 1-1 0 0,0 0 1 0 0,0 0 0 0 0,0-1-1 0 0,1 1 1 0 0,-1 0-1 0 0,1 0 1 0 0,-1 0-1 0 0,1 0 1 0 0,0 1-1 0 0,0-1 1 0 0,0 0 0 0 0,3-1-1 0 0,27-15 261 0 0,-22 12-266 0 0,5-1 23 0 0,23 5 17 0 0,-36 2-99 0 0,0 0 0 0 0,0 0 0 0 0,1 0 0 0 0,-1 0 0 0 0,0 0 0 0 0,0 1 0 0 0,0-1 1 0 0,0 1-1 0 0,0 0 0 0 0,0-1 0 0 0,0 1 0 0 0,0 0 0 0 0,0 0 0 0 0,0 0 0 0 0,0 1 0 0 0,0-1 0 0 0,-1 0 0 0 0,1 1 0 0 0,-1-1 0 0 0,1 1 0 0 0,-1-1 0 0 0,1 1 0 0 0,1 3 0 0 0,-2-2 0 0 0,1 0 1 0 0,-2 0-1 0 0,1-1 0 0 0,0 1 0 0 0,-1 0 0 0 0,1 0 0 0 0,-1 0 0 0 0,0 0 0 0 0,0 0 1 0 0,0 0-1 0 0,0 0 0 0 0,-1 0 0 0 0,1 0 0 0 0,-1 0 0 0 0,1-1 0 0 0,-1 1 0 0 0,-2 3 1 0 0,-3 7 12 0 0,0 0 0 0 0,-1 0 0 0 0,-1-1 0 0 0,0 0 0 0 0,-19 21 1 0 0,-9 12-44 0 0,36-44 27 0 0,-1 0 1 0 0,0 0-1 0 0,0 0 0 0 0,1-1 1 0 0,-1 1-1 0 0,1 0 0 0 0,-1 0 0 0 0,1 0 1 0 0,-1 1-1 0 0,1-1 0 0 0,0 0 0 0 0,0 0 1 0 0,-1 0-1 0 0,1 0 0 0 0,0 0 1 0 0,0 0-1 0 0,0 0 0 0 0,0 0 0 0 0,0 1 1 0 0,0-1-1 0 0,0 0 0 0 0,1 0 0 0 0,-1 0 1 0 0,0 0-1 0 0,1 0 0 0 0,-1 0 0 0 0,0 0 1 0 0,1 0-1 0 0,0 0 0 0 0,-1 0 1 0 0,1 0-1 0 0,-1 0 0 0 0,3 1 0 0 0,0 1 3 0 0,0 0-1 0 0,1-1 1 0 0,-1 1-1 0 0,1-1 1 0 0,0 0-1 0 0,6 2 1 0 0,-2 0 0 0 0,21 13 94 0 0,-13-8-175 0 0,26 19 1 0 0,-38-24 231 0 0,1 0 0 0 0,-1 0 0 0 0,0 0 0 0 0,-1 0 0 0 0,1 0 0 0 0,-1 1 1 0 0,0 0-1 0 0,0 0 0 0 0,4 9 0 0 0,-6-12-73 0 0,-1 1 0 0 0,0-1 0 0 0,1 0 1 0 0,-1 0-1 0 0,0 1 0 0 0,0-1 0 0 0,-1 0 0 0 0,1 0 0 0 0,0 0 0 0 0,-1 1 1 0 0,1-1-1 0 0,-1 0 0 0 0,0 0 0 0 0,0 0 0 0 0,0 0 0 0 0,-1 2 0 0 0,-21 30 784 0 0,15-25-757 0 0,-1-1-1 0 0,1-1 1 0 0,-2 1-1 0 0,1-2 1 0 0,-1 1-1 0 0,0-1 1 0 0,0-1-1 0 0,-1 0 1 0 0,-18 7 0 0 0,0-3-394 0 0,0-1 0 0 0,-43 6 0 0 0,59-11-248 0 0,-6-3-7852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9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26 608 0 0,'46'-19'11041'0'0,"-26"12"-7921"0"0,-19 7-3026 0 0,-1 0 1 0 0,1 0 0 0 0,0 0 0 0 0,-1 0-1 0 0,1 0 1 0 0,-1 0 0 0 0,1 0-1 0 0,0 1 1 0 0,-1-1 0 0 0,1 0 0 0 0,0 0-1 0 0,-1 1 1 0 0,1-1 0 0 0,-1 0-1 0 0,1 0 1 0 0,-1 1 0 0 0,2 0 0 0 0,-4 3 176 0 0,1 1 1 0 0,-1 0-1 0 0,0 0 1 0 0,0-1-1 0 0,0 1 1 0 0,-1-1-1 0 0,1 0 1 0 0,-1 0-1 0 0,-4 6 1 0 0,-37 36 415 0 0,19-21-364 0 0,-49 52-195 0 0,-48 55 858 0 0,100-106-2213 0 0,2 1 0 0 0,1 1 0 0 0,-21 40 0 0 0,33-47-1812 0 0,6-8-2085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0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2940 0 0,'17'-15'4734'0'0,"15"-11"786"0"0,-25 21-5078 0 0,0 0-1 0 0,1 0 1 0 0,0 1-1 0 0,0 0 1 0 0,10-3-1 0 0,-13 5-354 0 0,0 0 0 0 0,1 0 0 0 0,-1 1 0 0 0,0 0-1 0 0,1 0 1 0 0,0 0 0 0 0,-1 1 0 0 0,1 0 0 0 0,-1 0-1 0 0,7 1 1 0 0,-10-1-11 0 0,0 0 1 0 0,0 0-1 0 0,0 1 0 0 0,-1-1 0 0 0,1 0 0 0 0,0 1 1 0 0,0-1-1 0 0,-1 1 0 0 0,1 0 0 0 0,0 0 0 0 0,-1-1 1 0 0,1 1-1 0 0,-1 0 0 0 0,1 0 0 0 0,-1 1 0 0 0,1-1 1 0 0,-1 0-1 0 0,0 0 0 0 0,0 1 0 0 0,1-1 1 0 0,-1 1-1 0 0,1 1 0 0 0,-1 0 24 0 0,0-1 0 0 0,0 1-1 0 0,-1 0 1 0 0,1 0 0 0 0,-1-1 0 0 0,0 1 0 0 0,1 0 0 0 0,-1 0 0 0 0,-1-1 0 0 0,1 1-1 0 0,0 0 1 0 0,-1-1 0 0 0,0 4 0 0 0,-2 5 221 0 0,-1 0 1 0 0,0-1-1 0 0,0 1 1 0 0,-1-1-1 0 0,-13 18 0 0 0,-54 61 1931 0 0,13-18-621 0 0,57-70-1552 0 0,-6 11 151 0 0,8-12-226 0 0,0 0 1 0 0,-1 0-1 0 0,1 1 0 0 0,0-1 0 0 0,0 0 1 0 0,0 0-1 0 0,0 1 0 0 0,0-1 1 0 0,0 0-1 0 0,0 0 0 0 0,0 1 1 0 0,0-1-1 0 0,0 0 0 0 0,0 0 1 0 0,0 0-1 0 0,0 1 0 0 0,1-1 0 0 0,-1 0 1 0 0,0 0-1 0 0,0 1 0 0 0,0-1 1 0 0,0 0-1 0 0,0 0 0 0 0,0 0 1 0 0,1 1-1 0 0,-1-1 0 0 0,0 0 0 0 0,0 0 1 0 0,0 0-1 0 0,0 0 0 0 0,1 0 1 0 0,-1 1-1 0 0,0-1 0 0 0,0 0 1 0 0,0 0-1 0 0,1 0 0 0 0,-1 0 0 0 0,0 0 1 0 0,0 0-1 0 0,1 0 0 0 0,-1 0 1 0 0,0 0-1 0 0,0 0 0 0 0,0 0 1 0 0,1 0-1 0 0,-1 0 0 0 0,0 0 0 0 0,0 0 1 0 0,1 0-1 0 0,-1 0 0 0 0,0 0 1 0 0,0 0-1 0 0,1 0 0 0 0,-1 0 1 0 0,0 0-1 0 0,0 0 0 0 0,0 0 0 0 0,1 0 1 0 0,-1-1-1 0 0,374-40-2 0 0,-195 18 40 0 0,-16 0-790 0 0,-161 22 41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0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48 1624 0 0,'4'-13'5886'0'0,"5"-22"3955"0"0,-8 37-9381 0 0,-1 18 305 0 0,0 1-1 0 0,-1-1 1 0 0,-1 0-1 0 0,-7 26 1 0 0,1 5-57 0 0,-38 291 1714 0 0,32-231-1629 0 0,14-110-719 0 0,-2 19 839 0 0,0-12-1302 0 0,3-21-4157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1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76 760 0 0,'12'-25'11380'0'0,"-12"24"-11291"0"0,0 1 1 0 0,0-1 0 0 0,0 1-1 0 0,0-1 1 0 0,0 1-1 0 0,0-1 1 0 0,0 1 0 0 0,0-1-1 0 0,0 0 1 0 0,0 1 0 0 0,0-1-1 0 0,0 1 1 0 0,-1-1-1 0 0,1 1 1 0 0,0-1 0 0 0,0 1-1 0 0,-1-1 1 0 0,1 1-1 0 0,0-1 1 0 0,-1 1 0 0 0,1-1-1 0 0,0 1 1 0 0,-1 0-1 0 0,1-1 1 0 0,-1 1 0 0 0,1 0-1 0 0,-1-1 1 0 0,1 1 0 0 0,-1 0-1 0 0,1-1 1 0 0,-1 1-1 0 0,1 0 1 0 0,-1 0 0 0 0,0-1-1 0 0,-1 1 18 0 0,0 0-1 0 0,0 1 1 0 0,0-1-1 0 0,0 0 1 0 0,0 1-1 0 0,1-1 1 0 0,-1 1-1 0 0,0-1 0 0 0,0 1 1 0 0,-3 2-1 0 0,-6 3 155 0 0,-1 2-1 0 0,-12 9 0 0 0,23-16-201 0 0,-26 20 125 0 0,0 2 0 0 0,2 0 0 0 0,0 2 0 0 0,2 1 0 0 0,1 0 0 0 0,1 2 0 0 0,1 0 0 0 0,-21 43 0 0 0,38-66-166 0 0,1 0 0 0 0,0 1 0 0 0,0-1 0 0 0,0 1 0 0 0,1 0 0 0 0,0-1 1 0 0,0 1-1 0 0,0 0 0 0 0,1 0 0 0 0,0 0 0 0 0,1 10 0 0 0,0-12-3 0 0,0 1 1 0 0,0-1-1 0 0,0 0 0 0 0,1 0 1 0 0,-1 0-1 0 0,1 0 0 0 0,0 0 1 0 0,1-1-1 0 0,-1 1 1 0 0,0-1-1 0 0,1 1 0 0 0,0-1 1 0 0,0 0-1 0 0,0 0 0 0 0,0 0 1 0 0,7 5-1 0 0,0-2 44 0 0,1 0-1 0 0,0-1 1 0 0,1 0-1 0 0,-1 0 1 0 0,1-1 0 0 0,0 0-1 0 0,0-1 1 0 0,0-1-1 0 0,0 0 1 0 0,0-1 0 0 0,0 0-1 0 0,1-1 1 0 0,-1 0-1 0 0,1-1 1 0 0,-1 0-1 0 0,0-1 1 0 0,0 0 0 0 0,0-1-1 0 0,0 0 1 0 0,0-1-1 0 0,-1-1 1 0 0,16-8 0 0 0,-16 8 39 0 0,-1-1 0 0 0,0 0 0 0 0,-1-1 0 0 0,1 0 1 0 0,-1-1-1 0 0,-1 0 0 0 0,1 0 0 0 0,-1 0 1 0 0,-1-1-1 0 0,11-16 0 0 0,-14 17-76 0 0,1-1 0 0 0,-1 0 0 0 0,0 0 0 0 0,-1 0 0 0 0,0 0 0 0 0,0 0 0 0 0,-1-1 1 0 0,-1 1-1 0 0,1-1 0 0 0,-1 1 0 0 0,-1-1 0 0 0,0 1 0 0 0,-2-19 0 0 0,0 15-12 0 0,-1-1 1 0 0,-1 1-1 0 0,1 0 1 0 0,-2 0-1 0 0,0 0 0 0 0,-1 1 1 0 0,0 0-1 0 0,-1 0 0 0 0,0 0 1 0 0,-1 1-1 0 0,0 0 1 0 0,-1 0-1 0 0,-11-11 0 0 0,12 15-83 0 0,-1-1 0 0 0,1 1 0 0 0,-1 1 0 0 0,0 0 0 0 0,-1 0 0 0 0,1 1-1 0 0,-1 0 1 0 0,0 0 0 0 0,0 1 0 0 0,-1 1 0 0 0,1 0 0 0 0,-1 0 0 0 0,0 1-1 0 0,0 0 1 0 0,0 1 0 0 0,-21 0 0 0 0,29 1-143 0 0,1 1 1 0 0,-1-1 0 0 0,0 0-1 0 0,1 1 1 0 0,-1-1-1 0 0,1 1 1 0 0,-1 0-1 0 0,1 0 1 0 0,-1 0 0 0 0,1 0-1 0 0,-1 0 1 0 0,1 1-1 0 0,0-1 1 0 0,0 1-1 0 0,0-1 1 0 0,0 1 0 0 0,0 0-1 0 0,0 0 1 0 0,0 0-1 0 0,0 0 1 0 0,1 0-1 0 0,-1 0 1 0 0,1 0 0 0 0,-2 4-1 0 0,3-5-222 0 0,0 1 0 0 0,1 0 0 0 0,-1-1-1 0 0,0 1 1 0 0,1 0 0 0 0,-1-1 0 0 0,1 1 0 0 0,0-1-1 0 0,0 1 1 0 0,-1-1 0 0 0,1 1 0 0 0,0-1 0 0 0,0 0-1 0 0,0 1 1 0 0,0-1 0 0 0,1 0 0 0 0,1 2 0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2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576 89 444 0 0,'2'-45'12222'0'0,"0"5"-6160"0"0,-3 40-6038 0 0,1-1 1 0 0,-1 1-1 0 0,1 0 0 0 0,-1-1 1 0 0,1 1-1 0 0,-1 0 1 0 0,1 0-1 0 0,-1 0 0 0 0,1-1 1 0 0,-1 1-1 0 0,0 0 1 0 0,1 0-1 0 0,-1 0 0 0 0,1 0 1 0 0,-1 0-1 0 0,0 0 1 0 0,1 0-1 0 0,-1 0 0 0 0,1 0 1 0 0,-1 0-1 0 0,0 0 1 0 0,1 0-1 0 0,-1 1 0 0 0,1-1 1 0 0,-1 0-1 0 0,1 0 1 0 0,-2 1-1 0 0,-16 5 216 0 0,18-6-238 0 0,-27 13 246 0 0,1 2-1 0 0,0 0 1 0 0,2 2-1 0 0,-1 0 1 0 0,-25 26-1 0 0,26-23-74 0 0,-15 13 84 0 0,-38 40 0 0 0,64-58-206 0 0,0 1 0 0 0,0 0 0 0 0,1 0 0 0 0,1 2 0 0 0,-15 30 0 0 0,24-43-32 0 0,0-1 1 0 0,1 1 0 0 0,-1 0-1 0 0,1-1 1 0 0,0 1-1 0 0,0 0 1 0 0,0 0 0 0 0,1 0-1 0 0,0 0 1 0 0,0 0 0 0 0,0 0-1 0 0,1-1 1 0 0,-1 1-1 0 0,1 0 1 0 0,2 8 0 0 0,-1-9 38 0 0,0 0 1 0 0,0 0 0 0 0,1-1-1 0 0,-1 1 1 0 0,1 0 0 0 0,-1-1 0 0 0,1 0-1 0 0,0 0 1 0 0,0 0 0 0 0,1 0-1 0 0,-1 0 1 0 0,1 0 0 0 0,-1-1 0 0 0,1 0-1 0 0,0 0 1 0 0,0 0 0 0 0,7 3-1 0 0,-1-2 201 0 0,0 0-1 0 0,0 0 0 0 0,1-1 1 0 0,-1-1-1 0 0,0 0 0 0 0,1 0 1 0 0,-1-1-1 0 0,1 0 0 0 0,-1 0 0 0 0,0-2 1 0 0,1 1-1 0 0,-1-1 0 0 0,0-1 1 0 0,0 0-1 0 0,12-5 0 0 0,-9 3-27 0 0,1-2 0 0 0,-2 0 0 0 0,1 0 0 0 0,-1-2-1 0 0,0 1 1 0 0,0-1 0 0 0,-1-1 0 0 0,-1 0 0 0 0,0-1 0 0 0,13-16 0 0 0,-16 17-188 0 0,0 0 1 0 0,-1 0 0 0 0,0 0-1 0 0,0-1 1 0 0,-1 0 0 0 0,-1 0-1 0 0,0-1 1 0 0,0 1 0 0 0,-1-1 0 0 0,-1 0-1 0 0,0 0 1 0 0,1-18 0 0 0,-4 21-138 0 0,1 0 0 0 0,-1 0 1 0 0,-1 0-1 0 0,1 0 0 0 0,-2 0 0 0 0,1 0 1 0 0,-1 1-1 0 0,0-1 0 0 0,-1 1 1 0 0,0 0-1 0 0,-1 0 0 0 0,1 0 1 0 0,-1 1-1 0 0,-1 0 0 0 0,1-1 0 0 0,-1 2 1 0 0,-1-1-1 0 0,-7-6 0 0 0,3 4-506 0 0,-1 1 0 0 0,0 0 0 0 0,0 0 0 0 0,-1 2 0 0 0,0-1 0 0 0,0 1 0 0 0,0 1 0 0 0,-1 1 0 0 0,0 0 0 0 0,0 0 0 0 0,0 1 0 0 0,-21-1 0 0 0,-15 2-2932 0 0,1 2 0 0 0,-63 7 0 0 0,91-5 2063 0 0,-53 4-5223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2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2196 0 0,'7'-8'11267'0'0,"12"-2"-6266"0"0,6 5-3510 0 0,31 4-2384 0 0,-37 1 1411 0 0,56-1-471 0 0,18 0-82 0 0,-36 3-2792 0 0,-39 2 145 0 0,2 1-4508 0 0,-6-3 2701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3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49 2496 0 0,'1'-21'14397'0'0,"2"14"-13988"0"0,7 3-363 0 0,0 0 0 0 0,1 1 0 0 0,0 0 1 0 0,0 1-1 0 0,-1 0 0 0 0,1 0 1 0 0,0 2-1 0 0,1-1 0 0 0,-1 1 0 0 0,0 1 1 0 0,0 0-1 0 0,0 0 0 0 0,0 1 1 0 0,-1 1-1 0 0,1-1 0 0 0,0 2 1 0 0,-1 0-1 0 0,0 0 0 0 0,0 1 0 0 0,13 7 1 0 0,-20-10-47 0 0,-1 0 1 0 0,1 0 0 0 0,0 1-1 0 0,-1-1 1 0 0,1 0-1 0 0,-1 1 1 0 0,0 0 0 0 0,0-1-1 0 0,0 1 1 0 0,0 0-1 0 0,0 0 1 0 0,-1 0 0 0 0,1 1-1 0 0,-1-1 1 0 0,0 0-1 0 0,2 7 1 0 0,-3-5 15 0 0,0 0 0 0 0,1 0 0 0 0,-2-1 1 0 0,1 1-1 0 0,-1 0 0 0 0,1 0 0 0 0,-1 0 0 0 0,0 0 0 0 0,-1-1 0 0 0,-3 9 1 0 0,-2 2 122 0 0,-1-1 0 0 0,-1 0 1 0 0,0 0-1 0 0,-1-1 0 0 0,0 0 1 0 0,-12 11-1 0 0,-28 22 644 0 0,-2-2-1 0 0,-94 60 0 0 0,103-73-486 0 0,-4 2 99 0 0,46-32-332 0 0,6 2 80 0 0,-5-3-137 0 0,0 1-1 0 0,1-1 0 0 0,-1 1 0 0 0,0-1 0 0 0,0 0 0 0 0,0 0 1 0 0,1 1-1 0 0,-1-1 0 0 0,0 0 0 0 0,1 1 0 0 0,-1-1 0 0 0,0 0 1 0 0,1 0-1 0 0,-1 0 0 0 0,0 1 0 0 0,1-1 0 0 0,-1 0 0 0 0,0 0 1 0 0,1 0-1 0 0,-1 0 0 0 0,0 0 0 0 0,1 1 0 0 0,-1-1 0 0 0,1 0 1 0 0,-1 0-1 0 0,0 0 0 0 0,1 0 0 0 0,-1 0 0 0 0,1 0 0 0 0,-1-1 1 0 0,1 1-1 0 0,270-20 461 0 0,-72 1-297 0 0,-118 11-54 0 0,-79 8-124 0 0,1-1 8 0 0,0 1 196 0 0,18-1-2845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4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146 129 1824 0 0,'0'0'5217'0'0,"-2"0"-4726"0"0,0 1 1 0 0,0-1-1 0 0,0 0 0 0 0,0 1 1 0 0,0-1-1 0 0,0 1 1 0 0,0 0-1 0 0,-2 1 1 0 0,-27 39 1340 0 0,11-17-1044 0 0,-26 46 1 0 0,42-63-709 0 0,0 1 1 0 0,0 0 0 0 0,1 0-1 0 0,0 0 1 0 0,0 0-1 0 0,1 1 1 0 0,0-1 0 0 0,1 1-1 0 0,0-1 1 0 0,0 18-1 0 0,1-23-28 0 0,0 0-1 0 0,1 0 0 0 0,-1 0 0 0 0,1 0 0 0 0,0-1 0 0 0,0 1 0 0 0,0 0 0 0 0,0 0 0 0 0,1 0 0 0 0,-1-1 0 0 0,1 1 0 0 0,0-1 0 0 0,-1 1 0 0 0,5 3 0 0 0,-2-2-1 0 0,1 0-1 0 0,-1-1 0 0 0,1 1 0 0 0,0-1 0 0 0,0 0 0 0 0,0-1 0 0 0,8 4 0 0 0,3-1 18 0 0,1 0 0 0 0,0-1 0 0 0,1-1-1 0 0,19 2 1 0 0,-17-3 36 0 0,1-2 0 0 0,0 0-1 0 0,-1-1 1 0 0,1-1 0 0 0,-1 0-1 0 0,1-2 1 0 0,-1-1 0 0 0,0 0-1 0 0,0-2 1 0 0,19-8 0 0 0,-30 10-15 0 0,0 1 0 0 0,-1-1 0 0 0,0-1 0 0 0,0 1 0 0 0,0-1 0 0 0,-1-1 0 0 0,0 1 0 0 0,0-1 0 0 0,-1-1 0 0 0,7-8 0 0 0,-9 9-54 0 0,0 0 1 0 0,0 0-1 0 0,-1 0 1 0 0,0-1-1 0 0,-1 1 1 0 0,0-1-1 0 0,0 0 1 0 0,0 1-1 0 0,-1-1 1 0 0,0 0-1 0 0,0 0 1 0 0,-1 0-1 0 0,-2-15 0 0 0,1 10-17 0 0,-2 0 0 0 0,0 1 0 0 0,0-1 0 0 0,-2 1-1 0 0,1 0 1 0 0,-1 0 0 0 0,-1 0 0 0 0,0 0-1 0 0,-1 1 1 0 0,0 0 0 0 0,0 1 0 0 0,-2-1-1 0 0,-12-12 1 0 0,15 17-88 0 0,0 0 0 0 0,0 1 0 0 0,0 0 0 0 0,-1 0 0 0 0,1 1 0 0 0,-1-1 0 0 0,0 2 0 0 0,-1-1 0 0 0,1 1 0 0 0,-1 0 1 0 0,1 0-1 0 0,-1 1 0 0 0,0 0 0 0 0,0 0 0 0 0,0 1 0 0 0,0 0 0 0 0,0 1 0 0 0,0-1 0 0 0,0 2 0 0 0,-1-1 0 0 0,1 1 0 0 0,-12 3 0 0 0,17-3-135 0 0,1-1 1 0 0,-1 1-1 0 0,1 1 0 0 0,-1-1 1 0 0,1 0-1 0 0,0 1 0 0 0,-1-1 1 0 0,1 1-1 0 0,0-1 0 0 0,0 1 0 0 0,0 0 1 0 0,0 0-1 0 0,0 0 0 0 0,-2 4 1 0 0,3-4-87 0 0,0-1 1 0 0,0 0-1 0 0,1 1 1 0 0,-1-1-1 0 0,1 1 1 0 0,-1-1-1 0 0,1 1 0 0 0,0-1 1 0 0,-1 1-1 0 0,1-1 1 0 0,0 1-1 0 0,0 0 1 0 0,0-1-1 0 0,0 1 1 0 0,0-1-1 0 0,1 1 1 0 0,-1-1-1 0 0,0 1 1 0 0,1-1-1 0 0,-1 1 0 0 0,1-1 1 0 0,-1 1-1 0 0,1-1 1 0 0,0 0-1 0 0,0 1 1 0 0,0-1-1 0 0,1 2 1 0 0,9 9-4492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5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35 108 0 0,'63'-34'12438'0'0,"-89"63"-10007"0"0,2-8-1609 0 0,-26 21 123 0 0,1 3 1 0 0,-66 79-1 0 0,109-117-917 0 0,1 0 0 0 0,1 0 0 0 0,-1 0 1 0 0,1 1-1 0 0,0-1 0 0 0,1 1 0 0 0,0 0 0 0 0,-3 12 0 0 0,5-17-2 0 0,1 0-1 0 0,-1 0 0 0 0,1 0 1 0 0,0-1-1 0 0,0 1 0 0 0,0 0 1 0 0,1 0-1 0 0,-1 0 0 0 0,1 0 1 0 0,-1 0-1 0 0,1-1 0 0 0,0 1 1 0 0,0 0-1 0 0,0-1 0 0 0,0 1 1 0 0,1-1-1 0 0,-1 1 0 0 0,1-1 1 0 0,-1 1-1 0 0,1-1 0 0 0,0 0 1 0 0,0 0-1 0 0,0 0 0 0 0,0 0 1 0 0,0 0-1 0 0,1 0 0 0 0,-1-1 1 0 0,3 2-1 0 0,3 1 81 0 0,0 0-1 0 0,1-1 1 0 0,-1 0-1 0 0,1 0 1 0 0,-1-1 0 0 0,1 0-1 0 0,0 0 1 0 0,0-1-1 0 0,-1-1 1 0 0,1 1 0 0 0,0-1-1 0 0,11-2 1 0 0,1 0 417 0 0,1-2 0 0 0,-1 0 0 0 0,39-14-1 0 0,-48 14-386 0 0,0-2 0 0 0,-1 1-1 0 0,0-1 1 0 0,0-1-1 0 0,0 0 1 0 0,0-1-1 0 0,-1 0 1 0 0,-1 0-1 0 0,1-1 1 0 0,-2 0 0 0 0,1-1-1 0 0,-1 0 1 0 0,0 0-1 0 0,-1-1 1 0 0,-1 0-1 0 0,1 0 1 0 0,-2-1 0 0 0,0 1-1 0 0,0-1 1 0 0,-1-1-1 0 0,4-15 1 0 0,-7 24-133 0 0,-1 0 1 0 0,1-1 0 0 0,-1 1-1 0 0,0 0 1 0 0,0 0-1 0 0,0 0 1 0 0,0 0 0 0 0,-1 0-1 0 0,1 0 1 0 0,-1 0-1 0 0,0 0 1 0 0,-1 0 0 0 0,1 0-1 0 0,-1 1 1 0 0,1-1 0 0 0,-1 0-1 0 0,-3-3 1 0 0,2 3-22 0 0,-1-1 1 0 0,0 1-1 0 0,0 0 1 0 0,-1 0-1 0 0,1 0 1 0 0,-1 0-1 0 0,0 1 1 0 0,0 0-1 0 0,0 0 0 0 0,-10-4 1 0 0,3 3-601 0 0,-1-1 0 0 0,0 2-1 0 0,0 0 1 0 0,0 0 0 0 0,-1 1 0 0 0,1 1-1 0 0,0 0 1 0 0,-1 1 0 0 0,-21 3 0 0 0,25-1-1274 0 0,0 0 0 0 0,0 1 0 0 0,-11 4 0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5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652 73 2676 0 0,'4'-2'656'0'0,"0"0"-1"0"0,0 0 0 0 0,-1-1 1 0 0,1 0-1 0 0,-1 0 0 0 0,1 0 0 0 0,-1 0 1 0 0,0 0-1 0 0,0-1 0 0 0,0 1 1 0 0,-1-1-1 0 0,1 0 0 0 0,-1 1 1 0 0,0-1-1 0 0,0 0 0 0 0,1-5 1 0 0,-3 8-622 0 0,0 1 0 0 0,0-1 1 0 0,0 1-1 0 0,0 0 1 0 0,0-1-1 0 0,0 1 1 0 0,0-1-1 0 0,-1 1 1 0 0,1-1-1 0 0,0 1 1 0 0,0 0-1 0 0,0-1 0 0 0,-1 1 1 0 0,1-1-1 0 0,0 1 1 0 0,-1 0-1 0 0,1-1 1 0 0,0 1-1 0 0,0 0 1 0 0,-1-1-1 0 0,1 1 0 0 0,-1 0 1 0 0,1 0-1 0 0,0-1 1 0 0,-1 1-1 0 0,1 0 1 0 0,-1 0-1 0 0,1 0 1 0 0,-1-1-1 0 0,-17-1 492 0 0,2 5-415 0 0,0 2 1 0 0,1-1-1 0 0,-1 2 0 0 0,1 0 0 0 0,0 1 1 0 0,1 1-1 0 0,0 0 0 0 0,-15 11 1 0 0,-16 13 151 0 0,-43 42 0 0 0,55-44-102 0 0,2 0 1 0 0,-28 38 0 0 0,48-55-108 0 0,1 0 1 0 0,1 1-1 0 0,1 0 0 0 0,0 1 0 0 0,0 0 0 0 0,2 0 1 0 0,0 0-1 0 0,-7 26 0 0 0,12-36 35 0 0,1 0 1 0 0,-1 0-1 0 0,1-1 0 0 0,0 1 1 0 0,0 0-1 0 0,0 0 0 0 0,1 0 1 0 0,-1 0-1 0 0,1 0 0 0 0,0-1 0 0 0,1 1 1 0 0,-1 0-1 0 0,1-1 0 0 0,0 1 1 0 0,5 7-1 0 0,-3-6 23 0 0,1 0 0 0 0,-1 0 0 0 0,1-1 0 0 0,1 1 0 0 0,-1-1 0 0 0,1-1 0 0 0,0 1 0 0 0,0-1 0 0 0,11 6 0 0 0,-4-3 204 0 0,0-1 1 0 0,1-1-1 0 0,0 0 1 0 0,0-1-1 0 0,0 0 1 0 0,0-1-1 0 0,0-1 1 0 0,1 0-1 0 0,-1-1 1 0 0,18-1 0 0 0,-20-1-133 0 0,0-1 0 0 0,0-1 0 0 0,-1 0 0 0 0,1 0 0 0 0,-1-1 0 0 0,1 0 1 0 0,-1-1-1 0 0,-1-1 0 0 0,1 1 0 0 0,-1-2 0 0 0,0 1 0 0 0,0-2 1 0 0,-1 1-1 0 0,0-1 0 0 0,0 0 0 0 0,-1-1 0 0 0,0 0 0 0 0,-1-1 0 0 0,9-13 1 0 0,-8 11-174 0 0,-1-1 0 0 0,0 0 1 0 0,-1 0-1 0 0,0-1 0 0 0,-1 0 1 0 0,-1 0-1 0 0,0 0 0 0 0,-1-1 1 0 0,0 1-1 0 0,-1-1 0 0 0,-1 0 1 0 0,-1 0-1 0 0,0 1 0 0 0,0-1 1 0 0,-5-22-1 0 0,3 26-49 0 0,-1 0 1 0 0,-1 0 0 0 0,0 0-1 0 0,0 0 1 0 0,-1 1-1 0 0,0-1 1 0 0,-1 1-1 0 0,0 1 1 0 0,0-1-1 0 0,-1 1 1 0 0,-13-13-1 0 0,8 11-317 0 0,0 0 0 0 0,-1 2 0 0 0,0-1 0 0 0,0 2 0 0 0,-1-1 0 0 0,0 2 0 0 0,-26-10 0 0 0,13 8-661 0 0,0 1 1 0 0,-1 1-1 0 0,0 2 1 0 0,-1 0-1 0 0,1 2 1 0 0,-1 2-1 0 0,1 0 1 0 0,-1 2-1 0 0,-30 4 1 0 0,-62 13-5511 0 0,54-7 1129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28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374 126 1920 0 0,'-1'-3'2584'0'0,"-5"-46"8491"0"0,6 47-10470 0 0,-1-1 41 0 0,1 3-627 0 0,0-1 1 0 0,0 1 0 0 0,0 0-1 0 0,0 0 1 0 0,0 0 0 0 0,0-1 0 0 0,0 1-1 0 0,0 0 1 0 0,0 0 0 0 0,0 0-1 0 0,0-1 1 0 0,0 1 0 0 0,0 0 0 0 0,0 0-1 0 0,-1 0 1 0 0,1 0 0 0 0,0-1-1 0 0,0 1 1 0 0,0 0 0 0 0,0 0 0 0 0,0 0-1 0 0,0 0 1 0 0,0-1 0 0 0,-1 1-1 0 0,1 0 1 0 0,0 0 0 0 0,0 0-1 0 0,0 0 1 0 0,0 0 0 0 0,-1-1 0 0 0,1 1-1 0 0,0 0 1 0 0,0 0 0 0 0,0 0-1 0 0,0 0 1 0 0,-1 0 0 0 0,1 0 0 0 0,0 0-1 0 0,0 0 1 0 0,0 0 0 0 0,-1 0-1 0 0,1 0 1 0 0,0 0 0 0 0,0 0 0 0 0,-1 0-1 0 0,-8 4 88 0 0,0 0 0 0 0,0 1 0 0 0,0 1-1 0 0,1-1 1 0 0,-1 1 0 0 0,-9 10 0 0 0,-46 48 356 0 0,40-39-336 0 0,-10 11 56 0 0,-47 64 1 0 0,67-80-147 0 0,2 0 0 0 0,0 0 1 0 0,1 1-1 0 0,1 0 1 0 0,-11 37-1 0 0,20-54-9 0 0,0 1-1 0 0,0-1 1 0 0,0 1-1 0 0,0 0 1 0 0,1-1 0 0 0,0 1-1 0 0,0 0 1 0 0,0-1-1 0 0,0 1 1 0 0,1 0 0 0 0,0-1-1 0 0,0 1 1 0 0,0-1-1 0 0,0 1 1 0 0,1-1 0 0 0,4 9-1 0 0,-3-8 24 0 0,1 0 0 0 0,0 0 0 0 0,0 0 0 0 0,0 0 0 0 0,1-1 0 0 0,0 0 0 0 0,0 0 0 0 0,0 0 0 0 0,0 0 0 0 0,0-1 0 0 0,8 4 0 0 0,2-1 153 0 0,1 0 0 0 0,-1 0 0 0 0,1-2 0 0 0,1 0 0 0 0,-1 0 0 0 0,1-2-1 0 0,-1 0 1 0 0,28-1 0 0 0,-27-2 11 0 0,0 0-1 0 0,-1-1 0 0 0,1-1 0 0 0,-1-1 0 0 0,0 0 1 0 0,0-1-1 0 0,0-1 0 0 0,0 0 0 0 0,-1-2 0 0 0,0 1 1 0 0,27-20-1 0 0,-31 19-170 0 0,-1-1 0 0 0,0-1 0 0 0,0 1 0 0 0,-1-2 1 0 0,0 1-1 0 0,0-1 0 0 0,-1-1 0 0 0,-1 1 0 0 0,0-1 1 0 0,-1 0-1 0 0,0-1 0 0 0,-1 0 0 0 0,0 0 0 0 0,6-27 0 0 0,-9 29-14 0 0,-1 1 0 0 0,0-1-1 0 0,0-1 1 0 0,-1 1 0 0 0,0 0-1 0 0,-1 0 1 0 0,0 0 0 0 0,-1 0-1 0 0,0 1 1 0 0,-1-1 0 0 0,0 0-1 0 0,-8-15 1 0 0,4 12-149 0 0,0 1 0 0 0,-1 1 0 0 0,0-1 0 0 0,-1 1 0 0 0,-1 1 0 0 0,1 0 0 0 0,-2 0 0 0 0,-18-14 0 0 0,9 10-712 0 0,-2 0 0 0 0,1 2-1 0 0,-2 0 1 0 0,1 2 0 0 0,-2 0-1 0 0,1 2 1 0 0,-1 1 0 0 0,-1 0-1 0 0,0 2 1 0 0,-41-5 0 0 0,39 9-2570 0 0,-35 2 1 0 0,13 2-3380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5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15 1376 0 0,'-12'-15'19161'0'0,"10"66"-16488"0"0,-13 72 1 0 0,-20 71-2453 0 0,11-70 335 0 0,22-113-616 0 0,-8 61-1092 0 0,9-66 413 0 0,1 1 1 0 0,0 0-1 0 0,0 0 0 0 0,0-1 1 0 0,1 1-1 0 0,0 0 0 0 0,4 12 1 0 0,1-9-2823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7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888 119 1084 0 0,'-23'-21'9210'0'0,"-6"-20"-2359"0"0,11 13-3605 0 0,17 27-2866 0 0,-1-2-71 0 0,0 1 0 0 0,0-1 1 0 0,0 0-1 0 0,1 1 0 0 0,-1-1 1 0 0,1 0-1 0 0,-2-4 0 0 0,26 6-288 0 0,1 1 0 0 0,33 4 0 0 0,6 0 5 0 0,93 3 0 0 0,54 1-59 0 0,-208-8 29 0 0,0 1-1 0 0,1-1 0 0 0,-1 1 1 0 0,0-1-1 0 0,0 1 0 0 0,0 0 0 0 0,1 0 1 0 0,-1 0-1 0 0,0 0 0 0 0,0 0 0 0 0,0 0 1 0 0,0 0-1 0 0,0 1 0 0 0,-1-1 1 0 0,1 1-1 0 0,0 0 0 0 0,-1-1 0 0 0,1 1 1 0 0,-1 0-1 0 0,1 0 0 0 0,-1 0 0 0 0,0 0 1 0 0,0 0-1 0 0,2 3 0 0 0,1 6 32 0 0,0 0-1 0 0,0 0 1 0 0,3 18-1 0 0,-6-23-14 0 0,10 52 32 0 0,-2 0 1 0 0,0 67 0 0 0,-10 120 900 0 0,-46 386 2217 0 0,-32-3-1998 0 0,70-557-1168 0 0,-135 855 961 0 0,71-477-461 0 0,-130 776 191 0 0,154-881-708 0 0,-4 21 48 0 0,41-302 697 0 0,-33 98 0 0 0,42-152-706 0 0,0 0 0 0 0,0-1 0 0 0,-2 0 0 0 0,1 0 0 0 0,-1 0-1 0 0,0 0 1 0 0,0 0 0 0 0,-1-1 0 0 0,0 0 0 0 0,0-1 0 0 0,-1 1-1 0 0,0-1 1 0 0,-15 10 0 0 0,11-9 2 0 0,-1-1-1 0 0,0-1 1 0 0,0 0-1 0 0,-1 0 1 0 0,1-1-1 0 0,-1-1 1 0 0,0 0-1 0 0,0-1 1 0 0,-17 1-1 0 0,-19 0-887 0 0,0-3 1 0 0,-1-2-1 0 0,1-1 1 0 0,0-3-1 0 0,1-3 0 0 0,-66-18 1 0 0,104 24-969 0 0,-1-1 1 0 0,-19-10 0 0 0,26 12 529 0 0,0 0 0 0 0,1 0 0 0 0,-1-1-1 0 0,1 0 1 0 0,0 0 0 0 0,-4-4 0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7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280 118 1920 0 0,'17'-53'8736'0'0,"-12"39"-6434"0"0,-1 1 0 0 0,4-17 0 0 0,-6 23-1682 0 0,0 10 171 0 0,0 12 71 0 0,-9 34-4 0 0,-1-1 0 0 0,-3 0 0 0 0,-18 52-1 0 0,15-54-592 0 0,-119 350 879 0 0,50-157-2363 0 0,81-233 748 0 0,-21 66-2556 0 0,18-49-818 0 0,1 0-3545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8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1 327 392 0 0,'2'-7'790'0'0,"89"-290"15766"0"0,-91 295-16519 0 0,1 1-1 0 0,-1 0 1 0 0,0 0 0 0 0,1 0-1 0 0,-1 0 1 0 0,1 0-1 0 0,-1 0 1 0 0,1 0-1 0 0,0 0 1 0 0,-1 0 0 0 0,1 0-1 0 0,0 0 1 0 0,0 0-1 0 0,0 0 1 0 0,0 0-1 0 0,-1 1 1 0 0,1-1-1 0 0,0 0 1 0 0,1 1 0 0 0,-1-1-1 0 0,0 0 1 0 0,0 1-1 0 0,0 0 1 0 0,2-1-1 0 0,-2 1 28 0 0,1 0-1 0 0,-1 0 0 0 0,1 0 0 0 0,0 1 0 0 0,-1-1 1 0 0,1 1-1 0 0,-1-1 0 0 0,1 1 0 0 0,-1-1 0 0 0,1 1 1 0 0,-1 0-1 0 0,0 0 0 0 0,1 0 0 0 0,-1 0 1 0 0,2 1-1 0 0,5 6 249 0 0,-1 0 1 0 0,0 0-1 0 0,0 0 1 0 0,7 12-1 0 0,13 25 437 0 0,-2 2 1 0 0,-1 1-1 0 0,-3 0 0 0 0,-2 2 1 0 0,24 101-1 0 0,-17-17 33 0 0,11 151 0 0 0,-13-93-1883 0 0,-17-169-2173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38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82 3416 0 0,'-384'-22'18364'0'0,"380"22"-18024"0"0,6-1-57 0 0,9-2-183 0 0,0 0 0 0 0,1 0-1 0 0,-1 2 1 0 0,1-1 0 0 0,12 1 0 0 0,12-2-4 0 0,254-25-2005 0 0,-192 21-1729 0 0,-1 1-3535 0 0,-52 4-801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29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0 24 0 0,'-4'0'161'0'0,"-19"1"-94"0"0,0 2 0 0 0,0 0 0 0 0,0 1 0 0 0,0 1 1 0 0,1 2-1 0 0,0 0 0 0 0,0 1 0 0 0,0 1 0 0 0,1 1 0 0 0,1 1 1 0 0,-28 20-1 0 0,31-18-374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30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1 756 0 0,'0'0'3043'0'0,"9"3"-4916"0"0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35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1 556 0 0,'0'0'1072'0'0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44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1 568 0 0,'0'0'2487'0'0,"5"5"-3853"0"0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45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5 876 0 0,'0'0'4168'0'0,"-9"-5"-6528"0"0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45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1 348 0 0,'0'0'1145'0'0,"-2"0"-270"0"0,-19 2 1223 0 0,16-1-3764 0 0,13 4 1270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46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2 984 0 0,'0'0'3268'0'0,"3"0"-2440"0"0,11 2 3254 0 0,-1-4-2569 0 0,-2 1-2015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47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78 493 1736 0 0,'-2'-28'8654'0'0,"6"38"-8624"0"0,-1 1 1 0 0,0 0-1 0 0,-1 0 1 0 0,0 0-1 0 0,0 0 1 0 0,-1 13-1 0 0,1 3-14 0 0,19 482 543 0 0,-21-507-479 0 0,-8-20-18 0 0,-12-86-33 0 0,-11-145-1 0 0,28 223-47 0 0,-4-57 58 0 0,5-130 1 0 0,5 173-10 0 0,2-1 1 0 0,1 1-1 0 0,2-1 0 0 0,1 2 1 0 0,19-48-1 0 0,-23 75-31 0 0,1 0 0 0 0,0 1 1 0 0,10-16-1 0 0,-13 22 6 0 0,1 1-1 0 0,0-1 1 0 0,0 0 0 0 0,0 1 0 0 0,0 0 0 0 0,1 0 0 0 0,-1 0 0 0 0,1 1 0 0 0,6-4-1 0 0,-9 7-1 0 0,-1-1 0 0 0,0 0-1 0 0,1 1 1 0 0,-1-1 0 0 0,1 1-1 0 0,-1 0 1 0 0,1 0 0 0 0,-1-1-1 0 0,1 1 1 0 0,-1 0-1 0 0,1 0 1 0 0,-1 0 0 0 0,1 1-1 0 0,-1-1 1 0 0,1 0 0 0 0,-1 0-1 0 0,1 1 1 0 0,-1-1 0 0 0,1 1-1 0 0,-1-1 1 0 0,0 1-1 0 0,1 0 1 0 0,-1 0 0 0 0,0 0-1 0 0,1-1 1 0 0,-1 1 0 0 0,0 0-1 0 0,0 0 1 0 0,0 1 0 0 0,0-1-1 0 0,1 1 1 0 0,1 2-12 0 0,0 0 0 0 0,0 1 1 0 0,-1-1-1 0 0,0 0 0 0 0,1 1 1 0 0,-2-1-1 0 0,4 9 0 0 0,-2 3-4 0 0,-1 1 1 0 0,0-1-1 0 0,-1 1 0 0 0,0-1 1 0 0,-2 1-1 0 0,0-1 0 0 0,0 1 0 0 0,-6 20 1 0 0,-1-4 49 0 0,-1-1 0 0 0,-2 0-1 0 0,-15 34 1 0 0,8-33-56 0 0,-1 0 0 0 0,-1-1 1 0 0,-2-1-1 0 0,-1-1 0 0 0,-1-1 0 0 0,-35 32 0 0 0,58-60 7 0 0,1-1 0 0 0,-1 1 0 0 0,0 0 0 0 0,0-1 0 0 0,0 1 0 0 0,1 0 0 0 0,-1-1 0 0 0,0 1 0 0 0,1 0 0 0 0,-1 0 0 0 0,1 0 0 0 0,-1 0 0 0 0,1 0 0 0 0,-1 0 0 0 0,1 0 0 0 0,0 0 0 0 0,-1 0 0 0 0,1 0 0 0 0,0 1 0 0 0,1-1 13 0 0,0 0-1 0 0,0 0 0 0 0,0-1 0 0 0,0 1 0 0 0,0 0 0 0 0,1-1 0 0 0,-1 1 0 0 0,0-1 1 0 0,1 1-1 0 0,-1-1 0 0 0,0 0 0 0 0,1 1 0 0 0,-1-1 0 0 0,0 0 0 0 0,2 0 0 0 0,19 4 2 0 0,-1 1-1 0 0,1 1 1 0 0,-2 1-1 0 0,1 1 1 0 0,-1 1-1 0 0,0 0 1 0 0,0 2-1 0 0,-1 0 1 0 0,-1 1-1 0 0,0 1 1 0 0,-1 0-1 0 0,0 2 1 0 0,-1 0-1 0 0,0 1 1 0 0,-2 0-1 0 0,15 20 1 0 0,10 27-5037 0 0,-28-44 1106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47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65 1872 0 0,'-10'-8'5843'0'0,"3"2"-3500"0"0,6 5-2075 0 0,0 0-1 0 0,0 0 0 0 0,0 0 1 0 0,0 0-1 0 0,0 0 0 0 0,0 0 1 0 0,0 0-1 0 0,1 0 0 0 0,-1 0 1 0 0,0-1-1 0 0,0 1 1 0 0,1 0-1 0 0,-1 0 0 0 0,0-2 1 0 0,2 1-248 0 0,-1 1 0 0 0,1 0 0 0 0,-1 0 0 0 0,1 0 0 0 0,0 0 0 0 0,-1 0 0 0 0,1-1 1 0 0,0 1-1 0 0,0 1 0 0 0,0-1 0 0 0,0 0 0 0 0,0 0 0 0 0,0 0 0 0 0,0 0 0 0 0,0 1 1 0 0,0-1-1 0 0,0 0 0 0 0,0 1 0 0 0,0-1 0 0 0,1 1 0 0 0,1-1 0 0 0,34-11 134 0 0,-34 12-144 0 0,12 2 68 0 0,-13-1-72 0 0,-1-1 0 0 0,1 1 0 0 0,-1-1 0 0 0,0 1 0 0 0,1 0 1 0 0,-1-1-1 0 0,0 1 0 0 0,0 0 0 0 0,0 0 0 0 0,1 0 0 0 0,-1 0 1 0 0,0 0-1 0 0,0 0 0 0 0,0 0 0 0 0,0 0 0 0 0,-1 1 0 0 0,1-1 1 0 0,0 0-1 0 0,0 0 0 0 0,-1 1 0 0 0,1-1 0 0 0,0 2 0 0 0,6 31 87 0 0,-6-30-81 0 0,1 16 86 0 0,-1 0-1 0 0,-1 0 0 0 0,-1-1 0 0 0,0 1 1 0 0,-7 30-1 0 0,-30 98 647 0 0,13-59-686 0 0,24-87-66 0 0,0 1 0 0 0,0 0 1 0 0,1-1-1 0 0,-1 1 0 0 0,1-1 0 0 0,0 1 1 0 0,0 0-1 0 0,0-1 0 0 0,0 1 0 0 0,0 0 1 0 0,2 4-1 0 0,-2-6 10 0 0,0-1-1 0 0,1 1 1 0 0,-1-1 0 0 0,0 1-1 0 0,0-1 1 0 0,1 0 0 0 0,-1 1-1 0 0,1-1 1 0 0,-1 0 0 0 0,0 1-1 0 0,1-1 1 0 0,-1 0 0 0 0,1 1-1 0 0,-1-1 1 0 0,1 0 0 0 0,-1 0-1 0 0,1 1 1 0 0,-1-1 0 0 0,1 0-1 0 0,-1 0 1 0 0,1 0 0 0 0,0 0-1 0 0,19-4 42 0 0,-4-4-341 0 0,-1-1 0 0 0,0 0 0 0 0,0-1 0 0 0,-1-1 0 0 0,0 0 0 0 0,19-21 0 0 0,-5 5-807 0 0,51-51-5111 0 0,-56 50 1654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48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123 397 2300 0 0,'-41'7'4808'0'0,"-38"8"1994"0"0,77-15-6342 0 0,5 1-400 0 0,10-1-3 0 0,1 0 0 0 0,0-1 1 0 0,-1 0-1 0 0,0-1 0 0 0,17-5 0 0 0,71-23 65 0 0,-79 22-86 0 0,204-77 260 0 0,-175 62-1148 0 0,-2-2 0 0 0,62-43-1 0 0,-104 64 650 0 0,0-1-1 0 0,0 0 0 0 0,0-1 0 0 0,-1 1 1 0 0,0-1-1 0 0,0 0 0 0 0,0-1 0 0 0,-1 0 0 0 0,0 0 1 0 0,0 0-1 0 0,5-11 0 0 0,-10 17 195 0 0,0-1-1 0 0,0 1 1 0 0,0-1 0 0 0,0 1-1 0 0,0 0 1 0 0,0-1 0 0 0,0 1 0 0 0,0 0-1 0 0,0-1 1 0 0,-1 1 0 0 0,1-1-1 0 0,-1 1 1 0 0,1 0 0 0 0,-1 0 0 0 0,1-1-1 0 0,-1 1 1 0 0,0 0 0 0 0,1 0-1 0 0,-2-2 1 0 0,0 1 122 0 0,0-1 0 0 0,-1 0-1 0 0,1 1 1 0 0,0 0 0 0 0,-1-1 0 0 0,1 1 0 0 0,-1 0-1 0 0,0 0 1 0 0,-3-1 0 0 0,-43-22 2470 0 0,47 24-2356 0 0,-10-6 111 0 0,7 5-398 0 0,10 5 37 0 0,3 1 53 0 0,-1 0 0 0 0,0 0 0 0 0,10 9 0 0 0,-12-6 8 0 0,1 0 0 0 0,-1 0 0 0 0,0 0 1 0 0,-1 1-1 0 0,0 0 0 0 0,0 0 0 0 0,-1 0 0 0 0,0 0 1 0 0,4 17-1 0 0,-4-11-33 0 0,-2 0 1 0 0,1 0-1 0 0,-2 0 0 0 0,0 0 1 0 0,-3 25-1 0 0,0-16-648 0 0,-2 0-1 0 0,-1 0 0 0 0,-1-1 0 0 0,-1 1 0 0 0,0-2 0 0 0,-2 1 0 0 0,-14 23 1 0 0,3-13-2422 0 0,-4-2-1082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48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99 107 952 0 0,'-8'-20'3218'0'0,"0"0"0"0"0,-1 1-1 0 0,-19-29 635 0 0,26 49-3753 0 0,-1 1-88 0 0,1-1-1 0 0,0 1 1 0 0,-1 0 0 0 0,1 0 0 0 0,0-1-1 0 0,0 2 1 0 0,0-1 0 0 0,0 0-1 0 0,1 0 1 0 0,-1 0 0 0 0,1 1 0 0 0,-1-1-1 0 0,1 1 1 0 0,0-1 0 0 0,0 1-1 0 0,0 0 1 0 0,0 0 0 0 0,0-1 0 0 0,0 1-1 0 0,1 3 1 0 0,-4 14-28 0 0,-1 33 0 0 0,4-45 17 0 0,0 8 0 0 0,1-1 0 0 0,1 1 0 0 0,0 0 0 0 0,1-1 0 0 0,0 1 0 0 0,1-1 0 0 0,1 0 0 0 0,1 0-1 0 0,0 0 1 0 0,1 0 0 0 0,10 18 0 0 0,-11-24-38 0 0,1 0 0 0 0,0 0 0 0 0,0-1-1 0 0,1 1 1 0 0,1-2 0 0 0,-1 1 0 0 0,1-1 0 0 0,0 0 0 0 0,1-1 0 0 0,-1 1-1 0 0,1-2 1 0 0,1 1 0 0 0,-1-1 0 0 0,1-1 0 0 0,-1 0 0 0 0,2 0-1 0 0,14 3 1 0 0,-8-4-425 0 0,0 0 0 0 0,0-2 0 0 0,1 0 0 0 0,-1 0 0 0 0,1-2 0 0 0,34-5 0 0 0,-31 2-1180 0 0,-1-1-1 0 0,39-15 0 0 0,-15 0-1839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49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125 493 2320 0 0,'-17'-18'6367'0'0,"-9"-4"-1295"0"0,25 21-4549 0 0,1 0-491 0 0,-1 1 0 0 0,1 0-1 0 0,0-1 1 0 0,-1 1 0 0 0,1 0 0 0 0,-1 0 0 0 0,1-1-1 0 0,-1 1 1 0 0,1 0 0 0 0,-1 0 0 0 0,1 0 0 0 0,-1-1-1 0 0,1 1 1 0 0,-1 0 0 0 0,1 0 0 0 0,-1 0 0 0 0,1 0-1 0 0,-1 0 1 0 0,1 0 0 0 0,-1 0 0 0 0,1 0 0 0 0,-1 0-1 0 0,1 0 1 0 0,-1 0 0 0 0,1 1 0 0 0,-1-1 0 0 0,1 0 0 0 0,-1 0-1 0 0,1 0 1 0 0,-1 1 0 0 0,1-1 0 0 0,-1 0 0 0 0,1 1-1 0 0,0-1 1 0 0,-1 0 0 0 0,1 1 0 0 0,-1-1 0 0 0,1 0-1 0 0,0 1 1 0 0,-1-1 0 0 0,1 1 0 0 0,0-1 0 0 0,0 1-1 0 0,-1-1 1 0 0,1 0 0 0 0,0 2 0 0 0,21 362 386 0 0,-15-296-384 0 0,2 36-64 0 0,-8-101-8 0 0,-1-5-60 0 0,-4-8 75 0 0,0 0-1 0 0,1 0 0 0 0,0 0 1 0 0,1-1-1 0 0,0 0 0 0 0,1 1 1 0 0,-2-16-1 0 0,-3-9 4 0 0,-10-48-22 0 0,3 0 0 0 0,-4-131 0 0 0,17 172 12 0 0,2 0 1 0 0,2 0-1 0 0,2 0 1 0 0,1 0-1 0 0,3 1 1 0 0,1 0-1 0 0,17-43 0 0 0,-21 70 0 0 0,0 1-1 0 0,13-22 0 0 0,-17 32 24 0 0,1-1-1 0 0,-1 1 0 0 0,1-1 0 0 0,0 1 1 0 0,0 0-1 0 0,0 0 0 0 0,0 0 0 0 0,1 0 1 0 0,-1 1-1 0 0,1-1 0 0 0,0 1 0 0 0,0 0 0 0 0,4-2 1 0 0,-6 4 8 0 0,1 0 0 0 0,-1 0 0 0 0,1-1 0 0 0,-1 1 0 0 0,0 1 0 0 0,1-1 1 0 0,-1 0-1 0 0,1 1 0 0 0,-1-1 0 0 0,0 1 0 0 0,1-1 0 0 0,-1 1 0 0 0,0 0 0 0 0,0 0 0 0 0,0 0 1 0 0,1 1-1 0 0,-1-1 0 0 0,0 0 0 0 0,0 1 0 0 0,2 2 0 0 0,2 1 11 0 0,0 0 0 0 0,-1 1-1 0 0,0 0 1 0 0,0 0 0 0 0,4 7 0 0 0,-2-1-3 0 0,-1 0-1 0 0,-1 0 1 0 0,0 1 0 0 0,-1 0 0 0 0,0 0 0 0 0,-1 1 0 0 0,0-1-1 0 0,-1 1 1 0 0,-1-1 0 0 0,0 1 0 0 0,-1-1 0 0 0,0 1-1 0 0,-1 0 1 0 0,0-1 0 0 0,-6 21 0 0 0,3-14 4 0 0,-2 0 0 0 0,0 0 0 0 0,-2-1 0 0 0,0 0 0 0 0,0 0 0 0 0,-2-1 0 0 0,-1 0 0 0 0,0-1 0 0 0,-22 26 0 0 0,20-30-47 0 0,-1-1 0 0 0,0 0 0 0 0,-1-1-1 0 0,-1-1 1 0 0,-27 14 0 0 0,6-3-21 0 0,35-20-10 0 0,0 1-1 0 0,2-2 63 0 0,-1 1 0 0 0,1-1 0 0 0,0 0 0 0 0,0 0 0 0 0,-1 0 0 0 0,1 0 0 0 0,0 0 0 0 0,0 1 0 0 0,-1-1 1 0 0,1 0-1 0 0,0 0 0 0 0,0 0 0 0 0,-1 1 0 0 0,1-1 0 0 0,0 0 0 0 0,0 0 0 0 0,0 1 0 0 0,0-1 0 0 0,-1 0 0 0 0,1 0 0 0 0,0 1 0 0 0,0-1 0 0 0,0 0 0 0 0,0 1 0 0 0,0-1 0 0 0,0 0 0 0 0,0 0 0 0 0,0 1 0 0 0,0-1 0 0 0,0 0 0 0 0,0 1 0 0 0,0-1 0 0 0,0 0 0 0 0,0 1 0 0 0,0-1 0 0 0,0 0 0 0 0,0 0 1 0 0,0 1-1 0 0,0-1 0 0 0,0 0 0 0 0,1 1 0 0 0,-1-1 0 0 0,0 0 0 0 0,0 0 0 0 0,0 1 0 0 0,0-1 0 0 0,1 0 0 0 0,-1 0 0 0 0,0 1 0 0 0,0-1 0 0 0,1 0 0 0 0,-1 0 0 0 0,0 0 0 0 0,0 0 0 0 0,1 1 0 0 0,-1-1 0 0 0,0 0 0 0 0,0 0 0 0 0,1 0 0 0 0,-1 0 0 0 0,1 0 0 0 0,134 50-1 0 0,-42-18-3189 0 0,-51-18-1711 0 0,-23-7 328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49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131 110 2260 0 0,'-3'-1'2340'0'0,"-55"-25"7476"0"0,57 25-9789 0 0,1 1 0 0 0,-1-1-1 0 0,1 1 1 0 0,0-1 0 0 0,-1 0 0 0 0,1 1 0 0 0,0-1-1 0 0,-1 1 1 0 0,1-1 0 0 0,0 0 0 0 0,-1 1 0 0 0,1-1-1 0 0,0 1 1 0 0,0-1 0 0 0,0 0 0 0 0,0 1 0 0 0,0-1-1 0 0,0 0 1 0 0,0 1 0 0 0,0-1 0 0 0,0 0 0 0 0,0 1-1 0 0,0-1 1 0 0,0 0 0 0 0,0 1 0 0 0,1-1 0 0 0,-1 0-1 0 0,0 1 1 0 0,1-1 0 0 0,8-18 181 0 0,-9 18-206 0 0,3-3 13 0 0,-1 1 0 0 0,1 0 0 0 0,0 0-1 0 0,0 0 1 0 0,0 0 0 0 0,0 0 0 0 0,1 0 0 0 0,-1 1-1 0 0,1 0 1 0 0,-1-1 0 0 0,1 2 0 0 0,0-1 0 0 0,5-2-1 0 0,-7 3-9 0 0,-1 1-1 0 0,1-1 0 0 0,0 0 1 0 0,0 1-1 0 0,0 0 0 0 0,0-1 1 0 0,0 1-1 0 0,0 0 0 0 0,0 0 1 0 0,0 0-1 0 0,0 0 0 0 0,0 0 0 0 0,0 0 1 0 0,0 1-1 0 0,0-1 0 0 0,0 1 1 0 0,0-1-1 0 0,0 1 0 0 0,0 0 1 0 0,0 0-1 0 0,-1 0 0 0 0,1 0 1 0 0,0 0-1 0 0,-1 0 0 0 0,1 0 1 0 0,-1 0-1 0 0,1 1 0 0 0,-1-1 0 0 0,3 3 1 0 0,-1 3 23 0 0,1 0 1 0 0,-1 0-1 0 0,-1 0 0 0 0,1 0 1 0 0,-1 0-1 0 0,0 0 1 0 0,-1 1-1 0 0,0-1 0 0 0,0 1 1 0 0,-1 13-1 0 0,4 25-60 0 0,-3-44 4 0 0,-1-1-9 0 0,0 0 34 0 0,0-1 0 0 0,0 1-1 0 0,0 0 1 0 0,0 0 0 0 0,0-1 0 0 0,1 1-1 0 0,-1 0 1 0 0,0-1 0 0 0,0 1-1 0 0,1 0 1 0 0,-1-1 0 0 0,0 1 0 0 0,1 0-1 0 0,-1-1 1 0 0,1 1 0 0 0,-1-1-1 0 0,0 1 1 0 0,1-1 0 0 0,0 1-1 0 0,-1-1 1 0 0,1 1 0 0 0,-1-1 0 0 0,1 1-1 0 0,-1-1 1 0 0,1 0 0 0 0,1 1-1 0 0,62 6-203 0 0,-51-6 296 0 0,0 0 0 0 0,1 0 1 0 0,-1 2-1 0 0,14 3 0 0 0,-26-5-8 0 0,1-1 1 0 0,-1 1-1 0 0,0-1 0 0 0,0 1 1 0 0,1-1-1 0 0,-1 1 0 0 0,0 0 1 0 0,0 0-1 0 0,0 0 0 0 0,0 0 1 0 0,0 0-1 0 0,0 0 0 0 0,0 0 0 0 0,0 0 1 0 0,0 0-1 0 0,0 0 0 0 0,0 1 1 0 0,-1-1-1 0 0,1 0 0 0 0,0 2 1 0 0,0 0-5 0 0,-1 0 1 0 0,1 0 0 0 0,-1 0 0 0 0,0-1 0 0 0,0 1 0 0 0,0 0 0 0 0,0 0 0 0 0,0 0 0 0 0,-1 4 0 0 0,-2 5 46 0 0,-1 0 1 0 0,0-1 0 0 0,-9 18-1 0 0,11-25-71 0 0,-9 17-44 0 0,-1-1-1 0 0,-1 0 1 0 0,0-1-1 0 0,-2 0 0 0 0,0-1 1 0 0,-1 0-1 0 0,-1-2 0 0 0,0 0 1 0 0,-28 20-1 0 0,21-20-1510 0 0,-29 15-1 0 0,27-18-2013 0 0,-30 10 0 0 0,27-13-3297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50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0 684 0 0,'0'0'2036'0'0,"-4"11"92"0"0,3-3-2244 0 0,-3-18-2212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54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0 304 0 0,'0'0'1796'0'0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55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20 896 0 0,'0'0'936'0'0,"15"0"-368"0"0,4-11-1332 0 0,-8 3 228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1:03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0 744 0 0,'0'0'3700'0'0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1:04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0 224 0 0,'0'0'688'0'0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1:05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0 304 0 0,'0'0'2908'0'0,"15"0"-4812"0"0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1:05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1308 0 0,'0'0'5578'0'0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1:05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1052 0 0,'0'0'2876'0'0,"5"-7"-1003"0"0,0-1-2598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1:06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1 892 0 0,'0'0'3596'0'0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40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1 772 444 0 0,'0'0'4962'0'0,"12"4"-2999"0"0,-9-3-1805 0 0,1 0 0 0 0,-1 0 0 0 0,0 0 0 0 0,0 0 0 0 0,0 1 0 0 0,5 3 0 0 0,-7-4-99 0 0,31 29 145 0 0,-20-18-146 0 0,0 0 0 0 0,0-1 0 0 0,1-1 0 0 0,1 0 0 0 0,0 0 0 0 0,26 12 0 0 0,-21-14 18 0 0,0 0 1 0 0,1-1 0 0 0,0-1 0 0 0,0-1 0 0 0,1-1 0 0 0,-1-1 0 0 0,25 1 0 0 0,-16-3-66 0 0,0-1 0 0 0,0-2 1 0 0,0-1-1 0 0,52-11 1 0 0,-59 7 11 0 0,0 0 1 0 0,-1-2 0 0 0,1 0 0 0 0,-2-1 0 0 0,36-24 0 0 0,87-78 375 0 0,-131 102-128 0 0,-2 0 0 0 0,1 0 0 0 0,-1-2-1 0 0,-1 1 1 0 0,0-1 0 0 0,0 0 0 0 0,7-16-1 0 0,-12 20-169 0 0,0-1 0 0 0,-1 0 0 0 0,0 0 0 0 0,0 0 0 0 0,-1 0 0 0 0,0 0 0 0 0,-1-1 0 0 0,0 1 0 0 0,-1 0 0 0 0,0-1 0 0 0,0 1 0 0 0,-2-15 0 0 0,-2-3-44 0 0,-1 0 1 0 0,-1 0 0 0 0,-2 1 0 0 0,0 0 0 0 0,-2 0 0 0 0,-1 0 0 0 0,-1 2 0 0 0,-1-1-1 0 0,-25-35 1 0 0,17 32-9 0 0,-2 2-1 0 0,-1 0 1 0 0,-35-30 0 0 0,48 47-10 0 0,0 0-1 0 0,-1 1 1 0 0,0 1 0 0 0,0 0 0 0 0,-1 0 0 0 0,0 1 0 0 0,0 1 0 0 0,0 0 0 0 0,0 1-1 0 0,-27-5 1 0 0,23 8-21 0 0,-1 2 0 0 0,1-1 0 0 0,-1 2-1 0 0,1 0 1 0 0,0 2 0 0 0,0-1-1 0 0,-19 8 1 0 0,-16 3 10 0 0,20-6-47 0 0,1 3 0 0 0,0 0 0 0 0,0 2 0 0 0,1 1 0 0 0,-47 30 0 0 0,68-38 12 0 0,1 1 0 0 0,0 0-1 0 0,0 0 1 0 0,0 1-1 0 0,1 0 1 0 0,0 0-1 0 0,0 1 1 0 0,1 0 0 0 0,1 0-1 0 0,-1 0 1 0 0,1 1-1 0 0,1-1 1 0 0,0 1-1 0 0,0 1 1 0 0,1-1 0 0 0,0 0-1 0 0,1 1 1 0 0,0 0-1 0 0,0 16 1 0 0,1 3 8 0 0,1 0 0 0 0,2-1 0 0 0,0 1 0 0 0,2 0 0 0 0,15 52 0 0 0,-10-51-479 0 0,1 0 0 0 0,20 40 0 0 0,-20-52-1540 0 0,1 0 1 0 0,15 21-1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40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92 0 0,'0'0'1408'0'0,"-7"7"-300"0"0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4:05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1 580 0 0,'0'0'1672'0'0,"8"20"1981"0"0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4:06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1 200 0 0,'0'0'1612'0'0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4:08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0 268 0 0,'0'0'2398'0'0,"7"14"-3455"0"0,-7-12 500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50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0 228 0 0,'15'2'1920'0'0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0:52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42 304 0 0,'0'0'1158'0'0,"5"-30"703"0"0,-6 23-1351 0 0,2 3 1027 0 0,3 11-956 0 0,0 2-3040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4:10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1 578 1436 0 0,'0'0'14194'0'0,"-1"11"-13457"0"0,6 1-411 0 0,1 1 1 0 0,0-1 0 0 0,1 0-1 0 0,1-1 1 0 0,-1 0 0 0 0,11 12-1 0 0,5 6 78 0 0,-19-24-356 0 0,0 0-1 0 0,1 0 0 0 0,-1 0 1 0 0,10 6-1 0 0,5 6 17 0 0,-12-11-45 0 0,0-1 0 0 0,1 0 0 0 0,0 0 1 0 0,0 0-1 0 0,0-1 0 0 0,0 0 0 0 0,14 4 0 0 0,-6-1 0 0 0,10 1-7 0 0,0-1 1 0 0,0-1 0 0 0,1-1 0 0 0,41 3-1 0 0,-35-5 11 0 0,-12-2-3 0 0,38-2 0 0 0,-23 0 4 0 0,-17 0-11 0 0,0-1-1 0 0,-1 0 1 0 0,1-1-1 0 0,-1-1 1 0 0,0-1-1 0 0,0 0 1 0 0,0-1-1 0 0,-1-2 1 0 0,20-9-1 0 0,-16 5 9 0 0,0-1-1 0 0,-1-1 0 0 0,-1-1 0 0 0,0 0 1 0 0,-1-2-1 0 0,22-24 0 0 0,-32 31-10 0 0,0-1 1 0 0,-1-1-1 0 0,0 1 0 0 0,0-1 0 0 0,-2-1 0 0 0,1 1 0 0 0,-1-1 1 0 0,-1 0-1 0 0,-1 0 0 0 0,0 0 0 0 0,0 0 0 0 0,-1 0 1 0 0,-1-1-1 0 0,0 1 0 0 0,-1-1 0 0 0,-1 1 0 0 0,0-1 1 0 0,-4-17-1 0 0,1 9-9 0 0,-1 1 1 0 0,-1 0 0 0 0,-1 0-1 0 0,-1 1 1 0 0,0 0-1 0 0,-2 0 1 0 0,0 1 0 0 0,-2 0-1 0 0,0 1 1 0 0,-23-28 0 0 0,17 29-2 0 0,0 1 1 0 0,0 1 0 0 0,-2 1-1 0 0,0 0 1 0 0,0 2 0 0 0,-1 0-1 0 0,-1 1 1 0 0,0 1 0 0 0,0 1-1 0 0,-1 2 1 0 0,-41-10 0 0 0,49 15-3 0 0,1 0 0 0 0,0 1 0 0 0,-1 0 0 0 0,0 1 0 0 0,1 1 0 0 0,-1 0 0 0 0,1 1 0 0 0,0 1 0 0 0,0 0 0 0 0,0 1 0 0 0,0 0 0 0 0,0 1 0 0 0,1 1 1 0 0,0 0-1 0 0,0 1 0 0 0,0 0 0 0 0,-14 12 0 0 0,7-4 2 0 0,1 0 0 0 0,0 2 1 0 0,1 0-1 0 0,1 1 0 0 0,1 0 0 0 0,0 2 1 0 0,1 0-1 0 0,2 0 0 0 0,-22 42 1 0 0,28-45 43 0 0,-12 33 0 0 0,18-44-469 0 0,-1 0-1 0 0,1 0 1 0 0,0 0 0 0 0,1 0-1 0 0,-1 0 1 0 0,1 0-1 0 0,0 0 1 0 0,1 0-1 0 0,1 8 1 0 0,-2-13 170 0 0,1 0 0 0 0,-1-1 0 0 0,1 1 0 0 0,-1 0 0 0 0,1-1 0 0 0,0 1 0 0 0,-1-1 0 0 0,1 1 0 0 0,0-1 0 0 0,0 1 0 0 0,-1-1 0 0 0,1 0 0 0 0,0 1 0 0 0,0-1 0 0 0,-1 0 0 0 0,1 1 0 0 0,0-1 0 0 0,0 0 0 0 0,0 0 0 0 0,0 0 0 0 0,-1 0 0 0 0,1 0 0 0 0,0 0 0 0 0,0 0 0 0 0,0 0 0 0 0,0 0 0 0 0,-1 0 0 0 0,1-1 0 0 0,0 1 0 0 0,0 0 0 0 0,1-1 0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4:10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39 1464 0 0,'-2'-37'7722'0'0,"2"35"-7638"0"0,-2 8-1989 0 0,1-4 1426 0 0,0 1-1 0 0,0 0 1 0 0,0 0-1 0 0,1 0 0 0 0,-1 5 1 0 0,0 3-1605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4:11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2 764 0 0,'5'4'1645'0'0,"-6"-8"-1078"0"0,1 3-1156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58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32 1172 0 0,'-14'-23'12239'0'0,"7"14"-9791"0"0,5 10-2364 0 0,0 0-1 0 0,0 0 1 0 0,1 1 0 0 0,-1-1-1 0 0,0 0 1 0 0,1 1 0 0 0,-1-1 0 0 0,1 1-1 0 0,-1 0 1 0 0,1 0 0 0 0,0-1 0 0 0,0 1-1 0 0,0 0 1 0 0,0 0 0 0 0,0 0 0 0 0,0 0-1 0 0,-1 2 1 0 0,-13 47 501 0 0,9-30-405 0 0,-93 320 172 0 0,71-192-9773 0 0,24-134 2763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59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122 256 1588 0 0,'0'-22'1261'0'0,"0"1"-1"0"0,2-1 1 0 0,0 0-1 0 0,1 1 1 0 0,11-35-1 0 0,-13 51-1125 0 0,1 0 0 0 0,0 0 1 0 0,1 0-1 0 0,-1 0 0 0 0,1 0 0 0 0,0 0 0 0 0,0 1 0 0 0,0-1 0 0 0,1 1 0 0 0,-1 0 0 0 0,1 0 0 0 0,0 0 0 0 0,1 1 0 0 0,-1-1 0 0 0,0 1 0 0 0,1 0 0 0 0,0 0 1 0 0,0 1-1 0 0,0-1 0 0 0,0 1 0 0 0,0 0 0 0 0,0 0 0 0 0,1 1 0 0 0,-1 0 0 0 0,0 0 0 0 0,1 0 0 0 0,7 0 0 0 0,-2 1-42 0 0,0 0 1 0 0,-1 1-1 0 0,1 0 0 0 0,-1 1 0 0 0,1 0 0 0 0,-1 1 0 0 0,0 0 1 0 0,0 1-1 0 0,0 0 0 0 0,-1 0 0 0 0,1 1 0 0 0,-1 0 1 0 0,0 1-1 0 0,0 0 0 0 0,12 11 0 0 0,-16-13-77 0 0,-1 0-1 0 0,0 0 1 0 0,0 1 0 0 0,-1-1 0 0 0,1 1-1 0 0,-1 0 1 0 0,0 0 0 0 0,0 0-1 0 0,-1 1 1 0 0,1-1 0 0 0,-1 1 0 0 0,-1-1-1 0 0,1 1 1 0 0,-1 0 0 0 0,0 0-1 0 0,0-1 1 0 0,0 1 0 0 0,-1 0 0 0 0,0 0-1 0 0,0 0 1 0 0,-1 0 0 0 0,1 0-1 0 0,-1 0 1 0 0,-1-1 0 0 0,1 1 0 0 0,-1 0-1 0 0,0-1 1 0 0,0 1 0 0 0,-4 6-1 0 0,-3 3 0 0 0,0-1-1 0 0,-1 0 1 0 0,0 0-1 0 0,-1-1 1 0 0,-1 0-1 0 0,0-1 1 0 0,-1 0-1 0 0,0-1 1 0 0,-1-1-1 0 0,-19 12 1 0 0,9-8 7 0 0,-1 0 1 0 0,-1-2-1 0 0,0-1 1 0 0,0-1-1 0 0,-42 10 0 0 0,48-15 295 0 0,-1-2 0 0 0,-37 3 0 0 0,57-6-289 0 0,-1 0 0 0 0,1 0 0 0 0,-1-1-1 0 0,1 1 1 0 0,-1 0 0 0 0,1-1 0 0 0,0 1 0 0 0,-1-1 0 0 0,1 0-1 0 0,0 1 1 0 0,0-1 0 0 0,-3-2 0 0 0,1 1 242 0 0,11 4-211 0 0,1 0 0 0 0,-1 0 0 0 0,0 0-1 0 0,0 1 1 0 0,0 1 0 0 0,0-1 0 0 0,-1 1-1 0 0,1 1 1 0 0,-1-1 0 0 0,0 1 0 0 0,-1 0-1 0 0,1 1 1 0 0,6 6 0 0 0,5 7 33 0 0,0 0 1 0 0,-2 1-1 0 0,18 26 0 0 0,-17-17-922 0 0,-1 1 0 0 0,16 43 0 0 0,8 14-7967 0 0,-30-71 4524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59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66 2124 0 0,'21'-66'18016'0'0,"-18"88"-16229"0"0,-38 150 320 0 0,15-80-2637 0 0,4 1-3802 0 0,16-90 3566 0 0,-1 17-1274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59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2204 0 0,'0'-3'2638'0'0,"0"-13"1885"0"0,1-18 3544 0 0,-1 32-7961 0 0,0 0 1 0 0,1 1 0 0 0,-1-1 0 0 0,1 0 0 0 0,0 1 0 0 0,0-1 0 0 0,0 1-1 0 0,0-1 1 0 0,0 1 0 0 0,0-1 0 0 0,0 1 0 0 0,0 0 0 0 0,0-1 0 0 0,0 1 0 0 0,1 0-1 0 0,-1 0 1 0 0,3-2 0 0 0,9-3-89 0 0,0 0-1 0 0,1 1 1 0 0,-1 1 0 0 0,1 0-1 0 0,0 0 1 0 0,28-2-1 0 0,-10 0-1017 0 0,35-3-2318 0 0,19-4-4840 0 0,-59 6 3560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7:59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92 2068 0 0,'-3'-5'1143'0'0,"0"-1"0"0"0,0 1 0 0 0,1-1-1 0 0,0 1 1 0 0,0-1 0 0 0,0 1 0 0 0,1-1-1 0 0,-1-9 1 0 0,2 14-1051 0 0,0 0 0 0 0,0 0 0 0 0,1 0-1 0 0,-1-1 1 0 0,0 1 0 0 0,1 0 0 0 0,-1 0 0 0 0,1 0-1 0 0,-1 0 1 0 0,1 0 0 0 0,0 0 0 0 0,-1 0 0 0 0,1 0-1 0 0,0 0 1 0 0,0 0 0 0 0,-1 0 0 0 0,1 1 0 0 0,0-1-1 0 0,0 0 1 0 0,0 0 0 0 0,0 1 0 0 0,0-1 0 0 0,2 0 0 0 0,-1 0 75 0 0,1-1 0 0 0,0 1 0 0 0,0 0 0 0 0,0 0 0 0 0,0 0 0 0 0,0 0 0 0 0,0 0 0 0 0,0 1 0 0 0,4-1 0 0 0,0 1-16 0 0,1 1 0 0 0,0 0 1 0 0,-1 0-1 0 0,1 0 0 0 0,-1 1 0 0 0,1 0 1 0 0,-1 0-1 0 0,0 1 0 0 0,0 0 0 0 0,0 1 1 0 0,0-1-1 0 0,-1 1 0 0 0,11 8 0 0 0,-13-8-117 0 0,1 0 0 0 0,-1 0 0 0 0,0 0 0 0 0,-1 1 0 0 0,1 0 0 0 0,-1-1 0 0 0,0 1 0 0 0,0 0-1 0 0,0 1 1 0 0,-1-1 0 0 0,0 0 0 0 0,0 1 0 0 0,0-1 0 0 0,-1 1 0 0 0,0-1 0 0 0,0 1 0 0 0,0 0 0 0 0,-1 0 0 0 0,0 9-1 0 0,-1-3-10 0 0,-1 0-1 0 0,0 0 0 0 0,-1-1 0 0 0,0 1 1 0 0,-1 0-1 0 0,-1-1 0 0 0,0 0 1 0 0,0 0-1 0 0,-1 0 0 0 0,0-1 0 0 0,-8 10 1 0 0,-13 15 46 0 0,-51 51 1 0 0,71-78-57 0 0,-92 82 514 0 0,14-13 576 0 0,84-77-1087 0 0,1 0 1 0 0,-1 0-1 0 0,1 1 1 0 0,-1-1-1 0 0,1 0 1 0 0,0 0-1 0 0,-1 1 0 0 0,1-1 1 0 0,0 0-1 0 0,-1 1 1 0 0,1-1-1 0 0,0 0 1 0 0,-1 1-1 0 0,1-1 1 0 0,0 1-1 0 0,0-1 0 0 0,-1 1 1 0 0,1-1-1 0 0,0 1 1 0 0,0-1-1 0 0,0 0 1 0 0,0 1-1 0 0,0-1 0 0 0,0 1 1 0 0,-1-1-1 0 0,1 1 1 0 0,0-1-1 0 0,0 1 1 0 0,1-1-1 0 0,-1 1 1 0 0,0-1-1 0 0,0 1 0 0 0,0-1 1 0 0,0 1-1 0 0,0-1 1 0 0,0 1-1 0 0,1-1 1 0 0,-1 0-1 0 0,0 1 0 0 0,0-1 1 0 0,1 1-1 0 0,-1-1 1 0 0,0 0-1 0 0,1 1 1 0 0,-1-1-1 0 0,0 1 1 0 0,1-1-1 0 0,-1 0 0 0 0,0 0 1 0 0,1 1-1 0 0,-1-1 1 0 0,1 0-1 0 0,-1 0 1 0 0,1 1-1 0 0,-1-1 1 0 0,1 0-1 0 0,-1 0 0 0 0,1 0 1 0 0,-1 0-1 0 0,0 0 1 0 0,1 0-1 0 0,-1 0 1 0 0,2 0-1 0 0,32 3 116 0 0,-32-3-109 0 0,179-14 136 0 0,-111 6-668 0 0,89-13-5266 0 0,-55-3-2383 0 0,-62 12 2566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00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50 2268 0 0,'-22'-37'11400'0'0,"10"25"-8286"0"0,9 22-2627 0 0,0 0 0 0 0,0 0 0 0 0,1 0 0 0 0,0 1-1 0 0,0-1 1 0 0,1 13 0 0 0,-3 15-37 0 0,-39 184 562 0 0,26-147-4502 0 0,2 1-6025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00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126 172 360 0 0,'-2'-6'953'0'0,"1"-1"-1"0"0,0 1 1 0 0,1-1 0 0 0,0 1-1 0 0,0-1 1 0 0,0 1-1 0 0,1-1 1 0 0,0 1 0 0 0,0-1-1 0 0,3-8 1 0 0,-2 10-765 0 0,1 0 1 0 0,0-1-1 0 0,-1 1 1 0 0,2 0-1 0 0,-1 0 1 0 0,1 1-1 0 0,-1-1 1 0 0,1 1 0 0 0,0 0-1 0 0,1 0 1 0 0,-1 0-1 0 0,1 0 1 0 0,0 1-1 0 0,0 0 1 0 0,0 0-1 0 0,0 0 1 0 0,0 0-1 0 0,7-1 1 0 0,-4 1-132 0 0,0 1 1 0 0,1-1-1 0 0,-1 2 1 0 0,1-1-1 0 0,-1 1 1 0 0,1 1-1 0 0,0-1 1 0 0,-1 2-1 0 0,1-1 1 0 0,0 1-1 0 0,9 2 1 0 0,-16-2-48 0 0,1-1-1 0 0,0 1 1 0 0,0 0-1 0 0,0 0 1 0 0,-1 0 0 0 0,1 0-1 0 0,0 0 1 0 0,-1 0-1 0 0,1 1 1 0 0,-1 0 0 0 0,0-1-1 0 0,1 1 1 0 0,-1 0 0 0 0,0 0-1 0 0,0 0 1 0 0,0 0-1 0 0,0 0 1 0 0,-1 1 0 0 0,1-1-1 0 0,-1 1 1 0 0,1-1-1 0 0,-1 1 1 0 0,0-1 0 0 0,0 1-1 0 0,0 0 1 0 0,0 0 0 0 0,0-1-1 0 0,-1 1 1 0 0,1 0-1 0 0,-1 0 1 0 0,0 0 0 0 0,0 0-1 0 0,0 0 1 0 0,0 0-1 0 0,0 0 1 0 0,-1 3 0 0 0,-2 4 8 0 0,1-1 0 0 0,-1 0 0 0 0,-1 0-1 0 0,0-1 1 0 0,0 1 0 0 0,-1-1 0 0 0,0 0 0 0 0,0 0 0 0 0,0 0 0 0 0,-1-1 0 0 0,-1 0 0 0 0,-6 7 0 0 0,-11 7 31 0 0,0 0 0 0 0,-33 21 0 0 0,-84 45 1180 0 0,81-53 1147 0 0,60-33-2370 0 0,-1-1-1 0 0,1 0 0 0 0,-1 1 0 0 0,1-1 0 0 0,-1 1 0 0 0,1-1 0 0 0,-1 1 0 0 0,1-1 1 0 0,-1 1-1 0 0,1-1 0 0 0,0 1 0 0 0,-1 0 0 0 0,1-1 0 0 0,0 1 0 0 0,0-1 0 0 0,-1 1 0 0 0,1 0 1 0 0,0-1-1 0 0,0 1 0 0 0,0 0 0 0 0,0-1 0 0 0,0 1 0 0 0,0 0 0 0 0,0-1 0 0 0,0 1 1 0 0,0 0-1 0 0,0-1 0 0 0,0 1 0 0 0,0 0 0 0 0,0-1 0 0 0,1 1 0 0 0,-1 0 0 0 0,0-1 0 0 0,0 1 1 0 0,1-1-1 0 0,-1 1 0 0 0,0 0 0 0 0,1-1 0 0 0,-1 1 0 0 0,1-1 0 0 0,-1 1 0 0 0,1-1 1 0 0,-1 0-1 0 0,1 1 0 0 0,-1-1 0 0 0,2 1 0 0 0,28 23 0 0 0,-25-21 5 0 0,28 21-90 0 0,41 40 0 0 0,-8 2-4442 0 0,-34-37-1937 0 0,-16-16 296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01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49 3304 0 0,'1'-12'9047'0'0,"-1"10"-8587"0"0,1 0 0 0 0,-1 0 0 0 0,1 0 0 0 0,0 1 0 0 0,-1-1 0 0 0,1 0 0 0 0,0 0 0 0 0,0 1-1 0 0,0-1 1 0 0,0 1 0 0 0,0-1 0 0 0,1 1 0 0 0,2-3 0 0 0,-2 2-306 0 0,2 1 1 0 0,-1 0-1 0 0,0-1 1 0 0,0 1-1 0 0,0 1 0 0 0,0-1 1 0 0,1 0-1 0 0,-1 1 0 0 0,5-1 1 0 0,-4 1-134 0 0,-1 0 0 0 0,1-1 1 0 0,-1 2-1 0 0,0-1 0 0 0,1 0 0 0 0,-1 1 0 0 0,0-1 1 0 0,1 1-1 0 0,-1 0 0 0 0,0 0 0 0 0,0 0 1 0 0,0 1-1 0 0,0-1 0 0 0,0 1 0 0 0,0-1 0 0 0,0 1 1 0 0,0 0-1 0 0,-1 0 0 0 0,1 0 0 0 0,-1 1 1 0 0,1-1-1 0 0,-1 1 0 0 0,0-1 0 0 0,0 1 0 0 0,0 0 1 0 0,0 0-1 0 0,-1 0 0 0 0,1 0 0 0 0,-1 0 1 0 0,0 0-1 0 0,0 0 0 0 0,0 0 0 0 0,0 1 0 0 0,1 3 1 0 0,-2 0 15 0 0,0 0 0 0 0,0 0-1 0 0,-1 0 1 0 0,1 0 0 0 0,-1-1 0 0 0,-1 1 0 0 0,1 0 0 0 0,-1 0 0 0 0,-1-1 0 0 0,1 1 0 0 0,-1-1 0 0 0,0 1 0 0 0,-7 10 0 0 0,-6 5 142 0 0,-1 0 1 0 0,-24 24-1 0 0,7-7 2 0 0,-3 3 165 0 0,36-42-342 0 0,1 0 0 0 0,0 1-1 0 0,0-1 1 0 0,0 0 0 0 0,0 1-1 0 0,0-1 1 0 0,0 0 0 0 0,0 0-1 0 0,-1 1 1 0 0,1-1 0 0 0,0 0-1 0 0,0 1 1 0 0,0-1-1 0 0,0 0 1 0 0,0 0 0 0 0,0 1-1 0 0,0-1 1 0 0,1 0 0 0 0,-1 1-1 0 0,0-1 1 0 0,0 0 0 0 0,0 1-1 0 0,0-1 1 0 0,0 0 0 0 0,0 0-1 0 0,1 1 1 0 0,-1-1 0 0 0,0 0-1 0 0,0 0 1 0 0,0 1-1 0 0,0-1 1 0 0,1 0 0 0 0,-1 0-1 0 0,0 0 1 0 0,0 1 0 0 0,1-1-1 0 0,-1 0 1 0 0,0 0 0 0 0,0 0-1 0 0,1 0 1 0 0,-1 0 0 0 0,0 0-1 0 0,1 1 1 0 0,-1-1-1 0 0,0 0 1 0 0,0 0 0 0 0,1 0-1 0 0,-1 0 1 0 0,0 0 0 0 0,1 0-1 0 0,14 4-3 0 0,-15-4 2 0 0,23 3-23 0 0,-1-1 0 0 0,0 0-1 0 0,1-2 1 0 0,36-4-1 0 0,-22 1-168 0 0,126-5-1467 0 0,30-3-2612 0 0,-65 2-3472 0 0,-80 5 1262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01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29 1540 0 0,'-2'-29'15854'0'0,"-1"39"-15784"0"0,1-1 0 0 0,0 0 0 0 0,1 1 0 0 0,0-1 0 0 0,1 16 0 0 0,-3 19 75 0 0,-1-14-33 0 0,-53 333 641 0 0,38-245-701 0 0,12-68-2800 0 0,3-23-659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02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2328 0 0,'1'-16'1853'0'0,"1"0"0"0"0,0 1 0 0 0,1-1 0 0 0,8-21 0 0 0,-9 32-1709 0 0,1 0 0 0 0,-1 0 0 0 0,1 0 0 0 0,0 1 0 0 0,0-1-1 0 0,0 1 1 0 0,1 0 0 0 0,-1 0 0 0 0,1 0 0 0 0,0 0 0 0 0,1 1 0 0 0,-1-1 0 0 0,0 1 0 0 0,1 0 0 0 0,0 1-1 0 0,9-5 1 0 0,-4 4-90 0 0,0-1-1 0 0,1 2 1 0 0,-1 0 0 0 0,1 0-1 0 0,-1 1 1 0 0,1 0 0 0 0,0 1-1 0 0,-1 0 1 0 0,1 0-1 0 0,0 1 1 0 0,18 5 0 0 0,-23-5-38 0 0,1 1 0 0 0,0 1 1 0 0,-1-1-1 0 0,1 1 1 0 0,-1 0-1 0 0,0 0 1 0 0,0 1-1 0 0,8 6 0 0 0,-10-7 1 0 0,-1 0 0 0 0,0 0 0 0 0,0 1 1 0 0,-1-1-1 0 0,1 0 0 0 0,-1 1 0 0 0,0 0 0 0 0,1-1 0 0 0,-2 1 0 0 0,1 0 0 0 0,0 0 0 0 0,-1 0 0 0 0,0 0 0 0 0,2 7 0 0 0,-3-3 3 0 0,0-1 0 0 0,0 0-1 0 0,0 0 1 0 0,-1 0 0 0 0,0 0-1 0 0,-1 1 1 0 0,1-1 0 0 0,-1-1 0 0 0,-1 1-1 0 0,1 0 1 0 0,-1 0 0 0 0,0-1 0 0 0,-1 0-1 0 0,-5 9 1 0 0,-4 3 17 0 0,0-1 1 0 0,-1 0-1 0 0,-24 22 0 0 0,8-13 472 0 0,-2-1 0 0 0,-50 30 0 0 0,34-24 1773 0 0,46-30-2205 0 0,2-1-74 0 0,1 0 0 0 0,-1 1 0 0 0,0-1 0 0 0,0 0-1 0 0,0 0 1 0 0,0 0 0 0 0,1 0 0 0 0,-1 0 0 0 0,0 0 0 0 0,0 0 0 0 0,0 1-1 0 0,0-1 1 0 0,1 0 0 0 0,-1 0 0 0 0,0 0 0 0 0,0 0 0 0 0,0 1 0 0 0,0-1 0 0 0,0 0-1 0 0,0 0 1 0 0,0 0 0 0 0,0 1 0 0 0,0-1 0 0 0,1 0 0 0 0,-1 0 0 0 0,0 0-1 0 0,0 1 1 0 0,0-1 0 0 0,0 0 0 0 0,0 0 0 0 0,0 1 0 0 0,0-1 0 0 0,0 0 0 0 0,0 0-1 0 0,-1 0 1 0 0,1 1 0 0 0,0-1 0 0 0,0 0 0 0 0,0 0 0 0 0,0 0 0 0 0,0 1-1 0 0,0-1 1 0 0,0 0 0 0 0,0 0 0 0 0,-1 0 0 0 0,1 0 0 0 0,0 1 0 0 0,0-1 0 0 0,0 0-1 0 0,0 0 1 0 0,-1 0 0 0 0,1 0 0 0 0,0 0 0 0 0,0 0 0 0 0,0 0 0 0 0,0 1-1 0 0,-1-1 1 0 0,1 0 0 0 0,0 0 0 0 0,0 0 0 0 0,0 0 0 0 0,-1 0 0 0 0,1 0-1 0 0,0 0 1 0 0,0 0 0 0 0,-1 0 0 0 0,1 0 0 0 0,0 0 0 0 0,12 11 25 0 0,9 5-178 0 0,0 1 0 0 0,-1 1 0 0 0,27 32 0 0 0,12 30-3736 0 0,-15-17-3640 0 0,-30-46 2299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02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1 103 252 0 0,'1'-47'10736'0'0,"1"3"-5405"0"0,-2 42-5049 0 0,1-7 513 0 0,1 16-748 0 0,0 0 1 0 0,-1 0-1 0 0,0 0 0 0 0,1 13 0 0 0,4 19 27 0 0,-4-32-53 0 0,0 1 8 0 0,0 0 1 0 0,0-1 0 0 0,1 1-1 0 0,6 10 1 0 0,-8-16-19 0 0,1 0-1 0 0,-1 0 1 0 0,0 0 0 0 0,1 0 0 0 0,0 0 0 0 0,-1 0-1 0 0,1-1 1 0 0,0 1 0 0 0,0-1 0 0 0,0 1 0 0 0,0-1-1 0 0,0 0 1 0 0,0 0 0 0 0,1 0 0 0 0,-1 0 0 0 0,0 0-1 0 0,1 0 1 0 0,-1 0 0 0 0,0-1 0 0 0,4 1 0 0 0,-3-1-7 0 0,0 0-1 0 0,0 0 1 0 0,0 0 0 0 0,0 0 0 0 0,0-1 0 0 0,0 1 0 0 0,-1-1 0 0 0,1 1-1 0 0,0-1 1 0 0,0 0 0 0 0,-1 0 0 0 0,1-1 0 0 0,0 1 0 0 0,-1 0 0 0 0,1-1-1 0 0,-1 0 1 0 0,0 1 0 0 0,1-1 0 0 0,-1 0 0 0 0,0 0 0 0 0,0-1 0 0 0,0 1-1 0 0,0 0 1 0 0,1-4 0 0 0,4-5 12 0 0,-1-2 1 0 0,0 1-1 0 0,-1 0 0 0 0,5-17 0 0 0,8-17 762 0 0,-16 39-710 0 0,3-2-16 0 0,-3 19 54 0 0,-5 34 330 0 0,-1 0 1 0 0,-17 68-1 0 0,0 2-179 0 0,19-100-621 0 0,-1-2 158 0 0,2 1 0 0 0,-1 19 1 0 0,7-7-2956 0 0,-4-23 2586 0 0,-1-1 0 0 0,1 1 0 0 0,0-1 0 0 0,0 1 0 0 0,0-1 0 0 0,9 9-3450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02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90 2988 0 0,'-48'-32'13498'0'0,"40"26"-11878"0"0,1 1-461 0 0,8 5-1146 0 0,-1-1 0 0 0,1 1 0 0 0,-1-1 0 0 0,1 1 0 0 0,-1 0 0 0 0,1-1 0 0 0,0 1 0 0 0,-1 0 0 0 0,1-1 0 0 0,-1 1 0 0 0,1 0 0 0 0,0 0 0 0 0,-1 0-1 0 0,1-1 1 0 0,0 1 0 0 0,-1 0 0 0 0,1 0 0 0 0,0 0 0 0 0,-1 0 0 0 0,2 0 0 0 0,146-14 660 0 0,-42 6-1783 0 0,-36-2-2673 0 0,-33 0-3805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03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30 2656 0 0,'-44'-25'11263'0'0,"34"21"-9109"0"0,9 4-2089 0 0,0 1 1 0 0,0 0 0 0 0,0 0-1 0 0,0 0 1 0 0,0 0-1 0 0,0 0 1 0 0,1 0 0 0 0,-1 0-1 0 0,0 0 1 0 0,1 0-1 0 0,-1 1 1 0 0,0-1 0 0 0,1 0-1 0 0,0 0 1 0 0,-1 1-1 0 0,1-1 1 0 0,0 0 0 0 0,-1 0-1 0 0,1 3 1 0 0,-1 32 894 0 0,2-22-741 0 0,-15 279 1334 0 0,7-244-1539 0 0,-3 37-534 0 0,10-30-3942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03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92 2052 0 0,'0'0'1661'0'0,"-27"-18"8131"0"0,-2-4-2578 0 0,36 14-7005 0 0,-6 6-200 0 0,1 0 0 0 0,-1 0 0 0 0,0 0-1 0 0,1 0 1 0 0,-1 0 0 0 0,1 1-1 0 0,-1-1 1 0 0,1 1 0 0 0,0-1-1 0 0,0 1 1 0 0,-1 0 0 0 0,5-2-1 0 0,0-1-17 0 0,0 1-1 0 0,0 1 1 0 0,1-1-1 0 0,-1 1 1 0 0,1 0-1 0 0,0 1 1 0 0,0-1-1 0 0,-1 1 1 0 0,1 1 0 0 0,0-1-1 0 0,0 1 1 0 0,0 0-1 0 0,0 1 1 0 0,7 1-1 0 0,-10-2 7 0 0,0 1-1 0 0,-1 0 1 0 0,1 0-1 0 0,0 1 1 0 0,-1-1-1 0 0,1 1 0 0 0,-1 0 1 0 0,1 0-1 0 0,-1 0 1 0 0,0 0-1 0 0,0 0 1 0 0,0 1-1 0 0,0 0 1 0 0,0-1-1 0 0,0 1 1 0 0,-1 0-1 0 0,1 0 1 0 0,-1 1-1 0 0,0-1 1 0 0,0 0-1 0 0,0 1 1 0 0,-1-1-1 0 0,1 1 0 0 0,-1 0 1 0 0,0-1-1 0 0,1 7 1 0 0,0-1 4 0 0,-1 0 0 0 0,-1 0 0 0 0,0 0 0 0 0,0 0-1 0 0,-1 0 1 0 0,0 0 0 0 0,0 0 0 0 0,-1 0 0 0 0,0-1 0 0 0,-1 1 0 0 0,0 0 0 0 0,0-1 0 0 0,-9 15 0 0 0,-4 5 71 0 0,-2-2 1 0 0,-31 38-1 0 0,35-46 7 0 0,12-16-43 0 0,2-2-30 0 0,0 0 1 0 0,0 0-1 0 0,-1 0 0 0 0,1 1 1 0 0,0-1-1 0 0,0 0 1 0 0,-1 0-1 0 0,1 1 1 0 0,0-1-1 0 0,0 0 1 0 0,0 1-1 0 0,-1-1 1 0 0,1 0-1 0 0,0 0 1 0 0,0 1-1 0 0,0-1 1 0 0,0 0-1 0 0,0 1 1 0 0,0-1-1 0 0,0 0 0 0 0,0 1 1 0 0,0-1-1 0 0,0 0 1 0 0,0 1-1 0 0,0-1 1 0 0,0 1-1 0 0,0-1-6 0 0,0 1-1 0 0,1-1 1 0 0,-1 0 0 0 0,0 1-1 0 0,1-1 1 0 0,-1 1-1 0 0,0-1 1 0 0,1 0 0 0 0,-1 0-1 0 0,0 1 1 0 0,1-1-1 0 0,-1 0 1 0 0,1 0 0 0 0,-1 1-1 0 0,1-1 1 0 0,-1 0-1 0 0,1 0 1 0 0,-1 0 0 0 0,0 0-1 0 0,1 0 1 0 0,0 1-1 0 0,29 6-27 0 0,-14-2 3 0 0,-1 1 0 0 0,0 1 0 0 0,0 0 0 0 0,0 1 0 0 0,14 11 0 0 0,-23-15 20 0 0,-1 0 0 0 0,1 0-1 0 0,-1 0 1 0 0,0 1 0 0 0,-1 0-1 0 0,1 0 1 0 0,-1 0-1 0 0,0 1 1 0 0,0-1 0 0 0,-1 1-1 0 0,0 0 1 0 0,0 0 0 0 0,0 0-1 0 0,0 0 1 0 0,1 10 0 0 0,-3-12 20 0 0,0 1 1 0 0,-1-1-1 0 0,0 1 1 0 0,0-1 0 0 0,0 0-1 0 0,-1 1 1 0 0,1-1-1 0 0,-1 1 1 0 0,0-1 0 0 0,0 0-1 0 0,-1 1 1 0 0,1-1-1 0 0,-1 0 1 0 0,0 0 0 0 0,-4 6-1 0 0,2-4 39 0 0,-1-1 1 0 0,1 1-1 0 0,-1-1 0 0 0,0 0 1 0 0,-1-1-1 0 0,1 1 0 0 0,-1-1 1 0 0,-12 7-1 0 0,5-4 44 0 0,-1-1-1 0 0,1-1 1 0 0,-1 0 0 0 0,0 0 0 0 0,0-2-1 0 0,0 0 1 0 0,0 0 0 0 0,-27 0 0 0 0,29-3-30 0 0,0-1 1 0 0,1 0-1 0 0,-1-1 0 0 0,-22-6 1 0 0,30 7-290 0 0,-1-1-1 0 0,1 1 1 0 0,0-1 0 0 0,0 0 0 0 0,0 0 0 0 0,0 0 0 0 0,0-1 0 0 0,0 1 0 0 0,1-1-1 0 0,-1 0 1 0 0,1 0 0 0 0,0-1 0 0 0,0 1 0 0 0,-6-8 0 0 0,9 10-50 0 0,-1-1 1 0 0,0 1-1 0 0,1-1 0 0 0,-1 1 1 0 0,1-1-1 0 0,0 1 1 0 0,-1-1-1 0 0,1 0 0 0 0,0 1 1 0 0,0-1-1 0 0,0 0 1 0 0,0 1-1 0 0,0-1 0 0 0,1 1 1 0 0,-1-1-1 0 0,0 1 1 0 0,1-1-1 0 0,-1 0 0 0 0,2-1 1 0 0,16-28-6319 0 0,-16 30 6144 0 0,10-15-4399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05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88 2412 0 0,'4'-26'8726'0'0,"-3"-12"976"0"0,-1 14-4136 0 0,-12 55-5606 0 0,-12 60 27 0 0,-16 46 70 0 0,0-18-13 0 0,-33 83 156 0 0,68-186-53 0 0,-2 1 584 0 0,7-16-647 0 0,0-1 0 0 0,0 0 0 0 0,-1 1-1 0 0,1-1 1 0 0,0 0 0 0 0,0 0 0 0 0,0 1-1 0 0,-1-1 1 0 0,1 0 0 0 0,0 0 0 0 0,0 0-1 0 0,-1 1 1 0 0,1-1 0 0 0,0 0 0 0 0,0 0-1 0 0,-1 0 1 0 0,1 0 0 0 0,0 0-1 0 0,-1 1 1 0 0,1-1 0 0 0,0 0 0 0 0,-1 0-1 0 0,1 0 1 0 0,0 0 0 0 0,0 0 0 0 0,-1 0-1 0 0,1 0 1 0 0,0 0 0 0 0,-1 0 0 0 0,1 0-1 0 0,0 0 1 0 0,-1 0 0 0 0,1-1 0 0 0,0 1-1 0 0,-1 0 1 0 0,1 0 0 0 0,0 0 0 0 0,0 0-1 0 0,-1-1 1 0 0,0-1-46 0 0,0-1 0 0 0,0 1 0 0 0,0-1 0 0 0,0 1 1 0 0,0-1-1 0 0,1 0 0 0 0,-1 1 0 0 0,1-1 0 0 0,0 0 0 0 0,0 0 0 0 0,0 1 0 0 0,0-4 0 0 0,0 4-22 0 0,1-28-118 0 0,2 0 0 0 0,1 0 0 0 0,1 1 0 0 0,1-1 0 0 0,20-54 0 0 0,-13 50-116 0 0,1 0 0 0 0,2 1 0 0 0,33-51 0 0 0,-39 72 151 0 0,0-1-1 0 0,1 2 0 0 0,1-1 0 0 0,0 2 0 0 0,1 0 0 0 0,14-9 0 0 0,8-8-53 0 0,13 0-23 0 0,-46 26 120 0 0,43-4-166 0 0,-42 5 169 0 0,21 11-230 0 0,-19-5 99 0 0,-3-3 90 0 0,0-1 1 0 0,0 1-1 0 0,0 0 0 0 0,0 1 1 0 0,0-1-1 0 0,0 0 1 0 0,-1 0-1 0 0,2 7 1 0 0,-2-5 46 0 0,-1 0 1 0 0,0 0-1 0 0,0 0 1 0 0,0 0-1 0 0,0 0 1 0 0,-1 0 0 0 0,0 0-1 0 0,0 0 1 0 0,-1-1-1 0 0,-1 7 1 0 0,1-5-2 0 0,-1 3 42 0 0,0 0 0 0 0,0 0 0 0 0,-1-1-1 0 0,0 1 1 0 0,-1-1 0 0 0,0 1 0 0 0,-10 12 0 0 0,4-10-12 0 0,0 0-1 0 0,-1-1 0 0 0,0 0 1 0 0,-1-1-1 0 0,0 0 1 0 0,0-1-1 0 0,-1 0 0 0 0,0-1 1 0 0,0-1-1 0 0,-30 9 1 0 0,9-2-37 0 0,33-12 39 0 0,-4 0-88 0 0,1 1 12 0 0,-1 0-1 0 0,1 0 0 0 0,-7 4 0 0 0,12-4 58 0 0,0-1 0 0 0,0 1 0 0 0,1-1 0 0 0,-1 0 0 0 0,1 1 0 0 0,-1-1 0 0 0,1 1 0 0 0,-1-1 0 0 0,1 0 0 0 0,0 0 0 0 0,0 1 1 0 0,-1-1-1 0 0,1 0 0 0 0,0 0 0 0 0,0 0 0 0 0,2 2 0 0 0,24 22-71 0 0,-18-17 43 0 0,159 134-16 0 0,-165-139 56 0 0,31 25-8 0 0,-33-27 9 0 0,1 2-2 0 0,13 9 17 0 0,-3-4-104 0 0,-10-7-172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05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73 136 0 0,'1'-24'11786'0'0,"5"4"-7203"0"0,-5 18-4486 0 0,0 0 0 0 0,1 0 0 0 0,-1 1 0 0 0,0-1 0 0 0,1 0 1 0 0,-1 1-1 0 0,1-1 0 0 0,-1 1 0 0 0,1-1 0 0 0,0 1 0 0 0,0 0 0 0 0,0 0 0 0 0,-1 0 0 0 0,1 0 0 0 0,0 0 0 0 0,0 0 1 0 0,1 1-1 0 0,3-2 0 0 0,-3 1-80 0 0,-1 1 0 0 0,1-1 0 0 0,0 1 0 0 0,0-1 0 0 0,0 1 0 0 0,0 0 0 0 0,0 0 0 0 0,0 0 1 0 0,0 1-1 0 0,-1-1 0 0 0,1 1 0 0 0,0-1 0 0 0,0 1 0 0 0,0 0 0 0 0,-1 0 0 0 0,1 1 0 0 0,0-1 0 0 0,-1 0 1 0 0,1 1-1 0 0,-1-1 0 0 0,0 1 0 0 0,1 0 0 0 0,-1 0 0 0 0,0 0 0 0 0,0 0 0 0 0,0 0 0 0 0,0 1 0 0 0,2 3 1 0 0,-2-2 9 0 0,0 0 1 0 0,0 0 0 0 0,-1 0 0 0 0,1 0 0 0 0,-1 0 0 0 0,0 0 0 0 0,0 0 0 0 0,-1 0 0 0 0,1 1 0 0 0,-1-1 0 0 0,0 0 0 0 0,0 0 0 0 0,0 1 0 0 0,-1-1 0 0 0,1 0 0 0 0,-1 0 0 0 0,0 0 0 0 0,0 0 0 0 0,-3 6-1 0 0,-4 6 205 0 0,0 0-1 0 0,-2 0 0 0 0,0-1 1 0 0,0 0-1 0 0,-2-1 0 0 0,1 0 1 0 0,-19 15-1 0 0,-104 79 2674 0 0,78-66-1603 0 0,40-26-720 0 0,16-15-575 0 0,0-1 0 0 0,0 0 0 0 0,0 0 0 0 0,0 0 0 0 0,0 1 0 0 0,0-1 0 0 0,0 0 0 0 0,0 0 0 0 0,0 1 0 0 0,0-1 0 0 0,0 0 0 0 0,0 0 0 0 0,0 0 0 0 0,0 1 0 0 0,0-1 0 0 0,0 0 0 0 0,0 0 0 0 0,0 1 0 0 0,0-1 0 0 0,0 0 0 0 0,0 0 0 0 0,0 0 0 0 0,0 1 0 0 0,0-1 0 0 0,1 0 0 0 0,-1 0 0 0 0,0 0 0 0 0,0 1 0 0 0,0-1 0 0 0,0 0 0 0 0,0 0 0 0 0,1 0 0 0 0,-1 0 0 0 0,0 0-1 0 0,0 0 1 0 0,0 1 0 0 0,1-1 0 0 0,-1 0 0 0 0,0 0 0 0 0,0 0 0 0 0,1 0 0 0 0,4 1 18 0 0,-1 0 0 0 0,1-1 0 0 0,0 0-1 0 0,0 0 1 0 0,7-1 0 0 0,0 1 7 0 0,232-16-1923 0 0,-94 5-3379 0 0,-108 6 1220 0 0,-21 3-1589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14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23 2368 0 0,'6'-10'8465'0'0,"1"-2"-3433"0"0,-7 21-4640 0 0,-54 296 237 0 0,36-222-501 0 0,-17 104 3 0 0,25-128-1730 0 0,2-20-7159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15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1044 0 0,'1'-8'993'0'0,"0"1"-1"0"0,0-1 1 0 0,1 0 0 0 0,0 0 0 0 0,1 1-1 0 0,0-1 1 0 0,0 1 0 0 0,6-11-1 0 0,-5 14-857 0 0,-1-1 0 0 0,1 1-1 0 0,0 0 1 0 0,0 0 0 0 0,0 0-1 0 0,0 0 1 0 0,1 1 0 0 0,0 0-1 0 0,-1 0 1 0 0,1 0 0 0 0,0 1-1 0 0,10-5 1 0 0,-4 4-74 0 0,0 0 0 0 0,-1 0-1 0 0,1 1 1 0 0,0 0 0 0 0,0 1 0 0 0,0 1 0 0 0,20 0-1 0 0,-25 0-49 0 0,0 1 0 0 0,-1 0 0 0 0,1 0 0 0 0,0 0 0 0 0,0 1 0 0 0,-1 0 0 0 0,1 0-1 0 0,-1 0 1 0 0,0 1 0 0 0,1-1 0 0 0,-1 1 0 0 0,0 0 0 0 0,-1 1 0 0 0,1 0 0 0 0,0-1 0 0 0,4 7-1 0 0,-7-8 6 0 0,0 1-1 0 0,-1-1 0 0 0,1 1 0 0 0,0 0 0 0 0,-1 0 0 0 0,0 0 0 0 0,0 0 1 0 0,0 0-1 0 0,0 0 0 0 0,0 0 0 0 0,-1 0 0 0 0,1 0 0 0 0,-1 1 0 0 0,0 5 1 0 0,0-3 9 0 0,-1 1 0 0 0,0-1 1 0 0,-1 0-1 0 0,1 0 1 0 0,-1 0-1 0 0,0 0 0 0 0,-4 6 1 0 0,-2 4 37 0 0,-1 0 0 0 0,-1-1 0 0 0,-1 0 0 0 0,-16 17 0 0 0,6-9 243 0 0,-2-2 0 0 0,0-1-1 0 0,-44 29 1 0 0,21-14 858 0 0,44-33-1134 0 0,0 1 1 0 0,1-3-31 0 0,1 0 1 0 0,0 0-1 0 0,0 0 1 0 0,0 0-1 0 0,-1 0 1 0 0,1 0-1 0 0,0 0 0 0 0,0 0 1 0 0,0 0-1 0 0,-1 1 1 0 0,1-1-1 0 0,0 0 1 0 0,0 0-1 0 0,0 0 1 0 0,0 0-1 0 0,0 0 1 0 0,-1 1-1 0 0,1-1 1 0 0,0 0-1 0 0,0 0 1 0 0,0 0-1 0 0,0 1 1 0 0,0-1-1 0 0,0 0 1 0 0,0 0-1 0 0,0 0 1 0 0,0 1-1 0 0,0-1 1 0 0,0 0-1 0 0,0 0 1 0 0,0 0-1 0 0,0 1 1 0 0,0-1-1 0 0,0 2 2 0 0,0 0-1 0 0,1 0 0 0 0,-1 0 1 0 0,1 0-1 0 0,-1 0 1 0 0,1 0-1 0 0,0 0 0 0 0,0 0 1 0 0,0 0-1 0 0,0 0 1 0 0,0-1-1 0 0,0 1 0 0 0,2 2 1 0 0,24 22 1 0 0,-7-6 1 0 0,67 91-43 0 0,9 10-5080 0 0,-79-104 1773 0 0,-2-4-1383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15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185 129 1132 0 0,'-21'-42'10261'0'0,"19"37"-9684"0"0,0 0-1 0 0,1 0 1 0 0,-1 0 0 0 0,1 0-1 0 0,1-1 1 0 0,-1-7-1 0 0,1 11-549 0 0,0 0 0 0 0,0 0 0 0 0,0 1-1 0 0,0-1 1 0 0,1 0 0 0 0,-1 1 0 0 0,0-1 0 0 0,1 0-1 0 0,0 1 1 0 0,-1-1 0 0 0,1 1 0 0 0,0-1-1 0 0,0 1 1 0 0,0-1 0 0 0,0 1 0 0 0,0-1-1 0 0,0 1 1 0 0,0 0 0 0 0,1 0 0 0 0,-1-1 0 0 0,0 1-1 0 0,1 0 1 0 0,-1 0 0 0 0,0 0 0 0 0,1 1-1 0 0,0-1 1 0 0,-1 0 0 0 0,1 1 0 0 0,-1-1-1 0 0,1 0 1 0 0,0 1 0 0 0,-1 0 0 0 0,3-1 0 0 0,-1 1-25 0 0,1-1 1 0 0,-1 1 0 0 0,0 0-1 0 0,1 0 1 0 0,-1 1 0 0 0,0-1-1 0 0,1 1 1 0 0,-1-1 0 0 0,0 1-1 0 0,0 0 1 0 0,1 0 0 0 0,-1 1-1 0 0,0-1 1 0 0,0 1 0 0 0,0-1-1 0 0,3 3 1 0 0,-4-1 1 0 0,1-1 0 0 0,-1 1 1 0 0,0 0-1 0 0,0-1 0 0 0,0 1 1 0 0,0 0-1 0 0,0 0 0 0 0,-1 0 0 0 0,1 1 1 0 0,-1-1-1 0 0,0 0 0 0 0,0 1 1 0 0,0-1-1 0 0,0 0 0 0 0,0 1 0 0 0,-1-1 1 0 0,0 1-1 0 0,0-1 0 0 0,0 1 1 0 0,0-1-1 0 0,0 1 0 0 0,-1-1 0 0 0,1 1 1 0 0,-3 5-1 0 0,-2 7 28 0 0,0 0-1 0 0,-1 0 1 0 0,-15 25-1 0 0,15-28 5 0 0,-6 11-4 0 0,10-20-26 0 0,1-3-9 0 0,1 1 0 0 0,-1-1 0 0 0,0 1-1 0 0,0 0 1 0 0,1-1 0 0 0,-1 1 0 0 0,1 0 0 0 0,0-1 0 0 0,-1 1-1 0 0,1 0 1 0 0,0 0 0 0 0,0-1 0 0 0,0 4 0 0 0,1-3 0 0 0,1 0 0 0 0,-1-1 0 0 0,0 1 0 0 0,1-1 0 0 0,-1 0 0 0 0,1 1 0 0 0,0-1 0 0 0,-1 0 0 0 0,1 0 0 0 0,0 0 0 0 0,0 0 0 0 0,-1 0 0 0 0,1 0 0 0 0,3 0 0 0 0,-2 0 2 0 0,18 9-13 0 0,40 23 0 0 0,-55-30 17 0 0,-1 1 0 0 0,0 0 0 0 0,0 0 0 0 0,0 1 0 0 0,0-1 0 0 0,-1 1 0 0 0,1 0 0 0 0,-1 0 0 0 0,-1 1 0 0 0,1-1 0 0 0,-1 1 0 0 0,4 8 0 0 0,-6-10 26 0 0,0-1-1 0 0,0 1 1 0 0,-1 0 0 0 0,0 0 0 0 0,0 0 0 0 0,0 0-1 0 0,0-1 1 0 0,0 1 0 0 0,-1 0 0 0 0,1 0-1 0 0,-1 0 1 0 0,0-1 0 0 0,-1 1 0 0 0,1-1 0 0 0,0 1-1 0 0,-1-1 1 0 0,0 1 0 0 0,0-1 0 0 0,-5 6 0 0 0,0 1 128 0 0,0-1 1 0 0,-1 0 0 0 0,0-1-1 0 0,-1 0 1 0 0,-10 8 0 0 0,8-9-36 0 0,1 0 0 0 0,-1-1 0 0 0,1-1 0 0 0,-2 0-1 0 0,1 0 1 0 0,0-1 0 0 0,-1 0 0 0 0,0-1 0 0 0,0-1 0 0 0,-18 2 0 0 0,19-3-108 0 0,1 0 1 0 0,-1-1 0 0 0,0-1 0 0 0,1 0-1 0 0,-1 0 1 0 0,0-1 0 0 0,1 0 0 0 0,0-1-1 0 0,-1 0 1 0 0,1-1 0 0 0,1 0-1 0 0,-13-7 1 0 0,21 10-131 0 0,0 0 1 0 0,-1 0-1 0 0,1 0 0 0 0,0 0 0 0 0,0 0 0 0 0,0 0 1 0 0,0 0-1 0 0,0-1 0 0 0,0 1 0 0 0,0 0 0 0 0,0-1 1 0 0,1 1-1 0 0,-1 0 0 0 0,0-1 0 0 0,1 1 0 0 0,0-1 1 0 0,-1 0-1 0 0,1 1 0 0 0,0-1 0 0 0,-1 1 0 0 0,1-1 1 0 0,0 1-1 0 0,0-1 0 0 0,0 0 0 0 0,0 1 0 0 0,1-1 1 0 0,-1 1-1 0 0,0-1 0 0 0,1 1 0 0 0,-1-1 0 0 0,1 1 1 0 0,0-1-1 0 0,-1 1 0 0 0,3-3 0 0 0,1-5-1418 0 0,1 1-1 0 0,0 0 1 0 0,1 0-1 0 0,8-10 0 0 0,3-2-4002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16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71 198 2392 0 0,'-3'-1'1808'0'0,"-55"-16"8319"0"0,56 16-9357 0 0,-6-3-379 0 0,44-3-322 0 0,39-3-1 0 0,-7 2-48 0 0,107-9-1667 0 0,-95 11-3129 0 0,-77 5 3859 0 0,7 0-510 0 0,-17-10-1553 0 0,1 6 3076 0 0,1 1 0 0 0,-1 0 0 0 0,-7-5 0 0 0,4 4 1123 0 0,0-1 0 0 0,1 0 0 0 0,-8-8 0 0 0,12 10-733 0 0,0-1 0 0 0,1 1 0 0 0,0-1 0 0 0,-1 1 0 0 0,2-1 0 0 0,-1 0 0 0 0,-3-8 0 0 0,6 12-327 0 0,0 0-142 0 0,0 1 0 0 0,0-1 0 0 0,0 1 0 0 0,0-1 1 0 0,0 1-1 0 0,0-1 0 0 0,0 1 0 0 0,0-1 0 0 0,0 1 0 0 0,0-1 0 0 0,1 1 0 0 0,-1 0 0 0 0,0-1 0 0 0,0 1 0 0 0,0-1 0 0 0,1 1 0 0 0,-1-1 0 0 0,0 1 1 0 0,1-1-1 0 0,2 0-8 0 0,-1 0 1 0 0,0 1-1 0 0,1-1 1 0 0,-1 1 0 0 0,0-1-1 0 0,1 1 1 0 0,-1 0 0 0 0,1 0-1 0 0,-1 0 1 0 0,1 0-1 0 0,-1 0 1 0 0,0 0 0 0 0,1 1-1 0 0,-1-1 1 0 0,1 1 0 0 0,-1 0-1 0 0,0 0 1 0 0,3 1-1 0 0,-1 0 8 0 0,1 1-1 0 0,-1-1 0 0 0,0 1 0 0 0,0 1 0 0 0,0-1 0 0 0,-1 0 0 0 0,1 1 0 0 0,5 7 1 0 0,-5-5 3 0 0,1 1 0 0 0,-1 0 0 0 0,0 0 1 0 0,0 0-1 0 0,-1 1 0 0 0,0-1 1 0 0,0 1-1 0 0,-1 0 0 0 0,0 0 0 0 0,0-1 1 0 0,0 13-1 0 0,-2-1-223 0 0,-2 0 0 0 0,0-1 0 0 0,0 1 0 0 0,-2-1 0 0 0,0 0 1 0 0,-2 0-1 0 0,0 0 0 0 0,-1-1 0 0 0,0 0 0 0 0,-1 0 0 0 0,-16 23 0 0 0,21-36-399 0 0,-4 6-287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17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57 976 0 0,'-32'-25'11016'0'0,"31"24"-10629"0"0,0 0 0 0 0,0 0-1 0 0,0 0 1 0 0,0 0-1 0 0,0-1 1 0 0,0 1-1 0 0,0 0 1 0 0,0 0 0 0 0,-1-3-1 0 0,3 3-379 0 0,0-1 0 0 0,0 1 1 0 0,0 0-1 0 0,0-1 0 0 0,1 1 0 0 0,-1 0 0 0 0,0 0 0 0 0,1 0 0 0 0,-1 0 1 0 0,1 0-1 0 0,-1 0 0 0 0,1 1 0 0 0,0-1 0 0 0,-1 0 0 0 0,1 1 0 0 0,0-1 1 0 0,-1 1-1 0 0,1 0 0 0 0,0-1 0 0 0,-1 1 0 0 0,1 0 0 0 0,0 0 0 0 0,0 0 1 0 0,-1 0-1 0 0,1 1 0 0 0,2 0 0 0 0,4-1 17 0 0,-1 1 0 0 0,0 0 0 0 0,0 1 0 0 0,0-1 0 0 0,10 5 0 0 0,-14-4-22 0 0,0-1 0 0 0,1 1 1 0 0,-1 0-1 0 0,0 0 0 0 0,0 0 0 0 0,0 0 0 0 0,0 1 1 0 0,-1-1-1 0 0,1 1 0 0 0,-1-1 0 0 0,1 1 1 0 0,-1 0-1 0 0,0 0 0 0 0,0 0 0 0 0,0 0 1 0 0,0 1-1 0 0,-1-1 0 0 0,2 5 0 0 0,-2-2 7 0 0,0 0-1 0 0,0-1 1 0 0,0 1-1 0 0,-1 0 1 0 0,0 0-1 0 0,0-1 1 0 0,-1 1 0 0 0,1 0-1 0 0,-1-1 1 0 0,-3 11-1 0 0,-2 1 12 0 0,-1 1 1 0 0,-1-1-1 0 0,0-1 0 0 0,-1 0 1 0 0,-1 0-1 0 0,-16 21 1 0 0,-174 183 213 0 0,199-219-229 0 0,0-1 0 0 0,1 1 0 0 0,-1-1 0 0 0,1 1 0 0 0,-1-1 0 0 0,1 1 0 0 0,-1-1 1 0 0,1 1-1 0 0,-1-1 0 0 0,1 1 0 0 0,0 0 0 0 0,-1-1 0 0 0,1 1 0 0 0,0 0 0 0 0,-1-1 1 0 0,1 1-1 0 0,0 0 0 0 0,0-1 0 0 0,0 1 0 0 0,0 1 0 0 0,0-2-2 0 0,0 1 0 0 0,1-1 0 0 0,-1 0 0 0 0,0 1 0 0 0,1-1 0 0 0,-1 0 0 0 0,0 0 0 0 0,1 1 0 0 0,-1-1 0 0 0,1 0 0 0 0,-1 0 0 0 0,1 0 0 0 0,-1 0 0 0 0,0 1 0 0 0,1-1 0 0 0,-1 0 0 0 0,1 0 0 0 0,-1 0 0 0 0,1 0 0 0 0,-1 0 0 0 0,1 0 0 0 0,-1 0 0 0 0,1 0 0 0 0,36-7 63 0 0,-34 6-61 0 0,55-14 22 0 0,43-9-16 0 0,-96 23-10 0 0,4-2 3 0 0,-1 0-1 0 0,0 1 1 0 0,1 0 0 0 0,8-2-1 0 0,2 1 28 0 0,-17 3-17 0 0,11-2-636 0 0,-14 3 283 0 0,0 1-1 0 0,0-1 1 0 0,1 1-1 0 0,-1-1 1 0 0,0 0-1 0 0,-1 1 1 0 0,1-1-1 0 0,0 0 1 0 0,0 0-1 0 0,-2 1 1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17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88 744 0 0,'6'-45'11834'0'0,"0"4"-6166"0"0,-6 39-5407 0 0,0 19-109 0 0,-2 31 40 0 0,-2-1-1 0 0,-15 74 0 0 0,-35 96-821 0 0,35-143-849 0 0,12-47-75 0 0,0 0-1480 0 0,2-10-1928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18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39 217 2896 0 0,'0'-24'3847'0'0,"-1"13"-2326"0"0,1-1-1 0 0,1 0 1 0 0,2-15-1 0 0,-2 23-1399 0 0,0-1 0 0 0,0 1 0 0 0,1 0 0 0 0,-1 0 0 0 0,1 0 0 0 0,0 0 0 0 0,1 0 0 0 0,-1 1 0 0 0,0-1 0 0 0,1 0 0 0 0,0 1-1 0 0,5-5 1 0 0,2-1-73 0 0,-1 2 0 0 0,1-1-1 0 0,1 1 1 0 0,0 1 0 0 0,0 0-1 0 0,0 0 1 0 0,0 1 0 0 0,1 1 0 0 0,0 0-1 0 0,0 0 1 0 0,0 1 0 0 0,22-2-1 0 0,-31 5-41 0 0,1-1-1 0 0,-1 1 0 0 0,1-1 0 0 0,-1 1 1 0 0,1 1-1 0 0,-1-1 0 0 0,1 0 1 0 0,-1 1-1 0 0,1 0 0 0 0,-1-1 0 0 0,0 1 1 0 0,1 1-1 0 0,-1-1 0 0 0,0 0 0 0 0,0 1 1 0 0,1 0-1 0 0,-1 0 0 0 0,-1 0 0 0 0,1 0 1 0 0,0 0-1 0 0,0 0 0 0 0,-1 1 1 0 0,1-1-1 0 0,-1 1 0 0 0,4 5 0 0 0,-4-4 8 0 0,-1 0 0 0 0,1 1 0 0 0,-1-1 0 0 0,1 0 0 0 0,-1 0 0 0 0,-1 1 0 0 0,1-1 0 0 0,-1 1 0 0 0,1-1 0 0 0,-1 1 0 0 0,-1-1 0 0 0,1 0 0 0 0,0 1 0 0 0,-1-1 0 0 0,0 1 0 0 0,0-1 0 0 0,-1 0 0 0 0,1 0 0 0 0,-3 6 0 0 0,-6 10-17 0 0,-1-1 1 0 0,-1-1-1 0 0,0 1 0 0 0,-2-2 1 0 0,0 0-1 0 0,0-1 0 0 0,-20 17 1 0 0,-123 90 2909 0 0,144-114-2196 0 0,-1-1-35 0 0,13-7-616 0 0,-1 0 0 0 0,0 0 1 0 0,1 0-1 0 0,-1 0 1 0 0,0 1-1 0 0,1-1 0 0 0,-1 0 1 0 0,1 0-1 0 0,0 1 0 0 0,-2 2 1 0 0,2-3-58 0 0,1 0 0 0 0,0 0 0 0 0,0 0 0 0 0,0 0 0 0 0,0 0 1 0 0,0 0-1 0 0,0 0 0 0 0,1 0 0 0 0,-1 0 0 0 0,0 0 0 0 0,0-1 0 0 0,1 1 0 0 0,-1 0 0 0 0,0 0 1 0 0,1 0-1 0 0,-1 0 0 0 0,1 0 0 0 0,-1 0 0 0 0,1-1 0 0 0,0 1 0 0 0,-1 0 0 0 0,1-1 0 0 0,0 1 1 0 0,-1 0-1 0 0,1-1 0 0 0,1 2 0 0 0,24 22-10 0 0,-2 2-1 0 0,-1 1 1 0 0,32 49 0 0 0,-30-32-1350 0 0,21 33-2849 0 0,-38-67 1813 0 0,-1 0 0 0 0,16 15 0 0 0,-10-14-2808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18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395 161 1956 0 0,'-3'-10'2517'0'0,"-1"1"-515"0"0,1-1 0 0 0,1 0 0 0 0,-3-13 0 0 0,5 20-1841 0 0,0 0 1 0 0,0 0 0 0 0,0 0 0 0 0,0 0 0 0 0,0 0 0 0 0,0 0 0 0 0,1 0 0 0 0,0 0 0 0 0,0 0 0 0 0,-1 1 0 0 0,1-1 0 0 0,1 0 0 0 0,-1 0 0 0 0,0 1 0 0 0,1-1 0 0 0,2-3 0 0 0,0 2-94 0 0,-1 0 0 0 0,1 0 0 0 0,1 0 0 0 0,-1 0 0 0 0,1 1 0 0 0,-1 0-1 0 0,1 0 1 0 0,0 0 0 0 0,0 0 0 0 0,0 1 0 0 0,11-4 0 0 0,-13 5-63 0 0,-1 1 0 0 0,1-1 0 0 0,0 0 0 0 0,0 1 0 0 0,0 0 0 0 0,0 0 0 0 0,0 0 0 0 0,-1 0 0 0 0,1 0 0 0 0,0 0 0 0 0,0 1 0 0 0,0 0 0 0 0,0-1 0 0 0,-1 1 1 0 0,1 0-1 0 0,0 0 0 0 0,-1 1 0 0 0,1-1 0 0 0,-1 0 0 0 0,1 1 0 0 0,-1 0 0 0 0,0-1 0 0 0,1 1 0 0 0,2 3 0 0 0,-3-2 7 0 0,0 0 0 0 0,0 0 0 0 0,-1 0 0 0 0,1 0 0 0 0,-1 0 0 0 0,0 1 1 0 0,0-1-1 0 0,0 0 0 0 0,0 1 0 0 0,0-1 0 0 0,-1 0 0 0 0,1 1 0 0 0,-1-1 0 0 0,0 1 0 0 0,0-1 0 0 0,0 1 1 0 0,-1-1-1 0 0,1 1 0 0 0,-1-1 0 0 0,0 0 0 0 0,-2 6 0 0 0,-2 7 37 0 0,-2 0 1 0 0,0-1-1 0 0,-9 16 0 0 0,11-21-22 0 0,-47 80 362 0 0,51-88-359 0 0,2-2-28 0 0,-1 0 1 0 0,0 1 0 0 0,0-1 0 0 0,1 1 0 0 0,-1-1-1 0 0,0 0 1 0 0,1 0 0 0 0,-1 1 0 0 0,0-1 0 0 0,1 0 0 0 0,-1 0-1 0 0,1 1 1 0 0,-1-1 0 0 0,0 0 0 0 0,1 0 0 0 0,-1 0-1 0 0,1 0 1 0 0,-1 1 0 0 0,0-1 0 0 0,1 0 0 0 0,-1 0-1 0 0,1 0 1 0 0,-1 0 0 0 0,1 0 0 0 0,-1 0 0 0 0,1 0-1 0 0,19 0 18 0 0,-15 0-21 0 0,8-1-2 0 0,0 2 0 0 0,-1 0 0 0 0,1 0 0 0 0,0 1 0 0 0,-1 0 0 0 0,24 8 0 0 0,-29-7 7 0 0,0-1 0 0 0,-1 1 0 0 0,1 0 0 0 0,-1 1 0 0 0,0-1 0 0 0,0 1 1 0 0,0 0-1 0 0,-1 1 0 0 0,1 0 0 0 0,-1-1 0 0 0,0 2 0 0 0,6 6 0 0 0,-9-8 19 0 0,1 0 0 0 0,-1 0-1 0 0,0 0 1 0 0,0 1 0 0 0,0-1 0 0 0,-1 0 0 0 0,1 1-1 0 0,-1-1 1 0 0,0 1 0 0 0,0 0 0 0 0,-1-1-1 0 0,1 1 1 0 0,-1 0 0 0 0,0-1 0 0 0,0 1 0 0 0,-1 0-1 0 0,0-1 1 0 0,1 1 0 0 0,-4 7 0 0 0,0 0 22 0 0,-2 0-1 0 0,1 0 1 0 0,-2 0 0 0 0,0-1 0 0 0,0 0 0 0 0,-1 0 0 0 0,0-1 0 0 0,0 0 0 0 0,-2 0 0 0 0,1-1-1 0 0,-16 12 1 0 0,-4 0-32 0 0,0-1 0 0 0,-1-1-1 0 0,-35 15 1 0 0,15-11-1471 0 0,-79 24-1 0 0,-54 0-6100 0 0,113-34 2184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3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807 30 244 0 0,'22'-16'14817'0'0,"-32"9"-14227"0"0,-2 5-504 0 0,-1 0 0 0 0,0 0 1 0 0,1 2-1 0 0,-24 0 0 0 0,-24 2 74 0 0,25-1-170 0 0,8 2-29 0 0,24-2 30 0 0,2 0 8 0 0,-3 3 9 0 0,0 0-1 0 0,0 1 0 0 0,0-1 0 0 0,1 1 0 0 0,0 0 0 0 0,0 0 0 0 0,0 0 1 0 0,1 0-1 0 0,0 1 0 0 0,0-1 0 0 0,0 1 0 0 0,0-1 0 0 0,1 1 0 0 0,-1 7 1 0 0,-8 25 42 0 0,8-29-43 0 0,0 0 1 0 0,1 0 0 0 0,0 0-1 0 0,1 0 1 0 0,0 16 0 0 0,1-11-17 0 0,-28 658 1654 0 0,13-406-1154 0 0,-74 1664 1158 0 0,-4-470-790 0 0,3-596-584 0 0,40-521-157 0 0,-43 366 76 0 0,51-259-92 0 0,-6-83 460 0 0,43-333-273 0 0,-3 54 67 0 0,7-77-169 0 0,0 0 0 0 0,1 0 1 0 0,0 1-1 0 0,1-1 0 0 0,5 18 1 0 0,-6-26-137 0 0,1 0 0 0 0,-1-1 0 0 0,1 1 0 0 0,-1-1 0 0 0,1 1 1 0 0,0-1-1 0 0,0 1 0 0 0,0-1 0 0 0,1 0 0 0 0,-1 0 0 0 0,0 0 0 0 0,1 0 1 0 0,-1-1-1 0 0,1 1 0 0 0,0-1 0 0 0,-1 1 0 0 0,1-1 0 0 0,0 0 1 0 0,0 0-1 0 0,0 0 0 0 0,0 0 0 0 0,0-1 0 0 0,4 1 0 0 0,9 1 44 0 0,1-1-1 0 0,-1 0 0 0 0,19-2 0 0 0,-21 0-40 0 0,346-37-2077 0 0,-244 23-165 0 0,86-12-7070 0 0,-103 9-569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33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18 1244 0 0,'-6'-14'9345'0'0,"4"11"-8530"0"0,-1 9-553 0 0,0 1 0 0 0,0 0 0 0 0,1-1 0 0 0,1 1-1 0 0,-1 0 1 0 0,1 0 0 0 0,0 1 0 0 0,0 9 0 0 0,-2 11 176 0 0,-46 193 940 0 0,17-86-1083 0 0,26-110-452 0 0,-6 32-1515 0 0,11-22-3690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34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69 2224 0 0,'0'0'1970'0'0,"-9"-29"10665"0"0,8 28-12609 0 0,1 1 1 0 0,0 0-1 0 0,-1 0 1 0 0,1 0 0 0 0,-1 0-1 0 0,1 0 1 0 0,0 0-1 0 0,-1 0 1 0 0,1-1-1 0 0,0 1 1 0 0,-1 0-1 0 0,1 0 1 0 0,-1 1-1 0 0,1-1 1 0 0,0 0-1 0 0,-1 0 1 0 0,1 0-1 0 0,0 0 1 0 0,-1 0-1 0 0,1 0 1 0 0,0 0-1 0 0,-1 0 1 0 0,1 1 0 0 0,0-1-1 0 0,-1 0 1 0 0,1 0-1 0 0,0 1 1 0 0,-1-1-1 0 0,1 0 1 0 0,0 0-1 0 0,0 1 1 0 0,-1-1-1 0 0,-12 18 248 0 0,-5 22-197 0 0,18-38-50 0 0,-10 21 22 0 0,2 1 1 0 0,1 1 0 0 0,0 0 0 0 0,2 0-1 0 0,-3 43 1 0 0,7-57-33 0 0,2-1-1 0 0,-1 1 1 0 0,1 0 0 0 0,1-1 0 0 0,0 1-1 0 0,0-1 1 0 0,5 11 0 0 0,-5-14 1 0 0,1-1 0 0 0,0 0 1 0 0,1 0-1 0 0,-1 0 0 0 0,1 0 0 0 0,0-1 1 0 0,1 1-1 0 0,-1-1 0 0 0,1 0 0 0 0,0 0 1 0 0,11 7-1 0 0,-11-8 30 0 0,1-1 0 0 0,0 1 0 0 0,0-1 0 0 0,0 0 0 0 0,1-1 0 0 0,-1 0 0 0 0,1 0 0 0 0,-1 0-1 0 0,1-1 1 0 0,0 0 0 0 0,0 0 0 0 0,-1 0 0 0 0,1-1 0 0 0,0 0 0 0 0,0-1 0 0 0,0 1 0 0 0,0-2 0 0 0,-1 1 0 0 0,1 0 0 0 0,-1-1 0 0 0,1 0 0 0 0,-1-1 0 0 0,10-4-1 0 0,-8 3 59 0 0,-1-1 0 0 0,0 1 0 0 0,0-1-1 0 0,0 0 1 0 0,-1-1 0 0 0,0 0-1 0 0,0 0 1 0 0,0 0 0 0 0,-1-1-1 0 0,0 1 1 0 0,0-1 0 0 0,-1-1-1 0 0,1 1 1 0 0,-2-1 0 0 0,1 1-1 0 0,-1-1 1 0 0,0 0 0 0 0,2-12-1 0 0,-2 4-55 0 0,-1 0-1 0 0,-1 0 1 0 0,0 0-1 0 0,-1 0 0 0 0,-1 0 1 0 0,-1 0-1 0 0,0 1 1 0 0,-1-1-1 0 0,0 0 1 0 0,-1 1-1 0 0,-7-16 0 0 0,7 22-113 0 0,1 1 0 0 0,-1 0-1 0 0,-1 0 1 0 0,0 0 0 0 0,0 0-1 0 0,0 0 1 0 0,-1 1 0 0 0,0 0 0 0 0,-1 1-1 0 0,0-1 1 0 0,0 1 0 0 0,0 0-1 0 0,0 1 1 0 0,-1 0 0 0 0,0 0-1 0 0,0 0 1 0 0,-1 1 0 0 0,1 1-1 0 0,-17-6 1 0 0,21 8-263 0 0,-1 1 0 0 0,1 0 0 0 0,0 0 0 0 0,-1 0 0 0 0,1 0 0 0 0,0 1-1 0 0,0 0 1 0 0,0 0 0 0 0,-1 0 0 0 0,1 0 0 0 0,0 1 0 0 0,0-1 0 0 0,0 1 0 0 0,1 0 0 0 0,-1 0 0 0 0,0 0 0 0 0,1 1 0 0 0,-1-1 0 0 0,-4 6 0 0 0,-2 8-2262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35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97 848 0 0,'-13'-16'14637'0'0,"13"16"-14406"0"0,0-1 0 0 0,0 1 1 0 0,-1-1-1 0 0,1 0 1 0 0,0 1-1 0 0,0-1 0 0 0,0 1 1 0 0,0-1-1 0 0,0 1 1 0 0,1-1-1 0 0,-1 1 0 0 0,0-1 1 0 0,0-1-1 0 0,21-5 208 0 0,184-27-157 0 0,-34 9-162 0 0,-122 20-113 0 0,-46 4-23 0 0,0 2-40 0 0,-2-1 55 0 0,0 1-1 0 0,0-1 0 0 0,0 1 0 0 0,0 0 0 0 0,0-1 0 0 0,0 1 0 0 0,0 0 0 0 0,0 0 1 0 0,0-1-1 0 0,0 1 0 0 0,0 0 0 0 0,-1 0 0 0 0,1 0 0 0 0,0 0 0 0 0,-1 0 0 0 0,1 0 1 0 0,0 0-1 0 0,-1 0 0 0 0,1 1 0 0 0,-1-1 0 0 0,0 0 0 0 0,1 0 0 0 0,-1 0 0 0 0,0 0 0 0 0,0 1 1 0 0,0-1-1 0 0,0 0 0 0 0,0 0 0 0 0,0 1 0 0 0,0-1 0 0 0,0 0 0 0 0,-1 2 0 0 0,0 30 32 0 0,-1 1 0 0 0,-2-1 0 0 0,-10 38 0 0 0,-33 95 297 0 0,40-144-271 0 0,-72 196-1068 0 0,76-212 25 0 0,-5 11-1466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35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6 956 0 0,'22'-5'13483'0'0,"-21"6"-13292"0"0,-1 0-1 0 0,0 1 0 0 0,0-1 0 0 0,0 0 1 0 0,0 1-1 0 0,0-1 0 0 0,0 0 0 0 0,0 1 1 0 0,0-1-1 0 0,-1 0 0 0 0,1 1 0 0 0,0-1 1 0 0,-1 0-1 0 0,1 0 0 0 0,-1 1 0 0 0,0-1 1 0 0,1 0-1 0 0,-1 0 0 0 0,-1 2 0 0 0,-19 25 1420 0 0,17-23-1341 0 0,-86 96 1589 0 0,-118 102 0 0 0,155-153-1593 0 0,-23 23-2454 0 0,67-63 688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35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32 496 0 0,'-14'-4'11574'0'0,"-8"-4"-2321"0"0,18 5-9567 0 0,3 1 592 0 0,30-10 464 0 0,-21 11-718 0 0,0 0 1 0 0,0 1-1 0 0,0 0 0 0 0,0 0 0 0 0,0 1 0 0 0,-1 0 0 0 0,1 0 0 0 0,0 1 1 0 0,0 0-1 0 0,-1 0 0 0 0,14 6 0 0 0,-18-6-18 0 0,1 0 1 0 0,-1 0-1 0 0,1 0 1 0 0,-1 0-1 0 0,0 1 1 0 0,0-1-1 0 0,0 1 0 0 0,0 0 1 0 0,0 0-1 0 0,-1 0 1 0 0,1 0-1 0 0,-1 0 1 0 0,0 1-1 0 0,0-1 1 0 0,0 1-1 0 0,0-1 0 0 0,-1 1 1 0 0,0 0-1 0 0,1 0 1 0 0,-1 0-1 0 0,0 0 1 0 0,-1-1-1 0 0,1 1 0 0 0,-1 0 1 0 0,0 0-1 0 0,0 5 1 0 0,-1 2 18 0 0,-1-1 1 0 0,0 0-1 0 0,0 1 1 0 0,-1-1-1 0 0,0 0 1 0 0,-1 0-1 0 0,0-1 1 0 0,-1 1 0 0 0,-8 11-1 0 0,-7 10 94 0 0,-34 37 0 0 0,-6 9 432 0 0,60-77-541 0 0,-1 0 0 0 0,1 1-1 0 0,0-1 1 0 0,0 0-1 0 0,-1 1 1 0 0,1-1 0 0 0,0 0-1 0 0,0 1 1 0 0,0-1-1 0 0,-1 0 1 0 0,1 1 0 0 0,0-1-1 0 0,0 1 1 0 0,0-1-1 0 0,0 0 1 0 0,0 1-1 0 0,0-1 1 0 0,0 0 0 0 0,0 1-1 0 0,0-1 1 0 0,0 1-1 0 0,0-1 1 0 0,0 0 0 0 0,0 1-1 0 0,0-1 1 0 0,0 1-1 0 0,1-1 1 0 0,-1 0 0 0 0,0 1-1 0 0,0-1 1 0 0,0 0-1 0 0,1 1 1 0 0,-1-1-1 0 0,0 0 1 0 0,1 1 0 0 0,15 4 176 0 0,25-6-33 0 0,-37 1-132 0 0,51-6-329 0 0,1-3 1 0 0,107-30-1 0 0,-111 22-4473 0 0,70-34 0 0 0,-95 37 222 0 0,-1-1-2236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37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159 132 1500 0 0,'-8'-26'7451'0'0,"8"26"-7370"0"0,0-1 1 0 0,0 1-1 0 0,0-1 1 0 0,0 1 0 0 0,-1-1-1 0 0,1 1 1 0 0,0-1-1 0 0,0 1 1 0 0,-1-1-1 0 0,1 1 1 0 0,0 0-1 0 0,-1-1 1 0 0,1 1 0 0 0,0-1-1 0 0,-1 1 1 0 0,1 0-1 0 0,-1-1 1 0 0,1 1-1 0 0,-1 0 1 0 0,1-1-1 0 0,-1 1 1 0 0,1 0 0 0 0,-1 0-1 0 0,1 0 1 0 0,-1-1-1 0 0,1 1 1 0 0,-1 0-1 0 0,1 0 1 0 0,-1 0-1 0 0,1 0 1 0 0,-1 0 0 0 0,1 0-1 0 0,-1 0 1 0 0,1 0-1 0 0,-1 0 1 0 0,0 0-1 0 0,-15 21 383 0 0,16-21-457 0 0,-18 32 315 0 0,1 2 0 0 0,1 0 0 0 0,2 1 0 0 0,2 0 0 0 0,1 1 0 0 0,1 0 0 0 0,3 1 0 0 0,-6 63 0 0 0,12-85-260 0 0,1-1-1 0 0,0 1 0 0 0,1 0 0 0 0,1 0 0 0 0,0-1 1 0 0,1 1-1 0 0,0-1 0 0 0,7 15 0 0 0,-8-23-6 0 0,0-1 0 0 0,1 1-1 0 0,0-1 1 0 0,0 1 0 0 0,1-1 0 0 0,-1 0-1 0 0,1 0 1 0 0,0-1 0 0 0,1 1 0 0 0,-1-1-1 0 0,1 0 1 0 0,-1 0 0 0 0,1 0 0 0 0,1-1 0 0 0,-1 0-1 0 0,0 0 1 0 0,1 0 0 0 0,-1 0 0 0 0,1-1-1 0 0,0 0 1 0 0,11 2 0 0 0,-5-2 115 0 0,-1 0-1 0 0,1-1 1 0 0,0-1 0 0 0,0 0-1 0 0,0 0 1 0 0,0-1 0 0 0,0-1-1 0 0,-1 0 1 0 0,1 0 0 0 0,-1-1-1 0 0,1-1 1 0 0,-1 0 0 0 0,0-1 0 0 0,0 0-1 0 0,-1 0 1 0 0,0-1 0 0 0,0 0-1 0 0,0-1 1 0 0,11-10 0 0 0,-7 4-64 0 0,-1 0 0 0 0,-1-1 0 0 0,0-1 0 0 0,-1 0 0 0 0,0 0 0 0 0,-2-1 0 0 0,0 0 1 0 0,0-1-1 0 0,-2 0 0 0 0,0 0 0 0 0,8-29 0 0 0,-10 22-72 0 0,0 0 0 0 0,-1 0 0 0 0,-2-1 0 0 0,0 1 0 0 0,-2-1-1 0 0,-1 1 1 0 0,0-1 0 0 0,-7-31 0 0 0,4 42-49 0 0,1 0 0 0 0,-2 0 0 0 0,0 1 1 0 0,0 0-1 0 0,-1 0 0 0 0,-14-21 0 0 0,15 26-28 0 0,-1 0 0 0 0,-1 0 0 0 0,0 1 0 0 0,0-1 0 0 0,0 2 0 0 0,-1-1 0 0 0,1 1 0 0 0,-2 0 0 0 0,1 1 0 0 0,-14-7 0 0 0,20 11-89 0 0,-1 0 1 0 0,0 0-1 0 0,0 0 0 0 0,1 0 1 0 0,-1 0-1 0 0,0 0 0 0 0,0 1 1 0 0,0 0-1 0 0,0-1 0 0 0,0 1 1 0 0,0 0-1 0 0,0 0 1 0 0,0 1-1 0 0,0-1 0 0 0,0 1 1 0 0,0-1-1 0 0,0 1 0 0 0,0 0 1 0 0,1 0-1 0 0,-1 0 0 0 0,0 1 1 0 0,1-1-1 0 0,-1 1 0 0 0,0-1 1 0 0,1 1-1 0 0,0 0 0 0 0,-1 0 1 0 0,-3 4-1 0 0,4-3-361 0 0,-1 0 0 0 0,1 1 0 0 0,-1-1 0 0 0,1 1 0 0 0,0 0 0 0 0,1 0 0 0 0,-1-1 0 0 0,1 1 0 0 0,-1 0 0 0 0,1 0 0 0 0,1 1 0 0 0,-1-1 0 0 0,0 0 0 0 0,1 0 0 0 0,0 0 0 0 0,0 0 0 0 0,0 0 0 0 0,0 1 0 0 0,1-1 0 0 0,1 5 0 0 0,3 6-4420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37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49 1712 0 0,'23'-44'25049'0'0,"-17"39"-23086"0"0,-7 15-1996 0 0,-44 270 354 0 0,21-158-437 0 0,8-3-3775 0 0,6-42-5582 0 0,9-70 8203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2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83 129 1412 0 0,'4'-19'15048'0'0,"-7"22"-15020"0"0,1-1 0 0 0,-1 1 0 0 0,1 0 0 0 0,0 0 0 0 0,0 0 0 0 0,1 0 0 0 0,-1 0 0 0 0,1 0 0 0 0,-2 5 0 0 0,-11 37 59 0 0,9-29-52 0 0,-9 31 62 0 0,3 0-1 0 0,-6 52 0 0 0,14-78-19 0 0,2 0-1 0 0,0-1 1 0 0,1 1-1 0 0,2 0 1 0 0,0-1 0 0 0,1 1-1 0 0,9 31 1 0 0,-10-45 22 0 0,0-1 1 0 0,0 0-1 0 0,1 0 1 0 0,0 0-1 0 0,1 0 0 0 0,-1 0 1 0 0,1-1-1 0 0,0 1 1 0 0,0-1-1 0 0,1 0 1 0 0,0 0-1 0 0,0-1 1 0 0,0 1-1 0 0,0-1 1 0 0,0 0-1 0 0,1 0 1 0 0,0-1-1 0 0,0 0 1 0 0,0 0-1 0 0,0 0 1 0 0,1-1-1 0 0,-1 0 1 0 0,0 0-1 0 0,1-1 1 0 0,0 1-1 0 0,-1-1 0 0 0,1-1 1 0 0,0 1-1 0 0,12-2 1 0 0,-4 0 64 0 0,0 0 1 0 0,0-1-1 0 0,-1-1 1 0 0,1-1-1 0 0,-1 0 1 0 0,0 0-1 0 0,0-2 1 0 0,0 1-1 0 0,-1-2 1 0 0,0 0-1 0 0,0-1 0 0 0,-1 0 1 0 0,1 0-1 0 0,-2-2 1 0 0,21-20-1 0 0,-19 16-88 0 0,-1 0 0 0 0,-1-1 0 0 0,-1-1 0 0 0,0 0 0 0 0,0 0 0 0 0,-2-1 0 0 0,0 0 0 0 0,-1 0 0 0 0,-1-1-1 0 0,0 0 1 0 0,-2 0 0 0 0,4-25 0 0 0,-6 24-35 0 0,0 0-1 0 0,-1 0 0 0 0,-1 0 0 0 0,-1 0 1 0 0,-1 0-1 0 0,0 0 0 0 0,-1 1 0 0 0,-9-30 1 0 0,8 39-79 0 0,1 0 0 0 0,-1-1 1 0 0,-1 1-1 0 0,0 1 0 0 0,0-1 1 0 0,0 1-1 0 0,-1 0 0 0 0,-1 0 0 0 0,1 0 1 0 0,-1 1-1 0 0,0 0 0 0 0,-1 1 1 0 0,0-1-1 0 0,0 1 0 0 0,0 1 1 0 0,-1 0-1 0 0,-17-8 0 0 0,18 9-256 0 0,-1 1 1 0 0,0 0-1 0 0,0 1 0 0 0,-1 0 1 0 0,1 0-1 0 0,0 1 0 0 0,-1 0 0 0 0,1 1 1 0 0,-1 0-1 0 0,1 0 0 0 0,-17 3 1 0 0,22-2-110 0 0,0 0 1 0 0,-1 1 0 0 0,1-1 0 0 0,0 1-1 0 0,0 0 1 0 0,0 0 0 0 0,0 0 0 0 0,0 1 0 0 0,0-1-1 0 0,1 1 1 0 0,-1 0 0 0 0,1 0 0 0 0,0 0-1 0 0,-1 0 1 0 0,2 1 0 0 0,-1-1 0 0 0,0 1 0 0 0,1 0-1 0 0,-1 0 1 0 0,1 0 0 0 0,0 0 0 0 0,1 0-1 0 0,-1 0 1 0 0,1 1 0 0 0,0-1 0 0 0,-2 7 0 0 0,2 2-2743 0 0,2-1-972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3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44 828 0 0,'23'-22'12455'0'0,"-22"21"-11918"0"0,0-1-1 0 0,0 1 1 0 0,0-1 0 0 0,0 1-1 0 0,-1-1 1 0 0,1 1 0 0 0,0-1-1 0 0,-1 1 1 0 0,1-1-1 0 0,-3-4 1990 0 0,-9 14-2446 0 0,-9 13-40 0 0,2 1 1 0 0,0 1 0 0 0,-19 34-1 0 0,-38 79 70 0 0,73-132-106 0 0,-9 18 16 0 0,1 1 0 0 0,-10 33 0 0 0,17-45 9 0 0,0 1 0 0 0,0 0 0 0 0,2 0-1 0 0,-1 0 1 0 0,1 0 0 0 0,2 23 0 0 0,-1-31-12 0 0,1-1 1 0 0,0 1-1 0 0,-1-1 0 0 0,1 1 1 0 0,1-1-1 0 0,-1 0 1 0 0,0 1-1 0 0,1-1 1 0 0,0 0-1 0 0,-1 0 1 0 0,1 0-1 0 0,0 0 0 0 0,1 0 1 0 0,-1-1-1 0 0,0 1 1 0 0,5 3-1 0 0,-2-3-5 0 0,-1 0 0 0 0,1 0 0 0 0,0-1 0 0 0,-1 1 0 0 0,1-1 0 0 0,0-1 0 0 0,0 1 0 0 0,1-1 0 0 0,-1 1-1 0 0,6-1 1 0 0,3 0 7 0 0,0 0-1 0 0,0-1 1 0 0,1-1 0 0 0,-1 0-1 0 0,0-1 1 0 0,0-1-1 0 0,21-6 1 0 0,-17 2 86 0 0,0 0 0 0 0,0-2 1 0 0,0 0-1 0 0,-1-1 0 0 0,0 0 0 0 0,-1-2 1 0 0,0 0-1 0 0,-1-1 0 0 0,-1 0 1 0 0,0-1-1 0 0,0 0 0 0 0,-1-2 0 0 0,-1 1 1 0 0,-1-2-1 0 0,0 1 0 0 0,-2-1 0 0 0,1-1 1 0 0,-2 0-1 0 0,0 0 0 0 0,7-30 1 0 0,-13 42-71 0 0,-1-1 1 0 0,0 0 0 0 0,0 1-1 0 0,-1-1 1 0 0,1 0 0 0 0,-1 0 0 0 0,-1 0-1 0 0,1 1 1 0 0,-1-1 0 0 0,-1 0-1 0 0,1 0 1 0 0,-1 1 0 0 0,0-1 0 0 0,-1 1-1 0 0,1 0 1 0 0,-1 0 0 0 0,-1 0 0 0 0,1 0-1 0 0,-1 0 1 0 0,0 0 0 0 0,0 1-1 0 0,-1 0 1 0 0,1 0 0 0 0,-1 0 0 0 0,0 1-1 0 0,-1-1 1 0 0,-6-3 0 0 0,3 2-341 0 0,-1 0 0 0 0,-1 0 0 0 0,1 1 0 0 0,-1 1 0 0 0,0 0 0 0 0,0 0 1 0 0,0 1-1 0 0,0 1 0 0 0,0 0 0 0 0,-1 0 0 0 0,1 1 0 0 0,-1 0 0 0 0,0 1 1 0 0,1 1-1 0 0,-17 2 0 0 0,25-2-151 0 0,0-1 0 0 0,-1 1-1 0 0,1 0 1 0 0,-1 1 0 0 0,1-1 0 0 0,0 1 0 0 0,0-1-1 0 0,0 1 1 0 0,0 0 0 0 0,0 0 0 0 0,0 0 0 0 0,0 1-1 0 0,-4 4 1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4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33 1036 0 0,'18'-18'7741'0'0,"-18"17"-7497"0"0,1 0-1 0 0,0 0 0 0 0,-1 0 0 0 0,1 0 1 0 0,0 0-1 0 0,0 0 0 0 0,-1 1 0 0 0,1-1 1 0 0,0 0-1 0 0,0 0 0 0 0,0 1 0 0 0,0-1 1 0 0,0 0-1 0 0,0 1 0 0 0,0-1 0 0 0,0 1 1 0 0,0 0-1 0 0,1-1 0 0 0,-1 1 0 0 0,2-1 0 0 0,-2 2-187 0 0,-1 0-1 0 0,1 0 1 0 0,0 0-1 0 0,0 0 0 0 0,-1-1 1 0 0,1 1-1 0 0,0 0 0 0 0,-1 0 1 0 0,1 0-1 0 0,-1 0 0 0 0,0 0 1 0 0,1 0-1 0 0,-1 1 0 0 0,0-1 1 0 0,1 0-1 0 0,-1 0 1 0 0,0 0-1 0 0,0 0 0 0 0,0 0 1 0 0,0 0-1 0 0,0 1 0 0 0,0-1 1 0 0,0 0-1 0 0,-1 1 0 0 0,-5 113 2859 0 0,-31 177-1 0 0,32-264-2812 0 0,-13 80-1880 0 0,18-105 870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6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58 224 0 0,'-2'-10'11070'0'0,"-1"12"-10885"0"0,1 0 0 0 0,-1 0-1 0 0,0 1 1 0 0,1-1 0 0 0,0 0-1 0 0,-1 1 1 0 0,1-1 0 0 0,0 1-1 0 0,-3 5 1 0 0,-16 33 937 0 0,13-25-716 0 0,6-12-316 0 0,-73 153 2029 0 0,66-134-1962 0 0,1 1-1 0 0,1-1 0 0 0,0 1 1 0 0,2 1-1 0 0,-2 24 1 0 0,7-41-107 0 0,-1 1 0 0 0,1-1 1 0 0,1 0-1 0 0,0 0 0 0 0,0 0 0 0 0,0 0 0 0 0,1 0 1 0 0,0 0-1 0 0,1 0 0 0 0,-1 0 0 0 0,2-1 0 0 0,5 11 1 0 0,-6-13-21 0 0,1 0 0 0 0,0 0 1 0 0,0 0-1 0 0,0-1 1 0 0,1 1-1 0 0,0-1 1 0 0,-1 0-1 0 0,1-1 1 0 0,1 1-1 0 0,-1-1 1 0 0,0 0-1 0 0,1 0 1 0 0,0-1-1 0 0,-1 1 1 0 0,1-1-1 0 0,0-1 1 0 0,7 2-1 0 0,4 0 105 0 0,1-1-1 0 0,0 0 1 0 0,0-1-1 0 0,0-2 1 0 0,0 1-1 0 0,0-2 1 0 0,-1 0-1 0 0,1-2 0 0 0,0 0 1 0 0,-1 0-1 0 0,33-15 1 0 0,-37 14-16 0 0,0-2-1 0 0,0 0 1 0 0,-1 0 0 0 0,0-1 0 0 0,0-1-1 0 0,-1 0 1 0 0,0 0 0 0 0,-1-1 0 0 0,0 0-1 0 0,-1-1 1 0 0,0 0 0 0 0,0-1 0 0 0,-1 0 0 0 0,-1 0-1 0 0,9-18 1 0 0,-9 11-47 0 0,0-1 1 0 0,-1 0-1 0 0,-1-1 0 0 0,-1 1 1 0 0,-1-1-1 0 0,0 0 0 0 0,-2-38 0 0 0,-1 44-79 0 0,-2-1 1 0 0,0 1-1 0 0,0-1 0 0 0,-1 1 0 0 0,-1 0 0 0 0,-1 0 0 0 0,0 1 0 0 0,-1-1 0 0 0,0 1 0 0 0,-1 1 0 0 0,-12-18 0 0 0,16 27-294 0 0,0 0 0 0 0,0 0 0 0 0,-1 0 0 0 0,0 1-1 0 0,0-1 1 0 0,0 1 0 0 0,0 0 0 0 0,0 0-1 0 0,-1 0 1 0 0,1 0 0 0 0,-1 1 0 0 0,0 0-1 0 0,0 0 1 0 0,-9-2 0 0 0,13 4 155 0 0,0-1 0 0 0,0 1-1 0 0,0 0 1 0 0,0 0 0 0 0,0 0 0 0 0,0 0 0 0 0,0 1-1 0 0,0-1 1 0 0,-1 0 0 0 0,1 0 0 0 0,0 1-1 0 0,0-1 1 0 0,0 0 0 0 0,0 1 0 0 0,0-1 0 0 0,1 1-1 0 0,-1 0 1 0 0,0-1 0 0 0,0 1 0 0 0,0-1-1 0 0,0 1 1 0 0,1 0 0 0 0,-1 0 0 0 0,0 0 0 0 0,0-1-1 0 0,1 1 1 0 0,-2 2 0 0 0,1-1-566 0 0,0 0 0 0 0,0 0 0 0 0,0 1 0 0 0,0-1 0 0 0,0 1 0 0 0,1-1 0 0 0,-1 1 0 0 0,1-1 0 0 0,-1 6 0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7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144 165 84 0 0,'-5'-8'23764'0'0,"2"9"-23774"0"0,1 1 0 0 0,-1 0 1 0 0,1-1-1 0 0,-1 1 1 0 0,1 0-1 0 0,0 0 1 0 0,0 0-1 0 0,0 1 1 0 0,0-1-1 0 0,0 0 1 0 0,0 1-1 0 0,-1 2 1 0 0,-21 38 0 0 0,21-37 9 0 0,-11 21-19 0 0,1-1-1 0 0,2 2 1 0 0,0 0 0 0 0,2 0 0 0 0,1 1-1 0 0,-6 47 1 0 0,13-71 26 0 0,1-1-1 0 0,-1 1 1 0 0,1 0 0 0 0,1-1-1 0 0,-1 1 1 0 0,1 0-1 0 0,-1-1 1 0 0,1 1 0 0 0,1-1-1 0 0,-1 1 1 0 0,1-1-1 0 0,0 1 1 0 0,-1-1 0 0 0,2 0-1 0 0,-1 0 1 0 0,1 0 0 0 0,-1 0-1 0 0,5 5 1 0 0,-3-6 7 0 0,1 1 1 0 0,-1-1-1 0 0,1 0 0 0 0,-1 0 1 0 0,1 0-1 0 0,0 0 1 0 0,0-1-1 0 0,0 0 0 0 0,0 0 1 0 0,0-1-1 0 0,1 1 1 0 0,-1-1-1 0 0,1 0 0 0 0,-1 0 1 0 0,9-1-1 0 0,1 0 40 0 0,0 0-1 0 0,-1-1 0 0 0,1-1 0 0 0,-1 0 1 0 0,1-1-1 0 0,-1-1 0 0 0,0 0 1 0 0,0-1-1 0 0,0-1 0 0 0,-1 0 1 0 0,0-1-1 0 0,20-13 0 0 0,-23 13 7 0 0,0 0 0 0 0,0-1-1 0 0,-1-1 1 0 0,0 0 0 0 0,-1 0 0 0 0,0 0-1 0 0,0-1 1 0 0,-1 0 0 0 0,-1-1 0 0 0,1 0-1 0 0,-2 0 1 0 0,1 0 0 0 0,-2 0 0 0 0,1-1-1 0 0,3-17 1 0 0,-5 11-22 0 0,-1 0 1 0 0,0 0-1 0 0,-1-1 1 0 0,-1 1-1 0 0,-1 0 1 0 0,-1 0-1 0 0,0-1 0 0 0,-1 1 1 0 0,-1 0-1 0 0,-1 1 1 0 0,-9-23-1 0 0,10 31-115 0 0,0 0 0 0 0,-1 1 1 0 0,0-1-1 0 0,0 1 0 0 0,-1 0 0 0 0,0 0 0 0 0,0 1 1 0 0,-1 0-1 0 0,-15-13 0 0 0,16 16-152 0 0,0 0 1 0 0,-1 0-1 0 0,0 0 1 0 0,1 1-1 0 0,-1 0 0 0 0,-1 1 1 0 0,1-1-1 0 0,0 1 1 0 0,0 1-1 0 0,-1-1 1 0 0,1 1-1 0 0,-1 1 0 0 0,0-1 1 0 0,-8 2-1 0 0,8-1-488 0 0,0 1-1 0 0,0 0 1 0 0,-12 4 0 0 0,-2 5-2387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8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41 1444 0 0,'-12'-6'6949'0'0,"-23"-3"2003"0"0,53 5-8633 0 0,46 0-392 0 0,63-3-925 0 0,-46-3-8637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8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1864 0 0,'-3'1'1405'0'0,"-4"1"-720"0"0,1 0 0 0 0,-1 1 0 0 0,1-1-1 0 0,-1 2 1 0 0,1-1 0 0 0,0 1 0 0 0,0 0 0 0 0,-7 7 0 0 0,6-5-411 0 0,0 1 0 0 0,1 1 0 0 0,0-1 0 0 0,0 1 0 0 0,1 0 0 0 0,0 0 1 0 0,0 0-1 0 0,1 1 0 0 0,-7 18 0 0 0,10-25-236 0 0,0 1 0 0 0,0 0 0 0 0,0 0 0 0 0,1 0 0 0 0,-1 0 1 0 0,1 0-1 0 0,0 0 0 0 0,0 0 0 0 0,0 0 0 0 0,0-1 0 0 0,0 1 0 0 0,1 0 0 0 0,-1 0 1 0 0,1 0-1 0 0,0 0 0 0 0,0 0 0 0 0,0 0 0 0 0,2 4 0 0 0,-1-4 20 0 0,0-1 0 0 0,1 1 0 0 0,-1 0 0 0 0,1-1 1 0 0,0 1-1 0 0,0-1 0 0 0,0 0 0 0 0,0 0 0 0 0,0 0 0 0 0,0-1 0 0 0,0 1 0 0 0,0-1 0 0 0,1 1 0 0 0,6 0 0 0 0,14 4 231 0 0,-1-2-1 0 0,37 3 1 0 0,-44-7-260 0 0,0 2 0 0 0,1 0 1 0 0,-1 0-1 0 0,0 2 0 0 0,-1 0 0 0 0,1 1 0 0 0,28 12 1 0 0,-35-12 69 0 0,-1 1 0 0 0,0 0 0 0 0,0 0 0 0 0,0 0 1 0 0,0 1-1 0 0,-1 0 0 0 0,0 1 0 0 0,-1-1 0 0 0,0 1 0 0 0,0 1 1 0 0,0-1-1 0 0,-1 1 0 0 0,6 13 0 0 0,-9-16 95 0 0,1 1 1 0 0,-1 0-1 0 0,-1 0 0 0 0,1 0 0 0 0,-1-1 0 0 0,0 1 1 0 0,-1 0-1 0 0,1 1 0 0 0,-1-1 0 0 0,-1 0 0 0 0,0 0 0 0 0,0 0 1 0 0,0 0-1 0 0,0-1 0 0 0,-1 1 0 0 0,-1 0 0 0 0,1 0 1 0 0,-1-1-1 0 0,0 0 0 0 0,-4 7 0 0 0,-3 2 104 0 0,0-1 0 0 0,-1 0 0 0 0,-1-1-1 0 0,0 0 1 0 0,-1-1 0 0 0,0 0 0 0 0,-17 10-1 0 0,18-13-169 0 0,-1-2-1 0 0,1 1 0 0 0,-1-2 0 0 0,0 0 0 0 0,0 0 1 0 0,-1-1-1 0 0,0-1 0 0 0,0 0 0 0 0,-17 2 1 0 0,21-6-64 0 0,1 1 1 0 0,-1-1 0 0 0,1-1 0 0 0,-1 0 0 0 0,-17-3 0 0 0,24 3-156 0 0,1 1 0 0 0,-1-1 1 0 0,1 1-1 0 0,0-1 0 0 0,-1 0 0 0 0,1 0 0 0 0,-1 0 0 0 0,1 0 1 0 0,0-1-1 0 0,0 1 0 0 0,0-1 0 0 0,0 1 0 0 0,0-1 1 0 0,0 0-1 0 0,0 0 0 0 0,0 1 0 0 0,1-1 0 0 0,-1-1 0 0 0,1 1 1 0 0,-1 0-1 0 0,1 0 0 0 0,0 0 0 0 0,0-1 0 0 0,0 1 0 0 0,0 0 1 0 0,-1-5-1 0 0,2 4-143 0 0,0 1 1 0 0,1 0-1 0 0,-1-1 0 0 0,0 1 1 0 0,1 0-1 0 0,0-1 1 0 0,-1 1-1 0 0,1 0 0 0 0,0 0 1 0 0,0 0-1 0 0,0 0 1 0 0,0 0-1 0 0,1 0 0 0 0,-1 0 1 0 0,1 0-1 0 0,-1 0 1 0 0,1 1-1 0 0,-1-1 1 0 0,1 0-1 0 0,2 0 0 0 0,5-6-1183 0 0,0 2 0 0 0,18-10 0 0 0,-25 15 1109 0 0,30-16-3782 0 0,5 0-1878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36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67 2180 0 0,'25'-59'16738'0'0,"-20"51"-13445"0"0,-4 22-3165 0 0,-2 0 0 0 0,1 0 0 0 0,-2 0 0 0 0,-4 21 0 0 0,-1 4 182 0 0,-63 332 259 0 0,62-337-1008 0 0,5-19-509 0 0,-8 40-2877 0 0,8-20-5251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36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89 892 0 0,'8'-18'7087'0'0,"2"1"0"0"0,22-30 695 0 0,-30 40-6726 0 0,1 10-228 0 0,1 16-140 0 0,-9 68 266 0 0,-3-1 1 0 0,-32 140-1 0 0,9-95-1623 0 0,8-43-2576 0 0,1-15-2354 0 0,-1-3-3494 0 0,16-47 1820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0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1 948 0 0,'-22'14'19152'0'0,"50"-12"-18439"0"0,-24-1-675 0 0,222-2 415 0 0,-92-2-277 0 0,-64 0 422 0 0,-68 3-536 0 0,14 0 1032 0 0,-7-2-2661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0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41 1088 0 0,'13'-23'8625'0'0,"-8"8"-5265"0"0,-5 15-3304 0 0,0-1-1 0 0,0 1 0 0 0,-1 0 1 0 0,1 0-1 0 0,0 0 0 0 0,0 0 1 0 0,0-1-1 0 0,-1 1 0 0 0,1 0 1 0 0,0 0-1 0 0,0 0 0 0 0,-1 0 1 0 0,1 0-1 0 0,0 0 0 0 0,0 0 1 0 0,-1 0-1 0 0,1 0 0 0 0,0 0 1 0 0,0 0-1 0 0,-1 0 0 0 0,1 0 0 0 0,0 0 1 0 0,0 0-1 0 0,-1 0 0 0 0,1 0 1 0 0,0 0-1 0 0,0 0 0 0 0,-1 0 1 0 0,1 0-1 0 0,0 0 0 0 0,0 0 1 0 0,-1 1-1 0 0,1-1 0 0 0,-6 3 107 0 0,1 0-1 0 0,0 0 1 0 0,0 0 0 0 0,-8 7-1 0 0,9-7-124 0 0,1 0 0 0 0,-1 1-1 0 0,1-1 1 0 0,0 1 0 0 0,0-1 0 0 0,0 1-1 0 0,0 0 1 0 0,1 0 0 0 0,0 0 0 0 0,0 0-1 0 0,0 1 1 0 0,0-1 0 0 0,0 1 0 0 0,1-1-1 0 0,0 1 1 0 0,0-1 0 0 0,0 1 0 0 0,1 0-1 0 0,-1-1 1 0 0,1 1 0 0 0,0 0 0 0 0,1 0-1 0 0,0 5 1 0 0,0-7 82 0 0,0-1 1 0 0,0 1-1 0 0,0-1 0 0 0,1 1 0 0 0,-1-1 1 0 0,1 0-1 0 0,-1 1 0 0 0,1-1 0 0 0,0 0 0 0 0,0 0 1 0 0,0 0-1 0 0,0-1 0 0 0,4 4 0 0 0,30 16 956 0 0,34 9 90 0 0,-39-18-812 0 0,38 21 0 0 0,-61-28-258 0 0,0-1 1 0 0,-1 2 0 0 0,0-1 0 0 0,0 1 0 0 0,0 0-1 0 0,-1 0 1 0 0,1 0 0 0 0,-2 1 0 0 0,10 13 0 0 0,-14-17 60 0 0,1 0-1 0 0,0 0 1 0 0,-1 0 0 0 0,1 0 0 0 0,-1 0 0 0 0,0 1 0 0 0,0-1 0 0 0,0 0-1 0 0,-1 1 1 0 0,1-1 0 0 0,-1 1 0 0 0,0-1 0 0 0,0 1 0 0 0,0-1 0 0 0,0 1-1 0 0,0-1 1 0 0,-1 1 0 0 0,-1 4 0 0 0,0-3 23 0 0,0 0 1 0 0,-1 0-1 0 0,0-1 1 0 0,1 1-1 0 0,-2-1 1 0 0,1 0-1 0 0,0 0 1 0 0,-1 0-1 0 0,0 0 1 0 0,-8 6-1 0 0,-4 2 89 0 0,-1-1 0 0 0,0-1 1 0 0,-1-1-1 0 0,0-1 0 0 0,-25 8 0 0 0,31-12-343 0 0,0 0 1 0 0,0-1-1 0 0,0-1 0 0 0,-1 0 0 0 0,1-1 0 0 0,-1 0 1 0 0,-14-1-1 0 0,22 0-405 0 0,0-1 0 0 0,0 0 1 0 0,-1 0-1 0 0,1 0 0 0 0,0-1 1 0 0,0 0-1 0 0,1 0 0 0 0,-9-4 1 0 0,11 5-188 0 0,-1-1 1 0 0,1 0 0 0 0,-1 0 0 0 0,1-1-1 0 0,-1 1 1 0 0,1 0 0 0 0,0-1-1 0 0,0 1 1 0 0,0-1 0 0 0,1 0-1 0 0,-1 1 1 0 0,1-1 0 0 0,-1 0 0 0 0,-1-6-1 0 0,0-6-3985 0 0,6-2-2143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1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42 110 2568 0 0,'-37'-34'16228'0'0,"37"34"-16131"0"0,-1 0-1 0 0,1 0 0 0 0,0 0 0 0 0,-1-1 0 0 0,1 1 0 0 0,0 0 0 0 0,-1 0 0 0 0,1-1 1 0 0,0 1-1 0 0,0 0 0 0 0,-1-1 0 0 0,1 1 0 0 0,0 0 0 0 0,0-1 0 0 0,0 1 0 0 0,0-1 1 0 0,0 1-1 0 0,-1 0 0 0 0,1-1 0 0 0,0 1 0 0 0,0 0 0 0 0,0-1 0 0 0,0 1 0 0 0,0-1 1 0 0,0 1-1 0 0,0 0 0 0 0,0-1 0 0 0,0 1 0 0 0,0-1 0 0 0,0 1 0 0 0,1 0 0 0 0,-1-1 1 0 0,0 1-1 0 0,0 0 0 0 0,0-1 0 0 0,0 1 0 0 0,1 0 0 0 0,-1-1 0 0 0,0 1 1 0 0,0 0-1 0 0,1-1 0 0 0,-1 1 0 0 0,0 0 0 0 0,0-1 0 0 0,1 1 0 0 0,-1 0 0 0 0,0 0 1 0 0,1 0-1 0 0,0-1 0 0 0,47-8 322 0 0,1 1 0 0 0,81-1 0 0 0,-52 5-304 0 0,407-20 188 0 0,-432 18-1426 0 0,-51 6 606 0 0,11 2-1738 0 0,-11-2 1165 0 0,-25 8-5796 0 0,-35 6 1305 0 0,34-11 171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4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0 936 0 0,'-34'13'22367'0'0,"41"-9"-21676"0"0,17 0-907 0 0,297 13 611 0 0,-289-16-326 0 0,-29-1-51 0 0,28 0-1273 0 0,-28 0 522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5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44 167 628 0 0,'22'-47'11001'0'0,"6"6"-5788"0"0,-23 35-4924 0 0,1 0 1 0 0,0 0-1 0 0,0 1 0 0 0,1 0 1 0 0,-1 0-1 0 0,1 0 1 0 0,1 1-1 0 0,-1 0 1 0 0,0 1-1 0 0,10-4 1 0 0,-1 2-195 0 0,0 0 1 0 0,0 1 0 0 0,0 1-1 0 0,0 1 1 0 0,1 0 0 0 0,-1 1-1 0 0,1 1 1 0 0,-1 0 0 0 0,24 4-1 0 0,-34-3-79 0 0,1 0 1 0 0,-1 0-1 0 0,0 1 0 0 0,0 0 0 0 0,0 0 0 0 0,0 0 0 0 0,0 1 1 0 0,-1 0-1 0 0,1 0 0 0 0,-1 1 0 0 0,1-1 0 0 0,-1 1 1 0 0,0 0-1 0 0,-1 1 0 0 0,1-1 0 0 0,-1 1 0 0 0,0 0 0 0 0,0 0 1 0 0,0 0-1 0 0,-1 0 0 0 0,0 1 0 0 0,0 0 0 0 0,0-1 1 0 0,-1 1-1 0 0,0 0 0 0 0,0 0 0 0 0,2 7 0 0 0,-4-5 18 0 0,1 0 0 0 0,-1 0 0 0 0,0-1 0 0 0,-1 1 0 0 0,1 0-1 0 0,-2 0 1 0 0,1-1 0 0 0,-1 1 0 0 0,0 0 0 0 0,-1-1 0 0 0,1 0-1 0 0,-2 0 1 0 0,1 1 0 0 0,-8 9 0 0 0,0 0 84 0 0,-1 0-1 0 0,0-1 1 0 0,-1 0-1 0 0,-21 18 1 0 0,-30 20 993 0 0,-1-4 1 0 0,-99 58-1 0 0,120-80-479 0 0,5-2 358 0 0,37-25-724 0 0,2-1-257 0 0,1 1 0 0 0,-1 0 1 0 0,0-1-1 0 0,1 1 1 0 0,-1 0-1 0 0,1-1 1 0 0,-1 1-1 0 0,0-1 0 0 0,1 1 1 0 0,-1-1-1 0 0,1 1 1 0 0,0-1-1 0 0,-1 1 1 0 0,1-1-1 0 0,-1 0 1 0 0,1 1-1 0 0,0-1 0 0 0,-1 0 1 0 0,1 1-1 0 0,0-1 1 0 0,-1 0-1 0 0,1 0 1 0 0,0 0-1 0 0,-1 0 0 0 0,1 1 1 0 0,0-1-1 0 0,0 0 1 0 0,24 2 72 0 0,-24-2-72 0 0,336-7-8 0 0,-171 0-39 0 0,-79 4 224 0 0,-13-1-957 0 0,-25 3-3480 0 0,-38 3 772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9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43 1964 0 0,'-3'-1'1996'0'0,"-76"-6"10157"0"0,76 6-11131 0 0,7 1-857 0 0,241-19 437 0 0,-187 17-554 0 0,58-5 133 0 0,-113 7-199 0 0,28-5-2905 0 0,-28 5 1880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9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51 2212 0 0,'11'-13'5420'0'0,"12"-19"2646"0"0,-23 32-7993 0 0,0 0 0 0 0,0 0-1 0 0,0-1 1 0 0,0 1 0 0 0,0 0 0 0 0,0 0 0 0 0,0 0 0 0 0,0-1-1 0 0,0 1 1 0 0,0 0 0 0 0,0 0 0 0 0,0 0 0 0 0,0-1-1 0 0,0 1 1 0 0,0 0 0 0 0,0 0 0 0 0,0 0 0 0 0,0-1 0 0 0,0 1-1 0 0,0 0 1 0 0,0 0 0 0 0,0 0 0 0 0,0-1 0 0 0,0 1 0 0 0,0 0-1 0 0,0 0 1 0 0,-1 0 0 0 0,-4 0-39 0 0,0 1 0 0 0,0 0 0 0 0,0 0 1 0 0,0 0-1 0 0,0 1 0 0 0,1 0 0 0 0,-1 0 0 0 0,0 0 0 0 0,1 1 1 0 0,-7 3-1 0 0,-47 38 59 0 0,32-23-39 0 0,25-20-53 0 0,-6 4 2 0 0,0 0 1 0 0,0 1 0 0 0,0 1-1 0 0,1-1 1 0 0,0 1 0 0 0,-7 10-1 0 0,12-16 3 0 0,0 0-1 0 0,1 1 0 0 0,-1-1 0 0 0,1 0 1 0 0,-1 1-1 0 0,1-1 0 0 0,0 0 0 0 0,-1 1 0 0 0,1-1 1 0 0,0 0-1 0 0,0 1 0 0 0,0-1 0 0 0,0 1 1 0 0,0-1-1 0 0,0 0 0 0 0,1 1 0 0 0,-1-1 1 0 0,0 1-1 0 0,1-1 0 0 0,-1 0 0 0 0,1 0 1 0 0,-1 1-1 0 0,1-1 0 0 0,0 0 0 0 0,-1 0 1 0 0,1 0-1 0 0,0 1 0 0 0,0-1 0 0 0,0 0 0 0 0,0 0 1 0 0,0 0-1 0 0,1 0 0 0 0,5 5 16 0 0,0 0 0 0 0,0 0 0 0 0,12 7 0 0 0,-16-11-19 0 0,34 20 62 0 0,-13-7-72 0 0,33 25 0 0 0,-49-34 179 0 0,0 1 0 0 0,-1 1 0 0 0,0-1 0 0 0,0 1 0 0 0,-1 0 0 0 0,0 1 0 0 0,8 15 0 0 0,-11-20 26 0 0,-1 1 1 0 0,0 0-1 0 0,0-1 0 0 0,0 1 1 0 0,-1 0-1 0 0,0 0 0 0 0,0 0 1 0 0,0 0-1 0 0,0 0 0 0 0,-1 0 1 0 0,0 0-1 0 0,0 0 0 0 0,0 0 1 0 0,-1 0-1 0 0,1 0 0 0 0,-1 0 0 0 0,0 0 1 0 0,-1 0-1 0 0,1 0 0 0 0,-1-1 1 0 0,0 1-1 0 0,0 0 0 0 0,-1-1 1 0 0,1 0-1 0 0,-1 1 0 0 0,0-1 1 0 0,0 0-1 0 0,0 0 0 0 0,-1-1 0 0 0,0 1 1 0 0,-4 3-1 0 0,3-3-71 0 0,-1 1-1 0 0,1-1 1 0 0,-1-1 0 0 0,0 1-1 0 0,-1-1 1 0 0,1 0 0 0 0,-1 0-1 0 0,1-1 1 0 0,-1 1 0 0 0,0-2-1 0 0,1 1 1 0 0,-1-1-1 0 0,0 0 1 0 0,-14 0 0 0 0,14-1-282 0 0,0-1 0 0 0,1 1 1 0 0,-1-1-1 0 0,1-1 0 0 0,-1 0 1 0 0,1 1-1 0 0,-1-2 0 0 0,1 1 0 0 0,0-1 1 0 0,-6-3-1 0 0,10 4-127 0 0,0 1-1 0 0,0 0 1 0 0,1 0 0 0 0,-1-1-1 0 0,0 1 1 0 0,1-1-1 0 0,-1 0 1 0 0,1 1 0 0 0,0-1-1 0 0,-1 0 1 0 0,1 0 0 0 0,0 0-1 0 0,0 0 1 0 0,0 0-1 0 0,0 0 1 0 0,1 0 0 0 0,-1 0-1 0 0,0 0 1 0 0,1 0-1 0 0,0-1 1 0 0,-1 1 0 0 0,1-4-1 0 0,1 0-1040 0 0,-1 0 1 0 0,1 0-1 0 0,0 1 0 0 0,0-1 0 0 0,1 0 0 0 0,0 1 0 0 0,4-9 0 0 0,2-5-5610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49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0 221 1484 0 0,'2'-16'7286'0'0,"1"-28"3744"0"0,-2 42-10892 0 0,1 0 1 0 0,0 0 0 0 0,-1 0-1 0 0,1 0 1 0 0,0 0 0 0 0,0 1-1 0 0,0-1 1 0 0,0 0-1 0 0,0 1 1 0 0,0 0 0 0 0,1-1-1 0 0,4-1 1 0 0,37-15 53 0 0,2 1 0 0 0,0 2-1 0 0,73-13 1 0 0,-21 5-107 0 0,-6 0 124 0 0,-42 11-2799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51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626 160 712 0 0,'-10'-12'4490'0'0,"-16"-22"3602"0"0,26 34-8014 0 0,-1-1 1 0 0,1 1-1 0 0,-1 0 0 0 0,1-1 1 0 0,0 1-1 0 0,-1-1 1 0 0,1 1-1 0 0,0-1 0 0 0,0 1 1 0 0,-1 0-1 0 0,1-1 1 0 0,0 1-1 0 0,0-1 0 0 0,0 1 1 0 0,-1-1-1 0 0,1 1 1 0 0,0-1-1 0 0,0 1 0 0 0,0-1 1 0 0,0 1-1 0 0,0-1 1 0 0,0 0-1 0 0,0 1 0 0 0,0-1 1 0 0,0 1-1 0 0,0-1 1 0 0,0 1-1 0 0,1-1 0 0 0,-1 1 1 0 0,0-1-1 0 0,0 1 0 0 0,0-1 1 0 0,1 1-1 0 0,-1-1 1 0 0,0 1-1 0 0,0 0 0 0 0,1-1 1 0 0,-1 1-1 0 0,1-1 1 0 0,-1 1-1 0 0,0 0 0 0 0,1-1 1 0 0,-1 1-1 0 0,1 0 1 0 0,-1 0-1 0 0,0-1 0 0 0,1 1 1 0 0,-1 0-1 0 0,1-1 1 0 0,67-16 540 0 0,-1 2 1 0 0,112-9 0 0 0,-133 19-515 0 0,278-25-25 0 0,-322 30-79 0 0,0 0 0 0 0,0 0 0 0 0,0 0 0 0 0,-1 0 0 0 0,1 0 0 0 0,0 1 0 0 0,0-1 0 0 0,0 1 0 0 0,-1 0 0 0 0,1-1-1 0 0,0 1 1 0 0,0 0 0 0 0,-1 0 0 0 0,1 0 0 0 0,-1 0 0 0 0,1 0 0 0 0,-1 0 0 0 0,1 1 0 0 0,-1-1 0 0 0,0 0 0 0 0,0 1-1 0 0,1-1 1 0 0,-1 1 0 0 0,0 0 0 0 0,0-1 0 0 0,-1 1 0 0 0,2 2 0 0 0,2 6 12 0 0,-1-1-1 0 0,0 1 1 0 0,4 19-1 0 0,-5-16-16 0 0,26 140 112 0 0,9 177 0 0 0,-34-302-90 0 0,6 118 125 0 0,-15 207 0 0 0,-40 146 47 0 0,30-350-144 0 0,-246 1679 751 0 0,165-1016-549 0 0,92-751-236 0 0,-71 1069 3580 0 0,74-1087-3358 0 0,-6 142 857 0 0,-2 52 469 0 0,-10-68-427 0 0,4-55-483 0 0,-14 37 197 0 0,20-107-612 0 0,3-12 69 0 0,-2 0-1 0 0,-16 39 1 0 0,21-60-218 0 0,-1-2 1 0 0,-1 1-1 0 0,1-1 0 0 0,-1 0 0 0 0,-1 0 0 0 0,1 0 0 0 0,-2-1 1 0 0,-8 8-1 0 0,10-11-62 0 0,0 0 0 0 0,-1-1 0 0 0,0 1 0 0 0,1-2-1 0 0,-1 1 1 0 0,0-1 0 0 0,-1 0 0 0 0,1 0 0 0 0,0-1 0 0 0,-1 0 0 0 0,0-1 0 0 0,-9 2 0 0 0,-9-2-396 0 0,1 0 0 0 0,-1-2 0 0 0,0 0 1 0 0,1-2-1 0 0,-26-6 0 0 0,-120-40-4922 0 0,41-2-336 0 0,48 8-2379 0 0,37 15-906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52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1 996 0 0,'0'0'2086'0'0,"-12"4"2086"0"0,-13 8 5616 0 0,36-9-8546 0 0,119 1-962 0 0,-39-2-1876 0 0,-2 7-5198 0 0,-77-6 3492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5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1 836 0 0,'-19'13'4969'0'0,"1"1"-1"0"0,-30 28 891 0 0,48-41-5819 0 0,0-1 0 0 0,0 1 0 0 0,0-1 0 0 0,0 0 0 0 0,0 1 0 0 0,0-1-1 0 0,1 1 1 0 0,-1-1 0 0 0,0 1 0 0 0,0-1 0 0 0,0 1 0 0 0,1-1 0 0 0,-1 1 0 0 0,0-1 0 0 0,0 0 0 0 0,1 1-1 0 0,-1-1 1 0 0,0 1 0 0 0,1-1 0 0 0,-1 0 0 0 0,1 1 0 0 0,-1-1 0 0 0,0 0 0 0 0,2 1 0 0 0,43 4 90 0 0,1-2 0 0 0,86-6 0 0 0,-81 1-877 0 0,68-4-2356 0 0,-41 0-2481 0 0,-30 1-598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54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1333 46 1468 0 0,'9'-7'10229'0'0,"-9"6"-10128"0"0,0 0 1 0 0,-1 0-1 0 0,1 0 1 0 0,0 0-1 0 0,0 1 0 0 0,-1-1 1 0 0,1 0-1 0 0,0 0 0 0 0,-1 0 1 0 0,1 0-1 0 0,-1 1 0 0 0,1-1 1 0 0,-1 0-1 0 0,1 0 0 0 0,-1 1 1 0 0,0-1-1 0 0,1 1 1 0 0,-1-1-1 0 0,0 0 0 0 0,1 1 1 0 0,-1-1-1 0 0,0 1 0 0 0,0-1 1 0 0,0 1-1 0 0,1 0 0 0 0,-1-1 1 0 0,0 1-1 0 0,0 0 1 0 0,0 0-1 0 0,-1-1 0 0 0,-36-7 651 0 0,28 6-666 0 0,-20-2 14 0 0,0 1 0 0 0,0 2 0 0 0,0 1 0 0 0,-44 6 0 0 0,53-4-118 0 0,0 1 0 0 0,1 1 1 0 0,0 0-1 0 0,-34 14 0 0 0,47-16 13 0 0,1 1 0 0 0,0 0 0 0 0,-1 1 0 0 0,2-1-1 0 0,-1 1 1 0 0,0 0 0 0 0,1 0 0 0 0,0 1 0 0 0,0 0-1 0 0,0 0 1 0 0,0 0 0 0 0,1 1 0 0 0,0-1 0 0 0,0 1-1 0 0,1 0 1 0 0,-1 0 0 0 0,-4 12 0 0 0,-2 17 28 0 0,1 0 0 0 0,2 0 1 0 0,-3 52-1 0 0,3 112 142 0 0,4-64-99 0 0,-80 607 1220 0 0,-56-7 14 0 0,66-371-984 0 0,42-202-225 0 0,-69 382 167 0 0,-110 872 368 0 0,70-317 2630 0 0,112-605-1789 0 0,28-492-1451 0 0,0 0 0 0 0,0-1 0 0 0,1 1 0 0 0,-1 0 0 0 0,0 0 0 0 0,1 0 0 0 0,-1 0 0 0 0,1 0 1 0 0,-1 0-1 0 0,1-1 0 0 0,0 1 0 0 0,0 0 0 0 0,0 0 0 0 0,0-1 0 0 0,0 1 0 0 0,0-1 0 0 0,0 1 0 0 0,1-1 0 0 0,-1 1 0 0 0,0-1 0 0 0,1 0 0 0 0,-1 0 0 0 0,1 0 0 0 0,0 0 1 0 0,-1 0-1 0 0,1 0 0 0 0,0 0 0 0 0,-1 0 0 0 0,1 0 0 0 0,0-1 0 0 0,0 1 0 0 0,3 0 0 0 0,3 0-6 0 0,0 0 1 0 0,1-1-1 0 0,-1 0 0 0 0,0 0 0 0 0,0-1 1 0 0,9-1-1 0 0,276-58-1419 0 0,-107 18-980 0 0,47 0-1765 0 0,-14 3-4187 0 0,-129 21 1517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55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44 2120 0 0,'-15'-6'12380'0'0,"12"3"-11377"0"0,24-4-972 0 0,1 2 1 0 0,-1 0-1 0 0,1 1 1 0 0,1 1-1 0 0,29 0 1 0 0,2-1-1515 0 0,-53 4 1427 0 0,11-2-1545 0 0,1 1-1 0 0,0 1 0 0 0,14 1 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56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1 776 0 0,'-6'2'1090'0'0,"-5"3"614"0"0,1 0 0 0 0,-1 0 0 0 0,-10 8 0 0 0,17-9-1479 0 0,0-1 1 0 0,0 1-1 0 0,0-1 0 0 0,1 1 0 0 0,-1 0 1 0 0,-2 5-1 0 0,-3 7 49 0 0,0 1 0 0 0,1 0 0 0 0,0 0 0 0 0,2 0 0 0 0,0 1 0 0 0,-5 28-1 0 0,11-41-212 0 0,-1-1 0 0 0,1 1-1 0 0,0 0 1 0 0,0-1 0 0 0,1 1-1 0 0,0 0 1 0 0,0-1 0 0 0,2 10-1 0 0,-1-12 13 0 0,0-1 0 0 0,0 1 0 0 0,0-1-1 0 0,0 1 1 0 0,0-1 0 0 0,0 0 0 0 0,0 1-1 0 0,0-1 1 0 0,1 0 0 0 0,-1-1-1 0 0,0 1 1 0 0,1 0 0 0 0,-1-1 0 0 0,5 1-1 0 0,43 3 367 0 0,-18-2-324 0 0,-20-1-30 0 0,1 1 0 0 0,-1 1 0 0 0,1 0 0 0 0,-1 1 0 0 0,0 0 1 0 0,0 1-1 0 0,-1 0 0 0 0,19 11 0 0 0,-27-14 37 0 0,0 0 1 0 0,0 1-1 0 0,0-1 0 0 0,0 1 1 0 0,0 0-1 0 0,0-1 0 0 0,-1 1 1 0 0,1 0-1 0 0,-1 1 0 0 0,0-1 1 0 0,0 0-1 0 0,0 1 1 0 0,0-1-1 0 0,-1 1 0 0 0,1-1 1 0 0,-1 1-1 0 0,0 0 0 0 0,0 0 1 0 0,0 0-1 0 0,-1 0 0 0 0,1-1 1 0 0,-1 1-1 0 0,0 0 0 0 0,0 0 1 0 0,-1 0-1 0 0,1 0 0 0 0,-1 0 1 0 0,1 0-1 0 0,-1-1 0 0 0,-1 1 1 0 0,1 0-1 0 0,-2 3 0 0 0,-2 4 119 0 0,0 0 1 0 0,-1 0-1 0 0,-1-1 0 0 0,0 1 0 0 0,0-2 0 0 0,-1 1 0 0 0,0-1 0 0 0,0 0 0 0 0,-1-1 0 0 0,-1 0 0 0 0,1 0 0 0 0,-1-1 0 0 0,0-1 0 0 0,-1 1 0 0 0,1-1 0 0 0,-16 5 0 0 0,20-9-241 0 0,1-1-1 0 0,-1 0 1 0 0,0 0 0 0 0,0 0-1 0 0,0 0 1 0 0,0-1 0 0 0,0 0-1 0 0,0 0 1 0 0,0-1 0 0 0,0 0-1 0 0,1 0 1 0 0,-1 0 0 0 0,-9-4-1 0 0,13 4-533 0 0,-4-3-586 0 0,6 3 925 0 0,-1 1 1 0 0,0 0-1 0 0,1 0 1 0 0,-1 0-1 0 0,1-1 1 0 0,-1 1-1 0 0,1 0 1 0 0,-1-1-1 0 0,1 1 0 0 0,-1-1 1 0 0,1 1-1 0 0,-1-1-194 0 0,0 1 195 0 0,1-1-1 0 0,0 1 1 0 0,-1-1-1 0 0,1 1 1 0 0,0-1-1 0 0,0 0 1 0 0,-1 1-1 0 0,1-1 1 0 0,0 1-1 0 0,0-1 1 0 0,0 0-1 0 0,0 1 1 0 0,-1-1-1 0 0,1 0 0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56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5 2960 0 0,'14'-4'9536'0'0,"-13"4"-9415"0"0,-1 0 0 0 0,0 0 0 0 0,1 0-1 0 0,-1 0 1 0 0,1 0 0 0 0,-1-1-1 0 0,1 1 1 0 0,-1 0 0 0 0,1 0-1 0 0,-1 0 1 0 0,1 0 0 0 0,-1 1-1 0 0,1-1 1 0 0,-1 0 0 0 0,0 0-1 0 0,1 0 1 0 0,-1 0 0 0 0,1 0-1 0 0,-1 1 1 0 0,1-1 0 0 0,-1 0-1 0 0,0 0 1 0 0,1 1 0 0 0,-1-1-1 0 0,0 0 1 0 0,1 0 0 0 0,-1 1 0 0 0,0-1-1 0 0,1 0 1 0 0,-1 1 0 0 0,1 0-1 0 0,-1 0-16 0 0,0 0-1 0 0,0 0 1 0 0,0 0-1 0 0,0 0 0 0 0,-1 0 1 0 0,1 0-1 0 0,0 0 1 0 0,0 0-1 0 0,-1 0 1 0 0,1 0-1 0 0,0 0 1 0 0,-1 0-1 0 0,0 2 0 0 0,-28 37 133 0 0,22-31 294 0 0,-94 118 553 0 0,59-78-1509 0 0,3 1 0 0 0,-61 104 0 0 0,76-98-2842 0 0,22-51 1792 0 0,0 1 0 0 0,1-1 0 0 0,0 0 0 0 0,0 11 0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56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19 64 0 0,'20'-12'10608'0'0,"-11"7"-8593"0"0,7 4-637 0 0,-11 2-1271 0 0,0 0-1 0 0,0 1 0 0 0,0-1 1 0 0,0 1-1 0 0,0 0 0 0 0,-1 1 1 0 0,1-1-1 0 0,-1 1 0 0 0,1 0 1 0 0,-1 0-1 0 0,0 0 0 0 0,0 0 1 0 0,-1 1-1 0 0,1 0 0 0 0,-1 0 1 0 0,0 0-1 0 0,0 0 0 0 0,0 0 1 0 0,0 1-1 0 0,-1-1 0 0 0,1 1 1 0 0,-1 0-1 0 0,-1-1 0 0 0,1 1 1 0 0,-1 0-1 0 0,1 0 0 0 0,-1 0 1 0 0,-1 0-1 0 0,1 1 0 0 0,-1 7 1 0 0,0-2 214 0 0,-1 1 1 0 0,-1-1 0 0 0,0 0-1 0 0,0 0 1 0 0,-1 1 0 0 0,-1-1-1 0 0,0-1 1 0 0,0 1 0 0 0,-9 14 0 0 0,-6 8 614 0 0,-37 45 1 0 0,10-15-139 0 0,36-50-559 0 0,9-13-226 0 0,0 0 1 0 0,1 1 0 0 0,-1-1 0 0 0,0 1 0 0 0,1-1 0 0 0,-1 1 0 0 0,1-1 0 0 0,-1 1 0 0 0,1 0 0 0 0,-1-1 0 0 0,1 1-1 0 0,0 0 1 0 0,-1-1 0 0 0,1 1 0 0 0,0 0 0 0 0,-1-1 0 0 0,1 1 0 0 0,0 0 0 0 0,0 0 0 0 0,0-1 0 0 0,0 1 0 0 0,-1 0 0 0 0,1 0-1 0 0,0 0 1 0 0,0-1 0 0 0,1 1 0 0 0,-1 0 0 0 0,0 0 0 0 0,0-1 0 0 0,0 1 0 0 0,0 0 0 0 0,1 0 0 0 0,0 1 0 0 0,3-2 43 0 0,238-60 164 0 0,-125 28-207 0 0,-69 20 1 0 0,51-14-858 0 0,-97 25 13 0 0,0 0-1 0 0,0 1 1 0 0,1 0-1 0 0,-1-1 1 0 0,0 1-1 0 0,1 0 1 0 0,-1 0-1 0 0,0 0 1 0 0,5 1-1 0 0,-5-1 1294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57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192 135 1512 0 0,'-4'-15'6521'0'0,"4"14"-6331"0"0,-1 0-1 0 0,1 0 1 0 0,0 1-1 0 0,0-1 1 0 0,0 0 0 0 0,-1 0-1 0 0,1 1 1 0 0,0-1-1 0 0,-1 0 1 0 0,1 1-1 0 0,-1-1 1 0 0,1 0-1 0 0,0 1 1 0 0,-1-1-1 0 0,0 1 1 0 0,1-1 0 0 0,-1 0-1 0 0,1 1 1 0 0,-1-1-1 0 0,0 1 1 0 0,-4 2-58 0 0,0 0 1 0 0,1 1-1 0 0,-1-1 0 0 0,1 1 1 0 0,0 1-1 0 0,0-1 0 0 0,0 0 1 0 0,0 1-1 0 0,1 0 1 0 0,-1 0-1 0 0,1 0 0 0 0,-5 9 1 0 0,-36 62 1139 0 0,39-65-1157 0 0,-42 93 741 0 0,41-88-772 0 0,2 0 1 0 0,-1 1-1 0 0,2-1 1 0 0,0 1-1 0 0,-1 17 1 0 0,4-28-58 0 0,0 0 0 0 0,0 0 0 0 0,0 0 0 0 0,1 0-1 0 0,0 0 1 0 0,0 0 0 0 0,0-1 0 0 0,0 1 0 0 0,1 0 0 0 0,-1-1 0 0 0,1 1 0 0 0,1-1 0 0 0,-1 1 0 0 0,0-1 0 0 0,1 0-1 0 0,0 0 1 0 0,0 0 0 0 0,0-1 0 0 0,1 1 0 0 0,-1-1 0 0 0,1 0 0 0 0,0 1 0 0 0,0-2 0 0 0,0 1 0 0 0,0 0 0 0 0,7 2 0 0 0,-2-1 80 0 0,0-1 0 0 0,1 0 0 0 0,-1 0 0 0 0,1-1 1 0 0,0 0-1 0 0,-1-1 0 0 0,1 0 0 0 0,0 0 0 0 0,0-1 0 0 0,0-1 1 0 0,-1 0-1 0 0,14-2 0 0 0,-6-1 118 0 0,0 0-1 0 0,0-1 1 0 0,-1-1 0 0 0,0 0 0 0 0,0-2-1 0 0,0 0 1 0 0,-1 0 0 0 0,-1-1 0 0 0,1-1-1 0 0,13-12 1 0 0,-17 12-91 0 0,0-1 0 0 0,-1 0 1 0 0,-1-1-1 0 0,1 0 0 0 0,-2 0 0 0 0,0-1 0 0 0,0 0 1 0 0,-1-1-1 0 0,-1 1 0 0 0,0-1 0 0 0,7-29 0 0 0,-7 19 4 0 0,-1 0 0 0 0,-1-1 0 0 0,1-43 0 0 0,-5 59-130 0 0,0-1 1 0 0,-1 1-1 0 0,0-1 0 0 0,-1 1 0 0 0,0 0 0 0 0,0-1 0 0 0,-1 1 0 0 0,0 0 0 0 0,0 1 0 0 0,-1-1 0 0 0,-1 0 0 0 0,-10-14 0 0 0,12 19-146 0 0,0 0 1 0 0,-1 1-1 0 0,0 0 1 0 0,1 0-1 0 0,-1 0 0 0 0,0 0 1 0 0,-1 1-1 0 0,1-1 0 0 0,0 1 1 0 0,-1 0-1 0 0,1 0 0 0 0,-1 1 1 0 0,0-1-1 0 0,1 1 0 0 0,-1 0 1 0 0,0 1-1 0 0,0-1 0 0 0,0 1 1 0 0,0 0-1 0 0,0 0 0 0 0,0 0 1 0 0,1 1-1 0 0,-1-1 1 0 0,-5 3-1 0 0,4-2-382 0 0,0 0-1 0 0,0 1 1 0 0,0 0-1 0 0,0 0 1 0 0,0 1 0 0 0,1 0-1 0 0,-1 0 1 0 0,1 0 0 0 0,0 0-1 0 0,0 1 1 0 0,0 0 0 0 0,0 0-1 0 0,1 0 1 0 0,0 1 0 0 0,-1 0-1 0 0,2 0 1 0 0,-1 0 0 0 0,-5 8-1 0 0,5-1-2714 0 0,3-1-1142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58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32 608 0 0,'-56'22'17116'0'0,"50"-20"-14811"0"0,20-1-1847 0 0,186-32-64 0 0,-59 10-209 0 0,-138 21-201 0 0,11-5-478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58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86 2148 0 0,'15'-19'9452'0'0,"-10"14"-8952"0"0,0 0-1 0 0,0 0 0 0 0,0 1 1 0 0,1 0-1 0 0,0 0 1 0 0,-1 0-1 0 0,1 1 0 0 0,1-1 1 0 0,-1 1-1 0 0,12-3 0 0 0,0 0-147 0 0,0 2 0 0 0,33-5-1 0 0,-47 9-320 0 0,1-1-1 0 0,-1 1 1 0 0,0 0-1 0 0,1 0 1 0 0,-1 1-1 0 0,0-1 1 0 0,1 1-1 0 0,-1 0 1 0 0,0 0-1 0 0,0 1 1 0 0,0-1-1 0 0,0 1 0 0 0,0 0 1 0 0,0 0-1 0 0,0 0 1 0 0,-1 0-1 0 0,1 1 1 0 0,3 3-1 0 0,-4-4-16 0 0,-1 1 1 0 0,0-1-1 0 0,0 1 0 0 0,0 0 0 0 0,0 0 0 0 0,0-1 1 0 0,-1 1-1 0 0,1 0 0 0 0,-1 1 0 0 0,0-1 0 0 0,0 0 1 0 0,0 0-1 0 0,0 1 0 0 0,-1-1 0 0 0,1 0 0 0 0,-1 1 0 0 0,0-1 1 0 0,0 0-1 0 0,0 1 0 0 0,0-1 0 0 0,-1 0 0 0 0,1 1 1 0 0,-2 4-1 0 0,-4 10 62 0 0,-1-1-1 0 0,0 0 1 0 0,-1 0 0 0 0,-1 0 0 0 0,-1-1 0 0 0,-20 27 0 0 0,-82 82 688 0 0,91-103-590 0 0,-91 94 599 0 0,112-115-765 0 0,-1-1 0 0 0,1 1 0 0 0,0-1-1 0 0,0 1 1 0 0,0-1 0 0 0,0 1 0 0 0,-1 0 0 0 0,1-1 0 0 0,0 1 0 0 0,0 0 0 0 0,0-1-1 0 0,0 1 1 0 0,0-1 0 0 0,0 1 0 0 0,1 0 0 0 0,-1-1 0 0 0,0 1 0 0 0,0-1 0 0 0,0 1 0 0 0,0 0-1 0 0,1-1 1 0 0,-1 1 0 0 0,0-1 0 0 0,1 1 0 0 0,-1-1 0 0 0,0 1 0 0 0,1-1 0 0 0,-1 1-1 0 0,1-1 1 0 0,-1 0 0 0 0,1 1 0 0 0,-1-1 0 0 0,1 1 0 0 0,-1-1 0 0 0,1 0 0 0 0,-1 1-1 0 0,1-1 1 0 0,-1 0 0 0 0,1 0 0 0 0,-1 0 0 0 0,1 1 0 0 0,0-1 0 0 0,0 0 0 0 0,37 4 50 0 0,-1-2 1 0 0,0-1 0 0 0,69-8-1 0 0,-86 6-49 0 0,229-21 164 0 0,-214 21-83 0 0,-32 0-84 0 0,2 1 58 0 0,3 0-483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59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422 136 16 0 0,'36'-50'17970'0'0,"-35"40"-14839"0"0,-8 14-3082 0 0,0 0-1 0 0,0 0 1 0 0,0 1 0 0 0,1-1 0 0 0,-1 2 0 0 0,1-1 0 0 0,1 1 0 0 0,-9 10 0 0 0,-1-1-39 0 0,-19 20-30 0 0,2 1 0 0 0,-29 44 0 0 0,44-55 1 0 0,1 1-1 0 0,1 0 1 0 0,1 2-1 0 0,-14 41 1 0 0,26-63 34 0 0,0 0-1 0 0,0 0 1 0 0,1 0-1 0 0,0 0 1 0 0,1 0-1 0 0,-1 0 1 0 0,1 0-1 0 0,0 0 1 0 0,0 1 0 0 0,1-1-1 0 0,0 0 1 0 0,0 0-1 0 0,0 0 1 0 0,4 9-1 0 0,-2-10 10 0 0,-1-1 0 0 0,0 1 0 0 0,1-1-1 0 0,0 0 1 0 0,0 0 0 0 0,1 0 0 0 0,-1-1 0 0 0,1 1-1 0 0,-1-1 1 0 0,1 0 0 0 0,0 1 0 0 0,0-2-1 0 0,1 1 1 0 0,-1 0 0 0 0,0-1 0 0 0,1 0-1 0 0,0 0 1 0 0,7 2 0 0 0,-1-1 230 0 0,1-1-1 0 0,0 1 1 0 0,0-2 0 0 0,0 0-1 0 0,0 0 1 0 0,0-1 0 0 0,0 0 0 0 0,0-1-1 0 0,0-1 1 0 0,0 0 0 0 0,13-4-1 0 0,-9 1 3 0 0,-2 0 0 0 0,1-1 0 0 0,-1-1 0 0 0,0 0 0 0 0,0-1 0 0 0,-1-1 0 0 0,0 0 0 0 0,13-12 0 0 0,-13 10-147 0 0,-2-1 1 0 0,1 1-1 0 0,-2-2 1 0 0,1 0-1 0 0,-2 0 1 0 0,0 0-1 0 0,0-1 0 0 0,-2-1 1 0 0,1 1-1 0 0,-2-1 1 0 0,0-1-1 0 0,-1 1 0 0 0,0-1 1 0 0,-2 0-1 0 0,1 0 1 0 0,-2 0-1 0 0,1-29 0 0 0,-4 34-180 0 0,0-1 0 0 0,0 1 0 0 0,-2 0 0 0 0,1 0 0 0 0,-1 1 0 0 0,-1-1 0 0 0,0 1 0 0 0,0-1 0 0 0,-1 1 0 0 0,-1 0 0 0 0,1 1 0 0 0,-1-1 0 0 0,-1 1 0 0 0,0 1 0 0 0,0-1 0 0 0,-1 1 0 0 0,0 0 0 0 0,0 1 0 0 0,-1 0 0 0 0,0 0 0 0 0,0 1 0 0 0,-1 0 0 0 0,-10-5 0 0 0,1 2-657 0 0,0 1 1 0 0,0 1-1 0 0,0 1 0 0 0,-1 0 1 0 0,0 2-1 0 0,0 0 1 0 0,-1 1-1 0 0,1 1 0 0 0,-1 1 1 0 0,1 0-1 0 0,-37 5 1 0 0,18 3-1833 0 0,1 1 0 0 0,-1 2 0 0 0,-38 16 0 0 0,26-7-3758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0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84 1752 0 0,'-12'-7'6224'0'0,"3"5"-4993"0"0,-19-5 10530 0 0,22 6-12356 0 0,3 1 1326 0 0,36-6-610 0 0,68-17-9 0 0,-69 14-129 0 0,41-5 1 0 0,-24 2-11365 0 0,-41 9 8872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0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59 508 0 0,'63'-53'15592'0'0,"-62"51"-15080"0"0,5 1 236 0 0,-6 1-717 0 0,1-1 0 0 0,-1 1 0 0 0,1 0 0 0 0,-1 0 0 0 0,0-1 0 0 0,1 1 0 0 0,-1 0 0 0 0,1 0 0 0 0,-1 0 0 0 0,1 0 0 0 0,-1 0 0 0 0,1 0 0 0 0,-1 0 0 0 0,0 0 0 0 0,1 0 0 0 0,-1 0 0 0 0,1 0 0 0 0,-1 0 0 0 0,1 0 0 0 0,-1 0 0 0 0,1 0 0 0 0,-1 0 0 0 0,1 0 0 0 0,-1 0 0 0 0,0 1 0 0 0,1-1 0 0 0,-1 0 0 0 0,1 0 0 0 0,-1 1 0 0 0,0-1 0 0 0,1 0 0 0 0,-1 0 0 0 0,0 1 0 0 0,1-1 0 0 0,-1 0 0 0 0,0 1 0 0 0,0-1 0 0 0,1 1 0 0 0,-1-1 0 0 0,0 0 0 0 0,0 1 0 0 0,1-1 0 0 0,-1 1 0 0 0,0 0 0 0 0,12 48 942 0 0,-2 0-1 0 0,-2 1 1 0 0,-2 0-1 0 0,-2 85 0 0 0,-7-71-860 0 0,2-43-786 0 0,0 1-1 0 0,1-1 0 0 0,1 0 1 0 0,6 39-1 0 0,-6-57 391 0 0,-1-1 1 0 0,1 0-1 0 0,0 0 1 0 0,-1 0 0 0 0,1 0-1 0 0,0-1 1 0 0,0 1-1 0 0,0 0 1 0 0,1 0-1 0 0,-1 0 1 0 0,0-1-1 0 0,1 1 1 0 0,-1-1-1 0 0,1 1 1 0 0,2 1-1 0 0,-2-2-247 0 0,-1 0-1 0 0,1 0 0 0 0,0 0 0 0 0,0-1 0 0 0,-1 1 0 0 0,1-1 0 0 0,0 1 0 0 0,0-1 0 0 0,0 0 0 0 0,0 0 0 0 0,0 1 0 0 0,2-2 0 0 0,16-1-5969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1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155 121 528 0 0,'5'-22'15215'0'0,"-5"22"-15179"0"0,0 0 0 0 0,0-1 1 0 0,0 1-1 0 0,0 0 0 0 0,0 0 0 0 0,0-1 1 0 0,0 1-1 0 0,0 0 0 0 0,0 0 1 0 0,0-1-1 0 0,0 1 0 0 0,0 0 0 0 0,0 0 1 0 0,0-1-1 0 0,0 1 0 0 0,-1 0 0 0 0,1 0 1 0 0,0 0-1 0 0,0-1 0 0 0,0 1 1 0 0,0 0-1 0 0,0 0 0 0 0,-1 0 0 0 0,1-1 1 0 0,0 1-1 0 0,0 0 0 0 0,0 0 0 0 0,-1 0 1 0 0,1 0-1 0 0,0 0 0 0 0,0 0 1 0 0,0-1-1 0 0,-1 1 0 0 0,1 0 0 0 0,0 0 1 0 0,0 0-1 0 0,-1 0 0 0 0,1 0 1 0 0,0 0-1 0 0,0 0 0 0 0,-1 0 0 0 0,1 0 1 0 0,0 0-1 0 0,0 0 0 0 0,-1 0 0 0 0,1 0 1 0 0,0 0-1 0 0,-1 1 0 0 0,-13 11 438 0 0,-12 24-376 0 0,15-17-44 0 0,-51 93 207 0 0,55-96-213 0 0,0 0-1 0 0,1 0 0 0 0,1 0 0 0 0,0 1 1 0 0,-3 22-1 0 0,8-35-28 0 0,0 0 1 0 0,-1 0-1 0 0,1-1 0 0 0,0 1 1 0 0,0 0-1 0 0,1 0 0 0 0,-1-1 1 0 0,1 1-1 0 0,0 0 0 0 0,0-1 0 0 0,0 1 1 0 0,1 0-1 0 0,-1-1 0 0 0,1 0 1 0 0,0 1-1 0 0,0-1 0 0 0,0 0 1 0 0,5 6-1 0 0,-4-6 6 0 0,1 0-1 0 0,0 0 1 0 0,0 0 0 0 0,0 0-1 0 0,1-1 1 0 0,-1 0 0 0 0,0 0 0 0 0,1 0-1 0 0,0 0 1 0 0,-1-1 0 0 0,1 0-1 0 0,0 0 1 0 0,0 0 0 0 0,6 0-1 0 0,2 0 132 0 0,0-1 0 0 0,1 0-1 0 0,-1-1 1 0 0,0-1-1 0 0,1 0 1 0 0,-1 0 0 0 0,0-1-1 0 0,0-1 1 0 0,-1-1-1 0 0,1 1 1 0 0,-1-2 0 0 0,0 0-1 0 0,0 0 1 0 0,-1-1-1 0 0,0-1 1 0 0,20-16 0 0 0,-20 13 21 0 0,0 0 1 0 0,0-1 0 0 0,-1 0 0 0 0,-1-1 0 0 0,0 0-1 0 0,-1 0 1 0 0,0-1 0 0 0,-1 0 0 0 0,0 0-1 0 0,-2-1 1 0 0,1 1 0 0 0,-2-1 0 0 0,0-1-1 0 0,2-18 1 0 0,-5 26-120 0 0,0 0 0 0 0,-1-1 0 0 0,0 1 0 0 0,0-1 0 0 0,-1 1-1 0 0,0 0 1 0 0,0-1 0 0 0,-1 1 0 0 0,0 0 0 0 0,-1 0 0 0 0,0 0 0 0 0,0 1-1 0 0,-1-1 1 0 0,-5-9 0 0 0,5 12-56 0 0,0 0 0 0 0,1 0 0 0 0,-2 1 0 0 0,1-1 0 0 0,-1 1 0 0 0,1 0 0 0 0,-1 0 1 0 0,0 1-1 0 0,0-1 0 0 0,-1 1 0 0 0,1 0 0 0 0,-1 1 0 0 0,0-1 0 0 0,1 1 0 0 0,-1 0 0 0 0,0 0 0 0 0,0 1 0 0 0,0 0 0 0 0,-12-1 0 0 0,8 2-355 0 0,1 0-1 0 0,0 0 1 0 0,-1 1-1 0 0,1 0 1 0 0,0 0-1 0 0,-11 4 1 0 0,17-4-78 0 0,-1 0 1 0 0,0 1-1 0 0,1-1 0 0 0,-1 1 1 0 0,1 0-1 0 0,-1 0 1 0 0,1 0-1 0 0,0 0 0 0 0,0 1 1 0 0,0-1-1 0 0,0 1 1 0 0,0 0-1 0 0,1 0 1 0 0,-1 0-1 0 0,1 0 0 0 0,-4 7 1 0 0,6-9-19 0 0,0 0 0 0 0,-1 1 0 0 0,1-1 0 0 0,0 1 0 0 0,0-1 1 0 0,0 1-1 0 0,0-1 0 0 0,0 1 0 0 0,0-1 0 0 0,0 0 0 0 0,0 1 0 0 0,1-1 1 0 0,-1 1-1 0 0,1-1 0 0 0,-1 1 0 0 0,1 0 0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1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7 816 0 0,'3'-6'14002'0'0,"-26"270"-11370"0"0,9-146-2247 0 0,-16 114-1926 0 0,30-230 1159 0 0,0-1 1 0 0,0 0-1 0 0,0 0 0 0 0,0 0 0 0 0,0 0 1 0 0,0 0-1 0 0,0 0 0 0 0,0 1 0 0 0,0-1 1 0 0,0 0-1 0 0,1 0 0 0 0,-1 0 0 0 0,1 0 1 0 0,-1 0-1 0 0,1 0 0 0 0,-1 0 0 0 0,1 0 1 0 0,-1 0-1 0 0,1 0 0 0 0,1 1 0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2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62 1720 0 0,'12'-12'13757'0'0,"-53"66"-13268"0"0,-3 3-174 0 0,-55 93 0 0 0,96-145-291 0 0,-18 33 183 0 0,-22 57 0 0 0,38-83-116 0 0,1 1-1 0 0,1 0 1 0 0,0 0-1 0 0,0 0 1 0 0,1 0-1 0 0,1 0 1 0 0,0 1-1 0 0,1-1 1 0 0,2 14-1 0 0,-2-24-8 0 0,1 0 0 0 0,0 1 0 0 0,-1-1 0 0 0,1 0 0 0 0,1 0 0 0 0,-1 0 1 0 0,0 0-1 0 0,1 0 0 0 0,-1 0 0 0 0,1-1 0 0 0,0 1 0 0 0,0 0 0 0 0,0-1 0 0 0,0 1 0 0 0,5 2 0 0 0,-3-1 49 0 0,1-1 0 0 0,0 0-1 0 0,0 0 1 0 0,0 0 0 0 0,1-1 0 0 0,-1 0-1 0 0,1 0 1 0 0,7 2 0 0 0,0-2 199 0 0,0 1 0 0 0,1-2-1 0 0,-1 0 1 0 0,1-1 0 0 0,-1 0 0 0 0,27-4 0 0 0,-23 0 15 0 0,0-1-1 0 0,-1-1 1 0 0,0 0-1 0 0,0-1 1 0 0,0-1-1 0 0,-1 0 1 0 0,0-1-1 0 0,0 0 1 0 0,-1-2 0 0 0,-1 1-1 0 0,0-2 1 0 0,0 0-1 0 0,13-16 1 0 0,-13 13-136 0 0,-1-1 1 0 0,0 0-1 0 0,-1 0 1 0 0,-1-1-1 0 0,-1-1 1 0 0,0 0-1 0 0,-1 0 1 0 0,-1-1-1 0 0,-1 1 1 0 0,-1-2 0 0 0,5-25-1 0 0,-9 37-188 0 0,-1 0 1 0 0,0-1-1 0 0,0 1 1 0 0,0 0-1 0 0,-1-1 0 0 0,0 1 1 0 0,-1 0-1 0 0,0 0 1 0 0,0 0-1 0 0,-1 0 0 0 0,0 0 1 0 0,-5-10-1 0 0,2 8-112 0 0,-1 0-1 0 0,1 1 1 0 0,-1 0-1 0 0,-1 0 1 0 0,0 1-1 0 0,0 0 1 0 0,0 1-1 0 0,-13-9 1 0 0,1 3-655 0 0,-1 0 1 0 0,-1 2 0 0 0,1 0-1 0 0,-2 2 1 0 0,0 0-1 0 0,0 2 1 0 0,-44-9 0 0 0,36 12-947 0 0,1 1 1 0 0,-1 1-1 0 0,-39 3 1 0 0,-35 8-6023 0 0,58-2 1030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3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1292 0 0,'0'-11'11791'0'0,"1"10"-11715"0"0,-1 0 1 0 0,1 0-1 0 0,0 0 1 0 0,0 0-1 0 0,0 1 1 0 0,-1-1-1 0 0,1 0 1 0 0,0 1-1 0 0,0-1 1 0 0,0 0-1 0 0,0 1 1 0 0,0-1-1 0 0,0 1 1 0 0,0 0-1 0 0,0-1 1 0 0,1 1-1 0 0,-1 0 1 0 0,0 0-1 0 0,0-1 1 0 0,0 1-1 0 0,0 0 1 0 0,0 0-1 0 0,2 0 1 0 0,34-1-119 0 0,-28 1 170 0 0,53-2-31 0 0,77-5-1403 0 0,-48-8-6481 0 0,-68 9 4182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3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90 80 0 0,'2'-12'9024'0'0,"-1"8"-8166"0"0,1 1-1 0 0,-1-1 1 0 0,1 1-1 0 0,0-1 0 0 0,0 1 1 0 0,0 0-1 0 0,4-4 1 0 0,-3 4-590 0 0,0 0-1 0 0,0 0 1 0 0,1 0 0 0 0,-1 0 0 0 0,8-3 0 0 0,-2 1-286 0 0,1 1 0 0 0,0 0 0 0 0,1 1-1 0 0,18-3 1 0 0,-21 4 32 0 0,-1 1 0 0 0,0 1-1 0 0,1-1 1 0 0,-1 1 0 0 0,0 1-1 0 0,1-1 1 0 0,-1 1 0 0 0,0 1 0 0 0,0-1-1 0 0,11 5 1 0 0,-15-5-7 0 0,-1 0 0 0 0,0 0 1 0 0,1 1-1 0 0,-1-1 0 0 0,0 1 0 0 0,0 0 1 0 0,0 0-1 0 0,0 0 0 0 0,0 0 0 0 0,0 0 0 0 0,0 0 1 0 0,-1 0-1 0 0,1 1 0 0 0,-1-1 0 0 0,0 1 1 0 0,1-1-1 0 0,-1 1 0 0 0,0-1 0 0 0,-1 1 0 0 0,1 0 1 0 0,0-1-1 0 0,-1 1 0 0 0,1 0 0 0 0,-1 0 1 0 0,0-1-1 0 0,0 1 0 0 0,0 0 0 0 0,0 0 1 0 0,-1-1-1 0 0,0 6 0 0 0,-2 5 23 0 0,0 0-1 0 0,-1 0 1 0 0,0 0 0 0 0,-10 20 0 0 0,-2-6 18 0 0,10-18-29 0 0,1-1 0 0 0,0 1 0 0 0,-5 13 0 0 0,10-21-25 0 0,0 3-19 0 0,0-3 25 0 0,0-1-1 0 0,-1 1 1 0 0,1-1-1 0 0,0 1 1 0 0,0-1 0 0 0,0 1-1 0 0,0-1 1 0 0,0 1-1 0 0,0-1 1 0 0,0 1-1 0 0,0-1 1 0 0,0 1-1 0 0,1-1 1 0 0,-1 1-1 0 0,0-1 1 0 0,0 1-1 0 0,0-1 1 0 0,1 1-1 0 0,-1-1 1 0 0,0 1-1 0 0,0-1 1 0 0,1 0-1 0 0,-1 1 1 0 0,0-1-1 0 0,1 1 1 0 0,-1-1-1 0 0,0 0 1 0 0,1 0-1 0 0,0 1 1 0 0,40 16-4 0 0,-21-10 1 0 0,-1 0 0 0 0,-1 2 0 0 0,0 0 0 0 0,20 14 0 0 0,-31-18 95 0 0,0 1-1 0 0,0 0 1 0 0,0 0-1 0 0,-1 0 1 0 0,0 1 0 0 0,0 0-1 0 0,0 0 1 0 0,-1 1-1 0 0,6 10 1 0 0,-10-14-46 0 0,1 0 1 0 0,-1 0-1 0 0,0 0 0 0 0,0 0 1 0 0,0 0-1 0 0,0 0 1 0 0,-1 0-1 0 0,1 0 0 0 0,-1 1 1 0 0,0-1-1 0 0,0 0 1 0 0,-1 0-1 0 0,1 0 0 0 0,-1 0 1 0 0,0 0-1 0 0,0 1 1 0 0,-1-1-1 0 0,1-1 1 0 0,-1 1-1 0 0,0 0 0 0 0,0 0 1 0 0,-3 4-1 0 0,-2 1 56 0 0,0 0 1 0 0,0-1-1 0 0,-1 0 0 0 0,0 0 0 0 0,0-1 0 0 0,-1 0 0 0 0,1-1 1 0 0,-2 0-1 0 0,1 0 0 0 0,-1-1 0 0 0,0 0 0 0 0,0 0 0 0 0,0-1 1 0 0,-1-1-1 0 0,-13 3 0 0 0,7-2 46 0 0,0-1 1 0 0,0-1-1 0 0,0 0 0 0 0,-1-1 0 0 0,1-1 1 0 0,0-1-1 0 0,0 0 0 0 0,0-2 1 0 0,-20-4-1 0 0,33 6-286 0 0,1 0 0 0 0,-1-1 1 0 0,1 1-1 0 0,0-1 0 0 0,0 0 1 0 0,-1 0-1 0 0,1 0 0 0 0,0 0 1 0 0,0 0-1 0 0,1-1 0 0 0,-1 1 1 0 0,0-1-1 0 0,1 0 0 0 0,0 0 1 0 0,-3-3-1 0 0,4 4-24 0 0,1 1-1 0 0,0-1 1 0 0,-1 1 0 0 0,1-1-1 0 0,0 1 1 0 0,-1-1 0 0 0,1 1 0 0 0,0-1-1 0 0,0 1 1 0 0,0-1 0 0 0,1 1-1 0 0,-1-1 1 0 0,0 1 0 0 0,0-1 0 0 0,1 1-1 0 0,-1 0 1 0 0,1-1 0 0 0,-1 1-1 0 0,1 0 1 0 0,0-1 0 0 0,1-1 0 0 0,17-24-2825 0 0,16-4-3230 0 0,-14 12 433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4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154 110 2220 0 0,'8'-34'9956'0'0,"6"5"-6468"0"0,-12 25-3437 0 0,1 1 0 0 0,0 0 0 0 0,0 0 0 0 0,0 0 0 0 0,0 0 0 0 0,0 0 0 0 0,1 1 0 0 0,-1-1 0 0 0,1 1 0 0 0,0 0 0 0 0,-1 0 0 0 0,1 1 0 0 0,0-1 0 0 0,7-1 1 0 0,-7 1-44 0 0,1 1 0 0 0,-1 0 0 0 0,1 0 0 0 0,-1 0 0 0 0,1 0 0 0 0,-1 1 1 0 0,1 0-1 0 0,-1 0 0 0 0,1 0 0 0 0,-1 0 0 0 0,1 1 0 0 0,-1 0 0 0 0,8 2 1 0 0,-9-2-1 0 0,0 0 0 0 0,0 0 0 0 0,-1 0 0 0 0,1 0 0 0 0,-1 0 0 0 0,1 1 0 0 0,-1 0 0 0 0,1-1 0 0 0,-1 1 0 0 0,0 0 0 0 0,0 0 0 0 0,0 0 0 0 0,0 0 0 0 0,0 0 0 0 0,0 1 0 0 0,-1-1 0 0 0,1 1 0 0 0,-1-1 0 0 0,1 1 0 0 0,-1-1 0 0 0,0 1 0 0 0,0 0 0 0 0,0-1 0 0 0,-1 1 0 0 0,1 0 0 0 0,-1 0 0 0 0,1 0 0 0 0,-1 0 1 0 0,0 0-1 0 0,0-1 0 0 0,-1 6 0 0 0,0 2 43 0 0,0 0-1 0 0,-1 0 1 0 0,0 0 0 0 0,-1 0 0 0 0,0 0 0 0 0,0-1 0 0 0,-8 14 0 0 0,-2 0 127 0 0,-1 0 0 0 0,-2-1 0 0 0,0-1 0 0 0,-28 30 0 0 0,-85 68 1078 0 0,106-99-1059 0 0,3-3-41 0 0,10-9 8 0 0,0 0 0 0 0,0 1 0 0 0,-11 14 0 0 0,22-23-159 0 0,-1 1 0 0 0,0-1 0 0 0,0 0 0 0 0,0 0-1 0 0,0 1 1 0 0,0-1 0 0 0,1 0 0 0 0,-1 1 0 0 0,0-1 0 0 0,0 0 0 0 0,1 0 0 0 0,-1 0 0 0 0,0 1 0 0 0,0-1 0 0 0,1 0 0 0 0,-1 0 0 0 0,0 0 0 0 0,0 1 0 0 0,1-1 0 0 0,-1 0 0 0 0,0 0 0 0 0,1 0 0 0 0,-1 0 0 0 0,0 0 0 0 0,1 0 0 0 0,-1 0 0 0 0,0 0 0 0 0,1 0 0 0 0,-1 0 0 0 0,0 0 0 0 0,1 0 0 0 0,-1 0 0 0 0,0 0 0 0 0,1 0 0 0 0,-1 0 0 0 0,1 0 0 0 0,15 1 39 0 0,-15-1-39 0 0,230-42 133 0 0,-167 28-105 0 0,288-56 130 0 0,-334 64-1343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5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87 2532 0 0,'32'-39'13658'0'0,"-27"32"-11248"0"0,-40 49-2155 0 0,-31 50 1 0 0,52-71-223 0 0,2 1-1 0 0,0 0 1 0 0,2 0 0 0 0,-15 45-1 0 0,23-59-2 0 0,0 0-1 0 0,0 0 0 0 0,1 0 0 0 0,0 0 0 0 0,1 0 0 0 0,-1 0 0 0 0,2 0 1 0 0,-1 0-1 0 0,1 0 0 0 0,2 10 0 0 0,-2-14-4 0 0,1 0 0 0 0,-1 0 0 0 0,1 0-1 0 0,0-1 1 0 0,0 1 0 0 0,0 0 0 0 0,1-1 0 0 0,-1 1 0 0 0,1-1 0 0 0,0 0 0 0 0,0 0-1 0 0,0 0 1 0 0,0 0 0 0 0,1 0 0 0 0,-1-1 0 0 0,1 0 0 0 0,-1 1 0 0 0,1-1-1 0 0,0-1 1 0 0,7 4 0 0 0,2-2 83 0 0,0 1-1 0 0,1-2 1 0 0,-1 0 0 0 0,1-1-1 0 0,-1 0 1 0 0,1-1-1 0 0,-1 0 1 0 0,1-1 0 0 0,-1-1-1 0 0,1 0 1 0 0,-1-1-1 0 0,0 0 1 0 0,0-1 0 0 0,0 0-1 0 0,0-1 1 0 0,-1-1 0 0 0,0 0-1 0 0,0-1 1 0 0,0 0-1 0 0,-1-1 1 0 0,0 0 0 0 0,-1 0-1 0 0,0-1 1 0 0,16-18-1 0 0,-20 19-87 0 0,0 0 0 0 0,-1-1 0 0 0,0 1 0 0 0,0-1 0 0 0,-1 0 0 0 0,0 0-1 0 0,-1-1 1 0 0,0 1 0 0 0,0-1 0 0 0,-1 1 0 0 0,-1-1 0 0 0,1 0 0 0 0,-1 0-1 0 0,-1 1 1 0 0,0-1 0 0 0,0 0 0 0 0,-1 0 0 0 0,-1 0 0 0 0,1 0-1 0 0,-2 1 1 0 0,1-1 0 0 0,-1 1 0 0 0,0-1 0 0 0,-1 1 0 0 0,0 0 0 0 0,-1 1-1 0 0,0-1 1 0 0,0 1 0 0 0,-1 0 0 0 0,0 0 0 0 0,0 0 0 0 0,-1 1 0 0 0,0 0-1 0 0,0 0 1 0 0,-16-10 0 0 0,7 7-306 0 0,0 1-1 0 0,-1 1 0 0 0,0 1 1 0 0,-1 0-1 0 0,1 1 1 0 0,-1 1-1 0 0,-31-5 1 0 0,39 8-390 0 0,-1 1 0 0 0,0 0 1 0 0,0 1-1 0 0,0 0 0 0 0,1 0 1 0 0,-1 1-1 0 0,0 1 0 0 0,0 0 1 0 0,1 0-1 0 0,-1 1 1 0 0,1 0-1 0 0,0 1 0 0 0,0 0 1 0 0,-14 8-1 0 0,9 2-4318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5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110 131 2228 0 0,'9'-4'2270'0'0,"0"-1"0"0"0,-1 0 0 0 0,10-8 880 0 0,3 2 1333 0 0,-21 11-4456 0 0,0 0-1 0 0,0-1 1 0 0,0 1-1 0 0,1 0 1 0 0,-1 0 0 0 0,0 0-1 0 0,0 0 1 0 0,0-1 0 0 0,1 1-1 0 0,-1 0 1 0 0,0 0 0 0 0,0 0-1 0 0,1 0 1 0 0,-1 0 0 0 0,0 0-1 0 0,1 0 1 0 0,-1 0 0 0 0,0 0-1 0 0,0 0 1 0 0,1 0 0 0 0,-1 0-1 0 0,0 0 1 0 0,0 0 0 0 0,1 0-1 0 0,-1 0 1 0 0,0 0 0 0 0,0 0-1 0 0,1 0 1 0 0,-1 0-1 0 0,0 0 1 0 0,0 1 0 0 0,1-1-1 0 0,-1 0 1 0 0,0 0 0 0 0,0 0-1 0 0,0 0 1 0 0,1 1 0 0 0,-3 10 320 0 0,-15 23-381 0 0,13-27 146 0 0,-36 64 75 0 0,19-34-117 0 0,1 0 0 0 0,1 2 0 0 0,2 0 1 0 0,-13 50-1 0 0,26-76-23 0 0,1 0-1 0 0,0 1 1 0 0,2-1-1 0 0,-1 1 1 0 0,2 0 0 0 0,0-1-1 0 0,1 15 1 0 0,0-22-16 0 0,0-1 1 0 0,1 0-1 0 0,-1 0 1 0 0,1 1-1 0 0,0-1 1 0 0,0-1-1 0 0,1 1 1 0 0,-1 0-1 0 0,1 0 1 0 0,0-1-1 0 0,0 0 1 0 0,1 0 0 0 0,-1 0-1 0 0,1 0 1 0 0,0 0-1 0 0,0 0 1 0 0,0-1-1 0 0,1 0 1 0 0,-1 0-1 0 0,1 0 1 0 0,4 2-1 0 0,8 2 56 0 0,-1-1 0 0 0,1 0 0 0 0,-1-1 0 0 0,1-1 0 0 0,1-1 0 0 0,-1 0 0 0 0,0-1 0 0 0,23-1 0 0 0,-16-1 213 0 0,0-1 0 0 0,1-2 0 0 0,-1 0 0 0 0,-1-2-1 0 0,35-10 1 0 0,-42 9-68 0 0,0 0 0 0 0,0-1 1 0 0,0-1-1 0 0,-1-1 0 0 0,0 0 0 0 0,-1-1 0 0 0,0 0 0 0 0,0-1 0 0 0,-1-1 0 0 0,-1 0 0 0 0,0 0 0 0 0,0-2 0 0 0,-1 1 0 0 0,-1-1 0 0 0,0-1 0 0 0,-2 0 0 0 0,1 0 0 0 0,-2-1 0 0 0,0 0 0 0 0,0 0 0 0 0,5-26 1 0 0,-9 25-174 0 0,0-1 0 0 0,-1 1 0 0 0,-1-1 0 0 0,0 1 0 0 0,-1-1 0 0 0,-1 0 0 0 0,-1 1 0 0 0,-1-1 0 0 0,0 1 0 0 0,-9-25 0 0 0,8 32-257 0 0,0 0-1 0 0,0 0 0 0 0,-2 0 0 0 0,1 1 1 0 0,-1 0-1 0 0,0 0 0 0 0,-1 0 0 0 0,0 1 0 0 0,0 0 1 0 0,-1 0-1 0 0,0 1 0 0 0,0 0 0 0 0,-1 1 0 0 0,0-1 1 0 0,0 2-1 0 0,-1-1 0 0 0,1 1 0 0 0,-12-4 1 0 0,4 3-468 0 0,0 1 0 0 0,0 0 1 0 0,-1 2-1 0 0,1-1 0 0 0,-1 2 1 0 0,0 1-1 0 0,0 0 0 0 0,-19 2 1 0 0,-9 4-2477 0 0,1 2 0 0 0,-51 14 0 0 0,-4 4-3311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7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 2340 0 0,'-83'17'10602'0'0,"81"-17"-10028"0"0,-19 9 2508 0 0,43-7-2969 0 0,0 0 0 0 0,1-1 0 0 0,-1-2 0 0 0,33-3 0 0 0,-7 0-28 0 0,10-1 15 0 0,-27 2-64 0 0,-28 2-30 0 0,15 0-1095 0 0,-1 1-889 0 0,26-2-5394 0 0,-28-1 2825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8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33 2536 0 0,'51'-33'12155'0'0,"-53"37"-12102"0"0,1 0 1 0 0,-1 0-1 0 0,0-1 0 0 0,0 1 0 0 0,0-1 0 0 0,-1 0 0 0 0,1 0 0 0 0,-1 1 1 0 0,0-1-1 0 0,0-1 0 0 0,0 1 0 0 0,-4 3 0 0 0,-4 4 87 0 0,-31 34 253 0 0,-47 53 76 0 0,88-96-462 0 0,1-1 0 0 0,-1 1 0 0 0,1 0 0 0 0,-1 0 1 0 0,1-1-1 0 0,-1 1 0 0 0,1 0 0 0 0,-1 0 0 0 0,1 0 0 0 0,-1 0 0 0 0,1 0 0 0 0,0 0 0 0 0,0-1 0 0 0,-1 1 0 0 0,1 0 0 0 0,0 0 1 0 0,0 0-1 0 0,0 0 0 0 0,0 0 0 0 0,0 0 0 0 0,0 0 0 0 0,0 0 0 0 0,1 0 0 0 0,-1 0 0 0 0,0 0 0 0 0,0 0 0 0 0,1 0 0 0 0,-1-1 1 0 0,1 1-1 0 0,-1 0 0 0 0,1 0 0 0 0,-1 0 0 0 0,1 0 0 0 0,-1-1 0 0 0,1 1 0 0 0,0 0 0 0 0,-1-1 0 0 0,1 1 0 0 0,0 0 0 0 0,-1-1 1 0 0,1 1-1 0 0,0-1 0 0 0,0 1 0 0 0,0-1 0 0 0,0 0 0 0 0,0 1 0 0 0,-1-1 0 0 0,3 1 0 0 0,5 2 19 0 0,0 0 1 0 0,0-1-1 0 0,0 0 0 0 0,9 1 0 0 0,14 2 29 0 0,69 14-13 0 0,-86-16-2 0 0,-1 1 1 0 0,-1 1-1 0 0,1 0 1 0 0,-1 0-1 0 0,16 10 1 0 0,-24-12 82 0 0,0-1 1 0 0,0 1 0 0 0,-1-1 0 0 0,1 1 0 0 0,-1 1 0 0 0,0-1 0 0 0,1 0-1 0 0,-2 1 1 0 0,1-1 0 0 0,0 1 0 0 0,-1 0 0 0 0,1 0 0 0 0,-1 0 0 0 0,0 0 0 0 0,-1 1-1 0 0,1-1 1 0 0,-1 0 0 0 0,0 1 0 0 0,0-1 0 0 0,0 1 0 0 0,0 0 0 0 0,-1-1-1 0 0,0 1 1 0 0,0-1 0 0 0,0 1 0 0 0,-1 4 0 0 0,-1-1 83 0 0,0 0 1 0 0,0 0-1 0 0,-1 0 1 0 0,0 0-1 0 0,-1 0 0 0 0,0-1 1 0 0,0 0-1 0 0,0 0 0 0 0,-1 0 1 0 0,0 0-1 0 0,-1-1 1 0 0,1 0-1 0 0,-10 9 0 0 0,1-3-1 0 0,-1-1 0 0 0,1 0 0 0 0,-2-1 0 0 0,0-1 0 0 0,-29 13 0 0 0,34-18-196 0 0,1 0 1 0 0,0-1-1 0 0,-1 0 0 0 0,0-1 1 0 0,0 0-1 0 0,1-1 0 0 0,-1 0 0 0 0,0 0 1 0 0,0-1-1 0 0,-22-3 0 0 0,31 2-184 0 0,-1 1 0 0 0,1-1-1 0 0,-1 0 1 0 0,1 1 0 0 0,-1-1-1 0 0,1 0 1 0 0,0 0 0 0 0,-1 0-1 0 0,1-1 1 0 0,0 1 0 0 0,0-1 0 0 0,0 1-1 0 0,0-1 1 0 0,0 0 0 0 0,0 1-1 0 0,1-1 1 0 0,-1 0 0 0 0,0 0-1 0 0,1-1 1 0 0,-1 1 0 0 0,1 0-1 0 0,0 0 1 0 0,0-1 0 0 0,0 1-1 0 0,0 0 1 0 0,0-1 0 0 0,1 1 0 0 0,-1-1-1 0 0,1 1 1 0 0,-1-1 0 0 0,1 1-1 0 0,0-1 1 0 0,0-4 0 0 0,1-3-1216 0 0,0 0 1 0 0,1 1 0 0 0,0-1 0 0 0,0 0 0 0 0,1 1-1 0 0,1-1 1 0 0,5-11 0 0 0,4-5-3965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8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15 121 1200 0 0,'-5'-10'7981'0'0,"-3"-5"-2134"0"0,8 14-5754 0 0,-1 1 0 0 0,1-1-1 0 0,0 1 1 0 0,0-1 0 0 0,0 1 0 0 0,0-1 0 0 0,0 1 0 0 0,0-1-1 0 0,0 1 1 0 0,0-1 0 0 0,0 0 0 0 0,0 1 0 0 0,0-1-1 0 0,0 1 1 0 0,0-1 0 0 0,0 1 0 0 0,0-1 0 0 0,0 1-1 0 0,1-1 1 0 0,11-4 91 0 0,1 1-1 0 0,0 1 1 0 0,0 0-1 0 0,0 1 0 0 0,16-1 1 0 0,17-4-49 0 0,128-20 363 0 0,15-3-1626 0 0,-181 30-1033 0 0,1-1-1 0 0,-1 1 1 0 0,15 2-1 0 0,-19-2 786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08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23 1492 0 0,'-12'-19'13253'0'0,"8"16"-12333"0"0,-4 8-750 0 0,0 0 0 0 0,1 1-1 0 0,0 1 1 0 0,-1-1 0 0 0,-11 15-1 0 0,-31 45 631 0 0,31-39-617 0 0,-86 132 642 0 0,88-129-722 0 0,2 0 1 0 0,1 1-1 0 0,-16 53 1 0 0,27-73-45 0 0,0-1 0 0 0,1 2 0 0 0,0-1 0 0 0,1 0 1 0 0,0 0-1 0 0,1 1 0 0 0,2 14 0 0 0,-2-23-10 0 0,0 0 0 0 0,1 0-1 0 0,0 0 1 0 0,0 1 0 0 0,0-1 0 0 0,0 0 0 0 0,0 0 0 0 0,0 0 0 0 0,1-1 0 0 0,0 1 0 0 0,-1 0 0 0 0,1 0-1 0 0,0-1 1 0 0,0 1 0 0 0,1-1 0 0 0,-1 0 0 0 0,0 0 0 0 0,1 1 0 0 0,-1-2 0 0 0,1 1 0 0 0,0 0-1 0 0,0 0 1 0 0,0-1 0 0 0,0 0 0 0 0,0 1 0 0 0,0-1 0 0 0,0 0 0 0 0,0-1 0 0 0,6 2 0 0 0,6-1 122 0 0,-1 0 1 0 0,1-1-1 0 0,-1-1 1 0 0,1 0-1 0 0,-1-1 1 0 0,0-1-1 0 0,0 0 1 0 0,0-1 0 0 0,0 0-1 0 0,0-1 1 0 0,-1-1-1 0 0,0 0 1 0 0,14-9-1 0 0,-6 3 101 0 0,0-2 0 0 0,-1 0-1 0 0,-1-2 1 0 0,-1 0-1 0 0,0-1 1 0 0,30-37 0 0 0,-36 39-86 0 0,-2 1 0 0 0,0-1 0 0 0,0-1 0 0 0,-2 0 0 0 0,9-22 0 0 0,-15 33-164 0 0,0 0 0 0 0,-1 0 0 0 0,1 1 0 0 0,-1-1 0 0 0,-1 0 0 0 0,1 0 0 0 0,-1 0 0 0 0,0 0 0 0 0,0 0 1 0 0,0 0-1 0 0,0-1 0 0 0,-1 1 0 0 0,0 1 0 0 0,0-1 0 0 0,-1 0 0 0 0,1 0 0 0 0,-1 0 0 0 0,0 1 0 0 0,0-1 0 0 0,-1 1 0 0 0,1-1 1 0 0,-1 1-1 0 0,-6-7 0 0 0,-1 2-51 0 0,0-1-1 0 0,0 2 1 0 0,-1 0 0 0 0,-1 0-1 0 0,1 1 1 0 0,-1 0 0 0 0,0 1 0 0 0,-1 0-1 0 0,-17-5 1 0 0,-17-3-1422 0 0,-58-10 1 0 0,79 20-1200 0 0,-32-2 0 0 0,7 7-8095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10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2048 0 0,'29'-18'11186'0'0,"-20"13"-10734"0"0,-1 1-1 0 0,1 1 1 0 0,0-1 0 0 0,0 1-1 0 0,10-2 1 0 0,-8 3-424 0 0,0 1-1 0 0,0 0 1 0 0,0 0-1 0 0,0 1 1 0 0,0 0-1 0 0,0 1 1 0 0,0 1-1 0 0,0 0 1 0 0,-1 0-1 0 0,1 1 1 0 0,0 0-1 0 0,15 7 0 0 0,-21-8-9 0 0,-1 1-1 0 0,1-1 0 0 0,-1 1 0 0 0,1 0 0 0 0,-1 0 0 0 0,0 0 1 0 0,0 0-1 0 0,0 1 0 0 0,-1-1 0 0 0,1 1 0 0 0,-1 0 0 0 0,0 0 1 0 0,0 1-1 0 0,0-1 0 0 0,3 7 0 0 0,-5-6 21 0 0,0-1 0 0 0,0 0 0 0 0,0 0 0 0 0,-1 0 1 0 0,1 0-1 0 0,-1 1 0 0 0,0-1 0 0 0,0 0 0 0 0,0 0 0 0 0,-1 1 0 0 0,0-1 0 0 0,0 0 0 0 0,0 0 0 0 0,0 0 0 0 0,0 0 0 0 0,-1 0 0 0 0,0 0 0 0 0,0 0 1 0 0,-2 3-1 0 0,-7 8 172 0 0,1-1 0 0 0,-2 0 0 0 0,1-1 0 0 0,-2 0 0 0 0,0-1 0 0 0,-16 11 0 0 0,-23 23 946 0 0,51-46-1150 0 0,1 1 1 0 0,0-1 0 0 0,-1 0-1 0 0,1 0 1 0 0,0 1-1 0 0,-1-1 1 0 0,1 0 0 0 0,0 1-1 0 0,-1-1 1 0 0,1 0-1 0 0,0 1 1 0 0,0-1-1 0 0,0 0 1 0 0,-1 1 0 0 0,1-1-1 0 0,0 1 1 0 0,0-1-1 0 0,0 0 1 0 0,0 1 0 0 0,0-1-1 0 0,0 1 1 0 0,0-1-1 0 0,0 0 1 0 0,0 1 0 0 0,0-1-1 0 0,0 1 1 0 0,0-1-1 0 0,0 0 1 0 0,0 1-1 0 0,0-1 1 0 0,0 1 0 0 0,0-1-1 0 0,0 0 1 0 0,0 1-1 0 0,1-1 1 0 0,-1 1 0 0 0,0-1-1 0 0,0 0 1 0 0,1 1-1 0 0,-1-1 1 0 0,0 0 0 0 0,0 1-1 0 0,1-1 1 0 0,-1 0-1 0 0,0 0 1 0 0,1 1-1 0 0,-1-1 1 0 0,0 0 0 0 0,1 0-1 0 0,-1 0 1 0 0,0 1-1 0 0,1-1 1 0 0,-1 0 0 0 0,1 0-1 0 0,-1 0 1 0 0,0 0-1 0 0,1 0 1 0 0,-1 0-1 0 0,1 0 1 0 0,30 5-28 0 0,-25-5 48 0 0,23 4-23 0 0,-1 1 0 0 0,1 2 0 0 0,37 13 0 0 0,-54-16 10 0 0,-1 0-1 0 0,0 2 1 0 0,0-1-1 0 0,0 2 0 0 0,-1-1 1 0 0,0 1-1 0 0,0 1 0 0 0,0 0 1 0 0,-1 0-1 0 0,11 14 1 0 0,-17-18 77 0 0,0-1 0 0 0,0 1 0 0 0,-1 0 1 0 0,0 0-1 0 0,0 0 0 0 0,0 0 1 0 0,0 1-1 0 0,-1-1 0 0 0,1 0 1 0 0,-1 1-1 0 0,0-1 0 0 0,-1 1 1 0 0,1-1-1 0 0,-1 1 0 0 0,0 0 1 0 0,0 5-1 0 0,-1-4 64 0 0,0 0-1 0 0,-1 0 1 0 0,0 0 0 0 0,0 0 0 0 0,0 0 0 0 0,-1-1 0 0 0,1 1-1 0 0,-1-1 1 0 0,-1 0 0 0 0,1 0 0 0 0,-5 5 0 0 0,-1 0 72 0 0,0-1 0 0 0,0 0 0 0 0,-1 0 1 0 0,0-1-1 0 0,-1 0 0 0 0,0-1 0 0 0,0 0 1 0 0,-1-1-1 0 0,0 0 0 0 0,-23 7 0 0 0,23-10-131 0 0,0 0-1 0 0,0-1 1 0 0,0 0-1 0 0,-1-1 1 0 0,1-1-1 0 0,0 0 1 0 0,-1 0-1 0 0,-12-3 0 0 0,18 2-324 0 0,-1-1 0 0 0,1 1 0 0 0,0-2 0 0 0,-1 1-1 0 0,1-1 1 0 0,0 0 0 0 0,1 0 0 0 0,-1-1-1 0 0,1 0 1 0 0,-1 0 0 0 0,1 0 0 0 0,0-1-1 0 0,1 0 1 0 0,-8-8 0 0 0,12 12-120 0 0,-1-1 0 0 0,1 0 1 0 0,-1 0-1 0 0,1 0 0 0 0,0 0 1 0 0,0-1-1 0 0,0 1 0 0 0,0 0 1 0 0,1 0-1 0 0,-1-1 0 0 0,0 1 1 0 0,1 0-1 0 0,0-1 0 0 0,-1 1 1 0 0,1-3-1 0 0,0 2-508 0 0,1 0 1 0 0,-1 0-1 0 0,1 1 1 0 0,-1-1-1 0 0,1 0 1 0 0,0 1-1 0 0,0-1 1 0 0,2-2-1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10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72 136 0 0,'0'-16'6378'0'0,"5"-6"-1860"0"0,4-11 3942 0 0,-9 36-7651 0 0,-2 23-833 0 0,-61 323 2923 0 0,4-29-5134 0 0,58-312 1744 0 0,-5 50-3216 0 0,9-22-3495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11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1077 69 496 0 0,'-7'-49'11194'0'0,"7"48"-11057"0"0,0 0-14 0 0,0 0 1 0 0,0 1-1 0 0,-1-1 1 0 0,1 1-1 0 0,0-1 0 0 0,0 0 1 0 0,0 1-1 0 0,0-1 1 0 0,0 1-1 0 0,1-1 1 0 0,-1 0-1 0 0,0 1 1 0 0,0-1-1 0 0,0 1 0 0 0,0-1 1 0 0,1 0-1 0 0,-1 1 1 0 0,0-1-1 0 0,1 1 1 0 0,-1-1-1 0 0,0 1 1 0 0,1-1-1 0 0,-1 1 0 0 0,1 0 1 0 0,-1-1-1 0 0,0 1 1 0 0,1-1-1 0 0,-1 1 1 0 0,1 0-1 0 0,-1-1 1 0 0,1 1-1 0 0,0 0 0 0 0,-1 0 1 0 0,1-1-1 0 0,0 1 1 0 0,191 1 2082 0 0,-69 3-1981 0 0,30 1-117 0 0,-149-4-108 0 0,-1-1 0 0 0,1 1 0 0 0,-1 0 0 0 0,0 0 0 0 0,1 0 0 0 0,-1 1 0 0 0,0-1 0 0 0,0 1 0 0 0,0 0 0 0 0,0 0-1 0 0,0 0 1 0 0,-1 0 0 0 0,1 0 0 0 0,0 1 0 0 0,-1-1 0 0 0,0 1 0 0 0,0-1 0 0 0,1 1 0 0 0,-2 0 0 0 0,1 0 0 0 0,0 0 0 0 0,2 6 0 0 0,2 5 21 0 0,-2 0 0 0 0,1 0 0 0 0,4 27 0 0 0,-8-37-16 0 0,8 54 70 0 0,-2 1 0 0 0,-1 61-1 0 0,-12 119 292 0 0,5-201-272 0 0,-59 573 703 0 0,52-553-765 0 0,-46 302 174 0 0,9-37-70 0 0,-78 667 164 0 0,76-50 2712 0 0,42 399 1946 0 0,-26-687-3273 0 0,24-567-1003 0 0,-4 1 0 0 0,-37 143 0 0 0,46-222-680 0 0,0 0-1 0 0,-1 0 1 0 0,0 0-1 0 0,0 0 1 0 0,0-1-1 0 0,-1 1 0 0 0,0-1 1 0 0,0 0-1 0 0,-1 0 1 0 0,-9 9-1 0 0,9-11-1 0 0,1-1 0 0 0,0 0 0 0 0,-1-1-1 0 0,0 1 1 0 0,0-1 0 0 0,1 0 0 0 0,-1 0 0 0 0,0 0-1 0 0,-1-1 1 0 0,1 0 0 0 0,0 0 0 0 0,0 0 0 0 0,-1 0-1 0 0,1-1 1 0 0,-10-1 0 0 0,-19-1 0 0 0,0-2 0 0 0,-62-16 0 0 0,-65-29 0 0 0,123 36 0 0 0,29 10-6 0 0,-268-93-3806 0 0,204 67 1589 0 0,-119-66 0 0 0,174 84 1137 0 0,1 0 0 0 0,0-1 1 0 0,-24-23-1 0 0,34 28 58 0 0,0-1 0 0 0,0 0 0 0 0,1 0-1 0 0,0 0 1 0 0,1-1 0 0 0,0 0 0 0 0,0 0 0 0 0,0 0 0 0 0,-3-12 0 0 0,-2-21-6447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12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317 153 404 0 0,'27'-65'11698'0'0,"-26"64"-11219"0"0,1-7 815 0 0,-27 90 1026 0 0,-69 151 0 0 0,27-77-1362 0 0,9-3-496 0 0,-22 54 125 0 0,65-176-232 0 0,14-29-380 0 0,1-3 18 0 0,-1 1 0 0 0,1 0 0 0 0,-1-1 1 0 0,1 1-1 0 0,-1 0 0 0 0,1-1 0 0 0,0 1 0 0 0,-1 0 1 0 0,1-1-1 0 0,0 1 0 0 0,-1-1 0 0 0,1 1 0 0 0,0-1 1 0 0,-1 1-1 0 0,1-1 0 0 0,0 1 0 0 0,0-1 0 0 0,0 1 1 0 0,0-1-1 0 0,-1 0 0 0 0,1 1 0 0 0,0-1 0 0 0,0 1 0 0 0,0-1 1 0 0,0 1-1 0 0,0-1 0 0 0,0 0 0 0 0,1 1 0 0 0,-1-1 1 0 0,1-19-156 0 0,19-85-58 0 0,4 2-1 0 0,4 1 1 0 0,65-153-1 0 0,-67 194 290 0 0,4 1 0 0 0,2 1 0 0 0,52-70 0 0 0,-80 123-61 0 0,-4 4-19 0 0,1 0 1 0 0,0 0 0 0 0,1 0 0 0 0,-1 0 0 0 0,0 0 0 0 0,1 0-1 0 0,-1 0 1 0 0,1 0 0 0 0,-1 1 0 0 0,1-1 0 0 0,0 1-1 0 0,-1-1 1 0 0,4-1 0 0 0,-3 4 10 0 0,0-1-1 0 0,0 1 1 0 0,-1 1-1 0 0,1-1 1 0 0,0 0-1 0 0,-1 0 1 0 0,1 1-1 0 0,-1-1 1 0 0,0 0-1 0 0,1 1 1 0 0,-1 0-1 0 0,0-1 1 0 0,0 1-1 0 0,0 0 1 0 0,0-1-1 0 0,0 1 1 0 0,0 0-1 0 0,-1 0 1 0 0,1 0-1 0 0,-1 0 1 0 0,1 0-1 0 0,-1 3 1 0 0,8 54 48 0 0,-7-41-33 0 0,3 75 178 0 0,-11 144-1 0 0,2-143-102 0 0,7 135 1 0 0,0-206-81 0 0,-1-7 68 0 0,0-1 0 0 0,1 1 1 0 0,8 27-1 0 0,-10-40-59 0 0,1 0-1 0 0,0 0 1 0 0,0 0-1 0 0,1-1 1 0 0,-1 1-1 0 0,1 0 1 0 0,-1 0 0 0 0,1-1-1 0 0,0 1 1 0 0,0-1-1 0 0,0 0 1 0 0,0 1-1 0 0,0-1 1 0 0,1 0-1 0 0,-1 0 1 0 0,1-1 0 0 0,-1 1-1 0 0,1 0 1 0 0,0-1-1 0 0,-1 0 1 0 0,1 1-1 0 0,0-1 1 0 0,0 0-1 0 0,0 0 1 0 0,4 0 0 0 0,1 0-435 0 0,1-1 0 0 0,-1 0 0 0 0,1-1 1 0 0,0 1-1 0 0,-1-2 0 0 0,0 1 1 0 0,1-1-1 0 0,14-5 0 0 0,-11 2-2329 0 0,0-1-1 0 0,20-11 1 0 0,-10 3-4042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12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27 1684 0 0,'-105'4'12738'0'0,"108"-5"-12523"0"0,19-5-483 0 0,1 2 0 0 0,-1 1 1 0 0,1 0-1 0 0,24 1 1 0 0,-6 0-1200 0 0,14-2-2319 0 0,7-2-1856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39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 1376 0 0,'-4'9'17836'0'0,"17"-7"-17785"0"0,1-1 0 0 0,-1 1 1 0 0,1-2-1 0 0,18-1 0 0 0,212-10 135 0 0,-195 9-105 0 0,-46 2-42 0 0,-1 0-33 0 0,18-1-1086 0 0,-1 0-2900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8:39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48 2092 0 0,'7'-31'13262'0'0,"-2"15"-8172"0"0,-5 18-4906 0 0,1 27 825 0 0,-2 0 0 0 0,0 1 0 0 0,-12 55 0 0 0,3-14-430 0 0,-31 140 29 0 0,23-148-3725 0 0,18-51 33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20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16 0 0,'1'-1'301'0'0,"0"0"-1"0"0,-1 0 1 0 0,1 0 0 0 0,0 0-1 0 0,0 0 1 0 0,-1 0 0 0 0,1 0 0 0 0,0 0-1 0 0,0 0 1 0 0,0 0 0 0 0,3-1-1 0 0,7 3-2193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22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1 392 0 0,'5'5'8182'0'0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22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14 996 0 0,'0'0'1048'0'0,"10"-5"1724"0"0,0 0-2476 0 0,-1 1-732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26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60 0 0,'0'0'-24'0'0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27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0 572 0 0,'15'32'572'0'0,"0"1"28"0"0,2-3-296 0 0,0 2 100 0 0,-1-4-240 0 0,-3-3 104 0 0,2 2-248 0 0,2 0 52 0 0,-1-1-372 0 0,1-3 8 0 0,-2 1-464 0 0,2-2 216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30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1 616 0 0,'0'0'906'0'0,"-4"10"2563"0"0,4-10-3442 0 0,0 0-1 0 0,0 0 1 0 0,-1 1-1 0 0,1-1 0 0 0,0 0 1 0 0,0 0-1 0 0,0 0 1 0 0,0 1-1 0 0,0-1 1 0 0,0 0-1 0 0,0 0 1 0 0,0 0-1 0 0,0 0 1 0 0,-1 1-1 0 0,1-1 1 0 0,0 0-1 0 0,0 0 1 0 0,0 0-1 0 0,0 0 1 0 0,0 0-1 0 0,-1 1 0 0 0,1-1 1 0 0,0 0-1 0 0,0 0 1 0 0,0 0-1 0 0,-1 0 1 0 0,1 0-1 0 0,0 0 1 0 0,0 0-1 0 0,0 0 1 0 0,-1 0-1 0 0,1 0 1 0 0,0 0-1 0 0,0 0 1 0 0,0 0-1 0 0,-1 0 0 0 0,1 0 1 0 0,0 0-1 0 0,0 0 1 0 0,0 0-1 0 0,-1 0 1 0 0,1 0-1 0 0,0 0 1 0 0,0 0-1 0 0,0 0 1 0 0,-1 0-1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34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17 1872 0 0,'5'-17'9420'0'0,"-50"225"-8689"0"0,18-97-636 0 0,25-101-248 0 0,-54 264 282 0 0,38-156-7057 0 0,17-107 4166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35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93 136 2452 0 0,'1'-11'1169'0'0,"0"0"-1"0"0,1 0 1 0 0,1 0-1 0 0,-1 0 1 0 0,6-12-1 0 0,-7 20-1047 0 0,1-1-1 0 0,0 1 1 0 0,0 0-1 0 0,0-1 1 0 0,0 1-1 0 0,1 0 1 0 0,-1 1-1 0 0,1-1 1 0 0,-1 0-1 0 0,1 1 1 0 0,0-1-1 0 0,0 1 1 0 0,0 0-1 0 0,1 0 1 0 0,-1 0-1 0 0,0 1 1 0 0,1-1-1 0 0,-1 1 1 0 0,6-2-1 0 0,-4 2-85 0 0,1-1 1 0 0,-1 1-1 0 0,1 0 0 0 0,-1 1 0 0 0,1-1 0 0 0,0 1 1 0 0,-1 0-1 0 0,1 0 0 0 0,0 1 0 0 0,-1 0 1 0 0,1 0-1 0 0,0 0 0 0 0,-1 1 0 0 0,1 0 0 0 0,-1 0 1 0 0,0 0-1 0 0,0 0 0 0 0,8 6 0 0 0,-10-6-25 0 0,0 1-1 0 0,1 0 0 0 0,-1 0 0 0 0,0 1 1 0 0,-1-1-1 0 0,1 0 0 0 0,-1 1 0 0 0,1 0 1 0 0,-1-1-1 0 0,0 1 0 0 0,0 0 0 0 0,-1 0 1 0 0,1 0-1 0 0,-1 1 0 0 0,0-1 1 0 0,0 0-1 0 0,0 0 0 0 0,-1 1 0 0 0,1-1 1 0 0,-1 0-1 0 0,0 1 0 0 0,0-1 0 0 0,-1 1 1 0 0,-1 6-1 0 0,-2 6 25 0 0,0 0 0 0 0,-1 0 1 0 0,-1-1-1 0 0,-1 1 0 0 0,-1-1 0 0 0,0-1 0 0 0,-1 0 1 0 0,0 0-1 0 0,-14 15 0 0 0,-1-1 251 0 0,-1-1 0 0 0,-2-1 1 0 0,-35 27-1 0 0,-28 12 2666 0 0,88-65-2815 0 0,2-1-133 0 0,0 0 1 0 0,-1 0 0 0 0,1 0 0 0 0,0 0 0 0 0,0 0 0 0 0,0 0 0 0 0,-1 0 0 0 0,1 0 0 0 0,0 0-1 0 0,0 1 1 0 0,0-1 0 0 0,-1 0 0 0 0,1 0 0 0 0,0 0 0 0 0,0 0 0 0 0,0 0 0 0 0,0 1-1 0 0,-1-1 1 0 0,1 0 0 0 0,0 0 0 0 0,0 0 0 0 0,0 1 0 0 0,0-1 0 0 0,0 0 0 0 0,0 0 0 0 0,0 0-1 0 0,0 1 1 0 0,-1-1 0 0 0,1 0 0 0 0,0 0 0 0 0,0 1 0 0 0,0-1 0 0 0,0 1 0 0 0,13 5 9 0 0,0 1 0 0 0,-1 0 0 0 0,0 1 1 0 0,-1 0-1 0 0,0 1 0 0 0,0 0 1 0 0,-1 1-1 0 0,0 0 0 0 0,9 13 1 0 0,11 17-874 0 0,31 55 0 0 0,-3-3-7944 0 0,-47-77 4123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35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19 660 0 0,'-4'-18'13857'0'0,"1"80"-12291"0"0,2-11-903 0 0,-25 122 381 0 0,-1 2-3814 0 0,26-154-4243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36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14 101 2748 0 0,'-12'-15'13590'0'0,"11"10"-12162"0"0,192-33-1116 0 0,-92 22-272 0 0,-37 4 46 0 0,-60 12-74 0 0,1 0 6 0 0,27-5 74 0 0,-27 5-61 0 0,12-2 165 0 0,-14 2 41 0 0,-1 0-296 0 0,-1-2-659 0 0,0 2 658 0 0,1 0 0 0 0,0 0 1 0 0,0-1-1 0 0,0 1 0 0 0,0 0 0 0 0,0 0 0 0 0,0 0 1 0 0,0 0-1 0 0,0-1 0 0 0,0 1 0 0 0,0 0 1 0 0,0 0-1 0 0,0 0 0 0 0,0 0 0 0 0,0-1 0 0 0,1 1 1 0 0,-1 0-1 0 0,0 0 0 0 0,0 0 0 0 0,0 0 0 0 0,0-1 1 0 0,0 1-1 0 0,2-1-837 0 0,-2 1 837 0 0,0 0 0 0 0,1 0 1 0 0,-1 0-1 0 0,0 0 0 0 0,0 0 0 0 0,0 0 0 0 0,0 0 1 0 0,1 0-1 0 0,-1 0 0 0 0,0 0 0 0 0,0 0 0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36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44 108 2380 0 0,'-12'-21'8428'0'0,"5"9"-5684"0"0,-15-15 2864 0 0,21 26-5132 0 0,0-4-358 0 0,1 3-49 0 0,10 1-54 0 0,60-3 29 0 0,122-21-1 0 0,-168 22-28 0 0,-4-2-14 0 0,-12 4 1 0 0,8 1 6 0 0,-15 0-9 0 0,0 0 1 0 0,0 0-1 0 0,0 0 0 0 0,0-1 0 0 0,-1 1 0 0 0,1 0 1 0 0,0 0-1 0 0,0 0 0 0 0,0 0 0 0 0,0 1 1 0 0,-1-1-1 0 0,1 0 0 0 0,0 0 0 0 0,0 0 0 0 0,0 1 1 0 0,-1-1-1 0 0,1 0 0 0 0,0 1 0 0 0,0-1 0 0 0,-1 1 1 0 0,1-1-1 0 0,0 1 0 0 0,-1-1 0 0 0,1 1 1 0 0,-1-1-1 0 0,1 1 0 0 0,0 0 0 0 0,-1-1 0 0 0,0 1 1 0 0,1 0-1 0 0,-1-1 0 0 0,1 1 0 0 0,-1 0 1 0 0,1 1-1 0 0,-2 2 7 0 0,1-1 0 0 0,0 1 1 0 0,-1 0-1 0 0,0 0 0 0 0,0-1 1 0 0,0 1-1 0 0,-3 4 0 0 0,2-3 10 0 0,-146 331 1273 0 0,14-37-2585 0 0,119-252-1890 0 0,7-15-4343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37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570 7 3032 0 0,'25'-6'15605'0'0,"-23"6"-15167"0"0,-2 1-311 0 0,0 0 1 0 0,0-1-1 0 0,0 1 1 0 0,0-1-1 0 0,0 1 1 0 0,-1-1-1 0 0,1 1 0 0 0,0-1 1 0 0,0 1-1 0 0,0-1 1 0 0,-1 1-1 0 0,1-1 1 0 0,0 1-1 0 0,0-1 1 0 0,-1 1-1 0 0,1-1 0 0 0,0 1 1 0 0,-1-1-1 0 0,1 0 1 0 0,-2 1-1 0 0,-34 32-228 0 0,31-28 882 0 0,-32 26-412 0 0,-197 175 1527 0 0,16 20-3806 0 0,180-177-2222 0 0,15-14-5099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37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0 1964 0 0,'-20'16'9821'0'0,"15"-13"-8068"0"0,0 1 0 0 0,1-1 0 0 0,-1 1-1 0 0,-7 7 1305 0 0,16-9-3030 0 0,0-1 0 0 0,-1 0 0 0 0,1 0 0 0 0,0 0 0 0 0,0 0 0 0 0,0-1 0 0 0,0 0 0 0 0,0 0 0 0 0,7 0-1 0 0,-3 0-12 0 0,-1 0-1 0 0,1 0 0 0 0,-1 1 0 0 0,12 2 0 0 0,-14-2-13 0 0,-1 0-1 0 0,1 1 1 0 0,-1-1 0 0 0,0 1 0 0 0,1 0-1 0 0,-1 0 1 0 0,0 1 0 0 0,0-1 0 0 0,0 1-1 0 0,0 0 1 0 0,-1 0 0 0 0,1 0-1 0 0,3 4 1 0 0,-5-4 12 0 0,0 1-1 0 0,0-1 0 0 0,0 1 1 0 0,-1-1-1 0 0,1 1 0 0 0,-1 0 1 0 0,0-1-1 0 0,0 1 0 0 0,0 0 1 0 0,0 0-1 0 0,-1 0 1 0 0,1 0-1 0 0,-1 0 0 0 0,0 0 1 0 0,0 0-1 0 0,-1 0 0 0 0,0 4 1 0 0,-1 4 129 0 0,-1 0 0 0 0,0 0 0 0 0,-1-1 0 0 0,-1 1 0 0 0,0-1 0 0 0,0 0 0 0 0,-7 11 0 0 0,-55 71 1274 0 0,23-33-586 0 0,-33 44 128 0 0,77-104-951 0 0,-1 0-1 0 0,1 0 0 0 0,0 0 1 0 0,0 0-1 0 0,0 0 0 0 0,0 0 0 0 0,0 1 1 0 0,0-1-1 0 0,-1 0 0 0 0,1 0 0 0 0,0 0 1 0 0,0 0-1 0 0,0 0 0 0 0,0 1 0 0 0,0-1 1 0 0,0 0-1 0 0,0 0 0 0 0,0 0 1 0 0,0 0-1 0 0,0 1 0 0 0,0-1 0 0 0,0 0 1 0 0,-1 0-1 0 0,1 0 0 0 0,0 1 0 0 0,0-1 1 0 0,1 0-1 0 0,-1 0 0 0 0,0 0 1 0 0,0 0-1 0 0,0 1 0 0 0,0-1 0 0 0,0 0 1 0 0,0 0-1 0 0,0 0 0 0 0,0 0 0 0 0,0 1 1 0 0,0-1-1 0 0,0 0 0 0 0,0 0 0 0 0,0 0 1 0 0,1 0-1 0 0,-1 0 0 0 0,0 1 1 0 0,0-1-1 0 0,0 0 0 0 0,0 0 0 0 0,0 0 1 0 0,1 0-1 0 0,-1 0 0 0 0,0 0 0 0 0,0 0 1 0 0,0 0-1 0 0,0 0 0 0 0,1 1 1 0 0,15-3 86 0 0,19-8-59 0 0,37-20-2445 0 0,123-72 0 0 0,-29-10-8225 0 0,-102 63 1363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37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65 200 0 0,'-5'-10'2550'0'0,"0"0"0"0"0,-1 1-1 0 0,0 0 1 0 0,0 0 0 0 0,-10-9 1113 0 0,4 29-2529 0 0,9-5-871 0 0,1 0 0 0 0,-1 0 1 0 0,1 0-1 0 0,0 1 1 0 0,0-1-1 0 0,0 11 0 0 0,-2-1 131 0 0,-93 343 2407 0 0,12-57-4382 0 0,81-278 32 0 0,-3 11-1660 0 0,-3-13-4997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38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44 178 2248 0 0,'1'-10'1873'0'0,"1"-1"0"0"0,0 1-1 0 0,6-19 1 0 0,-4 20-1149 0 0,-1 1-1 0 0,2-1 1 0 0,-1 1-1 0 0,9-12 1 0 0,-9 14-615 0 0,0 1 0 0 0,1 0-1 0 0,-1 1 1 0 0,1-1 0 0 0,0 1 0 0 0,0 0 0 0 0,0 0 0 0 0,0 1 0 0 0,1-1-1 0 0,0 1 1 0 0,-1 0 0 0 0,1 1 0 0 0,0 0 0 0 0,1-1 0 0 0,-1 2 0 0 0,11-3-1 0 0,-13 4-87 0 0,0-1-1 0 0,0 1 0 0 0,-1 0 0 0 0,1 0 0 0 0,0 0 0 0 0,0 1 0 0 0,0-1 0 0 0,-1 1 0 0 0,1 0 0 0 0,0 0 1 0 0,-1 0-1 0 0,1 1 0 0 0,-1-1 0 0 0,1 1 0 0 0,-1 0 0 0 0,0 0 0 0 0,0 0 0 0 0,0 0 0 0 0,0 0 1 0 0,3 4-1 0 0,-3-3 13 0 0,-1 0 1 0 0,0-1 0 0 0,-1 1-1 0 0,1 0 1 0 0,0 0 0 0 0,-1 0-1 0 0,0 0 1 0 0,0 1 0 0 0,0-1-1 0 0,0 0 1 0 0,0 0 0 0 0,-1 1-1 0 0,1-1 1 0 0,-1 0 0 0 0,0 1-1 0 0,0-1 1 0 0,0 1 0 0 0,0-1-1 0 0,-1 0 1 0 0,1 1 0 0 0,-1-1-1 0 0,-1 4 1 0 0,-4 10 73 0 0,-1 0-1 0 0,0 0 1 0 0,-1-1 0 0 0,-1 0-1 0 0,0 0 1 0 0,-15 18 0 0 0,-77 78 677 0 0,39-46 45 0 0,46-50-579 0 0,12-13-219 0 0,1 0-1 0 0,-1 1 1 0 0,1-1-1 0 0,0 1 1 0 0,0 0-1 0 0,-3 6 1 0 0,5-9-27 0 0,1 0 1 0 0,-1 0-1 0 0,1 1 1 0 0,0-1-1 0 0,-1 1 1 0 0,1-1-1 0 0,0 0 1 0 0,0 1-1 0 0,0-1 1 0 0,0 0-1 0 0,0 1 1 0 0,0-1-1 0 0,0 1 1 0 0,1-1-1 0 0,-1 0 1 0 0,0 1-1 0 0,1-1 1 0 0,-1 0-1 0 0,1 1 1 0 0,-1-1-1 0 0,1 0 1 0 0,0 0-1 0 0,0 0 1 0 0,0 0-1 0 0,-1 1 1 0 0,1-1-1 0 0,1 1 1 0 0,37 37 157 0 0,54 46-1 0 0,-11-13-2057 0 0,-72-62 1127 0 0,25 23-2942 0 0,-10-13-1555 0 0,-8-8-365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38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75 828 0 0,'-1'-2'3239'0'0,"-4"-7"-290"0"0,-8-15 5589 0 0,8 9-5996 0 0,5 14-2493 0 0,0 0 1 0 0,0 1 0 0 0,0-1 0 0 0,1 0-1 0 0,-1 0 1 0 0,0 0 0 0 0,0 1-1 0 0,0-1 1 0 0,1 0 0 0 0,-1 1 0 0 0,0-1-1 0 0,1 0 1 0 0,-1 1 0 0 0,0-1-1 0 0,1 0 1 0 0,-1 1 0 0 0,1-1 0 0 0,-1 1-1 0 0,1-1 1 0 0,-1 1 0 0 0,1-1-1 0 0,0 1 1 0 0,-1-1 0 0 0,1 1 0 0 0,0-1-1 0 0,-1 1 1 0 0,1 0 0 0 0,0-1 0 0 0,0 1-1 0 0,19-5 244 0 0,-19 4-263 0 0,2 1 26 0 0,16 6 94 0 0,-17-4-122 0 0,0-1 0 0 0,0 1 0 0 0,0-1 0 0 0,0 1 0 0 0,-1 0 0 0 0,1 0 0 0 0,-1 0 1 0 0,1 0-1 0 0,-1 0 0 0 0,0 0 0 0 0,0 0 0 0 0,0 1 0 0 0,0-1 0 0 0,0 0 0 0 0,0 1 0 0 0,0 3 0 0 0,0-1 30 0 0,-1-1-1 0 0,0 1 0 0 0,0-1 0 0 0,-1 1 1 0 0,1-1-1 0 0,-1 1 0 0 0,0-1 0 0 0,-2 7 1 0 0,-4 7 176 0 0,0-1 0 0 0,-2-1 0 0 0,-15 25 1 0 0,18-31-134 0 0,-8 10 28 0 0,10-14-78 0 0,0 0 0 0 0,0 0 0 0 0,0 0 0 0 0,1 1 0 0 0,0-1 0 0 0,-3 9 0 0 0,6-14-44 0 0,1 0 0 0 0,-1 0 0 0 0,0-1 1 0 0,1 1-1 0 0,-1 0 0 0 0,1 0 1 0 0,-1 0-1 0 0,1 0 0 0 0,0 0 0 0 0,-1 0 1 0 0,1-1-1 0 0,0 1 0 0 0,0 0 0 0 0,-1 0 1 0 0,1-1-1 0 0,0 1 0 0 0,0-1 0 0 0,0 1 1 0 0,0-1-1 0 0,0 1 0 0 0,0-1 0 0 0,0 0 1 0 0,0 1-1 0 0,1-1 0 0 0,16 6 36 0 0,33 7 0 0 0,-38-11-17 0 0,-1 0 0 0 0,0 1 0 0 0,0 1 0 0 0,0 0 0 0 0,-1 0 0 0 0,1 1 0 0 0,-1 1 0 0 0,15 9-1 0 0,-24-13 120 0 0,0-1 0 0 0,0 1-1 0 0,0 0 1 0 0,0 0-1 0 0,0-1 1 0 0,0 1-1 0 0,-1 1 1 0 0,1-1-1 0 0,-1 0 1 0 0,0 0 0 0 0,1 0-1 0 0,-1 1 1 0 0,0-1-1 0 0,-1 1 1 0 0,1-1-1 0 0,0 1 1 0 0,-1-1 0 0 0,1 1-1 0 0,-1 4 1 0 0,0-4-6 0 0,0 1 1 0 0,-1-1-1 0 0,0 1 1 0 0,0-1-1 0 0,0 1 0 0 0,0-1 1 0 0,-1 1-1 0 0,1-1 1 0 0,-1 0-1 0 0,0 0 1 0 0,0 0-1 0 0,-3 5 1 0 0,-5 3 60 0 0,0-1 0 0 0,-1 0 0 0 0,0 0 0 0 0,0-1 0 0 0,-22 13 0 0 0,0-3-688 0 0,0-2-1 0 0,-1-1 1 0 0,-1-2 0 0 0,-1-1 0 0 0,-49 10-1 0 0,-7-5-4548 0 0,1-9-3557 0 0,39-6-1479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0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9 1840 0 0,'-2'-1'3114'0'0,"-5"0"-3154"0"0,-25-5 11392 0 0,22 6-10420 0 0,7 0-10 0 0,-3 3-305 0 0,5-2-580 0 0,0-1 1 0 0,0 0-1 0 0,0 0 1 0 0,1 1 0 0 0,-1-1-1 0 0,0 1 1 0 0,0-1 0 0 0,0 1-1 0 0,0-1 1 0 0,1 1-1 0 0,-1-1 1 0 0,0 1 0 0 0,0 0-1 0 0,1-1 1 0 0,-2 2-1 0 0,-27 68 129 0 0,2 1-1 0 0,-21 89 0 0 0,35-113-139 0 0,-53 223-148 0 0,46-153-3585 0 0,17-91 1808 0 0,-1 6-4064 0 0,2-18 198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0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1 235 388 0 0,'0'-17'1432'0'0,"0"1"-1"0"0,2 0 1 0 0,0-1 0 0 0,0 1 0 0 0,2 0-1 0 0,6-18 1 0 0,-8 29-1298 0 0,0-1 0 0 0,0 1 0 0 0,1 0 1 0 0,0-1-1 0 0,0 1 0 0 0,0 0 0 0 0,1 1 0 0 0,-1-1 0 0 0,1 1 1 0 0,0-1-1 0 0,1 1 0 0 0,-1 0 0 0 0,1 1 0 0 0,0-1 0 0 0,0 1 0 0 0,0 0 1 0 0,0 0-1 0 0,0 1 0 0 0,1-1 0 0 0,7-1 0 0 0,4-1-32 0 0,1 2 0 0 0,-1 0 0 0 0,1 1 0 0 0,0 1 0 0 0,0 1 0 0 0,0 0 0 0 0,-1 1 0 0 0,32 7 0 0 0,-33-5-75 0 0,-1 1 0 0 0,0 1-1 0 0,0 0 1 0 0,-1 1-1 0 0,1 0 1 0 0,-1 2 0 0 0,-1-1-1 0 0,1 2 1 0 0,-1 0-1 0 0,15 13 1 0 0,-26-20 0 0 0,0 0-1 0 0,0 0 1 0 0,0 1-1 0 0,0-1 1 0 0,0 0-1 0 0,0 1 1 0 0,-1 0 0 0 0,1-1-1 0 0,-1 1 1 0 0,0 0-1 0 0,1 0 1 0 0,-1-1 0 0 0,-1 1-1 0 0,1 0 1 0 0,0 0-1 0 0,-1 0 1 0 0,1 0-1 0 0,-1 0 1 0 0,0 4 0 0 0,-1-2 48 0 0,0 0 1 0 0,0 0 0 0 0,0 0 0 0 0,-1-1 0 0 0,1 1 0 0 0,-1 0-1 0 0,0-1 1 0 0,-1 0 0 0 0,1 1 0 0 0,-6 7 0 0 0,-2-1 109 0 0,-1 1 1 0 0,0-1 0 0 0,0-1-1 0 0,-1 0 1 0 0,0 0 0 0 0,-22 12 0 0 0,-2-3 735 0 0,-72 24 1 0 0,32-13 589 0 0,60-21-1351 0 0,13-1-106 0 0,4-6-52 0 0,0-1-1 0 0,1 1 1 0 0,-1 0-1 0 0,1-1 1 0 0,-1 1-1 0 0,1-1 0 0 0,0 0 1 0 0,0 1-1 0 0,-1-1 1 0 0,4 1-1 0 0,-3 0 3 0 0,51 36 214 0 0,65 64 0 0 0,-28-22-2551 0 0,-59-56-2664 0 0,34 22 1 0 0,-42-32-1402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1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41 2956 0 0,'-31'-21'11277'0'0,"25"17"-10609"0"0,4 2-54 0 0,1-4 876 0 0,1 6-1462 0 0,0 0 1 0 0,0-1-1 0 0,0 1 1 0 0,0 0-1 0 0,0 0 0 0 0,0-1 1 0 0,0 1-1 0 0,0 0 1 0 0,0 0-1 0 0,0 0 1 0 0,0-1-1 0 0,0 1 0 0 0,0 0 1 0 0,0 0-1 0 0,0 0 1 0 0,0-1-1 0 0,0 1 0 0 0,1 0 1 0 0,-1 0-1 0 0,0 0 1 0 0,0 0-1 0 0,0-1 1 0 0,0 1-1 0 0,0 0 0 0 0,0 0 1 0 0,1 0-1 0 0,-1 0 1 0 0,0 0-1 0 0,0-1 0 0 0,0 1 1 0 0,0 0-1 0 0,1 0 1 0 0,-1 0-1 0 0,0 0 1 0 0,0 0-1 0 0,0 0 0 0 0,1 0 1 0 0,-1 0-1 0 0,0 0 1 0 0,2-1 183 0 0,11 3 246 0 0,-12-2-444 0 0,0 0 0 0 0,1 0 0 0 0,-1 0 0 0 0,0 0 0 0 0,0 0 0 0 0,0 0 0 0 0,1 0 0 0 0,-1 1 0 0 0,0-1 0 0 0,0 0 0 0 0,0 1 0 0 0,0-1 0 0 0,0 1 0 0 0,3 0 0 0 0,-1 2 22 0 0,0 0 0 0 0,-1 0 1 0 0,1 1-1 0 0,0-1 0 0 0,-1 0 1 0 0,0 1-1 0 0,0-1 0 0 0,0 1 1 0 0,0 0-1 0 0,0 0 0 0 0,-1 0 1 0 0,0 0-1 0 0,2 7 0 0 0,-2-3 130 0 0,0 1-1 0 0,-1 0 1 0 0,1-1-1 0 0,-2 1 0 0 0,1 0 1 0 0,-3 11-1 0 0,-2 0 223 0 0,-1 0 0 0 0,0 0 0 0 0,-1-1-1 0 0,-1 0 1 0 0,-11 19 0 0 0,-33 51 746 0 0,-28 56-304 0 0,79-143-814 0 0,0-1 0 0 0,1 1 0 0 0,-1 0-1 0 0,0 0 1 0 0,1 0 0 0 0,-1 0 0 0 0,1 0 0 0 0,0 0 0 0 0,0 0 0 0 0,0 3-1 0 0,0-4-10 0 0,0 0-1 0 0,0-1 0 0 0,0 1 0 0 0,1-1 0 0 0,-1 1 0 0 0,0 0 0 0 0,1-1 0 0 0,-1 1 0 0 0,0-1 0 0 0,1 1 0 0 0,-1-1 0 0 0,1 1 0 0 0,-1-1 0 0 0,0 1 0 0 0,1-1 0 0 0,-1 0 0 0 0,1 1 0 0 0,0-1 0 0 0,-1 0 1 0 0,1 1-1 0 0,-1-1 0 0 0,1 0 0 0 0,-1 0 0 0 0,1 1 0 0 0,0-1 0 0 0,-1 0 0 0 0,1 0 0 0 0,0 0 0 0 0,-1 0 0 0 0,1 0 0 0 0,0 0 0 0 0,-1 0 0 0 0,1 0 0 0 0,-1 0 0 0 0,1 0 0 0 0,0 0 0 0 0,-1 0 0 0 0,1-1 1 0 0,0 1-1 0 0,-1 0 0 0 0,2-1 0 0 0,40-10-620 0 0,-1-2 1 0 0,0-2 0 0 0,47-23 0 0 0,116-72-10384 0 0,-193 103 9937 0 0,52-28-7336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1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71 104 328 0 0,'-3'-1'3074'0'0,"-47"-5"7340"0"0,47 6-9410 0 0,-12-1 4427 0 0,59-9-4562 0 0,59-6 0 0 0,-9 2-555 0 0,-51 6-605 0 0,70-15-1877 0 0,-98 19-1205 0 0,1-1 0 0 0,21-11 0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1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8 3328 0 0,'-42'-7'10583'0'0,"39"7"-9571"0"0,2 0-796 0 0,-1 0 1 0 0,0 0-1 0 0,1 0 0 0 0,-1 0 1 0 0,1 1-1 0 0,-1-1 1 0 0,1 0-1 0 0,0 1 0 0 0,-1-1 1 0 0,1 1-1 0 0,-1 0 1 0 0,1-1-1 0 0,0 1 0 0 0,-1 0 1 0 0,1 0-1 0 0,0 0 1 0 0,0 0-1 0 0,0 0 0 0 0,0 0 1 0 0,0 0-1 0 0,0 0 1 0 0,0 0-1 0 0,0 1 0 0 0,0-1 1 0 0,0 0-1 0 0,0 3 1 0 0,-1 2 163 0 0,0 0 0 0 0,0 0 1 0 0,1 0-1 0 0,0 1 0 0 0,0-1 1 0 0,1 7-1 0 0,-23 396 2099 0 0,22-380-4093 0 0,2 29 1 0 0,1-29-2347 0 0,3-1-3660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2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95 1440 0 0,'50'-95'22155'0'0,"-49"96"-22068"0"0,-1-1 0 0 0,1 0-1 0 0,-1 0 1 0 0,0 1-1 0 0,1-1 1 0 0,-1 0 0 0 0,0 0-1 0 0,1 1 1 0 0,-1-1-1 0 0,0 0 1 0 0,1 1 0 0 0,-1-1-1 0 0,0 0 1 0 0,0 1-1 0 0,1-1 1 0 0,-1 1 0 0 0,0-1-1 0 0,0 1 1 0 0,0-1-1 0 0,0 0 1 0 0,1 1-1 0 0,-1-1 1 0 0,0 1 0 0 0,0-1-1 0 0,0 1 1 0 0,0-1-1 0 0,0 1 1 0 0,0 14 669 0 0,0-14-732 0 0,-5 99 1553 0 0,-27 157-1 0 0,12-120-1395 0 0,13-93-1513 0 0,-3 24-3599 0 0,8-24-7482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2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138 148 2976 0 0,'1'-18'2876'0'0,"0"8"-1350"0"0,0 0 1 0 0,0 0-1 0 0,1 0 1 0 0,4-14 0 0 0,-4 20-1370 0 0,-1 1 0 0 0,1-1 0 0 0,0 1 0 0 0,0 0 0 0 0,0 0 0 0 0,1 0 0 0 0,-1 0 0 0 0,1 0 0 0 0,-1 0 1 0 0,1 1-1 0 0,0-1 0 0 0,0 1 0 0 0,0 0 0 0 0,0 0 0 0 0,7-3 0 0 0,-3 1-87 0 0,0 2 1 0 0,1-1-1 0 0,-1 1 0 0 0,1 0 0 0 0,0 0 0 0 0,0 1 0 0 0,-1 0 1 0 0,1 1-1 0 0,0 0 0 0 0,0 0 0 0 0,0 1 0 0 0,0-1 1 0 0,11 4-1 0 0,-16-3-42 0 0,0-1 0 0 0,0 1 0 0 0,0 0 0 0 0,0 1 0 0 0,0-1 0 0 0,0 0 0 0 0,0 1 0 0 0,-1-1 0 0 0,1 1 0 0 0,0 0 0 0 0,-1 0 0 0 0,0 0 0 0 0,1 0 0 0 0,-1 1 0 0 0,0-1 0 0 0,0 1 0 0 0,0-1 0 0 0,0 1 0 0 0,-1 0 0 0 0,1-1 0 0 0,-1 1 0 0 0,1 0 0 0 0,-1 0 0 0 0,0 0 0 0 0,0 0 0 0 0,-1 0 0 0 0,1 0 0 0 0,-1 1 0 0 0,1-1 0 0 0,-1 0 0 0 0,0 0 0 0 0,0 0 0 0 0,0 0 0 0 0,-1 1 0 0 0,0 4 0 0 0,-2 4 61 0 0,-1-1 0 0 0,0 1-1 0 0,0-1 1 0 0,-1-1 0 0 0,0 1 0 0 0,-1-1 0 0 0,0 1-1 0 0,-1-2 1 0 0,-14 17 0 0 0,-9 7 171 0 0,-40 34 0 0 0,-89 59 1046 0 0,129-104-448 0 0,28-21-821 0 0,1 1 0 0 0,-1-1 0 0 0,0 1 0 0 0,0-1 0 0 0,1 1 0 0 0,-1 0 0 0 0,1 0 0 0 0,-3 4 0 0 0,4-6-28 0 0,-1 1 0 0 0,1 0 0 0 0,0-1 0 0 0,0 1 0 0 0,-1 0 0 0 0,1-1 0 0 0,0 1 0 0 0,0 0 0 0 0,0 0 0 0 0,0-1 0 0 0,0 1 0 0 0,0 0 0 0 0,0-1 0 0 0,0 1 0 0 0,0 0 0 0 0,1 0 0 0 0,-1-1 0 0 0,0 1 0 0 0,1 1 0 0 0,1 1 7 0 0,0-1 1 0 0,1 1-1 0 0,-1 0 0 0 0,1-1 1 0 0,0 0-1 0 0,-1 0 1 0 0,1 0-1 0 0,0 0 1 0 0,4 2-1 0 0,4 3 38 0 0,183 141 286 0 0,-72-41-4693 0 0,-78-68 423 0 0,-16-16-885 0 0,1-1-2315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3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203 176 820 0 0,'-2'-8'2072'0'0,"1"0"0"0"0,0 0 0 0 0,0 0-1 0 0,0-11 1 0 0,2 13-1288 0 0,-1 0-1 0 0,1 1 0 0 0,0-1 1 0 0,0 1-1 0 0,1-1 0 0 0,2-6 1 0 0,-1 7-557 0 0,-1 0 0 0 0,1 0 0 0 0,0 0 0 0 0,0 1 1 0 0,1-1-1 0 0,0 1 0 0 0,-1 0 0 0 0,1 0 0 0 0,1 0 1 0 0,-1 1-1 0 0,0-1 0 0 0,1 1 0 0 0,0 0 0 0 0,0 0 1 0 0,9-3-1 0 0,-9 4-175 0 0,0 0 0 0 0,0 0 0 0 0,0 1 0 0 0,1-1 0 0 0,-1 2 0 0 0,0-1 0 0 0,1 0 0 0 0,-1 1 0 0 0,0 0 0 0 0,1 0 0 0 0,-1 0 0 0 0,0 1 0 0 0,1 0 0 0 0,-1 0 0 0 0,9 3 0 0 0,-12-3-34 0 0,1 1 1 0 0,0-1-1 0 0,-1 0 1 0 0,1 1 0 0 0,-1 0-1 0 0,1 0 1 0 0,-1-1-1 0 0,0 2 1 0 0,0-1 0 0 0,0 0-1 0 0,0 0 1 0 0,0 0-1 0 0,0 1 1 0 0,-1-1-1 0 0,1 1 1 0 0,-1 0 0 0 0,0-1-1 0 0,1 1 1 0 0,-1 0-1 0 0,-1 0 1 0 0,1 0 0 0 0,0 0-1 0 0,-1 0 1 0 0,1 0-1 0 0,-1-1 1 0 0,0 1 0 0 0,0 0-1 0 0,0 0 1 0 0,-1 5-1 0 0,-1 6 29 0 0,0-1-1 0 0,-1-1 1 0 0,-1 1-1 0 0,0 0 1 0 0,-8 18-1 0 0,-36 56 106 0 0,11-20 89 0 0,37-67-239 0 0,-1 0 0 0 0,1 0 0 0 0,0 1 1 0 0,0-1-1 0 0,-1 0 0 0 0,1 0 0 0 0,0 1 1 0 0,0-1-1 0 0,0 0 0 0 0,-1 1 0 0 0,1-1 1 0 0,0 0-1 0 0,0 0 0 0 0,0 1 0 0 0,0-1 1 0 0,0 0-1 0 0,0 1 0 0 0,0-1 1 0 0,0 0-1 0 0,0 1 0 0 0,-1-1 0 0 0,2 0 1 0 0,-1 1-1 0 0,0-1 0 0 0,0 1 0 0 0,0-1 1 0 0,0 0-1 0 0,0 1 0 0 0,0-1 0 0 0,0 0 1 0 0,0 0-1 0 0,0 1 0 0 0,1-1 0 0 0,-1 0 1 0 0,0 1-1 0 0,0-1 0 0 0,0 0 0 0 0,1 0 1 0 0,-1 1-1 0 0,0-1 0 0 0,0 0 0 0 0,1 0 1 0 0,-1 1-1 0 0,0-1 0 0 0,0 0 0 0 0,1 0 1 0 0,1 1-3 0 0,-1 0 24 0 0,3-1-12 0 0,-1-1 51 0 0,22-1 202 0 0,1 1-1 0 0,-1 1 1 0 0,25 3 0 0 0,-44-2-130 0 0,0 0 1 0 0,1 0 0 0 0,-1 0 0 0 0,0 1 0 0 0,0 0 0 0 0,0 0 0 0 0,0 1 0 0 0,0 0 0 0 0,-1 0 0 0 0,1 0 0 0 0,-1 0 0 0 0,0 1-1 0 0,0 0 1 0 0,0 0 0 0 0,0 0 0 0 0,-1 1 0 0 0,7 8 0 0 0,-9-10 53 0 0,-1 0 0 0 0,0 0 0 0 0,0 0 1 0 0,0 1-1 0 0,0-1 0 0 0,0 0 0 0 0,-1 1 0 0 0,1-1 0 0 0,-1 0 0 0 0,0 1 1 0 0,0-1-1 0 0,0 1 0 0 0,0-1 0 0 0,-1 0 0 0 0,0 1 0 0 0,1-1 0 0 0,-1 0 1 0 0,0 1-1 0 0,-1-1 0 0 0,1 0 0 0 0,0 0 0 0 0,-1 0 0 0 0,0 0 0 0 0,-3 4 0 0 0,-2 3 62 0 0,0-1 0 0 0,0 0 0 0 0,-1 0-1 0 0,0 0 1 0 0,0-1 0 0 0,-10 7-1 0 0,5-7-207 0 0,0 0 0 0 0,0 0 0 0 0,-1-1 1 0 0,1 0-1 0 0,-2-2 0 0 0,1 1 0 0 0,-1-2 0 0 0,1 0 0 0 0,-1-1 0 0 0,-1 0 0 0 0,1-1 0 0 0,0-1 0 0 0,0 0 0 0 0,-25-3 0 0 0,21 0-1004 0 0,0 0-1 0 0,0-2 1 0 0,1 0 0 0 0,-30-12-1 0 0,-9-10-5500 0 0,4-8-3763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5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1 1384 0 0,'0'0'5533'0'0,"-2"0"-4539"0"0,1-1-760 0 0,0 1-1 0 0,0 0 0 0 0,-1 0 1 0 0,1 0-1 0 0,0 0 0 0 0,0 0 1 0 0,0 0-1 0 0,0 1 0 0 0,0-1 1 0 0,0 0-1 0 0,-1 1 1 0 0,1-1-1 0 0,0 0 0 0 0,0 1 1 0 0,0 0-1 0 0,0-1 0 0 0,0 1 1 0 0,0-1-1 0 0,1 1 0 0 0,-1 0 1 0 0,0 0-1 0 0,0-1 0 0 0,-1 3 1 0 0,-10 25 593 0 0,8-18-257 0 0,-117 335 2610 0 0,24 9-2885 0 0,87-294-1300 0 0,5-21-1466 0 0,-3-2-4824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5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9 189 1124 0 0,'0'-10'895'0'0,"2"0"-1"0"0,-1 0 1 0 0,1 0-1 0 0,1 0 1 0 0,0 0-1 0 0,0 1 1 0 0,1-1-1 0 0,0 1 1 0 0,7-10-1 0 0,-7 13-744 0 0,0 0 0 0 0,0 0-1 0 0,1 1 1 0 0,0 0 0 0 0,0 0-1 0 0,1 0 1 0 0,-1 1 0 0 0,1-1 0 0 0,0 1-1 0 0,0 1 1 0 0,1-1 0 0 0,-1 1-1 0 0,14-5 1 0 0,-8 5-67 0 0,0 0-1 0 0,0 1 0 0 0,0 0 1 0 0,0 1-1 0 0,1 0 0 0 0,-1 1 1 0 0,0 0-1 0 0,24 4 1 0 0,-28-3-51 0 0,-1 0 0 0 0,0 1 0 0 0,0 0 1 0 0,0 0-1 0 0,0 1 0 0 0,-1 0 0 0 0,1 0 1 0 0,-1 1-1 0 0,1-1 0 0 0,-1 1 0 0 0,0 1 0 0 0,-1-1 1 0 0,1 1-1 0 0,-1 0 0 0 0,0 0 0 0 0,7 9 1 0 0,-10-11 70 0 0,0 1 1 0 0,0 1 0 0 0,0-1 0 0 0,0 0 0 0 0,0 0 0 0 0,-1 1 0 0 0,0-1-1 0 0,0 1 1 0 0,0-1 0 0 0,-1 1 0 0 0,1-1 0 0 0,-1 9 0 0 0,-1-5 70 0 0,0 1-1 0 0,-1-1 1 0 0,1 0 0 0 0,-2 0 0 0 0,1 0 0 0 0,-6 11 0 0 0,-2 1 110 0 0,-1-2 0 0 0,0 1-1 0 0,-1-1 1 0 0,-22 23 0 0 0,12-16 29 0 0,-2-2 0 0 0,0-1 0 0 0,-1-1 0 0 0,-1 0 0 0 0,-1-3 0 0 0,0 0 0 0 0,-32 14 0 0 0,4-7 1039 0 0,54-24-1316 0 0,-3 1 10 0 0,4-2-45 0 0,0 0-1 0 0,0 0 0 0 0,-1 0 1 0 0,1 0-1 0 0,0 0 0 0 0,0 0 1 0 0,0 0-1 0 0,-1 0 0 0 0,1 0 1 0 0,0 0-1 0 0,0 0 0 0 0,0 1 0 0 0,0-1 1 0 0,-1 0-1 0 0,1 0 0 0 0,0 0 1 0 0,0 0-1 0 0,0 0 0 0 0,0 0 1 0 0,0 0-1 0 0,-1 1 0 0 0,1-1 1 0 0,0 0-1 0 0,0 0 0 0 0,0 0 1 0 0,0 0-1 0 0,0 1 0 0 0,0-1 1 0 0,0 0-1 0 0,0 0 0 0 0,0 0 1 0 0,-1 1-1 0 0,1-1 0 0 0,0 0 1 0 0,0 0-1 0 0,0 0 0 0 0,0 0 1 0 0,0 1-1 0 0,2 4 6 0 0,1 0-1 0 0,-1 0 1 0 0,1-1-1 0 0,0 1 1 0 0,0-1-1 0 0,0 0 1 0 0,0 0-1 0 0,6 5 1 0 0,9 14 10 0 0,124 205-397 0 0,-89-138-3454 0 0,-22-43-3656 0 0,-13-28 144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6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51 2696 0 0,'-5'-23'7164'0'0,"-3"-5"239"0"0,3 53-6493 0 0,3 2-577 0 0,2 0-1 0 0,3 28 1 0 0,-2-44-278 0 0,1 0 0 0 0,0 0 1 0 0,0-1-1 0 0,1 1 0 0 0,0-1 0 0 0,1 0 1 0 0,10 19-1 0 0,-13-27-47 0 0,0 0-1 0 0,1 0 1 0 0,-1 0-1 0 0,1 0 1 0 0,-1 0 0 0 0,1 0-1 0 0,0-1 1 0 0,0 1-1 0 0,0-1 1 0 0,0 1-1 0 0,0-1 1 0 0,0 0 0 0 0,0 0-1 0 0,0 0 1 0 0,0 0-1 0 0,0 0 1 0 0,1 0-1 0 0,2 0 1 0 0,-1-1-7 0 0,0 1-1 0 0,-1-1 1 0 0,1 0-1 0 0,-1-1 1 0 0,1 1-1 0 0,-1-1 1 0 0,1 0-1 0 0,-1 1 1 0 0,1-2-1 0 0,-1 1 1 0 0,4-2-1 0 0,5-3-23 0 0,-2 0 0 0 0,1-1-1 0 0,-1 0 1 0 0,0-1-1 0 0,17-17 1 0 0,-13 10 42 0 0,-1-2 1 0 0,-1 0-1 0 0,0 0 0 0 0,-2-1 0 0 0,11-22 0 0 0,10-19 2048 0 0,-30 58-1935 0 0,-1 1-120 0 0,0 0 0 0 0,0 0 0 0 0,0 0 0 0 0,0 0 0 0 0,1 0 0 0 0,-1 0 0 0 0,0 0-1 0 0,0 0 1 0 0,0 0 0 0 0,0 0 0 0 0,0 0 0 0 0,0 0 0 0 0,0 0 0 0 0,1 0 0 0 0,-1 0 0 0 0,0 0 0 0 0,0 0-1 0 0,0 0 1 0 0,0 0 0 0 0,0 0 0 0 0,0 0 0 0 0,0 0 0 0 0,1 0 0 0 0,-1 0 0 0 0,0 0 0 0 0,0 0-1 0 0,0 0 1 0 0,0 0 0 0 0,0 0 0 0 0,0 0 0 0 0,0 0 0 0 0,0 0 0 0 0,1 0 0 0 0,-1 0 0 0 0,0 0 0 0 0,0-1-1 0 0,0 1 1 0 0,0 0 0 0 0,0 0 0 0 0,0 0 0 0 0,0 0 0 0 0,0 0 0 0 0,0 0 0 0 0,0 0 0 0 0,0 0-1 0 0,0-1 1 0 0,0 1 0 0 0,0 0 0 0 0,0 0 0 0 0,0 0 0 0 0,0 0 0 0 0,0 0 0 0 0,4 14 783 0 0,-25 137 3372 0 0,-35 72-2410 0 0,18-82-1009 0 0,10-34-361 0 0,-23 106-2482 0 0,47-189-713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6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 2100 0 0,'6'-40'12919'0'0,"-2"18"-6993"0"0,-3 9-5010 0 0,0 12-880 0 0,0 0-1 0 0,-1 1 1 0 0,1-1-1 0 0,0 0 1 0 0,-1 0-1 0 0,1 1 1 0 0,0-1-1 0 0,0 1 1 0 0,0-1-1 0 0,0 0 1 0 0,0 1-1 0 0,-1 0 1 0 0,1-1-1 0 0,0 1 1 0 0,0-1-1 0 0,2 1 1 0 0,18-7 112 0 0,-21 7-145 0 0,113-35-2459 0 0,-93 27-3052 0 0,31-17-1 0 0,-34 15-1230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6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37 3312 0 0,'1'-26'10378'0'0,"-1"26"-10231"0"0,0-1 1 0 0,0 0-1 0 0,0 1 1 0 0,-1-1-1 0 0,1 1 1 0 0,0-1-1 0 0,0 1 1 0 0,-1-1-1 0 0,1 1 0 0 0,-1-1 1 0 0,1 1-1 0 0,0-1 1 0 0,-1 1-1 0 0,1-1 1 0 0,-1 1-1 0 0,1 0 1 0 0,-1-1-1 0 0,1 1 1 0 0,-1 0-1 0 0,1-1 0 0 0,-1 1 1 0 0,1 0-1 0 0,-1 0 1 0 0,1 0-1 0 0,-1-1 1 0 0,0 1-1 0 0,1 0 1 0 0,-1 0-1 0 0,1 0 1 0 0,-1 0-1 0 0,0 0 0 0 0,0 0 1 0 0,-2 1 63 0 0,1-1 1 0 0,-1 1-1 0 0,1 0 1 0 0,0 0-1 0 0,0 0 1 0 0,-1 0-1 0 0,1 0 0 0 0,-4 3 1 0 0,-4 5 161 0 0,0-1 1 0 0,-12 14-1 0 0,16-16-316 0 0,1 0-1 0 0,1 0 1 0 0,-1 0 0 0 0,1 1-1 0 0,0-1 1 0 0,0 1-1 0 0,1 0 1 0 0,0 0 0 0 0,0 0-1 0 0,1 0 1 0 0,0 1-1 0 0,0-1 1 0 0,1 1 0 0 0,-1-1-1 0 0,2 1 1 0 0,-1 0-1 0 0,2 13 1 0 0,0-11-27 0 0,1 0 0 0 0,0-1 0 0 0,1 0 0 0 0,0 0 0 0 0,0 0 0 0 0,1 0 0 0 0,0 0 0 0 0,1 0 0 0 0,0-1 1 0 0,0 0-1 0 0,0 0 0 0 0,1-1 0 0 0,13 13 0 0 0,19 15 62 0 0,-26-26-71 0 0,-1 1-1 0 0,-1 0 0 0 0,0 0 1 0 0,0 1-1 0 0,-1 0 0 0 0,0 1 1 0 0,12 21-1 0 0,-20-29-12 0 0,0 0-1 0 0,0 0 1 0 0,0 0-1 0 0,-1 0 1 0 0,1 0 0 0 0,-1 1-1 0 0,0-1 1 0 0,0 0-1 0 0,-1 0 1 0 0,1 0-1 0 0,-1 0 1 0 0,0 1 0 0 0,0-1-1 0 0,0 0 1 0 0,0 0-1 0 0,-1-1 1 0 0,0 1 0 0 0,0 0-1 0 0,0 0 1 0 0,0-1-1 0 0,0 1 1 0 0,-1-1-1 0 0,0 0 1 0 0,-3 4 0 0 0,-3 3 3 0 0,-1-1 1 0 0,0 0 0 0 0,0 0 0 0 0,-1-1 0 0 0,0-1-1 0 0,-16 9 1 0 0,11-7-249 0 0,0-2 0 0 0,0 0 1 0 0,-28 8-1 0 0,38-14-284 0 0,0 0 0 0 0,0 0 0 0 0,1-1 0 0 0,-1 1 1 0 0,0-1-1 0 0,-9-1 0 0 0,11 0-202 0 0,1 1 0 0 0,0-1 0 0 0,0 0 0 0 0,0 0 0 0 0,0 0 0 0 0,0-1 0 0 0,0 1 1 0 0,0-1-1 0 0,0 0 0 0 0,1 1 0 0 0,-1-1 0 0 0,-4-4 0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6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0 303 1464 0 0,'25'-63'8410'0'0,"5"4"-3638"0"0,-23 47-4327 0 0,0 1 0 0 0,1-1 0 0 0,1 2 0 0 0,0-1 1 0 0,0 1-1 0 0,1 1 0 0 0,19-15 0 0 0,-11 12-162 0 0,0 0-1 0 0,1 1 1 0 0,0 1 0 0 0,23-8 0 0 0,-30 14-963 0 0,1 0 0 0 0,25-4 1 0 0,-28 7-1288 0 0,0 0 0 0 0,0 1 0 0 0,1 0 0 0 0,13 2 0 0 0,-10 1-3376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7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8 2120 0 0,'2'-8'20017'0'0,"2"37"-18229"0"0,-1 1 0 0 0,-2-1 1 0 0,-3 56-1 0 0,-1-28-871 0 0,-23 275 1118 0 0,14-262-2348 0 0,-2-1-1 0 0,-41 114 1 0 0,52-172-304 0 0,1-6-395 0 0,1-1 0 0 0,-1 1 0 0 0,0 0 0 0 0,0-1 0 0 0,-1 1 0 0 0,1-1 0 0 0,-7 8 0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7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16 216 2768 0 0,'0'-13'2535'0'0,"1"0"0"0"0,4-22 0 0 0,-4 26-1715 0 0,2 1-1 0 0,-1 0 1 0 0,1 0 0 0 0,7-13-1 0 0,-7 15-614 0 0,1-1-1 0 0,1 1 1 0 0,-1 1-1 0 0,1-1 1 0 0,0 0 0 0 0,1 1-1 0 0,-1 0 1 0 0,1 0-1 0 0,0 1 1 0 0,0 0-1 0 0,1 0 1 0 0,-1 0-1 0 0,14-5 1 0 0,-7 4-84 0 0,-1 0 0 0 0,1 2 1 0 0,0-1-1 0 0,0 1 0 0 0,0 1 0 0 0,20-1 0 0 0,-28 3-92 0 0,1 0-1 0 0,-1 0 0 0 0,0 1 1 0 0,0-1-1 0 0,0 1 1 0 0,0 0-1 0 0,0 0 0 0 0,0 1 1 0 0,0-1-1 0 0,-1 1 0 0 0,1 0 1 0 0,0 1-1 0 0,-1-1 0 0 0,0 1 1 0 0,1 0-1 0 0,-1 0 1 0 0,0 0-1 0 0,-1 0 0 0 0,1 1 1 0 0,3 3-1 0 0,-5-3 4 0 0,1 0 0 0 0,-1 0 1 0 0,0 0-1 0 0,-1 1 0 0 0,1-1 0 0 0,-1 0 1 0 0,0 1-1 0 0,0-1 0 0 0,0 1 0 0 0,-1-1 0 0 0,1 1 1 0 0,-1-1-1 0 0,0 1 0 0 0,-1 0 0 0 0,1-1 1 0 0,-1 1-1 0 0,0-1 0 0 0,0 0 0 0 0,0 1 0 0 0,0-1 1 0 0,-4 6-1 0 0,-2 7 34 0 0,-1 0 1 0 0,-1-1-1 0 0,-20 28 1 0 0,6-14 101 0 0,-1-1 1 0 0,-1-1 0 0 0,-2-2-1 0 0,-1 0 1 0 0,0-2-1 0 0,-2-1 1 0 0,-39 23 0 0 0,34-26 1349 0 0,33-19-1216 0 0,27 4-126 0 0,-18-3-143 0 0,-1 1 1 0 0,1 0 0 0 0,-1 0-1 0 0,1 1 1 0 0,-1 0-1 0 0,0 0 1 0 0,0 1-1 0 0,-1-1 1 0 0,1 1 0 0 0,6 8-1 0 0,2 4 70 0 0,0 1-1 0 0,11 19 1 0 0,-7-4-2 0 0,-1 1-1 0 0,-2 0 0 0 0,13 42 1 0 0,-2-3-2004 0 0,6-3-3605 0 0,-12-38-1833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8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17 123 3224 0 0,'-3'-6'1889'0'0,"0"-1"-1"0"0,1 0 0 0 0,0 0 0 0 0,0 0 1 0 0,0 0-1 0 0,1 0 0 0 0,-1-10 0 0 0,3 15-1737 0 0,-1-1 0 0 0,0 1-1 0 0,1 0 1 0 0,0 0-1 0 0,0 0 1 0 0,-1 0-1 0 0,1 0 1 0 0,1 0 0 0 0,-1 0-1 0 0,0 0 1 0 0,0 0-1 0 0,1 1 1 0 0,-1-1-1 0 0,1 0 1 0 0,-1 1 0 0 0,1-1-1 0 0,0 1 1 0 0,-1 0-1 0 0,1-1 1 0 0,0 1 0 0 0,0 0-1 0 0,3-1 1 0 0,0-1 18 0 0,0 1 1 0 0,1-1 0 0 0,0 1-1 0 0,0 0 1 0 0,-1 1 0 0 0,7-2-1 0 0,-7 3-123 0 0,0-1 0 0 0,0 1 0 0 0,1 0 0 0 0,-1 1 0 0 0,0-1 0 0 0,0 1 0 0 0,0 0 0 0 0,0 0 0 0 0,-1 0 0 0 0,1 1 0 0 0,0 0 0 0 0,0 0 0 0 0,-1 0 0 0 0,1 1 0 0 0,-1-1 0 0 0,0 1 0 0 0,0 0 0 0 0,0 0 0 0 0,0 0 0 0 0,0 1 0 0 0,-1-1 0 0 0,1 1 0 0 0,-1 0 0 0 0,0 0 0 0 0,0 0 0 0 0,-1 1 0 0 0,1-1 0 0 0,-1 1 0 0 0,2 5 0 0 0,0 0 115 0 0,0 1 1 0 0,-1 0-1 0 0,0 0 0 0 0,-1 1 0 0 0,0-1 0 0 0,-1 0 0 0 0,0 1 0 0 0,-1-1 0 0 0,0 1 0 0 0,0-1 0 0 0,-5 19 0 0 0,-1-4 296 0 0,-2 0 0 0 0,-1-1 0 0 0,-1 0 0 0 0,-14 26 0 0 0,-59 89 1759 0 0,37-66-727 0 0,31-51-1023 0 0,14-15-449 0 0,1-8-17 0 0,1 1 0 0 0,-1-1 0 0 0,0 1 0 0 0,1-1 0 0 0,-1 0 0 0 0,1 1 0 0 0,-1-1 0 0 0,1 1 0 0 0,-1-1 0 0 0,1 0 0 0 0,-1 1 0 0 0,1-1 0 0 0,-1 0 0 0 0,1 0 0 0 0,0 0 0 0 0,-1 1 0 0 0,1-1 0 0 0,0 0 0 0 0,13 1 0 0 0,1 0 0 0 0,-1 0 0 0 0,0-2 0 0 0,0 0 0 0 0,16-3 0 0 0,9 0 0 0 0,136-4-3295 0 0,104-10-6010 0 0,-245 11 2465 0 0,-4 1-4083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48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552 88 372 0 0,'0'0'1967'0'0,"-7"-23"4606"0"0,-1-14-1868 0 0,8 36-4005 0 0,2-9 1971 0 0,0 8-2496 0 0,0 1-1 0 0,-1-1 1 0 0,1 1-1 0 0,0-1 1 0 0,0 1-1 0 0,0 0 1 0 0,0 0-1 0 0,0 0 1 0 0,0 0-1 0 0,0 0 1 0 0,0 0-1 0 0,0 1 1 0 0,1-1-1 0 0,-1 1 1 0 0,0 0-1 0 0,0-1 1 0 0,1 1-1 0 0,-1 0 1 0 0,0 0-1 0 0,1 1 1 0 0,1-1-1 0 0,12 2 97 0 0,28 5-1 0 0,-26-3-205 0 0,0 1 1 0 0,0 0-1 0 0,0 1 1 0 0,-1 1-1 0 0,0 1 1 0 0,24 15-1 0 0,-35-19-18 0 0,0 0 1 0 0,0 1-1 0 0,-1-1 0 0 0,1 2 0 0 0,-1-1 1 0 0,0 0-1 0 0,-1 1 0 0 0,1 0 0 0 0,-1 0 1 0 0,0 0-1 0 0,-1 0 0 0 0,1 1 1 0 0,-1 0-1 0 0,-1 0 0 0 0,1-1 0 0 0,-1 1 1 0 0,0 1-1 0 0,-1-1 0 0 0,1 11 0 0 0,-1-5 141 0 0,-2 0 1 0 0,0 1-1 0 0,-1-1 0 0 0,0 0 0 0 0,0-1 0 0 0,-2 1 0 0 0,0 0 0 0 0,0-1 0 0 0,-1 0 0 0 0,0 0 0 0 0,-1 0 0 0 0,-1-1 0 0 0,-10 16 0 0 0,0-4 189 0 0,-1-2 0 0 0,0 0 0 0 0,-2-1 0 0 0,0 0-1 0 0,-29 20 1 0 0,26-24-168 0 0,-1 0 0 0 0,0-2 0 0 0,-1-1 0 0 0,0-1-1 0 0,-1-1 1 0 0,0-1 0 0 0,-1-1 0 0 0,0-2 0 0 0,-1 0-1 0 0,-31 2 1 0 0,42-7-304 0 0,0-2 0 0 0,0 0 0 0 0,0 0 0 0 0,0-2-1 0 0,1 0 1 0 0,-1-1 0 0 0,-30-9 0 0 0,35 7-367 0 0,1 1 0 0 0,0-2 0 0 0,0 1 0 0 0,0-2 0 0 0,1 1 0 0 0,0-2 0 0 0,0 1 0 0 0,1-1 0 0 0,-1-1 0 0 0,2 1 0 0 0,-13-17 0 0 0,13 14-877 0 0,1 0 0 0 0,1 0 0 0 0,-7-14 0 0 0,-2-15-5304 0 0,7 7-2611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50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1322 74 32 0 0,'14'-8'7929'0'0,"15"-18"1658"0"0,-29 20-8471 0 0,1 5-1028 0 0,-1 0 0 0 0,0 0 0 0 0,1 0 0 0 0,-1 0 0 0 0,0 0 0 0 0,0 0 0 0 0,0 0 0 0 0,0 0 0 0 0,0 0 0 0 0,0 0 0 0 0,0 1 0 0 0,0-1 0 0 0,0 0 0 0 0,0 0 0 0 0,0 0 0 0 0,-1 0 0 0 0,1 0 0 0 0,0 0 0 0 0,-1 0 0 0 0,1 0 0 0 0,0 1 0 0 0,-2-2 0 0 0,-19-8 161 0 0,18 9-227 0 0,-31 1 63 0 0,30 0-85 0 0,0 1-1 0 0,0 0 1 0 0,0 1 0 0 0,0-1-1 0 0,0 1 1 0 0,0 0 0 0 0,0 0-1 0 0,0 0 1 0 0,1 0 0 0 0,-1 1-1 0 0,1-1 1 0 0,0 1 0 0 0,-1 0-1 0 0,1 0 1 0 0,1 0 0 0 0,-1 1-1 0 0,-3 4 1 0 0,-4 7 2 0 0,0 1 0 0 0,-12 27 0 0 0,19-37-1 0 0,-37 84 2 0 0,5 1 1 0 0,-27 107-1 0 0,-29 196-5 0 0,6 181 45 0 0,53-314 4 0 0,-59 550-89 0 0,32-253 15 0 0,-172 1318 149 0 0,177-1455 811 0 0,-32 176 184 0 0,17-134-621 0 0,-153 1094 2685 0 0,220-1548-3181 0 0,-25 209 626 0 0,21-153-220 0 0,5 88 0 0 0,1-143-380 0 0,1 0 0 0 0,0 0-1 0 0,1 0 1 0 0,5 20 0 0 0,-6-28-31 0 0,0 1 0 0 0,0-1 1 0 0,0 1-1 0 0,1-1 1 0 0,-1 1-1 0 0,1-1 0 0 0,0 0 1 0 0,0 0-1 0 0,-1 1 1 0 0,1-1-1 0 0,1-1 0 0 0,-1 1 1 0 0,0 0-1 0 0,0 0 1 0 0,1-1-1 0 0,-1 1 0 0 0,1-1 1 0 0,-1 0-1 0 0,1 0 1 0 0,-1 0-1 0 0,1 0 1 0 0,5 1-1 0 0,4-1-222 0 0,1 0-1 0 0,-1 0 1 0 0,1-1-1 0 0,-1-1 1 0 0,0 0-1 0 0,1 0 1 0 0,-1-2 0 0 0,14-3-1 0 0,98-37-2710 0 0,-114 39 2666 0 0,47-20-2575 0 0,68-39-1 0 0,-9-10-4294 0 0,-38 18-744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51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14 2168 0 0,'9'-12'11123'0'0,"-6"10"-9887"0"0,-1 6-790 0 0,-1 0 0 0 0,1 0 1 0 0,-1 1-1 0 0,-1-1 1 0 0,1 0-1 0 0,0 1 0 0 0,-1-1 1 0 0,0 1-1 0 0,-1 3 1 0 0,-3 47 1367 0 0,4-48-1592 0 0,-62 331 2857 0 0,21-143-5128 0 0,25-97-2650 0 0,6 1-3530 0 0,8-73 1504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51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167 191 1348 0 0,'-2'-32'13641'0'0,"2"32"-13542"0"0,0 0 1 0 0,0 0 0 0 0,-1 0-1 0 0,1 0 1 0 0,0 0-1 0 0,0 0 1 0 0,-1 0 0 0 0,1 0-1 0 0,0 0 1 0 0,0 0 0 0 0,-1 0-1 0 0,1 0 1 0 0,0 0 0 0 0,0 0-1 0 0,-1 0 1 0 0,1 0-1 0 0,-13 12 1089 0 0,-10 20-783 0 0,1 6-48 0 0,2 1 0 0 0,2 0 0 0 0,2 1 0 0 0,1 1 0 0 0,-14 67 0 0 0,27-100-328 0 0,1 1 1 0 0,0-1-1 0 0,1 1 0 0 0,0 0 0 0 0,0-1 0 0 0,1 1 0 0 0,0-1 1 0 0,0 1-1 0 0,1-1 0 0 0,3 11 0 0 0,-3-14-12 0 0,0-1-1 0 0,0 0 1 0 0,1 0 0 0 0,-1 0-1 0 0,1 0 1 0 0,-1-1-1 0 0,1 1 1 0 0,1-1 0 0 0,-1 1-1 0 0,0-1 1 0 0,1 0 0 0 0,-1 0-1 0 0,1-1 1 0 0,0 1-1 0 0,0-1 1 0 0,0 0 0 0 0,0 0-1 0 0,1 0 1 0 0,-1 0 0 0 0,8 1-1 0 0,0-1 9 0 0,0 0 1 0 0,0 0-1 0 0,0-2 0 0 0,0 1 0 0 0,1-1 1 0 0,-1-1-1 0 0,0-1 0 0 0,21-4 0 0 0,-15 2 40 0 0,0-2 0 0 0,-1 0 0 0 0,1-1 0 0 0,-1 0 0 0 0,17-12 0 0 0,-24 13 12 0 0,0-2-1 0 0,0 1 1 0 0,0-1 0 0 0,-1-1-1 0 0,0 0 1 0 0,0 0-1 0 0,-1-1 1 0 0,-1 1 0 0 0,0-2-1 0 0,0 1 1 0 0,10-22 0 0 0,-11 16-18 0 0,0 0 0 0 0,-1 0 1 0 0,0 0-1 0 0,-2-1 0 0 0,1 0 1 0 0,-2 1-1 0 0,-1-1 0 0 0,0-24 1 0 0,-2 22-38 0 0,0 1 0 0 0,-2 0 0 0 0,0 0 0 0 0,-1 0 0 0 0,-1 0 0 0 0,-1 0 0 0 0,-12-28 1 0 0,12 34-37 0 0,-1 0 0 0 0,0 0 0 0 0,-1 0 0 0 0,-1 1 0 0 0,1 0 0 0 0,-1 1 1 0 0,-1-1-1 0 0,0 2 0 0 0,-1 0 0 0 0,-15-11 0 0 0,21 17-172 0 0,0 0-1 0 0,0 0 1 0 0,0 0 0 0 0,0 1-1 0 0,-1 0 1 0 0,1 0 0 0 0,-1 0-1 0 0,1 1 1 0 0,-1 0 0 0 0,0 0-1 0 0,1 0 1 0 0,-1 1 0 0 0,0 0-1 0 0,0 0 1 0 0,1 0 0 0 0,-1 1-1 0 0,0 0 1 0 0,1 0-1 0 0,-1 0 1 0 0,0 1 0 0 0,1 0-1 0 0,0 0 1 0 0,-1 0 0 0 0,1 1-1 0 0,-9 5 1 0 0,1 2-1105 0 0,0 0 0 0 0,0 1 1 0 0,1 0-1 0 0,1 1 0 0 0,0 0 0 0 0,0 1 1 0 0,-16 27-1 0 0,2 1-4316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52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151 141 836 0 0,'-4'-22'3754'0'0,"0"0"-1"0"0,-1 0 1 0 0,-11-26-1 0 0,16 47-3153 0 0,-3 2-472 0 0,0 1-100 0 0,0-1-1 0 0,1 1 1 0 0,-1 0-1 0 0,0 0 1 0 0,1 0 0 0 0,-1 0-1 0 0,1 1 1 0 0,0-1-1 0 0,0 1 1 0 0,0-1-1 0 0,0 1 1 0 0,0 0-1 0 0,-1 3 1 0 0,-20 47 185 0 0,13-29-152 0 0,-1 3-24 0 0,1 0-1 0 0,1 0 0 0 0,-5 35 1 0 0,11-50-23 0 0,1 1 0 0 0,1-1 1 0 0,0 1-1 0 0,1-1 0 0 0,0 1 1 0 0,1 0-1 0 0,1-1 0 0 0,0 0 1 0 0,6 23-1 0 0,-7-31 6 0 0,1 1-1 0 0,0-1 1 0 0,0 1 0 0 0,1-1-1 0 0,-1 0 1 0 0,1 0 0 0 0,0 0-1 0 0,0 0 1 0 0,0 0 0 0 0,0-1 0 0 0,1 1-1 0 0,0-1 1 0 0,-1 0 0 0 0,1 0-1 0 0,0-1 1 0 0,8 5 0 0 0,-6-5 37 0 0,0 0 1 0 0,0 0 0 0 0,0 0 0 0 0,0-1 0 0 0,0 0-1 0 0,0-1 1 0 0,1 1 0 0 0,-1-1 0 0 0,0 0-1 0 0,1-1 1 0 0,9-1 0 0 0,-3-1 52 0 0,-1 0 1 0 0,0-1 0 0 0,0 0-1 0 0,0-1 1 0 0,-1 0 0 0 0,1-1-1 0 0,-1 0 1 0 0,-1-1 0 0 0,1 0-1 0 0,-1-1 1 0 0,-1 0 0 0 0,13-13-1 0 0,-14 10-63 0 0,0 0 0 0 0,0 0 0 0 0,-2-1 0 0 0,1 0 0 0 0,-2 0-1 0 0,1-1 1 0 0,-2 0 0 0 0,1 0 0 0 0,-2 0 0 0 0,0 0 0 0 0,-1 0 0 0 0,0-1 0 0 0,0 1 0 0 0,-2-1-1 0 0,0-14 1 0 0,-1 17-48 0 0,0 0 0 0 0,-1 0-1 0 0,0 0 1 0 0,-1 0 0 0 0,0 1-1 0 0,-1-1 1 0 0,0 1 0 0 0,-7-15-1 0 0,7 18-72 0 0,-1 1 0 0 0,0-1 0 0 0,1 1 0 0 0,-2-1 0 0 0,1 1 0 0 0,-1 1 0 0 0,0-1 0 0 0,0 1 0 0 0,-1 0 0 0 0,0 1 0 0 0,1-1 0 0 0,-10-3-1 0 0,11 6-201 0 0,-1-1 0 0 0,1 2 0 0 0,-1-1 0 0 0,1 1 0 0 0,-1-1 0 0 0,0 2 0 0 0,0-1 0 0 0,1 1 0 0 0,-1-1-1 0 0,0 2 1 0 0,0-1 0 0 0,0 1 0 0 0,1-1 0 0 0,-1 2 0 0 0,0-1 0 0 0,1 1 0 0 0,-1-1 0 0 0,1 2 0 0 0,0-1-1 0 0,0 0 1 0 0,-6 5 0 0 0,-2 1-700 0 0,1 1-1 0 0,1 0 1 0 0,0 0 0 0 0,0 1-1 0 0,1 1 1 0 0,0 0 0 0 0,-10 14-1 0 0,0 4-2502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52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88 244 0 0,'-15'-9'5275'0'0,"11"7"-4509"0"0,0-1 0 0 0,0 1 0 0 0,0 0 1 0 0,0 0-1 0 0,0 1 0 0 0,0-1 1 0 0,0 1-1 0 0,-8-2 0 0 0,11 3-730 0 0,-1 1 0 0 0,0-1 0 0 0,1 0 0 0 0,-1 1 0 0 0,1-1 0 0 0,0 1 0 0 0,-1 0-1 0 0,1 0 1 0 0,-1-1 0 0 0,1 1 0 0 0,0 0 0 0 0,0 0 0 0 0,-1 0 0 0 0,1 0 0 0 0,0 0 0 0 0,0 1 0 0 0,0-1 0 0 0,0 0 0 0 0,0 0-1 0 0,1 1 1 0 0,-1-1 0 0 0,0 1 0 0 0,0-1 0 0 0,0 3 0 0 0,-13 42 110 0 0,10-32-40 0 0,-6 27 120 0 0,1 2 0 0 0,1-1 0 0 0,3 1-1 0 0,2 0 1 0 0,4 81 0 0 0,-1-119-105 0 0,0 1 0 0 0,1-1-1 0 0,0 1 1 0 0,0-1 0 0 0,1 0 0 0 0,0 1-1 0 0,0-1 1 0 0,0 0 0 0 0,0 0 0 0 0,1 0 0 0 0,0-1-1 0 0,0 1 1 0 0,4 5 0 0 0,-5-8-21 0 0,1 1-1 0 0,0-1 1 0 0,0 0 0 0 0,0 0-1 0 0,0 0 1 0 0,0-1 0 0 0,0 1-1 0 0,0-1 1 0 0,0 1 0 0 0,1-1-1 0 0,-1 0 1 0 0,0 0 0 0 0,1-1-1 0 0,-1 1 1 0 0,1-1 0 0 0,-1 1-1 0 0,1-1 1 0 0,-1 0 0 0 0,1-1-1 0 0,-1 1 1 0 0,6-2 0 0 0,4 0 55 0 0,0-2 0 0 0,-1 0 1 0 0,0-1-1 0 0,0 0 0 0 0,0 0 1 0 0,0-2-1 0 0,-1 1 0 0 0,0-1 0 0 0,0-1 1 0 0,-1 0-1 0 0,0-1 0 0 0,0 0 1 0 0,-1 0-1 0 0,0-1 0 0 0,-1 0 1 0 0,0 0-1 0 0,-1-1 0 0 0,0 0 1 0 0,0-1-1 0 0,6-15 0 0 0,-8 16-126 0 0,0-1 0 0 0,-1 0 0 0 0,0 0 0 0 0,-1 0 0 0 0,0-1 0 0 0,-1 1 0 0 0,0-1 0 0 0,-1 0-1 0 0,-1 1 1 0 0,0-1 0 0 0,0 0 0 0 0,-1 1 0 0 0,-1-1 0 0 0,0 0 0 0 0,-1 1 0 0 0,0 0 0 0 0,-1 0 0 0 0,0 0 0 0 0,-1 0 0 0 0,-1 0 0 0 0,-7-11-1 0 0,6 14-152 0 0,0 0 0 0 0,0 0 0 0 0,-1 1-1 0 0,-1 0 1 0 0,1 1 0 0 0,-1 0 0 0 0,-1 0 0 0 0,1 1-1 0 0,-1 0 1 0 0,0 1 0 0 0,0 0 0 0 0,-1 1-1 0 0,-12-5 1 0 0,5 4-1177 0 0,0 0 1 0 0,-32-3-1 0 0,29 6-1451 0 0,0 1 1 0 0,-22 2-1 0 0,18 0-3649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54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45 1444 0 0,'6'-15'13288'0'0,"-10"20"-12887"0"0,0 2-354 0 0,1 1 0 0 0,-1 0 0 0 0,1 0 0 0 0,-3 17 0 0 0,0-5-10 0 0,-16 55 57 0 0,-12 78-1 0 0,28-113-82 0 0,2-1-1 0 0,1 1 0 0 0,5 76 0 0 0,-1-105 14 0 0,0 1 1 0 0,1 0-1 0 0,1-1 1 0 0,0 1-1 0 0,0-1 1 0 0,1 0-1 0 0,1 0 1 0 0,0 0-1 0 0,0-1 0 0 0,10 14 1 0 0,-11-19 72 0 0,0 0 0 0 0,0 0 1 0 0,1 0-1 0 0,0-1 0 0 0,0 0 0 0 0,0 0 1 0 0,0 0-1 0 0,1 0 0 0 0,-1-1 0 0 0,1 0 0 0 0,0 0 1 0 0,0-1-1 0 0,0 0 0 0 0,1 0 0 0 0,-1 0 1 0 0,0 0-1 0 0,1-1 0 0 0,-1 0 0 0 0,1-1 0 0 0,8 0 1 0 0,-2 0 71 0 0,1-1 0 0 0,0-1 1 0 0,0 0-1 0 0,-1-1 0 0 0,1 0 1 0 0,-1-1-1 0 0,0-1 0 0 0,0 0 0 0 0,0-1 1 0 0,-1 0-1 0 0,0-1 0 0 0,0 0 1 0 0,-1-1-1 0 0,1-1 0 0 0,-2 1 1 0 0,1-2-1 0 0,-2 1 0 0 0,11-13 1 0 0,-7 6-89 0 0,-2 0 0 0 0,1-1 1 0 0,-2 0-1 0 0,0-1 0 0 0,-1 0 1 0 0,-1-1-1 0 0,0 0 0 0 0,-2 0 1 0 0,0 0-1 0 0,-1-1 0 0 0,4-37 1 0 0,-7 26-61 0 0,-1 0 1 0 0,-1 1 0 0 0,-8-56-1 0 0,5 68-13 0 0,-1-1 0 0 0,-1 1 0 0 0,0 0 0 0 0,-1 1 0 0 0,-2-1-1 0 0,1 1 1 0 0,-16-24 0 0 0,20 37-129 0 0,1 0 0 0 0,-1 0 0 0 0,0 0 0 0 0,-1 1-1 0 0,1-1 1 0 0,0 1 0 0 0,-1 0 0 0 0,0 0 0 0 0,0 0 0 0 0,0 0 0 0 0,0 1 0 0 0,0 0-1 0 0,0 0 1 0 0,-1 0 0 0 0,1 0 0 0 0,-1 1 0 0 0,1-1 0 0 0,-1 1 0 0 0,0 0 0 0 0,1 1-1 0 0,-1-1 1 0 0,0 1 0 0 0,0 0 0 0 0,0 0 0 0 0,-7 1 0 0 0,4 1-153 0 0,-1 0 0 0 0,1 0 0 0 0,0 1 0 0 0,0 0 0 0 0,0 1 0 0 0,0 0 0 0 0,1 0 0 0 0,0 0 0 0 0,-1 1 0 0 0,1 0 0 0 0,1 1 0 0 0,-1-1 0 0 0,-8 11 0 0 0,8-8-465 0 0,-2 2-1475 0 0,0 0 0 0 0,-9 15-1 0 0,5-4-3300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55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32 68 0 0,'17'-31'15151'0'0,"-17"31"-14981"0"0,1 0 0 0 0,-1 0 1 0 0,1-1-1 0 0,-1 1 0 0 0,1 0 0 0 0,-1 0 1 0 0,1 0-1 0 0,2 15 1110 0 0,-7 30-1651 0 0,3-43 611 0 0,-23 158 238 0 0,-6 49-1109 0 0,21-68-4047 0 0,7-103 502 0 0,1-4-2143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55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 1480 0 0,'13'15'16184'0'0,"-14"-5"-16057"0"0,-1-1 0 0 0,-1 1 0 0 0,1-1 0 0 0,-2 1 0 0 0,1-1 0 0 0,-1 0 0 0 0,-8 14 0 0 0,-5 10-57 0 0,13-22-61 0 0,-86 215 140 0 0,73-176-133 0 0,2 0 1 0 0,-12 86 0 0 0,26-128-13 0 0,0 0 1 0 0,1 0-1 0 0,0 0 0 0 0,0 0 1 0 0,1 0-1 0 0,0 0 1 0 0,0-1-1 0 0,1 1 0 0 0,0 0 1 0 0,6 12-1 0 0,-6-16 15 0 0,0 1 0 0 0,0-2 0 0 0,0 1 0 0 0,1 0 0 0 0,0 0 1 0 0,0-1-1 0 0,0 1 0 0 0,0-1 0 0 0,0 0 0 0 0,1 0 0 0 0,-1 0 0 0 0,1-1 0 0 0,0 1 0 0 0,0-1 0 0 0,0 0 0 0 0,0 0 0 0 0,0 0 0 0 0,0 0 0 0 0,1-1 0 0 0,4 1 0 0 0,9 1 161 0 0,-1-1 0 0 0,1-1-1 0 0,0-1 1 0 0,0-1-1 0 0,0 0 1 0 0,-1-2 0 0 0,1 0-1 0 0,-1 0 1 0 0,1-2-1 0 0,-1 0 1 0 0,0-1-1 0 0,-1-1 1 0 0,0 0 0 0 0,0-1-1 0 0,0-1 1 0 0,-1-1-1 0 0,0 0 1 0 0,-1 0 0 0 0,22-23-1 0 0,-29 26-105 0 0,-1-1-1 0 0,0 1 1 0 0,-1-1-1 0 0,0-1 1 0 0,0 1-1 0 0,-1-1 1 0 0,0 0-1 0 0,0 0 1 0 0,-1 0-1 0 0,0 0 1 0 0,2-17-1 0 0,-3 13-7 0 0,-1-1-1 0 0,-1 1 0 0 0,0 0 1 0 0,-1-1-1 0 0,0 1 0 0 0,-1-1 1 0 0,-7-22-1 0 0,2 14-95 0 0,-2-1-1 0 0,0 1 1 0 0,-1 1-1 0 0,-1 0 1 0 0,-2 0-1 0 0,1 1 1 0 0,-2 1-1 0 0,-1 0 1 0 0,-21-20-1 0 0,28 31-427 0 0,0 1 0 0 0,0 0 0 0 0,-1 0 0 0 0,0 1-1 0 0,0 0 1 0 0,-1 0 0 0 0,-12-5 0 0 0,16 9-285 0 0,-1 0 1 0 0,1 0-1 0 0,-1 1 0 0 0,1-1 1 0 0,-10 1-1 0 0,10 0-394 0 0,0 1-1 0 0,1 1 1 0 0,-1-1-1 0 0,0 1 1 0 0,0 0-1 0 0,-9 3 1 0 0,1 1-4474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56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68 283 2096 0 0,'-6'-14'6426'0'0,"-9"-17"3740"0"0,6 53-9917 0 0,8-19-211 0 0,-8 23-6 0 0,2-1 1 0 0,1 1-1 0 0,1 0 0 0 0,1 1 0 0 0,1-1 0 0 0,1 1 1 0 0,2-1-1 0 0,4 45 0 0 0,-3-64-22 0 0,1-1 0 0 0,-1 1 0 0 0,1 0 0 0 0,1-1 0 0 0,-1 1 0 0 0,1-1 0 0 0,0 0 0 0 0,1 0 1 0 0,-1 0-1 0 0,1 0 0 0 0,0-1 0 0 0,1 1 0 0 0,-1-1 0 0 0,1 0 0 0 0,10 8 0 0 0,-8-9 22 0 0,0 0 0 0 0,0 0 0 0 0,0-1 0 0 0,0 1 1 0 0,1-2-1 0 0,0 1 0 0 0,-1-1 0 0 0,1 0 0 0 0,0-1 0 0 0,0 0 0 0 0,0 0 1 0 0,0-1-1 0 0,14 0 0 0 0,-3-2 145 0 0,0-1 1 0 0,0 0-1 0 0,0-1 0 0 0,-1-1 1 0 0,0-1-1 0 0,0-1 0 0 0,0 0 1 0 0,-1-1-1 0 0,0-1 0 0 0,0-1 1 0 0,-1 0-1 0 0,0-1 0 0 0,-1-1 1 0 0,-1 0-1 0 0,1-1 0 0 0,16-21 1 0 0,-21 23-101 0 0,-1-1 0 0 0,0-1 1 0 0,0 0-1 0 0,-2 0 1 0 0,1-1-1 0 0,-2 0 0 0 0,0 0 1 0 0,0 0-1 0 0,-2-1 1 0 0,1 0-1 0 0,-2 0 1 0 0,0 0-1 0 0,-1 0 0 0 0,-1-1 1 0 0,0 1-1 0 0,-1 0 1 0 0,0-1-1 0 0,-1 1 0 0 0,-1-1 1 0 0,-7-26-1 0 0,6 32-118 0 0,-1 0 0 0 0,0 0-1 0 0,0 0 1 0 0,-1 1 0 0 0,0 0 0 0 0,-1 0-1 0 0,0 0 1 0 0,0 1 0 0 0,-1 0-1 0 0,0 0 1 0 0,0 1 0 0 0,-1-1-1 0 0,0 2 1 0 0,0-1 0 0 0,-1 1 0 0 0,0 0-1 0 0,0 1 1 0 0,0 0 0 0 0,-1 1-1 0 0,1 0 1 0 0,-13-4 0 0 0,0 1-1022 0 0,0 2 0 0 0,0 0-1 0 0,-33-2 1 0 0,-66 4-9427 0 0,94 4 4029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58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78 1704 0 0,'-5'-28'7686'0'0,"4"28"-7647"0"0,0 0 1 0 0,0 0 0 0 0,-1-1-1 0 0,1 1 1 0 0,0 0 0 0 0,-1 0-1 0 0,1 1 1 0 0,0-1-1 0 0,0 0 1 0 0,-1 0 0 0 0,1 0-1 0 0,0 1 1 0 0,0-1 0 0 0,0 1-1 0 0,-1-1 1 0 0,1 1 0 0 0,0-1-1 0 0,0 1 1 0 0,0 0 0 0 0,0 0-1 0 0,0-1 1 0 0,0 1 0 0 0,0 0-1 0 0,0 0 1 0 0,0 0 0 0 0,0 0-1 0 0,1 0 1 0 0,-2 1 0 0 0,-25 36 389 0 0,25-35-351 0 0,-16 26 253 0 0,2 0-1 0 0,-19 50 1 0 0,-15 66 43 0 0,35-96-215 0 0,-14 79 0 0 0,27-110-105 0 0,0 1-1 0 0,0 0 1 0 0,2 0-1 0 0,0-1 1 0 0,2 1-1 0 0,0 0 1 0 0,7 28-1 0 0,-8-40 5 0 0,1-1 0 0 0,1 0 0 0 0,-1 1 1 0 0,1-1-1 0 0,0 0 0 0 0,0-1 0 0 0,1 1 0 0 0,0-1 0 0 0,0 1 0 0 0,0-1 0 0 0,0 0 0 0 0,1 0 0 0 0,0-1 0 0 0,0 0 1 0 0,0 0-1 0 0,1 0 0 0 0,-1 0 0 0 0,1-1 0 0 0,0 0 0 0 0,0 0 0 0 0,0 0 0 0 0,0-1 0 0 0,1 0 0 0 0,-1 0 0 0 0,1-1 0 0 0,-1 1 1 0 0,1-2-1 0 0,0 1 0 0 0,-1-1 0 0 0,1 0 0 0 0,12-1 0 0 0,5-2 56 0 0,0-1-1 0 0,0-1 1 0 0,0-1-1 0 0,-1-1 1 0 0,0-1 0 0 0,0-1-1 0 0,-1-1 1 0 0,-1-1 0 0 0,1-1-1 0 0,-2-1 1 0 0,1-1-1 0 0,30-28 1 0 0,-32 25-29 0 0,-1-1-1 0 0,-1 0 1 0 0,-1-2-1 0 0,0 0 1 0 0,-2-1-1 0 0,0 0 1 0 0,-1-1-1 0 0,-2-1 1 0 0,0 0-1 0 0,-1 0 1 0 0,-2-1-1 0 0,8-30 1 0 0,-13 36-73 0 0,-1 0 1 0 0,0 0-1 0 0,-2 0 1 0 0,0 0-1 0 0,-1 0 1 0 0,0 0 0 0 0,-2 0-1 0 0,0 0 1 0 0,-1 0-1 0 0,-1 1 1 0 0,0-1 0 0 0,-2 1-1 0 0,-15-30 1 0 0,16 36-14 0 0,0 1 0 0 0,-1 1 0 0 0,0-1 0 0 0,-1 1 0 0 0,1 1 1 0 0,-2-1-1 0 0,1 1 0 0 0,-1 1 0 0 0,-19-13 0 0 0,20 15 2 0 0,0 1 0 0 0,-1 0 0 0 0,1 1-1 0 0,-1 0 1 0 0,0 0 0 0 0,0 1 0 0 0,0 0 0 0 0,0 0-1 0 0,0 1 1 0 0,-1 1 0 0 0,1-1 0 0 0,0 1 0 0 0,-16 3-1 0 0,15-2-215 0 0,-1 2-1 0 0,1-1 1 0 0,0 2-1 0 0,0-1 1 0 0,0 1-1 0 0,0 1 1 0 0,1 0-1 0 0,-1 0 1 0 0,1 1-1 0 0,0 0 1 0 0,1 0-1 0 0,-12 12 1 0 0,-1 4-1888 0 0,1 0-1 0 0,1 2 1 0 0,-19 31 0 0 0,14-16-2051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19:59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83 104 0 0,'-6'-36'6612'0'0,"3"12"-4016"0"0,3 22-2370 0 0,-1 0 1 0 0,1 0 0 0 0,-1 0 0 0 0,1 1-1 0 0,-1-1 1 0 0,0 0 0 0 0,1 0 0 0 0,-1 0-1 0 0,0 1 1 0 0,-1-3 0 0 0,1 4-208 0 0,0 0 1 0 0,1 0 0 0 0,-1 0-1 0 0,1 0 1 0 0,-1 0 0 0 0,0 0-1 0 0,1 0 1 0 0,-1 0-1 0 0,1 0 1 0 0,-1 0 0 0 0,0 0-1 0 0,1 0 1 0 0,-1 0-1 0 0,1 0 1 0 0,-1 0 0 0 0,0 1-1 0 0,1-1 1 0 0,-1 0-1 0 0,1 0 1 0 0,-1 1 0 0 0,1-1-1 0 0,-1 0 1 0 0,1 1-1 0 0,-1-1 1 0 0,1 1 0 0 0,0-1-1 0 0,-1 0 1 0 0,1 1-1 0 0,-1-1 1 0 0,1 1 0 0 0,0-1-1 0 0,-1 1 1 0 0,1 1-1 0 0,-10 10 308 0 0,0 1 0 0 0,1 0-1 0 0,1 0 1 0 0,-9 20 0 0 0,-23 61 548 0 0,36-84-805 0 0,2-6-41 0 0,-17 43 366 0 0,-18 73-1 0 0,34-106-342 0 0,0 0 0 0 0,1 0 0 0 0,0 0-1 0 0,1 0 1 0 0,1 1 0 0 0,0-1 0 0 0,1 0 0 0 0,0 0-1 0 0,1 0 1 0 0,5 17 0 0 0,-6-27 3 0 0,1 1-1 0 0,0-1 1 0 0,0 0 0 0 0,0 0 0 0 0,0 0 0 0 0,1 0 0 0 0,-1 0-1 0 0,1 0 1 0 0,0-1 0 0 0,0 1 0 0 0,0-1 0 0 0,1 0 0 0 0,-1 0-1 0 0,1 0 1 0 0,0 0 0 0 0,0-1 0 0 0,0 1 0 0 0,0-1 0 0 0,0 0-1 0 0,0-1 1 0 0,0 1 0 0 0,1 0 0 0 0,-1-1 0 0 0,1 0 0 0 0,-1 0-1 0 0,1-1 1 0 0,0 1 0 0 0,-1-1 0 0 0,1 0 0 0 0,6-1 0 0 0,-1 0 130 0 0,0 0 1 0 0,1-1 0 0 0,-1 0-1 0 0,0-1 1 0 0,0 0 0 0 0,0-1-1 0 0,0 0 1 0 0,-1 0 0 0 0,1-1-1 0 0,-1 0 1 0 0,0-1 0 0 0,12-10 0 0 0,-11 6-98 0 0,1-1 0 0 0,-2 0 0 0 0,0 0 0 0 0,0-1 0 0 0,-1 0 0 0 0,0 0 1 0 0,-1-1-1 0 0,0 0 0 0 0,-1 0 0 0 0,-1-1 0 0 0,0 1 0 0 0,-1-1 0 0 0,4-26 1 0 0,-5 23-80 0 0,-1 1 1 0 0,-1-1 0 0 0,-1 0 0 0 0,-1 1 0 0 0,0-1 0 0 0,-1 0-1 0 0,0 1 1 0 0,-2-1 0 0 0,0 1 0 0 0,-1 0 0 0 0,-12-27 0 0 0,16 39-149 0 0,0 1 0 0 0,-1 0 1 0 0,0 0-1 0 0,0 0 1 0 0,0 0-1 0 0,0 0 1 0 0,0 0-1 0 0,-1 0 0 0 0,1 1 1 0 0,-1-1-1 0 0,1 1 1 0 0,-1 0-1 0 0,0 0 0 0 0,0 0 1 0 0,0 0-1 0 0,-1 0 1 0 0,1 1-1 0 0,0-1 0 0 0,0 1 1 0 0,-7-2-1 0 0,6 3-263 0 0,0 0 0 0 0,0 0-1 0 0,0 0 1 0 0,0 0 0 0 0,0 1 0 0 0,-1 0-1 0 0,1 0 1 0 0,0 0 0 0 0,1 0 0 0 0,-1 1-1 0 0,0-1 1 0 0,0 1 0 0 0,0 0 0 0 0,1 0-1 0 0,-1 1 1 0 0,1-1 0 0 0,-6 5 0 0 0,-21 22-4911 0 0,13-9 1276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00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19 2556 0 0,'22'-18'15446'0'0,"-21"19"-15322"0"0,-1 1 0 0 0,1 0 0 0 0,0-1 1 0 0,-1 1-1 0 0,1 0 0 0 0,-1-1 1 0 0,1 1-1 0 0,-1 0 0 0 0,0 0 1 0 0,0 0-1 0 0,0 1 0 0 0,-3 61 306 0 0,-3 0 0 0 0,-16 70 1 0 0,-8 78-1981 0 0,32-179-1012 0 0,4-13-2193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00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31 202 344 0 0,'21'0'11269'0'0,"-13"0"-11993"0"0,-8 27 1283 0 0,-5 19-122 0 0,-20 87-1 0 0,13-82-274 0 0,-5 54-1 0 0,17-100-138 0 0,-1-1 0 0 0,1 1 0 0 0,0-1 0 0 0,1 1 0 0 0,-1-1 0 0 0,1 0 0 0 0,-1 1 0 0 0,1-1-1 0 0,0 0 1 0 0,1 1 0 0 0,-1-1 0 0 0,1 0 0 0 0,0 0 0 0 0,5 7 0 0 0,-5-8-3 0 0,0 0 0 0 0,1-1 0 0 0,-1 0 0 0 0,1 1 1 0 0,0-1-1 0 0,0 0 0 0 0,0 0 0 0 0,0-1 0 0 0,0 1 1 0 0,0-1-1 0 0,1 1 0 0 0,-1-1 0 0 0,0 0 0 0 0,1 0 0 0 0,-1 0 1 0 0,1-1-1 0 0,-1 1 0 0 0,7-1 0 0 0,4 0 27 0 0,0-1-1 0 0,0-1 0 0 0,0 0 1 0 0,0-1-1 0 0,-1 0 0 0 0,1-1 1 0 0,-1 0-1 0 0,18-10 1 0 0,-10 5 134 0 0,-2-2 1 0 0,1-1-1 0 0,-2 0 1 0 0,27-23-1 0 0,-29 21-56 0 0,-1-2 1 0 0,-1 0-1 0 0,0-1 0 0 0,-1 0 0 0 0,-1-1 1 0 0,0 0-1 0 0,-2-1 0 0 0,0-1 0 0 0,14-39 1 0 0,-20 46-77 0 0,-1-1 0 0 0,0 1 1 0 0,0-1-1 0 0,-2 0 1 0 0,0 0-1 0 0,0 0 0 0 0,-2-17 1 0 0,0 21-34 0 0,-1 1 0 0 0,0-1 0 0 0,0 1 0 0 0,-1 0 0 0 0,0 0 0 0 0,0 0 0 0 0,-1 0 0 0 0,0 0 0 0 0,-1 1 0 0 0,0 0 0 0 0,-8-10 0 0 0,7 11-23 0 0,0 0-1 0 0,-1 0 0 0 0,0 0 1 0 0,-1 1-1 0 0,0 0 0 0 0,1 1 1 0 0,-2 0-1 0 0,1 0 0 0 0,-1 1 1 0 0,1 0-1 0 0,-1 0 1 0 0,0 1-1 0 0,-10-3 0 0 0,-1 2-1047 0 0,-32-4 0 0 0,-20 3-5402 0 0,61 4 5015 0 0,-3 0-2574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01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90 660 0 0,'11'-24'4472'0'0,"-7"15"-2262"0"0,1 0 1 0 0,-2 0-1 0 0,6-20 0 0 0,-9 27-1777 0 0,6-6 1034 0 0,-4 19-1325 0 0,-1-1 0 0 0,-1 1 0 0 0,1 0 0 0 0,-2-1-1 0 0,1 1 1 0 0,-4 14 0 0 0,0 13 22 0 0,-5 44 246 0 0,-23 101-1 0 0,15-99-2244 0 0,-6 87 0 0 0,22-129-4175 0 0,1-24 245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02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84 52 0 0,'5'-13'2689'0'0,"0"-1"0"0"0,-1 1 0 0 0,4-21 0 0 0,-8 34-2635 0 0,0-1 0 0 0,-1 1 0 0 0,1-1 0 0 0,0 1-1 0 0,0 0 1 0 0,0-1 0 0 0,-1 1 0 0 0,1-1 0 0 0,0 1 0 0 0,0-1-1 0 0,-1 1 1 0 0,1 0 0 0 0,0-1 0 0 0,-1 1 0 0 0,1 0-1 0 0,-1-1 1 0 0,1 1 0 0 0,0 0 0 0 0,-1-1 0 0 0,1 1 0 0 0,-1 0-1 0 0,1 0 1 0 0,-1-1 0 0 0,1 1 0 0 0,-1 0 0 0 0,1 0-1 0 0,-1 0 1 0 0,1 0 0 0 0,-1 0 0 0 0,1 0 0 0 0,-1 0 0 0 0,1 0-1 0 0,-1 0 1 0 0,-20 1 829 0 0,13 3-768 0 0,1 0 0 0 0,-1 0-1 0 0,1 1 1 0 0,0 0 0 0 0,0 0 0 0 0,0 0-1 0 0,1 1 1 0 0,-1 0 0 0 0,1 1 0 0 0,1-1-1 0 0,0 1 1 0 0,-1 0 0 0 0,2 0 0 0 0,-1 1-1 0 0,-3 9 1 0 0,5-11-87 0 0,1 0 0 0 0,0 0 0 0 0,0 1 0 0 0,0-1 0 0 0,1 1 0 0 0,0-1 0 0 0,0 1 0 0 0,1-1 0 0 0,0 1 0 0 0,0-1 0 0 0,1 1 0 0 0,-1-1 0 0 0,1 1-1 0 0,1-1 1 0 0,-1 1 0 0 0,1-1 0 0 0,0 0 0 0 0,1 0 0 0 0,-1 0 0 0 0,1 0 0 0 0,4 6 0 0 0,8 6 132 0 0,0 0 0 0 0,1-1 0 0 0,1 0 0 0 0,0-2-1 0 0,1 0 1 0 0,30 18 0 0 0,14 14 163 0 0,-45-34-351 0 0,-3-3 200 0 0,-1 1 0 0 0,1 1 0 0 0,-2 0 0 0 0,16 20 0 0 0,-26-29-71 0 0,1 0-1 0 0,-1 0 1 0 0,-1 0-1 0 0,1 0 1 0 0,0 0 0 0 0,-1 0-1 0 0,1 1 1 0 0,-1-1 0 0 0,0 1-1 0 0,0-1 1 0 0,0 1-1 0 0,-1-1 1 0 0,1 1 0 0 0,-1 0-1 0 0,0-1 1 0 0,0 1-1 0 0,0-1 1 0 0,-1 1 0 0 0,1 0-1 0 0,-1-1 1 0 0,0 1 0 0 0,0-1-1 0 0,0 1 1 0 0,0-1-1 0 0,0 0 1 0 0,-1 1 0 0 0,-2 3-1 0 0,-4 4 46 0 0,0-1-1 0 0,-1 0 1 0 0,0 0-1 0 0,-1-1 1 0 0,0 0-1 0 0,0-1 1 0 0,-1 0-1 0 0,0 0 1 0 0,0-1-1 0 0,-1-1 1 0 0,-22 10 0 0 0,8-6 20 0 0,-1-1 0 0 0,0-1 0 0 0,-1-2 1 0 0,-42 6-1 0 0,68-12-152 0 0,-1 0-1 0 0,1 1 1 0 0,-1-1 0 0 0,1 0-1 0 0,-1 0 1 0 0,1 0 0 0 0,-1-1-1 0 0,1 1 1 0 0,0 0 0 0 0,-1-1-1 0 0,1 0 1 0 0,-1 1 0 0 0,1-1-1 0 0,0 0 1 0 0,0 0 0 0 0,-1-1-1 0 0,1 1 1 0 0,0 0 0 0 0,0-1-1 0 0,0 1 1 0 0,0-1 0 0 0,1 0-1 0 0,-1 1 1 0 0,0-1 0 0 0,-2-4-1 0 0,2 2-8 0 0,1 1 0 0 0,0 0 0 0 0,-1-1 0 0 0,1 0 0 0 0,1 1-1 0 0,-1-1 1 0 0,0 0 0 0 0,1 1 0 0 0,0-1 0 0 0,0 0 0 0 0,0 1 0 0 0,0-1 0 0 0,1 0-1 0 0,-1 0 1 0 0,3-6 0 0 0,6-18-8 0 0,1 1 0 0 0,2 0 0 0 0,19-34 0 0 0,53-74-94 0 0,-36 61 30 0 0,-22 33 54 0 0,26-44-36 0 0,-46 74 60 0 0,0 0 1 0 0,-2 0-1 0 0,1-1 0 0 0,-1 1 0 0 0,4-23 1 0 0,-8 32-20 0 0,0 1 1 0 0,1-1-1 0 0,-1 1 1 0 0,0-1-1 0 0,0 0 1 0 0,0 1-1 0 0,0-1 1 0 0,0 0 0 0 0,-1 1-1 0 0,1-1 1 0 0,0 0-1 0 0,-1 1 1 0 0,1-1-1 0 0,-1 1 1 0 0,0-1 0 0 0,1 1-1 0 0,-1-1 1 0 0,0 1-1 0 0,0-1 1 0 0,0 1-1 0 0,0 0 1 0 0,0 0-1 0 0,-2-2 1 0 0,1 1-46 0 0,0 1 0 0 0,-1 0 0 0 0,1 0 0 0 0,0 0 0 0 0,-1 0 0 0 0,1 0 1 0 0,-1 1-1 0 0,0-1 0 0 0,1 1 0 0 0,-1 0 0 0 0,1-1 0 0 0,-1 1 0 0 0,-3 1 0 0 0,-6 0-312 0 0,0 1 0 0 0,0 0 0 0 0,0 1 0 0 0,1 0 0 0 0,-16 7 0 0 0,-8 6-1309 0 0,2 2 0 0 0,0 1 0 0 0,-54 42 0 0 0,13-3-4131 0 0,33-24-84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03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0 892 0 0,'-9'12'21418'0'0,"9"-11"-21195"0"0,26 4-199 0 0,1-1-1 0 0,0-1 1 0 0,30 0 0 0 0,85-7 3 0 0,-105 1-63 0 0,19-1-1690 0 0,-52 4 831 0 0,-1 0-343 0 0,9-2-2217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03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1 138 668 0 0,'0'-38'21092'0'0,"1"38"-20751"0"0,47-21-169 0 0,97-26 0 0 0,-122 40-166 0 0,61-17 57 0 0,-81 24-72 0 0,15-1-35 0 0,-17 3 52 0 0,0-1 1 0 0,1 1 0 0 0,-1 0-1 0 0,0-1 1 0 0,-1 1-1 0 0,1 0 1 0 0,0 0 0 0 0,0 0-1 0 0,-1 0 1 0 0,1-1 0 0 0,-1 1-1 0 0,0 0 1 0 0,1 0-1 0 0,-1 0 1 0 0,0 0 0 0 0,0 0-1 0 0,0 0 1 0 0,-1 0 0 0 0,1 0-1 0 0,-1 3 1 0 0,-13 48 348 0 0,11-42-274 0 0,-164 443 1035 0 0,148-407-1092 0 0,-39 99-3575 0 0,22-49-8062 0 0,28-77 4949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04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16 528 0 0,'-17'15'9312'0'0,"-1"-2"-4281"0"0,18-12-4901 0 0,-1-1 1 0 0,1 0-1 0 0,-1 0 1 0 0,1 0-1 0 0,-1 1 1 0 0,1-1-1 0 0,0 0 0 0 0,-1 1 1 0 0,1-1-1 0 0,0 0 1 0 0,-1 1-1 0 0,1-1 1 0 0,0 0-1 0 0,-1 1 1 0 0,1-1-1 0 0,0 1 1 0 0,0-1-1 0 0,-1 1 0 0 0,1-1 1 0 0,0 1-1 0 0,0-1 1 0 0,0 0-1 0 0,0 1 1 0 0,0-1-1 0 0,0 1 1 0 0,0 0-1 0 0,27-1 76 0 0,0-1 0 0 0,0-1-1 0 0,36-7 1 0 0,-7 1-95 0 0,209-26 218 0 0,-262 33-387 0 0,7 4-1975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04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37 1736 0 0,'0'0'2336'0'0,"-3"-26"8159"0"0,4 26-10460 0 0,-1-1 1 0 0,1 0 0 0 0,-1 0 0 0 0,1 1 0 0 0,0-1-1 0 0,-1 0 1 0 0,1 1 0 0 0,0-1 0 0 0,0 0 0 0 0,-1 1-1 0 0,1-1 1 0 0,0 1 0 0 0,0 0 0 0 0,0-1-1 0 0,0 1 1 0 0,0 0 0 0 0,0-1 0 0 0,0 1 0 0 0,-1 0-1 0 0,1 0 1 0 0,0 0 0 0 0,0 0 0 0 0,0 0-1 0 0,0 0 1 0 0,0 0 0 0 0,0 0 0 0 0,0 0 0 0 0,0 0-1 0 0,0 0 1 0 0,0 1 0 0 0,0-1 0 0 0,1 1 0 0 0,36 12 184 0 0,-38-13-215 0 0,5 2 31 0 0,-1 0-1 0 0,0 0 1 0 0,0 0 0 0 0,0 1 0 0 0,0-1 0 0 0,-1 1 0 0 0,1 0 0 0 0,-1 0-1 0 0,0 0 1 0 0,1 1 0 0 0,-1-1 0 0 0,-1 1 0 0 0,1 0 0 0 0,0 0 0 0 0,-1 0-1 0 0,3 7 1 0 0,-3-5 64 0 0,0 0-1 0 0,0 1 1 0 0,-1-1-1 0 0,0 1 1 0 0,-1-1-1 0 0,1 1 1 0 0,-1 0-1 0 0,0-1 0 0 0,-1 1 1 0 0,-1 9-1 0 0,-3 4 222 0 0,-1 0 1 0 0,0 0-1 0 0,-2-1 0 0 0,0 0 0 0 0,-1 0 0 0 0,-15 23 0 0 0,-11 9 993 0 0,-81 88 1 0 0,81-99-855 0 0,34-39-446 0 0,0 0 0 0 0,0-1 0 0 0,1 1 0 0 0,-1 0 0 0 0,0 0 0 0 0,1 0 0 0 0,-1-1 0 0 0,1 1 0 0 0,-1 0 0 0 0,1 0 0 0 0,-1 0 0 0 0,1 0 0 0 0,0 0 0 0 0,0 0 0 0 0,-1 0 0 0 0,1 0 0 0 0,0 0-1 0 0,0 0 1 0 0,0 0 0 0 0,0 1 0 0 0,0-1-6 0 0,1-1-1 0 0,-1 1 0 0 0,0-1 0 0 0,1 1 1 0 0,-1 0-1 0 0,1-1 0 0 0,-1 1 1 0 0,1-1-1 0 0,-1 0 0 0 0,1 1 0 0 0,-1-1 1 0 0,1 1-1 0 0,0-1 0 0 0,-1 0 1 0 0,1 0-1 0 0,0 1 0 0 0,-1-1 0 0 0,1 0 1 0 0,0 0-1 0 0,-1 0 0 0 0,1 1 1 0 0,0-1-1 0 0,8 0 20 0 0,1 1 1 0 0,-1-1 0 0 0,15-2-1 0 0,-13 1-17 0 0,71-8-646 0 0,133-33 0 0 0,-71 12-4574 0 0,-110 23 2037 0 0,-12 2-2167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06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68 1012 0 0,'-4'-22'6110'0'0,"3"5"-3728"0"0,1 16-2369 0 0,0-1 398 0 0,0-1 146 0 0,0 0-1 0 0,0 1 1 0 0,0-1 0 0 0,-1 1 0 0 0,1 0 0 0 0,-1-1 0 0 0,0 1 0 0 0,-1-3 0 0 0,-24 20-452 0 0,1 1 1 0 0,0 1-1 0 0,1 2 0 0 0,1 0 1 0 0,1 2-1 0 0,0 0 0 0 0,2 1 1 0 0,-21 29-1 0 0,38-48-91 0 0,1 1-1 0 0,-1-1 1 0 0,1 1 0 0 0,0 0-1 0 0,0-1 1 0 0,0 1-1 0 0,0 0 1 0 0,1 0 0 0 0,-1 0-1 0 0,1 0 1 0 0,0 1 0 0 0,0 6-1 0 0,1-8 21 0 0,1 0 0 0 0,-1-1 0 0 0,1 1 0 0 0,0 0 0 0 0,0 0 0 0 0,0 0 0 0 0,1 0 0 0 0,-1-1 0 0 0,1 1 0 0 0,-1-1 0 0 0,1 1 0 0 0,0-1 0 0 0,0 0 0 0 0,0 1 0 0 0,0-1 0 0 0,0 0 0 0 0,1 0 0 0 0,-1-1 0 0 0,4 3 0 0 0,23 17 83 0 0,-18-15-108 0 0,-2 1 1 0 0,1 0-1 0 0,-1 0 0 0 0,0 1 1 0 0,0 0-1 0 0,-1 1 0 0 0,0 0 1 0 0,-1 0-1 0 0,8 12 1 0 0,-11-12 289 0 0,0 0 1 0 0,-1 0-1 0 0,1 0 1 0 0,-2 0 0 0 0,1 1-1 0 0,-1-1 1 0 0,-1 1-1 0 0,0-1 1 0 0,0 1-1 0 0,-1 0 1 0 0,0-1 0 0 0,-1 1-1 0 0,0 0 1 0 0,0-1-1 0 0,-1 1 1 0 0,-1-1 0 0 0,1 1-1 0 0,-1-1 1 0 0,-1 0-1 0 0,0 0 1 0 0,0 0 0 0 0,-11 15-1 0 0,10-16-58 0 0,-1 0 0 0 0,-1 0 0 0 0,1-1 0 0 0,-1 0 0 0 0,-1 0 0 0 0,1-1 0 0 0,-1 0 0 0 0,0 0 0 0 0,-1 0 0 0 0,1-1 0 0 0,-1-1 0 0 0,0 1 0 0 0,0-1 0 0 0,-11 2 0 0 0,16-4-309 0 0,1-2 0 0 0,-1 1-1 0 0,1 0 1 0 0,-1-1 0 0 0,1 0 0 0 0,-1 1-1 0 0,0-2 1 0 0,1 1 0 0 0,-1 0 0 0 0,1-1-1 0 0,-1 1 1 0 0,0-1 0 0 0,1 0 0 0 0,-1 0 0 0 0,1-1-1 0 0,0 1 1 0 0,-1-1 0 0 0,1 1 0 0 0,0-1-1 0 0,0 0 1 0 0,0 0 0 0 0,0 0 0 0 0,1-1-1 0 0,-1 1 1 0 0,0-1 0 0 0,1 0 0 0 0,0 1-1 0 0,-3-5 1 0 0,1 2-878 0 0,1-1 0 0 0,-1-1 0 0 0,1 1 0 0 0,0 0 0 0 0,-3-13 0 0 0,4 11-977 0 0,0 0 0 0 0,0 0 0 0 0,1 0 0 0 0,0-12 0 0 0,2-5-5864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06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7 161 420 0 0,'-6'-26'10464'0'0,"6"25"-10283"0"0,0 0 0 0 0,0 0 0 0 0,0-1 0 0 0,0 1-1 0 0,0 0 1 0 0,0 0 0 0 0,0 0 0 0 0,0-1 0 0 0,0 1-1 0 0,0 0 1 0 0,1 0 0 0 0,-1 0 0 0 0,0 0 0 0 0,1-1 0 0 0,-1 1-1 0 0,1 0 1 0 0,-1 0 0 0 0,1 0 0 0 0,0 0 0 0 0,0 0-1 0 0,1-1 1 0 0,1 0-62 0 0,0 0-1 0 0,0 0 1 0 0,0 0-1 0 0,0 0 1 0 0,1 1-1 0 0,4-2 0 0 0,43-13 456 0 0,88-17 0 0 0,-21 7-399 0 0,-65 13-1282 0 0,-19 6-6811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09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79 2524 0 0,'13'-38'14279'0'0,"-13"38"-14247"0"0,0 0-1 0 0,0-1 1 0 0,0 1 0 0 0,0 0-1 0 0,0-1 1 0 0,0 1 0 0 0,1 0 0 0 0,-1-1-1 0 0,0 1 1 0 0,0 0 0 0 0,0-1-1 0 0,0 1 1 0 0,0 0 0 0 0,0-1-1 0 0,1 1 1 0 0,-1 0 0 0 0,0-1 0 0 0,0 1-1 0 0,0 0 1 0 0,1 0 0 0 0,-1-1-1 0 0,0 1 1 0 0,0 0 0 0 0,1 0-1 0 0,-1-1 1 0 0,0 1 0 0 0,1 0 0 0 0,-1 0-1 0 0,0 0 1 0 0,0 0 0 0 0,1 0-1 0 0,-1-1 1 0 0,0 1 0 0 0,1 0 0 0 0,11-4 173 0 0,32-3-35 0 0,1 1 1 0 0,78 0 0 0 0,-57 4-125 0 0,333-4 0 0 0,-388 6-45 0 0,-3 0 0 0 0,1 2-5 0 0,-7-2 4 0 0,0 0 0 0 0,0 1 0 0 0,1-1 0 0 0,-1 1 0 0 0,0-1 0 0 0,0 1 0 0 0,0 0 1 0 0,0-1-1 0 0,0 1 0 0 0,-1 0 0 0 0,1 0 0 0 0,0 1 0 0 0,0-1 0 0 0,-1 0 0 0 0,1 1 0 0 0,0-1 1 0 0,-1 1-1 0 0,0-1 0 0 0,1 1 0 0 0,-1 0 0 0 0,0-1 0 0 0,0 1 0 0 0,0 0 0 0 0,0 0 0 0 0,0 0 1 0 0,0 0-1 0 0,0 0 0 0 0,-1 0 0 0 0,1 3 0 0 0,3 5-1 0 0,4 18 3 0 0,-1 0 1 0 0,-1 0-1 0 0,-1 1 0 0 0,1 50 1 0 0,-5-70-4 0 0,8 103 13 0 0,13 308 369 0 0,-41 154 791 0 0,-24-1-386 0 0,30-402-661 0 0,-103 1150 350 0 0,-14 185-464 0 0,94-1060 15 0 0,-21 321-130 0 0,53-703 111 0 0,-26 382 92 0 0,27-374-36 0 0,3-70-68 0 0,-2 32 30 0 0,4 2 58 0 0,-2-35-75 0 0,2 10-12 0 0,2 6 14 0 0,-3-16-2 0 0,3 12-6 0 0,-2-7 7 0 0,-1-2 4 0 0,1 11 14 0 0,2 1 1 0 0,5 18 0 0 0,1 1 75 0 0,-10-34-83 0 0,15 72 542 0 0,-14-56-457 0 0,1 0 0 0 0,5 24 0 0 0,-1-11-22 0 0,2 39 48 0 0,-8-67-106 0 0,0 1-35 0 0,0 1 43 0 0,0-1 1 0 0,0 0 0 0 0,-1 0 0 0 0,1 1 0 0 0,-3 5-1 0 0,-1 7 9 0 0,3-12-38 0 0,0-1 1 0 0,0 1-1 0 0,0-1 0 0 0,0 0 0 0 0,-1 1 1 0 0,-3 5-1 0 0,5-8-20 0 0,-11 9 72 0 0,1-2-60 0 0,-2 0 1 0 0,1-2 0 0 0,-1 1-1 0 0,0-1 1 0 0,0-1 0 0 0,-1 0-1 0 0,0-1 1 0 0,1 0 0 0 0,-27 3-1 0 0,-12 0-1191 0 0,-64-1 0 0 0,85-5 161 0 0,-66-1-2795 0 0,31-2-1989 0 0,2-2-2234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11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22 1156 0 0,'-28'-16'11526'0'0,"23"12"-10584"0"0,11 3-594 0 0,20 2-421 0 0,-15 0 181 0 0,71 1-44 0 0,110 8-1445 0 0,-190-10 770 0 0,1 0 0 0 0,-1 1-1 0 0,1-1 1 0 0,0 1-1 0 0,-1 0 1 0 0,1-1-1 0 0,-1 1 1 0 0,0 1-1 0 0,1-1 1 0 0,3 3 0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11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0 2204 0 0,'-12'9'1665'0'0,"6"-5"-618"0"0,0 0 1 0 0,0 0 0 0 0,1 1-1 0 0,-7 7 1 0 0,11-12-1000 0 0,1 0-1 0 0,-1 1 1 0 0,1-1 0 0 0,0 1 0 0 0,0-1 0 0 0,-1 1-1 0 0,1-1 1 0 0,0 1 0 0 0,0-1 0 0 0,-1 1 0 0 0,1-1-1 0 0,0 1 1 0 0,0 0 0 0 0,0-1 0 0 0,0 1 0 0 0,0-1-1 0 0,0 1 1 0 0,0-1 0 0 0,0 1 0 0 0,0 0 0 0 0,0-1-1 0 0,0 1 1 0 0,0-1 0 0 0,0 1 0 0 0,0-1 0 0 0,1 1-1 0 0,-1-1 1 0 0,0 1 0 0 0,0-1 0 0 0,1 1 0 0 0,-1-1-1 0 0,0 1 1 0 0,1-1 0 0 0,-1 1 0 0 0,0-1 0 0 0,1 1-1 0 0,-1-1 1 0 0,1 0 0 0 0,-1 1 0 0 0,1-1 0 0 0,-1 0-1 0 0,1 1 1 0 0,-1-1 0 0 0,1 0 0 0 0,-1 0 0 0 0,1 0-1 0 0,0 1 1 0 0,24 7 372 0 0,2-5-511 0 0,0-2 0 0 0,0 0 0 0 0,0-2 0 0 0,47-7 0 0 0,-32 3-1360 0 0,24-5-2955 0 0,-33 4 1301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13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1204 34 536 0 0,'18'-4'11308'0'0,"-12"1"-10003"0"0,-6 2-1206 0 0,1 1 0 0 0,-1-1-1 0 0,0 0 1 0 0,0 0 0 0 0,0 1 0 0 0,-1-1-1 0 0,1 0 1 0 0,0 0 0 0 0,0 0 0 0 0,0 1-1 0 0,-1-1 1 0 0,1 0 0 0 0,0 0 0 0 0,-1 1-1 0 0,1-1 1 0 0,0 0 0 0 0,-1 1 0 0 0,1-1 0 0 0,-1 0-1 0 0,1 1 1 0 0,-1-1 0 0 0,1 1 0 0 0,-1-1-1 0 0,0 1 1 0 0,1-1 0 0 0,-1 1 0 0 0,0-1-1 0 0,-1 1 1 0 0,-1-2-8 0 0,0 1 0 0 0,0 0-1 0 0,-1 0 1 0 0,1 0 0 0 0,-1 0 0 0 0,1 1 0 0 0,-5-1-1 0 0,-8 1-77 0 0,-1 1-1 0 0,-19 2 1 0 0,17 0-11 0 0,0 0 1 0 0,0 2-1 0 0,0 0 1 0 0,1 1-1 0 0,0 1 0 0 0,0 0 1 0 0,1 1-1 0 0,0 2 1 0 0,0-1-1 0 0,1 2 0 0 0,0 0 1 0 0,1 1-1 0 0,0 1 1 0 0,1 0-1 0 0,1 0 0 0 0,0 2 1 0 0,0 0-1 0 0,2 0 1 0 0,0 1-1 0 0,-14 28 1 0 0,0 9 1 0 0,2 1 0 0 0,3 1 0 0 0,2 1 0 0 0,-12 65 1 0 0,10-11 68 0 0,-7 138 0 0 0,0 477 96 0 0,15-289-31 0 0,-107 1509 2798 0 0,37-1239-1838 0 0,-21-2-193 0 0,26-183-209 0 0,16-119-383 0 0,-42 324-92 0 0,102-720-222 0 0,-24 339 184 0 0,24-342-171 0 0,1 0 0 0 0,0 1 0 0 0,1-1 0 0 0,-1 0 0 0 0,1 0 0 0 0,-1 0 0 0 0,1 1 0 0 0,0-1 0 0 0,0 0 0 0 0,0 0 0 0 0,0 0 0 0 0,1 0 0 0 0,-1-1 0 0 0,1 1 0 0 0,0 0 0 0 0,4 4 0 0 0,-3-4 0 0 0,0-1-1 0 0,1 1 1 0 0,0-1 0 0 0,0 0-1 0 0,0 0 1 0 0,0 0 0 0 0,0-1-1 0 0,0 1 1 0 0,0-1-1 0 0,0 0 1 0 0,0 0 0 0 0,6 0-1 0 0,18 1-8 0 0,0-1 0 0 0,1-2 1 0 0,-1-1-1 0 0,55-10 0 0 0,-45 6-31 0 0,265-57-3170 0 0,-105 1-7409 0 0,-127 36 2820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14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9 644 0 0,'-6'-8'10896'0'0,"6"8"-10837"0"0,-1 0 1 0 0,1 0-1 0 0,0 0 1 0 0,0 0-1 0 0,-1 0 1 0 0,1 0-1 0 0,0 0 1 0 0,0 0-1 0 0,0 0 1 0 0,-1 0 0 0 0,1 0-1 0 0,0 0 1 0 0,0 0-1 0 0,-1 0 1 0 0,1 0-1 0 0,0 0 1 0 0,0 0-1 0 0,0 0 1 0 0,-1 0-1 0 0,1 0 1 0 0,0 0-1 0 0,0 0 1 0 0,0 0-1 0 0,-1 0 1 0 0,1 1-1 0 0,0-1 1 0 0,0 0 0 0 0,0 0-1 0 0,-1 0 1 0 0,1 0-1 0 0,0 0 1 0 0,0 1-1 0 0,0-1 1 0 0,0 0-1 0 0,0 0 1 0 0,0 0-1 0 0,-1 1 1 0 0,1-1-1 0 0,0 0 1 0 0,0 0-1 0 0,0 0 1 0 0,0 1-1 0 0,0-1 1 0 0,0 0 0 0 0,0 0-1 0 0,0 1 1 0 0,0-1-1 0 0,-2 21 992 0 0,4 20-206 0 0,2 5 48 0 0,-4-44-240 0 0,2 13 64 0 0,4 7-6013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14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40 496 0 0,'-11'-31'16419'0'0,"5"23"-14356"0"0,5 9-2032 0 0,0 0 0 0 0,0 1-1 0 0,0-1 1 0 0,0 1 0 0 0,0-1 0 0 0,0 1-1 0 0,0 0 1 0 0,1-1 0 0 0,-1 1-1 0 0,0 0 1 0 0,1-1 0 0 0,0 1-1 0 0,-1 0 1 0 0,1 0 0 0 0,0-1-1 0 0,0 4 1 0 0,0 40 164 0 0,1-27-106 0 0,-1 48 113 0 0,2-4 9 0 0,-13 109 1 0 0,7-131-1120 0 0,5-16-5434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15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35 150 2048 0 0,'-2'-2'2209'0'0,"-7"-10"1581"0"0,6 8-2547 0 0,-1 0-1 0 0,1 0 0 0 0,1-1 1 0 0,-1 1-1 0 0,-2-7 0 0 0,4 10-1098 0 0,1-1-1 0 0,-1 1 1 0 0,1-1-1 0 0,-1 0 1 0 0,1 1-1 0 0,0-1 0 0 0,0 1 1 0 0,0-1-1 0 0,0 0 1 0 0,0 1-1 0 0,0-1 1 0 0,1 1-1 0 0,-1-1 1 0 0,0 1-1 0 0,1-1 1 0 0,-1 0-1 0 0,1 1 1 0 0,-1 0-1 0 0,1-1 1 0 0,0 1-1 0 0,0-1 1 0 0,2-1-1 0 0,2-4-85 0 0,1 1 0 0 0,1 1 0 0 0,-1-1 1 0 0,1 1-1 0 0,0 1 0 0 0,0-1 0 0 0,0 1 0 0 0,1 0 0 0 0,-1 1 0 0 0,1 0 0 0 0,0 0 1 0 0,0 0-1 0 0,0 1 0 0 0,1 0 0 0 0,10 0 0 0 0,15 0-59 0 0,-24 4 0 0 0,-4 1 0 0 0,-4-3 0 0 0,0 1-1 0 0,0 0 1 0 0,0 0 0 0 0,0 0 0 0 0,0 0 0 0 0,0 0-1 0 0,0 0 1 0 0,0 0 0 0 0,-1 0 0 0 0,1 1 0 0 0,0-1 0 0 0,-1 1-1 0 0,1-1 1 0 0,-1 1 0 0 0,0 0 0 0 0,0-1 0 0 0,1 1-1 0 0,-1 0 1 0 0,0 0 0 0 0,1 3 0 0 0,-2-2 4 0 0,1 1 1 0 0,0-1-1 0 0,-1 1 1 0 0,0-1-1 0 0,0 1 0 0 0,0-1 1 0 0,0 1-1 0 0,-1-1 1 0 0,1 1-1 0 0,-1-1 1 0 0,-1 5-1 0 0,-4 7 18 0 0,0 0 0 0 0,-1-1 0 0 0,0 0 0 0 0,-12 16 0 0 0,-50 61 108 0 0,34-46 92 0 0,34-44-165 0 0,2 0-50 0 0,0 0 0 0 0,-1 1 1 0 0,1-1-1 0 0,0 0 0 0 0,0 0 1 0 0,0 0-1 0 0,0 0 0 0 0,0 0 0 0 0,0 0 1 0 0,0 0-1 0 0,0-1 0 0 0,0 1 1 0 0,0 0-1 0 0,0-1 0 0 0,1 1 1 0 0,-1 0-1 0 0,0-1 0 0 0,0 0 1 0 0,3 1-1 0 0,33 8 25 0 0,-21-6-16 0 0,5 3 14 0 0,0 0 0 0 0,0 2 0 0 0,0 0 0 0 0,26 16 1 0 0,-38-19 44 0 0,-1 0 1 0 0,0 1-1 0 0,0-1 1 0 0,-1 2 0 0 0,1-1-1 0 0,-1 1 1 0 0,-1 0 0 0 0,1 0-1 0 0,-1 1 1 0 0,0 0-1 0 0,-1 0 1 0 0,6 12 0 0 0,-9-17 111 0 0,-1 0 0 0 0,0 1 0 0 0,0-1 0 0 0,0 0-1 0 0,0 1 1 0 0,0 0 0 0 0,-1-1 0 0 0,1 1 0 0 0,-1-1 0 0 0,0 1 0 0 0,0 0 0 0 0,0-1 0 0 0,-1 1 0 0 0,1 0 0 0 0,-1-1 0 0 0,0 1 0 0 0,-3 6 0 0 0,2-6 6 0 0,0 0 0 0 0,-1 0-1 0 0,0-1 1 0 0,1 1 0 0 0,-1-1 0 0 0,-1 1 0 0 0,1-1 0 0 0,-1 0-1 0 0,1 0 1 0 0,-1-1 0 0 0,0 1 0 0 0,-5 2 0 0 0,-2 1 73 0 0,-1-1 1 0 0,0-1-1 0 0,0 0 0 0 0,0 0 1 0 0,-1-1-1 0 0,1-1 1 0 0,-1 0-1 0 0,-19 0 1 0 0,20-2-198 0 0,-1-2-1 0 0,1 1 1 0 0,0-1 0 0 0,0-1 0 0 0,-22-8 0 0 0,24 7-35 0 0,-15-6 1 0 0,22 9-39 0 0,-33-17 3525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16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 1976 0 0,'-52'-3'7146'0'0,"49"3"-6232"0"0,-32-2 4513 0 0,24 3-3302 0 0,28 2-1274 0 0,25 3-417 0 0,205-4 772 0 0,-244-2-1164 0 0,1 0-21 0 0,12-1-712 0 0,10-3-10051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16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24 118 1160 0 0,'27'-23'19066'0'0,"-26"23"-19004"0"0,-1-1-1 0 0,0 1 0 0 0,0-1 0 0 0,0 0 0 0 0,0 1 0 0 0,-1-1 0 0 0,1 0 0 0 0,0 1 0 0 0,0-1 1 0 0,0 0-1 0 0,0 1 0 0 0,-1-1 0 0 0,1 1 0 0 0,0-1 0 0 0,-1 0 0 0 0,1 1 0 0 0,0-1 0 0 0,-1 1 1 0 0,1-1-1 0 0,0 1 0 0 0,-1-1 0 0 0,1 1 0 0 0,-1 0 0 0 0,1-1 0 0 0,-1 1 0 0 0,0-1 0 0 0,1 1 1 0 0,-1 0-1 0 0,-36-30 418 0 0,36 28-498 0 0,-1-1-34 0 0,2 3 48 0 0,0-1-1 0 0,0 1 0 0 0,-1 0 0 0 0,1 0 0 0 0,0 0 0 0 0,0-1 0 0 0,0 1 0 0 0,0 0 1 0 0,-1 0-1 0 0,1-1 0 0 0,0 1 0 0 0,0 0 0 0 0,0 0 0 0 0,0-1 0 0 0,0 1 1 0 0,0 0-1 0 0,-1 0 0 0 0,1-1 0 0 0,0 1 0 0 0,0 0 0 0 0,0-1 0 0 0,0 1 0 0 0,0 0 1 0 0,0 0-1 0 0,0-1 0 0 0,0 1 0 0 0,0 0 0 0 0,1-1 0 0 0,-1 1 0 0 0,0 0 0 0 0,0 0 1 0 0,0-1-1 0 0,0 1 0 0 0,0 0 0 0 0,0 0 0 0 0,1-1 0 0 0,-1 1 0 0 0,0 0 1 0 0,0 0-1 0 0,0-1 0 0 0,1 1 0 0 0,-1 0 0 0 0,0 0 0 0 0,0 0 0 0 0,0-1 0 0 0,1 1 1 0 0,-1 0-1 0 0,0 0 0 0 0,0 0 0 0 0,1 0 0 0 0,-1 0 0 0 0,1 0 0 0 0,37-7-269 0 0,68-4-1 0 0,-26 4 149 0 0,-37 2 100 0 0,-29 5 35 0 0,-11 0-13 0 0,0 0 9 0 0,45-2 260 0 0,-45 2-222 0 0,4 9-2 0 0,-10 19 57 0 0,0-1 0 0 0,-2 0 0 0 0,-1 0 0 0 0,-16 43 0 0 0,0 3-4 0 0,-23 76 275 0 0,5-16-1142 0 0,19-44-3725 0 0,19-62-2957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17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 2628 0 0,'-3'0'2166'0'0,"-42"7"6766"0"0,42-6-7954 0 0,-12 2 1885 0 0,7-2-847 0 0,23 0-1514 0 0,122 6 186 0 0,85 6-435 0 0,-193-12-1224 0 0,-4-2-9882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17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83 216 0 0,'0'-2'3358'0'0,"-9"-42"11310"0"0,9 43-14312 0 0,0-1 1 0 0,0 0 0 0 0,0 0 0 0 0,1 1 0 0 0,-1-1-1 0 0,0 0 1 0 0,1 0 0 0 0,-1 1 0 0 0,2-4-1 0 0,2 3-271 0 0,1 0 0 0 0,-1 0 0 0 0,1 0 0 0 0,-1 0 0 0 0,1 0 0 0 0,0 1-1 0 0,0 0 1 0 0,0 0 0 0 0,0 1 0 0 0,7-1 0 0 0,1 1-41 0 0,1 0 0 0 0,-1 1 0 0 0,15 3 0 0 0,-22-4-48 0 0,0 2 0 0 0,0-1 0 0 0,0 1 0 0 0,0 0 0 0 0,0 0 0 0 0,-1 1 1 0 0,1-1-1 0 0,-1 1 0 0 0,1 0 0 0 0,-1 1 0 0 0,0-1 0 0 0,0 1 0 0 0,5 6 0 0 0,-7-6 14 0 0,0-1 0 0 0,-1 1 0 0 0,1 0 0 0 0,-1 0-1 0 0,0 0 1 0 0,-1 0 0 0 0,1 0 0 0 0,0 0 0 0 0,-1 0 0 0 0,0 1-1 0 0,0-1 1 0 0,-1 0 0 0 0,1 1 0 0 0,-1-1 0 0 0,0 1-1 0 0,0-1 1 0 0,0 1 0 0 0,-1-1 0 0 0,-1 6 0 0 0,-1 7 130 0 0,-2-1 0 0 0,0-1 1 0 0,0 1-1 0 0,-15 27 0 0 0,-40 57 1053 0 0,19-34-340 0 0,32-53-681 0 0,7-10-71 0 0,-1 1 1 0 0,1-1 0 0 0,0 1-1 0 0,0 0 1 0 0,0 0-1 0 0,0-1 1 0 0,1 1 0 0 0,-1 1-1 0 0,-1 7 1 0 0,4-11-75 0 0,0 0 1 0 0,-1 0 0 0 0,1-1-1 0 0,0 1 1 0 0,-1 0 0 0 0,1-1-1 0 0,0 1 1 0 0,0 0-1 0 0,-1-1 1 0 0,1 1 0 0 0,0-1-1 0 0,0 1 1 0 0,0-1 0 0 0,0 1-1 0 0,0-1 1 0 0,0 0-1 0 0,0 0 1 0 0,0 1 0 0 0,0-1-1 0 0,0 0 1 0 0,2 0-1 0 0,24 4 215 0 0,-26-4-232 0 0,74 4 216 0 0,1-4-1 0 0,81-9 1 0 0,-102 4-102 0 0,-48 5-513 0 0,0-1 1 0 0,1 0-1 0 0,-1 0 1 0 0,0-1-1 0 0,7-3 0 0 0,7-6-4915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18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673 123 536 0 0,'9'-20'3986'0'0,"-6"15"-2429"0"0,-1-1 0 0 0,1 1 0 0 0,-1-1 0 0 0,0 0 0 0 0,-1 0 0 0 0,3-11 0 0 0,-4 13-952 0 0,-1 0 781 0 0,-5 6-898 0 0,2 1-644 0 0,-7 4 214 0 0,0 1 1 0 0,1 0-1 0 0,0 1 1 0 0,-13 15-1 0 0,-1 0-8 0 0,-25 22 53 0 0,2 3 1 0 0,2 2 0 0 0,-53 78 0 0 0,85-107-66 0 0,-18 33-1 0 0,28-49-9 0 0,1-1 0 0 0,-1 1 0 0 0,1 0 0 0 0,1 0 0 0 0,-1 0 0 0 0,1 0 0 0 0,0 0 0 0 0,0 0-1 0 0,1 1 1 0 0,-1-1 0 0 0,1 0 0 0 0,2 7 0 0 0,-1-9 42 0 0,0 0 0 0 0,1 0 0 0 0,0-1 0 0 0,0 1-1 0 0,0-1 1 0 0,0 1 0 0 0,1-1 0 0 0,-1 0 0 0 0,1 0 0 0 0,0 0 0 0 0,0 0-1 0 0,0 0 1 0 0,0 0 0 0 0,1-1 0 0 0,-1 0 0 0 0,1 0 0 0 0,-1 0 0 0 0,1 0 0 0 0,0 0-1 0 0,0-1 1 0 0,0 1 0 0 0,7 0 0 0 0,2 2 148 0 0,0-2 0 0 0,-1 0 0 0 0,1 0 0 0 0,0-1 1 0 0,0-1-1 0 0,16-1 0 0 0,-2-3 115 0 0,-1-1 0 0 0,0-1-1 0 0,0-1 1 0 0,-1-1 0 0 0,0-2 0 0 0,0 0 0 0 0,-1-1 0 0 0,0-2 0 0 0,28-20 0 0 0,-32 19-99 0 0,0-1 0 0 0,-2 0-1 0 0,0-2 1 0 0,-1 0 0 0 0,0-1 0 0 0,-2 0 0 0 0,0-1-1 0 0,-1-1 1 0 0,-1-1 0 0 0,16-32 0 0 0,-26 47-198 0 0,-1 0 0 0 0,0 0 0 0 0,0-1 0 0 0,0 1 1 0 0,-1-1-1 0 0,0 1 0 0 0,0 0 0 0 0,0-1 0 0 0,-1 0 0 0 0,0 1 0 0 0,-1-1 1 0 0,1 1-1 0 0,-1-1 0 0 0,0 1 0 0 0,-4-11 0 0 0,2 10-28 0 0,0 0-1 0 0,-1-1 0 0 0,0 1 1 0 0,0 1-1 0 0,-1-1 1 0 0,0 0-1 0 0,0 1 1 0 0,-1 0-1 0 0,1 1 1 0 0,-1-1-1 0 0,0 1 1 0 0,-11-7-1 0 0,-4-1-11 0 0,0 1-1 0 0,-1 1 1 0 0,0 1-1 0 0,-1 0 1 0 0,-1 2-1 0 0,-35-8 1 0 0,16 8-496 0 0,0 1 0 0 0,-81-2 0 0 0,85 10-740 0 0,-1 1 0 0 0,0 2 0 0 0,1 2 0 0 0,-67 19 0 0 0,55-9-4048 0 0,-65 30 0 0 0,59-18-2650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1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29 2024 0 0,'-20'-18'13011'0'0,"38"16"-12451"0"0,347-7-537 0 0,-362 9-536 0 0,12 3-2121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0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64 608 0 0,'10'-64'15789'0'0,"-10"71"-15097"0"0,-1 42-261 0 0,1-3-171 0 0,5 55 0 0 0,-3-87-219 0 0,0 0 1 0 0,1 0-1 0 0,1 0 1 0 0,0 0 0 0 0,1 0-1 0 0,0-1 1 0 0,1 0-1 0 0,8 13 1 0 0,-12-22-22 0 0,1 0 1 0 0,-1 0-1 0 0,1-1 1 0 0,-1 0-1 0 0,1 1 0 0 0,0-1 1 0 0,1 0-1 0 0,-1 0 1 0 0,0-1-1 0 0,1 1 1 0 0,0-1-1 0 0,-1 0 1 0 0,1 0-1 0 0,0 0 1 0 0,0 0-1 0 0,0 0 1 0 0,0-1-1 0 0,1 0 1 0 0,-1 0-1 0 0,0 0 0 0 0,1 0 1 0 0,-1-1-1 0 0,0 0 1 0 0,1 0-1 0 0,8-1 1 0 0,-5-1-8 0 0,1 0 1 0 0,-1 0-1 0 0,1-1 1 0 0,-1 0-1 0 0,0-1 1 0 0,0 0-1 0 0,0 0 1 0 0,-1-1-1 0 0,1 0 1 0 0,-1 0-1 0 0,13-13 1 0 0,7-10 417 0 0,-2-2 0 0 0,29-43 1 0 0,-21 28 1183 0 0,-27 37-1399 0 0,3-4 153 0 0,-9 12-365 0 0,0 0 0 0 0,1 0 0 0 0,-1 0 0 0 0,0 0 0 0 0,0 0-1 0 0,1 0 1 0 0,-1 0 0 0 0,0 0 0 0 0,1 0 0 0 0,-1 0-1 0 0,0 0 1 0 0,0 0 0 0 0,1 0 0 0 0,-1 0 0 0 0,0 1-1 0 0,1-1 1 0 0,-1 0 0 0 0,0 0 0 0 0,0 0 0 0 0,1 0-1 0 0,-1 0 1 0 0,0 1 0 0 0,0-1 0 0 0,0 0 0 0 0,1 0 0 0 0,-1 0-1 0 0,0 1 1 0 0,0-1 0 0 0,0 0 0 0 0,0 0 0 0 0,1 0-1 0 0,-1 1 1 0 0,0-1 0 0 0,0 0 0 0 0,0 1 0 0 0,0-1-1 0 0,0 0 1 0 0,0 0 0 0 0,0 1 0 0 0,0-1 0 0 0,0 0 0 0 0,0 0-1 0 0,0 1 1 0 0,1 5 61 0 0,-1 0 1 0 0,0 0-1 0 0,0 0 1 0 0,0 0-1 0 0,-1-1 0 0 0,0 1 1 0 0,0 0-1 0 0,-2 6 0 0 0,1-3 42 0 0,-111 440 3414 0 0,112-447-3544 0 0,-44 175-2065 0 0,45-175 1897 0 0,-1-1-1 0 0,1 0 1 0 0,0 1 0 0 0,0-1-1 0 0,0 1 1 0 0,0-1 0 0 0,0 1-1 0 0,0-1 1 0 0,1 1 0 0 0,-1-1 0 0 0,0 0-1 0 0,1 1 1 0 0,-1-1 0 0 0,1 0-1 0 0,-1 1 1 0 0,1-1 0 0 0,0 0-1 0 0,0 1 1 0 0,0-1 0 0 0,-1 0 0 0 0,1 0-1 0 0,0 0 1 0 0,0 0 0 0 0,0 0-1 0 0,3 1 1 0 0,-1 0-789 0 0,0 0 0 0 0,1 0 0 0 0,-1-1 0 0 0,1 1 0 0 0,-1-1 0 0 0,1 0 0 0 0,0 0 0 0 0,6 0 0 0 0,16 3-7697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134 108 328 0 0,'-3'-1'2086'0'0,"-58"-8"5557"0"0,59 9-7004 0 0,-42-7 5771 0 0,43 7-6083 0 0,0 0 0 0 0,0 1-1 0 0,0-1 1 0 0,0 0 0 0 0,0 0 0 0 0,0 0-1 0 0,0 0 1 0 0,0 0 0 0 0,0 0-1 0 0,0-1 1 0 0,0 1 0 0 0,0 0 0 0 0,0-1-1 0 0,0 1 1 0 0,0 0 0 0 0,0-1-1 0 0,0 1 1 0 0,0-1 0 0 0,0 1-1 0 0,0-1 1 0 0,-1-1 0 0 0,2 1-250 0 0,1-1 0 0 0,-1 1 0 0 0,0-1 1 0 0,1 1-1 0 0,0-1 0 0 0,-1 1 0 0 0,1 0 0 0 0,0-1 1 0 0,0 1-1 0 0,0 0 0 0 0,0 0 0 0 0,0-1 0 0 0,0 1 1 0 0,0 0-1 0 0,2-1 0 0 0,3-4-67 0 0,0 0-1 0 0,1 1 1 0 0,0 0-1 0 0,0 0 1 0 0,0 1-1 0 0,1 0 1 0 0,-1 0-1 0 0,1 1 1 0 0,0 0-1 0 0,16-4 1 0 0,-10 4-27 0 0,-1 0 0 0 0,1 1 0 0 0,0 0 0 0 0,0 1 0 0 0,25 2 0 0 0,-30 0 1 0 0,0 0 0 0 0,0 1 0 0 0,0 0 0 0 0,-1 1 0 0 0,1-1 0 0 0,-1 2-1 0 0,0-1 1 0 0,1 1 0 0 0,-2 0 0 0 0,1 1 0 0 0,14 10 0 0 0,-19-11 4 0 0,1-1 0 0 0,-1 0 0 0 0,0 1 0 0 0,0 0 0 0 0,0-1 0 0 0,0 1 0 0 0,-1 0 0 0 0,1 1 0 0 0,-1-1 0 0 0,0 0 0 0 0,0 1 0 0 0,-1-1 0 0 0,1 1 0 0 0,-1 0 0 0 0,0-1 0 0 0,-1 1 0 0 0,1 0 0 0 0,-1 0 0 0 0,1-1 0 0 0,-2 1 0 0 0,1 0 0 0 0,0 0 0 0 0,-3 8 0 0 0,-2 3 9 0 0,0 0-1 0 0,-1 0 1 0 0,-1-1 0 0 0,0 0-1 0 0,-1 0 1 0 0,-1-1-1 0 0,0 0 1 0 0,-17 19 0 0 0,-13 11 37 0 0,-46 40 0 0 0,75-75-26 0 0,-5 5 15 0 0,-54 55 545 0 0,68-67-488 0 0,2-1-66 0 0,0 0-1 0 0,1-1 1 0 0,-1 1-1 0 0,1-1 1 0 0,0 1-1 0 0,-1-1 1 0 0,1 0-1 0 0,-1 1 1 0 0,1-1-1 0 0,-1 0 1 0 0,3 0-1 0 0,185-18-341 0 0,186-44 0 0 0,-357 59-1426 0 0,33-12 1 0 0,-28 6-2872 0 0,-2-4-3931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1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29 2332 0 0,'-2'-29'16273'0'0,"2"38"-15798"0"0,-3 57 588 0 0,-21 116-1 0 0,7-75-816 0 0,7-43-180 0 0,-2 19-337 0 0,9-29-3731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2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94 2300 0 0,'9'-15'4286'0'0,"-1"-1"0"0"0,0 0-1 0 0,6-17 1 0 0,-10 21-2312 0 0,-3 11-1560 0 0,-18 16-211 0 0,-28 28-99 0 0,3 3 0 0 0,2 1 1 0 0,2 1-1 0 0,2 3 0 0 0,-32 58 0 0 0,57-89-80 0 0,0 1 0 0 0,1-1 0 0 0,1 2 0 0 0,2 0-1 0 0,0 0 1 0 0,-7 36 0 0 0,13-50 57 0 0,0 0 0 0 0,0 0 0 0 0,1-1 0 0 0,0 1 0 0 0,1 0 0 0 0,-1 0 0 0 0,1-1 0 0 0,1 1 0 0 0,0 0 0 0 0,0-1 0 0 0,0 1 0 0 0,1-1 0 0 0,0 0 0 0 0,0 0 0 0 0,1 0 0 0 0,0 0 0 0 0,0-1 0 0 0,1 1 0 0 0,-1-1 0 0 0,1 0 0 0 0,1 0 0 0 0,-1-1 0 0 0,7 5 0 0 0,2 0 146 0 0,1 0 1 0 0,0-2 0 0 0,0 1 0 0 0,0-2 0 0 0,1 0 0 0 0,0-1 0 0 0,1-1-1 0 0,-1 0 1 0 0,1-1 0 0 0,0-1 0 0 0,0-1 0 0 0,0 0 0 0 0,0-1 0 0 0,0-1-1 0 0,1-1 1 0 0,-1 0 0 0 0,0-1 0 0 0,0-1 0 0 0,0-1 0 0 0,20-7 0 0 0,-16 5-32 0 0,-1-2 1 0 0,1 0-1 0 0,-2-2 1 0 0,1 0-1 0 0,-2-1 1 0 0,1-1 0 0 0,-1 0-1 0 0,-1-2 1 0 0,-1 0-1 0 0,0-1 1 0 0,0 0-1 0 0,-2-1 1 0 0,0-1 0 0 0,0-1-1 0 0,16-30 1 0 0,-26 41-194 0 0,0-1 1 0 0,-1 0 0 0 0,0 0-1 0 0,-1 0 1 0 0,1-1 0 0 0,-1 1-1 0 0,-1 0 1 0 0,0-1 0 0 0,0 0-1 0 0,-1 1 1 0 0,0-1 0 0 0,0 1-1 0 0,-1-1 1 0 0,0 1 0 0 0,-1-1-1 0 0,0 1 1 0 0,0-1 0 0 0,-1 1-1 0 0,-4-11 1 0 0,0 6-5 0 0,1 1 1 0 0,-2 0-1 0 0,1 1 0 0 0,-2 0 1 0 0,1 0-1 0 0,-2 0 0 0 0,1 1 1 0 0,-1 1-1 0 0,-1 0 0 0 0,0 0 1 0 0,-16-10-1 0 0,9 9-426 0 0,0 1 0 0 0,0 0-1 0 0,-1 1 1 0 0,0 1 0 0 0,0 1 0 0 0,0 0-1 0 0,-1 2 1 0 0,0 0 0 0 0,0 1 0 0 0,-36 0 0 0 0,18 4-1969 0 0,0 2 1 0 0,1 2-1 0 0,-1 1 1 0 0,-65 20-1 0 0,46-10-3118 0 0,1 3-2656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3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4 0 0,'-4'14'6172'0'0,"-9"24"4319"0"0,11-27-8348 0 0,-1 6 458 0 0,3-17-2588 0 0,0 1-1 0 0,0-1 0 0 0,0 1 1 0 0,0-1-1 0 0,0 0 0 0 0,0 1 1 0 0,0-1-1 0 0,0 0 0 0 0,0 1 1 0 0,0-1-1 0 0,1 0 0 0 0,-1 1 1 0 0,0-1-1 0 0,0 0 0 0 0,0 1 1 0 0,0-1-1 0 0,1 0 0 0 0,-1 1 1 0 0,0-1-1 0 0,0 0 0 0 0,0 0 1 0 0,1 1-1 0 0,-1-1 0 0 0,0 0 1 0 0,1 0-1 0 0,-1 1 0 0 0,0-1 1 0 0,1 0-1 0 0,-1 0 0 0 0,0 0 1 0 0,1 0-1 0 0,-1 1 0 0 0,0-1 1 0 0,1 0-1 0 0,-1 0 0 0 0,275 8 593 0 0,-269-8-592 0 0,-3 0 6 0 0,1 0-26 0 0,26 2-311 0 0,7 0-3938 0 0,-7-5-4699 0 0,-10 0 2403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4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63 2892 0 0,'-5'-32'11899'0'0,"4"30"-11644"0"0,1 1 1 0 0,0-1-1 0 0,0 1 1 0 0,-1 0 0 0 0,1-1-1 0 0,0 1 1 0 0,0-1-1 0 0,0 1 1 0 0,1-1 0 0 0,-1 1-1 0 0,0 0 1 0 0,0-1-1 0 0,1 1 1 0 0,-1-1 0 0 0,1 1-1 0 0,0-2 1 0 0,1 1-98 0 0,17-1 156 0 0,-13 3-296 0 0,-1 0 0 0 0,0 1 0 0 0,1 0-1 0 0,-1 0 1 0 0,0 0 0 0 0,1 0 0 0 0,-1 1-1 0 0,0 0 1 0 0,0 0 0 0 0,0 0 0 0 0,0 1-1 0 0,0-1 1 0 0,-1 1 0 0 0,1 1 0 0 0,-1-1-1 0 0,0 0 1 0 0,0 1 0 0 0,0 0 0 0 0,0 0-1 0 0,4 7 1 0 0,-4-5 3 0 0,0 2 0 0 0,0-1 1 0 0,0 0-1 0 0,-1 1 0 0 0,0 0 0 0 0,-1-1 0 0 0,1 1 0 0 0,-2 0 0 0 0,1 0 1 0 0,-1 1-1 0 0,0-1 0 0 0,-1 0 0 0 0,0 11 0 0 0,-3 4 24 0 0,0 0 0 0 0,-2-1 0 0 0,0 1 0 0 0,-16 39 1 0 0,15-36 4 0 0,-2 3-5 0 0,10-25-45 0 0,1-1 0 0 0,0 0 0 0 0,0 0-1 0 0,0 0 1 0 0,1 0 0 0 0,-1 0 0 0 0,1-1 0 0 0,-1 1 0 0 0,1-1 0 0 0,0 0 0 0 0,0 0-1 0 0,0-1 1 0 0,8 3 0 0 0,-6-2-1 0 0,1 1-1 0 0,-1 0 1 0 0,12 7 0 0 0,-5 1 93 0 0,-1-1 0 0 0,0 1 1 0 0,0 1-1 0 0,-1 0 0 0 0,0 1 1 0 0,-1 0-1 0 0,-1 1 0 0 0,0 0 1 0 0,8 18-1 0 0,-14-26 83 0 0,0 0 0 0 0,-1 0 1 0 0,0 0-1 0 0,-1 0 0 0 0,1 0 0 0 0,-1 1 0 0 0,0-1 0 0 0,-1 0 0 0 0,1 1 1 0 0,-1-1-1 0 0,-1 1 0 0 0,1-1 0 0 0,-1 0 0 0 0,0 1 0 0 0,0-1 0 0 0,-1 0 1 0 0,0 0-1 0 0,0 0 0 0 0,0 0 0 0 0,-1 0 0 0 0,0 0 0 0 0,0-1 0 0 0,-1 1 1 0 0,1-1-1 0 0,-1 0 0 0 0,-7 7 0 0 0,0-2-89 0 0,-1 0-1 0 0,0-1 1 0 0,0 0-1 0 0,-1-1 1 0 0,0-1-1 0 0,0 0 1 0 0,-1-1-1 0 0,0 0 1 0 0,0-1-1 0 0,0 0 1 0 0,-1-1-1 0 0,0-1 1 0 0,0-1-1 0 0,1 0 1 0 0,-2 0-1 0 0,1-2 1 0 0,0 0-1 0 0,0-1 1 0 0,0 0-1 0 0,0-1 1 0 0,0-1-1 0 0,1 0 1 0 0,-22-8-1 0 0,31 9-484 0 0,1 0 0 0 0,-1-1 0 0 0,0 1 0 0 0,1-1 0 0 0,-1 0 0 0 0,1-1 0 0 0,0 1-1 0 0,0-1 1 0 0,-5-6 0 0 0,7 8-183 0 0,0-1 0 0 0,1 0-1 0 0,-1 1 1 0 0,1-1 0 0 0,-1 0 0 0 0,1 0-1 0 0,-1-4 1 0 0,1 4-271 0 0,1 0-1 0 0,-1 0 0 0 0,1 1 1 0 0,0-1-1 0 0,0 0 1 0 0,0 0-1 0 0,1 1 1 0 0,-1-1-1 0 0,1-4 0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5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87 2660 0 0,'-1'-3'2015'0'0,"-15"-42"7465"0"0,21 22-7287 0 0,-2 21-2132 0 0,-1 0-1 0 0,1 1 1 0 0,0-1-1 0 0,0 0 1 0 0,0 1-1 0 0,0 0 1 0 0,0 0-1 0 0,0 0 1 0 0,0 0 0 0 0,1 0-1 0 0,-1 1 1 0 0,0-1-1 0 0,0 1 1 0 0,1 0-1 0 0,4 0 1 0 0,-2 1-32 0 0,0 0 0 0 0,0 0 0 0 0,0 1 0 0 0,0 0 0 0 0,0 0 0 0 0,0 0 0 0 0,-1 1 0 0 0,6 3 0 0 0,-3-2-15 0 0,0 1-1 0 0,-1 0 1 0 0,0 1 0 0 0,0 0-1 0 0,0 0 1 0 0,-1 0 0 0 0,0 1 0 0 0,0 0-1 0 0,-1 0 1 0 0,1 0 0 0 0,6 14-1 0 0,-9-12 75 0 0,0 0-1 0 0,-1 1 1 0 0,0-1-1 0 0,0 0 1 0 0,-1 1-1 0 0,0-1 1 0 0,-1 1 0 0 0,0-1-1 0 0,-1 1 1 0 0,1-1-1 0 0,-2 1 1 0 0,1-1-1 0 0,-2 0 1 0 0,1 1-1 0 0,-1-1 1 0 0,-6 12-1 0 0,-7 14 599 0 0,-2-2 0 0 0,-39 57 0 0 0,33-55-169 0 0,-82 106 2645 0 0,105-139-2911 0 0,1-2-232 0 0,0 1 0 0 0,0-1 0 0 0,0 0 0 0 0,1 1 0 0 0,-1-1 0 0 0,0 0 1 0 0,0 1-1 0 0,0-1 0 0 0,0 0 0 0 0,0 1 0 0 0,1-1 0 0 0,-1 0 0 0 0,0 1 0 0 0,0-1 1 0 0,0 0-1 0 0,1 1 0 0 0,-1-1 0 0 0,0 0 0 0 0,1 0 0 0 0,-1 0 0 0 0,0 1 0 0 0,0-1 1 0 0,1 0-1 0 0,-1 0 0 0 0,0 0 0 0 0,1 0 0 0 0,-1 1 0 0 0,0-1 0 0 0,2 0 0 0 0,15 1 188 0 0,26-8-181 0 0,-34 5 58 0 0,230-52 658 0 0,-138 24-2770 0 0,-30 7-3004 0 0,1-1-4346 0 0,-52 16 1370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5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21 1808 0 0,'25'-20'13612'0'0,"-27"34"-13245"0"0,-22 75 1498 0 0,14-57-1505 0 0,2 0 1 0 0,0 0 0 0 0,3 0 0 0 0,-3 48 0 0 0,8-70-252 0 0,0 0 0 0 0,1 0 0 0 0,0-1 1 0 0,0 1-1 0 0,1-1 0 0 0,1 1 0 0 0,0-1 1 0 0,6 14-1 0 0,-6-18-20 0 0,0 1 1 0 0,0-1 0 0 0,1 1-1 0 0,0-1 1 0 0,0 0-1 0 0,1 0 1 0 0,-1-1 0 0 0,1 1-1 0 0,0-1 1 0 0,0 0 0 0 0,0-1-1 0 0,1 1 1 0 0,9 4-1 0 0,-5-3 42 0 0,-1-1 0 0 0,1-1 0 0 0,0 1 0 0 0,0-2 0 0 0,0 1 0 0 0,0-1 0 0 0,0-1 0 0 0,1 0 0 0 0,-1 0 0 0 0,1-1 0 0 0,-1 0 0 0 0,0-1 0 0 0,1 0 0 0 0,-1-1 0 0 0,0 0 0 0 0,0-1 0 0 0,0 0 0 0 0,0 0-1 0 0,-1-1 1 0 0,1 0 0 0 0,-1-1 0 0 0,0 0 0 0 0,0 0 0 0 0,0-1 0 0 0,-1 0 0 0 0,0-1 0 0 0,0 0 0 0 0,10-11 0 0 0,-11 8-114 0 0,0 1 0 0 0,-1-1 1 0 0,0 0-1 0 0,-1-1 0 0 0,0 1 0 0 0,0-1 1 0 0,-1 0-1 0 0,0 0 0 0 0,-1 0 0 0 0,-1-1 0 0 0,0 1 1 0 0,0-1-1 0 0,-1 0 0 0 0,0 1 0 0 0,-1-1 0 0 0,-1 0 1 0 0,-1-12-1 0 0,0 14-25 0 0,0 0 0 0 0,0-1-1 0 0,-1 1 1 0 0,-1 0 0 0 0,0 1 0 0 0,0-1 0 0 0,0 1 0 0 0,-1-1-1 0 0,-1 1 1 0 0,0 1 0 0 0,0-1 0 0 0,-1 1 0 0 0,1 0 0 0 0,-2 0-1 0 0,1 1 1 0 0,-1 0 0 0 0,0 1 0 0 0,-1-1 0 0 0,-11-5 0 0 0,9 6-176 0 0,-1 0 0 0 0,0 1 0 0 0,0 1 1 0 0,-1 0-1 0 0,1 1 0 0 0,-1 0 0 0 0,0 1 1 0 0,-15-1-1 0 0,22 2-216 0 0,0 1-1 0 0,-1 1 1 0 0,1-1 0 0 0,-1 1 0 0 0,1 0-1 0 0,0 1 1 0 0,-1-1 0 0 0,-5 4-1 0 0,8-4-103 0 0,0 1 0 0 0,1 0 0 0 0,-1 0-1 0 0,1 1 1 0 0,0-1 0 0 0,-1 1 0 0 0,1-1-1 0 0,0 1 1 0 0,1 0 0 0 0,-1 0 0 0 0,0 0-1 0 0,1 1 1 0 0,-4 5 0 0 0,2 2-3857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6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269 112 904 0 0,'34'-62'11540'0'0,"-31"56"-9880"0"0,1-1-1 0 0,-1 1 0 0 0,5-14 1 0 0,-8 18-1094 0 0,4-6 145 0 0,-78 99-230 0 0,5 4-1 0 0,-58 105 1 0 0,117-182-446 0 0,1 0-1 0 0,1 1 1 0 0,0 0 0 0 0,-6 24 0 0 0,12-36 15 0 0,1 1 1 0 0,-1-1-1 0 0,2 1 0 0 0,-1-1 0 0 0,1 1 0 0 0,1 10 0 0 0,0-14 26 0 0,-1 0-1 0 0,1 0 1 0 0,0 0-1 0 0,1 0 1 0 0,-1-1-1 0 0,1 1 1 0 0,-1 0-1 0 0,1-1 1 0 0,0 1-1 0 0,1-1 1 0 0,-1 0-1 0 0,0 0 1 0 0,4 4-1 0 0,0-2 92 0 0,0 0-1 0 0,0-1 0 0 0,1 0 0 0 0,0 0 1 0 0,0 0-1 0 0,0-1 0 0 0,0 0 0 0 0,0 0 1 0 0,1-1-1 0 0,-1 0 0 0 0,1 0 0 0 0,-1-1 0 0 0,14 1 1 0 0,0-1 300 0 0,1 0 1 0 0,0-2-1 0 0,36-5 1 0 0,-38 2-289 0 0,0-1 1 0 0,0-1 0 0 0,0-1 0 0 0,-1-1 0 0 0,0 0-1 0 0,0-1 1 0 0,-1-1 0 0 0,0-1 0 0 0,-1-1 0 0 0,0 0-1 0 0,18-19 1 0 0,-17 14-75 0 0,0-1-1 0 0,-2 0 0 0 0,0-2 1 0 0,-1 0-1 0 0,-1 0 0 0 0,-1-2 1 0 0,-1 1-1 0 0,-1-2 0 0 0,9-24 0 0 0,-17 41-94 0 0,-1-1 0 0 0,0 0-1 0 0,0 0 1 0 0,0 0-1 0 0,-1 0 1 0 0,0 0 0 0 0,-1 0-1 0 0,1 0 1 0 0,-1 0-1 0 0,-1-1 1 0 0,1 1 0 0 0,-1 0-1 0 0,-1 0 1 0 0,1 0-1 0 0,-1 0 1 0 0,0 1 0 0 0,-1-1-1 0 0,1 0 1 0 0,-2 1-1 0 0,1-1 1 0 0,0 1 0 0 0,-1 0-1 0 0,-1 0 1 0 0,1 1-1 0 0,-1-1 1 0 0,1 1 0 0 0,-1 0-1 0 0,-1 0 1 0 0,1 1-1 0 0,-1-1 1 0 0,0 1 0 0 0,-12-6-1 0 0,2 2-276 0 0,-1 2 0 0 0,0 0 0 0 0,0 0 0 0 0,-1 2 0 0 0,0 0 0 0 0,1 1 0 0 0,-1 1 0 0 0,0 1 0 0 0,0 0 0 0 0,0 1 0 0 0,0 1 0 0 0,0 1 0 0 0,-21 5 0 0 0,4 0-2536 0 0,-66 22 0 0 0,-23 24-7370 0 0,79-31 996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8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1 864 0 0,'0'0'11456'0'0,"0"11"-10412"0"0,3 17 403 0 0,-2-1 1 0 0,0 1 0 0 0,-6 40-1 0 0,0 4-292 0 0,-21 233 1653 0 0,8-139-1802 0 0,10-119-396 0 0,8-45-615 0 0,1-17-5855 0 0,8-7 1938 0 0,-1 4-1612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8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37 700 0 0,'0'-27'5845'0'0,"0"26"-5732"0"0,0 1 1 0 0,0-1-1 0 0,-1 1 1 0 0,1 0 0 0 0,0-1-1 0 0,0 1 1 0 0,0-1-1 0 0,0 1 1 0 0,-1-1 0 0 0,1 1-1 0 0,0 0 1 0 0,0-1 0 0 0,-1 1-1 0 0,1 0 1 0 0,0-1-1 0 0,-1 1 1 0 0,1 0 0 0 0,0-1-1 0 0,-1 1 1 0 0,1 0-1 0 0,0 0 1 0 0,-1-1 0 0 0,1 1-1 0 0,-1 0 1 0 0,-4 3 136 0 0,1 0 1 0 0,0 1-1 0 0,1 0 0 0 0,-1 0 1 0 0,1 0-1 0 0,-1 0 0 0 0,1 1 1 0 0,0-1-1 0 0,1 1 0 0 0,-1-1 1 0 0,-1 7-1 0 0,-24 61 1041 0 0,26-64-1168 0 0,-7 19 106 0 0,1 0 0 0 0,2 0-1 0 0,1 1 1 0 0,-3 38-1 0 0,8-56-137 0 0,-1 0 0 0 0,2 0 0 0 0,-1 1 0 0 0,1-1-1 0 0,1 0 1 0 0,0 0 0 0 0,0 0 0 0 0,1 0 0 0 0,0 0 0 0 0,1-1-1 0 0,0 1 1 0 0,0-1 0 0 0,1 0 0 0 0,0 0 0 0 0,9 10 0 0 0,-10-15-16 0 0,0 0 1 0 0,0-1 0 0 0,0 1-1 0 0,0-1 1 0 0,0 0 0 0 0,1-1 0 0 0,0 1-1 0 0,-1-1 1 0 0,1 0 0 0 0,0 0 0 0 0,0 0-1 0 0,0 0 1 0 0,0-1 0 0 0,1 0 0 0 0,-1 0-1 0 0,0-1 1 0 0,0 1 0 0 0,1-1 0 0 0,-1-1-1 0 0,0 1 1 0 0,1 0 0 0 0,-1-1-1 0 0,0 0 1 0 0,0-1 0 0 0,0 1 0 0 0,6-3-1 0 0,-2 1-9 0 0,0-1-1 0 0,0 0 0 0 0,0-1 1 0 0,-1 1-1 0 0,1-2 0 0 0,-1 1 0 0 0,-1-1 1 0 0,1 0-1 0 0,-1-1 0 0 0,0 0 1 0 0,0 0-1 0 0,-1-1 0 0 0,8-10 0 0 0,-5 2-11 0 0,-1 0 0 0 0,-1-1 0 0 0,0 1-1 0 0,-1-2 1 0 0,-1 1 0 0 0,4-23-1 0 0,-6 27-90 0 0,-2 0 0 0 0,0 0-1 0 0,0 0 1 0 0,-1 0 0 0 0,-1-1-1 0 0,0 1 1 0 0,0 0 0 0 0,-2 0-1 0 0,-4-15 1 0 0,-4 9-1226 0 0,2 11-1427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9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0 2732 0 0,'0'0'6668'0'0,"-3"0"-5510"0"0,-20 9 6464 0 0,23-8-7530 0 0,13 9 1295 0 0,-4-5-953 0 0,1-1-1 0 0,-1 0 0 0 0,1 0 1 0 0,0-1-1 0 0,0 0 0 0 0,0-1 1 0 0,14 1-1 0 0,73 1 866 0 0,-70-5-1062 0 0,-12 1-80 0 0,1-1 1 0 0,17-3 0 0 0,-10 1-228 0 0,-19 2-793 0 0,-1 0 0 0 0,1 0 0 0 0,-1-1 1 0 0,1 1-1 0 0,-1-1 0 0 0,1 0 0 0 0,-1 0 0 0 0,0 0 1 0 0,0 0-1 0 0,0 0 0 0 0,3-4 0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14 1844 0 0,'12'-13'12028'0'0,"-12"13"-11925"0"0,3 13 2575 0 0,-2 28-1018 0 0,-2-35-1081 0 0,-1 54 608 0 0,-13 66-1 0 0,2-17-787 0 0,1-26-172 0 0,7-56-931 0 0,1 0 1 0 0,1 1-1 0 0,2 32 0 0 0,1-59 511 0 0,0 2-119 0 0,0 0 0 0 0,1 0 0 0 0,-1 0 0 0 0,1-1 0 0 0,-1 1 0 0 0,1 0-1 0 0,2 3 1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29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16 134 680 0 0,'5'-10'2461'0'0,"0"1"0"0"0,1-1 0 0 0,-1 1 1 0 0,2 1-1 0 0,9-12 802 0 0,-17 30-2518 0 0,0 1-1 0 0,-1-1 1 0 0,0 0 0 0 0,-1 0 0 0 0,-4 13-1 0 0,-6 17 498 0 0,11-29-931 0 0,-8 33 1033 0 0,-6 51-1 0 0,15-83-1162 0 0,0 0 0 0 0,1 1-1 0 0,0-1 1 0 0,1 0-1 0 0,0 0 1 0 0,1 0-1 0 0,0 0 1 0 0,1-1 0 0 0,7 18-1 0 0,-9-25-136 0 0,1-1 1 0 0,0 1-1 0 0,0-1 0 0 0,0 0 0 0 0,0 0 0 0 0,0 0 1 0 0,1 0-1 0 0,-1 0 0 0 0,1 0 0 0 0,0-1 0 0 0,0 1 1 0 0,0-1-1 0 0,0 0 0 0 0,1 1 0 0 0,-1-2 1 0 0,7 4-1 0 0,-5-3-5 0 0,1-1 0 0 0,-1 0 0 0 0,1 0-1 0 0,-1 0 1 0 0,1-1 0 0 0,-1 1 0 0 0,1-1 0 0 0,0-1 0 0 0,-1 1 0 0 0,9-3 0 0 0,0 0 1 0 0,-1-1 0 0 0,1-1 0 0 0,-1 0 0 0 0,0-1 0 0 0,-1 0 0 0 0,0-1 0 0 0,0 0 0 0 0,16-13 0 0 0,-13 7-25 0 0,-1 0 0 0 0,0-2 0 0 0,-1 1 0 0 0,-1-1 0 0 0,0-1 0 0 0,17-31 0 0 0,-23 36-32 0 0,-1 0 0 0 0,0 0 0 0 0,0 0-1 0 0,-1-1 1 0 0,-1 0 0 0 0,0 0 0 0 0,-1 0 0 0 0,0 0-1 0 0,0 0 1 0 0,-1 0 0 0 0,-1-1 0 0 0,-1-11 0 0 0,0 17-47 0 0,-1 0 1 0 0,0 0 0 0 0,0 0 0 0 0,0 0 0 0 0,-1 0 0 0 0,0 0 0 0 0,-1 1 0 0 0,1 0 0 0 0,-1-1 0 0 0,0 1 0 0 0,-1 1 0 0 0,1-1 0 0 0,-1 1-1 0 0,-1-1 1 0 0,1 2 0 0 0,-1-1 0 0 0,1 0 0 0 0,-1 1 0 0 0,0 0 0 0 0,-1 1 0 0 0,-9-5 0 0 0,3 2-906 0 0,0 1 0 0 0,0 0 0 0 0,0 1 1 0 0,-19-3-1 0 0,15 5-2101 0 0,1 0-1 0 0,0 1 1 0 0,-21 1 0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30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55 2128 0 0,'-8'-5'3126'0'0,"1"0"0"0"0,-1-1 0 0 0,-11-10 663 0 0,19 12-2981 0 0,-1 4-779 0 0,1 0-1 0 0,0 0 1 0 0,0 0 0 0 0,0-1-1 0 0,0 1 1 0 0,0 0 0 0 0,0 0-1 0 0,0 0 1 0 0,-1-1 0 0 0,1 1-1 0 0,0 0 1 0 0,0 0 0 0 0,0 0-1 0 0,0-1 1 0 0,0 1 0 0 0,0 0-1 0 0,0 0 1 0 0,0 0 0 0 0,0-1-1 0 0,0 1 1 0 0,0 0 0 0 0,0 0-1 0 0,0 0 1 0 0,0-1 0 0 0,0 1-1 0 0,1 0 1 0 0,-1 0 0 0 0,0 0-1 0 0,0 0 1 0 0,0-1 0 0 0,0 1-1 0 0,0 0 1 0 0,0 0 0 0 0,1-1 10 0 0,0 0 1 0 0,0 0-1 0 0,-1 0 1 0 0,1 0 0 0 0,0 0-1 0 0,0 1 1 0 0,0-1-1 0 0,0 0 1 0 0,0 1 0 0 0,0-1-1 0 0,0 0 1 0 0,0 1 0 0 0,0 0-1 0 0,0-1 1 0 0,1 1-1 0 0,-1 0 1 0 0,0-1 0 0 0,0 1-1 0 0,0 0 1 0 0,0 0-1 0 0,1 0 1 0 0,-1 0 0 0 0,0 0-1 0 0,2 0 1 0 0,-1 1-8 0 0,1 0 0 0 0,-1 0 0 0 0,1 0 0 0 0,-1 0 0 0 0,0 0 0 0 0,1 0 0 0 0,-1 1 0 0 0,0-1 0 0 0,0 1 0 0 0,4 3 0 0 0,-2 0 13 0 0,0-1-1 0 0,0 1 1 0 0,0 0 0 0 0,-1 0-1 0 0,0 0 1 0 0,0 0 0 0 0,0 1-1 0 0,0-1 1 0 0,2 10-1 0 0,-3-4 39 0 0,-2-1 0 0 0,1 1 1 0 0,-1-1-1 0 0,-1 0 0 0 0,0 1 0 0 0,-1-1 0 0 0,-4 18 0 0 0,2-9 10 0 0,-1 2 52 0 0,-1 12 84 0 0,6-32-179 0 0,7 19 335 0 0,73 19 388 0 0,9 5-13 0 0,-78-37-550 0 0,0 0 0 0 0,0 1 0 0 0,-1 1 0 0 0,0-1-1 0 0,15 18 1 0 0,-22-22 102 0 0,1 1-1 0 0,0 0 0 0 0,-1 0 0 0 0,0 0 0 0 0,0 0 0 0 0,0 0 0 0 0,-1 1 0 0 0,0-1 0 0 0,0 1 0 0 0,0 0 0 0 0,2 11 0 0 0,-4-13-126 0 0,0 0 0 0 0,0 0 0 0 0,-1 0 0 0 0,1 1 0 0 0,-1-1 0 0 0,0 0 0 0 0,0 0 0 0 0,0 0 0 0 0,0 0 0 0 0,-1-1 0 0 0,0 1 0 0 0,1 0 0 0 0,-1 0 0 0 0,-1-1 0 0 0,1 1 0 0 0,0-1 0 0 0,-1 0 0 0 0,-3 3 0 0 0,-2 2-29 0 0,-1-1 0 0 0,1 0 0 0 0,-1-1 0 0 0,-1 0 0 0 0,1 0 0 0 0,-1-1-1 0 0,0 0 1 0 0,0-1 0 0 0,-1 0 0 0 0,1-1 0 0 0,-1 0 0 0 0,-19 3 0 0 0,7-3-114 0 0,1-1 0 0 0,-1-1 1 0 0,1-1-1 0 0,-1-1 1 0 0,-28-4-1 0 0,37 2-383 0 0,0 0 0 0 0,-18-6 0 0 0,29 8-44 0 0,0 0-1 0 0,0 0 0 0 0,0 0 1 0 0,1-1-1 0 0,-1 1 1 0 0,0 0-1 0 0,1-1 1 0 0,-1 0-1 0 0,1 0 0 0 0,0 0 1 0 0,-1 0-1 0 0,1 0 1 0 0,0 0-1 0 0,0 0 1 0 0,0-1-1 0 0,1 1 1 0 0,-3-5-1 0 0,3 6 85 0 0,1-1 1 0 0,0 1 0 0 0,0 0-1 0 0,0 0 1 0 0,0-1-1 0 0,0 1 1 0 0,0 0-1 0 0,0 0 1 0 0,0-1-1 0 0,0 1 1 0 0,1 0 0 0 0,-1 0-1 0 0,0 0 1 0 0,1 0-1 0 0,-1-1 1 0 0,1 1-1 0 0,-1 0 1 0 0,1 0-1 0 0,1-2 1 0 0,19-17-7325 0 0,0 3-1128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30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74 1116 0 0,'23'-74'24963'0'0,"-22"86"-24074"0"0,0 0-1 0 0,0 0 1 0 0,-1 0 0 0 0,-3 22-1 0 0,0 2-248 0 0,-17 228 266 0 0,0-11-207 0 0,19-227-1872 0 0,-2 26-4353 0 0,3-48 5041 0 0,0 0 1 0 0,1 0-1 0 0,-1 0 1 0 0,1 0-1 0 0,0 0 0 0 0,0 0 1 0 0,0-1-1 0 0,0 1 1 0 0,3 4-1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32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3 1796 0 0,'-3'-1'3701'0'0,"-24"-1"7301"0"0,38 9-10527 0 0,-1-4-187 0 0,0 1 0 0 0,0-2 0 0 0,0 1 1 0 0,18 1-1 0 0,5 1 85 0 0,17 6-14 0 0,22 3-59 0 0,-1 3 1 0 0,87 34-1 0 0,-149-47-254 0 0,0 0-1 0 0,-1 1 0 0 0,0 0 0 0 0,0 0 0 0 0,0 1 1 0 0,0 0-1 0 0,-1 0 0 0 0,0 1 0 0 0,11 13 0 0 0,-9-7 87 0 0,0 0 0 0 0,-1 0 0 0 0,-1 1-1 0 0,0 0 1 0 0,8 21 0 0 0,-3 5 320 0 0,-1 1 1 0 0,-3 0 0 0 0,6 65 0 0 0,-4 266 953 0 0,-11-253-1043 0 0,-11 2056 4395 0 0,-20-1265-3765 0 0,-22 0 572 0 0,10-196-985 0 0,5 164-580 0 0,30-649 0 0 0,-11 168 0 0 0,16-349 0 0 0,-3-1 0 0 0,-14 53 0 0 0,15-76 0 0 0,-2 0 0 0 0,-1-1 0 0 0,-1 0 0 0 0,0 0 0 0 0,-27 39 0 0 0,32-55 0 0 0,-1 0 0 0 0,-1-1 0 0 0,1 0 0 0 0,-1 0 0 0 0,0-1 0 0 0,0 1 0 0 0,-1-2 0 0 0,0 1 0 0 0,1-1 0 0 0,-2 0 0 0 0,1-1 0 0 0,0 1 0 0 0,-12 1 0 0 0,-15 4 0 0 0,-69 8 0 0 0,86-15 0 0 0,-185 18-53 0 0,165-18-131 0 0,-1-2 0 0 0,1-2 1 0 0,-50-8-1 0 0,80 9-1164 0 0,0-1 0 0 0,0 0 0 0 0,-14-6 0 0 0,3-5-3640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32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62 912 212 0 0,'-2'1'1435'0'0,"-2"1"-903"0"0,0 0 0 0 0,1 1 0 0 0,-1-1 1 0 0,1 1-1 0 0,0-1 0 0 0,0 1 0 0 0,0 0 0 0 0,0 0 1 0 0,1 0-1 0 0,-1 1 0 0 0,1-1 0 0 0,0 1 0 0 0,0-1 1 0 0,0 1-1 0 0,0 0 0 0 0,1 0 0 0 0,-3 6 0 0 0,-6 18 10467 0 0,17-33-10806 0 0,1 0 1 0 0,-2 0-1 0 0,1-1 1 0 0,-1 0-1 0 0,1 0 1 0 0,5-9-1 0 0,34-47 173 0 0,-25 32-166 0 0,224-371 256 0 0,-108 161-546 0 0,-6 32-78 0 0,-131 207 158 0 0,0 0 0 0 0,0 0 1 0 0,1 1-1 0 0,-1-1 0 0 0,1 0 0 0 0,-1 0 0 0 0,1 1 1 0 0,-1-1-1 0 0,1 1 0 0 0,-1-1 0 0 0,1 0 0 0 0,0 1 1 0 0,-1-1-1 0 0,1 1 0 0 0,0-1 0 0 0,-1 1 0 0 0,1-1 1 0 0,0 1-1 0 0,0 0 0 0 0,-1-1 0 0 0,1 1 0 0 0,0 0 1 0 0,0 0-1 0 0,0 0 0 0 0,0-1 0 0 0,0 2 7 0 0,0-1-1 0 0,0 1 1 0 0,0-1-1 0 0,0 1 1 0 0,0-1-1 0 0,-1 1 1 0 0,1-1-1 0 0,0 1 1 0 0,-1 0 0 0 0,1-1-1 0 0,0 1 1 0 0,-1 0-1 0 0,1 0 1 0 0,-1 0-1 0 0,1-1 1 0 0,-1 1-1 0 0,1 2 1 0 0,3 5 10 0 0,-1 0 1 0 0,-1 1-1 0 0,3 10 1 0 0,-5-18-8 0 0,14 84 256 0 0,2 103 0 0 0,-4-41 22 0 0,-7-103-212 0 0,56 367 254 0 0,-38-304-130 0 0,-16-63-4323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33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72 2392 0 0,'-199'-29'18259'0'0,"196"29"-17477"0"0,114-18-247 0 0,102 3-4286 0 0,-68 8-4080 0 0,-66 4-151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40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20 152 0 0,'0'0'795'0'0,"-4"-19"-739"0"0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40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0 360 0 0,'0'0'1897'0'0,"10"5"-2855"0"0,-3 0 495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41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92 0 0,'0'0'2198'0'0,"4"-10"-1260"0"0,-2 4-2290 0 0,-8 12 720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41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30 452 0 0,'0'0'592'0'0,"7"-29"196"0"0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43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61 556 0 0,'13'-25'2390'0'0,"-12"24"-2316"0"0,-1-1 1 0 0,1 1 0 0 0,-1-1 0 0 0,1 0-1 0 0,-1 1 1 0 0,0-1 0 0 0,0 1-1 0 0,1-1 1 0 0,-1 0 0 0 0,0 1 0 0 0,0-1-1 0 0,-1-3 1052 0 0,0 5-1060 0 0,1 0 0 0 0,-1 0 0 0 0,0 0 0 0 0,1 0 0 0 0,-1 0 0 0 0,1 0 0 0 0,-1 0 0 0 0,1 0 0 0 0,-1 0 0 0 0,1-1 0 0 0,-1 1 0 0 0,1 0 0 0 0,-1 0 0 0 0,1-1 0 0 0,-1 1 0 0 0,1 0 0 0 0,-1-1 0 0 0,0 1 0 0 0,1-7-55 0 0,0 5-3 0 0,2 16-3197 0 0,0-6 2541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44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32 0 0,'0'0'1500'0'0,"7"-9"-1280"0"0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45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1 104 0 0,'0'0'1304'0'0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45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64 0 0,'0'0'928'0'0,"-15"5"-1268"0"0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1:16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32 184 0 0,'0'0'894'0'0,"-7"-12"-81"0"0,7 11-786 0 0,1-1-102 0 0,0 0 3 0 0,0 1 0 0 0,0-1 0 0 0,0 0 0 0 0,0 1 0 0 0,1-1 0 0 0,-1 1 0 0 0,1 0 0 0 0,-1-1 0 0 0,4-1 0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1:36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1 268 0 0,'0'0'2196'0'0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1:37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7 404 0 0,'0'0'904'0'0,"5"-7"48"0"0,5 11-1192 0 0,-5 3-872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2:01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24 258 1408 0 0,'0'0'4309'0'0,"-3"2"-3389"0"0,0-1 0 0 0,1 0-1 0 0,-1 1 1 0 0,1 0 0 0 0,0-1-1 0 0,-1 1 1 0 0,-2 3 0 0 0,8-3-925 0 0,20-3 14 0 0,1143-107 141 0 0,-22 5 9 0 0,-650 56-715 0 0,-151 31-3766 0 0,-339 16 3874 0 0,-1 0-1 0 0,0 0 1 0 0,0 1 0 0 0,0-1-1 0 0,0 1 1 0 0,0 0 0 0 0,0 0-1 0 0,6 2 1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2:01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160 686 1288 0 0,'-154'13'8665'0'0,"151"-13"-8533"0"0,0 0-58 0 0,3 0-68 0 0,0 0-1 0 0,0 0 1 0 0,1 0 0 0 0,-1 0 0 0 0,0 0-1 0 0,0 0 1 0 0,0 0 0 0 0,0 0-1 0 0,0 0 1 0 0,0 0 0 0 0,0 0 0 0 0,0 0-1 0 0,0-1 1 0 0,0 1 0 0 0,0 0 0 0 0,0 0-1 0 0,0 0 1 0 0,0 0 0 0 0,0 0-1 0 0,0 0 1 0 0,0 0 0 0 0,0 0 0 0 0,0 0-1 0 0,0 0 1 0 0,0 0 0 0 0,0-1-1 0 0,0 1 1 0 0,0 0 0 0 0,0 0 0 0 0,0 0-1 0 0,0 0 1 0 0,0 0 0 0 0,0 0 0 0 0,0 0-1 0 0,0 0 1 0 0,0 0 0 0 0,0 0-1 0 0,0 0 1 0 0,0 0 0 0 0,17-7 188 0 0,37-11 88 0 0,-37 13-210 0 0,385-127 352 0 0,105-34-269 0 0,126-13-328 0 0,-223 67-818 0 0,-217 56-379 0 0,-191 56 1316 0 0,-1 0 1 0 0,0-1-1 0 0,0 1 1 0 0,0 0-1 0 0,0-1 1 0 0,0 1-1 0 0,0-1 1 0 0,0 1-1 0 0,0-1 1 0 0,0 0-1 0 0,0 1 1 0 0,0-1-1 0 0,0 0 1 0 0,0 0-1 0 0,0 0 1 0 0,0 1-1 0 0,-1-1 1 0 0,1 0-1 0 0,0 0 1 0 0,-1 0-1 0 0,1 0 1 0 0,-1 0-1 0 0,1 0 1 0 0,-1-1-1 0 0,1 1 1 0 0,-1-1-1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2:04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0 764 0 0,'0'0'5055'0'0,"-4"6"-4916"0"0,-4 2-3693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2:26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68 4 0 0,'-14'-12'5086'0'0,"-8"-4"-2337"0"0,21 15-2493 0 0,-4-2 144 0 0,0 0 1 0 0,-1 0 0 0 0,1 0-1 0 0,-10-3 1 0 0,7 3-223 0 0,6 2-53 0 0,-55-11 1138 0 0,23 8-1003 0 0,30 3-193 0 0,1 1-14 0 0,-25 0 111 0 0,25 0-122 0 0,0 1 6 0 0,-3 0-26 0 0,-6 0-19 0 0,0 2 1 0 0,0-1 0 0 0,0 1 0 0 0,0 1 0 0 0,0 0 0 0 0,-20 11-1 0 0,-13 16 43 0 0,17-6-14 0 0,1 2 1 0 0,2 0-1 0 0,0 2 1 0 0,-19 31 0 0 0,31-41-29 0 0,1 1 0 0 0,1 1 0 0 0,1-1 0 0 0,1 2 0 0 0,0-1 0 0 0,2 1 0 0 0,-9 44 0 0 0,14-47-7 0 0,1 0 0 0 0,0 0 0 0 0,1 0 0 0 0,1 1 0 0 0,7 33 1 0 0,2-7 3 0 0,20 53 0 0 0,-21-74-2 0 0,0-1 0 0 0,2 1 0 0 0,1-2 0 0 0,1 0 0 0 0,17 24 0 0 0,-18-32 21 0 0,0 0 0 0 0,1-1-1 0 0,1 0 1 0 0,0-1-1 0 0,0-1 1 0 0,2 0-1 0 0,-1-2 1 0 0,1 1-1 0 0,1-2 1 0 0,0 0-1 0 0,0-1 1 0 0,1 0 0 0 0,0-2-1 0 0,0 0 1 0 0,25 4-1 0 0,-9-3 24 0 0,1-1 0 0 0,60 1 0 0 0,-84-7-21 0 0,1-1 1 0 0,-1 0-1 0 0,0-1 0 0 0,1 0 1 0 0,-1-1-1 0 0,0 0 1 0 0,-1-1-1 0 0,1 0 0 0 0,17-10 1 0 0,-14 6 30 0 0,-1-1 0 0 0,0 0 0 0 0,0-1 0 0 0,-1-1 0 0 0,0 0 0 0 0,13-16 0 0 0,-7 3 64 0 0,-1 0-1 0 0,0-2 1 0 0,-2 0-1 0 0,-1 0 1 0 0,-1-2 0 0 0,17-53-1 0 0,7-58 1209 0 0,-33 117-1149 0 0,-2-1-1 0 0,0 1 1 0 0,-1-1 0 0 0,-2-30-1 0 0,-1 33-79 0 0,-1-1 0 0 0,0 1-1 0 0,-2 0 1 0 0,0 0 0 0 0,-1 1-1 0 0,-1-1 1 0 0,-1 1 0 0 0,-1 1 0 0 0,-1 0-1 0 0,-20-31 1 0 0,9 20 120 0 0,-15-20 513 0 0,24 36-686 0 0,7 8-39 0 0,-1-1 1 0 0,1 1-1 0 0,-1 0 0 0 0,0 0 0 0 0,0 0 0 0 0,-1 1 0 0 0,1 0 0 0 0,-1 1 1 0 0,0-1-1 0 0,0 1 0 0 0,-12-3 0 0 0,3 1-10 0 0,0 2 1 0 0,0 0-1 0 0,0 1 1 0 0,-30 0-1 0 0,37 2-137 0 0,-1 1 1 0 0,1-1-1 0 0,0 2 1 0 0,0-1-1 0 0,0 1 1 0 0,0 0-1 0 0,1 1 1 0 0,-11 5-1 0 0,5-1-1196 0 0,1 0-1 0 0,1 1 1 0 0,-14 12-1 0 0,-3 1-1930 0 0,-16 11-3100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2:27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1412 0 0,'0'0'1599'0'0,"0"24"3537"0"0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2:28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1 940 0 0,'0'0'6885'0'0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4:17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76 476 0 0,'-2'-14'1768'0'0,"0"4"-596"0"0,1 0-360 0 0,-1-1-120 0 0,-1-2-352 0 0,1 4-256 0 0,0 1-704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4:18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0 244 0 0,'0'0'496'0'0,"7"6"-360"0"0,-7 7-636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5:38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641 605 1920 0 0,'-36'-4'2127'0'0,"0"-2"0"0"0,-52-15-1 0 0,71 16-1765 0 0,1-1-1 0 0,0-1 0 0 0,0 0 0 0 0,1-2 1 0 0,0 0-1 0 0,0 0 0 0 0,-19-17 0 0 0,2-5-382 0 0,1 0-1 0 0,1-2 1 0 0,2-1 0 0 0,-27-45-1 0 0,-81-158-5851 0 0,111 186 3082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54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15 1348 0 0,'12'-15'14200'0'0,"-10"26"-14124"0"0,0 1-1 0 0,-1 0 1 0 0,0-1-1 0 0,-1 1 1 0 0,-1-1 0 0 0,0 1-1 0 0,-4 17 1 0 0,1 9 2 0 0,-30 283 390 0 0,17-165-4985 0 0,9-111-772 0 0,4-26 800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54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 1540 0 0,'-33'24'4116'0'0,"19"-14"-2042"0"0,0 1 1 0 0,-24 23-1 0 0,38-34-1995 0 0,0 1 0 0 0,-1-1-1 0 0,1 0 1 0 0,0 0 0 0 0,0 1 0 0 0,-1-1-1 0 0,1 0 1 0 0,0 1 0 0 0,0-1 0 0 0,0 0-1 0 0,0 1 1 0 0,-1-1 0 0 0,1 0 0 0 0,0 1-1 0 0,0-1 1 0 0,0 0 0 0 0,0 1-1 0 0,0-1 1 0 0,0 0 0 0 0,0 1 0 0 0,0-1-1 0 0,0 0 1 0 0,0 1 0 0 0,0-1 0 0 0,0 0-1 0 0,0 1 1 0 0,0-1 0 0 0,0 1 0 0 0,0-1-1 0 0,0 0 1 0 0,1 1 0 0 0,-1-1 0 0 0,0 1-1 0 0,12 4 1148 0 0,13-3-688 0 0,-25-2-511 0 0,60-3 801 0 0,64-11-1 0 0,-15 1-631 0 0,-84 11-375 0 0,87-4-1555 0 0,-96 6 668 0 0,-1 0 0 0 0,0 2 0 0 0,0 0 0 0 0,-1 0 0 0 0,19 6 1 0 0,-15-1-2155 0 0,-2 2-1046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55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0 476 0 0,'-14'4'14567'0'0,"8"-3"-13754"0"0,1 0 0 0 0,0 0 0 0 0,0 1-1 0 0,0 0 1 0 0,-9 4 0 0 0,-27 21 145 0 0,17-8-1076 0 0,-23 25 1 0 0,44-42 123 0 0,-6 8-8 0 0,-1-1-1 0 0,1 1 0 0 0,1 1 0 0 0,-13 19 0 0 0,20-28 1 0 0,0 0-1 0 0,0 0 1 0 0,0 0-1 0 0,0 0 0 0 0,0 1 1 0 0,0-1-1 0 0,1 0 1 0 0,-1 0-1 0 0,1 1 0 0 0,-1-1 1 0 0,1 0-1 0 0,0 1 0 0 0,0-1 1 0 0,0 0-1 0 0,0 1 1 0 0,0-1-1 0 0,1 1 0 0 0,-1-1 1 0 0,1 0-1 0 0,-1 0 1 0 0,1 1-1 0 0,0-1 0 0 0,0 0 1 0 0,0 0-1 0 0,0 0 0 0 0,1 0 1 0 0,-1 0-1 0 0,0 0 1 0 0,1 0-1 0 0,-1 0 0 0 0,1-1 1 0 0,0 1-1 0 0,3 2 1 0 0,11 7-10 0 0,0-2 0 0 0,1 0 0 0 0,-1-1 0 0 0,2 0 0 0 0,17 4 0 0 0,43 20-7 0 0,-70-27 40 0 0,1-1 0 0 0,-1 2 0 0 0,0-1 0 0 0,0 1 0 0 0,0 1 0 0 0,9 9 0 0 0,-14-13 50 0 0,-1 0 0 0 0,1 1 1 0 0,-1-1-1 0 0,0 0 0 0 0,0 1 0 0 0,0 0 1 0 0,0-1-1 0 0,-1 1 0 0 0,1 0 1 0 0,-1 0-1 0 0,0 0 0 0 0,0 0 1 0 0,-1 0-1 0 0,1 0 0 0 0,-1 0 1 0 0,0 0-1 0 0,0 0 0 0 0,0 0 1 0 0,-1 0-1 0 0,1 0 0 0 0,-1 0 1 0 0,0 0-1 0 0,0 0 0 0 0,0 0 0 0 0,-1 0 1 0 0,1-1-1 0 0,-1 1 0 0 0,0 0 1 0 0,0-1-1 0 0,-4 5 0 0 0,1 0 16 0 0,0-1-1 0 0,-1 0 1 0 0,0-1-1 0 0,-1 0 0 0 0,1 0 1 0 0,-1 0-1 0 0,0 0 1 0 0,-1-1-1 0 0,1 0 1 0 0,-1-1-1 0 0,0 0 0 0 0,-17 6 1 0 0,14-7-144 0 0,-1 0-1 0 0,0-1 1 0 0,-1 0 0 0 0,1-1-1 0 0,0 0 1 0 0,0-1 0 0 0,0-1-1 0 0,-1 0 1 0 0,1 0 0 0 0,-20-6-1 0 0,23 5-525 0 0,0-1 0 0 0,1-1-1 0 0,0 1 1 0 0,0-1-1 0 0,0-1 1 0 0,-12-8-1 0 0,15 9-491 0 0,-1-1 1 0 0,1 1-1 0 0,0-2 0 0 0,0 1 0 0 0,1 0 0 0 0,0-1 0 0 0,0 0 0 0 0,-7-12 0 0 0,2-4-6069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55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0 158 1428 0 0,'7'-27'11071'0'0,"-6"25"-10872"0"0,0 1-1 0 0,1-1 0 0 0,-1 0 0 0 0,0 1 1 0 0,1-1-1 0 0,-1 1 0 0 0,1 0 1 0 0,-1-1-1 0 0,1 1 0 0 0,0 0 0 0 0,0 0 1 0 0,0 0-1 0 0,-1 0 0 0 0,1 0 0 0 0,0 1 1 0 0,0-1-1 0 0,3 0 0 0 0,170-48 1381 0 0,-57 23-3714 0 0,-75 13-1021 0 0,-16-1-2512 0 0,-17 8 1384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55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77 2296 0 0,'5'-77'14984'0'0,"1"104"-14310"0"0,0 8-178 0 0,-1 1 0 0 0,-2 69 0 0 0,-15 76-130 0 0,4-76-203 0 0,6-21-841 0 0,0-12-2770 0 0,-2-23-3949 0 0,4-36 1353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56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5 155 2028 0 0,'-1'-4'466'0'0,"0"0"0"0"0,0-1 0 0 0,0 1 0 0 0,0 0 0 0 0,1-1 0 0 0,0 1 0 0 0,0-1 0 0 0,0 1 0 0 0,1 0-1 0 0,0-1 1 0 0,-1 1 0 0 0,1 0 0 0 0,1-1 0 0 0,2-7 0 0 0,-1 8-280 0 0,0 0-1 0 0,0-1 1 0 0,1 1-1 0 0,-1 0 1 0 0,1 0-1 0 0,0 1 1 0 0,0-1-1 0 0,0 1 1 0 0,0 0-1 0 0,0 0 1 0 0,1 0 0 0 0,5-2-1 0 0,3-1-28 0 0,1 1 0 0 0,-1 0 0 0 0,1 1 0 0 0,0 0 0 0 0,0 1-1 0 0,0 1 1 0 0,0 0 0 0 0,0 1 0 0 0,0 1 0 0 0,22 1 0 0 0,-28-1-118 0 0,0 1 1 0 0,0 0-1 0 0,0 1 1 0 0,0 0-1 0 0,0 0 1 0 0,0 0-1 0 0,0 1 1 0 0,0 0-1 0 0,-1 1 0 0 0,1 0 1 0 0,-1 0-1 0 0,0 0 1 0 0,-1 1-1 0 0,1 0 1 0 0,-1 0-1 0 0,0 1 1 0 0,0 0-1 0 0,0 0 0 0 0,6 9 1 0 0,-10-10-10 0 0,1 0 0 0 0,-1 1 1 0 0,0-1-1 0 0,-1 1 0 0 0,1-1 1 0 0,-1 1-1 0 0,0 0 0 0 0,-1-1 0 0 0,1 1 1 0 0,-1 0-1 0 0,0 0 0 0 0,-1-1 1 0 0,1 1-1 0 0,-1 0 0 0 0,0-1 0 0 0,-1 1 1 0 0,1-1-1 0 0,-1 1 0 0 0,0-1 0 0 0,0 0 1 0 0,-6 9-1 0 0,-1 3 16 0 0,-2 0 1 0 0,1-1-1 0 0,-2-1 1 0 0,0 0-1 0 0,-17 15 1 0 0,15-16 40 0 0,0-2 1 0 0,-2 0-1 0 0,1 0 1 0 0,-2-2-1 0 0,1 0 1 0 0,-1 0-1 0 0,-1-2 0 0 0,0 0 1 0 0,-22 6-1 0 0,35-13 34 0 0,1 0 0 0 0,-1 0 0 0 0,1 0 0 0 0,0 1 0 0 0,0-1 0 0 0,-1 1 0 0 0,1 0 0 0 0,1 0 0 0 0,-1 1 0 0 0,0-1 0 0 0,0 1 0 0 0,-3 3 0 0 0,6-5-98 0 0,12 12 39 0 0,63 60 193 0 0,13 14-39 0 0,-15 11-240 0 0,-33-43-2328 0 0,2-3-5363 0 0,-29-38 2318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56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2600 0 0,'3'-28'14408'0'0,"0"42"-13369"0"0,3 23-963 0 0,-4-27-15 0 0,0 1 1 0 0,0-1-1 0 0,1 0 1 0 0,0 0-1 0 0,1 0 0 0 0,0 0 1 0 0,0 0-1 0 0,1-1 0 0 0,9 12 1 0 0,-12-17-48 0 0,1 0 0 0 0,0-1 1 0 0,0 0-1 0 0,0 1 1 0 0,1-1-1 0 0,-1-1 0 0 0,1 1 1 0 0,0 0-1 0 0,0-1 0 0 0,-1 0 1 0 0,1 0-1 0 0,1 0 0 0 0,-1 0 1 0 0,0 0-1 0 0,0-1 1 0 0,1 0-1 0 0,-1 0 0 0 0,1 0 1 0 0,-1-1-1 0 0,1 1 0 0 0,-1-1 1 0 0,1 0-1 0 0,-1-1 0 0 0,7 0 1 0 0,-2 0-3 0 0,-1-1 1 0 0,0-1-1 0 0,0 1 1 0 0,0-1-1 0 0,0 0 1 0 0,0-1-1 0 0,-1 0 0 0 0,0 0 1 0 0,0-1-1 0 0,0 0 1 0 0,0 0-1 0 0,6-7 1 0 0,-4 3 45 0 0,-1 0 0 0 0,0-1 0 0 0,0-1 0 0 0,-1 1 0 0 0,-1-1 0 0 0,0 0 0 0 0,7-17 0 0 0,13-28 2114 0 0,-25 54-1911 0 0,0 4-244 0 0,0 0-1 0 0,0-1 1 0 0,0 1 0 0 0,-1 0 0 0 0,1 0 0 0 0,-1 0 0 0 0,1 0 0 0 0,-1 0 0 0 0,0 0 0 0 0,1 0-1 0 0,-1 4 1 0 0,-2 117 101 0 0,3 107 752 0 0,7-116-3724 0 0,12-2-4542 0 0,-15-92 3024 0 0,0-5-1947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0:5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730 94 232 0 0,'8'-51'11182'0'0,"-7"49"-10719"0"0,-1 0-1 0 0,0 1 0 0 0,1-1 1 0 0,-1 0-1 0 0,0 0 0 0 0,0 1 1 0 0,0-1-1 0 0,0 0 0 0 0,-1 0 1 0 0,1 1-1 0 0,0-1 0 0 0,-1 0 0 0 0,1 0 1 0 0,-1 1-1 0 0,1-1 0 0 0,-2-2 1 0 0,-3 2-387 0 0,0 0 1 0 0,0 1-1 0 0,0-1 1 0 0,0 1 0 0 0,0 0-1 0 0,-1 0 1 0 0,1 1-1 0 0,0 0 1 0 0,0 0-1 0 0,0 0 1 0 0,0 0-1 0 0,-8 2 1 0 0,-9 2-21 0 0,-35 12 1 0 0,43-12-72 0 0,0 1 0 0 0,0 0 0 0 0,1 1-1 0 0,-1 0 1 0 0,1 1 0 0 0,1 1 0 0 0,-1 0 0 0 0,1 1 0 0 0,1 0 0 0 0,0 1 0 0 0,0 0 0 0 0,1 1-1 0 0,0 0 1 0 0,1 1 0 0 0,0 0 0 0 0,1 0 0 0 0,0 1 0 0 0,1 0 0 0 0,0 0 0 0 0,-5 16 0 0 0,-7 33 31 0 0,2 0 0 0 0,-12 94 0 0 0,1 133 312 0 0,-24 864 963 0 0,43-850-1159 0 0,-13 489 286 0 0,-36 821 381 0 0,1-549 187 0 0,11-267-149 0 0,37-499-176 0 0,9-294-576 0 0,-1 3-9 0 0,0-7-70 0 0,1 1 0 0 0,0 0 1 0 0,0 0-1 0 0,-1 0 0 0 0,1 0 0 0 0,0-1 1 0 0,0 1-1 0 0,0 0 0 0 0,0 0 1 0 0,0 0-1 0 0,0 0 0 0 0,0 0 1 0 0,0 0-1 0 0,0-1 0 0 0,1 1 0 0 0,-1 0 1 0 0,0 0-1 0 0,0 0 0 0 0,1 0 1 0 0,-1-1-1 0 0,1 1 0 0 0,-1 0 1 0 0,1 0-1 0 0,-1-1 0 0 0,1 1 1 0 0,-1 0-1 0 0,1-1 0 0 0,-1 1 0 0 0,1-1 1 0 0,0 1-1 0 0,-1-1 0 0 0,1 1 1 0 0,0-1-1 0 0,0 1 0 0 0,-1-1 1 0 0,1 1-1 0 0,0-1 0 0 0,0 0 0 0 0,0 0 1 0 0,0 1-1 0 0,-1-1 0 0 0,1 0 1 0 0,0 0-1 0 0,0 0 0 0 0,0 0 1 0 0,0 0-1 0 0,0 0 0 0 0,0 0 0 0 0,1-1 1 0 0,5 0-252 0 0,0 0 1 0 0,0-1-1 0 0,0 0 0 0 0,12-5 1 0 0,-16 6 108 0 0,123-53-6431 0 0,-72 28-577 0 0,-18 6-1423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00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101 109 268 0 0,'12'-98'9927'0'0,"-12"96"-9402"0"0,1-6 1285 0 0,-5 31-1186 0 0,-15 44 0 0 0,3-14-367 0 0,6-17-220 0 0,-40 184 588 0 0,44-184-829 0 0,2-1 0 0 0,1 0 1 0 0,2 1-1 0 0,4 46 0 0 0,7-31-1806 0 0,1-18-2118 0 0,-1-14-1008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01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10 1084 0 0,'-2'-9'5449'0'0,"1"9"-5316"0"0,-10 7 1285 0 0,-13 21-656 0 0,-29 57 330 0 0,4 2-1 0 0,-53 127 1 0 0,93-193-1023 0 0,0 0 1 0 0,2 1-1 0 0,0 0 0 0 0,1 0 1 0 0,1 1-1 0 0,-2 38 0 0 0,6-56-43 0 0,1-1-1 0 0,1 1 0 0 0,-1 0 1 0 0,1 0-1 0 0,0 0 0 0 0,0-1 1 0 0,0 1-1 0 0,1 0 0 0 0,-1-1 1 0 0,1 1-1 0 0,1-1 0 0 0,-1 0 1 0 0,0 1-1 0 0,1-1 0 0 0,0 0 1 0 0,0-1-1 0 0,0 1 0 0 0,0 0 1 0 0,1-1-1 0 0,5 4 0 0 0,-4-3-1 0 0,0-1 0 0 0,1 0 0 0 0,0-1 0 0 0,0 1-1 0 0,0-1 1 0 0,0 0 0 0 0,0-1 0 0 0,0 1 0 0 0,0-1-1 0 0,0 0 1 0 0,1-1 0 0 0,-1 0 0 0 0,0 0 0 0 0,1 0-1 0 0,7-2 1 0 0,1-1-13 0 0,0 0-1 0 0,0-2 1 0 0,0 1-1 0 0,-1-2 0 0 0,1 0 1 0 0,-1-1-1 0 0,-1 0 1 0 0,0-1-1 0 0,0-1 1 0 0,0 0-1 0 0,-1 0 1 0 0,0-2-1 0 0,-1 1 0 0 0,11-14 1 0 0,-5 4-14 0 0,-1 0 1 0 0,-1-1-1 0 0,-1-1 1 0 0,-1 0-1 0 0,-1-1 0 0 0,-1-1 1 0 0,14-40-1 0 0,-22 52 3 0 0,0 1-1 0 0,0-1 0 0 0,-1 0 1 0 0,-1 0-1 0 0,0-1 1 0 0,-1 1-1 0 0,0 0 0 0 0,0 0 1 0 0,-2 0-1 0 0,0 0 1 0 0,0 0-1 0 0,-1 0 0 0 0,-6-17 1 0 0,6 22-2 0 0,0 0 1 0 0,-1-1 0 0 0,0 1-1 0 0,0 0 1 0 0,-1 1 0 0 0,0-1-1 0 0,0 1 1 0 0,0 0 0 0 0,-1 0-1 0 0,0 1 1 0 0,0-1 0 0 0,0 1-1 0 0,-1 1 1 0 0,0-1 0 0 0,0 1-1 0 0,0 0 1 0 0,0 1 0 0 0,-1 0-1 0 0,1 0 1 0 0,-1 0 0 0 0,-9-1-1 0 0,3 1 12 0 0,0 1-1 0 0,0 1 1 0 0,-1 0-1 0 0,1 1 1 0 0,-1 0-1 0 0,1 1 0 0 0,-25 5 1 0 0,30-4-64 0 0,0 1 0 0 0,-1 0 0 0 0,1 0 0 0 0,1 0 0 0 0,-1 2 0 0 0,0-1 0 0 0,1 1 0 0 0,0 0 1 0 0,0 0-1 0 0,0 1 0 0 0,1 0 0 0 0,-10 11 0 0 0,14-14-108 0 0,1 0 0 0 0,0 0 0 0 0,0 0 0 0 0,0 0 0 0 0,1 0 0 0 0,-1 0 0 0 0,1 1 0 0 0,-1-1 0 0 0,1 0 0 0 0,0 1 0 0 0,1-1 0 0 0,-1 1 0 0 0,0 4 0 0 0,1-5-228 0 0,0-1 0 0 0,0 1-1 0 0,0 0 1 0 0,1-1 0 0 0,-1 1 0 0 0,1 0 0 0 0,0-1 0 0 0,-1 1-1 0 0,1-1 1 0 0,0 1 0 0 0,2 2 0 0 0,6 6-3248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01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87 380 0 0,'-11'-8'4298'0'0,"7"8"-4036"0"0,0-1 1 0 0,-1 1-1 0 0,1 0 1 0 0,0-1-1 0 0,-1 2 1 0 0,1-1-1 0 0,0 1 1 0 0,-1-1-1 0 0,1 1 1 0 0,0 0-1 0 0,0 1 1 0 0,0-1-1 0 0,0 1 1 0 0,0-1-1 0 0,0 1 1 0 0,0 1-1 0 0,1-1 1 0 0,-1 0-1 0 0,1 1 1 0 0,-5 3-1 0 0,-7 8 300 0 0,-1 0-1 0 0,-24 30 0 0 0,21-21-314 0 0,1 1-1 0 0,1 1 0 0 0,2 0 0 0 0,-16 33 1 0 0,25-46-151 0 0,1 0 0 0 0,1 1 0 0 0,0-1 0 0 0,0 1 0 0 0,1 0 0 0 0,1 0-1 0 0,0 0 1 0 0,1 0 0 0 0,0 1 0 0 0,1-1 0 0 0,3 25 0 0 0,-1-31-66 0 0,-1 0 1 0 0,1 0-1 0 0,1 0 0 0 0,-1-1 0 0 0,1 1 0 0 0,0-1 0 0 0,0 1 0 0 0,1-1 0 0 0,0 0 1 0 0,0 0-1 0 0,1-1 0 0 0,-1 1 0 0 0,1-1 0 0 0,11 9 0 0 0,-8-8-5 0 0,0-1 1 0 0,1 0-1 0 0,0 0 0 0 0,-1-1 0 0 0,1 0 0 0 0,1 0 1 0 0,-1-1-1 0 0,0-1 0 0 0,1 0 0 0 0,11 2 1 0 0,-7-3-2 0 0,1 0 1 0 0,-1 0-1 0 0,0-2 1 0 0,0 0-1 0 0,1 0 1 0 0,-1-1-1 0 0,0-1 1 0 0,0 0 0 0 0,-1-1-1 0 0,1-1 1 0 0,-1 0-1 0 0,0-1 1 0 0,0 0-1 0 0,0-1 1 0 0,12-9-1 0 0,-13 5-12 0 0,0 0-1 0 0,-1 0 1 0 0,-1-1-1 0 0,0 0 1 0 0,-1-1-1 0 0,0 0 0 0 0,0-1 1 0 0,-2 0-1 0 0,0 0 1 0 0,0 0-1 0 0,-2-1 1 0 0,0 0-1 0 0,5-21 0 0 0,-6 15 25 0 0,0-1 0 0 0,-1 0 0 0 0,-1-1 0 0 0,-1 1 0 0 0,-1 0 0 0 0,-1 0 0 0 0,-1-1 0 0 0,-10-42 0 0 0,9 55-2 0 0,0-1 0 0 0,-1 0 0 0 0,0 1 0 0 0,-1 0-1 0 0,0 0 1 0 0,-1 0 0 0 0,-11-15 0 0 0,13 20-34 0 0,0 0-1 0 0,-1 0 1 0 0,1 1 0 0 0,-1 0 0 0 0,0-1 0 0 0,-1 2 0 0 0,1-1 0 0 0,-1 1-1 0 0,1 0 1 0 0,-1 0 0 0 0,0 0 0 0 0,0 1 0 0 0,-1 0 0 0 0,-6-2-1 0 0,12 4-105 0 0,-1 0 0 0 0,0 0 0 0 0,1-1-1 0 0,-1 1 1 0 0,0 0 0 0 0,1 1-1 0 0,-1-1 1 0 0,1 0 0 0 0,-1 0-1 0 0,0 1 1 0 0,1-1 0 0 0,-1 1-1 0 0,1-1 1 0 0,-1 1 0 0 0,1 0-1 0 0,-1 0 1 0 0,1 0 0 0 0,0-1-1 0 0,-1 1 1 0 0,1 0 0 0 0,-2 2-1 0 0,2-2-241 0 0,0 0 1 0 0,0 1-1 0 0,1-1 0 0 0,-1 0 0 0 0,0 0 0 0 0,0 0 0 0 0,1 1 1 0 0,-1-1-1 0 0,1 0 0 0 0,-1 1 0 0 0,1-1 0 0 0,-1 1 0 0 0,1-1 0 0 0,0 0 1 0 0,0 1-1 0 0,0-1 0 0 0,0 1 0 0 0,0-1 0 0 0,0 1 0 0 0,0-1 1 0 0,0 0-1 0 0,1 3 0 0 0,4 4-3040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06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78 153 288 0 0,'5'-19'13894'0'0,"-7"20"-13825"0"0,1 0-1 0 0,-1 1 1 0 0,0-1 0 0 0,0 0-1 0 0,1 1 1 0 0,-1 0 0 0 0,1-1-1 0 0,0 1 1 0 0,-1 0 0 0 0,1 0-1 0 0,0 0 1 0 0,0 0 0 0 0,-1 4-1 0 0,-15 36 290 0 0,11-27-236 0 0,-2 6-46 0 0,1 0-1 0 0,1 0 0 0 0,1 0 0 0 0,1 0 0 0 0,0 1 0 0 0,2 0 0 0 0,0-1 0 0 0,2 1 0 0 0,2 28 0 0 0,0-40-27 0 0,0 0-1 0 0,0 0 1 0 0,0-1-1 0 0,1 1 1 0 0,1-1-1 0 0,0 0 1 0 0,0 0-1 0 0,1 0 1 0 0,9 14-1 0 0,-8-16 17 0 0,-1-1-1 0 0,1 0 0 0 0,0 0 0 0 0,0-1 1 0 0,0 0-1 0 0,1 0 0 0 0,0-1 0 0 0,0 1 1 0 0,0-2-1 0 0,1 1 0 0 0,-1-1 0 0 0,1 0 1 0 0,9 2-1 0 0,0-1 30 0 0,0-1-1 0 0,-1-1 1 0 0,1 0 0 0 0,0-1 0 0 0,0-1-1 0 0,0-1 1 0 0,0-1 0 0 0,0 0 0 0 0,30-8 0 0 0,-26 4 9 0 0,0-1 1 0 0,-1 0-1 0 0,0-2 1 0 0,0 0-1 0 0,-1-1 1 0 0,0-2 0 0 0,21-15-1 0 0,-30 18-58 0 0,0 0 1 0 0,-1-1-1 0 0,0 1 0 0 0,-1-2 0 0 0,0 1 1 0 0,0-1-1 0 0,-1-1 0 0 0,-1 1 0 0 0,0-1 1 0 0,0 0-1 0 0,-1 0 0 0 0,-1-1 0 0 0,0 1 1 0 0,-1-1-1 0 0,0 0 0 0 0,-1 0 1 0 0,0 0-1 0 0,-1-22 0 0 0,-1 19-34 0 0,-1 1 0 0 0,0-1-1 0 0,-1 0 1 0 0,-1 1 0 0 0,-1-1 0 0 0,0 1-1 0 0,-1 0 1 0 0,0 0 0 0 0,-1 1 0 0 0,-1 0 0 0 0,-1 0-1 0 0,0 0 1 0 0,0 1 0 0 0,-1 0 0 0 0,-16-17 0 0 0,19 25-6 0 0,0 0 0 0 0,0 0 0 0 0,0 0 0 0 0,-1 1 0 0 0,1-1 0 0 0,-1 2 0 0 0,0-1 0 0 0,0 1 1 0 0,-1 0-1 0 0,1 1 0 0 0,-1-1 0 0 0,1 1 0 0 0,-1 1 0 0 0,0 0 0 0 0,0 0 0 0 0,0 0 0 0 0,0 1 0 0 0,-13 1 1 0 0,15 0-143 0 0,0 0 0 0 0,-1 0 1 0 0,1 0-1 0 0,0 1 1 0 0,0 0-1 0 0,0 0 1 0 0,0 1-1 0 0,0 0 1 0 0,1 0-1 0 0,-1 0 1 0 0,1 0-1 0 0,0 1 1 0 0,0 0-1 0 0,0 0 0 0 0,0 0 1 0 0,1 1-1 0 0,-1 0 1 0 0,1 0-1 0 0,1 0 1 0 0,-1 0-1 0 0,1 1 1 0 0,-1-1-1 0 0,-2 8 1 0 0,5-8-282 0 0,0 0 0 0 0,0-1 0 0 0,0 1 0 0 0,0 0 0 0 0,1-1 0 0 0,0 1 0 0 0,0 0 1 0 0,0 0-1 0 0,0-1 0 0 0,1 1 0 0 0,0 0 0 0 0,0-1 0 0 0,0 1 0 0 0,1-1 1 0 0,-1 1-1 0 0,1-1 0 0 0,0 1 0 0 0,1-1 0 0 0,-1 0 0 0 0,1 0 0 0 0,-1 0 0 0 0,1 0 1 0 0,4 3-1 0 0,12 11-4382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07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15 16 0 0,'-5'-14'16438'0'0,"2"85"-14647"0"0,-17 94 1 0 0,10-100-2435 0 0,2-1 1 0 0,2 73-1 0 0,12-80-2843 0 0,4-21-2616 0 0,-1-18-15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07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75 1636 0 0,'33'-66'13018'0'0,"-33"64"-12461"0"0,4-4 1300 0 0,-86 161-827 0 0,69-128-976 0 0,2 0-1 0 0,1 1 1 0 0,1 1-1 0 0,-5 28 1 0 0,12-47-24 0 0,1-1 0 0 0,0 1 0 0 0,1-1 1 0 0,0 1-1 0 0,0-1 0 0 0,1 1 0 0 0,0-1 0 0 0,0 0 1 0 0,1 1-1 0 0,1-1 0 0 0,5 14 0 0 0,-5-17 19 0 0,0 0 0 0 0,0-1 0 0 0,1 1 0 0 0,-1-1-1 0 0,1 0 1 0 0,0 0 0 0 0,1-1 0 0 0,-1 1 0 0 0,1-1-1 0 0,0 0 1 0 0,0 0 0 0 0,1-1 0 0 0,-1 0 0 0 0,1 1 0 0 0,-1-2-1 0 0,1 1 1 0 0,0-1 0 0 0,9 3 0 0 0,2-1-1 0 0,0-1 1 0 0,0 0-1 0 0,1-1 0 0 0,-1-1 1 0 0,0-1-1 0 0,1 0 0 0 0,-1-1 1 0 0,0-1-1 0 0,1-1 0 0 0,16-5 1 0 0,-18 4 14 0 0,-1-1-1 0 0,0 0 1 0 0,0-1 0 0 0,0-1 0 0 0,-1 0 0 0 0,0-1-1 0 0,0-1 1 0 0,-1 0 0 0 0,0-1 0 0 0,23-22 0 0 0,-28 23-30 0 0,-1 0 1 0 0,0 0-1 0 0,-1-1 1 0 0,0 0-1 0 0,0 0 1 0 0,-1 0-1 0 0,-1-1 1 0 0,1 0-1 0 0,-2 0 1 0 0,0 0-1 0 0,0 0 1 0 0,-1-1-1 0 0,0 1 1 0 0,-1 0-1 0 0,0-1 1 0 0,-1 0-1 0 0,-1-15 1 0 0,0 17-22 0 0,-1 0 0 0 0,0 0 0 0 0,0 1-1 0 0,-1-1 1 0 0,-1 1 0 0 0,1 0 0 0 0,-1 0 0 0 0,-1 0 0 0 0,0 0 0 0 0,0 1 0 0 0,0-1 0 0 0,-1 1 0 0 0,-1 1 0 0 0,1-1-1 0 0,-1 1 1 0 0,0 0 0 0 0,-1 1 0 0 0,0 0 0 0 0,0 0 0 0 0,-13-7 0 0 0,8 6-130 0 0,0 1 0 0 0,-1 0 1 0 0,0 1-1 0 0,0 1 0 0 0,0 0 0 0 0,-26-3 0 0 0,31 6-718 0 0,0 1-1 0 0,-1 0 0 0 0,1 0 1 0 0,-1 1-1 0 0,1 0 0 0 0,-17 4 1 0 0,14 0-1780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1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167 217 940 0 0,'-2'-2'1575'0'0,"-11"-15"1213"0"0,-2 1 1 0 0,0 1-1 0 0,-18-15 1 0 0,32 29-2759 0 0,0 1 1 0 0,1-1-1 0 0,-1 1 1 0 0,0-1 0 0 0,1 1-1 0 0,-1 0 1 0 0,0-1 0 0 0,1 1-1 0 0,-1 0 1 0 0,0-1 0 0 0,0 1-1 0 0,0 0 1 0 0,1 0-1 0 0,-1 0 1 0 0,0 0 0 0 0,0 0-1 0 0,0 0 1 0 0,1 0 0 0 0,-1 0-1 0 0,0 0 1 0 0,0 0 0 0 0,0 0-1 0 0,1 0 1 0 0,-1 0-1 0 0,0 1 1 0 0,0-1 0 0 0,-1 2-11 0 0,0-1 0 0 0,1 0 1 0 0,-1 0-1 0 0,1 0 0 0 0,-1 1 1 0 0,1-1-1 0 0,0 1 0 0 0,-1-1 1 0 0,1 1-1 0 0,-1 2 0 0 0,-3 5-10 0 0,1 0 1 0 0,0 0-1 0 0,-2 12 0 0 0,-3 6 2 0 0,2 1-1 0 0,2 0 1 0 0,0 0-1 0 0,0 33 1 0 0,4-51-2 0 0,1 1 1 0 0,1-1-1 0 0,-1 1 0 0 0,2-1 1 0 0,-1 0-1 0 0,1 0 1 0 0,1 1-1 0 0,0-1 0 0 0,0 0 1 0 0,1-1-1 0 0,1 1 0 0 0,-1-1 1 0 0,2 0-1 0 0,8 13 0 0 0,-9-16 20 0 0,0-1-1 0 0,0 0 1 0 0,1 0-1 0 0,0 0 1 0 0,0-1-1 0 0,0 0 0 0 0,0 0 1 0 0,0-1-1 0 0,1 1 1 0 0,0-1-1 0 0,0-1 1 0 0,0 1-1 0 0,10 1 1 0 0,-6-2 42 0 0,-1-1-1 0 0,0 0 1 0 0,0-1 0 0 0,1 0 0 0 0,-1 0 0 0 0,0-1 0 0 0,0-1 0 0 0,0 0 0 0 0,12-3 0 0 0,-11 2 22 0 0,0-1-1 0 0,0 0 0 0 0,-1-1 1 0 0,1 0-1 0 0,-1-1 1 0 0,0 0-1 0 0,-1 0 0 0 0,1-1 1 0 0,-1 0-1 0 0,-1-1 0 0 0,1 0 1 0 0,-1 0-1 0 0,-1-1 1 0 0,1 0-1 0 0,-2-1 0 0 0,1 1 1 0 0,9-21-1 0 0,-10 13-51 0 0,-2 0 0 0 0,1 0-1 0 0,-2-1 1 0 0,-1 1 0 0 0,0-1 0 0 0,-1 0-1 0 0,-1 0 1 0 0,0 0 0 0 0,-1 1 0 0 0,-2-1-1 0 0,1 0 1 0 0,-2 1 0 0 0,-1 0 0 0 0,0 0-1 0 0,-1 0 1 0 0,0 0 0 0 0,-2 1-1 0 0,0 0 1 0 0,0 0 0 0 0,-2 1 0 0 0,-19-25-1 0 0,25 37-48 0 0,1-1-1 0 0,-1 1 0 0 0,1-1 0 0 0,-1 1 0 0 0,0 0 1 0 0,-1 0-1 0 0,1 1 0 0 0,0 0 0 0 0,-1-1 0 0 0,1 1 1 0 0,-1 1-1 0 0,0-1 0 0 0,0 1 0 0 0,0-1 0 0 0,1 1 1 0 0,-11 0-1 0 0,13 1-54 0 0,-1 0 1 0 0,0 0-1 0 0,1 1 1 0 0,-1-1-1 0 0,1 1 1 0 0,-1 0-1 0 0,1 0 1 0 0,-1-1-1 0 0,1 1 1 0 0,-1 1-1 0 0,1-1 1 0 0,0 0-1 0 0,0 1 0 0 0,0-1 1 0 0,0 1-1 0 0,0 0 1 0 0,0-1-1 0 0,0 1 1 0 0,0 0-1 0 0,0 0 1 0 0,1 0-1 0 0,-1 1 1 0 0,1-1-1 0 0,0 0 1 0 0,0 0-1 0 0,0 1 1 0 0,0-1-1 0 0,0 1 1 0 0,0-1-1 0 0,0 1 1 0 0,1-1-1 0 0,0 1 1 0 0,-1 2-1 0 0,0 2-327 0 0,1 0 0 0 0,0 0 0 0 0,0 0 0 0 0,0 0 1 0 0,1 0-1 0 0,0 0 0 0 0,1 0 0 0 0,0 0 0 0 0,-1-1 0 0 0,2 1 0 0 0,-1-1 0 0 0,7 11 0 0 0,15 21-4150 0 0,-7-18 58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1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77 161 844 0 0,'1'-2'2302'0'0,"5"-33"6096"0"0,-6 35-8289 0 0,0-1-1 0 0,0 1 1 0 0,0-1-1 0 0,0 1 1 0 0,0 0-1 0 0,0-1 1 0 0,0 1-1 0 0,0-1 0 0 0,0 1 1 0 0,0-1-1 0 0,0 1 1 0 0,0 0-1 0 0,0-1 1 0 0,0 1-1 0 0,0-1 1 0 0,-1 1-1 0 0,1 0 0 0 0,0-1 1 0 0,0 1-1 0 0,0 0 1 0 0,-1-1-1 0 0,1 1 1 0 0,0 0-1 0 0,-1-1 1 0 0,1 1-1 0 0,0 0 0 0 0,-1 0 1 0 0,1-1-1 0 0,-3 3-78 0 0,0 0 0 0 0,0 0-1 0 0,0 1 1 0 0,0-1-1 0 0,0 1 1 0 0,1 0 0 0 0,0-1-1 0 0,-1 1 1 0 0,1 0 0 0 0,0 0-1 0 0,0 1 1 0 0,1-1-1 0 0,-1 0 1 0 0,1 1 0 0 0,-1-1-1 0 0,0 4 1 0 0,-5 15 31 0 0,-6 28 0 0 0,6-24-17 0 0,2 1-1 0 0,1 0 1 0 0,1 1-1 0 0,1-1 1 0 0,3 46-1 0 0,0-65 16 0 0,0-1 1 0 0,0 1-1 0 0,1 0 1 0 0,0-1-1 0 0,0 0 1 0 0,1 1-1 0 0,-1-1 1 0 0,2 0-1 0 0,-1 0 0 0 0,1 0 1 0 0,0-1-1 0 0,1 0 1 0 0,-1 1-1 0 0,1-1 1 0 0,1-1-1 0 0,-1 1 1 0 0,1-1-1 0 0,0 0 1 0 0,0 0-1 0 0,0-1 0 0 0,1 0 1 0 0,-1 0-1 0 0,1 0 1 0 0,14 5-1 0 0,-8-5 32 0 0,0-1 0 0 0,1 0 0 0 0,-1 0 0 0 0,1-2 0 0 0,-1 0 0 0 0,1 0-1 0 0,0-1 1 0 0,-1-1 0 0 0,1 0 0 0 0,-1-1 0 0 0,1 0 0 0 0,-1-1 0 0 0,1 0 0 0 0,-1-2-1 0 0,-1 1 1 0 0,19-10 0 0 0,-16 7 26 0 0,-2-1 0 0 0,1 0-1 0 0,-1-1 1 0 0,-1-1 0 0 0,1 0-1 0 0,-1 0 1 0 0,-1-1 0 0 0,0-1-1 0 0,-1 1 1 0 0,0-2 0 0 0,-1 0-1 0 0,0 0 1 0 0,13-28 0 0 0,-16 27-62 0 0,-1-1 1 0 0,0 0 0 0 0,-1 0 0 0 0,0 0 0 0 0,-1-1 0 0 0,-1 1-1 0 0,-1-1 1 0 0,0 0 0 0 0,-1 1 0 0 0,0-1 0 0 0,-2 0 0 0 0,-4-22 0 0 0,4 27-60 0 0,-1 1 0 0 0,-1 0 1 0 0,1 0-1 0 0,-2 0 1 0 0,1 1-1 0 0,-2-1 1 0 0,1 1-1 0 0,-1 0 1 0 0,0 1-1 0 0,-1-1 1 0 0,0 1-1 0 0,0 1 1 0 0,-1-1-1 0 0,0 1 1 0 0,0 0-1 0 0,-1 1 1 0 0,0 0-1 0 0,0 1 0 0 0,-10-5 1 0 0,12 7-193 0 0,1 0 1 0 0,-1 1-1 0 0,1 0 1 0 0,-1 0-1 0 0,0 1 0 0 0,0 0 1 0 0,0 0-1 0 0,-10 0 1 0 0,15 1-41 0 0,0 0 1 0 0,0 0 0 0 0,0 0 0 0 0,1 1 0 0 0,-1-1-1 0 0,0 0 1 0 0,0 1 0 0 0,1-1 0 0 0,-1 1 0 0 0,0 0 0 0 0,1-1-1 0 0,-1 1 1 0 0,0 0 0 0 0,1 0 0 0 0,-1 0 0 0 0,1 0-1 0 0,0 0 1 0 0,-1 0 0 0 0,1 1 0 0 0,0-1 0 0 0,-1 0-1 0 0,1 1 1 0 0,0-1 0 0 0,0 1 0 0 0,0-1 0 0 0,1 1-1 0 0,-1-1 1 0 0,0 1 0 0 0,0 0 0 0 0,1 0 0 0 0,-1-1-1 0 0,1 1 1 0 0,0 0 0 0 0,-1 0 0 0 0,1-1 0 0 0,0 1-1 0 0,0 2 1 0 0,5 20-7559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1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1524 0 0,'41'-56'16079'0'0,"-41"56"-16040"0"0,0 0 1 0 0,0 0-1 0 0,0-1 0 0 0,0 1 1 0 0,0 0-1 0 0,0 0 1 0 0,1-1-1 0 0,-1 1 0 0 0,0 0 1 0 0,0 0-1 0 0,0-1 0 0 0,0 1 1 0 0,1 0-1 0 0,-1 0 1 0 0,0 0-1 0 0,0-1 0 0 0,0 1 1 0 0,1 0-1 0 0,-1 0 1 0 0,0 0-1 0 0,0 0 0 0 0,1 0 1 0 0,-1 0-1 0 0,0-1 0 0 0,0 1 1 0 0,1 0-1 0 0,-1 0 1 0 0,0 0-1 0 0,1 0 0 0 0,-1 0 1 0 0,0 0-1 0 0,0 0 0 0 0,1 0 1 0 0,-1 0-1 0 0,0 0 1 0 0,0 0-1 0 0,1 0 0 0 0,-1 0 1 0 0,0 0-1 0 0,1 1 0 0 0,-1-1 1 0 0,0 0-1 0 0,0 0 1 0 0,1 0-1 0 0,-1 0 0 0 0,0 0 1 0 0,0 1-1 0 0,0-1 0 0 0,1 0 1 0 0,-1 0-1 0 0,0 0 1 0 0,0 1-1 0 0,0-1 0 0 0,1 0 1 0 0,-1 0-1 0 0,0 1 0 0 0,0-1 1 0 0,0 0-1 0 0,0 0 1 0 0,0 1-1 0 0,0-1 0 0 0,0 0 1 0 0,0 0-1 0 0,0 1 0 0 0,1-1 1 0 0,-1 1-1 0 0,6 29 286 0 0,-1 0 1 0 0,-2 1-1 0 0,0 0 0 0 0,-3 44 0 0 0,0-4-156 0 0,-1 48-27 0 0,3 43-80 0 0,0-144-629 0 0,0-3-1369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3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271 180 2428 0 0,'-3'-10'5105'0'0,"-6"-4"-1104"0"0,6 14-3387 0 0,-2 0-461 0 0,-1 1 0 0 0,1-1-1 0 0,0 1 1 0 0,0 0-1 0 0,0 1 1 0 0,0-1 0 0 0,0 1-1 0 0,0 0 1 0 0,0 1-1 0 0,1-1 1 0 0,-1 1-1 0 0,1-1 1 0 0,-1 2 0 0 0,1-1-1 0 0,0 0 1 0 0,0 1-1 0 0,-4 5 1 0 0,-9 10 251 0 0,1 0-1 0 0,-18 27 1 0 0,16-19-11 0 0,1 0-1 0 0,-22 51 1 0 0,34-66-346 0 0,1 0 1 0 0,0-1-1 0 0,0 1 0 0 0,1 0 0 0 0,1 1 1 0 0,0-1-1 0 0,1 0 0 0 0,0 1 1 0 0,1-1-1 0 0,2 15 0 0 0,-2-22-33 0 0,1 0-1 0 0,0 0 1 0 0,1-1-1 0 0,-1 1 1 0 0,1 0-1 0 0,0 0 1 0 0,0-1 0 0 0,0 1-1 0 0,1-1 1 0 0,0 0-1 0 0,0 0 1 0 0,0 0-1 0 0,0 0 1 0 0,0 0-1 0 0,5 3 1 0 0,-3-3 0 0 0,0 0 0 0 0,1-1 0 0 0,-1 0 0 0 0,1 0 1 0 0,0 0-1 0 0,0 0 0 0 0,0-1 0 0 0,1 0 0 0 0,-1-1 0 0 0,9 2 1 0 0,6-1 15 0 0,-1-1 1 0 0,1-2-1 0 0,0 1 1 0 0,-1-2-1 0 0,1-1 1 0 0,25-7-1 0 0,-9 1 81 0 0,-1-1-1 0 0,0-2 1 0 0,0-2-1 0 0,56-31 1 0 0,-76 37-21 0 0,-1-2 0 0 0,0 0 0 0 0,-1-1 0 0 0,0 0 0 0 0,0-1 0 0 0,-1 0 0 0 0,-1-1 0 0 0,0-1 1 0 0,-1 0-1 0 0,0-1 0 0 0,-1 0 0 0 0,9-19 0 0 0,-14 22-67 0 0,0-1 0 0 0,-2 0 0 0 0,1-1 0 0 0,-2 1 0 0 0,0-1 0 0 0,0 1 0 0 0,-1-1 0 0 0,-1 1 0 0 0,0-1 0 0 0,-1 0 0 0 0,0 1 0 0 0,-1-1 0 0 0,-1 1 0 0 0,0 0 1 0 0,-1 0-1 0 0,0 0 0 0 0,-1 0 0 0 0,-1 0 0 0 0,0 1 0 0 0,0 0 0 0 0,-1 1 0 0 0,-12-16 0 0 0,12 20-29 0 0,1 0-1 0 0,-1 1 1 0 0,-1 0 0 0 0,1 0-1 0 0,-1 1 1 0 0,0 0 0 0 0,0 0-1 0 0,0 1 1 0 0,-1 0 0 0 0,1 0-1 0 0,-17-4 1 0 0,21 7-109 0 0,0 0 0 0 0,1 0 0 0 0,-1 1 1 0 0,0-1-1 0 0,0 1 0 0 0,0 0 0 0 0,0 0 0 0 0,0 0 0 0 0,0 0 0 0 0,1 1 0 0 0,-1 0 0 0 0,0-1 0 0 0,0 2 1 0 0,0-1-1 0 0,1 0 0 0 0,-1 1 0 0 0,1-1 0 0 0,-1 1 0 0 0,1 0 0 0 0,0 0 0 0 0,-1 1 0 0 0,1-1 0 0 0,0 1 1 0 0,1-1-1 0 0,-1 1 0 0 0,0 0 0 0 0,1 0 0 0 0,-1 0 0 0 0,1 0 0 0 0,-2 6 0 0 0,2-6-270 0 0,0 1 0 0 0,1 0 0 0 0,-1-1 0 0 0,1 1 0 0 0,0 0 0 0 0,1 0 0 0 0,-1 0 0 0 0,0 0 0 0 0,1 6 0 0 0,0-7-235 0 0,0 0-1 0 0,1 0 1 0 0,-1 0 0 0 0,1-1 0 0 0,0 1-1 0 0,-1 0 1 0 0,1-1 0 0 0,3 6-1 0 0,6 7-4548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4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12 1792 0 0,'0'0'2086'0'0,"-10"-4"2065"0"0,3 8-3731 0 0,0 1 0 0 0,0 1-1 0 0,0-1 1 0 0,1 1 0 0 0,0 0 0 0 0,0 0 0 0 0,1 1 0 0 0,-1-1 0 0 0,1 1 0 0 0,1 0 0 0 0,-7 14 0 0 0,0 1-125 0 0,1 2 1 0 0,-12 41-1 0 0,17-48-209 0 0,1 0 1 0 0,1-1-1 0 0,1 1 0 0 0,0 0 1 0 0,1 0-1 0 0,1 0 0 0 0,4 29 0 0 0,-4-40-16 0 0,1 0-1 0 0,0 0 1 0 0,1 0-1 0 0,0-1 1 0 0,0 1-1 0 0,0 0 1 0 0,0-1-1 0 0,1 1 1 0 0,0-1-1 0 0,0 0 1 0 0,0 0-1 0 0,1 0 1 0 0,0 0-1 0 0,0-1 1 0 0,0 0-1 0 0,0 1 1 0 0,1-1-1 0 0,0-1 1 0 0,0 1-1 0 0,0-1 1 0 0,0 0-1 0 0,0 0 1 0 0,1 0-1 0 0,9 3 1 0 0,0-3 45 0 0,-1 0 0 0 0,0 0 0 0 0,0-2 1 0 0,1 0-1 0 0,-1 0 0 0 0,1-1 1 0 0,-1-1-1 0 0,1-1 0 0 0,-1 0 0 0 0,25-7 1 0 0,-24 4 27 0 0,0 0 0 0 0,0 0 0 0 0,0-2-1 0 0,-1 0 1 0 0,1 0 0 0 0,-2-2 0 0 0,1 1 0 0 0,-1-2 0 0 0,18-16 0 0 0,-24 17-95 0 0,1 0 0 0 0,-1 0 0 0 0,0-1 0 0 0,-1 0 0 0 0,0 0 0 0 0,-1 0 0 0 0,0-1 0 0 0,-1 1 0 0 0,0-1 0 0 0,0 0 1 0 0,-1-1-1 0 0,-1 1 0 0 0,0-1 0 0 0,0 1 0 0 0,-1-1 0 0 0,-1 1 0 0 0,-1-16 0 0 0,1 19-50 0 0,-1-1 1 0 0,0 1 0 0 0,-1-1-1 0 0,0 1 1 0 0,0 0 0 0 0,-1 0-1 0 0,0 0 1 0 0,0 0 0 0 0,-1 1-1 0 0,0-1 1 0 0,0 1-1 0 0,-1 0 1 0 0,0 0 0 0 0,0 0-1 0 0,-1 1 1 0 0,0 0 0 0 0,0 0-1 0 0,0 0 1 0 0,-1 1 0 0 0,1 0-1 0 0,-1 0 1 0 0,-1 1 0 0 0,1 0-1 0 0,-11-5 1 0 0,6 5-90 0 0,0 0 0 0 0,-1 1 0 0 0,1 1 1 0 0,0 0-1 0 0,-1 0 0 0 0,1 1 0 0 0,-16 1 1 0 0,23 0-230 0 0,-1 1 1 0 0,0-1 0 0 0,0 1 0 0 0,1 0 0 0 0,-1 0 0 0 0,0 0 0 0 0,1 1 0 0 0,-1 0-1 0 0,1 0 1 0 0,0 1 0 0 0,0-1 0 0 0,-1 1 0 0 0,2 0 0 0 0,-1 0 0 0 0,0 1-1 0 0,1 0 1 0 0,-7 6 0 0 0,10-9-82 0 0,0 1 0 0 0,0 0 0 0 0,0-1 0 0 0,0 1 1 0 0,0 0-1 0 0,0 0 0 0 0,0-1 0 0 0,1 1 0 0 0,-1 0 0 0 0,1 0 0 0 0,-1 0 0 0 0,1 0 0 0 0,0 0 0 0 0,0 0 0 0 0,0 0 0 0 0,0 3 0 0 0,3 5-3818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4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130 136 24 0 0,'1'-19'8951'0'0,"-3"14"-8137"0"0,2 5-705 0 0,-1-1 0 0 0,1 1 0 0 0,0 0 1 0 0,-1-1-1 0 0,1 1 0 0 0,-1 0 0 0 0,1-1 0 0 0,-1 1 0 0 0,1 0 0 0 0,-1 0 0 0 0,1 0 0 0 0,-1-1 0 0 0,1 1 0 0 0,-1 0 0 0 0,0 0 0 0 0,1 0 1 0 0,-1 0-1 0 0,1 0 0 0 0,-1 0 0 0 0,1 0 0 0 0,-1 0 0 0 0,1 0 0 0 0,-1 0 0 0 0,1 0 0 0 0,-1 1 0 0 0,1-1 0 0 0,-1 0 0 0 0,0 0 0 0 0,1 1 1 0 0,0-1-1 0 0,-1 0 0 0 0,1 0 0 0 0,-1 1 0 0 0,-3 2 20 0 0,1 0 1 0 0,-1 0-1 0 0,1 0 1 0 0,0 0-1 0 0,0 0 0 0 0,0 1 1 0 0,1 0-1 0 0,-1-1 1 0 0,1 1-1 0 0,0 0 0 0 0,0 0 1 0 0,-2 8-1 0 0,-2-1 94 0 0,-7 16 65 0 0,1-1 0 0 0,2 2 0 0 0,-15 54 0 0 0,23-73-220 0 0,0 0 0 0 0,1 1 0 0 0,0-1 0 0 0,0 1 0 0 0,1 0 0 0 0,0-1 0 0 0,1 1 0 0 0,0-1 0 0 0,0 1 0 0 0,1-1 0 0 0,0 0 0 0 0,1 1 0 0 0,0-1-1 0 0,1 0 1 0 0,8 16 0 0 0,-9-21-7 0 0,0 0-1 0 0,0 0 1 0 0,1 0-1 0 0,0 0 1 0 0,0 0 0 0 0,0-1-1 0 0,0 1 1 0 0,0-1-1 0 0,0 0 1 0 0,1-1-1 0 0,0 1 1 0 0,9 3-1 0 0,-6-3 4 0 0,0-1-1 0 0,0 0 0 0 0,1-1 1 0 0,-1 0-1 0 0,1 0 0 0 0,-1 0 1 0 0,13-2-1 0 0,-3-1 69 0 0,0 0 0 0 0,0-2 0 0 0,-1 0 0 0 0,1-1-1 0 0,-1 0 1 0 0,31-16 0 0 0,-34 14-79 0 0,-1-1 0 0 0,0-1-1 0 0,-1 0 1 0 0,0 0 0 0 0,0-2-1 0 0,-1 1 1 0 0,0-1 0 0 0,-1-1-1 0 0,-1 0 1 0 0,0 0 0 0 0,0-1-1 0 0,-1 0 1 0 0,0 0 0 0 0,-2-1-1 0 0,7-16 1 0 0,-9 19-50 0 0,-1 0 0 0 0,0 0 0 0 0,0 0 0 0 0,-1 0 0 0 0,-1 0 0 0 0,0 0 0 0 0,0 0 0 0 0,-1-1 0 0 0,0 1 0 0 0,-1 0 0 0 0,-1-1 0 0 0,0 1 0 0 0,0 0 0 0 0,-1 0 0 0 0,0 1 0 0 0,-1-1 0 0 0,0 0 0 0 0,-1 1 0 0 0,0 0 0 0 0,-1 0 0 0 0,-7-9 0 0 0,7 12-41 0 0,0 0 1 0 0,0 1-1 0 0,0 0 1 0 0,-1 0-1 0 0,0 1 1 0 0,0 0-1 0 0,0 0 1 0 0,-1 1 0 0 0,0-1-1 0 0,0 2 1 0 0,0-1-1 0 0,0 1 1 0 0,-9-2-1 0 0,10 3-347 0 0,1 1 0 0 0,-1 0 0 0 0,1 0 0 0 0,-1 0 0 0 0,0 1 0 0 0,1 0 0 0 0,-1 0 0 0 0,0 0 0 0 0,1 1 0 0 0,-1 0 0 0 0,0 1 0 0 0,1-1 0 0 0,0 1 0 0 0,-1 1 0 0 0,1-1 0 0 0,0 1 0 0 0,-10 6 0 0 0,3 4-1921 0 0,7-2-2133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02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42 320 0 0,'11'-22'6999'0'0,"5"2"-244"0"0,-16 21-6714 0 0,0-1 1 0 0,0 0-1 0 0,1 0 0 0 0,-1 0 1 0 0,0 1-1 0 0,1-1 1 0 0,-1 0-1 0 0,0 0 1 0 0,0 1-1 0 0,0-1 1 0 0,1 0-1 0 0,-1 1 0 0 0,0-1 1 0 0,0 0-1 0 0,0 1 1 0 0,0-1-1 0 0,1 0 1 0 0,-1 1-1 0 0,0-1 1 0 0,0 0-1 0 0,0 1 0 0 0,0-1 1 0 0,0 0-1 0 0,0 1 1 0 0,0-1-1 0 0,0 1 1 0 0,0-1-1 0 0,0 37 862 0 0,-1 0 0 0 0,-2-1 0 0 0,-11 61 0 0 0,11-81-624 0 0,-2 14-10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02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634 58 1332 0 0,'1'-1'157'0'0,"5"-3"770"0"0,0 0 0 0 0,-1 0 0 0 0,0 0 0 0 0,0-1-1 0 0,0 1 1 0 0,6-10 0 0 0,-11 13-491 0 0,1 0-400 0 0,-1 1 0 0 0,0-1 1 0 0,-1 1-1 0 0,1-1 0 0 0,0 0 0 0 0,0 1 1 0 0,0-1-1 0 0,0 0 0 0 0,0 1 0 0 0,-1-1 1 0 0,1 1-1 0 0,0-1 0 0 0,-1 0 0 0 0,1 1 1 0 0,0-1-1 0 0,-1 1 0 0 0,1-1 0 0 0,0 1 1 0 0,-1-1-1 0 0,1 1 0 0 0,-1 0 0 0 0,1-1 1 0 0,-1 1-1 0 0,1-1 0 0 0,-2 1 0 0 0,-18-3 343 0 0,-25 13-194 0 0,42-9-140 0 0,-14 5 9 0 0,-1 1 0 0 0,1 0 1 0 0,1 1-1 0 0,-1 1 1 0 0,1 1-1 0 0,1 0 1 0 0,0 1-1 0 0,0 1 0 0 0,2 0 1 0 0,-26 28-1 0 0,37-37-57 0 0,0 0-1 0 0,0 0 1 0 0,0 1 0 0 0,0-1-1 0 0,0 1 1 0 0,1-1-1 0 0,-1 1 1 0 0,1-1-1 0 0,0 1 1 0 0,0 0 0 0 0,1 0-1 0 0,-1 0 1 0 0,1 0-1 0 0,-1-1 1 0 0,1 1-1 0 0,1 5 1 0 0,0-3-3 0 0,0 0-1 0 0,1 0 1 0 0,0 0 0 0 0,0 0-1 0 0,0 0 1 0 0,1 0 0 0 0,0 0-1 0 0,0-1 1 0 0,4 6 0 0 0,9 9 18 0 0,0-1 0 0 0,1-1 0 0 0,39 31 1 0 0,-51-45 3 0 0,57 49 309 0 0,62 69 0 0 0,-123-121-297 0 0,0 0 0 0 0,0 0 0 0 0,0 0 0 0 0,0 0 0 0 0,0 1 0 0 0,0-1 0 0 0,0 0 0 0 0,0 1 0 0 0,-1-1 0 0 0,1 0 0 0 0,0 1 0 0 0,-1-1 0 0 0,0 1 0 0 0,1-1 0 0 0,-1 1 0 0 0,0-1 0 0 0,1 1 0 0 0,-1-1 0 0 0,0 1 0 0 0,0 0 0 0 0,0-1 0 0 0,-1 1 0 0 0,1-1 0 0 0,0 1 0 0 0,-1-1 0 0 0,1 1 0 0 0,0-1 0 0 0,-1 1 0 0 0,0-1 0 0 0,1 0 0 0 0,-1 1 0 0 0,0-1 0 0 0,0 0 0 0 0,0 1 0 0 0,0-1 0 0 0,0 0 0 0 0,0 0 0 0 0,0 0 0 0 0,0 0 0 0 0,0 0 0 0 0,0 0 0 0 0,-1 0 0 0 0,1 0 0 0 0,-2 0 0 0 0,-3 3 35 0 0,1-1 1 0 0,-1 0-1 0 0,0-1 1 0 0,-1 1-1 0 0,1-1 0 0 0,0 0 1 0 0,-1-1-1 0 0,1 1 0 0 0,-9 0 1 0 0,-4-2 118 0 0,0 0-1 0 0,0-1 1 0 0,-21-4-1 0 0,33 4-96 0 0,0 0 0 0 0,0-1-1 0 0,0 0 1 0 0,0 0-1 0 0,0-1 1 0 0,1 0-1 0 0,-1 0 1 0 0,1 0 0 0 0,0-1-1 0 0,0 0 1 0 0,-8-6-1 0 0,13 8-74 0 0,-1 0 0 0 0,0-1 0 0 0,1 1-1 0 0,0 0 1 0 0,-1 0 0 0 0,1-1 0 0 0,0 1-1 0 0,0-1 1 0 0,0 1 0 0 0,1-1 0 0 0,-1 1-1 0 0,0-1 1 0 0,1 1 0 0 0,0-1 0 0 0,-1 0-1 0 0,1 1 1 0 0,0-1 0 0 0,1 0 0 0 0,-1 1-1 0 0,0-1 1 0 0,1 1 0 0 0,-1-1 0 0 0,1 0 0 0 0,0 1-1 0 0,0-1 1 0 0,0 1 0 0 0,0 0 0 0 0,1-1-1 0 0,1-2 1 0 0,5-7-11 0 0,0 0-1 0 0,0 1 1 0 0,1 0 0 0 0,12-11-1 0 0,116-98 48 0 0,-94 85-82 0 0,70-71 0 0 0,-109 101 38 0 0,0 0-1 0 0,0 0 1 0 0,0 0 0 0 0,-1 0 0 0 0,1-1-1 0 0,-1 1 1 0 0,-1-1 0 0 0,1 0 0 0 0,1-6 0 0 0,-4 10-1 0 0,1 0 0 0 0,-1-1 0 0 0,0 1 0 0 0,0 0 0 0 0,0-1 0 0 0,0 1 0 0 0,0 0 0 0 0,0 0 0 0 0,0-1 0 0 0,-1 1 0 0 0,0 0 0 0 0,1 0 0 0 0,-1 0 0 0 0,0-1 0 0 0,0 1 0 0 0,0 0 0 0 0,0 0 0 0 0,0 0 0 0 0,0 1 0 0 0,-1-1 0 0 0,1 0 0 0 0,-1 0 0 0 0,1 1 0 0 0,-1-1 0 0 0,0 1 0 0 0,0-1 0 0 0,-3-1 0 0 0,-3-2-1 0 0,-1 0 0 0 0,1 1 0 0 0,-1 1 0 0 0,0-1 0 0 0,0 1 0 0 0,-1 1 0 0 0,1 0 0 0 0,0 0 0 0 0,-14 0 0 0 0,-13 0-29 0 0,-40 3 0 0 0,-9 5-1058 0 0,-141 29 0 0 0,22 13-5127 0 0,136-29 1967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05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26 1244 0 0,'-1'-10'6851'0'0,"2"-6"-3757"0"0,0 28-1292 0 0,1 30-786 0 0,-11 55-158 0 0,-33 148 1 0 0,22-143-2342 0 0,-9 116 1 0 0,28-168-3943 0 0,1-30 495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08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0 844 0 0,'-14'13'15210'0'0,"15"-11"-15066"0"0,0-1 0 0 0,0 0-1 0 0,0 0 1 0 0,0 0 0 0 0,0 1 0 0 0,1-1 0 0 0,-1-1-1 0 0,0 1 1 0 0,1 0 0 0 0,-1 0 0 0 0,1 0-1 0 0,-1-1 1 0 0,1 1 0 0 0,-1-1 0 0 0,1 1 0 0 0,-1-1-1 0 0,1 0 1 0 0,2 1 0 0 0,34 2 184 0 0,-28-3-42 0 0,161-3 532 0 0,-59 0-256 0 0,-109 3-489 0 0,29-2 64 0 0,-18-3-1842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08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134 248 304 0 0,'3'-10'16893'0'0,"-5"6"-16599"0"0,1 0-1 0 0,-1 0 1 0 0,1 0 0 0 0,-1 0 0 0 0,0 0 0 0 0,-1 0-1 0 0,1 1 1 0 0,-1-1 0 0 0,1 1 0 0 0,-1 0 0 0 0,-7-6-1 0 0,-44-37-324 0 0,29 27 243 0 0,22 16-234 0 0,-15-13-70 0 0,18 15 81 0 0,-1 1 0 0 0,1 0 0 0 0,0-1 0 0 0,-1 1-1 0 0,1 0 1 0 0,0 0 0 0 0,0-1 0 0 0,0 1 0 0 0,-1 0-1 0 0,1-1 1 0 0,0 1 0 0 0,0 0 0 0 0,0-1 0 0 0,0 1 0 0 0,0-1-1 0 0,-1 1 1 0 0,1 0 0 0 0,0-1 0 0 0,0 1 0 0 0,0 0-1 0 0,0-1 1 0 0,0 1 0 0 0,0-1 0 0 0,0 1 0 0 0,1 0 0 0 0,-1-1-1 0 0,0 1 1 0 0,0 0 0 0 0,0-1 0 0 0,0 1 0 0 0,0-1-1 0 0,1 1 1 0 0,-1 0 0 0 0,0-1 0 0 0,0 1 0 0 0,0 0 0 0 0,1 0-1 0 0,-1-1 1 0 0,0 1 0 0 0,0 0 0 0 0,1 0 0 0 0,-1-1 0 0 0,0 1-1 0 0,1 0 1 0 0,-1 0 0 0 0,0 0 0 0 0,1-1 0 0 0,-1 1-1 0 0,0 0 1 0 0,1 0 0 0 0,0 0 0 0 0,16-5-486 0 0,1 1 0 0 0,0 1 0 0 0,35-2 0 0 0,28-4 177 0 0,-17-2 185 0 0,-36 7 959 0 0,50-14-1 0 0,-73 16-389 0 0,0 0-1 0 0,0 0 1 0 0,0-1-1 0 0,0 0 0 0 0,0 0 1 0 0,7-6-1 0 0,-11 8-64 0 0,9-2 285 0 0,-10 3-647 0 0,1 0-1 0 0,-1-1 0 0 0,0 1 0 0 0,0 0 0 0 0,1 0 0 0 0,-1 0 0 0 0,0 0 0 0 0,1 0 0 0 0,-1 0 1 0 0,0 0-1 0 0,0 0 0 0 0,1 0 0 0 0,-1 1 0 0 0,0-1 0 0 0,1 0 0 0 0,-1 0 0 0 0,0 0 1 0 0,0 0-1 0 0,1 0 0 0 0,-1 0 0 0 0,0 0 0 0 0,0 1 0 0 0,1-1 0 0 0,-1 0 0 0 0,0 0 0 0 0,0 0 1 0 0,0 1-1 0 0,0-1 0 0 0,1 0 0 0 0,-1 0 0 0 0,0 1 0 0 0,0-1 0 0 0,0 0 0 0 0,0 0 1 0 0,0 1-1 0 0,1-1 0 0 0,-1 0 0 0 0,0 0 0 0 0,0 1 0 0 0,0-1 0 0 0,0 0 0 0 0,0 1 0 0 0,0-1 1 0 0,0 0-1 0 0,0 0 0 0 0,0 1 0 0 0,0-1 0 0 0,0 0 0 0 0,0 1 0 0 0,0-1 0 0 0,-1 1 1 0 0,-71 339 111 0 0,16-91-2043 0 0,9-30-2244 0 0,12-78-3279 0 0,17-75-512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2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70 124 1740 0 0,'-47'3'10602'0'0,"25"-2"-4781"0"0,26-4-4786 0 0,22-7-377 0 0,34-8-603 0 0,-12 5 60 0 0,272-65 380 0 0,-317 77-424 0 0,-1 1-56 0 0,6-1-15 0 0,-6 0-16 0 0,8-1-460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2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2548 0 0,'10'-20'6040'0'0,"7"-9"2028"0"0,0 13-6634 0 0,-12 12-1344 0 0,1 1 0 0 0,-1 0 1 0 0,1 0-1 0 0,0 1 1 0 0,0 0-1 0 0,1 0 0 0 0,-1 0 1 0 0,0 1-1 0 0,1 0 1 0 0,-1 0-1 0 0,0 1 1 0 0,1 0-1 0 0,-1 0 0 0 0,1 0 1 0 0,-1 1-1 0 0,1 0 1 0 0,-1 0-1 0 0,7 2 0 0 0,-5-1-78 0 0,0 1 0 0 0,0 0 0 0 0,0 0-1 0 0,0 1 1 0 0,0 0 0 0 0,-1 0 0 0 0,0 1-1 0 0,0-1 1 0 0,0 2 0 0 0,0-1 0 0 0,-1 1-1 0 0,0 0 1 0 0,7 8 0 0 0,-10-9 12 0 0,0 0 1 0 0,0 0-1 0 0,0 1 1 0 0,0-1-1 0 0,-1 1 0 0 0,0-1 1 0 0,0 1-1 0 0,0 0 1 0 0,-1 0-1 0 0,0 0 0 0 0,0 0 1 0 0,0 10-1 0 0,-2-7 56 0 0,0 0-1 0 0,0 1 1 0 0,0-1-1 0 0,-1 0 1 0 0,-1 0-1 0 0,0 0 1 0 0,-5 12-1 0 0,-7 7 342 0 0,0 0-1 0 0,-3-1 1 0 0,-33 42-1 0 0,44-60-296 0 0,-80 93 1847 0 0,87-101-1963 0 0,-1-1 0 0 0,1 0 0 0 0,0 1 0 0 0,0-1 0 0 0,-1 0 0 0 0,1 0 0 0 0,0 1 0 0 0,0-1 0 0 0,0 0 0 0 0,0 1 0 0 0,-1-1 0 0 0,1 0 0 0 0,0 1 0 0 0,0-1 0 0 0,0 0 0 0 0,0 1 0 0 0,0-1 0 0 0,0 0 0 0 0,0 1 0 0 0,0-1 0 0 0,0 1 0 0 0,0-1 0 0 0,0 0 0 0 0,0 1 0 0 0,0-1 0 0 0,0 0 0 0 0,1 1 0 0 0,-1-1 0 0 0,0 0 0 0 0,0 1 0 0 0,0-1 0 0 0,0 0 0 0 0,1 1 0 0 0,-1-1 0 0 0,0 0 0 0 0,0 0 0 0 0,0 1 0 0 0,1-1 0 0 0,-1 0 0 0 0,0 0 0 0 0,1 1 0 0 0,-1-1 0 0 0,0 0 0 0 0,0 0 0 0 0,1 0 0 0 0,-1 0 0 0 0,0 1 0 0 0,1-1 0 0 0,-1 0 0 0 0,1 0 0 0 0,-1 0 0 0 0,19 5 256 0 0,54-5-83 0 0,-1-4 0 0 0,95-16 0 0 0,-143 17-182 0 0,397-80 257 0 0,-386 74-189 0 0,-19 6-1227 0 0,1-1 0 0 0,29-11 0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5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92 105 1740 0 0,'-52'-92'15488'0'0,"51"91"-15130"0"0,-6-9 429 0 0,7 10-773 0 0,0 0 0 0 0,0-1 0 0 0,-1 1 0 0 0,1 0 0 0 0,0 0 0 0 0,0 0 0 0 0,-1 0 0 0 0,1 0 0 0 0,0 0 0 0 0,0 0 0 0 0,-1 0 0 0 0,1 0 0 0 0,0 0 0 0 0,0 0 0 0 0,-1 0 0 0 0,1 0 0 0 0,0 0 0 0 0,0 0 0 0 0,-1 0 0 0 0,1 0 0 0 0,0 0 0 0 0,0 0 0 0 0,-1 0-1 0 0,1 0 1 0 0,0 1 0 0 0,0-1 0 0 0,-1 0 0 0 0,1 0 0 0 0,0 0 0 0 0,0 0 0 0 0,0 1 0 0 0,-1-1 0 0 0,1 0 0 0 0,0 0 0 0 0,0 0 0 0 0,0 1 0 0 0,0-1 0 0 0,0 0 0 0 0,-1 0 0 0 0,1 0 0 0 0,0 1 0 0 0,0-1 0 0 0,0 0 0 0 0,0 0 0 0 0,0 1 0 0 0,0-1 0 0 0,0 0 0 0 0,0 0 0 0 0,0 1-1 0 0,0-1 1 0 0,0 0 0 0 0,0 0 0 0 0,0 1 0 0 0,0-1 0 0 0,0 0 0 0 0,0 0 0 0 0,0 1 0 0 0,0-1 0 0 0,0 0 0 0 0,1 1 0 0 0,-11 202 2528 0 0,3-37-2165 0 0,1 27-547 0 0,12-97-1997 0 0,9-2-3404 0 0,-9-70 868 0 0,2-5-2426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1 1248 0 0,'-11'5'11549'0'0,"11"-4"-11414"0"0,1 0 0 0 0,-1 0 0 0 0,1 1 0 0 0,0-1 0 0 0,-1 0 0 0 0,1 0 0 0 0,0 0 0 0 0,0 0 0 0 0,0 0 0 0 0,-1 0 0 0 0,1 0 0 0 0,1 0 0 0 0,-1 0 0 0 0,0 0 0 0 0,0 0 0 0 0,0-1 0 0 0,0 1 0 0 0,0-1 0 0 0,1 1 0 0 0,-1 0 0 0 0,3 0 0 0 0,35 8 508 0 0,-20-5-183 0 0,124 22 328 0 0,-111-23-749 0 0,0 2 0 0 0,0 1 0 0 0,-1 2 0 0 0,1 1 0 0 0,42 18 0 0 0,-63-20-57 0 0,0 0 1 0 0,-1 1 0 0 0,0 0 0 0 0,0 0 0 0 0,-1 1 0 0 0,0 1-1 0 0,0-1 1 0 0,-1 1 0 0 0,0 1 0 0 0,-1 0 0 0 0,0 0 0 0 0,-1 0-1 0 0,7 16 1 0 0,4 16 4 0 0,-1 1 1 0 0,13 58-1 0 0,-2 17 109 0 0,17 189 1 0 0,-19 125 1557 0 0,-24 84-653 0 0,-21 0-779 0 0,4-139-82 0 0,-6 542 67 0 0,36 0-29 0 0,74 143 83 0 0,-72-906-202 0 0,14 354 92 0 0,-30-290-57 0 0,-4-164-7 0 0,-18 104-1 0 0,19-151 30 0 0,0 0 0 0 0,-1-1 0 0 0,0 1 0 0 0,0-1 0 0 0,-1 0 0 0 0,-1 0-1 0 0,1-1 1 0 0,-1 1 0 0 0,-1-1 0 0 0,1 0 0 0 0,-1-1 0 0 0,-1 0 0 0 0,1 0 0 0 0,-1-1 0 0 0,0 1 0 0 0,-1-2 0 0 0,-10 6 0 0 0,-11 6-140 0 0,-2-2 0 0 0,0-1 0 0 0,-60 16 0 0 0,-244 44-2878 0 0,-9-28-2461 0 0,334-45 5142 0 0,-156 18-4962 0 0,-8 0-2681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7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13 1956 0 0,'-3'0'1802'0'0,"-43"3"3959"0"0,44-3-4976 0 0,-17 2 1232 0 0,5 0-243 0 0,2 0-153 0 0,24-3-1418 0 0,72-9-271 0 0,17 0-2353 0 0,-86 10 252 0 0,-1 0 0 0 0,23 4 0 0 0,-23-1-2350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7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14 1920 0 0,'-118'77'9630'0'0,"118"-77"-9597"0"0,-1 0 0 0 0,1 0 0 0 0,0 1 0 0 0,-1-1 0 0 0,1 0 0 0 0,0 0 0 0 0,-1 1 0 0 0,1-1 0 0 0,0 0 0 0 0,0 0 0 0 0,-1 1 0 0 0,1-1 0 0 0,0 0 0 0 0,0 1 0 0 0,0-1 0 0 0,-1 0 0 0 0,1 1 0 0 0,0-1 0 0 0,0 0 0 0 0,0 1 1 0 0,0-1-1 0 0,0 0 0 0 0,0 1 0 0 0,0-1 0 0 0,0 0 0 0 0,0 1 0 0 0,0-1 0 0 0,0 1 0 0 0,0-1 0 0 0,0 0 0 0 0,0 1 0 0 0,0-1 0 0 0,0 0 0 0 0,0 1 0 0 0,0-1 0 0 0,0 0 0 0 0,0 1 0 0 0,1-1 0 0 0,-1 0 0 0 0,0 1 0 0 0,0-1 0 0 0,0 0 0 0 0,1 1 0 0 0,-1-1 0 0 0,0 0 0 0 0,0 0 0 0 0,1 1 1 0 0,-1-1-1 0 0,0 0 0 0 0,1 0 0 0 0,-1 0 0 0 0,0 1 0 0 0,1-1 0 0 0,-1 0 0 0 0,0 0 0 0 0,1 0 0 0 0,-1 0 0 0 0,0 0 0 0 0,1 0 0 0 0,-1 0 0 0 0,1 0 0 0 0,-1 1 0 0 0,0-1 0 0 0,1-1 0 0 0,-1 1 0 0 0,0 0 0 0 0,1 0 0 0 0,0 0 0 0 0,62-4-54 0 0,0-3 0 0 0,72-17 1 0 0,-78 13-771 0 0,137-32-5486 0 0,-128 25 1982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9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607 114 1360 0 0,'9'-25'5945'0'0,"-9"22"-5665"0"0,0 0 1 0 0,1 0-1 0 0,-1 0 0 0 0,-1 1 0 0 0,1-1 0 0 0,0 0 0 0 0,-1 0 0 0 0,1 0 0 0 0,-1 1 0 0 0,0-1 0 0 0,0 0 0 0 0,0 1 1 0 0,0-1-1 0 0,0 1 0 0 0,-1-1 0 0 0,1 1 0 0 0,-1 0 0 0 0,-2-4 0 0 0,1 3-181 0 0,0 0 0 0 0,0 0 0 0 0,-1 1 0 0 0,1-1 1 0 0,-1 1-1 0 0,0 0 0 0 0,1 0 0 0 0,-1 0 0 0 0,0 1 0 0 0,0-1 0 0 0,0 1 0 0 0,-7-2 0 0 0,0 1-79 0 0,0 1 1 0 0,0-1-1 0 0,0 2 0 0 0,0 0 0 0 0,-1 0 0 0 0,1 1 1 0 0,0 0-1 0 0,0 1 0 0 0,1 0 0 0 0,-1 1 0 0 0,0 0 0 0 0,1 1 1 0 0,-1 0-1 0 0,1 0 0 0 0,0 1 0 0 0,1 1 0 0 0,-1 0 1 0 0,1 0-1 0 0,0 0 0 0 0,0 1 0 0 0,1 1 0 0 0,0 0 0 0 0,1 0 1 0 0,-1 0-1 0 0,2 1 0 0 0,-1 0 0 0 0,1 0 0 0 0,0 1 0 0 0,-7 17 1 0 0,2 4-31 0 0,2 0 0 0 0,1 1 1 0 0,1 0-1 0 0,-2 34 1 0 0,-2 133 32 0 0,8-114 54 0 0,12 618 380 0 0,4-301-374 0 0,-19 724 369 0 0,-3-858-265 0 0,-12 260-199 0 0,-39-4 1362 0 0,13-296-589 0 0,-11 71-426 0 0,48-227-286 0 0,3 0 0 0 0,3 87 1 0 0,6-112 5 0 0,11 65 1 0 0,-11-96-31 0 0,2 0-1 0 0,0 0 0 0 0,1-1 0 0 0,0 1 1 0 0,2-1-1 0 0,-1 0 0 0 0,16 23 1 0 0,-17-31-20 0 0,0 0-1 0 0,1-1 1 0 0,0 0 0 0 0,0 0 0 0 0,1 0 0 0 0,-1-1-1 0 0,1 0 1 0 0,0 0 0 0 0,0-1 0 0 0,9 5 0 0 0,-4-4-200 0 0,0-1 0 0 0,1 0 0 0 0,-1 0 0 0 0,1-1 1 0 0,26 2-1 0 0,-10-3-723 0 0,1-2 0 0 0,0-2 0 0 0,0-1 1 0 0,0-1-1 0 0,28-7 0 0 0,9-7-2995 0 0,12-6-1787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19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50 240 0 0,'-2'-12'6213'0'0,"0"6"-4498"0"0,0 0 0 0 0,-1 0 1 0 0,1 0-1 0 0,-6-7 664 0 0,7 13-2331 0 0,0 1 0 0 0,1 0 0 0 0,-1-1 0 0 0,0 1 0 0 0,0 0 0 0 0,0 0-1 0 0,0-1 1 0 0,1 1 0 0 0,-1 0 0 0 0,0 0 0 0 0,1 0 0 0 0,-1 1-1 0 0,-4 24 45 0 0,-31 168 1136 0 0,30-147-2093 0 0,2 0 1 0 0,3 58-1 0 0,6-61-1932 0 0,3-17-2712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20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1 106 528 0 0,'3'-24'9514'0'0,"-3"22"-9227"0"0,0-1 1 0 0,1 1-1 0 0,-1 0 1 0 0,0 0-1 0 0,1 0 1 0 0,0-1-1 0 0,-1 1 1 0 0,1 0-1 0 0,0 0 1 0 0,0 0-1 0 0,0 0 1 0 0,0 0-1 0 0,1 0 1 0 0,-1 1-1 0 0,0-1 1 0 0,3-2-1 0 0,-1 1-129 0 0,1 0-1 0 0,0 0 1 0 0,0 0-1 0 0,1 0 0 0 0,-1 0 1 0 0,0 1-1 0 0,6-2 1 0 0,2 0-154 0 0,-1 0 0 0 0,1 0-1 0 0,1 2 1 0 0,-1-1 0 0 0,18 0 0 0 0,-22 3 1 0 0,0 0 0 0 0,0 0-1 0 0,1 1 1 0 0,-1 0 0 0 0,0 0-1 0 0,-1 1 1 0 0,1 0 0 0 0,0 1-1 0 0,0-1 1 0 0,-1 1 0 0 0,1 1-1 0 0,-1 0 1 0 0,0 0 0 0 0,11 8-1 0 0,-14-9 1 0 0,0 1-1 0 0,-1 0 0 0 0,1-1 1 0 0,-1 1-1 0 0,0 0 0 0 0,0 0 1 0 0,-1 1-1 0 0,1-1 0 0 0,-1 1 1 0 0,0-1-1 0 0,0 1 0 0 0,0 0 1 0 0,0 0-1 0 0,-1-1 0 0 0,0 1 1 0 0,0 0-1 0 0,-1 0 0 0 0,1 1 1 0 0,-1-1-1 0 0,0 0 0 0 0,0 0 1 0 0,-1 0-1 0 0,1 0 0 0 0,-3 6 1 0 0,1 0 14 0 0,-2-1 0 0 0,1 0 1 0 0,-1 0-1 0 0,-1 0 0 0 0,0 0 0 0 0,-7 10 1 0 0,-41 50 183 0 0,18-27 279 0 0,35-42-397 0 0,-5 8 69 0 0,96 6-252 0 0,-72-9 106 0 0,0 0 0 0 0,0 2 0 0 0,-1 0 0 0 0,0 1 0 0 0,0 1 0 0 0,-1 0 0 0 0,0 1 0 0 0,-1 1 0 0 0,18 17 0 0 0,-33-28 57 0 0,1 1 1 0 0,0 0-1 0 0,-1-1 1 0 0,1 1 0 0 0,-1 0-1 0 0,1 0 1 0 0,-1 0 0 0 0,0 0-1 0 0,0 1 1 0 0,0-1-1 0 0,0 0 1 0 0,0 0 0 0 0,-1 1-1 0 0,1-1 1 0 0,-1 0 0 0 0,1 1-1 0 0,-1-1 1 0 0,0 0-1 0 0,0 1 1 0 0,0-1 0 0 0,0 0-1 0 0,0 1 1 0 0,-1-1-1 0 0,1 1 1 0 0,-1-1 0 0 0,0 0-1 0 0,1 0 1 0 0,-1 1 0 0 0,0-1-1 0 0,0 0 1 0 0,0 0-1 0 0,-1 0 1 0 0,1 0 0 0 0,0 0-1 0 0,-1 0 1 0 0,1 0 0 0 0,-1-1-1 0 0,0 1 1 0 0,-2 1-1 0 0,-3 4 14 0 0,-1-1 0 0 0,0 0-1 0 0,0 0 1 0 0,-1-1-1 0 0,0 0 1 0 0,0 0 0 0 0,0-1-1 0 0,-11 3 1 0 0,4-2-284 0 0,0-1-1 0 0,0-1 1 0 0,-1 0-1 0 0,1-2 1 0 0,-1 0 0 0 0,0 0-1 0 0,1-2 1 0 0,-1 0 0 0 0,1-1-1 0 0,-28-6 1 0 0,43 8-51 0 0,-1-1 0 0 0,1 1-1 0 0,0-1 1 0 0,0 1 0 0 0,0-1 0 0 0,0 1 0 0 0,-1-1 0 0 0,1 0-1 0 0,0 1 1 0 0,0-1 0 0 0,0 0 0 0 0,0 0 0 0 0,1 0-1 0 0,-1 0 1 0 0,0 0 0 0 0,0 0 0 0 0,0 0 0 0 0,1 0 0 0 0,-1 0-1 0 0,0 0 1 0 0,1 0 0 0 0,0-1 0 0 0,-1 1 0 0 0,1 0-1 0 0,-1 0 1 0 0,1 0 0 0 0,0-1 0 0 0,0 1 0 0 0,0 0 0 0 0,0 0-1 0 0,0-1 1 0 0,0 1 0 0 0,0 0 0 0 0,0-1 0 0 0,0 1-1 0 0,1 0 1 0 0,-1 0 0 0 0,0-1 0 0 0,1 1 0 0 0,-1 0 0 0 0,1 0-1 0 0,-1 0 1 0 0,1 0 0 0 0,0 0 0 0 0,1-2 0 0 0,10-14-4061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21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40 764 0 0,'-15'2'10852'0'0,"-7"1"-4051"0"0,36-5-7080 0 0,298-31 1021 0 0,-309 33-715 0 0,35-3 178 0 0,-24-3-4524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22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61 277 572 0 0,'35'-18'20116'0'0,"-35"17"-19827"0"0,-1-1-229 0 0,-1 1-42 0 0,-1 0 0 0 0,1 0 0 0 0,0-1 0 0 0,0 1-1 0 0,0-1 1 0 0,0 1 0 0 0,0-1 0 0 0,-3-4 0 0 0,-3-2 43 0 0,-44-32 34 0 0,51 39-100 0 0,-5-6-44 0 0,6 7 45 0 0,0 0 0 0 0,-1 0 0 0 0,1 0 0 0 0,0 0-1 0 0,-1-1 1 0 0,1 1 0 0 0,0 0 0 0 0,0 0-1 0 0,-1 0 1 0 0,1 0 0 0 0,0-1 0 0 0,0 1-1 0 0,-1 0 1 0 0,1 0 0 0 0,0 0 0 0 0,0-1-1 0 0,0 1 1 0 0,-1 0 0 0 0,1 0 0 0 0,0-1-1 0 0,0 1 1 0 0,0 0 0 0 0,0 0 0 0 0,0-1-1 0 0,-1 1 1 0 0,1 0 0 0 0,0-1 0 0 0,0 1-1 0 0,0 0 1 0 0,0-1 0 0 0,0 1 0 0 0,0 0-1 0 0,0 0 1 0 0,0-1 0 0 0,0 1 0 0 0,0 0-1 0 0,0-1 1 0 0,0 1 0 0 0,0 0 0 0 0,1-1-1 0 0,-1 1 1 0 0,0 0 0 0 0,0 0 0 0 0,0-1 0 0 0,0 1-1 0 0,0 0 1 0 0,1 0 0 0 0,-1-1 0 0 0,0 1-1 0 0,0 0 1 0 0,0 0 0 0 0,1-1 0 0 0,-1 1-1 0 0,0 0 1 0 0,0 0 0 0 0,1 0 0 0 0,-1 0-1 0 0,0-1 1 0 0,1 1 0 0 0,-1 0 0 0 0,0 0-1 0 0,0 0 1 0 0,1 0 0 0 0,-1 0 0 0 0,0 0-1 0 0,1 0 1 0 0,-1 0 0 0 0,31-9-23 0 0,-1 1 0 0 0,61-6 0 0 0,-21 4 6 0 0,-38 4 20 0 0,19-2-8 0 0,-1-3 1 0 0,68-23-1 0 0,-105 28 40 0 0,1-1 1 0 0,23-17-1 0 0,-27 17-14 0 0,6-9 66 0 0,-10 8-68 0 0,-6 7-32 0 0,1 1 9 0 0,-1 0 1 0 0,0 0-1 0 0,0 0 1 0 0,0 0-1 0 0,1 0 1 0 0,-1 0 0 0 0,0 0-1 0 0,0 1 1 0 0,0-1-1 0 0,0 0 1 0 0,1 0-1 0 0,-1 0 1 0 0,0 0-1 0 0,0 0 1 0 0,0 0 0 0 0,0 0-1 0 0,1 1 1 0 0,-1-1-1 0 0,0 0 1 0 0,0 0-1 0 0,0 0 1 0 0,0 0 0 0 0,0 0-1 0 0,0 1 1 0 0,0-1-1 0 0,0 0 1 0 0,1 0-1 0 0,-1 0 1 0 0,0 1-1 0 0,0-1 1 0 0,0 0 0 0 0,0 0-1 0 0,0 0 1 0 0,0 1-1 0 0,0-1 1 0 0,0 0-1 0 0,0 0 1 0 0,0 0 0 0 0,0 0-1 0 0,0 1 1 0 0,0-1-1 0 0,-1 0 1 0 0,1 0-1 0 0,0 0 1 0 0,0 1-1 0 0,0-1 1 0 0,0 0 0 0 0,0 0-1 0 0,-3 23-99 0 0,-10 29 145 0 0,12-46-59 0 0,-105 433 352 0 0,94-367-3617 0 0,10-27-3648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22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 1832 0 0,'-8'-4'11661'0'0,"605"9"-10107"0"0,-572-2-1219 0 0,-20-2-228 0 0,0 0 1 0 0,0-1 0 0 0,0 0-1 0 0,1 1 1 0 0,-1-2 0 0 0,0 1-1 0 0,0-1 1 0 0,0 1 0 0 0,0-1 0 0 0,8-3-1 0 0,-12 4-273 0 0,6-4-2545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23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84 196 0 0,'-8'-24'8499'0'0,"8"23"-8311"0"0,-1 0-1 0 0,1 0 1 0 0,-1-1-1 0 0,1 1 0 0 0,0 0 1 0 0,-1 0-1 0 0,1-1 0 0 0,0 1 1 0 0,0 0-1 0 0,0-1 0 0 0,0 1 1 0 0,0 0-1 0 0,0-1 1 0 0,0 1-1 0 0,0 0 0 0 0,1-1 1 0 0,-1 1-1 0 0,1 0 0 0 0,-1-1 1 0 0,1 1-1 0 0,-1 0 0 0 0,1 0 1 0 0,0 0-1 0 0,-1-1 1 0 0,2 0-1 0 0,0 0-82 0 0,1 0 0 0 0,-1 0 0 0 0,1 0 0 0 0,-1 1 0 0 0,1-1 0 0 0,0 1 0 0 0,-1 0 0 0 0,1 0 0 0 0,0 0 0 0 0,0 0 0 0 0,3-1 0 0 0,9-1-122 0 0,1 1 1 0 0,0 1 0 0 0,21 0-1 0 0,-35 1 99 0 0,8 0-72 0 0,0 1-1 0 0,1 0 1 0 0,-1 0-1 0 0,0 1 1 0 0,0 1-1 0 0,0-1 1 0 0,0 2-1 0 0,0-1 1 0 0,-1 1-1 0 0,0 1 0 0 0,15 9 1 0 0,-20-12 0 0 0,-1 1-1 0 0,1 0 1 0 0,0 0 0 0 0,-1 0-1 0 0,0 1 1 0 0,1-1 0 0 0,-2 1-1 0 0,1 0 1 0 0,0 0 0 0 0,-1 0-1 0 0,1 0 1 0 0,-1 0 0 0 0,0 0-1 0 0,-1 1 1 0 0,1-1 0 0 0,-1 1 0 0 0,0-1-1 0 0,0 1 1 0 0,0 0 0 0 0,0-1-1 0 0,-1 1 1 0 0,0 0 0 0 0,0-1-1 0 0,0 1 1 0 0,-1 0 0 0 0,0 0-1 0 0,-1 4 1 0 0,-2 7 43 0 0,-2 0 1 0 0,0 0-1 0 0,-1-1 0 0 0,0 0 1 0 0,-1 0-1 0 0,-1-1 0 0 0,-19 24 1 0 0,-86 85 814 0 0,90-100-643 0 0,-6 6-24 0 0,16-16-118 0 0,0 0 0 0 0,-17 22 0 0 0,31-34-75 0 0,-1-1-1 0 0,1 1 0 0 0,0 0 1 0 0,-1-1-1 0 0,1 1 0 0 0,0-1 1 0 0,-1 1-1 0 0,1 0 1 0 0,0-1-1 0 0,0 1 0 0 0,-1 0 1 0 0,1 0-1 0 0,0-1 0 0 0,0 1 1 0 0,0 0-1 0 0,0-1 1 0 0,0 1-1 0 0,0 0 0 0 0,0 0 1 0 0,0-1-1 0 0,0 1 0 0 0,1 0 1 0 0,-1-1-1 0 0,0 1 0 0 0,0 0 1 0 0,1-1-1 0 0,-1 1 1 0 0,0 0-1 0 0,1-1 0 0 0,-1 1 1 0 0,1-1-1 0 0,-1 1 0 0 0,0-1 1 0 0,1 1-1 0 0,-1-1 1 0 0,1 1-1 0 0,0-1 0 0 0,-1 1 1 0 0,1-1-1 0 0,-1 1 0 0 0,1-1 1 0 0,0 0-1 0 0,-1 1 0 0 0,1-1 1 0 0,0 0-1 0 0,1 0 1 0 0,4 3 33 0 0,1-1 0 0 0,-1 0 1 0 0,14 1-1 0 0,-16-2-27 0 0,59 6 457 0 0,0-4-1 0 0,115-7 1 0 0,-73 3 2041 0 0,-102 1-2476 0 0,8-3-430 0 0,4-2-6016 0 0,15-7-6066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23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390 155 320 0 0,'-3'-7'2314'0'0,"0"0"0"0"0,-1 0 0 0 0,0 0 0 0 0,-7-9 752 0 0,11 16-2986 0 0,0-1-1 0 0,0 0 1 0 0,0 1-1 0 0,0-1 0 0 0,0 0 1 0 0,0 1-1 0 0,0-1 0 0 0,0 0 1 0 0,-1 1-1 0 0,1-1 1 0 0,0 0-1 0 0,0 1 0 0 0,0-1 1 0 0,-1 0-1 0 0,1 1 0 0 0,0-1 1 0 0,-1 1-1 0 0,1-1 0 0 0,-1 1 1 0 0,1-1-1 0 0,0 1 1 0 0,-1-1-1 0 0,1 1 0 0 0,-1-1 1 0 0,1 1-1 0 0,-1-1 0 0 0,0 1 1 0 0,1 0-1 0 0,-1-1 0 0 0,1 1 1 0 0,-1 0-1 0 0,0 0 1 0 0,1-1-1 0 0,-1 1 0 0 0,0 0 1 0 0,1 0-1 0 0,-1 0 0 0 0,0 0 1 0 0,1 0-1 0 0,-1 0 0 0 0,0 0 1 0 0,1 0-1 0 0,-1 0 1 0 0,0 0-1 0 0,1 0 0 0 0,-1 1 1 0 0,0-1-1 0 0,1 0 0 0 0,-1 0 1 0 0,1 1-1 0 0,-2-1 0 0 0,-2 2-73 0 0,1-1 0 0 0,-1 1 0 0 0,0 0 0 0 0,1 0-1 0 0,-1 0 1 0 0,1 1 0 0 0,-4 3 0 0 0,-14 16 24 0 0,2 0 1 0 0,0 2 0 0 0,1 0 0 0 0,1 1-1 0 0,-16 35 1 0 0,25-45 111 0 0,1 1 0 0 0,0 0 0 0 0,1 1 1 0 0,1-1-1 0 0,1 1 0 0 0,0 0 0 0 0,1 1 0 0 0,1-1 0 0 0,1 0 0 0 0,1 26 0 0 0,0-37-32 0 0,1 1 0 0 0,0-1 0 0 0,1 1-1 0 0,-1-1 1 0 0,1 1 0 0 0,1-1 0 0 0,-1 0 0 0 0,1 0-1 0 0,0 0 1 0 0,0 0 0 0 0,1 0 0 0 0,0-1 0 0 0,0 1 0 0 0,0-1-1 0 0,1 0 1 0 0,-1-1 0 0 0,1 1 0 0 0,0-1 0 0 0,1 0 0 0 0,-1 0-1 0 0,1 0 1 0 0,-1-1 0 0 0,12 5 0 0 0,-6-4 18 0 0,1 0 1 0 0,1 0-1 0 0,-1-2 1 0 0,0 1-1 0 0,1-1 0 0 0,-1-1 1 0 0,1-1-1 0 0,-1 1 1 0 0,1-2-1 0 0,0 0 1 0 0,21-4-1 0 0,-15 0 42 0 0,-1-1 0 0 0,1 0 0 0 0,-1-1 0 0 0,-1-1 0 0 0,0-1-1 0 0,0-1 1 0 0,0 0 0 0 0,-1-1 0 0 0,-1 0 0 0 0,24-24 0 0 0,-23 19-33 0 0,0-1 0 0 0,-1 0 1 0 0,-1-2-1 0 0,-1 1 0 0 0,0-2 1 0 0,-2 0-1 0 0,0 0 0 0 0,14-37 0 0 0,-22 47-88 0 0,0 0 1 0 0,0 0-1 0 0,-1-1 0 0 0,-1 1 0 0 0,0-1 0 0 0,0 0 0 0 0,-1 1 0 0 0,0-1 0 0 0,-1 1 0 0 0,0-1 1 0 0,0 1-1 0 0,-1-1 0 0 0,-5-14 0 0 0,3 17-80 0 0,1-1 0 0 0,-1 1-1 0 0,-1 0 1 0 0,1 0 0 0 0,-2 0 0 0 0,1 1 0 0 0,-1-1-1 0 0,0 1 1 0 0,0 1 0 0 0,-1-1 0 0 0,0 1 0 0 0,0 0 0 0 0,0 1-1 0 0,-1 0 1 0 0,-13-7 0 0 0,2 3-420 0 0,-1 2 1 0 0,0 0-1 0 0,0 1 0 0 0,0 1 1 0 0,-1 1-1 0 0,0 1 0 0 0,1 0 0 0 0,-1 2 1 0 0,0 1-1 0 0,0 0 0 0 0,-25 4 1 0 0,-6 4-1714 0 0,0 2 1 0 0,1 2-1 0 0,-64 24 0 0 0,63-17-1745 0 0,2 2-1748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25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60 956 0 0,'-55'4'7450'0'0,"52"-4"-6577"0"0,0 0-18 0 0,-22 3 2303 0 0,22-3-2457 0 0,-12 2 2190 0 0,427-58-1038 0 0,-342 51-1489 0 0,-67 5-331 0 0,24-7-933 0 0,-25 7 218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25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60 276 0 0,'9'-44'8413'0'0,"-1"29"-2630"0"0,-8 15-5731 0 0,2 84 981 0 0,-3-49-822 0 0,6 48 0 0 0,-4-74-180 0 0,1 1 0 0 0,0-1 0 0 0,1 1 1 0 0,-1-1-1 0 0,2 0 0 0 0,-1 0 1 0 0,1 0-1 0 0,1 0 0 0 0,9 13 0 0 0,-13-19-17 0 0,2-1 0 0 0,-1 1-1 0 0,0 0 1 0 0,1-1 0 0 0,-1 1-1 0 0,1-1 1 0 0,-1 0 0 0 0,1 0-1 0 0,0 0 1 0 0,0 0-1 0 0,0 0 1 0 0,1-1 0 0 0,-1 1-1 0 0,0-1 1 0 0,0 0 0 0 0,1 0-1 0 0,-1 0 1 0 0,1-1 0 0 0,-1 1-1 0 0,1-1 1 0 0,-1 1-1 0 0,1-1 1 0 0,-1 0 0 0 0,1-1-1 0 0,-1 1 1 0 0,1-1 0 0 0,-1 1-1 0 0,5-2 1 0 0,-2-1 52 0 0,1 0-1 0 0,-1 0 1 0 0,1-1 0 0 0,-1 1 0 0 0,0-1-1 0 0,0-1 1 0 0,-1 1 0 0 0,1-1 0 0 0,-1 0 0 0 0,0 0-1 0 0,0 0 1 0 0,-1-1 0 0 0,5-6 0 0 0,17-32 947 0 0,-2-1 0 0 0,29-80 0 0 0,-52 123-1011 0 0,-2 24-2 0 0,-24 149 276 0 0,14-82-94 0 0,-50 271 41 0 0,59-351-1779 0 0,-1 7 286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27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88 112 1304 0 0,'-2'-1'3537'0'0,"-6"1"-2616"0"0,-21-1 7916 0 0,21 1-5591 0 0,5 0-2744 0 0,-2 0 79 0 0,1 0 143 0 0,-1 0 1 0 0,1 0-1 0 0,-1 1 0 0 0,1 0 0 0 0,-7 2 2594 0 0,13-13-2557 0 0,-1 6-758 0 0,0 0 0 0 0,0-1 0 0 0,0 2 0 0 0,1-1 0 0 0,0 0 0 0 0,0 0 0 0 0,0 0 0 0 0,0 1 0 0 0,0-1 0 0 0,1 1 0 0 0,-1 0 0 0 0,1-1 0 0 0,0 1 0 0 0,0 0 0 0 0,0 1 0 0 0,0-1 0 0 0,1 1 0 0 0,-1-1 0 0 0,1 1 0 0 0,-1 0 0 0 0,5-2 0 0 0,6-1-19 0 0,-1 0 1 0 0,1 1 0 0 0,1 0-1 0 0,17-2 1 0 0,-24 5 2 0 0,9-2-42 0 0,1 1 0 0 0,-1 1 0 0 0,0 1 0 0 0,1 0 0 0 0,-1 1 0 0 0,24 5 0 0 0,-30-4 20 0 0,-1 0 1 0 0,1 1 0 0 0,-1 1-1 0 0,0 0 1 0 0,0 0 0 0 0,0 1 0 0 0,-1 0-1 0 0,0 0 1 0 0,1 1 0 0 0,-2 1-1 0 0,12 9 1 0 0,-17-13 28 0 0,-1 0-1 0 0,1 0 1 0 0,0 0 0 0 0,-1 1 0 0 0,0-1-1 0 0,0 1 1 0 0,0-1 0 0 0,0 1 0 0 0,-1 0-1 0 0,1 0 1 0 0,-1-1 0 0 0,0 1-1 0 0,0 0 1 0 0,-1 0 0 0 0,1 6 0 0 0,-1-3-6 0 0,0 0 0 0 0,-1-1 0 0 0,0 1 0 0 0,0 0 0 0 0,0-1 0 0 0,-1 1 0 0 0,0-1 0 0 0,-5 10 0 0 0,-2 2 12 0 0,-1 0 1 0 0,0-1-1 0 0,-2-1 1 0 0,0 0-1 0 0,-17 18 1 0 0,-23 19 113 0 0,-2-2 0 0 0,-93 67 0 0 0,147-118-117 0 0,0 0 1 0 0,0 0-1 0 0,0 0 1 0 0,-1 0-1 0 0,1 0 1 0 0,0 0-1 0 0,0 0 1 0 0,0 0 0 0 0,-1 1-1 0 0,1-1 1 0 0,0 0-1 0 0,0 0 1 0 0,0 0-1 0 0,0 0 1 0 0,-1 0-1 0 0,1 0 1 0 0,0 1-1 0 0,0-1 1 0 0,0 0-1 0 0,0 0 1 0 0,0 0-1 0 0,0 0 1 0 0,0 0 0 0 0,-1 1-1 0 0,1-1 1 0 0,0 0-1 0 0,0 0 1 0 0,0 0-1 0 0,0 1 1 0 0,0-1-1 0 0,0 0 1 0 0,0 0-1 0 0,0 0 1 0 0,0 1-1 0 0,0-1 1 0 0,0 0 0 0 0,0 0-1 0 0,0 0 1 0 0,0 0-1 0 0,0 1 1 0 0,0-1-1 0 0,0 0 1 0 0,0 0-1 0 0,0 0 1 0 0,0 1-1 0 0,1-1 1 0 0,-1 0-1 0 0,12 2-36 0 0,17-4-26 0 0,528-73-79 0 0,-439 65-414 0 0,-116 10 161 0 0,1 0-111 0 0,7 0-117 0 0,-7 0-123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27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33 20 0 0,'24'-33'16138'0'0,"-22"35"-15796"0"0,0 1-226 0 0,1 0 0 0 0,-1 1 0 0 0,0-1 0 0 0,0 1-1 0 0,0 0 1 0 0,0-1 0 0 0,-1 1 0 0 0,1 0 0 0 0,-1 0 0 0 0,0 0-1 0 0,-1 0 1 0 0,1 0 0 0 0,0 0 0 0 0,-1 8 0 0 0,1 12 468 0 0,-4 29-1 0 0,3-45-538 0 0,-23 202 1034 0 0,-1 14-2596 0 0,25-176-4614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28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263 158 284 0 0,'22'-27'19751'0'0,"-42"48"-20847"0"0,12-12 1567 0 0,-13 10-489 0 0,2 1 1 0 0,1 1-1 0 0,1 1 1 0 0,0 0-1 0 0,2 2 1 0 0,-17 32-1 0 0,25-39 16 0 0,0 0-1 0 0,1 0 1 0 0,2 1-1 0 0,-1 0 1 0 0,2 0-1 0 0,0 0 1 0 0,2 0 0 0 0,-1 20-1 0 0,3-31 17 0 0,-1-1 0 0 0,0 1 0 0 0,1-1 0 0 0,1 0 0 0 0,-1 1 0 0 0,1-1 0 0 0,0 0 0 0 0,0 0-1 0 0,1 0 1 0 0,-1 0 0 0 0,1-1 0 0 0,1 1 0 0 0,-1-1 0 0 0,1 1 0 0 0,0-1 0 0 0,0 0 0 0 0,0-1 0 0 0,1 1 0 0 0,0-1 0 0 0,0 0 0 0 0,0 0 0 0 0,0 0-1 0 0,1-1 1 0 0,-1 0 0 0 0,1 0 0 0 0,7 3 0 0 0,10 1 79 0 0,0 0-1 0 0,1-1 1 0 0,-1-2-1 0 0,1 0 1 0 0,0-2 0 0 0,41-1-1 0 0,-22-3 469 0 0,-1-2-1 0 0,82-18 1 0 0,-97 15-295 0 0,-1-1-1 0 0,0-1 1 0 0,0-1 0 0 0,-1-2 0 0 0,-1 0 0 0 0,0-2 0 0 0,0 0-1 0 0,30-26 1 0 0,-45 32-142 0 0,0-1 0 0 0,0 0 0 0 0,0 0 1 0 0,-1-1-1 0 0,-1 0 0 0 0,0-1 0 0 0,0 0 0 0 0,9-22 0 0 0,-12 24-78 0 0,-1 0 0 0 0,-1-1 0 0 0,0 1 0 0 0,0-1 0 0 0,-1 1 0 0 0,0-1 0 0 0,-1 1 0 0 0,0-1 0 0 0,0 0 0 0 0,-1 1 0 0 0,0-1 0 0 0,-1 1 0 0 0,-3-10 0 0 0,1 6-41 0 0,0 0 0 0 0,-1 1 0 0 0,-1-1 0 0 0,0 1 0 0 0,0 1 0 0 0,-1-1 0 0 0,-1 1-1 0 0,0 0 1 0 0,-1 1 0 0 0,-10-11 0 0 0,5 8-52 0 0,-2 0 0 0 0,1 1 0 0 0,-2 1-1 0 0,1 0 1 0 0,-1 1 0 0 0,-25-10-1 0 0,11 8-452 0 0,-1 1 0 0 0,0 1 1 0 0,-1 2-1 0 0,0 1 0 0 0,0 2 0 0 0,-1 1 0 0 0,-62 1 0 0 0,60 5-875 0 0,1 2 0 0 0,0 2 0 0 0,-66 18 0 0 0,-31 25-6244 0 0,79-24 1294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29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51 1920 0 0,'-3'0'2017'0'0,"-39"-5"5209"0"0,39 5-6322 0 0,-7-2 1654 0 0,502-38-563 0 0,-459 38-1881 0 0,-31 2-108 0 0,1 0-20 0 0,10 0-75 0 0,-10 0-144 0 0,7-1-1292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0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11 120 1308 0 0,'4'-15'5787'0'0,"-2"10"-5283"0"0,-1-1-1 0 0,1 2 0 0 0,0-1 0 0 0,0 0 0 0 0,1 0 0 0 0,0 1 1 0 0,-1-1-1 0 0,1 1 0 0 0,1 0 0 0 0,-1 0 0 0 0,1 0 1 0 0,-1 0-1 0 0,7-4 0 0 0,-3 3-298 0 0,-1 1 1 0 0,1 0-1 0 0,0 0 1 0 0,0 1-1 0 0,0 0 0 0 0,1 0 1 0 0,-1 1-1 0 0,13-3 1 0 0,-10 3-203 0 0,0 1 1 0 0,-1 0 0 0 0,1 0 0 0 0,0 1-1 0 0,-1 0 1 0 0,1 1 0 0 0,0 0-1 0 0,-1 1 1 0 0,1 0 0 0 0,-1 0 0 0 0,1 1-1 0 0,-1 0 1 0 0,0 1 0 0 0,0 0-1 0 0,12 8 1 0 0,-18-10 7 0 0,0 0 0 0 0,0 0 0 0 0,0 0 0 0 0,-1 1 0 0 0,1-1 0 0 0,-1 1 0 0 0,0 0 0 0 0,1 0 0 0 0,-1 0 1 0 0,0 0-1 0 0,-1 0 0 0 0,1 0 0 0 0,-1 0 0 0 0,1 1 0 0 0,-1-1 0 0 0,0 1 0 0 0,1 5 0 0 0,-2-4 3 0 0,1 1 0 0 0,-2-1 0 0 0,1 1 0 0 0,0 0 1 0 0,-1-1-1 0 0,0 1 0 0 0,0-1 0 0 0,-1 0 0 0 0,0 1 0 0 0,-3 6 0 0 0,-5 8 38 0 0,-1 0 0 0 0,-1-1 0 0 0,-1 0-1 0 0,-20 22 1 0 0,31-39-44 0 0,-33 43 191 0 0,34-43-182 0 0,0-1-4 0 0,-2 5 3 0 0,2-5 0 0 0,1 0-12 0 0,1 0 0 0 0,-1-1 0 0 0,1 1-1 0 0,-1 0 1 0 0,1-1 0 0 0,-1 1 0 0 0,1 0-1 0 0,-1-1 1 0 0,1 1 0 0 0,0-1 0 0 0,-1 1 0 0 0,1-1-1 0 0,0 1 1 0 0,-1-1 0 0 0,1 0 0 0 0,0 1-1 0 0,0-1 1 0 0,0 0 0 0 0,-1 1 0 0 0,1-1 0 0 0,0 0-1 0 0,1 0 1 0 0,24 6 42 0 0,-20-5-41 0 0,11 5 1 0 0,0 0-1 0 0,-1 1 1 0 0,0 0 0 0 0,22 15-1 0 0,-30-17 27 0 0,0 0-1 0 0,-1 1 0 0 0,1 0 0 0 0,-1 0 1 0 0,-1 1-1 0 0,1 0 0 0 0,-1 0 0 0 0,-1 0 1 0 0,11 17-1 0 0,-15-21 35 0 0,0-1 0 0 0,0 1-1 0 0,-1 0 1 0 0,1 0 0 0 0,-1 0 0 0 0,1 0 0 0 0,-1 0 0 0 0,0 0-1 0 0,0 0 1 0 0,0 0 0 0 0,0 0 0 0 0,-1 0 0 0 0,1 0 0 0 0,-1 0-1 0 0,0 0 1 0 0,0 0 0 0 0,0 0 0 0 0,0 0 0 0 0,0 0-1 0 0,-1-1 1 0 0,1 1 0 0 0,-1-1 0 0 0,0 1 0 0 0,0-1 0 0 0,0 0-1 0 0,0 1 1 0 0,0-1 0 0 0,-5 3 0 0 0,0 2 82 0 0,-1-1 0 0 0,-1 0 0 0 0,1 0 0 0 0,-1-1 0 0 0,0 0 0 0 0,0 0 0 0 0,-13 4 0 0 0,5-4-127 0 0,-1 0 1 0 0,0-1-1 0 0,0-1 1 0 0,0-1-1 0 0,-1 0 0 0 0,1-1 1 0 0,0-2-1 0 0,-1 1 1 0 0,1-2-1 0 0,0 0 0 0 0,0-2 1 0 0,0 0-1 0 0,0-1 1 0 0,1 0-1 0 0,-25-12 1 0 0,41 17-149 0 0,1 0 0 0 0,-1-1 0 0 0,0 1 0 0 0,0-1 0 0 0,0 1 0 0 0,0-1 0 0 0,0 0 1 0 0,1 1-1 0 0,-1-1 0 0 0,0 0 0 0 0,0 1 0 0 0,1-1 0 0 0,-1 0 0 0 0,1 0 0 0 0,-1 0 0 0 0,1 1 1 0 0,-1-1-1 0 0,1 0 0 0 0,-1 0 0 0 0,1 0 0 0 0,0 0 0 0 0,-1 0 0 0 0,1 0 0 0 0,0 0 1 0 0,0 0-1 0 0,0 0 0 0 0,0 0 0 0 0,0 0 0 0 0,0 0 0 0 0,0 0 0 0 0,0 0 0 0 0,0 0 1 0 0,0 0-1 0 0,1 0 0 0 0,-1 0 0 0 0,0 0 0 0 0,1 0 0 0 0,-1 0 0 0 0,0 1 0 0 0,1-1 0 0 0,-1 0 1 0 0,1 0-1 0 0,0 0 0 0 0,-1 0 0 0 0,1 1 0 0 0,0-1 0 0 0,0 0 0 0 0,5-6-1271 0 0,0 1 0 0 0,0 0 0 0 0,0 1-1 0 0,9-6 1 0 0,-13 10 988 0 0,19-13-4539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1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1220 0 0,'0'-6'1866'0'0,"0"1"1"0"0,1-1-1 0 0,-1 1 1 0 0,1-1-1 0 0,3-8 0 0 0,-3 11-1339 0 0,1-1-1 0 0,-1 1 0 0 0,1-1 0 0 0,0 1 1 0 0,0 0-1 0 0,0 0 0 0 0,4-5 1 0 0,-2 4-436 0 0,1 1 1 0 0,-1-1 0 0 0,1 1 0 0 0,-1 0 0 0 0,1 0 0 0 0,0 0 0 0 0,0 0 0 0 0,1 1 0 0 0,-1 0 0 0 0,0 0 0 0 0,11-1 0 0 0,-5 0-73 0 0,0 1 1 0 0,1 1 0 0 0,-1 0 0 0 0,1 1 0 0 0,-1 0 0 0 0,1 1 0 0 0,-1 0 0 0 0,1 0-1 0 0,-1 2 1 0 0,17 4 0 0 0,-24-6-18 0 0,0 1-1 0 0,0-1 1 0 0,-1 1-1 0 0,1 0 1 0 0,0 0-1 0 0,-1 0 1 0 0,0 0-1 0 0,1 0 1 0 0,-1 1-1 0 0,0 0 1 0 0,0 0-1 0 0,0 0 1 0 0,-1 0-1 0 0,1 0 1 0 0,-1 0-1 0 0,1 1 1 0 0,-1-1-1 0 0,0 1 1 0 0,0-1-1 0 0,-1 1 1 0 0,1 0-1 0 0,-1 0 1 0 0,0 0-1 0 0,0 0 1 0 0,0 0-1 0 0,0 0 1 0 0,-1 0-1 0 0,0 0 1 0 0,0 0-1 0 0,0 0 1 0 0,0 0-1 0 0,-2 6 1 0 0,0 3 61 0 0,-1-1-1 0 0,-1 0 1 0 0,0 1 0 0 0,-1-2 0 0 0,0 1 0 0 0,-1-1 0 0 0,0 1-1 0 0,-1-2 1 0 0,0 1 0 0 0,-17 18 0 0 0,-7 4 664 0 0,-60 49 0 0 0,65-61-449 0 0,-49 43 338 0 0,74-63-576 0 0,1 0-32 0 0,1 0 1 0 0,-1 0-1 0 0,1-1 1 0 0,0 1 0 0 0,-1 0-1 0 0,1 0 1 0 0,-1-1-1 0 0,1 1 1 0 0,0-1-1 0 0,0 1 1 0 0,-1-1 0 0 0,1 1-1 0 0,0-1 1 0 0,0 1-1 0 0,0-1 1 0 0,-1 1 0 0 0,1-1-1 0 0,0 0 1 0 0,0 0-1 0 0,0 0 1 0 0,0 1 0 0 0,0-1-1 0 0,0 0 1 0 0,0 0-1 0 0,0 0 1 0 0,0 0-1 0 0,1 0 1 0 0,28 0 98 0 0,256-24 139 0 0,-154 11-225 0 0,8 0-1637 0 0,-137 12 817 0 0,3 2-1960 0 0,0-1 2303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2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94 1772 0 0,'0'0'7627'0'0,"-13"10"-6248"0"0,-2 20-294 0 0,2 1 0 0 0,-15 54 0 0 0,23-67-915 0 0,1 1 0 0 0,1 0 0 0 0,1 0 0 0 0,0 0 0 0 0,1 0 0 0 0,3 25 0 0 0,-1-37-51 0 0,0 0 0 0 0,0 0 0 0 0,1 0-1 0 0,0 0 1 0 0,1-1 0 0 0,-1 1 0 0 0,1-1-1 0 0,0 0 1 0 0,1 0 0 0 0,0 0 0 0 0,0 0-1 0 0,0 0 1 0 0,8 7 0 0 0,-4-6 2 0 0,-1 0 0 0 0,2-1 0 0 0,-1 0 0 0 0,1-1 0 0 0,-1 1 0 0 0,1-2 0 0 0,1 1 1 0 0,15 4-1 0 0,-7-4 107 0 0,-1 0 0 0 0,1-2 0 0 0,0 0 1 0 0,1-1-1 0 0,-1-1 0 0 0,0 0 1 0 0,1-2-1 0 0,-1 0 0 0 0,0-1 0 0 0,20-5 1 0 0,-28 5-157 0 0,-1 0 1 0 0,0-1 0 0 0,0-1 0 0 0,0 0-1 0 0,0 0 1 0 0,-1 0 0 0 0,1-1 0 0 0,-1-1-1 0 0,0 1 1 0 0,-1-1 0 0 0,1-1 0 0 0,-1 1 0 0 0,-1-1-1 0 0,1 0 1 0 0,-1-1 0 0 0,0 0 0 0 0,-1 0-1 0 0,0 0 1 0 0,0 0 0 0 0,0-1 0 0 0,-1 0-1 0 0,-1 0 1 0 0,0 0 0 0 0,0 0 0 0 0,-1-1-1 0 0,0 1 1 0 0,0-1 0 0 0,0-17 0 0 0,-1 11-41 0 0,-2 0-1 0 0,0-1 1 0 0,-1 1 0 0 0,0 0 0 0 0,-2 0 0 0 0,0 0 0 0 0,0 0 0 0 0,-1 0-1 0 0,-1 1 1 0 0,-1 0 0 0 0,0 0 0 0 0,-1 1 0 0 0,-1 0 0 0 0,-14-18 0 0 0,17 23-181 0 0,-1 1-1 0 0,-1-1 1 0 0,0 2 0 0 0,0-1 0 0 0,-1 1 0 0 0,1 0 0 0 0,-1 1 0 0 0,-1 0 0 0 0,1 0 0 0 0,-1 1 0 0 0,0 0-1 0 0,-1 1 1 0 0,1 0 0 0 0,-1 0 0 0 0,0 2 0 0 0,1-1 0 0 0,-1 1 0 0 0,0 1 0 0 0,-1 0 0 0 0,1 0 0 0 0,-22 2-1 0 0,27 0-259 0 0,0 1-1 0 0,0-1 0 0 0,0 1 0 0 0,0 0 0 0 0,0 0 1 0 0,-10 7-1 0 0,14-8 61 0 0,0 0 0 0 0,1 0 0 0 0,-1 0 0 0 0,0 0 1 0 0,1 0-1 0 0,-1 0 0 0 0,1 0 0 0 0,0 1 0 0 0,-1-1 0 0 0,1 1 0 0 0,0-1 1 0 0,0 1-1 0 0,0 0 0 0 0,0-1 0 0 0,0 1 0 0 0,0 0 0 0 0,0-1 0 0 0,1 1 0 0 0,-1 0 1 0 0,1 0-1 0 0,-1 0 0 0 0,1 0 0 0 0,-1 0 0 0 0,1 0 0 0 0,0 3 0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2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597 81 548 0 0,'-49'-46'14110'0'0,"46"44"-13605"0"0,3 1-487 0 0,-1 1 0 0 0,1 0 0 0 0,0 0 0 0 0,0 0 0 0 0,0-1 0 0 0,0 1 0 0 0,0 0 0 0 0,0 0 0 0 0,-1 0 0 0 0,1 0 0 0 0,0-1 1 0 0,0 1-1 0 0,0 0 0 0 0,0 0 0 0 0,-1 0 0 0 0,1 0 0 0 0,0 0 0 0 0,0 0 0 0 0,0 0 0 0 0,-1-1 0 0 0,1 1 0 0 0,0 0 0 0 0,0 0 0 0 0,-1 0 0 0 0,1 0 1 0 0,0 0-1 0 0,0 0 0 0 0,0 0 0 0 0,-1 0 0 0 0,1 0 0 0 0,0 0 0 0 0,0 0 0 0 0,-1 0 0 0 0,1 0 0 0 0,0 1 0 0 0,0-1 0 0 0,0 0 0 0 0,-1 0 0 0 0,1 0 0 0 0,-4 3 12 0 0,0 0-1 0 0,0 0 1 0 0,0 1-1 0 0,0 0 1 0 0,1-1-1 0 0,-1 1 1 0 0,1 0-1 0 0,0 1 1 0 0,0-1-1 0 0,-2 6 1 0 0,-25 56 199 0 0,17-36-134 0 0,6-14-42 0 0,1 0 1 0 0,1 0 0 0 0,0 0 0 0 0,1 1 0 0 0,1-1 0 0 0,0 1 0 0 0,1 0 0 0 0,1 0 0 0 0,1 0-1 0 0,2 23 1 0 0,-1-31 57 0 0,1 0-1 0 0,0 1 1 0 0,0-1 0 0 0,1 0-1 0 0,0-1 1 0 0,0 1-1 0 0,1 0 1 0 0,0-1 0 0 0,1 0-1 0 0,0 0 1 0 0,0 0-1 0 0,1-1 1 0 0,0 1-1 0 0,0-1 1 0 0,1-1 0 0 0,0 1-1 0 0,0-1 1 0 0,0 0-1 0 0,1-1 1 0 0,10 6-1 0 0,-3-3 171 0 0,0-1 0 0 0,0-1 0 0 0,1 0 0 0 0,0-1-1 0 0,0-1 1 0 0,0 0 0 0 0,0-1 0 0 0,0-1-1 0 0,1-1 1 0 0,0 0 0 0 0,-1-1 0 0 0,1-1-1 0 0,29-5 1 0 0,-35 4-123 0 0,0-1 0 0 0,0 0 0 0 0,0-1-1 0 0,0 0 1 0 0,0 0 0 0 0,-1-2 0 0 0,0 1 0 0 0,0-1-1 0 0,-1 0 1 0 0,1-1 0 0 0,-1 0 0 0 0,-1-1 0 0 0,0 0-1 0 0,0 0 1 0 0,0-1 0 0 0,-1 0 0 0 0,0 0 0 0 0,-1-1-1 0 0,0 0 1 0 0,8-16 0 0 0,-10 15-122 0 0,0 0 1 0 0,0 0-1 0 0,-1-1 0 0 0,-1 1 1 0 0,0-1-1 0 0,0 1 0 0 0,-1-1 0 0 0,0 0 1 0 0,-1 1-1 0 0,-1-1 0 0 0,0 0 1 0 0,0 1-1 0 0,-1-1 0 0 0,-1 1 0 0 0,0-1 1 0 0,0 1-1 0 0,-1 0 0 0 0,-6-12 1 0 0,3 11-94 0 0,0 0 0 0 0,-1 0 1 0 0,0 0-1 0 0,-1 1 1 0 0,0 0-1 0 0,-1 1 0 0 0,0 0 1 0 0,0 0-1 0 0,-1 1 1 0 0,-1 1-1 0 0,1 0 1 0 0,-1 0-1 0 0,-1 1 0 0 0,-20-9 1 0 0,4 6-403 0 0,-1 1 1 0 0,0 1-1 0 0,0 2 1 0 0,-1 1 0 0 0,1 1-1 0 0,-1 2 1 0 0,0 1-1 0 0,-32 3 1 0 0,-19 5-2979 0 0,-144 33 1 0 0,131-17-1742 0 0,-2 4-2775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4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71 2368 0 0,'-3'0'5043'0'0,"-11"-3"-2380"0"0,-1 0 0 0 0,-21-9 1 0 0,34 12-2163 0 0,-20-11 1151 0 0,16 3-1385 0 0,9 6-258 0 0,0-1-1 0 0,0 1 1 0 0,0 0 0 0 0,0 0-1 0 0,0 0 1 0 0,0 0-1 0 0,1 0 1 0 0,-1 1 0 0 0,0-1-1 0 0,1 1 1 0 0,-1 0 0 0 0,6-1-1 0 0,48-6 19 0 0,-43 7-39 0 0,1 1 0 0 0,0 0 1 0 0,-1 2-1 0 0,1-1 0 0 0,-1 2 1 0 0,1 0-1 0 0,-1 1 0 0 0,0 0 1 0 0,0 1-1 0 0,0 1 0 0 0,14 7 1 0 0,-23-10 12 0 0,0 0 0 0 0,-1 0 1 0 0,1 0-1 0 0,-1 0 0 0 0,1 1 0 0 0,-1-1 1 0 0,0 1-1 0 0,-1 0 0 0 0,1 1 1 0 0,-1-1-1 0 0,0 1 0 0 0,0-1 0 0 0,0 1 1 0 0,0 0-1 0 0,-1 0 0 0 0,0 0 1 0 0,0 0-1 0 0,0 0 0 0 0,-1 1 1 0 0,1-1-1 0 0,-1 1 0 0 0,-1-1 0 0 0,1 1 1 0 0,-1-1-1 0 0,0 1 0 0 0,0-1 1 0 0,-1 1-1 0 0,1-1 0 0 0,-1 1 0 0 0,-1-1 1 0 0,1 0-1 0 0,-3 8 0 0 0,-3 5 19 0 0,-1-1 0 0 0,-1 0 0 0 0,0-1-1 0 0,-1 1 1 0 0,-1-2 0 0 0,0 0 0 0 0,-1 0-1 0 0,-1-1 1 0 0,-16 15 0 0 0,-20 12 285 0 0,-73 49-1 0 0,95-71-147 0 0,26-18-152 0 0,0-1 1 0 0,0 1 0 0 0,0 0 0 0 0,0 0-1 0 0,0 0 1 0 0,0-1 0 0 0,0 1 0 0 0,0 0-1 0 0,0 1 1 0 0,0-1 0 0 0,1 0 0 0 0,-2 1-1 0 0,2-1-3 0 0,0-1 0 0 0,0 0 0 0 0,0 0 0 0 0,0 1 0 0 0,0-1-1 0 0,0 0 1 0 0,0 1 0 0 0,0-1 0 0 0,0 0 0 0 0,0 0 0 0 0,0 0-1 0 0,1 1 1 0 0,-1-1 0 0 0,0 0 0 0 0,0 0 0 0 0,0 1 0 0 0,0-1-1 0 0,0 0 1 0 0,1 0 0 0 0,-1 0 0 0 0,0 1 0 0 0,0-1 0 0 0,0 0-1 0 0,1 0 1 0 0,-1 0 0 0 0,0 0 0 0 0,0 0 0 0 0,1 1 0 0 0,-1-1-1 0 0,0 0 1 0 0,0 0 0 0 0,0 0 0 0 0,1 0 0 0 0,-1 0 0 0 0,1 0 0 0 0,32 2 21 0 0,236-26 12 0 0,-78 6-45 0 0,-100 11-23 0 0,89-8-2204 0 0,-177 15 1278 0 0,6 0-423 0 0,-5 0 62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5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39 2388 0 0,'-67'-9'9937'0'0,"19"3"-5758"0"0,46 5-3548 0 0,6 1-557 0 0,157-6 197 0 0,63-6-79 0 0,-166 10 490 0 0,-56 2-571 0 0,2-2 896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5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2028 0 0,'6'-24'8113'0'0,"-5"20"-7794"0"0,0 0 0 0 0,1 1 1 0 0,0-1-1 0 0,-1 0 0 0 0,1 1 0 0 0,0 0 1 0 0,1-1-1 0 0,-1 1 0 0 0,1 0 0 0 0,-1 0 1 0 0,1 0-1 0 0,0 1 0 0 0,0-1 1 0 0,0 1-1 0 0,1-1 0 0 0,3-1 0 0 0,-1 0-152 0 0,1 2 0 0 0,-1-1 0 0 0,1 1 0 0 0,0 0 1 0 0,0 0-1 0 0,0 0 0 0 0,0 1 0 0 0,13 0 0 0 0,-10 0-164 0 0,-1 1 0 0 0,1 1 0 0 0,-1 0-1 0 0,0 0 1 0 0,0 1 0 0 0,1 0 0 0 0,-1 0 0 0 0,0 1 0 0 0,-1 1 0 0 0,1-1 0 0 0,-1 1 0 0 0,1 1 0 0 0,-1 0 0 0 0,12 9 0 0 0,-16-11 2 0 0,-1 1 1 0 0,1 0 0 0 0,-1 0 0 0 0,1 0 0 0 0,-1 0 0 0 0,-1 1 0 0 0,1 0 0 0 0,-1-1 0 0 0,1 1 0 0 0,-1 0 0 0 0,-1 0 0 0 0,1 0 0 0 0,-1 0 0 0 0,1 0 0 0 0,-2 0-1 0 0,1 1 1 0 0,0 6 0 0 0,-2-3 10 0 0,1-1 0 0 0,-2 1 0 0 0,1 0 0 0 0,-1 0 0 0 0,-1 0 0 0 0,1-1 0 0 0,-1 1 0 0 0,-1-1 0 0 0,-6 12 0 0 0,-12 16 301 0 0,-2-1-1 0 0,-2-1 0 0 0,-1-2 0 0 0,-1 0 1 0 0,-50 42-1 0 0,69-66-263 0 0,6-6-37 0 0,1 0 0 0 0,-1 0 0 0 0,1 0 0 0 0,-1 1 0 0 0,1-1 0 0 0,-1 1 1 0 0,1-1-1 0 0,0 1 0 0 0,0 0 0 0 0,1 0 0 0 0,-1 0 0 0 0,0 0 0 0 0,1 0 0 0 0,-2 6 0 0 0,4-8-7 0 0,0 0 0 0 0,-1 0 0 0 0,1 0-1 0 0,0 0 1 0 0,0 0 0 0 0,1 0-1 0 0,-1 0 1 0 0,0 0 0 0 0,0-1-1 0 0,0 1 1 0 0,0 0 0 0 0,1-1 0 0 0,-1 1-1 0 0,0-1 1 0 0,1 1 0 0 0,-1-1-1 0 0,0 0 1 0 0,1 1 0 0 0,1-1-1 0 0,26 4 17 0 0,0-2-1 0 0,1 0 0 0 0,-1-2 0 0 0,47-6 0 0 0,-28 2-8 0 0,-8 1-166 0 0,143-10 304 0 0,-64 2-2879 0 0,-117 11 1809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7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93 1528 0 0,'-15'-2'4521'0'0,"12"2"-4131"0"0,1-1 0 0 0,-1 1 1 0 0,1 0-1 0 0,-1-1 1 0 0,1 1-1 0 0,-1-1 1 0 0,1 0-1 0 0,-1 0 0 0 0,1 0 1 0 0,0 0-1 0 0,-1 0 1 0 0,1-1-1 0 0,0 1 0 0 0,0-1 1 0 0,0 1-1 0 0,0-1 1 0 0,0 0-1 0 0,-3-4 1 0 0,5 6-369 0 0,0-1 0 0 0,0 0 1 0 0,0 0-1 0 0,1 0 0 0 0,-1 1 0 0 0,0-1 1 0 0,0 0-1 0 0,0 0 0 0 0,1 0 1 0 0,-1 1-1 0 0,0-1 0 0 0,0 0 1 0 0,1 1-1 0 0,-1-1 0 0 0,1 0 1 0 0,-1 1-1 0 0,1-1 0 0 0,-1 0 1 0 0,1 1-1 0 0,-1-1 0 0 0,1 1 1 0 0,0-1-1 0 0,-1 1 0 0 0,1-1 0 0 0,1 0 1 0 0,18-11 146 0 0,-5 5-120 0 0,0 1 0 0 0,1 0 0 0 0,-1 2 0 0 0,1 0 0 0 0,0 0 0 0 0,1 2 0 0 0,-1 0 0 0 0,32 0 0 0 0,-39 2-50 0 0,1 1 1 0 0,-1-1 0 0 0,0 2 0 0 0,1-1-1 0 0,-1 1 1 0 0,0 1 0 0 0,0 0-1 0 0,0 0 1 0 0,0 0 0 0 0,0 1 0 0 0,-1 1-1 0 0,0-1 1 0 0,0 2 0 0 0,0-1 0 0 0,-1 1-1 0 0,13 12 1 0 0,-17-15 7 0 0,-1 0-1 0 0,1 0 1 0 0,-1 0 0 0 0,0 0-1 0 0,0 0 1 0 0,-1 1 0 0 0,1-1-1 0 0,-1 1 1 0 0,1-1-1 0 0,-1 1 1 0 0,0-1 0 0 0,-1 1-1 0 0,1 0 1 0 0,-1 0 0 0 0,1-1-1 0 0,-1 1 1 0 0,-1 5 0 0 0,0-3 2 0 0,0 0 0 0 0,0-1 0 0 0,-1 1 0 0 0,0 0 0 0 0,0-1 0 0 0,-1 1 0 0 0,1-1 0 0 0,-1 0 0 0 0,0 0 0 0 0,-5 5 0 0 0,-2 3 19 0 0,-1-1 0 0 0,-1 0 0 0 0,0-1 1 0 0,-1 0-1 0 0,0-1 0 0 0,0 0 0 0 0,-16 7 1 0 0,-3 2 121 0 0,9-5 383 0 0,0-2 0 0 0,-38 16 0 0 0,59-28-367 0 0,6 0-156 0 0,58-1-84 0 0,-51 1 65 0 0,1 1 0 0 0,-1 1-1 0 0,1 0 1 0 0,-1 0 0 0 0,0 1-1 0 0,0 0 1 0 0,0 1 0 0 0,-1 0-1 0 0,1 1 1 0 0,-1 0 0 0 0,0 1-1 0 0,0 0 1 0 0,-1 1 0 0 0,1 0-1 0 0,-2 0 1 0 0,14 14 0 0 0,-20-19 52 0 0,0 0 0 0 0,0 1 0 0 0,0-1 0 0 0,-1 0 0 0 0,1 1 0 0 0,-1 0 0 0 0,1-1 0 0 0,-1 1 0 0 0,0 0 0 0 0,0 0 0 0 0,0-1 0 0 0,0 1 0 0 0,-1 0 0 0 0,1 0 0 0 0,-1 0 0 0 0,0 0 0 0 0,0 0 0 0 0,0 0 0 0 0,0 0 0 0 0,0 0 0 0 0,-1 0 0 0 0,1 0 0 0 0,-1 0 0 0 0,0-1 0 0 0,0 1 0 0 0,0 0 0 0 0,0 0 0 0 0,0-1 0 0 0,-1 1 0 0 0,1 0 0 0 0,-1-1 0 0 0,0 1 0 0 0,1-1 0 0 0,-1 0 0 0 0,-3 2 0 0 0,0 2 38 0 0,-1 0 1 0 0,0-1-1 0 0,-1 0 0 0 0,1 0 1 0 0,-1-1-1 0 0,0 0 0 0 0,0 0 1 0 0,0 0-1 0 0,-1-1 0 0 0,1 0 0 0 0,-1 0 1 0 0,-8 1-1 0 0,-17 1-18 0 0,0-2 0 0 0,0-1-1 0 0,-35-2 1 0 0,-5-3-2442 0 0,42 1 181 0 0,-22 3-5622 0 0,37-1 2975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8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0 3000 0 0,'-40'23'6729'0'0,"32"-19"-5331"0"0,-1 1 1 0 0,1-1-1 0 0,0 2 0 0 0,-13 10 748 0 0,24-15-1999 0 0,-1 0 0 0 0,0 0 0 0 0,0-1 0 0 0,0 1 0 0 0,0-1 0 0 0,1 1 0 0 0,-1-1 0 0 0,0 0 0 0 0,1 0 0 0 0,-1 0 0 0 0,3 0 0 0 0,307-19 1629 0 0,177-4-2247 0 0,-484 23 344 0 0,-3-1-98 0 0,1 1 1 0 0,0 0-1 0 0,-1 0 1 0 0,1 0-1 0 0,-1 0 0 0 0,1 0 1 0 0,-1 1-1 0 0,1-1 1 0 0,-1 1-1 0 0,1 0 1 0 0,-1 0-1 0 0,1-1 0 0 0,-1 2 1 0 0,0-1-1 0 0,0 0 1 0 0,1 0-1 0 0,2 3 1 0 0,-6-3-35 0 0,1 1 0 0 0,-1 0 1 0 0,1-1-1 0 0,-1 1 0 0 0,0-1 1 0 0,1 0-1 0 0,-1 1 1 0 0,0-1-1 0 0,0 0 0 0 0,0 1 1 0 0,0-1-1 0 0,0 0 1 0 0,0 0-1 0 0,-3 2 0 0 0,-8 10-4348 0 0,-1-4-870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8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0 740 0 0,'-47'21'13058'0'0,"33"-15"-11809"0"0,-1 0 1 0 0,1 1-1 0 0,-18 11 1 0 0,29-16-1161 0 0,-18 13 441 0 0,-23 20 1 0 0,38-30-499 0 0,1 0 0 0 0,1 0 0 0 0,-1 0 0 0 0,1 1 0 0 0,0-1 1 0 0,0 1-1 0 0,0 0 0 0 0,1 0 0 0 0,-4 10 0 0 0,6-14-26 0 0,1-1 0 0 0,0 1 1 0 0,0-1-1 0 0,0 1 0 0 0,0 0 0 0 0,0-1 0 0 0,0 1 0 0 0,0 0 0 0 0,0-1 0 0 0,1 1 0 0 0,-1 0 1 0 0,1-1-1 0 0,-1 1 0 0 0,1-1 0 0 0,-1 1 0 0 0,1-1 0 0 0,0 1 0 0 0,0-1 0 0 0,0 0 0 0 0,0 1 1 0 0,0-1-1 0 0,0 0 0 0 0,0 0 0 0 0,0 1 0 0 0,1-1 0 0 0,-1 0 0 0 0,3 1 0 0 0,3 3 11 0 0,0-1 0 0 0,1 1-1 0 0,12 4 1 0 0,-18-8-15 0 0,122 43 31 0 0,-89-33-50 0 0,0 1-1 0 0,-1 1 0 0 0,63 36 1 0 0,-93-47 144 0 0,-1 0 0 0 0,1 1 0 0 0,0 0 0 0 0,-1 0 0 0 0,0 0 0 0 0,0 0 0 0 0,0 1 0 0 0,0-1 0 0 0,0 1 0 0 0,-1 0 0 0 0,1-1 0 0 0,-1 1 0 0 0,0 0 0 0 0,0 1 1 0 0,-1-1-1 0 0,2 6 0 0 0,-2-7 15 0 0,-1 0 1 0 0,0 1-1 0 0,0-1 1 0 0,0 0-1 0 0,0 0 1 0 0,0 1 0 0 0,-1-1-1 0 0,0 0 1 0 0,1 0-1 0 0,-1 0 1 0 0,0 0-1 0 0,-1 0 1 0 0,1 0-1 0 0,0 0 1 0 0,-1 0 0 0 0,0 0-1 0 0,0-1 1 0 0,0 1-1 0 0,0 0 1 0 0,0-1-1 0 0,0 0 1 0 0,0 1-1 0 0,-4 1 1 0 0,-5 5 35 0 0,-1-1-1 0 0,0 0 1 0 0,0 0-1 0 0,0-2 1 0 0,-1 1-1 0 0,0-2 1 0 0,-1 0-1 0 0,1 0 1 0 0,-1-1-1 0 0,0-1 1 0 0,0 0-1 0 0,0-1 1 0 0,-27 0-1 0 0,29-2-357 0 0,1-1 0 0 0,0 0 0 0 0,0 0 0 0 0,1-1 1 0 0,-1-1-1 0 0,0 0 0 0 0,1-1 0 0 0,-12-5 0 0 0,14 5-416 0 0,0 0 0 0 0,0-1 0 0 0,1 0 0 0 0,0-1-1 0 0,-1 1 1 0 0,2-1 0 0 0,-1-1 0 0 0,1 1 0 0 0,0-1 0 0 0,-8-13 0 0 0,11 15-239 0 0,1 1 0 0 0,-1-1 0 0 0,1 0 0 0 0,0 0 0 0 0,1 0 1 0 0,-1 0-1 0 0,1 0 0 0 0,0-1 0 0 0,1 1 0 0 0,-1 0 0 0 0,1-1 0 0 0,0 1 0 0 0,0 0 1 0 0,1-8-1 0 0,4-8-4598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0 260 1692 0 0,'3'-34'9446'0'0,"-2"5"-3115"0"0,2 14-5247 0 0,-1 12-1009 0 0,0 1 1 0 0,0-1-1 0 0,1 1 0 0 0,0 0 1 0 0,-1 0-1 0 0,1 0 0 0 0,0 0 1 0 0,0 0-1 0 0,0 0 0 0 0,0 1 1 0 0,0 0-1 0 0,6-2 0 0 0,69-21 107 0 0,143-25 0 0 0,-91 23-2331 0 0,-1-8-3409 0 0,-97 20 200 0 0,-20 6 931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42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76 480 0 0,'0'0'1659'0'0,"0"-11"2605"0"0,6-23 997 0 0,-2 17-2264 0 0,-4 16-2921 0 0,1 1 0 0 0,-1 0 0 0 0,0-1-1 0 0,1 1 1 0 0,-1 0 0 0 0,0-1 0 0 0,1 1 0 0 0,-1-1 0 0 0,0 1 0 0 0,0-1 0 0 0,1 1 0 0 0,-1-1 0 0 0,0 1 0 0 0,0-1 0 0 0,0 1 0 0 0,0-1 0 0 0,0 1 0 0 0,0-1 0 0 0,0 1 0 0 0,0-1 0 0 0,1-2 1149 0 0,1 13-703 0 0,4 47-207 0 0,-3 0 1 0 0,-6 101-1 0 0,-28 118 1037 0 0,21-193-1199 0 0,5-49-49 0 0,-40 438 848 0 0,44-433-886 0 0,2 1 1 0 0,1-1-1 0 0,2 0 1 0 0,2 0-1 0 0,21 75 1 0 0,-26-110-26 0 0,1 0 1 0 0,-1-1 0 0 0,1 1-1 0 0,0 0 1 0 0,0-1-1 0 0,0 1 1 0 0,1-1 0 0 0,-1 0-1 0 0,1 0 1 0 0,0 0 0 0 0,-1 0-1 0 0,2 0 1 0 0,-1 0 0 0 0,0-1-1 0 0,0 1 1 0 0,1-1-1 0 0,-1 0 1 0 0,1 0 0 0 0,0-1-1 0 0,-1 1 1 0 0,1-1 0 0 0,0 1-1 0 0,0-1 1 0 0,4 0-1 0 0,9 1 76 0 0,-1-1-1 0 0,0 0 0 0 0,0-2 0 0 0,30-3 0 0 0,-25 1-151 0 0,371-63 246 0 0,-206 30-198 0 0,172-19-613 0 0,49-10-4699 0 0,-387 62 4352 0 0,43-10-2294 0 0,-24 1-2521 0 0,-22 3 296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9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14 1832 0 0,'-9'-13'13565'0'0,"6"24"-12992"0"0,2 0 0 0 0,-1 0 0 0 0,2 1 0 0 0,-1-1 0 0 0,3 21-1 0 0,-1 14 40 0 0,-2 6-720 0 0,-13 210 1990 0 0,-8-88-7849 0 0,12-135-1818 0 0,5-27 2721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39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 2276 0 0,'-159'50'11293'0'0,"157"-50"-11145"0"0,1 0 1 0 0,0 1 0 0 0,-1-1-1 0 0,1 0 1 0 0,0 1-1 0 0,-1-1 1 0 0,1 1 0 0 0,0 0-1 0 0,0-1 1 0 0,0 1 0 0 0,-1 0-1 0 0,1 0 1 0 0,0 0 0 0 0,0 0-1 0 0,0 0 1 0 0,0 0 0 0 0,-1 1-1 0 0,3-1-77 0 0,-1-1-1 0 0,0 1 0 0 0,0-1 0 0 0,1 1 1 0 0,-1-1-1 0 0,1 1 0 0 0,-1-1 0 0 0,0 1 1 0 0,1-1-1 0 0,-1 1 0 0 0,1-1 0 0 0,-1 0 1 0 0,1 1-1 0 0,-1-1 0 0 0,1 0 0 0 0,-1 1 1 0 0,1-1-1 0 0,-1 0 0 0 0,1 0 1 0 0,0 0-1 0 0,-1 1 0 0 0,1-1 0 0 0,-1 0 1 0 0,1 0-1 0 0,0 0 0 0 0,53 8 1203 0 0,366 8 109 0 0,-132-7-1157 0 0,-243-8-211 0 0,-23-1-343 0 0,0 0 1 0 0,43 8-1 0 0,-64-8 212 0 0,0 1 0 0 0,0-1 0 0 0,0 0 1 0 0,-1 0-1 0 0,1 0 0 0 0,0 1 0 0 0,0-1 0 0 0,-1 0 0 0 0,1 1 0 0 0,0-1 0 0 0,0 1 0 0 0,-1-1 0 0 0,1 1 1 0 0,-1-1-1 0 0,1 1 0 0 0,0 0 0 0 0,-1-1 0 0 0,1 1 0 0 0,0 0 0 0 0,-1 0 33 0 0,0-1 0 0 0,0 1 0 0 0,0 0 0 0 0,0-1 1 0 0,0 1-1 0 0,0-1 0 0 0,0 1 0 0 0,0-1 0 0 0,0 1 0 0 0,0-1 0 0 0,0 1 0 0 0,0 0 0 0 0,-1-1 0 0 0,1 1 0 0 0,0-1 0 0 0,0 1 0 0 0,-1-1 0 0 0,1 1 0 0 0,0-1 0 0 0,-1 0 1 0 0,1 1-1 0 0,-27 22-5325 0 0,7-10-2573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40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0 80 0 0,'-14'4'13266'0'0,"10"-3"-12550"0"0,-1 0 0 0 0,0 0 0 0 0,1 0 0 0 0,-1 1 0 0 0,1 0 0 0 0,-7 4 0 0 0,-27 20 874 0 0,15-6-1362 0 0,-19 24 0 0 0,39-41-214 0 0,-1 1 1 0 0,2-1-1 0 0,-1 1 0 0 0,0 0 1 0 0,1 0-1 0 0,0 0 1 0 0,0 0-1 0 0,0 0 0 0 0,0 0 1 0 0,1 1-1 0 0,-1-1 1 0 0,1 0-1 0 0,0 1 0 0 0,1-1 1 0 0,-1 8-1 0 0,1-8-6 0 0,0 0 0 0 0,1 0 0 0 0,0-1 0 0 0,0 1 0 0 0,0 0 0 0 0,0-1 0 0 0,1 1 1 0 0,-1-1-1 0 0,1 1 0 0 0,0-1 0 0 0,0 0 0 0 0,0 0 0 0 0,0 0 0 0 0,0 0 0 0 0,1 0 0 0 0,0 0 0 0 0,-1-1 0 0 0,1 1 0 0 0,3 1 0 0 0,23 15 37 0 0,0-1 0 0 0,2-1 0 0 0,45 17-1 0 0,3 2 123 0 0,-62-27-31 0 0,0 0 0 0 0,-1 0 0 0 0,26 22 0 0 0,-38-29 22 0 0,-1 0 0 0 0,0 1 0 0 0,0 0 1 0 0,-1 0-1 0 0,1 0 0 0 0,0 0 0 0 0,-1 0 0 0 0,0 1 1 0 0,0-1-1 0 0,0 1 0 0 0,0-1 0 0 0,0 1 1 0 0,-1 0-1 0 0,1-1 0 0 0,-1 1 0 0 0,0 0 1 0 0,0 0-1 0 0,-1 0 0 0 0,1 0 0 0 0,-1 0 0 0 0,0 0 1 0 0,0 0-1 0 0,0 0 0 0 0,-1 5 0 0 0,-1-4-55 0 0,0 0 0 0 0,-1-1-1 0 0,1 1 1 0 0,-1 0 0 0 0,0-1-1 0 0,0 0 1 0 0,0 1 0 0 0,0-1-1 0 0,-1 0 1 0 0,0-1-1 0 0,1 1 1 0 0,-2-1 0 0 0,1 1-1 0 0,0-1 1 0 0,-1-1 0 0 0,-5 4-1 0 0,-3 1-19 0 0,-1-1-1 0 0,0 0 0 0 0,0-1 1 0 0,-22 5-1 0 0,27-8-375 0 0,0 0 0 0 0,0-1-1 0 0,0 0 1 0 0,0-1 0 0 0,0 0 0 0 0,-1-1-1 0 0,1 0 1 0 0,0 0 0 0 0,1 0 0 0 0,-1-2-1 0 0,0 1 1 0 0,-16-7 0 0 0,17 5-633 0 0,0 0 1 0 0,0-1-1 0 0,0 0 1 0 0,1 0-1 0 0,-9-8 1 0 0,9 6-854 0 0,0 0 1 0 0,1 0 0 0 0,0-1 0 0 0,-11-16-1 0 0,3-1-5357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40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1 300 3376 0 0,'0'-68'11869'0'0,"0"66"-11772"0"0,1-1 1 0 0,-1 1-1 0 0,1 0 0 0 0,-1 0 1 0 0,1 0-1 0 0,0 1 0 0 0,0-1 1 0 0,-1 0-1 0 0,2 0 1 0 0,-1 0-1 0 0,0 0 0 0 0,0 1 1 0 0,0-1-1 0 0,1 1 1 0 0,-1-1-1 0 0,1 1 0 0 0,-1-1 1 0 0,1 1-1 0 0,0 0 0 0 0,2-2 1 0 0,36-16 349 0 0,40-7-607 0 0,1 4-1 0 0,102-15 1 0 0,-151 31-379 0 0,10-3-1213 0 0,48-17 1 0 0,-5-6-4410 0 0,-48 15 1512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41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963 83 60 0 0,'-8'-8'5497'0'0,"-18"-19"4245"0"0,46 18-8071 0 0,387-28-903 0 0,-392 36-818 0 0,0 1 1 0 0,0 0-1 0 0,0 1 0 0 0,28 5 0 0 0,-41-5 36 0 0,1 0-1 0 0,-1 0 1 0 0,1 1 0 0 0,-1-1-1 0 0,0 1 1 0 0,1-1 0 0 0,-1 1-1 0 0,0 0 1 0 0,0 0 0 0 0,0 0-1 0 0,-1 0 1 0 0,1 0-1 0 0,0 0 1 0 0,-1 1 0 0 0,3 3-1 0 0,12 41-60 0 0,-11-33 157 0 0,11 42 18 0 0,16 108-1 0 0,-8 61 14 0 0,-11 12-109 0 0,-16 242 0 0 0,-50 237 213 0 0,26-405-150 0 0,-17 211 115 0 0,-51 838 208 0 0,68-647-253 0 0,-8 311 2297 0 0,38-91-440 0 0,-2-888-1666 0 0,-1 0 1 0 0,-3-1-1 0 0,-12 69 1 0 0,14-107-298 0 0,-1 0 0 0 0,0 0 0 0 0,0 0 0 0 0,-1-1 1 0 0,0 1-1 0 0,1-1 0 0 0,-2 1 0 0 0,1-1 0 0 0,-1 0 0 0 0,0 0 0 0 0,-7 7 0 0 0,3-5 1 0 0,1-1 0 0 0,-1 0 0 0 0,0-1 0 0 0,-1 0 0 0 0,1 0 0 0 0,-17 6 0 0 0,-1-3-27 0 0,0 0 0 0 0,0-2 1 0 0,-1-1-1 0 0,-39 2 0 0 0,-6-3-524 0 0,-1-3-1 0 0,-75-10 1 0 0,-142-29-3108 0 0,79 1-1086 0 0,71 2-1611 0 0,57 9 6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43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84 652 0 0,'-1'-3'2386'0'0,"-8"-43"8335"0"0,1 52-10110 0 0,5 1-382 0 0,1 1 0 0 0,0-1 0 0 0,0 1 0 0 0,-2 13 1 0 0,-1 5 212 0 0,-54 180 760 0 0,-108 252 0 0 0,122-347 1545 0 0,44-112-2713 0 0,0 0 0 0 0,1 0 0 0 0,-1 0 0 0 0,1 0 0 0 0,-1 0 0 0 0,1 0 0 0 0,-1 0 0 0 0,1 0 1 0 0,-1 0-1 0 0,1-1 0 0 0,0 1 0 0 0,0 0 0 0 0,-1 0 0 0 0,1 0 0 0 0,0 0 0 0 0,0 0 0 0 0,0-1 0 0 0,0 1 1 0 0,1-1-1 0 0,11-65 127 0 0,4 0 0 0 0,33-90 0 0 0,-47 148-160 0 0,31-87-40 0 0,4 0 0 0 0,99-179-1 0 0,-120 246 32 0 0,-9 17-86 0 0,-1 1-1 0 0,1-1 1 0 0,1 2 0 0 0,12-16 0 0 0,-19 26 83 0 0,1-1 1 0 0,-1 1-1 0 0,0-1 0 0 0,0 1 0 0 0,0 0 1 0 0,1 0-1 0 0,-1-1 0 0 0,0 1 1 0 0,0 0-1 0 0,1 0 0 0 0,-1 0 0 0 0,0 0 1 0 0,0 0-1 0 0,1 1 0 0 0,-1-1 1 0 0,0 0-1 0 0,0 1 0 0 0,1-1 1 0 0,-1 0-1 0 0,0 1 0 0 0,0 0 0 0 0,0-1 1 0 0,0 1-1 0 0,0 0 0 0 0,0-1 1 0 0,0 1-1 0 0,0 0 0 0 0,0 0 0 0 0,0 0 1 0 0,0 0-1 0 0,1 2 0 0 0,7 12 20 0 0,0 0 0 0 0,-1 0 0 0 0,-1 1 0 0 0,0 1 0 0 0,-2-1 0 0 0,7 28 0 0 0,12 110 564 0 0,-20-119-422 0 0,18 210 564 0 0,11 71-379 0 0,-33-313-328 0 0,10 42 227 0 0,-10-43-202 0 0,1 0 1 0 0,0 1-1 0 0,-1-1 0 0 0,1 0 1 0 0,0 0-1 0 0,1 0 1 0 0,-1 0-1 0 0,0 0 0 0 0,0 0 1 0 0,1 0-1 0 0,0 0 1 0 0,-1 0-1 0 0,1 0 0 0 0,0-1 1 0 0,2 3-1 0 0,-1-3-32 0 0,-1-1 1 0 0,1 1-1 0 0,-1 0 0 0 0,1 0 1 0 0,-1-1-1 0 0,1 0 0 0 0,0 1 0 0 0,-1-1 1 0 0,1 0-1 0 0,0 0 0 0 0,-1-1 1 0 0,1 1-1 0 0,-1 0 0 0 0,1-1 0 0 0,0 0 1 0 0,-1 1-1 0 0,1-1 0 0 0,-1 0 1 0 0,0 0-1 0 0,1-1 0 0 0,-1 1 0 0 0,0 0 1 0 0,0-1-1 0 0,1 0 0 0 0,-1 1 1 0 0,0-1-1 0 0,-1 0 0 0 0,1 0 0 0 0,0 0 1 0 0,-1 0-1 0 0,3-3 0 0 0,0 0-375 0 0,-1-1-1 0 0,1 1 1 0 0,-1-1-1 0 0,0 1 1 0 0,0-1-1 0 0,-1 0 1 0 0,0 0-1 0 0,0 0 1 0 0,0-1-1 0 0,-1 1 1 0 0,2-12-1 0 0,-4 9-680 0 0,1 1 0 0 0,-1 0-1 0 0,0-1 1 0 0,-1 1 0 0 0,0 0 0 0 0,0 0 0 0 0,-1 0-1 0 0,-6-12 1 0 0,-10-12-6541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44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26 1700 0 0,'-29'7'3288'0'0,"6"-2"-931"0"0,2 0-485 0 0,8 0-484 0 0,1 0 1400 0 0,20 0-2208 0 0,16-5-120 0 0,13-1-92 0 0,26-3-68 0 0,8-3-64 0 0,24-1-284 0 0,4 1-736 0 0,1-3-664 0 0,-2 0-2624 0 0,2 0-2509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1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16 84 0 0,'4'-16'13829'0'0,"-7"25"-13527"0"0,0-1-1 0 0,0 1 1 0 0,1 0 0 0 0,0 0-1 0 0,-2 17 1 0 0,-1 6 215 0 0,-40 156 791 0 0,10-49-778 0 0,-19 165 0 0 0,43-169-1320 0 0,10-106-2945 0 0,1 0-3386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2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11 241 16 0 0,'-3'-12'1215'0'0,"0"0"1"0"0,1 1-1 0 0,1-1 1 0 0,0 0-1 0 0,0 0 0 0 0,1 0 1 0 0,1 0-1 0 0,2-14 1 0 0,-2 21-1050 0 0,0 0 1 0 0,1 0 0 0 0,-1 0-1 0 0,1 0 1 0 0,0 0 0 0 0,1 0-1 0 0,-1 1 1 0 0,1-1-1 0 0,0 1 1 0 0,0 0 0 0 0,1 0-1 0 0,-1 0 1 0 0,1 0 0 0 0,0 1-1 0 0,0-1 1 0 0,0 1 0 0 0,0 0-1 0 0,0 0 1 0 0,1 0-1 0 0,0 1 1 0 0,5-2 0 0 0,3-2-50 0 0,1 1 0 0 0,0 0 0 0 0,0 1 1 0 0,1 1-1 0 0,0 0 0 0 0,-1 1 1 0 0,1 1-1 0 0,0 0 0 0 0,0 1 0 0 0,-1 0 1 0 0,1 1-1 0 0,0 1 0 0 0,0 1 0 0 0,-1 0 1 0 0,0 0-1 0 0,1 2 0 0 0,23 10 1 0 0,-35-14-105 0 0,0 1-1 0 0,0 0 1 0 0,0 0 0 0 0,0 0 0 0 0,0 0 0 0 0,0 1 0 0 0,-1-1 0 0 0,1 1 0 0 0,-1-1 0 0 0,0 1 0 0 0,1 0 0 0 0,-1 0 0 0 0,-1 0 0 0 0,1 0 0 0 0,0 0 0 0 0,-1 1 0 0 0,1-1 0 0 0,0 5 0 0 0,-1-3-1 0 0,0 1-1 0 0,-1-1 1 0 0,0 0-1 0 0,0 1 0 0 0,0-1 1 0 0,-1 0-1 0 0,0 0 1 0 0,0 0-1 0 0,0 1 1 0 0,0-1-1 0 0,-4 6 0 0 0,-1 3-1 0 0,-1 0-1 0 0,0-1 1 0 0,-1 1-1 0 0,-1-2 0 0 0,0 0 1 0 0,0 0-1 0 0,-21 19 0 0 0,8-12 136 0 0,-1-1 0 0 0,0-1 0 0 0,-2-1 0 0 0,0-1-1 0 0,0-1 1 0 0,-1-2 0 0 0,-55 19 0 0 0,22-17 1448 0 0,57-14-1341 0 0,3 2-193 0 0,1 0-1 0 0,0-1 1 0 0,0 1 0 0 0,-1-1 0 0 0,1 1 0 0 0,0-1-1 0 0,0 1 1 0 0,1-1 0 0 0,-1 0 0 0 0,0 0-1 0 0,0 0 1 0 0,1-1 0 0 0,2 2 0 0 0,4 2 147 0 0,11 7 54 0 0,-1 0-1 0 0,0 2 0 0 0,-1 1 0 0 0,23 21 0 0 0,59 70 163 0 0,-68-64-545 0 0,-2 1-1 0 0,35 64 1 0 0,2 3-8307 0 0,-52-88 2090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2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59 3372 0 0,'-13'-21'8501'0'0,"-6"-7"46"0"0,11 21-6514 0 0,8 6-1973 0 0,0 1 1 0 0,0 0-1 0 0,-1 0 1 0 0,1 0-1 0 0,0 0 1 0 0,0 0-1 0 0,0-1 1 0 0,0 1-1 0 0,-1 0 1 0 0,1 0-1 0 0,0 0 0 0 0,0 0 1 0 0,0 0-1 0 0,0 0 1 0 0,-1 0-1 0 0,1 0 1 0 0,0-1-1 0 0,0 1 1 0 0,-1 0-1 0 0,1 0 1 0 0,0 0-1 0 0,0 0 0 0 0,0 0 1 0 0,-1 0-1 0 0,1 0 1 0 0,0 0-1 0 0,0 1 1 0 0,-1-1-1 0 0,1 0 1 0 0,0 0-1 0 0,0 0 0 0 0,0 0 1 0 0,-1 0-1 0 0,1 0 1 0 0,0 0-1 0 0,0 0 1 0 0,0 0-1 0 0,0 1 1 0 0,-1-1-1 0 0,1 0 1 0 0,0 0-1 0 0,0 0 0 0 0,0 0 1 0 0,0 1-1 0 0,0-1 1 0 0,-1 0-1 0 0,1 0 1 0 0,0 0-1 0 0,0 1 1 0 0,0-1-1 0 0,0 0 1 0 0,0 0-1 0 0,0 0 0 0 0,0 1 1 0 0,0-1-1 0 0,0 0 1 0 0,0 0-1 0 0,0 0 1 0 0,0 1-1 0 0,0-1 1 0 0,0 1-1 0 0,-15 240 3980 0 0,3-80-7321 0 0,12-158 2929 0 0,-1 47-3895 0 0,1-34-254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2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29 102 1068 0 0,'-29'-29'19115'0'0,"31"27"-18542"0"0,10-3-250 0 0,-1 1-1 0 0,1 0 1 0 0,0 0 0 0 0,0 1 0 0 0,0 1-1 0 0,17-2 1 0 0,-11 1-163 0 0,67-14 294 0 0,31-5-2656 0 0,-100 19 204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2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62 2072 0 0,'0'-3'2738'0'0,"3"-56"15820"0"0,2 113-17880 0 0,-6 100 0 0 0,-19 56-568 0 0,3-40-5684 0 0,16-139 2469 0 0,0-7-3200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3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226 139 2800 0 0,'1'-2'222'0'0,"2"-4"1209"0"0,-1-2 0 0 0,0 1-1 0 0,0 0 1 0 0,-1 0-1 0 0,1 0 1 0 0,-2-1 0 0 0,1-9-1 0 0,-1 15-894 0 0,-3 2-422 0 0,1 0 1 0 0,-1 1 0 0 0,0-1-1 0 0,1 1 1 0 0,-1 0 0 0 0,1 0-1 0 0,-1 0 1 0 0,1 0 0 0 0,-1 0-1 0 0,1 0 1 0 0,0 0 0 0 0,0 1-1 0 0,-4 2 1 0 0,1 1 28 0 0,-1 0-1 0 0,1 1 1 0 0,0 0 0 0 0,-6 9-1 0 0,-2 6 99 0 0,-19 43-1 0 0,32-64-238 0 0,-4 8 53 0 0,1 0-1 0 0,0-1 1 0 0,0 1-1 0 0,1 0 0 0 0,0 0 1 0 0,0 1-1 0 0,1-1 1 0 0,0 0-1 0 0,0 1 1 0 0,1-1-1 0 0,0 0 0 0 0,1 1 1 0 0,0-1-1 0 0,0 0 1 0 0,0 0-1 0 0,1 1 1 0 0,1-1-1 0 0,-1 0 0 0 0,1-1 1 0 0,1 1-1 0 0,-1-1 1 0 0,1 1-1 0 0,1-1 0 0 0,-1 0 1 0 0,1 0-1 0 0,12 11 1 0 0,65 56 493 0 0,20 20-181 0 0,-101-93-324 0 0,1 1 0 0 0,-1-1 0 0 0,1 1 1 0 0,-1 0-1 0 0,1-1 0 0 0,-1 1 0 0 0,0 0 1 0 0,0 0-1 0 0,0 0 0 0 0,0 0 0 0 0,0 0 1 0 0,-1 0-1 0 0,1 0 0 0 0,-1 0 0 0 0,1 1 1 0 0,-1-1-1 0 0,0 0 0 0 0,1 0 0 0 0,-1 0 1 0 0,0 1-1 0 0,-1-1 0 0 0,1 0 0 0 0,0 0 1 0 0,-1 0-1 0 0,1 0 0 0 0,-1 1 0 0 0,1-1 1 0 0,-1 0-1 0 0,-2 3 0 0 0,1-2 35 0 0,-1 0 0 0 0,1 0 0 0 0,-1 0 0 0 0,0 0 0 0 0,0-1 0 0 0,0 1 0 0 0,0-1 0 0 0,-1 1 0 0 0,1-1 0 0 0,-1 0 0 0 0,1-1 0 0 0,-1 1 0 0 0,0-1 0 0 0,1 1-1 0 0,-7 0 1 0 0,3 0-33 0 0,-1-1 0 0 0,0 0 0 0 0,0-1 0 0 0,0 1 0 0 0,0-1 0 0 0,0-1 0 0 0,0 0 0 0 0,0 0 0 0 0,0 0 0 0 0,0-1 0 0 0,0 0 0 0 0,1-1 0 0 0,-10-4 0 0 0,14 6-39 0 0,-1-1 0 0 0,1 1 1 0 0,0-1-1 0 0,0 0 1 0 0,0 0-1 0 0,0-1 1 0 0,1 1-1 0 0,-1 0 0 0 0,0-1 1 0 0,1 0-1 0 0,0 0 1 0 0,-1 0-1 0 0,1 0 0 0 0,1 0 1 0 0,-1 0-1 0 0,0 0 1 0 0,1 0-1 0 0,-1-1 1 0 0,1 1-1 0 0,0-1 0 0 0,0 1 1 0 0,0-1-1 0 0,1 0 1 0 0,-1 1-1 0 0,1-1 0 0 0,0 1 1 0 0,0-1-1 0 0,0 0 1 0 0,1 1-1 0 0,1-8 0 0 0,1-2-9 0 0,1 0-1 0 0,1 0 0 0 0,1 0 0 0 0,-1 0 0 0 0,10-13 0 0 0,42-59 6 0 0,-33 50-2 0 0,14-17-3 0 0,31-49 10 0 0,-62 90 0 0 0,-1 0 0 0 0,-1 0 0 0 0,0 0 0 0 0,-1-1-1 0 0,0 0 1 0 0,-1 0 0 0 0,3-17 0 0 0,-5 25-15 0 0,-1 0 0 0 0,0 0 0 0 0,1 0 0 0 0,-2 0 0 0 0,1 0 1 0 0,0 0-1 0 0,-1 0 0 0 0,0 1 0 0 0,0-1 0 0 0,0 0 0 0 0,0 0 0 0 0,0 1 0 0 0,-1-1 1 0 0,0 1-1 0 0,0-1 0 0 0,0 1 0 0 0,0 0 0 0 0,0-1 0 0 0,-1 1 0 0 0,1 0 0 0 0,-1 1 1 0 0,0-1-1 0 0,0 0 0 0 0,0 1 0 0 0,0 0 0 0 0,0-1 0 0 0,0 1 0 0 0,-1 0 0 0 0,1 1 1 0 0,-1-1-1 0 0,0 1 0 0 0,1-1 0 0 0,-6 0 0 0 0,-2 0-1 0 0,-1-1 0 0 0,1 2-1 0 0,-1 0 1 0 0,1 0 0 0 0,-1 1 0 0 0,1 0-1 0 0,0 1 1 0 0,-1 0 0 0 0,1 1 0 0 0,-15 4-1 0 0,8 0-197 0 0,0 0 0 0 0,0 1-1 0 0,1 1 1 0 0,-17 10-1 0 0,27-14-149 0 0,1 0 0 0 0,0 0 0 0 0,0 0 0 0 0,0 1-1 0 0,1 0 1 0 0,0 0 0 0 0,0 0 0 0 0,0 1 0 0 0,1 0-1 0 0,-1 0 1 0 0,2 0 0 0 0,-1 1 0 0 0,-4 10 0 0 0,7-14-63 0 0,0 0 1 0 0,0 1 0 0 0,0 0 0 0 0,1-1 0 0 0,-1 1 0 0 0,1-1 0 0 0,0 5 0 0 0,6 14-5352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3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31 2996 0 0,'2'-31'16233'0'0,"-6"167"-12827"0"0,-3-38-2985 0 0,-26 121 0 0 0,28-195-629 0 0,-18 103-1189 0 0,20-100-3403 0 0,0 29-1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4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0 276 804 0 0,'1'-16'1318'0'0,"1"1"-1"0"0,0-1 1 0 0,1 1-1 0 0,1 0 1 0 0,1 0-1 0 0,8-20 1 0 0,-9 26-1003 0 0,1 0 0 0 0,0 1 0 0 0,0 0 0 0 0,1 0 0 0 0,0 0 1 0 0,0 1-1 0 0,1 0 0 0 0,0 0 0 0 0,1 1 0 0 0,-1-1 0 0 0,13-6 1 0 0,-7 5-41 0 0,0 1 1 0 0,1 1 0 0 0,0 0 0 0 0,0 1 0 0 0,0 0 0 0 0,0 1 0 0 0,1 1 0 0 0,17-2 0 0 0,-23 4-205 0 0,0 0 1 0 0,1 1 0 0 0,-1 0-1 0 0,0 0 1 0 0,0 1-1 0 0,0 1 1 0 0,0-1 0 0 0,0 1-1 0 0,-1 1 1 0 0,1-1 0 0 0,0 2-1 0 0,-1-1 1 0 0,0 1 0 0 0,14 9-1 0 0,-20-12-57 0 0,1 1-1 0 0,-1 0 1 0 0,0 0 0 0 0,0 0-1 0 0,0 0 1 0 0,0 0-1 0 0,0 0 1 0 0,-1 0 0 0 0,1 1-1 0 0,-1-1 1 0 0,1 1-1 0 0,-1-1 1 0 0,0 1 0 0 0,0 0-1 0 0,0-1 1 0 0,0 1-1 0 0,-1 0 1 0 0,1 0 0 0 0,-1 4-1 0 0,0-2 0 0 0,0 0-1 0 0,-1 0 0 0 0,1 0 1 0 0,-1-1-1 0 0,-1 1 0 0 0,1 0 1 0 0,-1 0-1 0 0,0-1 0 0 0,0 1 1 0 0,-3 5-1 0 0,-6 7 4 0 0,-1-1 1 0 0,0 0-1 0 0,-1-1 0 0 0,-21 20 1 0 0,2-6 39 0 0,-1-1 1 0 0,-2-1 0 0 0,-1-2-1 0 0,-53 29 1 0 0,11-8 689 0 0,77-46-736 0 0,0 1 1 0 0,1 0-1 0 0,-1-1 0 0 0,0 1 1 0 0,1 0-1 0 0,-1 0 0 0 0,1 0 0 0 0,-1-1 1 0 0,1 1-1 0 0,0 0 0 0 0,-1 0 1 0 0,1 0-1 0 0,0 0 0 0 0,-1 0 1 0 0,1 0-1 0 0,0 0 0 0 0,0 0 1 0 0,0 0-1 0 0,0 0 0 0 0,0 0 0 0 0,0 0 1 0 0,0 0-1 0 0,0 0 0 0 0,1 0 1 0 0,-1 0-1 0 0,0-1 0 0 0,0 1 1 0 0,1 0-1 0 0,-1 0 0 0 0,1 1 0 0 0,17 29 583 0 0,-13-23-473 0 0,185 280 1868 0 0,-80-128-1494 0 0,-83-127-1424 0 0,1 0 0 0 0,48 42 1 0 0,-75-74 693 0 0,30 22-2567 0 0,-28-21 1871 0 0,-1-1 0 0 0,1 0-1 0 0,-1 0 1 0 0,1-1 0 0 0,-1 1-1 0 0,1 0 1 0 0,-1-1-1 0 0,6 1 1 0 0,13-1-4844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4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51 2940 0 0,'-5'-47'19093'0'0,"5"58"-18918"0"0,0 0-1 0 0,1 1 1 0 0,0-1 0 0 0,0 0 0 0 0,2 0 0 0 0,-1 0-1 0 0,1 0 1 0 0,1 0 0 0 0,0-1 0 0 0,6 12 0 0 0,-8-18-149 0 0,1 1 0 0 0,-1-1 0 0 0,1 0 0 0 0,0 0 0 0 0,0 0 1 0 0,0-1-1 0 0,0 1 0 0 0,1-1 0 0 0,-1 1 0 0 0,1-1 1 0 0,0 0-1 0 0,0-1 0 0 0,0 1 0 0 0,1-1 0 0 0,-1 1 1 0 0,0-1-1 0 0,1 0 0 0 0,0-1 0 0 0,-1 1 0 0 0,1-1 0 0 0,0 0 1 0 0,0 0-1 0 0,-1-1 0 0 0,1 1 0 0 0,0-1 0 0 0,0 0 1 0 0,0-1-1 0 0,8 0 0 0 0,-9-1-32 0 0,-1 1 0 0 0,0-1 0 0 0,1 0 0 0 0,-1 0 0 0 0,0 0 0 0 0,0 0 0 0 0,0-1 1 0 0,0 1-1 0 0,0-1 0 0 0,0 0 0 0 0,-1 0 0 0 0,1 0 0 0 0,-1 0 0 0 0,0 0 0 0 0,0 0 0 0 0,0-1 0 0 0,-1 1 0 0 0,3-5 0 0 0,1-8 0 0 0,1 1-1 0 0,4-27 1 0 0,-9 40 5 0 0,13-58 2527 0 0,-13 58-2329 0 0,2-7 541 0 0,-6 32-368 0 0,1 0 1 0 0,2 41-1 0 0,0-26-231 0 0,2 108-479 0 0,-1 103-3833 0 0,-14-84-7026 0 0,4-99 22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5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28 1536 0 0,'-12'-27'10210'0'0,"9"36"-9887"0"0,1 0 0 0 0,0 0-1 0 0,0 0 1 0 0,1 0 0 0 0,1 1 0 0 0,0 8 0 0 0,-2 12 122 0 0,-55 359 1375 0 0,6-54-1857 0 0,50-321-698 0 0,-3 13-1111 0 0,1-11-4111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6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102 181 2200 0 0,'3'-15'2973'0'0,"0"0"-373"0"0,0 0 0 0 0,10-25 0 0 0,-11 35-2452 0 0,0 0-1 0 0,0 0 1 0 0,1 1 0 0 0,0 0 0 0 0,0-1 0 0 0,0 1 0 0 0,0 0 0 0 0,1 0 0 0 0,-1 1 0 0 0,1-1 0 0 0,0 1-1 0 0,6-4 1 0 0,-1 1-117 0 0,1 1 0 0 0,-1 0-1 0 0,1 1 1 0 0,0 0-1 0 0,0 0 1 0 0,1 1-1 0 0,-1 1 1 0 0,1 0 0 0 0,-1 0-1 0 0,1 1 1 0 0,0 0-1 0 0,-1 1 1 0 0,1 0-1 0 0,0 1 1 0 0,0 0 0 0 0,-1 1-1 0 0,1 0 1 0 0,-1 0-1 0 0,0 1 1 0 0,11 5-1 0 0,-18-7-18 0 0,0 0-1 0 0,-1 1 1 0 0,1-1-1 0 0,0 1 0 0 0,-1-1 1 0 0,1 1-1 0 0,-1 0 1 0 0,0 0-1 0 0,0 0 1 0 0,0 0-1 0 0,0 1 0 0 0,0-1 1 0 0,0 1-1 0 0,0-1 1 0 0,-1 1-1 0 0,1-1 0 0 0,1 5 1 0 0,-2-3 22 0 0,0 0 0 0 0,0 1 0 0 0,-1-1 0 0 0,1 0 1 0 0,-1 0-1 0 0,0 1 0 0 0,0-1 0 0 0,0 0 0 0 0,-1 1 0 0 0,1-1 1 0 0,-2 4-1 0 0,-2 6 69 0 0,-1-1 0 0 0,0-1-1 0 0,-1 1 1 0 0,0-1 0 0 0,0 0 0 0 0,-15 18 0 0 0,2-5 31 0 0,-1-2 1 0 0,-2 0-1 0 0,-30 26 0 0 0,-79 51 496 0 0,76-59-168 0 0,20-19-32 0 0,27-18-286 0 0,0 1 0 0 0,1 0-1 0 0,-1 0 1 0 0,-8 9-1 0 0,15-13-121 0 0,1-1-21 0 0,-1 0 0 0 0,1 1 0 0 0,0-1 0 0 0,0 0 0 0 0,-1 0 0 0 0,1 0-1 0 0,0 0 1 0 0,0 1 0 0 0,0-1 0 0 0,-1 0 0 0 0,1 0 0 0 0,0 0-1 0 0,0 1 1 0 0,0-1 0 0 0,0 0 0 0 0,0 0 0 0 0,0 1 0 0 0,-1-1 0 0 0,1 0-1 0 0,0 0 1 0 0,0 1 0 0 0,0-1 0 0 0,0 0 0 0 0,0 1 0 0 0,0-1 0 0 0,0 0-1 0 0,0 0 1 0 0,0 1 0 0 0,0-1 0 0 0,0 0 0 0 0,0 0 0 0 0,1 1-1 0 0,53 30-9 0 0,77 59-1 0 0,-106-69-22 0 0,-2 0 0 0 0,0 2 0 0 0,-1 1 0 0 0,28 38-1 0 0,-34-40-624 0 0,27 37-2809 0 0,-12-22-3519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6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28 2856 0 0,'-39'-24'13136'0'0,"38"23"-12531"0"0,-5-1 941 0 0,18 5-1191 0 0,-6 0-333 0 0,0 0-1 0 0,-1 0 1 0 0,1 1 0 0 0,0-1-1 0 0,-1 1 1 0 0,0 1-1 0 0,0-1 1 0 0,0 1-1 0 0,0 0 1 0 0,-1 0 0 0 0,0 0-1 0 0,0 1 1 0 0,0-1-1 0 0,-1 1 1 0 0,0 0-1 0 0,0 0 1 0 0,0 0 0 0 0,-1 0-1 0 0,0 1 1 0 0,0-1-1 0 0,2 14 1 0 0,-3-7 97 0 0,0 0 0 0 0,-1 0 0 0 0,-1 0 0 0 0,0 0 0 0 0,0 0 0 0 0,-1 0 0 0 0,-1 0 0 0 0,0-1 0 0 0,-1 1 0 0 0,-8 18 0 0 0,-5 1 182 0 0,-1-2 0 0 0,-1 0 0 0 0,-1-1 0 0 0,-49 51 0 0 0,44-50-290 0 0,24-29-23 0 0,0-1 12 0 0,1 1-1 0 0,-1-1 0 0 0,1 1 1 0 0,-1-1-1 0 0,1 1 0 0 0,-1-1 1 0 0,1 1-1 0 0,0-1 0 0 0,-1 1 1 0 0,1-1-1 0 0,0 1 0 0 0,-1-1 1 0 0,1 1-1 0 0,0 0 0 0 0,0-1 1 0 0,0 1-1 0 0,-1 0 0 0 0,8 3 44 0 0,15-4 50 0 0,46-9-1770 0 0,90-23 0 0 0,-11-12-7261 0 0,-97 24 1724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7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75 976 0 0,'-111'-31'15775'0'0,"66"21"-12235"0"0,44 10-3518 0 0,1 0-1 0 0,0 0 1 0 0,0 0-1 0 0,0 0 1 0 0,-1 0-1 0 0,1 0 1 0 0,0 0-1 0 0,0 0 1 0 0,0 0-1 0 0,-1 0 1 0 0,1 0-1 0 0,0 0 1 0 0,0 0-1 0 0,0 0 1 0 0,-1 0-1 0 0,1 0 1 0 0,0 0-1 0 0,0 0 1 0 0,0 0-1 0 0,-1 0 1 0 0,1 0-1 0 0,0-1 1 0 0,0 1-1 0 0,0 0 1 0 0,0 0-1 0 0,-1 0 1 0 0,1 0-1 0 0,0 0 1 0 0,0 0-1 0 0,0-1 1 0 0,0 1-1 0 0,0 0 1 0 0,-1 0-1 0 0,1 0 1 0 0,0 0-1 0 0,0-1 1 0 0,0 1-1 0 0,0 0 1 0 0,0 0-1 0 0,0 0 1 0 0,0-1-1 0 0,0 1 1 0 0,0 0 0 0 0,0 0-1 0 0,0 0 1 0 0,0-1-1 0 0,0 1 1 0 0,0 0-1 0 0,12-5 218 0 0,23-1-252 0 0,288-11 272 0 0,-219 22 1 0 0,-101-5-220 0 0,14-1-249 0 0,-12-1-315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8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36 340 0 0,'-6'-36'24368'0'0,"4"49"-24421"0"0,0 0 0 0 0,0-1-1 0 0,2 1 1 0 0,0 16 0 0 0,0 0 14 0 0,-14 161 759 0 0,2-43-2466 0 0,9-51-6791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9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82 109 32 0 0,'-8'-10'5130'0'0,"-6"-9"802"0"0,8 12-4246 0 0,0 0 0 0 0,0 0 0 0 0,-12-10 0 0 0,17 16-1175 0 0,-2 0-277 0 0,0-1-1 0 0,1 0 1 0 0,-1 0-1 0 0,1-1 1 0 0,0 1-1 0 0,0 0 1 0 0,-3-5-1 0 0,11 5-227 0 0,0 0 0 0 0,0 0 0 0 0,0 1 0 0 0,1 0 0 0 0,-1 0 0 0 0,0 1 0 0 0,1 0 1 0 0,-1 0-1 0 0,9 1 0 0 0,14 0 7 0 0,96-5 9 0 0,69-4 71 0 0,-187 8-82 0 0,3 0-5 0 0,11 0 34 0 0,-17 0-20 0 0,-2 0 12 0 0,25 3 30 0 0,-24-3-59 0 0,1 1-47 0 0,-4-1 41 0 0,0 0 1 0 0,0 0 0 0 0,1 0-1 0 0,-1 0 1 0 0,0 0 0 0 0,0 0 0 0 0,1 0-1 0 0,-1 0 1 0 0,0 0 0 0 0,0 1-1 0 0,1-1 1 0 0,-1 0 0 0 0,0 0 0 0 0,0 0-1 0 0,1 0 1 0 0,-1 0 0 0 0,0 0-1 0 0,0 0 1 0 0,0 1 0 0 0,1-1-1 0 0,-1 0 1 0 0,0 0 0 0 0,0 0 0 0 0,0 0-1 0 0,1 1 1 0 0,-1-1 0 0 0,0 0-1 0 0,0 0 1 0 0,0 0 0 0 0,0 1 0 0 0,1 18 121 0 0,0 0 0 0 0,-2 0 0 0 0,0-1 1 0 0,-1 1-1 0 0,-9 35 0 0 0,2-11 26 0 0,-135 595-12 0 0,138-618-1219 0 0,-7 21-1155 0 0,10-13-6699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1:59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88 2440 0 0,'-3'-36'9210'0'0,"0"6"-3480"0"0,0 14-3706 0 0,0 11-1349 0 0,1 15-645 0 0,-12 102 309 0 0,-4 0 1 0 0,-55 184-1 0 0,36-160-1314 0 0,31-108-2446 0 0,-1 37 1 0 0,8-51-924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00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142 184 1432 0 0,'-1'-6'915'0'0,"0"0"1"0"0,0 0-1 0 0,1 0 0 0 0,-1 0 1 0 0,2 0-1 0 0,-1 0 0 0 0,1-1 0 0 0,2-9 1 0 0,-2 11-697 0 0,1 0 1 0 0,0 0 0 0 0,1 0-1 0 0,-1 1 1 0 0,1-1 0 0 0,0 1 0 0 0,0 0-1 0 0,0 0 1 0 0,0 0 0 0 0,1 0-1 0 0,-1 0 1 0 0,1 1 0 0 0,0 0-1 0 0,1-1 1 0 0,-1 1 0 0 0,7-3 0 0 0,3-2-66 0 0,1 1 1 0 0,-1 1 0 0 0,1 0 0 0 0,1 1 0 0 0,-1 1 0 0 0,18-3-1 0 0,-24 6-119 0 0,0-1 0 0 0,0 2 0 0 0,1-1 0 0 0,-1 1 0 0 0,0 1 0 0 0,0 0 0 0 0,0 0 0 0 0,0 0-1 0 0,0 2 1 0 0,0-1 0 0 0,0 1 0 0 0,9 4 0 0 0,-16-6-19 0 0,1 0-1 0 0,-1 0 1 0 0,0 1-1 0 0,1-1 1 0 0,-1 1 0 0 0,0 0-1 0 0,0 0 1 0 0,0 0-1 0 0,0 0 1 0 0,0 0 0 0 0,-1 0-1 0 0,1 0 1 0 0,0 0 0 0 0,-1 1-1 0 0,0-1 1 0 0,0 1-1 0 0,1-1 1 0 0,0 6 0 0 0,-1-5-1 0 0,-1 1 0 0 0,0 0 0 0 0,1 1 1 0 0,-1-1-1 0 0,-1 0 0 0 0,1 0 0 0 0,-1 0 1 0 0,1-1-1 0 0,-1 1 0 0 0,-1 0 0 0 0,-1 6 1 0 0,-3 2 9 0 0,0 0 0 0 0,-1 0 0 0 0,0-1 0 0 0,0 0 0 0 0,-2 0 0 0 0,-15 16 0 0 0,-9 2 20 0 0,-1 0 0 0 0,-2-3 0 0 0,0-1-1 0 0,-2-2 1 0 0,-1-1 0 0 0,0-2 0 0 0,-54 19 0 0 0,31-11 225 0 0,62-27-261 0 0,-1-1 0 0 0,1 1 0 0 0,-1 0 0 0 0,1-1 0 0 0,-1 1 0 0 0,1 0 0 0 0,0-1 0 0 0,-1 1 1 0 0,1 0-1 0 0,0-1 0 0 0,0 1 0 0 0,-1 0 0 0 0,1 0 0 0 0,0-1 0 0 0,0 1 0 0 0,0 0 0 0 0,0 0 0 0 0,0-1 0 0 0,0 1 0 0 0,0 0 0 0 0,0 0 0 0 0,0-1 0 0 0,0 1 0 0 0,0 0 0 0 0,1 0 0 0 0,-1-1 0 0 0,0 1 0 0 0,1 0 0 0 0,-1 0 0 0 0,0-1 0 0 0,1 1 1 0 0,-1 0-1 0 0,1-1 0 0 0,-1 1 0 0 0,2 0 0 0 0,20 31 651 0 0,-17-26-481 0 0,212 292 1493 0 0,-185-250-1642 0 0,18 24-1375 0 0,-13-28-2299 0 0,-11-22-2355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00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34 2872 0 0,'-2'-16'5695'0'0,"1"-2"1203"0"0,1 27-5725 0 0,0 23 56 0 0,-1 0-408 0 0,6 52 1 0 0,-4-76-782 0 0,0 0 1 0 0,1 0-1 0 0,0 0 0 0 0,0 0 1 0 0,1 0-1 0 0,0-1 1 0 0,0 1-1 0 0,1-1 0 0 0,0 0 1 0 0,0 0-1 0 0,9 11 0 0 0,-11-16-27 0 0,0 1-1 0 0,1-1 0 0 0,-1 1 1 0 0,1-1-1 0 0,0 0 0 0 0,-1 0 1 0 0,1 0-1 0 0,0 0 0 0 0,0 0 0 0 0,0-1 1 0 0,1 1-1 0 0,-1-1 0 0 0,0 0 1 0 0,0 0-1 0 0,1 0 0 0 0,-1 0 1 0 0,1-1-1 0 0,-1 1 0 0 0,1-1 0 0 0,-1 0 1 0 0,0 0-1 0 0,1 0 0 0 0,-1-1 1 0 0,1 1-1 0 0,-1-1 0 0 0,6-1 1 0 0,-3-1-6 0 0,-1 0 1 0 0,1 0 0 0 0,-1 0 0 0 0,0-1-1 0 0,0 1 1 0 0,0-1 0 0 0,0 0 0 0 0,-1-1 0 0 0,0 1-1 0 0,1-1 1 0 0,-2 0 0 0 0,1 0 0 0 0,-1 0-1 0 0,4-6 1 0 0,2-9 466 0 0,0 0 1 0 0,-1-1-1 0 0,5-21 0 0 0,-13 42-444 0 0,13-40 2048 0 0,-13 38-1816 0 0,-4 30-26 0 0,-7 28-120 0 0,2 1 0 0 0,-2 67 1 0 0,9 118-2043 0 0,2-106-1115 0 0,-2 40-5931 0 0,-3-94 20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01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 52 0 0,'0'0'8761'0'0,"-9"11"-8204"0"0,2 22-84 0 0,-3 58 0 0 0,0 4-145 0 0,-20 66-65 0 0,-21 166-882 0 0,51-236-5191 0 0,0-80 3736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03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42 200 1740 0 0,'5'-21'1547'0'0,"1"1"-1"0"0,1 0 0 0 0,1 1 1 0 0,12-24-1 0 0,-16 37-1435 0 0,-1 1 0 0 0,1 0 0 0 0,0-1 0 0 0,0 2 0 0 0,1-1 0 0 0,-1 0 0 0 0,1 1 0 0 0,0 0-1 0 0,0 0 1 0 0,0 0 0 0 0,1 1 0 0 0,-1 0 0 0 0,1 0 0 0 0,0 0 0 0 0,0 1 0 0 0,0 0 0 0 0,0 0 0 0 0,8-2 0 0 0,-6 3-81 0 0,-1 0 1 0 0,0 1-1 0 0,1-1 1 0 0,-1 1 0 0 0,0 1-1 0 0,1-1 1 0 0,-1 1-1 0 0,0 0 1 0 0,0 1-1 0 0,0 0 1 0 0,0 0-1 0 0,0 1 1 0 0,8 3 0 0 0,-12-4-9 0 0,0-1 1 0 0,0 2-1 0 0,0-1 1 0 0,0 0 0 0 0,0 0-1 0 0,0 1 1 0 0,-1 0-1 0 0,1-1 1 0 0,-1 1 0 0 0,1 0-1 0 0,-1 0 1 0 0,0 1-1 0 0,0-1 1 0 0,-1 0 0 0 0,1 1-1 0 0,-1-1 1 0 0,1 1-1 0 0,-1-1 1 0 0,0 1 0 0 0,-1-1-1 0 0,1 1 1 0 0,-1 0-1 0 0,1 0 1 0 0,-1-1 0 0 0,0 1-1 0 0,0 0 1 0 0,-1 4-1 0 0,-2 4 16 0 0,1 0-1 0 0,-2 1 0 0 0,0-1 0 0 0,0 0 0 0 0,-1-1 0 0 0,-1 1 0 0 0,0-1 0 0 0,0 0 0 0 0,-1-1 0 0 0,0 1 0 0 0,-12 11 0 0 0,-8 8-11 0 0,-2-2-1 0 0,-38 30 0 0 0,41-38 403 0 0,-1-1 0 0 0,-43 21 0 0 0,68-39-296 0 0,-23 12 3045 0 0,27-14-3148 0 0,11 4-408 0 0,119 148 229 0 0,-108-124 149 0 0,23 25 27 0 0,57 49 0 0 0,-38-54 125 0 0,-64-45-376 0 0,1-1 0 0 0,0 0 0 0 0,0 0 0 0 0,0-1 0 0 0,0 1-1 0 0,0 0 1 0 0,0-1 0 0 0,0 0 0 0 0,0 0 0 0 0,0 0 0 0 0,0 0 0 0 0,0 0 0 0 0,0-1-1 0 0,0 1 1 0 0,0-1 0 0 0,0 0 0 0 0,3-1 0 0 0,20-12-5364 0 0,-11 4 178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03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68 1860 0 0,'-60'-37'11009'0'0,"45"28"-9935"0"0,13 8-868 0 0,-2-7 196 0 0,6 7-380 0 0,0-1 0 0 0,0 1 1 0 0,0-1-1 0 0,0 1 0 0 0,1 0 1 0 0,-1 0-1 0 0,0 0 0 0 0,1 1 1 0 0,-1-1-1 0 0,1 0 0 0 0,-1 1 1 0 0,1 0-1 0 0,-1-1 0 0 0,5 1 1 0 0,36 1 37 0 0,-33-1-55 0 0,1 2-1 0 0,-1-1 1 0 0,1 1-1 0 0,-1 1 1 0 0,0 0-1 0 0,0 0 1 0 0,0 1-1 0 0,13 7 1 0 0,-19-9 0 0 0,-1 1 0 0 0,1-1 1 0 0,-1 1-1 0 0,1-1 0 0 0,-1 1 0 0 0,0 0 1 0 0,0 1-1 0 0,0-1 0 0 0,-1 0 1 0 0,1 1-1 0 0,-1-1 0 0 0,0 1 0 0 0,0 0 1 0 0,0 0-1 0 0,0 0 0 0 0,-1 0 0 0 0,0 0 1 0 0,0 0-1 0 0,0 0 0 0 0,0 0 1 0 0,0 1-1 0 0,-1 7 0 0 0,0-3 9 0 0,-1 1 0 0 0,0-1 0 0 0,-1 0 1 0 0,0 1-1 0 0,0-1 0 0 0,-1 0 0 0 0,0 0 0 0 0,0-1 0 0 0,-6 10 0 0 0,-5 7 73 0 0,-29 37-1 0 0,21-31-17 0 0,-11 9 29 0 0,32-39-105 0 0,0 5-8 0 0,1-6 14 0 0,0 0 0 0 0,0 1 0 0 0,0-1 0 0 0,0 0 0 0 0,0 1 0 0 0,0-1 0 0 0,-1 0 1 0 0,1 0-1 0 0,0 1 0 0 0,0-1 0 0 0,0 0 0 0 0,0 1 0 0 0,1-1 0 0 0,-1 0 0 0 0,0 1 0 0 0,0-1 0 0 0,0 0 0 0 0,0 1 1 0 0,0-1-1 0 0,0 0 0 0 0,0 0 0 0 0,0 1 0 0 0,1-1 0 0 0,-1 0 0 0 0,0 0 0 0 0,0 1 0 0 0,0-1 0 0 0,1 0 1 0 0,-1 0-1 0 0,0 0 0 0 0,0 1 0 0 0,1-1 0 0 0,-1 0 0 0 0,0 0 0 0 0,0 0 0 0 0,1 0 0 0 0,-1 1 0 0 0,0-1 1 0 0,1 0-1 0 0,-1 0 0 0 0,0 0 0 0 0,0 0 0 0 0,1 0 0 0 0,0 0 0 0 0,14 7 1 0 0,0 1 0 0 0,0 0 0 0 0,0 1 0 0 0,-1 1 0 0 0,-1 0 0 0 0,1 1 0 0 0,18 19-1 0 0,-24-21 110 0 0,0 1-1 0 0,-1 0 0 0 0,0 0 1 0 0,0 0-1 0 0,-1 1 0 0 0,-1 0 0 0 0,1 0 1 0 0,-2 0-1 0 0,0 1 0 0 0,0 0 1 0 0,3 18-1 0 0,-6-23 59 0 0,-1 0 0 0 0,1 1 1 0 0,-1-1-1 0 0,-1 1 0 0 0,0-1 0 0 0,0 0 1 0 0,0 0-1 0 0,-1 1 0 0 0,0-1 0 0 0,0 0 1 0 0,0 0-1 0 0,-1 0 0 0 0,-1-1 0 0 0,1 1 1 0 0,-1-1-1 0 0,0 0 0 0 0,0 0 0 0 0,-1 0 1 0 0,1 0-1 0 0,-1-1 0 0 0,-1 0 0 0 0,1 0 1 0 0,-7 5-1 0 0,2-3-15 0 0,1-1 0 0 0,-1 1 0 0 0,-1-2 0 0 0,1 1 0 0 0,-1-2 0 0 0,0 1 0 0 0,0-2 0 0 0,0 1 0 0 0,-1-1 0 0 0,1-1 0 0 0,-1 0 0 0 0,1-1 0 0 0,-23 0 0 0 0,20-2-84 0 0,0 0 1 0 0,0-2-1 0 0,1 0 1 0 0,-1 0-1 0 0,-25-11 1 0 0,30 10-59 0 0,0 0 1 0 0,1 0-1 0 0,-1-1 1 0 0,1-1-1 0 0,0 1 1 0 0,0-1-1 0 0,1-1 1 0 0,0 1-1 0 0,-9-11 1 0 0,14 14-153 0 0,0 1 0 0 0,1 0-1 0 0,0 0 1 0 0,-1 0 0 0 0,1-1 0 0 0,0 1 0 0 0,0-1 0 0 0,0 1 0 0 0,0-1 0 0 0,1 1 0 0 0,-1-1 0 0 0,1 1-1 0 0,0-1 1 0 0,-1 1 0 0 0,1-1 0 0 0,0 0 0 0 0,1 1 0 0 0,-1-1 0 0 0,0 0 0 0 0,1 1 0 0 0,-1-1-1 0 0,1 1 1 0 0,0-1 0 0 0,0 1 0 0 0,0-1 0 0 0,0 1 0 0 0,0 0 0 0 0,1 0 0 0 0,1-3 0 0 0,3-3-1522 0 0,0 0 0 0 0,1 1 0 0 0,0 0 1 0 0,0 0-1 0 0,1 1 0 0 0,10-7 0 0 0,-6 4-3505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04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12 956 0 0,'-41'-10'8602'0'0,"38"10"-7712"0"0,-15-2 2183 0 0,-8 2-1634 0 0,24 0-1111 0 0,9 11 512 0 0,7-4-570 0 0,0-1 1 0 0,0 0-1 0 0,0-1 0 0 0,1-1 0 0 0,0 0 0 0 0,17 2 0 0 0,97 5-47 0 0,-87-8-80 0 0,-19-2-1217 0 0,38-2-1 0 0,-51 0-1246 0 0,-1 0 0 0 0,1-1 0 0 0,12-4-1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05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54 908 0 0,'-11'-8'3130'0'0,"0"0"-1"0"0,-1 1 1 0 0,0 0 0 0 0,-25-9-1 0 0,36 16-2521 0 0,-2-1-106 0 0,-6-2-93 0 0,7 2 198 0 0,2 0-553 0 0,-1 1-1 0 0,0 0 1 0 0,1-1-1 0 0,-1 1 0 0 0,0 0 1 0 0,1 0-1 0 0,-1 0 0 0 0,0 0 1 0 0,1-1-1 0 0,-1 1 1 0 0,0 0-1 0 0,1 0 0 0 0,-1 0 1 0 0,0 0-1 0 0,0 1 0 0 0,1-1 1 0 0,-2 0-1 0 0,0 9 168 0 0,0-1 0 0 0,0 1 0 0 0,0 0 0 0 0,1 0 0 0 0,0 0 0 0 0,1 0 0 0 0,0-1 0 0 0,1 1 0 0 0,1 9 0 0 0,-1 20 223 0 0,1 413 2048 0 0,-2-449-2406 0 0,1 5 1977 0 0,-2-1-4746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05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77 110 420 0 0,'-25'-33'10099'0'0,"10"11"-6591"0"0,15 21-3460 0 0,-1 0 0 0 0,1 0 1 0 0,0 0-1 0 0,-1 0 0 0 0,1 0 0 0 0,0 1 0 0 0,0-1 0 0 0,0 0 0 0 0,-1 0 0 0 0,1 0 0 0 0,0 0 0 0 0,0 0 0 0 0,0 0 1 0 0,1 0-1 0 0,-1 0 0 0 0,0 1 0 0 0,0-1 0 0 0,0 0 0 0 0,1 0 0 0 0,-1 0 0 0 0,0 0 0 0 0,1 1 0 0 0,-1-1 0 0 0,1 0 1 0 0,-1 0-1 0 0,1 0 0 0 0,-1 1 0 0 0,1-1 0 0 0,-1 0 0 0 0,1 1 0 0 0,0-1 0 0 0,-1 1 0 0 0,1-1 0 0 0,0 1 0 0 0,1-2 1 0 0,27-13 221 0 0,-23 13-247 0 0,0 0 0 0 0,0 1 1 0 0,0-1-1 0 0,0 1 0 0 0,1 0 1 0 0,-1 1-1 0 0,0-1 0 0 0,0 1 1 0 0,1 1-1 0 0,-1-1 0 0 0,0 1 1 0 0,0 0-1 0 0,0 1 0 0 0,0-1 1 0 0,0 1-1 0 0,0 0 0 0 0,0 1 1 0 0,0-1-1 0 0,-1 1 0 0 0,1 0 1 0 0,5 5-1 0 0,-6-4 4 0 0,0 1 1 0 0,0 0-1 0 0,0 0 0 0 0,0 0 1 0 0,-1 0-1 0 0,0 1 0 0 0,0 0 1 0 0,-1 0-1 0 0,0 0 0 0 0,0 0 0 0 0,0 0 1 0 0,-1 1-1 0 0,1-1 0 0 0,-2 1 1 0 0,1 0-1 0 0,-1-1 0 0 0,0 1 1 0 0,0 0-1 0 0,-1 9 0 0 0,0 1 29 0 0,-2 0 1 0 0,0 0-1 0 0,-1 0 0 0 0,0-1 0 0 0,-2 1 0 0 0,0-1 0 0 0,-1 0 1 0 0,0 0-1 0 0,-14 23 0 0 0,-8 8 293 0 0,-57 70 0 0 0,11-16-4 0 0,62-84-340 0 0,9-15 0 0 0,1 1-1 0 0,0 0 1 0 0,0-1-1 0 0,0 1 1 0 0,0 0-1 0 0,1 0 1 0 0,-1 0-1 0 0,1 1 0 0 0,0-1 1 0 0,0 0-1 0 0,-1 4 1 0 0,2-6-1 0 0,0 0-1 0 0,0-1 1 0 0,0 1 0 0 0,0 0 0 0 0,1 0 0 0 0,-1 0-1 0 0,0-1 1 0 0,0 1 0 0 0,1 0 0 0 0,-1 0 0 0 0,1-1 0 0 0,-1 1-1 0 0,1 0 1 0 0,-1-1 0 0 0,1 1 0 0 0,-1 0 0 0 0,1-1-1 0 0,-1 1 1 0 0,1-1 0 0 0,0 1 0 0 0,-1-1 0 0 0,1 1-1 0 0,0-1 1 0 0,0 1 0 0 0,-1-1 0 0 0,2 1 0 0 0,19 6 57 0 0,-3-4-41 0 0,0-1 1 0 0,1-1-1 0 0,-1 0 1 0 0,0-2-1 0 0,0 0 1 0 0,27-5-1 0 0,-7 1 11 0 0,-28 4-112 0 0,8-1-833 0 0,36-7 1 0 0,-48 7-597 0 0,1 0 0 0 0,-1-1 0 0 0,0 0 0 0 0,0 0 1 0 0,7-4-1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05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59 2320 0 0,'-11'-45'11292'0'0,"6"31"-5912"0"0,2 25-5003 0 0,1 1-1 0 0,0-1 1 0 0,1 1-1 0 0,1-1 1 0 0,0 1-1 0 0,1 12 1 0 0,0 17 29 0 0,-11 118-208 0 0,-29 162 1 0 0,36-307-963 0 0,-5 44-2622 0 0,5-23-6266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06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5 246 1636 0 0,'-1'-8'962'0'0,"-1"-1"-1"0"0,2 0 0 0 0,-1 1 1 0 0,1-1-1 0 0,0 0 0 0 0,1 1 1 0 0,0-1-1 0 0,0 0 0 0 0,1 1 1 0 0,5-17-1 0 0,-3 17-740 0 0,-1 0 1 0 0,2 1-1 0 0,-1 0 1 0 0,1-1-1 0 0,0 1 0 0 0,0 1 1 0 0,0-1-1 0 0,1 1 0 0 0,0 0 1 0 0,1 0-1 0 0,-1 1 0 0 0,1-1 1 0 0,0 2-1 0 0,1-1 0 0 0,-1 1 1 0 0,1 0-1 0 0,12-4 0 0 0,-7 3-70 0 0,-1 1-1 0 0,1 0 0 0 0,0 1 0 0 0,0 1 0 0 0,18-2 0 0 0,-27 4-109 0 0,1 0 1 0 0,-1 0-1 0 0,1 0 1 0 0,-1 1-1 0 0,1-1 1 0 0,-1 1-1 0 0,1 0 1 0 0,-1 0-1 0 0,1 0 1 0 0,-1 1-1 0 0,0 0 1 0 0,0 0-1 0 0,0 0 1 0 0,0 0-1 0 0,0 1 1 0 0,0-1-1 0 0,-1 1 1 0 0,1 0-1 0 0,4 5 1 0 0,-7-6-20 0 0,1 1 1 0 0,-1-1-1 0 0,1 1 0 0 0,-1-1 1 0 0,0 1-1 0 0,0 0 1 0 0,0 0-1 0 0,-1 0 1 0 0,1-1-1 0 0,0 1 1 0 0,-1 0-1 0 0,0 0 0 0 0,0 0 1 0 0,0 0-1 0 0,0 0 1 0 0,0 0-1 0 0,-1 0 1 0 0,1 0-1 0 0,-1-1 1 0 0,0 1-1 0 0,1 0 0 0 0,-2 0 1 0 0,-1 4-1 0 0,-4 7 26 0 0,0-1 0 0 0,0-1-1 0 0,-14 17 1 0 0,13-18-15 0 0,-4 5-17 0 0,-1-1-1 0 0,0-1 0 0 0,-1 0 0 0 0,-1-1 1 0 0,-19 14-1 0 0,-84 49 1274 0 0,108-70-992 0 0,9-5-174 0 0,-8 4 143 0 0,8-5-264 0 0,0 0 1 0 0,0 0-1 0 0,1 1 1 0 0,-1-1 0 0 0,0 0-1 0 0,1 0 1 0 0,-1 1-1 0 0,1-1 1 0 0,-1 0-1 0 0,0 1 1 0 0,1-1 0 0 0,-1 0-1 0 0,1 1 1 0 0,-1-1-1 0 0,1 1 1 0 0,-1-1-1 0 0,1 1 1 0 0,-1-1 0 0 0,1 1-1 0 0,-1-1 1 0 0,1 1-1 0 0,0-1 1 0 0,-1 1-1 0 0,1 0 1 0 0,0-1 0 0 0,0 1-1 0 0,-1 0 1 0 0,1 1-1 0 0,3 7 20 0 0,1 0-1 0 0,0 0 1 0 0,0 0 0 0 0,1 0-1 0 0,0-1 1 0 0,0 0-1 0 0,1 0 1 0 0,8 10 0 0 0,9 12 57 0 0,97 131 116 0 0,-97-136-2768 0 0,47 42-1 0 0,-63-61 574 0 0,1-1 0 0 0,0 0 0 0 0,16 8 0 0 0,-6-8-3747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06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96 180 0 0,'-17'-85'16549'0'0,"17"83"-15915"0"0,-4-5 589 0 0,4 7-1201 0 0,0 0 1 0 0,-1-1 0 0 0,1 1 0 0 0,0 0 0 0 0,0 0-1 0 0,0 0 1 0 0,0 0 0 0 0,-1 0 0 0 0,1 0 0 0 0,0-1-1 0 0,0 1 1 0 0,0 0 0 0 0,-1 0 0 0 0,1 0 0 0 0,0 0-1 0 0,0 0 1 0 0,-1 0 0 0 0,1 0 0 0 0,0 0 0 0 0,0 0-1 0 0,0 0 1 0 0,-1 0 0 0 0,1 0 0 0 0,0 0 0 0 0,0 0-1 0 0,0 0 1 0 0,-1 0 0 0 0,1 0 0 0 0,0 1 0 0 0,0-1-1 0 0,0 0 1 0 0,-1 0 0 0 0,1 0 0 0 0,0 0 0 0 0,0 0-1 0 0,0 0 1 0 0,-1 1 0 0 0,1-1 0 0 0,0 0 0 0 0,0 0-1 0 0,0 0 1 0 0,0 1 0 0 0,0-1 0 0 0,0 0 0 0 0,-1 0-1 0 0,1 0 1 0 0,0 1 0 0 0,0-1 0 0 0,0 0 0 0 0,0 0-1 0 0,0 0 1 0 0,0 1 0 0 0,0-1 0 0 0,0 0 0 0 0,0 0-1 0 0,0 0 1 0 0,0 1 0 0 0,0-1 0 0 0,0 0 0 0 0,0 0-1 0 0,0 1 1 0 0,-4 19 212 0 0,1 0-1 0 0,0 1 0 0 0,2-1 1 0 0,2 40-1 0 0,-1-54-201 0 0,0 1 0 0 0,1 0-1 0 0,0 0 1 0 0,1 0 0 0 0,-1-1 0 0 0,1 1-1 0 0,1 0 1 0 0,-1-1 0 0 0,1 0 0 0 0,0 0-1 0 0,1 0 1 0 0,-1 0 0 0 0,1 0 0 0 0,1-1-1 0 0,-1 1 1 0 0,1-1 0 0 0,-1 0 0 0 0,9 6-1 0 0,-8-9-20 0 0,-1 1-1 0 0,1-1 0 0 0,0 0 1 0 0,0 0-1 0 0,0-1 0 0 0,0 0 1 0 0,0 0-1 0 0,0 0 0 0 0,0 0 0 0 0,0-1 1 0 0,0 0-1 0 0,0 0 0 0 0,1 0 1 0 0,-1-1-1 0 0,0 1 0 0 0,0-1 1 0 0,0-1-1 0 0,0 1 0 0 0,0-1 1 0 0,0 0-1 0 0,-1 0 0 0 0,1 0 1 0 0,0 0-1 0 0,-1-1 0 0 0,0 0 0 0 0,1 0 1 0 0,-1 0-1 0 0,0-1 0 0 0,-1 1 1 0 0,1-1-1 0 0,5-7 0 0 0,5-9 503 0 0,-2 0 0 0 0,0-1 0 0 0,-2 0 0 0 0,0 0-1 0 0,13-44 1 0 0,-6 20 1782 0 0,-17 44-1914 0 0,1 2-360 0 0,0-1 0 0 0,0 1 1 0 0,0 0-1 0 0,-1-1 0 0 0,1 1 1 0 0,0 0-1 0 0,0 0 0 0 0,-1 0 1 0 0,1 0-1 0 0,-1 0 0 0 0,1 0 0 0 0,-1 0 1 0 0,1 0-1 0 0,-1 0 0 0 0,0 0 1 0 0,1 0-1 0 0,-1 0 0 0 0,0 0 1 0 0,0 0-1 0 0,0 0 0 0 0,0 0 0 0 0,0 1 1 0 0,1 30 234 0 0,-1-27-218 0 0,0 68-468 0 0,-3 1-1 0 0,-15 87 1 0 0,-37 93-5620 0 0,7-87-3308 0 0,16-75-270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10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967 29 1132 0 0,'6'-20'14167'0'0,"-7"19"-13930"0"0,0 0 142 0 0,-71-2 439 0 0,53 1-813 0 0,0 1 1 0 0,0 1 0 0 0,-1 0-1 0 0,-35 7 1 0 0,51-6-16 0 0,1 0 0 0 0,0 1 0 0 0,0-1-1 0 0,0 1 1 0 0,0-1 0 0 0,1 1 0 0 0,-1 0 0 0 0,0 0 0 0 0,1 0 0 0 0,-1 1 0 0 0,1-1 0 0 0,0 1 0 0 0,-1-1-1 0 0,1 1 1 0 0,1 0 0 0 0,-1 0 0 0 0,-2 3 0 0 0,-2 7-6 0 0,0 1-1 0 0,-6 21 1 0 0,9-27 5 0 0,-75 302-38 0 0,64-244 41 0 0,-120 833 46 0 0,81-291 15 0 0,-20 210-16 0 0,-144 1319 166 0 0,121-1276-219 0 0,70-385 135 0 0,26-467-106 0 0,0-1 0 0 0,1 0 0 0 0,0 0 0 0 0,0 0 0 0 0,1 0-1 0 0,0-1 1 0 0,0 1 0 0 0,0 0 0 0 0,5 7 0 0 0,-5-11-2 0 0,0-1 0 0 0,0 1 0 0 0,1-1 0 0 0,-1 0 0 0 0,1 0 0 0 0,0 0-1 0 0,0 0 1 0 0,0-1 0 0 0,0 1 0 0 0,0-1 0 0 0,1 1 0 0 0,-1-1 0 0 0,1 0 0 0 0,-1-1 0 0 0,1 1 0 0 0,0-1 0 0 0,0 1 0 0 0,-1-1 0 0 0,8 1 0 0 0,18 2 17 0 0,0-2 0 0 0,0 0 0 0 0,-1-2 0 0 0,41-5 0 0 0,113-25-513 0 0,-172 28 425 0 0,287-68-3280 0 0,-104 6-3200 0 0,-119 34 1985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10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24 2140 0 0,'-9'-23'12910'0'0,"9"23"-12712"0"0,-1-1 0 0 0,-5 14 2123 0 0,-1 37-1559 0 0,7-40-182 0 0,-76 381 1845 0 0,35-206-2634 0 0,27-103-2477 0 0,7-26-6243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11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51 1084 0 0,'10'-5'2868'0'0,"-1"-1"-1"0"0,-1 0 0 0 0,10-9 1 0 0,-12 10-873 0 0,10-5 2056 0 0,-15 10-3959 0 0,-1 0 1 0 0,0-1-1 0 0,1 1 0 0 0,-1 0 0 0 0,0 0 1 0 0,1-1-1 0 0,-1 1 0 0 0,0 0 1 0 0,1 0-1 0 0,-1 0 0 0 0,1-1 1 0 0,-1 1-1 0 0,0 0 0 0 0,1 0 0 0 0,-1 0 1 0 0,1 0-1 0 0,-1 0 0 0 0,0 0 1 0 0,1 0-1 0 0,-1 0 0 0 0,1 0 1 0 0,-1 0-1 0 0,1 0 0 0 0,-1 0 0 0 0,0 0 1 0 0,1 0-1 0 0,-1 1 0 0 0,1-1 1 0 0,-1 0-1 0 0,0 0 0 0 0,1 0 0 0 0,-1 1 1 0 0,0-1-1 0 0,1 0 0 0 0,-1 0 1 0 0,0 1-1 0 0,1-1 0 0 0,-1 0 1 0 0,0 1-1 0 0,1-1 0 0 0,-1 0 0 0 0,0 1 1 0 0,-3 49 863 0 0,-2-1-1 0 0,-3 0 1 0 0,-18 65 0 0 0,-8 42-1367 0 0,28-112-1996 0 0,-2 80 1 0 0,9-97-1307 0 0,0-1 1 0 0,8 33-1 0 0,-3-28-3913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11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61 228 0 0,'1'0'550'0'0,"2"-11"3360"0"0,1 0 0 0 0,-1 0 0 0 0,2-17 0 0 0,-24 246-3248 0 0,2-70-5609 0 0,15-112 1013 0 0,-1 0-1861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12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23 3204 0 0,'34'-22'14412'0'0,"-34"22"-14345"0"0,1 0-1 0 0,0 0 0 0 0,-1 1 0 0 0,1-1 0 0 0,0 0 1 0 0,-1 1-1 0 0,1-1 0 0 0,0 0 0 0 0,-1 1 1 0 0,1-1-1 0 0,-1 1 0 0 0,1-1 0 0 0,-1 1 1 0 0,1-1-1 0 0,-1 1 0 0 0,1-1 0 0 0,-1 1 1 0 0,1-1-1 0 0,-1 1 0 0 0,0 0 0 0 0,1-1 1 0 0,-1 1-1 0 0,0 0 0 0 0,0-1 0 0 0,0 1 1 0 0,1 0-1 0 0,-1-1 0 0 0,0 1 0 0 0,0 0 1 0 0,0-1-1 0 0,0 1 0 0 0,0 0 0 0 0,0 0 1 0 0,0-1-1 0 0,0 1 0 0 0,0 0 0 0 0,-1-1 0 0 0,1 2 1 0 0,-8 37 883 0 0,5-27-603 0 0,2-5-308 0 0,-38 231 1472 0 0,31-170-4030 0 0,2 103 1 0 0,6-102-5216 0 0,2-36-138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13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76 64 0 0,'-15'-34'8633'0'0,"14"30"-7924"0"0,0-1 0 0 0,-1 1 1 0 0,0 0-1 0 0,0 0 0 0 0,0 0 1 0 0,0 1-1 0 0,-1-1 0 0 0,-3-4 1 0 0,5 7-460 0 0,-2 3-190 0 0,1 0 0 0 0,0 0-1 0 0,-1 0 1 0 0,1 1-1 0 0,0-1 1 0 0,0 1 0 0 0,0-1-1 0 0,1 1 1 0 0,-1 0-1 0 0,0 0 1 0 0,-1 5 0 0 0,2-7-20 0 0,-14 30 249 0 0,2 1 0 0 0,1 1-1 0 0,-12 47 1 0 0,20-64-212 0 0,1 2 1 0 0,0-1-1 0 0,2 0 0 0 0,0 0 0 0 0,0 1 1 0 0,2-1-1 0 0,0 1 0 0 0,7 29 1 0 0,-6-39-11 0 0,1 1 0 0 0,0-1 0 0 0,0 0 0 0 0,1 0 0 0 0,0 0 0 0 0,0-1 0 0 0,1 0 0 0 0,0 1 0 0 0,1-1 0 0 0,-1-1 0 0 0,1 1 0 0 0,0-1 0 0 0,1 0 0 0 0,0-1 0 0 0,0 0 0 0 0,0 0 0 0 0,0 0 0 0 0,16 7 0 0 0,-12-8 22 0 0,-1 0 1 0 0,1-1 0 0 0,1 0 0 0 0,-1 0-1 0 0,0-1 1 0 0,0-1 0 0 0,1 0 0 0 0,-1-1 0 0 0,1 0-1 0 0,-1 0 1 0 0,1-1 0 0 0,-1-1 0 0 0,0 0-1 0 0,14-4 1 0 0,-16 3 18 0 0,0 0 1 0 0,-1 0-1 0 0,1-1 0 0 0,-1 0 0 0 0,0-1 0 0 0,-1 0 1 0 0,1 0-1 0 0,-1 0 0 0 0,12-12 0 0 0,-14 12-66 0 0,-1 0-1 0 0,0 0 0 0 0,-1 0 1 0 0,1 0-1 0 0,-1-1 0 0 0,0 0 1 0 0,0 1-1 0 0,-1-1 0 0 0,0 0 1 0 0,0 0-1 0 0,0 0 0 0 0,-1-1 1 0 0,1 1-1 0 0,-2 0 0 0 0,1-7 1 0 0,-1-4-16 0 0,-1 0 0 0 0,-1 0 0 0 0,0 1 0 0 0,-2-1 0 0 0,1 1 0 0 0,-2 0 0 0 0,0 0 0 0 0,-2 0 0 0 0,1 1 0 0 0,-12-18 0 0 0,12 21-52 0 0,-1 1 0 0 0,0 1 0 0 0,-1-1-1 0 0,0 1 1 0 0,0 1 0 0 0,-1-1 0 0 0,0 1 0 0 0,-1 1 0 0 0,0 0-1 0 0,-1 0 1 0 0,1 1 0 0 0,-1 1 0 0 0,-23-11 0 0 0,27 15-154 0 0,0 0 0 0 0,1 1 1 0 0,-1-1-1 0 0,0 1 0 0 0,0 1 1 0 0,0-1-1 0 0,0 1 0 0 0,0 1 1 0 0,-1-1-1 0 0,2 1 0 0 0,-1 0 1 0 0,0 1-1 0 0,0 0 0 0 0,0 0 1 0 0,1 0-1 0 0,-1 1 1 0 0,1 0-1 0 0,-1 0 0 0 0,1 1 1 0 0,0-1-1 0 0,-10 9 0 0 0,3-1-920 0 0,1 1 0 0 0,0 0-1 0 0,1 1 1 0 0,0 0 0 0 0,1 1-1 0 0,0 0 1 0 0,1 0 0 0 0,-8 17-1 0 0,-3 13-4860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1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139 103 1920 0 0,'-26'-40'9928'0'0,"17"27"-8267"0"0,8 11-1232 0 0,-5 0 170 0 0,6 2-586 0 0,-1 0-1 0 0,1 0 0 0 0,0-1 1 0 0,-1 1-1 0 0,1 0 1 0 0,0 0-1 0 0,0 0 1 0 0,-1 0-1 0 0,1 0 0 0 0,0 0 1 0 0,-1 0-1 0 0,1 0 1 0 0,0 0-1 0 0,-1-1 1 0 0,1 1-1 0 0,0 1 0 0 0,-1-1 1 0 0,1 0-1 0 0,0 0 1 0 0,-1 0-1 0 0,1 0 1 0 0,0 0-1 0 0,-1 0 0 0 0,1 0 1 0 0,0 0-1 0 0,-1 0 1 0 0,1 1-1 0 0,0-1 1 0 0,0 0-1 0 0,-1 0 0 0 0,1 0 1 0 0,0 1-1 0 0,0-1 1 0 0,-1 0-1 0 0,1 0 1 0 0,0 1-1 0 0,0-1 1 0 0,0 0-1 0 0,-1 0 0 0 0,1 1 1 0 0,0-1-1 0 0,0 0 1 0 0,0 1-1 0 0,0-1 1 0 0,0 0-1 0 0,0 1 0 0 0,-11 17 222 0 0,1 0-1 0 0,1 1 0 0 0,1 0 1 0 0,1 0-1 0 0,-6 23 0 0 0,5-10-102 0 0,1 0 1 0 0,-3 53-1 0 0,9-68-11 0 0,1 0-1 0 0,0 0 1 0 0,1 1 0 0 0,1-1-1 0 0,1 0 1 0 0,9 32-1 0 0,-10-43-56 0 0,0-1 0 0 0,0 0 0 0 0,0 1 0 0 0,1-1 0 0 0,-1 0 0 0 0,2 0 0 0 0,-1-1-1 0 0,0 1 1 0 0,1-1 0 0 0,0 1 0 0 0,0-1 0 0 0,0 0 0 0 0,0-1 0 0 0,1 1 0 0 0,-1-1 0 0 0,1 0-1 0 0,0 0 1 0 0,0 0 0 0 0,0-1 0 0 0,1 1 0 0 0,-1-1 0 0 0,1-1 0 0 0,-1 1 0 0 0,9 1-1 0 0,3-2 69 0 0,0 0-1 0 0,0-1 0 0 0,-1-1 0 0 0,1-1 0 0 0,0 0 0 0 0,-1-1 0 0 0,1-1 0 0 0,-1-1 0 0 0,0 0 0 0 0,-1-1 0 0 0,1 0 0 0 0,-1-1 1 0 0,0-1-1 0 0,-1-1 0 0 0,0 0 0 0 0,0-1 0 0 0,21-20 0 0 0,-25 21-65 0 0,-1 0 0 0 0,0-1 1 0 0,-1-1-1 0 0,0 0 0 0 0,-1 0 0 0 0,0 0 1 0 0,-1-1-1 0 0,0 0 0 0 0,0 0 0 0 0,3-14 0 0 0,-6 15-51 0 0,-1 1-1 0 0,0-1 1 0 0,0 0-1 0 0,-1 0 1 0 0,-1 0-1 0 0,0 0 0 0 0,-1 0 1 0 0,0 0-1 0 0,0 0 1 0 0,-1 0-1 0 0,0 0 1 0 0,-1 1-1 0 0,-5-13 0 0 0,3 10-43 0 0,-1 1 1 0 0,0 1-1 0 0,-1-1 0 0 0,0 1 0 0 0,-1 0 0 0 0,0 1 0 0 0,0 0 0 0 0,-2 0 0 0 0,1 1 0 0 0,-1 0 0 0 0,0 0 0 0 0,-1 1 0 0 0,-20-12 0 0 0,25 17-192 0 0,-1-1 1 0 0,0 1-1 0 0,0 0 0 0 0,0 1 0 0 0,0 0 0 0 0,0 0 0 0 0,-1 0 1 0 0,1 1-1 0 0,0 0 0 0 0,-1 1 0 0 0,1 0 0 0 0,-1 0 1 0 0,1 0-1 0 0,-1 1 0 0 0,1 0 0 0 0,0 0 0 0 0,-1 1 0 0 0,1 0 1 0 0,0 0-1 0 0,0 1 0 0 0,0 0 0 0 0,1 0 0 0 0,-1 1 0 0 0,1 0 1 0 0,-11 7-1 0 0,9-4-621 0 0,0 0 0 0 0,1 0 0 0 0,-12 15 0 0 0,-3 11-4232 0 0,11-14-459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14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93 107 1932 0 0,'-22'-13'6899'0'0,"21"12"-6678"0"0,0 1 1 0 0,-1-1 0 0 0,1 1-1 0 0,-1-1 1 0 0,1 1 0 0 0,-1-1-1 0 0,1 1 1 0 0,-1 0 0 0 0,0 0-1 0 0,1 0 1 0 0,-1-1 0 0 0,1 2-1 0 0,-1-1 1 0 0,-2 0 0 0 0,2 1-161 0 0,1 0 1 0 0,0 0-1 0 0,0 0 1 0 0,0 0-1 0 0,-1 0 0 0 0,1 0 1 0 0,0 0-1 0 0,0 1 1 0 0,1-1-1 0 0,-1 0 1 0 0,0 0-1 0 0,0 1 1 0 0,1-1-1 0 0,-1 1 1 0 0,0-1-1 0 0,1 1 0 0 0,-1 1 1 0 0,-7 23 237 0 0,2 1 1 0 0,1 0-1 0 0,1 0 1 0 0,1 0 0 0 0,1 1-1 0 0,2-1 1 0 0,2 29-1 0 0,-1-44-227 0 0,1-1-1 0 0,0 1 1 0 0,0-1-1 0 0,1 0 1 0 0,0 0-1 0 0,1 0 1 0 0,10 19-1 0 0,-11-24-16 0 0,0-2 0 0 0,0 1 0 0 0,0 0 0 0 0,1-1 0 0 0,0 1 0 0 0,0-1 0 0 0,0 0 0 0 0,0 0 1 0 0,1-1-1 0 0,0 1 0 0 0,-1-1 0 0 0,1 0 0 0 0,1-1 0 0 0,-1 1 0 0 0,0-1 0 0 0,0 0 0 0 0,9 2 0 0 0,1-1 38 0 0,0-1 0 0 0,0-1 0 0 0,1 0 0 0 0,-1-1 0 0 0,0-1 0 0 0,0 0 0 0 0,0-1 0 0 0,0-1 0 0 0,0 0 0 0 0,-1-1 0 0 0,1-1 0 0 0,21-10 0 0 0,-19 7 28 0 0,0 0-1 0 0,-1-2 1 0 0,0 0-1 0 0,0 0 1 0 0,-1-2-1 0 0,-1 0 1 0 0,0 0-1 0 0,-1-2 1 0 0,21-26-1 0 0,-27 31-69 0 0,0-2 1 0 0,-1 1-1 0 0,-1-1 0 0 0,0 0 0 0 0,0 0 0 0 0,-1-1 1 0 0,-1 1-1 0 0,0-1 0 0 0,0 0 0 0 0,-1 0 0 0 0,-1 0 1 0 0,0 0-1 0 0,-1-23 0 0 0,-1 27-46 0 0,0 0 1 0 0,0-1-1 0 0,-1 1 1 0 0,0 0-1 0 0,0 0 0 0 0,-1 1 1 0 0,0-1-1 0 0,0 1 1 0 0,-1-1-1 0 0,0 1 0 0 0,0 0 1 0 0,-1 0-1 0 0,0 1 0 0 0,0-1 1 0 0,-1 1-1 0 0,0 0 1 0 0,0 1-1 0 0,0-1 0 0 0,0 1 1 0 0,-1 0-1 0 0,-8-4 1 0 0,3 3-137 0 0,0 1 1 0 0,1 0 0 0 0,-2 0-1 0 0,1 2 1 0 0,0-1 0 0 0,-1 2-1 0 0,1-1 1 0 0,-26 0 0 0 0,28 3-405 0 0,0 1 1 0 0,0-1-1 0 0,0 2 0 0 0,0 0 1 0 0,-10 3-1 0 0,13-3-499 0 0,0 1-1 0 0,0-1 1 0 0,0 2 0 0 0,0-1-1 0 0,1 1 1 0 0,0 0 0 0 0,-8 6-1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15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185 103 1260 0 0,'-8'-4'1868'0'0,"0"0"-1"0"0,0 0 1 0 0,0 1 0 0 0,-1 0-1 0 0,-11-3 1 0 0,18 7-1810 0 0,1-1 0 0 0,0 1 0 0 0,0-1-1 0 0,0 1 1 0 0,0 0 0 0 0,0-1 0 0 0,0 1 0 0 0,0 0 0 0 0,0 0 0 0 0,0 0 0 0 0,0-1 0 0 0,0 1 0 0 0,1 0-1 0 0,-1 0 1 0 0,0 0 0 0 0,1 0 0 0 0,-1 0 0 0 0,1 1 0 0 0,-1-1 0 0 0,0 1 0 0 0,-1 1 133 0 0,-12 21 80 0 0,0 1 0 0 0,1 0 1 0 0,1 1-1 0 0,2 0 0 0 0,0 1 1 0 0,2 0-1 0 0,1 0 0 0 0,2 1 1 0 0,-4 35-1 0 0,9-58-252 0 0,-1 0 0 0 0,1 0 0 0 0,1 0 0 0 0,-1 0 0 0 0,1 0 0 0 0,0 0 0 0 0,0 0 0 0 0,0 0 0 0 0,1-1 0 0 0,0 1 0 0 0,0 0 0 0 0,0-1 0 0 0,0 1 0 0 0,1-1 0 0 0,-1 0 0 0 0,1 0 0 0 0,0 0 0 0 0,1 0 0 0 0,-1 0 0 0 0,1-1 0 0 0,-1 0 0 0 0,9 6 0 0 0,-4-4 12 0 0,1-1-1 0 0,0 0 1 0 0,0 0-1 0 0,0-1 0 0 0,0 0 1 0 0,0-1-1 0 0,1 0 1 0 0,-1 0-1 0 0,1-1 0 0 0,-1 0 1 0 0,12-1-1 0 0,4-1 21 0 0,1-1 0 0 0,-1-1-1 0 0,1-1 1 0 0,-1-2 0 0 0,0 0 0 0 0,-1-1-1 0 0,41-19 1 0 0,-49 19 22 0 0,-1-1 0 0 0,0 0 0 0 0,0-1 0 0 0,-1-1 0 0 0,-1 0 0 0 0,1-1 0 0 0,-2 0 0 0 0,0-1 0 0 0,0-1 0 0 0,-1 0-1 0 0,0 0 1 0 0,13-24 0 0 0,-19 29-36 0 0,-2 0-1 0 0,1 0 0 0 0,-1 0 1 0 0,-1 0-1 0 0,1 0 1 0 0,-1-1-1 0 0,-1 1 0 0 0,1-1 1 0 0,-2 1-1 0 0,1-1 0 0 0,-1 0 1 0 0,0 1-1 0 0,-1-1 1 0 0,0 0-1 0 0,-1 1 0 0 0,-2-11 1 0 0,1 10-21 0 0,-1 0 1 0 0,0 0 0 0 0,0 1-1 0 0,0 0 1 0 0,-1-1 0 0 0,-1 2 0 0 0,1-1-1 0 0,-1 1 1 0 0,-1-1 0 0 0,1 2-1 0 0,-1-1 1 0 0,0 1 0 0 0,-1 0-1 0 0,-13-8 1 0 0,8 7-47 0 0,1 0-1 0 0,-1 1 1 0 0,-1 0-1 0 0,1 1 1 0 0,-16-3-1 0 0,24 6-314 0 0,-1 1 1 0 0,0 0-1 0 0,0 0 0 0 0,1 0 0 0 0,-1 1 0 0 0,0 0 1 0 0,0 0-1 0 0,1 0 0 0 0,-1 1 0 0 0,0 0 0 0 0,1 0 0 0 0,-1 0 1 0 0,0 1-1 0 0,1 0 0 0 0,-9 4 0 0 0,12-5-178 0 0,-7 7-415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15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207 141 1984 0 0,'-69'-77'12386'0'0,"68"77"-12359"0"0,1 0-1 0 0,-1-1 1 0 0,0 1-1 0 0,1 0 1 0 0,-1 0 0 0 0,0-1-1 0 0,1 1 1 0 0,-1 0-1 0 0,0 0 1 0 0,1 0 0 0 0,-1 0-1 0 0,0 0 1 0 0,1 0 0 0 0,-1 0-1 0 0,0 0 1 0 0,1 0-1 0 0,-1 0 1 0 0,0 0 0 0 0,1 0-1 0 0,-1 1 1 0 0,0-1-1 0 0,1 0 1 0 0,-1 0 0 0 0,0 1-1 0 0,1-1 1 0 0,-1 1-1 0 0,-16 11 339 0 0,6 1-234 0 0,0 1 0 0 0,1 0 0 0 0,1 1 0 0 0,0 0 0 0 0,1 0 0 0 0,1 1 0 0 0,-8 24 0 0 0,11-27-102 0 0,0 0 1 0 0,1 0 0 0 0,1 1-1 0 0,0-1 1 0 0,1 0-1 0 0,0 1 1 0 0,1-1-1 0 0,0 1 1 0 0,1-1 0 0 0,4 17-1 0 0,-4-25 24 0 0,0-1 0 0 0,0 1 0 0 0,1 0 0 0 0,0-1 0 0 0,0 1 0 0 0,0-1 0 0 0,1 0 0 0 0,0 0 0 0 0,-1 0 0 0 0,1 0 0 0 0,1 0 0 0 0,-1-1 0 0 0,0 1 0 0 0,1-1 0 0 0,0 0 0 0 0,5 4 0 0 0,-3-4 30 0 0,1 1 0 0 0,0-1 0 0 0,-1-1 0 0 0,1 1 1 0 0,0-1-1 0 0,0-1 0 0 0,0 1 0 0 0,0-1 0 0 0,0 0 0 0 0,9 0 0 0 0,0-2 102 0 0,0 0 0 0 0,0 0 1 0 0,-1-2-1 0 0,1 0 0 0 0,-1-1 0 0 0,0 0 1 0 0,0-1-1 0 0,0-1 0 0 0,21-11 0 0 0,-26 11-110 0 0,-1 0 0 0 0,0-1 0 0 0,0 1 0 0 0,-1-2 0 0 0,0 1 0 0 0,0-1-1 0 0,0-1 1 0 0,-1 1 0 0 0,-1-1 0 0 0,0-1 0 0 0,0 1 0 0 0,0-1 0 0 0,-1 0 0 0 0,3-10 0 0 0,-5 12-58 0 0,-1 1 1 0 0,0 0 0 0 0,0-1-1 0 0,-1 1 1 0 0,0-1 0 0 0,-1 1 0 0 0,1-1-1 0 0,-1 1 1 0 0,-1-1 0 0 0,1 1 0 0 0,-1-1-1 0 0,-1 1 1 0 0,0-1 0 0 0,0 1 0 0 0,0 0-1 0 0,-1 0 1 0 0,1 0 0 0 0,-2 0-1 0 0,1 0 1 0 0,-1 0 0 0 0,-6-7 0 0 0,1 3-126 0 0,0 1 0 0 0,0 1 1 0 0,-1 0-1 0 0,-1 0 0 0 0,1 1 0 0 0,-1 0 1 0 0,-1 1-1 0 0,0 0 0 0 0,0 0 1 0 0,0 2-1 0 0,0-1 0 0 0,-1 2 0 0 0,-17-5 1 0 0,5 3-1916 0 0,-52-6 0 0 0,-26 8-6802 0 0,72 4 3601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16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95 361 1632 0 0,'-13'-30'5443'0'0,"10"22"-4398"0"0,0 1 0 0 0,0 0-1 0 0,-1 0 1 0 0,1 0 0 0 0,-2 0-1 0 0,1 1 1 0 0,-7-8 494 0 0,10 14-1404 0 0,0 0-107 0 0,0 0 1 0 0,0 0-1 0 0,1 0 1 0 0,-1 0-1 0 0,0 0 0 0 0,0 0 1 0 0,0 0-1 0 0,0 0 0 0 0,0 1 1 0 0,0-1-1 0 0,0 0 0 0 0,0 1 1 0 0,0-1-1 0 0,0 0 0 0 0,0 1 1 0 0,0 0-1 0 0,-3 5 41 0 0,0 1 0 0 0,1 0 0 0 0,-1-1-1 0 0,2 1 1 0 0,-1 1 0 0 0,1-1 0 0 0,0 0 0 0 0,0 0-1 0 0,1 1 1 0 0,0-1 0 0 0,0 1 0 0 0,1-1-1 0 0,0 1 1 0 0,0-1 0 0 0,1 1 0 0 0,0-1 0 0 0,0 1-1 0 0,1-1 1 0 0,0 0 0 0 0,0 1 0 0 0,5 8 0 0 0,-4-8 32 0 0,1-1 0 0 0,0 0 0 0 0,1 0 0 0 0,0 0 1 0 0,0-1-1 0 0,0 1 0 0 0,1-1 0 0 0,-1 0 1 0 0,2-1-1 0 0,-1 0 0 0 0,1 1 0 0 0,-1-2 0 0 0,1 1 1 0 0,0-1-1 0 0,1 0 0 0 0,-1-1 0 0 0,1 0 0 0 0,0 0 1 0 0,12 3-1 0 0,-6-4-41 0 0,0 0 0 0 0,0-1 1 0 0,0 0-1 0 0,0-1 0 0 0,-1-1 1 0 0,1 0-1 0 0,0-1 0 0 0,0-1 0 0 0,0 0 1 0 0,-1 0-1 0 0,0-2 0 0 0,0 1 0 0 0,0-2 1 0 0,0 0-1 0 0,-1 0 0 0 0,0-1 1 0 0,0-1-1 0 0,-1 0 0 0 0,1 0 0 0 0,-2-1 1 0 0,0-1-1 0 0,0 0 0 0 0,0 0 0 0 0,-1-1 1 0 0,-1 0-1 0 0,0 0 0 0 0,0-1 1 0 0,-2 0-1 0 0,1 0 0 0 0,-1-1 0 0 0,5-18 1 0 0,-7 15-55 0 0,0 0 1 0 0,-2 0 0 0 0,0 0 0 0 0,-1-1 0 0 0,0 1 0 0 0,-1 0-1 0 0,-1-1 1 0 0,-1 1 0 0 0,-5-22 0 0 0,5 27-18 0 0,-1 2 0 0 0,-1-1 1 0 0,1 0-1 0 0,-2 1 0 0 0,1-1 0 0 0,-1 1 0 0 0,-7-9 1 0 0,8 13-17 0 0,0 0 0 0 0,0 0 1 0 0,-1 0-1 0 0,0 1 1 0 0,0-1-1 0 0,0 1 0 0 0,-1 0 1 0 0,1 1-1 0 0,-1-1 1 0 0,0 1-1 0 0,-10-4 0 0 0,8 5-103 0 0,1 0-1 0 0,-1 1 0 0 0,0 0 0 0 0,0 0 0 0 0,1 1 1 0 0,-1-1-1 0 0,0 2 0 0 0,0-1 0 0 0,1 1 0 0 0,-1 1 1 0 0,0-1-1 0 0,1 1 0 0 0,-1 1 0 0 0,-8 3 0 0 0,12-5-94 0 0,1 1-1 0 0,-1-1 0 0 0,1 1 1 0 0,0 0-1 0 0,0 0 0 0 0,0 0 0 0 0,0 0 1 0 0,0 0-1 0 0,0 1 0 0 0,0-1 0 0 0,1 1 1 0 0,0 0-1 0 0,-1 0 0 0 0,1 0 1 0 0,0 0-1 0 0,0 0 0 0 0,0 0 0 0 0,1 0 1 0 0,-1 1-1 0 0,1-1 0 0 0,0 1 0 0 0,0-1 1 0 0,0 1-1 0 0,0-1 0 0 0,1 1 1 0 0,-1 0-1 0 0,1-1 0 0 0,0 1 0 0 0,0 0 1 0 0,1-1-1 0 0,-1 1 0 0 0,1 4 0 0 0,0-5-251 0 0,0 1-1 0 0,1-1 0 0 0,-1 0 0 0 0,0 1 0 0 0,1-1 0 0 0,0 0 0 0 0,0 0 0 0 0,0 0 0 0 0,0 0 0 0 0,0 0 0 0 0,1 0 0 0 0,2 2 0 0 0,11 7-3167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21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131 203 180 0 0,'0'0'1361'0'0,"-6"-10"2536"0"0,-5-24 2388 0 0,11 33-5750 0 0,-1-2-2 0 0,1 2-416 0 0,0 1 0 0 0,0-1 0 0 0,0 1-1 0 0,0-1 1 0 0,-1 1 0 0 0,1-1 0 0 0,0 1 0 0 0,0-1 0 0 0,0 1 0 0 0,0-1-1 0 0,-1 1 1 0 0,1-1 0 0 0,0 1 0 0 0,-1-1 0 0 0,1 1 0 0 0,0-1-1 0 0,-1 1 1 0 0,1-1 0 0 0,0 1 0 0 0,-1 0 0 0 0,1-1 0 0 0,-1 1 0 0 0,1 0-1 0 0,0-1 1 0 0,-1 1 0 0 0,1 0 0 0 0,-1 0 0 0 0,1-1 0 0 0,-1 1-1 0 0,0 0 1 0 0,0 0 0 0 0,-2 2-101 0 0,0 0 0 0 0,0 0 1 0 0,0 1-1 0 0,0-1 0 0 0,0 1 0 0 0,0 0 0 0 0,1 0 0 0 0,-1 0 0 0 0,1 0 0 0 0,0 1 1 0 0,0-1-1 0 0,0 0 0 0 0,-2 5 0 0 0,-21 55 180 0 0,23-59-184 0 0,-6 21 60 0 0,0 0 1 0 0,2 1-1 0 0,1-1 0 0 0,1 1 1 0 0,1 0-1 0 0,1 1 0 0 0,2 33 0 0 0,1-49 33 0 0,0 1-1 0 0,1-1 0 0 0,1 0 1 0 0,0 0-1 0 0,0 0 1 0 0,1 0-1 0 0,0-1 0 0 0,9 15 1 0 0,-9-18-6 0 0,0-1 1 0 0,1 1 0 0 0,0-1-1 0 0,0-1 1 0 0,1 1-1 0 0,-1-1 1 0 0,1 0-1 0 0,1 0 1 0 0,-1 0 0 0 0,1-1-1 0 0,-1 0 1 0 0,1 0-1 0 0,11 3 1 0 0,-9-4-9 0 0,-1 0 0 0 0,1 0 0 0 0,1-2 0 0 0,-1 1 0 0 0,0-1 0 0 0,0 0 0 0 0,1-1-1 0 0,-1 0 1 0 0,0 0 0 0 0,1-1 0 0 0,-1 0 0 0 0,0-1 0 0 0,0 0 0 0 0,0-1 0 0 0,0 0 0 0 0,0 0 0 0 0,-1 0 0 0 0,1-1 0 0 0,10-8 0 0 0,-7 5-26 0 0,-1-1-1 0 0,0 0 1 0 0,-1-1 0 0 0,0-1-1 0 0,0 1 1 0 0,-1-1 0 0 0,0-1-1 0 0,-1 0 1 0 0,0 0-1 0 0,-1-1 1 0 0,0 1 0 0 0,8-22-1 0 0,-8 13-26 0 0,0-1 0 0 0,-1 1 0 0 0,-1-1 0 0 0,-2 0 0 0 0,0 0-1 0 0,-1-1 1 0 0,0 1 0 0 0,-2 0 0 0 0,-3-29 0 0 0,0 33-37 0 0,0 1 1 0 0,0 0-1 0 0,-1 0 1 0 0,-1 0-1 0 0,-1 1 0 0 0,0 0 1 0 0,-1 0-1 0 0,-1 0 1 0 0,0 1-1 0 0,-1 0 1 0 0,0 1-1 0 0,-19-21 1 0 0,22 28-17 0 0,0 1 0 0 0,0 0 0 0 0,0 0 0 0 0,-1 0 0 0 0,1 1 0 0 0,-1 0 0 0 0,0 0 0 0 0,-1 1 0 0 0,1 0 0 0 0,-1 0 0 0 0,1 0 0 0 0,-1 1 0 0 0,0 0 1 0 0,1 1-1 0 0,-1 0 0 0 0,0 0 0 0 0,0 1 0 0 0,0 0 0 0 0,0 0 0 0 0,0 1 0 0 0,-9 1 0 0 0,7 0-193 0 0,1 0 0 0 0,0 1 0 0 0,0 0 1 0 0,1 1-1 0 0,-1 0 0 0 0,1 0 0 0 0,0 0 0 0 0,0 1 0 0 0,0 0 0 0 0,1 1 0 0 0,-1 0 1 0 0,1 0-1 0 0,1 1 0 0 0,-1 0 0 0 0,1 0 0 0 0,0 0 0 0 0,-8 14 0 0 0,9-12-456 0 0,0 1-1 0 0,1 0 0 0 0,0 0 0 0 0,1 0 0 0 0,0 0 1 0 0,-2 16-1 0 0,3-12-1481 0 0,0 0 1 0 0,2 19-1 0 0,3-6-3222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23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0 129 548 0 0,'34'-27'10505'0'0,"-28"24"-8944"0"0,4-3 1900 0 0,-10 6-3441 0 0,1 0 0 0 0,-1 0 0 0 0,0 0 0 0 0,0 1 0 0 0,1-1 0 0 0,-1 0 0 0 0,0 0 0 0 0,0 0 0 0 0,0 0 0 0 0,1 0 0 0 0,-1 1 0 0 0,0-1 0 0 0,0 0 0 0 0,0 0 0 0 0,0 0 0 0 0,1 1 0 0 0,-1-1 0 0 0,0 0 0 0 0,0 0 0 0 0,0 0 0 0 0,0 1 0 0 0,0-1 0 0 0,0 0 0 0 0,0 0-1 0 0,0 1 1 0 0,0-1 0 0 0,0 0 0 0 0,0 0 0 0 0,0 1 0 0 0,0-1 0 0 0,0 0 0 0 0,0 0 0 0 0,0 1 0 0 0,0-1 0 0 0,0 0 0 0 0,0 0 0 0 0,0 0 0 0 0,0 1 0 0 0,0-1 0 0 0,0 0 0 0 0,0 0 0 0 0,0 1 0 0 0,-1-1 0 0 0,1 0 0 0 0,0 0 0 0 0,0 0 0 0 0,0 1 0 0 0,-1-1 0 0 0,-5 25 72 0 0,-4 12 223 0 0,2 0-1 0 0,-7 73 0 0 0,14-101-198 0 0,1 1 0 0 0,0-1 1 0 0,0 0-1 0 0,1 0 0 0 0,0 0 0 0 0,1 0 0 0 0,0 0 0 0 0,0 0 0 0 0,1 0 0 0 0,0 0 0 0 0,1-1 0 0 0,0 0 0 0 0,0 0 0 0 0,1 0 0 0 0,0 0 0 0 0,0 0 0 0 0,12 12 1 0 0,-9-14-51 0 0,0 0 0 0 0,1-1 0 0 0,-1 0 0 0 0,1 0 1 0 0,0-1-1 0 0,0 0 0 0 0,0 0 0 0 0,0-1 1 0 0,1 0-1 0 0,0-1 0 0 0,-1 0 0 0 0,1-1 1 0 0,0 0-1 0 0,0 0 0 0 0,0-1 0 0 0,0 0 1 0 0,-1-1-1 0 0,1 0 0 0 0,0-1 0 0 0,10-3 1 0 0,-10 3-6 0 0,-1 0 1 0 0,1-1 0 0 0,-1 0-1 0 0,0-1 1 0 0,0 0 0 0 0,0 0-1 0 0,-1-1 1 0 0,0 0 0 0 0,0-1-1 0 0,0 1 1 0 0,0-2 0 0 0,-1 1-1 0 0,0-1 1 0 0,0 0 0 0 0,-1-1-1 0 0,0 1 1 0 0,0-1 0 0 0,-1 0-1 0 0,0-1 1 0 0,6-13 0 0 0,-6 7-31 0 0,-2-1 0 0 0,0 0 1 0 0,0 0-1 0 0,-1 0 0 0 0,-1-1 0 0 0,-1 1 1 0 0,-1 0-1 0 0,0 0 0 0 0,-1 0 0 0 0,0 0 1 0 0,-1 0-1 0 0,-1 0 0 0 0,-7-17 0 0 0,7 23-36 0 0,0-1-1 0 0,-1 1 0 0 0,-1 0 1 0 0,0 0-1 0 0,0 0 1 0 0,0 1-1 0 0,-1 0 0 0 0,-14-13 1 0 0,15 17-12 0 0,0 0 0 0 0,0 0 0 0 0,-1 1 0 0 0,1 0 0 0 0,-1 0 1 0 0,0 0-1 0 0,0 1 0 0 0,0 0 0 0 0,0 1 0 0 0,-1-1 0 0 0,1 1 0 0 0,-1 1 0 0 0,-12-2 0 0 0,13 3-132 0 0,-1 0 0 0 0,1 0 0 0 0,0 1 0 0 0,-1 0 0 0 0,1 1-1 0 0,0-1 1 0 0,0 1 0 0 0,-1 0 0 0 0,1 1 0 0 0,1 0-1 0 0,-1 0 1 0 0,0 1 0 0 0,1-1 0 0 0,0 2 0 0 0,0-1 0 0 0,0 0-1 0 0,0 1 1 0 0,1 0 0 0 0,0 1 0 0 0,0-1 0 0 0,0 1-1 0 0,0 0 1 0 0,1 0 0 0 0,-5 10 0 0 0,4-8-406 0 0,2 0 1 0 0,-1-1 0 0 0,1 1-1 0 0,0 0 1 0 0,1 0-1 0 0,0 1 1 0 0,0-1 0 0 0,1 0-1 0 0,0 1 1 0 0,0-1-1 0 0,1 1 1 0 0,0-1-1 0 0,1 1 1 0 0,0-1 0 0 0,0 1-1 0 0,0-1 1 0 0,1 0-1 0 0,1 0 1 0 0,-1 1-1 0 0,1-2 1 0 0,6 12 0 0 0,10 10-4131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24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125 274 2028 0 0,'1'-30'5270'0'0,"-2"-38"2558"0"0,1 66-7331 0 0,1-5 44 0 0,-1 7-521 0 0,0 0-1 0 0,0 0 1 0 0,0 0-1 0 0,0 0 1 0 0,0 0-1 0 0,0-1 0 0 0,0 1 1 0 0,0 0-1 0 0,0 0 1 0 0,0 0-1 0 0,0 0 1 0 0,0 0-1 0 0,0-1 1 0 0,0 1-1 0 0,0 0 0 0 0,0 0 1 0 0,0 0-1 0 0,0 0 1 0 0,0 0-1 0 0,0-1 1 0 0,0 1-1 0 0,-1 0 0 0 0,1 0 1 0 0,0 0-1 0 0,0 0 1 0 0,0 0-1 0 0,0 0 1 0 0,0 0-1 0 0,0-1 0 0 0,0 1 1 0 0,0 0-1 0 0,-1 0 1 0 0,1 0-1 0 0,0 0 1 0 0,0 0-1 0 0,0 0 0 0 0,0 0 1 0 0,0 0-1 0 0,0 0 1 0 0,-1 0-1 0 0,1 0 1 0 0,0 0-1 0 0,0 0 1 0 0,0 0-1 0 0,0 0 0 0 0,0 0 1 0 0,-1 0-1 0 0,1 0 1 0 0,0 0-1 0 0,0 0 1 0 0,-4 2-2 0 0,1 0 0 0 0,-1 0 0 0 0,1 0 0 0 0,0 0 0 0 0,0 1 0 0 0,0 0 0 0 0,0 0 0 0 0,0 0 1 0 0,1 0-1 0 0,-1 0 0 0 0,1 0 0 0 0,-3 5 0 0 0,-26 52 83 0 0,20-37-59 0 0,4-9-8 0 0,1 0 0 0 0,1 0 0 0 0,0 0 0 0 0,1 1 0 0 0,0-1 1 0 0,2 1-1 0 0,-1 0 0 0 0,1 22 0 0 0,1-31 21 0 0,2 0 0 0 0,-1 0 1 0 0,0 0-1 0 0,1 0 0 0 0,0 0 0 0 0,1 0 0 0 0,-1-1 0 0 0,1 1 0 0 0,0 0 1 0 0,1-1-1 0 0,-1 1 0 0 0,1-1 0 0 0,0 0 0 0 0,0 0 0 0 0,1 0 0 0 0,0 0 1 0 0,0-1-1 0 0,0 0 0 0 0,0 1 0 0 0,0-1 0 0 0,1-1 0 0 0,0 1 0 0 0,0-1 1 0 0,5 3-1 0 0,4 1 15 0 0,0-2 0 0 0,0 1 0 0 0,1-2 0 0 0,-1 0-1 0 0,1-1 1 0 0,0 0 0 0 0,0-1 0 0 0,0-1 0 0 0,1-1 0 0 0,-1 0 0 0 0,0-1 0 0 0,0 0 0 0 0,0-1 0 0 0,0-1 0 0 0,27-8 0 0 0,-27 6 3 0 0,0-1 1 0 0,0 0-1 0 0,0-1 1 0 0,-1 0-1 0 0,0-2 1 0 0,-1 1-1 0 0,0-2 0 0 0,0 1 1 0 0,-1-2-1 0 0,0 0 1 0 0,-1 0-1 0 0,0-1 1 0 0,-1 0-1 0 0,17-27 1 0 0,-19 23-53 0 0,0 0 0 0 0,-1-1 1 0 0,0 0-1 0 0,-2 0 0 0 0,0-1 1 0 0,-1 0-1 0 0,0 0 0 0 0,-2 0 1 0 0,1-26-1 0 0,-3 34-26 0 0,0 0 1 0 0,0 0-1 0 0,-1-1 1 0 0,-1 1-1 0 0,0 0 0 0 0,0 0 1 0 0,-1 1-1 0 0,0-1 1 0 0,-1 0-1 0 0,0 1 0 0 0,0 0 1 0 0,-1 0-1 0 0,-1 0 1 0 0,1 1-1 0 0,-1-1 0 0 0,-1 1 1 0 0,1 1-1 0 0,-11-10 1 0 0,12 13-103 0 0,0 0 0 0 0,-1 1 0 0 0,1-1 0 0 0,-1 1 0 0 0,0 0 0 0 0,0 1 0 0 0,0-1 1 0 0,0 1-1 0 0,0 1 0 0 0,-1-1 0 0 0,1 1 0 0 0,0 0 0 0 0,-1 0 0 0 0,1 1 0 0 0,-1 0 0 0 0,1 0 1 0 0,-1 0-1 0 0,-9 3 0 0 0,12-2-236 0 0,-1 0-1 0 0,1 0 1 0 0,-1 1 0 0 0,1 0-1 0 0,0 0 1 0 0,-1 0 0 0 0,1 0-1 0 0,0 1 1 0 0,0 0 0 0 0,0 0-1 0 0,-3 4 1 0 0,3-4-292 0 0,1 1 0 0 0,0 0-1 0 0,1-1 1 0 0,-1 2 0 0 0,1-1-1 0 0,-1 0 1 0 0,1 0 0 0 0,1 1 0 0 0,-1-1-1 0 0,0 1 1 0 0,1-1 0 0 0,-1 8-1 0 0,1 5-4117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26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809 90 1088 0 0,'-14'-7'6797'0'0,"-16"-9"2882"0"0,30 15-9625 0 0,0 1 0 0 0,0-1-1 0 0,1 1 1 0 0,-1-1 0 0 0,0 1-1 0 0,0-1 1 0 0,1 1 0 0 0,-1-1-1 0 0,0 1 1 0 0,1-1 0 0 0,-1 1-1 0 0,0-1 1 0 0,1 1 0 0 0,-1 0-1 0 0,1-1 1 0 0,-1 1 0 0 0,1 0-1 0 0,-1-1 1 0 0,1 1 0 0 0,-1 0-1 0 0,1-1 1 0 0,88-15 498 0 0,1 3 0 0 0,110-2 0 0 0,-94 8-247 0 0,-78 5-249 0 0,-9 0-34 0 0,1 1 1 0 0,0 0-1 0 0,0 2 0 0 0,24 3 0 0 0,-40-3-20 0 0,-1 0 1 0 0,1 1-1 0 0,-1-1 0 0 0,0 1 0 0 0,1-1 1 0 0,-1 1-1 0 0,0 0 0 0 0,0 0 0 0 0,0 1 0 0 0,-1-1 1 0 0,1 1-1 0 0,0-1 0 0 0,-1 1 0 0 0,0 0 1 0 0,0 0-1 0 0,0 0 0 0 0,0 0 0 0 0,0 0 0 0 0,1 4 1 0 0,2 4 2 0 0,0 0 0 0 0,-1 1 0 0 0,0-1 0 0 0,2 15 0 0 0,2 26 172 0 0,-2 1 1 0 0,-2 1 0 0 0,-4 78 0 0 0,-27 161 942 0 0,15-196-983 0 0,-80 1031 233 0 0,73-731-301 0 0,-27 490-32 0 0,27-603-49 0 0,-35 446-98 0 0,13-217 96 0 0,-27 254-8 0 0,62-711 28 0 0,-23 165 212 0 0,12-136-140 0 0,7-39-61 0 0,-4 51 0 0 0,6-36-19 0 0,-15 61-1 0 0,19-105 120 0 0,-2 0-1 0 0,0 0 1 0 0,-1-1-1 0 0,-1 1 1 0 0,0-2-1 0 0,-1 1 1 0 0,-1-1 0 0 0,0-1-1 0 0,-1 0 1 0 0,-1 0-1 0 0,0-1 1 0 0,-1-1-1 0 0,-16 14 1 0 0,-3-1 158 0 0,-1-2 1 0 0,-1-1 0 0 0,-1-2-1 0 0,-65 28 1 0 0,54-31-828 0 0,0-1 0 0 0,0-2 1 0 0,-85 12-1 0 0,-9-12-3520 0 0,-1-11-4192 0 0,48-6-1359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26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2504 0 0,'-25'7'10739'0'0,"11"-1"-7489"0"0,18-4-1741 0 0,24-3-1081 0 0,-27 1-426 0 0,11-1-131 0 0,90-5-719 0 0,-51 9-2191 0 0,-3 7-4024 0 0,-34-5 2114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26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 2932 0 0,'-31'22'3285'0'0,"12"-9"104"0"0,-32 29 0 0 0,51-42-3342 0 0,-1 0 0 0 0,1 0 0 0 0,0 1 0 0 0,-1-1 1 0 0,1 0-1 0 0,0 1 0 0 0,0-1 0 0 0,-1 0 0 0 0,1 1 0 0 0,0-1 0 0 0,0 0 0 0 0,-1 1 0 0 0,1-1 0 0 0,0 1 0 0 0,0-1 0 0 0,0 0 0 0 0,0 1 0 0 0,0-1 0 0 0,-1 1 0 0 0,1-1 1 0 0,0 1-1 0 0,0-1 0 0 0,0 1 0 0 0,0-1 0 0 0,0 0 0 0 0,0 1 0 0 0,1-1 0 0 0,-1 1 0 0 0,0-1 0 0 0,0 1 0 0 0,0-1 0 0 0,0 0 0 0 0,0 1 0 0 0,1-1 0 0 0,-1 1 0 0 0,0-1 1 0 0,0 0-1 0 0,1 1 0 0 0,-1-1 0 0 0,0 0 0 0 0,1 1 0 0 0,-1-1 0 0 0,0 0 0 0 0,1 0 0 0 0,-1 1 0 0 0,0-1 0 0 0,1 0 0 0 0,-1 0 0 0 0,0 1 0 0 0,1-1 0 0 0,0 0 0 0 0,24 6 667 0 0,51-7-1388 0 0,-1-4 0 0 0,105-20 1 0 0,-131 17-467 0 0,44-8-3071 0 0,4-3-2169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34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62 48 0 0,'26'-44'14499'0'0,"-24"34"-10499"0"0,-4 9-3971 0 0,0 0 1 0 0,0 0-1 0 0,0 0 0 0 0,0 0 1 0 0,0 1-1 0 0,0-1 0 0 0,0 0 1 0 0,0 1-1 0 0,0 0 0 0 0,0-1 1 0 0,-1 1-1 0 0,1 0 0 0 0,0 0 1 0 0,-4 1-1 0 0,-40 4 61 0 0,35-3-59 0 0,-16 2-26 0 0,1 1 0 0 0,0 2 0 0 0,-30 11 1 0 0,45-14-17 0 0,0 0 1 0 0,1 1 0 0 0,0 0 0 0 0,0 1 0 0 0,1 0-1 0 0,-1 1 1 0 0,1 0 0 0 0,1 0 0 0 0,-1 1 0 0 0,-8 11-1 0 0,11-10 5 0 0,0 0 0 0 0,1 1 0 0 0,0 0 0 0 0,0 0 0 0 0,1 1 0 0 0,0-1 0 0 0,1 1 0 0 0,1-1 0 0 0,-1 1 0 0 0,2 0 0 0 0,-1 0 0 0 0,2 20 0 0 0,1 11 0 0 0,2 1 1 0 0,10 42-1 0 0,-5-29-9 0 0,79 812 184 0 0,-36 5 2 0 0,-34 1155-192 0 0,8-898 3 0 0,31-314-52 0 0,-50-674 74 0 0,5 76-2 0 0,-6-173-2 0 0,1-1 0 0 0,3 0 1 0 0,18 57-1 0 0,-18-73 2 0 0,3 1 0 0 0,0-1 0 0 0,1-1 0 0 0,2-1 0 0 0,33 46 0 0 0,-43-66-13 0 0,0-1-1 0 0,0 0 0 0 0,1 0 0 0 0,0 0 0 0 0,-1-1 1 0 0,2 0-1 0 0,-1 0 0 0 0,0 0 0 0 0,1-1 0 0 0,0 0 1 0 0,0 0-1 0 0,0-1 0 0 0,0 0 0 0 0,0 0 0 0 0,0 0 1 0 0,0-1-1 0 0,1 0 0 0 0,-1-1 0 0 0,8 0 0 0 0,10-1-414 0 0,-1-1-1 0 0,0-1 0 0 0,1-1 0 0 0,34-11 0 0 0,-2-3-1825 0 0,0-2 0 0 0,-2-3 1 0 0,84-47-1 0 0,-56 23-3123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44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63 688 0 0,'-22'7'10748'0'0,"24"-7"-10533"0"0,269-48 1017 0 0,-209 34-1212 0 0,-60 13-16 0 0,25-5-173 0 0,-25 6-131 0 0,6-1-1940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45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11 153 1384 0 0,'-4'-35'9332'0'0,"3"29"-8498"0"0,0 0 1 0 0,0 0-1 0 0,0 0 0 0 0,1 0 0 0 0,1-8 0 0 0,-1 12-810 0 0,1 0 0 0 0,-1-1 0 0 0,1 1 0 0 0,0 0 0 0 0,0-1 0 0 0,0 1 0 0 0,0 0 0 0 0,0 0 0 0 0,1 0 0 0 0,-1 0 0 0 0,1 0 0 0 0,-1 0 0 0 0,1 0 0 0 0,0 1 0 0 0,0-1 0 0 0,-1 0 0 0 0,4-1 0 0 0,2-2-10 0 0,0 1-1 0 0,0 0 1 0 0,0 0 0 0 0,1 1 0 0 0,-1 0-1 0 0,1 0 1 0 0,0 1 0 0 0,-1 0 0 0 0,1 0-1 0 0,0 0 1 0 0,14 1 0 0 0,-19 1-13 0 0,1 0 1 0 0,-1 0-1 0 0,0 0 1 0 0,1 1-1 0 0,-1 0 1 0 0,0-1-1 0 0,0 1 0 0 0,0 1 1 0 0,0-1-1 0 0,0 0 1 0 0,0 1-1 0 0,0-1 1 0 0,0 1-1 0 0,0 0 1 0 0,-1 0-1 0 0,1 0 1 0 0,-1 0-1 0 0,1 1 0 0 0,-1-1 1 0 0,0 1-1 0 0,0-1 1 0 0,0 1-1 0 0,0 0 1 0 0,-1 0-1 0 0,1 0 1 0 0,-1 0-1 0 0,1 0 0 0 0,-1 0 1 0 0,0 0-1 0 0,1 6 1 0 0,0 2 7 0 0,-1 0 0 0 0,0 0 0 0 0,0 0 0 0 0,-1 0 0 0 0,-1 0 0 0 0,0 0 0 0 0,0 0 0 0 0,-1 0 0 0 0,-4 14 0 0 0,-5 10 6 0 0,-22 49 1 0 0,6-30 20 0 0,-50 76 1 0 0,32-58-60 0 0,36-51-36 0 0,9-20 60 0 0,-1 0 1 0 0,1 0-1 0 0,0 0 0 0 0,-1 0 1 0 0,1 0-1 0 0,0 0 1 0 0,0 0-1 0 0,0 0 1 0 0,0 0-1 0 0,0 0 1 0 0,0 0-1 0 0,0 0 1 0 0,1 0-1 0 0,-1 0 1 0 0,0 0-1 0 0,1 0 1 0 0,-1 0-1 0 0,0 0 1 0 0,1 0-1 0 0,0 1 1 0 0,-1-1 0 0 0,1 0 0 0 0,0 0 1 0 0,-1 0-1 0 0,1 0 1 0 0,0 0-1 0 0,0 0 0 0 0,-1 0 1 0 0,1 0-1 0 0,0-1 1 0 0,0 1-1 0 0,0 0 0 0 0,0-1 1 0 0,0 1-1 0 0,0 0 1 0 0,0-1-1 0 0,0 1 0 0 0,0-1 1 0 0,0 0-1 0 0,0 1 1 0 0,1-1-1 0 0,-1 0 0 0 0,0 1 1 0 0,2-1-1 0 0,1 0 7 0 0,12 2 7 0 0,1 0 0 0 0,0-1 0 0 0,0 0 0 0 0,0-2 0 0 0,0 0-1 0 0,24-5 1 0 0,-3 2-3 0 0,153-20 15 0 0,-188 24-35 0 0,0 0 8 0 0,9 0-13 0 0,6 7-1060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46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2380 0 0,'-18'-33'10711'0'0,"16"31"-10186"0"0,0-1 0 0 0,0 1 0 0 0,1-1 0 0 0,-1 1 0 0 0,1-1 0 0 0,0 0 0 0 0,-1 1 0 0 0,1-1 0 0 0,1 0 0 0 0,-2-4 0 0 0,2 5-431 0 0,1 1-88 0 0,0 1 0 0 0,0-1 1 0 0,0 0-1 0 0,0 1 1 0 0,0-1-1 0 0,0 1 0 0 0,0-1 1 0 0,0 1-1 0 0,0 0 1 0 0,0-1-1 0 0,1 1 0 0 0,-1 0 1 0 0,0 0-1 0 0,0 0 0 0 0,3 0 1 0 0,-3 0-10 0 0,1-1 24 0 0,2 1-7 0 0,11 1-5 0 0,1 0-1 0 0,-1 0 1 0 0,1 2-1 0 0,-1 0 1 0 0,0 1-1 0 0,18 7 1 0 0,-29-10-2 0 0,0 0 0 0 0,0 1 1 0 0,0-1-1 0 0,0 1 0 0 0,-1 0 1 0 0,1 1-1 0 0,-1-1 0 0 0,1 0 0 0 0,-1 1 1 0 0,0 0-1 0 0,0 0 0 0 0,0 0 1 0 0,-1 0-1 0 0,1 0 0 0 0,-1 1 1 0 0,1-1-1 0 0,-1 1 0 0 0,0-1 1 0 0,0 1-1 0 0,-1 0 0 0 0,1 0 0 0 0,-1 0 1 0 0,0 0-1 0 0,0 0 0 0 0,0 0 1 0 0,0 0-1 0 0,-1 8 0 0 0,0-3 10 0 0,0-1-1 0 0,-1 1 1 0 0,-1-1-1 0 0,1 1 0 0 0,-1-1 1 0 0,-1 1-1 0 0,0-1 1 0 0,0 0-1 0 0,0 0 1 0 0,-1-1-1 0 0,0 1 0 0 0,-8 10 1 0 0,-6 6 896 0 0,-37 37 0 0 0,54-60-678 0 0,-11 8 420 0 0,10-7-429 0 0,11-7-207 0 0,-4 2-28 0 0,1 0-1 0 0,0 1 1 0 0,0-1 0 0 0,-1 1 0 0 0,2 1 0 0 0,-1-1 0 0 0,0 1-1 0 0,0 0 1 0 0,0 0 0 0 0,0 1 0 0 0,1 0 0 0 0,-1 0 0 0 0,0 1-1 0 0,1-1 1 0 0,-1 1 0 0 0,0 1 0 0 0,7 1 0 0 0,0 1 4 0 0,0 0 1 0 0,0 1-1 0 0,-1 1 1 0 0,1 0-1 0 0,-2 1 1 0 0,1 0 0 0 0,11 9-1 0 0,-19-13 16 0 0,-1-1 1 0 0,1 1-1 0 0,-1 0 0 0 0,0 1 0 0 0,0-1 1 0 0,-1 0-1 0 0,1 1 0 0 0,0 0 0 0 0,-1-1 0 0 0,0 1 1 0 0,0 0-1 0 0,0 0 0 0 0,-1 0 0 0 0,1 1 1 0 0,-1-1-1 0 0,0 0 0 0 0,0 0 0 0 0,-1 1 1 0 0,1-1-1 0 0,-1 0 0 0 0,0 1 0 0 0,0 6 1 0 0,-2-5 44 0 0,1 0 1 0 0,-1-1 0 0 0,1 1-1 0 0,-2 0 1 0 0,1-1 0 0 0,0 0 0 0 0,-1 1-1 0 0,0-1 1 0 0,0 0 0 0 0,-1-1 0 0 0,0 1-1 0 0,1-1 1 0 0,-2 1 0 0 0,1-1-1 0 0,0 0 1 0 0,-8 5 0 0 0,2-2 20 0 0,-1-1 1 0 0,-1 0-1 0 0,1 0 1 0 0,-1-1-1 0 0,0 0 1 0 0,0-1-1 0 0,-1-1 1 0 0,1 0-1 0 0,-1 0 1 0 0,0-2-1 0 0,-14 2 1 0 0,-13-3-695 0 0,1-1 1 0 0,-50-8 0 0 0,61-1-4257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47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24 137 348 0 0,'-4'-9'9467'0'0,"-10"-27"-4165"0"0,13 35-4956 0 0,-1-11 621 0 0,1 10-944 0 0,1 0 0 0 0,0 1 0 0 0,-1-1 0 0 0,1 0 0 0 0,0 0 0 0 0,0 1 1 0 0,0-1-1 0 0,0 0 0 0 0,0 0 0 0 0,0 1 0 0 0,1-1 0 0 0,-1 0 0 0 0,1 0 0 0 0,-1 1 0 0 0,1-1 0 0 0,-1 1 0 0 0,1-1 0 0 0,0 0 0 0 0,0 1 0 0 0,1-2 0 0 0,1 0-15 0 0,-1 0 0 0 0,1 1 0 0 0,-1-1 0 0 0,1 1 0 0 0,0 0 0 0 0,0 0 0 0 0,0 0 0 0 0,0 1 0 0 0,6-3 0 0 0,0 0-23 0 0,1 1 0 0 0,0 0 0 0 0,0 1 0 0 0,0 0 0 0 0,0 1 0 0 0,15-1 1 0 0,-14 2 4 0 0,-1 1 1 0 0,0 0-1 0 0,1 1 1 0 0,-1 0 0 0 0,0 0-1 0 0,0 1 1 0 0,0 0 0 0 0,0 1-1 0 0,-1 0 1 0 0,1 1 0 0 0,-1 0-1 0 0,13 9 1 0 0,-17-10 11 0 0,0 0 1 0 0,-1 0-1 0 0,1 0 1 0 0,-1 1-1 0 0,0-1 0 0 0,0 1 1 0 0,0 0-1 0 0,-1 0 1 0 0,0 1-1 0 0,0-1 1 0 0,0 1-1 0 0,-1-1 0 0 0,1 1 1 0 0,-1 0-1 0 0,-1 0 1 0 0,1 0-1 0 0,-1 0 0 0 0,0 0 1 0 0,-1 0-1 0 0,1 0 1 0 0,-1 0-1 0 0,-1 9 1 0 0,-2 2 10 0 0,0 0 1 0 0,-2 0 0 0 0,0 0 0 0 0,-1 0 0 0 0,0-1 0 0 0,-1 0 0 0 0,-1 0 0 0 0,-19 27 0 0 0,-8 5 38 0 0,-50 54 1 0 0,36-50-5 0 0,-29 36-92 0 0,77-87 47 0 0,1-1 0 0 0,-1 1 0 0 0,0 0 1 0 0,1 0-1 0 0,-1-1 0 0 0,1 1 0 0 0,-1 0 0 0 0,1 0 1 0 0,0 0-1 0 0,-1 0 0 0 0,1 0 0 0 0,0 0 1 0 0,-1 0-1 0 0,1-1 0 0 0,0 1 0 0 0,0 0 1 0 0,0 0-1 0 0,0 0 0 0 0,0 0 0 0 0,0 0 1 0 0,0 0-1 0 0,0 0 0 0 0,0 0 0 0 0,1 0 1 0 0,-1 0-1 0 0,1 1 0 0 0,0-1 1 0 0,0 1 1 0 0,0-1-1 0 0,0 0 0 0 0,0 0 1 0 0,0 0-1 0 0,1 0 0 0 0,-1-1 1 0 0,0 1-1 0 0,1 0 0 0 0,-1 0 1 0 0,1-1-1 0 0,-1 1 0 0 0,1-1 1 0 0,2 1-1 0 0,6 1 16 0 0,1 0 0 0 0,0-1-1 0 0,15 0 1 0 0,-25-1-19 0 0,65-4 40 0 0,66-11 0 0 0,-35 3 69 0 0,-94 12-89 0 0,16-2 28 0 0,-18 2-129 0 0,1 0 1 0 0,-1-1-1 0 0,0 1 0 0 0,1 0 0 0 0,-1 0 1 0 0,0 0-1 0 0,1 0 0 0 0,-1 0 0 0 0,0 1 0 0 0,1-1 1 0 0,-1 0-1 0 0,0 1 0 0 0,1-1 0 0 0,-1 0 0 0 0,0 1 1 0 0,0 0-1 0 0,1-1 0 0 0,-1 1 0 0 0,0 0 0 0 0,0 0 1 0 0,1 0-1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47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375 143 2008 0 0,'2'-4'1037'0'0,"1"1"-1"0"0,-1-1 1 0 0,1 0-1 0 0,-1 0 1 0 0,0 0 0 0 0,-1 0-1 0 0,3-6 1 0 0,-3 6-578 0 0,-1 1 1 0 0,1 0-1 0 0,-1-1 1 0 0,0 1-1 0 0,1-1 1 0 0,-1 1-1 0 0,-1 0 1 0 0,1-1-1 0 0,-1-3 1 0 0,0 4-343 0 0,0 0 0 0 0,0-1 0 0 0,-1 1 1 0 0,1 0-1 0 0,-1 0 0 0 0,0 0 1 0 0,0 0-1 0 0,0 0 0 0 0,0 1 0 0 0,0-1 1 0 0,0 1-1 0 0,-1-1 0 0 0,1 1 0 0 0,-1 0 1 0 0,0 0-1 0 0,1 0 0 0 0,-1 0 1 0 0,0 0-1 0 0,0 1 0 0 0,-1-1 0 0 0,-4-1 1 0 0,-3 0-103 0 0,1 1 0 0 0,0-1 1 0 0,-1 2-1 0 0,1 0 0 0 0,-1 0 1 0 0,0 1-1 0 0,1 0 0 0 0,-1 0 1 0 0,0 1-1 0 0,1 1 0 0 0,-1 0 1 0 0,1 1-1 0 0,0 0 0 0 0,0 0 1 0 0,0 1-1 0 0,0 0 0 0 0,-13 8 1 0 0,12-6-27 0 0,0 1-1 0 0,1 0 1 0 0,0 1 0 0 0,0 0 0 0 0,1 0 0 0 0,-1 1 0 0 0,2 0 0 0 0,0 1 0 0 0,0 0 0 0 0,0 0-1 0 0,1 1 1 0 0,1 0 0 0 0,0 0 0 0 0,-6 16 0 0 0,11-24 12 0 0,0 0 1 0 0,0 0-1 0 0,0 0 0 0 0,0 1 1 0 0,0-1-1 0 0,1 0 0 0 0,-1 0 1 0 0,1 1-1 0 0,0-1 0 0 0,0 0 1 0 0,1 1-1 0 0,-1-1 0 0 0,0 0 1 0 0,1 1-1 0 0,0-1 0 0 0,0 0 1 0 0,0 0-1 0 0,0 0 0 0 0,0 0 1 0 0,1 0-1 0 0,0 0 0 0 0,-1 0 1 0 0,1 0-1 0 0,0 0 0 0 0,0-1 1 0 0,3 3-1 0 0,0-1 4 0 0,0 0 0 0 0,0 0 1 0 0,1-1-1 0 0,-1 0 0 0 0,1 0 0 0 0,0-1 1 0 0,0 1-1 0 0,0-1 0 0 0,0 0 0 0 0,0-1 0 0 0,0 0 1 0 0,11 1-1 0 0,-7-1-1 0 0,0 0 0 0 0,0-1 0 0 0,-1-1 0 0 0,1 0 1 0 0,0 0-1 0 0,-1 0 0 0 0,1-2 0 0 0,-1 1 0 0 0,1-1 0 0 0,-1 0 0 0 0,0-1 1 0 0,0 0-1 0 0,13-9 0 0 0,-12 6 91 0 0,0 0 0 0 0,-1-1 0 0 0,0-1 0 0 0,0 1 0 0 0,0-1 0 0 0,-2-1 0 0 0,1 0 0 0 0,-1 0 0 0 0,0 0 0 0 0,6-15 0 0 0,17-34 1754 0 0,-29 57-1754 0 0,2 12-72 0 0,-2 5-13 0 0,-1 0 1 0 0,0 0-1 0 0,-1 0 0 0 0,-4 16 0 0 0,1 9 5 0 0,-20 269-545 0 0,15-206-2829 0 0,0 0-4257 0 0,6-57 700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0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55 1072 0 0,'0'0'10240'0'0,"-3"1"-9866"0"0,-12 1 1818 0 0,18-1-1396 0 0,24-2-741 0 0,237-43-26 0 0,-199 35 99 0 0,-62 8-99 0 0,0 1-15 0 0,36-3 110 0 0,-37 3-113 0 0,1 0 240 0 0,-2-1-560 0 0,0 1 0 0 0,0 0 0 0 0,0 0 0 0 0,0 0 0 0 0,0 0 0 0 0,0 0 0 0 0,0 0 0 0 0,-1 0 0 0 0,1 1 0 0 0,0-1 0 0 0,0 0 0 0 0,0 0 0 0 0,0 1 0 0 0,0-1 0 0 0,0 0 0 0 0,1 2 0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0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84 1232 0 0,'6'-6'1601'0'0,"1"0"1"0"0,-1-1-1 0 0,-1 0 1 0 0,1 0-1 0 0,-1 0 0 0 0,5-10 1 0 0,-9 15-1035 0 0,-1 0-327 0 0,0 0 0 0 0,-1 0-1 0 0,1 0 1 0 0,0 0 0 0 0,-1 0 0 0 0,1 1-1 0 0,-1-1 1 0 0,0 0 0 0 0,-1-3 0 0 0,0 5-207 0 0,-1-1 0 0 0,1 1 1 0 0,-1-1-1 0 0,1 1 1 0 0,-1 0-1 0 0,1 0 0 0 0,-1 0 1 0 0,1 0-1 0 0,-1 0 0 0 0,1 1 1 0 0,-1-1-1 0 0,1 1 0 0 0,0 0 1 0 0,-1-1-1 0 0,1 1 1 0 0,0 0-1 0 0,-1 1 0 0 0,1-1 1 0 0,0 0-1 0 0,0 1 0 0 0,-3 2 1 0 0,-9 6 18 0 0,1 1 1 0 0,-12 13-1 0 0,24-22-42 0 0,-30 30 18 0 0,2 1 0 0 0,1 1 1 0 0,2 2-1 0 0,1 0 0 0 0,2 2 0 0 0,2 1 0 0 0,-23 56 1 0 0,40-84-23 0 0,0 0 1 0 0,1 1 0 0 0,0-1 0 0 0,1 1 0 0 0,0 0-1 0 0,0-1 1 0 0,2 1 0 0 0,0 23 0 0 0,1-29 0 0 0,0 0 0 0 0,0-1 0 0 0,1 1-1 0 0,-1 0 1 0 0,1-1 0 0 0,1 1 0 0 0,-1-1 0 0 0,1 0 0 0 0,0 1 0 0 0,0-1 0 0 0,0-1 0 0 0,1 1 0 0 0,-1 0-1 0 0,1-1 1 0 0,0 0 0 0 0,1 0 0 0 0,-1 0 0 0 0,1 0 0 0 0,8 5 0 0 0,-5-5 8 0 0,0-1 0 0 0,0 1 0 0 0,1-1 1 0 0,-1-1-1 0 0,0 1 0 0 0,1-2 0 0 0,0 1 0 0 0,-1-1 1 0 0,1 0-1 0 0,0-1 0 0 0,0 0 0 0 0,-1 0 0 0 0,1-1 0 0 0,0 0 1 0 0,-1-1-1 0 0,12-2 0 0 0,-16 2 12 0 0,1 1 0 0 0,-1-1 0 0 0,1 1 0 0 0,-1-1-1 0 0,1-1 1 0 0,-1 1 0 0 0,0-1 0 0 0,0 1 0 0 0,0-1 0 0 0,0 0 0 0 0,-1 0 0 0 0,1-1-1 0 0,-1 1 1 0 0,0-1 0 0 0,0 0 0 0 0,0 0 0 0 0,0 0 0 0 0,-1 0 0 0 0,0 0 0 0 0,0-1 0 0 0,0 1-1 0 0,0-1 1 0 0,0 1 0 0 0,-1-1 0 0 0,0 0 0 0 0,0 1 0 0 0,-1-1 0 0 0,1 0 0 0 0,-1 0-1 0 0,0-8 1 0 0,0 8-14 0 0,-1 1-1 0 0,0 0 0 0 0,1-1 1 0 0,-1 1-1 0 0,-1 0 0 0 0,1 0 0 0 0,-1 0 1 0 0,1 0-1 0 0,-1 0 0 0 0,-1 0 1 0 0,1 0-1 0 0,0 0 0 0 0,-1 1 1 0 0,0-1-1 0 0,1 1 0 0 0,-2 0 1 0 0,1 0-1 0 0,0 0 0 0 0,0 0 0 0 0,-1 1 1 0 0,0-1-1 0 0,1 1 0 0 0,-1 0 1 0 0,0 0-1 0 0,0 0 0 0 0,0 1 1 0 0,-7-3-1 0 0,3 2-216 0 0,0 0 0 0 0,-1 1-1 0 0,1 0 1 0 0,-1 0 0 0 0,1 1 0 0 0,-1 0 0 0 0,1 1 0 0 0,-1 0 0 0 0,1 0-1 0 0,-1 0 1 0 0,1 1 0 0 0,0 1 0 0 0,-11 3 0 0 0,7 5-1882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1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72 2452 0 0,'12'-71'13131'0'0,"-18"82"-12881"0"0,3 9-181 0 0,1 0 0 0 0,0 0 0 0 0,2 0 1 0 0,2 27-1 0 0,-1-37-51 0 0,0 0-1 0 0,1 0 1 0 0,0 0 0 0 0,1 0 0 0 0,0 0 0 0 0,0-1 0 0 0,1 1-1 0 0,1-1 1 0 0,-1 0 0 0 0,12 15 0 0 0,-13-20-9 0 0,0 0 0 0 0,1 0 0 0 0,0 0 0 0 0,0-1 0 0 0,0 1 0 0 0,0-1 0 0 0,1 0-1 0 0,-1-1 1 0 0,1 1 0 0 0,0-1 0 0 0,0 0 0 0 0,-1 0 0 0 0,1 0 0 0 0,1 0 0 0 0,-1-1 0 0 0,0 0 0 0 0,0 0 0 0 0,0-1 0 0 0,1 1 0 0 0,-1-1 0 0 0,0 0 0 0 0,1-1 0 0 0,-1 1 0 0 0,9-3 0 0 0,-5 1 3 0 0,0-1 1 0 0,-1 0-1 0 0,1 0 1 0 0,-1-1-1 0 0,0 0 1 0 0,0-1-1 0 0,0 1 1 0 0,-1-1 0 0 0,1-1-1 0 0,-1 0 1 0 0,0 0-1 0 0,-1 0 1 0 0,9-11-1 0 0,3-9 664 0 0,-2 0 0 0 0,-1 0 0 0 0,17-42 0 0 0,-27 56-157 0 0,1-4 273 0 0,5-8-323 0 0,-10 23-384 0 0,-6 41 105 0 0,-5 32-108 0 0,-1 88 0 0 0,5-53-1566 0 0,1-7-2626 0 0,5-33-3245 0 0,0-38 1011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2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77 185 228 0 0,'0'0'2798'0'0,"-3"0"-1737"0"0,-36-8 7137 0 0,13 13-3423 0 0,18-3-1892 0 0,21-6-3490 0 0,62-14 598 0 0,83-10 1 0 0,80 3-16 0 0,-186 20 12 0 0,873-76-17 0 0,-712 59-132 0 0,-211 22-82 0 0,-17 6-3886 0 0,-44 14-3951 0 0,44-16 3843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2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 1380 0 0,'-22'11'8932'0'0,"13"-7"-7560"0"0,6-3-963 0 0,1 0 0 0 0,-1 0 0 0 0,0 0 0 0 0,1 1 0 0 0,-1-1 0 0 0,1 1 0 0 0,0 0 0 0 0,-4 3 0 0 0,-46 46 206 0 0,49-47-602 0 0,-40 56 71 0 0,38-53-77 0 0,1 0 0 0 0,0 1 0 0 0,1-1 0 0 0,-1 1 0 0 0,2 0 0 0 0,-4 13-1 0 0,5-19 17 0 0,1 0-1 0 0,0 0 0 0 0,0 0 1 0 0,0 0-1 0 0,0 0 0 0 0,1 0 0 0 0,-1 0 1 0 0,0 0-1 0 0,1-1 0 0 0,-1 1 0 0 0,1 0 1 0 0,0 0-1 0 0,0 0 0 0 0,0 0 0 0 0,0-1 1 0 0,0 1-1 0 0,0 0 0 0 0,0-1 0 0 0,0 1 1 0 0,1-1-1 0 0,-1 1 0 0 0,0-1 0 0 0,1 0 1 0 0,-1 0-1 0 0,1 1 0 0 0,0-1 0 0 0,-1 0 1 0 0,1 0-1 0 0,0-1 0 0 0,0 1 0 0 0,0 0 1 0 0,-1-1-1 0 0,1 1 0 0 0,3 0 0 0 0,9 2 165 0 0,-1 0-1 0 0,0-1 1 0 0,27 0-1 0 0,-27-2-104 0 0,10 1 66 0 0,2 0-6 0 0,0 1-1 0 0,40 7 1 0 0,-61-8-105 0 0,0 1-1 0 0,-1-1 0 0 0,1 0 1 0 0,-1 1-1 0 0,0 0 1 0 0,1 0-1 0 0,-1 0 1 0 0,0 0-1 0 0,0 1 1 0 0,0-1-1 0 0,-1 1 1 0 0,1-1-1 0 0,0 1 1 0 0,-1 0-1 0 0,0 0 1 0 0,0 0-1 0 0,0 1 1 0 0,0-1-1 0 0,0 0 1 0 0,-1 1-1 0 0,1-1 1 0 0,-1 1-1 0 0,0-1 1 0 0,0 1-1 0 0,0 0 1 0 0,-1 0-1 0 0,1-1 1 0 0,-1 6-1 0 0,0-2 117 0 0,0 1 1 0 0,0-1-1 0 0,-1 0 0 0 0,0 0 1 0 0,0 0-1 0 0,-1 1 1 0 0,0-1-1 0 0,0-1 0 0 0,-1 1 1 0 0,0 0-1 0 0,0 0 0 0 0,0-1 1 0 0,-7 9-1 0 0,2-4 171 0 0,-1 0 1 0 0,0-1-1 0 0,-1-1 0 0 0,-18 16 1 0 0,21-20-246 0 0,0-1 1 0 0,-1 0 0 0 0,0 0-1 0 0,1 0 1 0 0,-1-1 0 0 0,0 0-1 0 0,0-1 1 0 0,-1 0 0 0 0,-10 2-1 0 0,12-4-153 0 0,-1 1-1 0 0,1-1 0 0 0,0 0 1 0 0,-1 0-1 0 0,1-1 0 0 0,0 0 1 0 0,0-1-1 0 0,0 1 0 0 0,0-1 1 0 0,-7-4-1 0 0,11 5-225 0 0,0 0 0 0 0,1 0 0 0 0,-1 0-1 0 0,1-1 1 0 0,-1 0 0 0 0,1 1 0 0 0,-1-1 0 0 0,1 0 0 0 0,0 0-1 0 0,0 0 1 0 0,0 0 0 0 0,0-1 0 0 0,0 1 0 0 0,1-1 0 0 0,-1 1 0 0 0,1-1-1 0 0,0 1 1 0 0,-1-1 0 0 0,1 0 0 0 0,0 0 0 0 0,0 1 0 0 0,1-1 0 0 0,-1 0-1 0 0,1 0 1 0 0,-1 0 0 0 0,1 0 0 0 0,0 0 0 0 0,0 0 0 0 0,1-4 0 0 0,6-26-5880 0 0,1 14 661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3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63 112 1236 0 0,'-28'-14'9304'0'0,"3"2"-5335"0"0,24 11-3428 0 0,0 0-269 0 0,-7-6 763 0 0,8 7-1006 0 0,0 0-1 0 0,0 0 0 0 0,0-1 1 0 0,0 1-1 0 0,0 0 1 0 0,0 0-1 0 0,0-1 1 0 0,0 1-1 0 0,0 0 1 0 0,0 0-1 0 0,0-1 1 0 0,0 1-1 0 0,1 0 1 0 0,-1 0-1 0 0,0-1 1 0 0,0 1-1 0 0,0 0 1 0 0,0 0-1 0 0,0 0 1 0 0,0-1-1 0 0,1 1 1 0 0,-1 0-1 0 0,0 0 1 0 0,0 0-1 0 0,0-1 1 0 0,0 1-1 0 0,1 0 0 0 0,-1 0 1 0 0,0 0-1 0 0,0 0 1 0 0,1 0-1 0 0,-1 0 1 0 0,0 0-1 0 0,0-1 1 0 0,1 1-1 0 0,-1 0 1 0 0,0 0-1 0 0,0 0 1 0 0,1 0-1 0 0,-1 0 1 0 0,0 0-1 0 0,0 0 1 0 0,1 0-1 0 0,-1 0 1 0 0,0 0-1 0 0,1 0 1 0 0,256-40 1433 0 0,-96 17-785 0 0,-96 16-218 0 0,-62 7-468 0 0,7 2-1335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8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49 132 848 0 0,'-13'-37'5674'0'0,"4"12"-974"0"0,-7-31-1 0 0,15 55-4242 0 0,1 0-327 0 0,0 0 0 0 0,-1 0 0 0 0,1 0-1 0 0,-1 0 1 0 0,0 0 0 0 0,1 0 0 0 0,-1 0 0 0 0,0 1-1 0 0,1-1 1 0 0,-1 0 0 0 0,0 0 0 0 0,-2 0 0 0 0,5 35 585 0 0,7 34 1 0 0,-2-19-473 0 0,3 91 192 0 0,6 38-3578 0 0,-8-134-162 0 0,-2-15-2473 0 0,-3-15 233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9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51 2752 0 0,'-1'-25'10676'0'0,"1"25"-10634"0"0,-6 14 1151 0 0,-1 8-488 0 0,1 0-1 0 0,2 0 1 0 0,0 0-1 0 0,1 0 1 0 0,0 38-1 0 0,3-49-661 0 0,0 1 0 0 0,1-1-1 0 0,1 0 1 0 0,0 0-1 0 0,0 0 1 0 0,1 0-1 0 0,1 0 1 0 0,-1 0 0 0 0,2-1-1 0 0,0 1 1 0 0,0-1-1 0 0,1 0 1 0 0,8 11-1 0 0,-10-16-26 0 0,1 0 0 0 0,0 0 0 0 0,1 0-1 0 0,-1 0 1 0 0,1-1 0 0 0,0 0-1 0 0,0 0 1 0 0,1-1 0 0 0,-1 1-1 0 0,0-1 1 0 0,1-1 0 0 0,0 1-1 0 0,0-1 1 0 0,0 0 0 0 0,0-1-1 0 0,0 0 1 0 0,0 0 0 0 0,0 0 0 0 0,1-1-1 0 0,-1 0 1 0 0,0 0 0 0 0,0-1-1 0 0,0 0 1 0 0,8-2 0 0 0,-8 1-10 0 0,1 0 1 0 0,-1-1 0 0 0,1 0 0 0 0,-1 0 0 0 0,0-1 0 0 0,0 1 0 0 0,-1-2-1 0 0,1 1 1 0 0,-1-1 0 0 0,0 0 0 0 0,0 0 0 0 0,0 0 0 0 0,-1-1-1 0 0,0 0 1 0 0,0 0 0 0 0,0 0 0 0 0,-1-1 0 0 0,0 0 0 0 0,0 0-1 0 0,-1 0 1 0 0,5-13 0 0 0,-4 8-4 0 0,-1-1 1 0 0,-1 1-1 0 0,0-1 0 0 0,-1 1 1 0 0,0-1-1 0 0,-1 0 0 0 0,-1 1 1 0 0,0-1-1 0 0,0 1 0 0 0,-1-1 1 0 0,-1 1-1 0 0,0-1 0 0 0,-8-18 1 0 0,9 24-23 0 0,-2 0 0 0 0,1 0 0 0 0,-1 1 0 0 0,0 0 0 0 0,0-1 0 0 0,0 1 0 0 0,-1 0 0 0 0,0 1 0 0 0,0-1 0 0 0,-1 1 0 0 0,0 0 0 0 0,1 1 0 0 0,-2-1 0 0 0,1 1 0 0 0,0 0 0 0 0,-1 1 0 0 0,0-1 0 0 0,0 2 0 0 0,0-1 0 0 0,0 0 0 0 0,0 1 0 0 0,-1 1 0 0 0,-9-2 0 0 0,13 3-152 0 0,0 0 0 0 0,0 0 0 0 0,1 0 1 0 0,-1 0-1 0 0,0 1 0 0 0,0-1 0 0 0,1 1 0 0 0,-1 0 1 0 0,0 0-1 0 0,1 1 0 0 0,-6 2 0 0 0,-9 12-2780 0 0,17-15 2421 0 0,0 0-1 0 0,1 1 0 0 0,-1-1 1 0 0,0 1-1 0 0,1-1 1 0 0,-1 1-1 0 0,1-1 0 0 0,-1 1 1 0 0,1 0-1 0 0,0-1 1 0 0,-1 1-1 0 0,1 1 0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9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0 496 0 0,'-13'8'6114'0'0,"-16"6"561"0"0,27-13-5969 0 0,2-1-522 0 0,-1 1 0 0 0,0-1 0 0 0,0 1 0 0 0,1-1 0 0 0,-1 1-1 0 0,0 0 1 0 0,1 0 0 0 0,-1-1 0 0 0,1 1 0 0 0,-1 0 0 0 0,1 0 0 0 0,-1 0 0 0 0,1-1 0 0 0,0 1 0 0 0,-1 0 0 0 0,1 0 0 0 0,0 1 0 0 0,6 1-31 0 0,1-1 0 0 0,-1 0 0 0 0,1-1-1 0 0,-1 0 1 0 0,1 0 0 0 0,0 0 0 0 0,-1-1 0 0 0,10 0-1 0 0,62-6 193 0 0,-56 3-241 0 0,339-34 656 0 0,-358 37-714 0 0,-1 0-25 0 0,5 0 205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9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35 2240 0 0,'-3'-34'18273'0'0,"8"66"-15713"0"0,10 58-382 0 0,5 115 0 0 0,-14 89-5468 0 0,-6-288 1127 0 0,1-2 3251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0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50 564 0 0,'-1'-3'2857'0'0,"-18"-43"10176"0"0,27 47-12926 0 0,0 0 0 0 0,0 0 0 0 0,0 1 0 0 0,0 0 0 0 0,-1 0 1 0 0,1 1-1 0 0,0 0 0 0 0,-1 1 0 0 0,0-1 0 0 0,10 8 1 0 0,-6-3-75 0 0,0 0 0 0 0,0 0 0 0 0,-1 1 0 0 0,0 0 0 0 0,14 18 0 0 0,-21-23 22 0 0,0 0 1 0 0,0 1-1 0 0,-1-1 1 0 0,1 1-1 0 0,-1 0 0 0 0,0-1 1 0 0,0 1-1 0 0,-1 0 0 0 0,0 0 1 0 0,1 0-1 0 0,-2 0 1 0 0,1 1-1 0 0,0-1 0 0 0,-1 6 1 0 0,-1-3 57 0 0,0 1 0 0 0,0-1 0 0 0,-1 0 0 0 0,0 0 0 0 0,-1 0 0 0 0,0 0 1 0 0,0-1-1 0 0,-5 9 0 0 0,-5 6 270 0 0,-1-1-1 0 0,0 0 1 0 0,-2-2 0 0 0,-32 33 0 0 0,11-15 56 0 0,11-9-79 0 0,-49 40 1 0 0,74-68-356 0 0,0 1 1 0 0,0-1-1 0 0,0 1 0 0 0,0 0 1 0 0,1-1-1 0 0,-1 1 0 0 0,0 0 0 0 0,1-1 1 0 0,-1 1-1 0 0,0 0 0 0 0,1 0 1 0 0,-1 0-1 0 0,1 0 0 0 0,-1-1 0 0 0,1 1 1 0 0,0 0-1 0 0,-1 0 0 0 0,1 0 1 0 0,0 0-1 0 0,0 0 0 0 0,-1 2 0 0 0,1-2 1 0 0,1 0 0 0 0,-1-1-1 0 0,0 1 1 0 0,1 0 0 0 0,-1 0-1 0 0,1 0 1 0 0,-1-1 0 0 0,1 1-1 0 0,-1 0 1 0 0,1 0 0 0 0,-1-1-1 0 0,1 1 1 0 0,0-1-1 0 0,-1 1 1 0 0,1 0 0 0 0,0-1-1 0 0,0 0 1 0 0,1 2 0 0 0,2 0 9 0 0,1 0 0 0 0,-1-1 0 0 0,1 1 0 0 0,0-1 0 0 0,-1 0 0 0 0,1 0 0 0 0,5 1 0 0 0,56-3 31 0 0,-1-3-1 0 0,113-21 0 0 0,-71 8-8 0 0,205-29-161 0 0,-309 46-155 0 0,7-2-427 0 0,-1 2-3124 0 0,-3 1 3471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2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31 452 0 0,'-26'-15'12551'0'0,"26"15"-12526"0"0,-1 0 1 0 0,1 0 0 0 0,0-1-1 0 0,0 1 1 0 0,0 0 0 0 0,-1-1-1 0 0,1 1 1 0 0,0 0 0 0 0,0-1-1 0 0,0 1 1 0 0,0 0 0 0 0,0-1 0 0 0,0 1-1 0 0,0 0 1 0 0,0-1 0 0 0,0 1-1 0 0,0 0 1 0 0,0-1 0 0 0,0 1-1 0 0,0 0 1 0 0,0-1 0 0 0,0 1-1 0 0,0 0 1 0 0,0-1 0 0 0,0 1 0 0 0,1 0-1 0 0,-1-1 1 0 0,0 1 0 0 0,0 0-1 0 0,0 0 1 0 0,0-1 0 0 0,1 1-1 0 0,-1 0 1 0 0,1-1 0 0 0,13-4 305 0 0,24 6-194 0 0,-29 0-127 0 0,1 1 0 0 0,-1 0 0 0 0,0 1 0 0 0,0 0 0 0 0,0 1 0 0 0,0 0 0 0 0,-1 0 0 0 0,1 0 0 0 0,-1 1 0 0 0,15 12 0 0 0,-20-14-4 0 0,0-1 0 0 0,0 1 1 0 0,0 0-1 0 0,-1 0 0 0 0,1 0 0 0 0,-1 0 0 0 0,0 1 0 0 0,0-1 1 0 0,0 0-1 0 0,0 1 0 0 0,0 0 0 0 0,-1-1 0 0 0,0 1 0 0 0,0 0 0 0 0,0 0 1 0 0,0 0-1 0 0,0 0 0 0 0,-1 0 0 0 0,0 0 0 0 0,0 0 0 0 0,0 0 1 0 0,0 0-1 0 0,0 0 0 0 0,-1 0 0 0 0,0-1 0 0 0,0 1 0 0 0,0 0 1 0 0,-2 5-1 0 0,-2 0 54 0 0,0 1 1 0 0,0-1-1 0 0,-1 0 0 0 0,0-1 1 0 0,0 1-1 0 0,-1-1 1 0 0,-13 12-1 0 0,-62 46 1006 0 0,60-50-785 0 0,-36 25 401 0 0,-19 15 11 0 0,75-55-653 0 0,2 0-36 0 0,0-1 0 0 0,0 0 0 0 0,0 1 0 0 0,0-1 0 0 0,0 0 0 0 0,0 0-1 0 0,-1 1 1 0 0,1-1 0 0 0,0 0 0 0 0,0 1 0 0 0,0-1 0 0 0,1 0 0 0 0,-1 1-1 0 0,0-1 1 0 0,0 0 0 0 0,0 1 0 0 0,0-1 0 0 0,0 0 0 0 0,0 1 0 0 0,0-1 0 0 0,0 0-1 0 0,1 1 1 0 0,-1-1 0 0 0,0 0 0 0 0,0 0 0 0 0,0 1 0 0 0,1-1 0 0 0,-1 0-1 0 0,1 1 1 0 0,5 0 8 0 0,1 0 0 0 0,0 0 0 0 0,-1 0 0 0 0,1-1-1 0 0,0 0 1 0 0,0 0 0 0 0,6-1 0 0 0,57-10 27 0 0,-47 6-29 0 0,38-5-430 0 0,49-9 577 0 0,-74 12-3528 0 0,-1-2-3314 0 0,-19 5 1244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2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73 2472 0 0,'-3'-9'2395'0'0,"0"0"-1"0"0,-1 1 1 0 0,-8-14-1 0 0,0 0 767 0 0,12 22-3124 0 0,-1 0 0 0 0,1-1 1 0 0,-1 1-1 0 0,1 0 0 0 0,-1 0 0 0 0,1-1 1 0 0,-1 1-1 0 0,1 0 0 0 0,-1 0 0 0 0,1 0 1 0 0,-1 0-1 0 0,0-1 0 0 0,1 1 1 0 0,-1 0-1 0 0,1 0 0 0 0,-1 0 0 0 0,0 0 1 0 0,1 1-1 0 0,-1-1 0 0 0,1 0 1 0 0,-1 0-1 0 0,1 0 0 0 0,-1 0 0 0 0,0 0 1 0 0,1 1-1 0 0,-1-1 0 0 0,1 0 0 0 0,-1 1 1 0 0,1-1-1 0 0,-1 0 0 0 0,1 1 1 0 0,-1-1-1 0 0,1 0 0 0 0,0 1 0 0 0,-1-1 1 0 0,1 1-1 0 0,-22 17 677 0 0,20-16-638 0 0,-12 12 251 0 0,1 1-1 0 0,1 0 1 0 0,0 1 0 0 0,-14 24-1 0 0,-32 73 272 0 0,54-104-569 0 0,1 0-1 0 0,0 0 1 0 0,0 0 0 0 0,1 0-1 0 0,0 1 1 0 0,0-1 0 0 0,1 1-1 0 0,0-1 1 0 0,1 1-1 0 0,0-1 1 0 0,3 18 0 0 0,-2-22-18 0 0,0 0 1 0 0,0-1-1 0 0,1 0 1 0 0,-1 1 0 0 0,1-1-1 0 0,0 0 1 0 0,1 0-1 0 0,-1 0 1 0 0,1 0 0 0 0,0 0-1 0 0,-1-1 1 0 0,2 1-1 0 0,-1-1 1 0 0,0 0 0 0 0,1 0-1 0 0,-1 0 1 0 0,1 0-1 0 0,0-1 1 0 0,0 1 0 0 0,0-1-1 0 0,0 0 1 0 0,1 0-1 0 0,-1-1 1 0 0,0 1 0 0 0,1-1-1 0 0,5 1 1 0 0,2 0 7 0 0,0 0 0 0 0,0-1 0 0 0,1 0 0 0 0,-1-1 0 0 0,0 0 0 0 0,0-1 0 0 0,20-4 0 0 0,-27 4-13 0 0,1 0 0 0 0,-1 0 0 0 0,1-1 1 0 0,-1 0-1 0 0,0 0 0 0 0,0-1 0 0 0,1 1 0 0 0,-2-1 0 0 0,1 0 0 0 0,0-1 0 0 0,-1 1 1 0 0,1-1-1 0 0,-1 0 0 0 0,0 0 0 0 0,0 0 0 0 0,-1-1 0 0 0,1 1 0 0 0,4-9 1 0 0,-8 12-7 0 0,1 0 0 0 0,0 0 0 0 0,-1 0 1 0 0,1 0-1 0 0,-1 0 0 0 0,1 0 0 0 0,-1-1 0 0 0,0 1 1 0 0,1 0-1 0 0,-1 0 0 0 0,0-1 0 0 0,0 1 1 0 0,0 0-1 0 0,0 0 0 0 0,0-1 0 0 0,0 1 1 0 0,0 0-1 0 0,-1 0 0 0 0,1 0 0 0 0,0-1 1 0 0,-1 1-1 0 0,1 0 0 0 0,-1 0 0 0 0,1 0 1 0 0,-1 0-1 0 0,-1-2 0 0 0,1 0 0 0 0,0 1-138 0 0,0 0 0 0 0,0 1 0 0 0,-1-1 0 0 0,1 0 0 0 0,0 0 0 0 0,-1 1 0 0 0,1-1 0 0 0,-1 1 0 0 0,1-1 0 0 0,-1 1 0 0 0,0 0 0 0 0,0-1 0 0 0,1 1 0 0 0,-1 0 0 0 0,0 0 0 0 0,0 0 0 0 0,0 1 0 0 0,0-1 0 0 0,-1 0 0 0 0,1 1 0 0 0,0-1-1 0 0,0 1 1 0 0,0 0 0 0 0,0 0 0 0 0,0 0 0 0 0,-1 0 0 0 0,1 0 0 0 0,0 0 0 0 0,0 0 0 0 0,-4 2 0 0 0,-5 1-1300 0 0,1 0 0 0 0,-1 1-1 0 0,1 0 1 0 0,-16 10 0 0 0,14-8 235 0 0,-2 1-4263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2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18 1856 0 0,'-96'65'12198'0'0,"96"-65"-12136"0"0,0 0 0 0 0,-1 0 0 0 0,1 0 0 0 0,0 0 0 0 0,0 0 0 0 0,-1 1 0 0 0,1-1 0 0 0,0 0 0 0 0,0 0 0 0 0,-1 0 0 0 0,1 0 0 0 0,0 1 0 0 0,0-1 0 0 0,0 0 0 0 0,-1 0 0 0 0,1 1 0 0 0,0-1 0 0 0,0 0 0 0 0,0 0 0 0 0,0 1 0 0 0,0-1 0 0 0,-1 0 0 0 0,1 0 0 0 0,0 1 0 0 0,0-1 0 0 0,0 0 0 0 0,0 1 0 0 0,0-1 0 0 0,0 0 0 0 0,0 0 0 0 0,0 1 0 0 0,0-1 0 0 0,0 0 0 0 0,0 1 0 0 0,0-1 0 0 0,1 0 0 0 0,9 5 936 0 0,10-2-571 0 0,32-4-11 0 0,-1-2-1 0 0,67-12 1 0 0,-40 4-291 0 0,16-1-114 0 0,392-41-435 0 0,-465 52 94 0 0,-8-1-425 0 0,1 1 0 0 0,-1 1 0 0 0,21 2 0 0 0,-34-2 569 0 0,1 0 1 0 0,-1 0-1 0 0,1 0 0 0 0,-1 1 1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3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1 2520 0 0,'-64'23'11376'0'0,"4"5"-6901"0"0,48-21-4271 0 0,0 1 0 0 0,0 0 0 0 0,1 0 1 0 0,0 1-1 0 0,0 1 0 0 0,1-1 0 0 0,-12 17 0 0 0,20-25-196 0 0,1 1 1 0 0,0 0-1 0 0,-1-1 1 0 0,1 1 0 0 0,0 0-1 0 0,0 0 1 0 0,0 0-1 0 0,0 0 1 0 0,1 0-1 0 0,-1 0 1 0 0,1 0-1 0 0,-1 0 1 0 0,1 0 0 0 0,-1 0-1 0 0,1 0 1 0 0,0 0-1 0 0,0 0 1 0 0,0 0-1 0 0,1 0 1 0 0,-1 1-1 0 0,1 1 1 0 0,0-1 0 0 0,0 0 0 0 0,1 0 0 0 0,-1-1 0 0 0,1 1 0 0 0,0-1 0 0 0,0 1 0 0 0,0-1 0 0 0,0 0 0 0 0,0 0 1 0 0,0 0-1 0 0,1 0 0 0 0,-1 0 0 0 0,4 2 0 0 0,6 2 10 0 0,0 1 1 0 0,0-2 0 0 0,1 0-1 0 0,0 0 1 0 0,18 3 0 0 0,33 6 35 0 0,-29-7 14 0 0,0 2 0 0 0,62 23 0 0 0,-95-31-8 0 0,0 0 1 0 0,0 0 0 0 0,-1 0-1 0 0,1 0 1 0 0,0 0 0 0 0,-1 0 0 0 0,1 1-1 0 0,-1-1 1 0 0,1 1 0 0 0,-1-1-1 0 0,0 1 1 0 0,1 0 0 0 0,-1 0 0 0 0,0-1-1 0 0,0 1 1 0 0,0 0 0 0 0,-1 0 0 0 0,1 0-1 0 0,0 0 1 0 0,-1 0 0 0 0,1 0-1 0 0,-1 0 1 0 0,1 0 0 0 0,-1 0 0 0 0,0 0-1 0 0,0 0 1 0 0,0 3 0 0 0,-1-2 0 0 0,1-1 0 0 0,-1 1 1 0 0,1-1-1 0 0,-1 1 0 0 0,0-1 1 0 0,0 1-1 0 0,0-1 0 0 0,0 1 1 0 0,0-1-1 0 0,-1 0 0 0 0,1 0 1 0 0,-1 0-1 0 0,1 0 0 0 0,-1 0 1 0 0,0 0-1 0 0,0 0 0 0 0,-2 2 1 0 0,-3 1 60 0 0,0 0 1 0 0,0 0 0 0 0,-11 6 0 0 0,0-2-31 0 0,0-1 0 0 0,0-1 0 0 0,-1-1 0 0 0,-27 6 0 0 0,35-9-267 0 0,0-2 0 0 0,0 1 1 0 0,0-1-1 0 0,-1-1 0 0 0,1 0 0 0 0,0-1 1 0 0,0 0-1 0 0,0 0 0 0 0,-14-4 0 0 0,22 4-168 0 0,1 0-1 0 0,-1 0 0 0 0,0-1 1 0 0,1 1-1 0 0,-1 0 0 0 0,1-1 1 0 0,-1 0-1 0 0,1 1 0 0 0,0-1 1 0 0,0 0-1 0 0,0 0 0 0 0,0 0 0 0 0,0-1 1 0 0,-2-2-1 0 0,2 1-833 0 0,0 1 0 0 0,0-1-1 0 0,0 1 1 0 0,1-1 0 0 0,0 0 0 0 0,-1-4 0 0 0,-2-9-5818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3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17 181 2536 0 0,'-9'-23'10626'0'0,"8"22"-10407"0"0,0 1 1 0 0,1-1-1 0 0,-1 0 0 0 0,1 0 0 0 0,-1 0 1 0 0,1 1-1 0 0,-1-1 0 0 0,1 0 1 0 0,-1 0-1 0 0,1 0 0 0 0,0 0 1 0 0,-1 0-1 0 0,1 0 0 0 0,0 0 1 0 0,0 0-1 0 0,0 0 0 0 0,0 0 1 0 0,0 0-1 0 0,0 0 0 0 0,0 0 1 0 0,0 0-1 0 0,0 1 0 0 0,0-1 1 0 0,1 0-1 0 0,-1 0 0 0 0,1-2 1 0 0,2 1-76 0 0,-1 0 1 0 0,1 1-1 0 0,0-1 1 0 0,0 0 0 0 0,0 1-1 0 0,0-1 1 0 0,0 1-1 0 0,4-1 1 0 0,-7 2-143 0 0,35-12 349 0 0,0 3 0 0 0,41-7 0 0 0,8-2-91 0 0,7 0-93 0 0,16-5 329 0 0,-105 22-466 0 0,38-8-711 0 0,-38 8 103 0 0,22-9-9279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8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94 832 0 0,'8'-86'13141'0'0,"-8"84"-12543"0"0,-1-4 354 0 0,46 246 598 0 0,-3-17-1198 0 0,-39-207-641 0 0,5 20-947 0 0,-7-34 424 0 0,0 0 1 0 0,0 0 0 0 0,0 0 0 0 0,8 10-4057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9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2144 0 0,'-2'10'14610'0'0,"2"-9"-14539"0"0,0 0 0 0 0,0-1 0 0 0,0 1 0 0 0,1-1 0 0 0,-1 1 0 0 0,0-1 0 0 0,0 1 0 0 0,0-1 0 0 0,0 1 0 0 0,1-1 0 0 0,-1 1 0 0 0,0-1 0 0 0,1 1 0 0 0,-1-1 0 0 0,0 0 0 0 0,1 1 0 0 0,-1-1 0 0 0,0 1 0 0 0,1-1 0 0 0,-1 0 0 0 0,1 1 1 0 0,-1-1-1 0 0,1 0 0 0 0,-1 1 0 0 0,1-1 0 0 0,-1 0 0 0 0,1 0 0 0 0,-1 0 0 0 0,1 0 0 0 0,-1 1 0 0 0,1-1 0 0 0,-1 0 0 0 0,1 0 0 0 0,-1 0 0 0 0,1 0 0 0 0,-1 0 0 0 0,2 0 0 0 0,28 0 302 0 0,-20-1-229 0 0,210-7 469 0 0,12-1-55 0 0,-229 10-538 0 0,7 0 0 0 0,-7-1 170 0 0,7 0-1197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9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52 2820 0 0,'1'-12'7257'0'0,"-1"10"-6804"0"0,-1 0 0 0 0,1 0 1 0 0,0 0-1 0 0,0 0 0 0 0,0 0 1 0 0,0 0-1 0 0,0 0 0 0 0,0 0 1 0 0,1 0-1 0 0,-1 1 0 0 0,1-1 0 0 0,0-2 1 0 0,0 3-406 0 0,0 0 0 0 0,0 0 1 0 0,0 0-1 0 0,0 0 1 0 0,0 0-1 0 0,0 0 0 0 0,0 1 1 0 0,0-1-1 0 0,0 0 1 0 0,0 1-1 0 0,0-1 1 0 0,1 0-1 0 0,-1 1 0 0 0,0 0 1 0 0,0-1-1 0 0,1 1 1 0 0,-1 0-1 0 0,0 0 0 0 0,1-1 1 0 0,-1 1-1 0 0,0 0 1 0 0,1 0-1 0 0,-1 1 0 0 0,0-1 1 0 0,2 0-1 0 0,7 1-1 0 0,0 0-1 0 0,-1 1 1 0 0,1 0 0 0 0,-1 1-1 0 0,0 0 1 0 0,0 0-1 0 0,0 1 1 0 0,0 0 0 0 0,0 0-1 0 0,-1 1 1 0 0,12 8 0 0 0,-16-9-6 0 0,0-1 0 0 0,-1 0 1 0 0,1 1-1 0 0,-1 0 1 0 0,0 0-1 0 0,0 0 0 0 0,0 0 1 0 0,-1 0-1 0 0,1 1 1 0 0,-1-1-1 0 0,0 1 1 0 0,0-1-1 0 0,-1 1 0 0 0,1 0 1 0 0,-1 0-1 0 0,0 0 1 0 0,0 0-1 0 0,-1 0 1 0 0,1 0-1 0 0,-1 0 0 0 0,0 0 1 0 0,-1 0-1 0 0,1 0 1 0 0,-3 7-1 0 0,0 1 104 0 0,-1 0-1 0 0,0-1 1 0 0,-1 0-1 0 0,-1 0 1 0 0,0 0 0 0 0,-1-1-1 0 0,-15 22 1 0 0,-68 68 848 0 0,50-60-628 0 0,-6 8-234 0 0,45-49-127 0 0,1 1-1 0 0,0-1 1 0 0,-1 1-1 0 0,1-1 1 0 0,0 0-1 0 0,-1 1 1 0 0,1-1-1 0 0,0 1 1 0 0,0-1 0 0 0,-1 1-1 0 0,1-1 1 0 0,0 1-1 0 0,0-1 1 0 0,0 1-1 0 0,0-1 1 0 0,-1 1-1 0 0,1-1 1 0 0,0 1-1 0 0,0-1 1 0 0,0 1-1 0 0,0-1 1 0 0,0 1-1 0 0,0-1 1 0 0,1 1-1 0 0,-1-1 1 0 0,0 1-1 0 0,0-1 1 0 0,0 1-1 0 0,0-1 1 0 0,1 1-1 0 0,-1-1 1 0 0,0 0 0 0 0,0 1-1 0 0,1-1 1 0 0,-1 1-1 0 0,0-1 1 0 0,1 1-1 0 0,-1-1 1 0 0,0 0-1 0 0,1 1 1 0 0,-1-1-1 0 0,1 0 1 0 0,-1 0-1 0 0,1 1 1 0 0,-1-1-1 0 0,0 0 1 0 0,1 0-1 0 0,0 1 1 0 0,19 5 48 0 0,-19-6-49 0 0,29 3 28 0 0,1-1 0 0 0,-1-2 0 0 0,57-5-1 0 0,-48 2-16 0 0,281-31 232 0 0,-279 29-107 0 0,4 0-4515 0 0,-37 3 1981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11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259 122 1184 0 0,'20'-48'6842'0'0,"-19"45"-6498"0"0,0-1 0 0 0,0 0-1 0 0,0 1 1 0 0,-1-1 0 0 0,1 0 0 0 0,-1 0-1 0 0,0 1 1 0 0,0-1 0 0 0,0 0 0 0 0,-1 0-1 0 0,0-4 1 0 0,0 7-310 0 0,1 0-1 0 0,0 0 0 0 0,-1-1 1 0 0,1 1-1 0 0,-1 0 0 0 0,1 0 1 0 0,-1 0-1 0 0,0 0 1 0 0,1-1-1 0 0,-1 1 0 0 0,0 0 1 0 0,0 0-1 0 0,0 0 1 0 0,0 0-1 0 0,0 1 0 0 0,0-1 1 0 0,0 0-1 0 0,0 0 1 0 0,0 1-1 0 0,0-1 0 0 0,0 0 1 0 0,0 1-1 0 0,-1-1 0 0 0,1 1 1 0 0,0-1-1 0 0,0 1 1 0 0,-1 0-1 0 0,1 0 0 0 0,0 0 1 0 0,-1-1-1 0 0,1 1 1 0 0,0 0-1 0 0,-1 0 0 0 0,1 1 1 0 0,0-1-1 0 0,0 0 1 0 0,-1 0-1 0 0,1 1 0 0 0,0-1 1 0 0,0 1-1 0 0,-1-1 1 0 0,-1 2-1 0 0,-5 2-28 0 0,0 0 0 0 0,0 0 0 0 0,0 1 0 0 0,-11 9 0 0 0,18-13 13 0 0,-19 15-27 0 0,1 1 1 0 0,1 1-1 0 0,0 1 1 0 0,-20 28-1 0 0,28-34 4 0 0,1 0-1 0 0,1 1 0 0 0,1 0 1 0 0,0 0-1 0 0,0 0 1 0 0,2 1-1 0 0,0 0 1 0 0,-5 21-1 0 0,9-31 10 0 0,1 0 0 0 0,-1 1 1 0 0,1 0-1 0 0,0-1 0 0 0,0 1 0 0 0,0-1 0 0 0,1 1 0 0 0,0-1 0 0 0,0 1 0 0 0,0-1 0 0 0,1 0 0 0 0,0 1 1 0 0,0-1-1 0 0,0 0 0 0 0,1 0 0 0 0,0 0 0 0 0,-1-1 0 0 0,7 8 0 0 0,-4-6 2 0 0,1-1 1 0 0,-1 0-1 0 0,1-1 0 0 0,0 1 0 0 0,1-1 0 0 0,-1 0 0 0 0,1-1 0 0 0,-1 1 1 0 0,1-1-1 0 0,0-1 0 0 0,0 1 0 0 0,1-1 0 0 0,9 1 0 0 0,3 1 14 0 0,-1-2 0 0 0,1 0 0 0 0,24-1 0 0 0,-36-1 25 0 0,0-1 0 0 0,0 0 1 0 0,0 0-1 0 0,0 0 0 0 0,-1-1 1 0 0,1 0-1 0 0,0-1 0 0 0,-1 0 1 0 0,0 0-1 0 0,13-7 0 0 0,-19 9-34 0 0,0 1 0 0 0,0-1-1 0 0,0 0 1 0 0,0 1 0 0 0,0-1-1 0 0,0 0 1 0 0,0 0 0 0 0,0 0-1 0 0,0 0 1 0 0,0 0 0 0 0,0 0-1 0 0,0 0 1 0 0,0 0-1 0 0,-1 0 1 0 0,1 0 0 0 0,0 0-1 0 0,-1 0 1 0 0,1 0 0 0 0,-1-1-1 0 0,0 1 1 0 0,1 0 0 0 0,-1-1-1 0 0,0 1 1 0 0,0 0 0 0 0,1 0-1 0 0,-1-1 1 0 0,0 1 0 0 0,0 0-1 0 0,-1-1 1 0 0,1 1 0 0 0,0 0-1 0 0,0-1 1 0 0,-1 1 0 0 0,1 0-1 0 0,0 0 1 0 0,-1 0 0 0 0,0-1-1 0 0,1 1 1 0 0,-1 0 0 0 0,1 0-1 0 0,-1 0 1 0 0,0 0-1 0 0,0 0 1 0 0,0 0 0 0 0,0 0-1 0 0,-1-1 1 0 0,-2-2-7 0 0,-1 1 0 0 0,1 0 1 0 0,-1 0-1 0 0,1 0 0 0 0,-1 0 0 0 0,0 1 0 0 0,0 0 1 0 0,0 0-1 0 0,-9-2 0 0 0,6 3-170 0 0,1 0 1 0 0,0 0-1 0 0,0 1 0 0 0,-1 0 0 0 0,1 0 1 0 0,-10 2-1 0 0,13-1-659 0 0,0-1 0 0 0,0 2 1 0 0,0-1-1 0 0,0 0 0 0 0,0 1 0 0 0,0 0 1 0 0,0 0-1 0 0,-3 3 0 0 0,-3 2-3010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11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46 2248 0 0,'-10'8'4509'0'0,"-4"6"-1236"0"0,14-14-3211 0 0,0 0-1 0 0,0 0 1 0 0,-1 1 0 0 0,1-1 0 0 0,0 0 0 0 0,0 0 0 0 0,-1 0 0 0 0,1 0 0 0 0,0 1 0 0 0,0-1 0 0 0,0 0 0 0 0,-1 0 0 0 0,1 0-1 0 0,0 1 1 0 0,0-1 0 0 0,0 0 0 0 0,0 0 0 0 0,-1 0 0 0 0,1 1 0 0 0,0-1 0 0 0,0 0 0 0 0,0 0 0 0 0,0 1 0 0 0,0-1 0 0 0,0 0 0 0 0,0 1-1 0 0,0-1 1 0 0,0 0 0 0 0,0 0 0 0 0,0 1 0 0 0,0-1 0 0 0,18 1 231 0 0,0-2 0 0 0,0 0 0 0 0,0-1 0 0 0,0-1 0 0 0,26-8 0 0 0,15-1-113 0 0,303-33-530 0 0,-357 44 56 0 0,0 1 1 0 0,1 0 0 0 0,-1 0 0 0 0,0 1 0 0 0,1-1-1 0 0,-1 1 1 0 0,0 0 0 0 0,0 1 0 0 0,0-1 0 0 0,0 1-1 0 0,9 4 1 0 0,-14-6 136 0 0,1 1 0 0 0,-1-1 0 0 0,1 0-1 0 0,-1 1 1 0 0,1-1 0 0 0,-1 0 0 0 0,0 1-1 0 0,1-1 1 0 0,-1 1 0 0 0,0-1 0 0 0,1 1 0 0 0,-1-1-1 0 0,0 0 1 0 0,0 1 0 0 0,0-1 0 0 0,1 1-1 0 0,-1-1 1 0 0,0 1 0 0 0,0-1 0 0 0,0 1-1 0 0,0-1 1 0 0,0 2 0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12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0 1140 0 0,'-3'1'2350'0'0,"-38"6"4222"0"0,-2 9-3640 0 0,37-14-2840 0 0,0 1 0 0 0,0 1 1 0 0,1-1-1 0 0,-1 1 0 0 0,1 0 1 0 0,0 0-1 0 0,0 0 0 0 0,0 1 0 0 0,0 0 1 0 0,1 0-1 0 0,-6 8 0 0 0,10-12-89 0 0,0-1-1 0 0,-1 1 1 0 0,1-1-1 0 0,0 1 1 0 0,0-1-1 0 0,0 1 1 0 0,0-1-1 0 0,0 1 1 0 0,0-1-1 0 0,0 1 1 0 0,0-1 0 0 0,0 1-1 0 0,0 0 1 0 0,0-1-1 0 0,0 1 1 0 0,1-1-1 0 0,-1 1 1 0 0,0-1-1 0 0,0 1 1 0 0,1-1-1 0 0,-1 0 1 0 0,0 1-1 0 0,0-1 1 0 0,1 1-1 0 0,-1-1 1 0 0,0 1-1 0 0,1-1 1 0 0,-1 0-1 0 0,1 1 1 0 0,-1-1-1 0 0,0 0 1 0 0,1 1-1 0 0,18 10 61 0 0,0-5 69 0 0,1-1-1 0 0,-1-1 0 0 0,38 4 0 0 0,28 6 286 0 0,-75-12-333 0 0,-1 1 1 0 0,1 0-1 0 0,-1 0 0 0 0,0 1 0 0 0,0 1 0 0 0,13 8 0 0 0,-19-11 34 0 0,-1 0-1 0 0,1 0 0 0 0,-1 0 1 0 0,1 0-1 0 0,-1 0 1 0 0,0 1-1 0 0,0-1 1 0 0,0 1-1 0 0,0 0 0 0 0,-1-1 1 0 0,1 1-1 0 0,-1 0 1 0 0,1 0-1 0 0,-1 0 1 0 0,0 0-1 0 0,0 0 0 0 0,0 0 1 0 0,-1 1-1 0 0,1-1 1 0 0,-1 0-1 0 0,0 0 1 0 0,1 1-1 0 0,-2-1 0 0 0,1 0 1 0 0,0 0-1 0 0,-1 0 1 0 0,1 1-1 0 0,-1-1 1 0 0,0 0-1 0 0,-2 5 0 0 0,1-3 33 0 0,-1 0-1 0 0,1 0 0 0 0,-1 0 0 0 0,0-1 0 0 0,0 0 0 0 0,-1 1 0 0 0,1-1 0 0 0,-1 0 0 0 0,0-1 0 0 0,0 1 0 0 0,0-1 0 0 0,0 1 0 0 0,-1-1 0 0 0,1-1 0 0 0,-1 1 0 0 0,0-1 0 0 0,-10 4 0 0 0,-6 0 95 0 0,-1 0-1 0 0,0-2 0 0 0,-38 2 0 0 0,52-5-424 0 0,-1-1 0 0 0,1 0 0 0 0,0-1 0 0 0,0 0 0 0 0,0 0 0 0 0,-1-1 0 0 0,1 0 0 0 0,1 0 0 0 0,-1-1 0 0 0,0 0 0 0 0,0 0 0 0 0,1-1 1 0 0,-9-5-1 0 0,15 8-23 0 0,0 0 1 0 0,0 0-1 0 0,0 1 1 0 0,0-1-1 0 0,0 0 1 0 0,1 0-1 0 0,-1 0 1 0 0,0 0 0 0 0,1-1-1 0 0,-1 1 1 0 0,1 0-1 0 0,-1 0 1 0 0,1 0-1 0 0,0 0 1 0 0,-1 0-1 0 0,1-1 1 0 0,0 1 0 0 0,0 0-1 0 0,0 0 1 0 0,0 0-1 0 0,0-1 1 0 0,0 1-1 0 0,0-2 1 0 0,1 0-813 0 0,0-1 1 0 0,0 1-1 0 0,0-1 1 0 0,0 1-1 0 0,1-1 0 0 0,2-4 1 0 0,4-7-5130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1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51 106 2824 0 0,'-18'-10'4858'0'0,"1"1"595"0"0,10 5-4954 0 0,5 4 327 0 0,-3-4-493 0 0,5 4-313 0 0,0 0 1 0 0,0 0 0 0 0,0 0-1 0 0,0 0 1 0 0,0 0 0 0 0,0 0 0 0 0,-1 0-1 0 0,1 0 1 0 0,0 0 0 0 0,0 0-1 0 0,0 0 1 0 0,0 0 0 0 0,0 0-1 0 0,0 0 1 0 0,0 0 0 0 0,0 0-1 0 0,0 0 1 0 0,0 0 0 0 0,0 0-1 0 0,-1 0 1 0 0,1-1 0 0 0,0 1-1 0 0,0 0 1 0 0,0 0 0 0 0,0 0-1 0 0,0 0 1 0 0,0 0 0 0 0,0 0-1 0 0,0 0 1 0 0,0 0 0 0 0,0-1-1 0 0,0 1 1 0 0,0 0 0 0 0,0 0 0 0 0,0 0-1 0 0,0 0 1 0 0,0 0 0 0 0,0 0-1 0 0,0 0 1 0 0,0 0 0 0 0,0-1-1 0 0,0 1 1 0 0,0 0 0 0 0,0 0-1 0 0,0 0 1 0 0,0 0 0 0 0,0 0-1 0 0,0 0 1 0 0,0 0 0 0 0,1 0-1 0 0,-1 0 1 0 0,0 0 0 0 0,0-1-1 0 0,0 1 1 0 0,0 0 0 0 0,0 0-1 0 0,0 0 1 0 0,0 0 0 0 0,0 0-1 0 0,0 0 1 0 0,1 0 0 0 0,52-13 758 0 0,78-8 0 0 0,-67 12-638 0 0,85-15 681 0 0,-148 24-750 0 0,2 0-20 0 0,33-5 110 0 0,-34 5-155 0 0,9-3-713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17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1012 0 0,'0'-35'4883'0'0,"3"-7"-4309"0"0,7 51-4639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18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79 1988 0 0,'-106'-9'10482'0'0,"103"9"-10144"0"0,-12-1 132 0 0,12 0-321 0 0,-2-1 56 0 0,9-5-112 0 0,7-4-51 0 0,7 2-51 0 0,0 2 1 0 0,0 0 0 0 0,0 1-1 0 0,1 1 1 0 0,36-6-1 0 0,-47 10 4 0 0,0 0 0 0 0,0 1-1 0 0,0 0 1 0 0,0 0-1 0 0,0 1 1 0 0,0 0-1 0 0,0 0 1 0 0,-1 0-1 0 0,1 1 1 0 0,0 1-1 0 0,-1-1 1 0 0,1 1-1 0 0,-1 1 1 0 0,0-1-1 0 0,0 1 1 0 0,0 0-1 0 0,7 6 1 0 0,-11-7 9 0 0,1 1 1 0 0,-1 0 0 0 0,0-1-1 0 0,1 1 1 0 0,-2 0-1 0 0,1 1 1 0 0,0-1-1 0 0,-1 1 1 0 0,0-1 0 0 0,0 1-1 0 0,0-1 1 0 0,1 9-1 0 0,-1-5 1 0 0,-1 0 0 0 0,0 0 0 0 0,-1 1 0 0 0,0-1 0 0 0,0 0 0 0 0,-1 0 0 0 0,-1 9 0 0 0,-4 7 42 0 0,-1 0 1 0 0,-1 0 0 0 0,-1-1 0 0 0,-12 24-1 0 0,-2-6 180 0 0,-1-1-1 0 0,-3 0 1 0 0,-49 56-1 0 0,-14 20 121 0 0,89-115-346 0 0,0 0 0 0 0,1-1 0 0 0,-1 1 1 0 0,0 0-1 0 0,1 0 0 0 0,-1 0 0 0 0,1 0 0 0 0,-1 0 0 0 0,1 0 0 0 0,-1 0 0 0 0,1 0 1 0 0,0 0-1 0 0,0 0 0 0 0,-1 1 0 0 0,1-1 0 0 0,0 0 0 0 0,0 0 0 0 0,0 0 0 0 0,0 0 1 0 0,0 0-1 0 0,1 0 0 0 0,-1 0 0 0 0,0 0 0 0 0,1 2 0 0 0,0-2 3 0 0,0 0 0 0 0,0 0 0 0 0,0 0-1 0 0,0 0 1 0 0,0 0 0 0 0,0 0 0 0 0,0-1 0 0 0,0 1 0 0 0,1 0-1 0 0,-1 0 1 0 0,0-1 0 0 0,0 1 0 0 0,1-1 0 0 0,-1 0-1 0 0,1 1 1 0 0,1-1 0 0 0,9 2 27 0 0,0-1 0 0 0,0-1 0 0 0,19-1 0 0 0,-23 1-23 0 0,65-6 20 0 0,119-26 0 0 0,-91 13-1984 0 0,-19 7-4738 0 0,-59 8 2259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18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43 1420 0 0,'-47'5'9922'0'0,"18"-2"-5113"0"0,83-6-4685 0 0,86-17 0 0 0,-87 11-98 0 0,77-9 282 0 0,-128 18-263 0 0,9 1 6 0 0,-8 5-2543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19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36 1392 0 0,'-3'-10'5550'0'0,"1"-2"-512"0"0,6 2-4121 0 0,-3 8-795 0 0,19 1 122 0 0,-12 1-228 0 0,0 1 0 0 0,1 0 0 0 0,-1 0 1 0 0,0 1-1 0 0,0 0 0 0 0,0 1 0 0 0,0-1 1 0 0,0 2-1 0 0,0-1 0 0 0,-1 1 0 0 0,0 0 1 0 0,0 1-1 0 0,9 7 0 0 0,-11-9-3 0 0,-1 0-1 0 0,0 1 1 0 0,-1 0-1 0 0,1 0 0 0 0,-1 0 1 0 0,0 0-1 0 0,0 1 1 0 0,0-1-1 0 0,0 1 0 0 0,-1 0 1 0 0,0 0-1 0 0,0 0 1 0 0,0 0-1 0 0,0 0 1 0 0,-1 0-1 0 0,0 0 0 0 0,0 1 1 0 0,-1-1-1 0 0,1 0 1 0 0,-1 1-1 0 0,0-1 1 0 0,-1 8-1 0 0,-3 4 35 0 0,0 0 1 0 0,-2 0-1 0 0,1 0 0 0 0,-2-1 1 0 0,0 0-1 0 0,-1 0 1 0 0,-13 18-1 0 0,-79 101 336 0 0,69-97-272 0 0,18-21-83 0 0,4-7-25 0 0,1 0 1 0 0,0 0-1 0 0,1 1 1 0 0,-8 17-1 0 0,14-27 2 0 0,1-1-1 0 0,0 1 0 0 0,-1 0 1 0 0,1 0-1 0 0,0 0 1 0 0,0 0-1 0 0,-1 0 1 0 0,1 0-1 0 0,0 0 1 0 0,0 0-1 0 0,0 0 1 0 0,0-1-1 0 0,0 1 1 0 0,1 0-1 0 0,-1 0 1 0 0,0 0-1 0 0,0 0 1 0 0,1 0-1 0 0,-1 0 1 0 0,0 0-1 0 0,1-1 1 0 0,-1 1-1 0 0,1 0 1 0 0,-1 0-1 0 0,1 0 1 0 0,0 0-1 0 0,1 1 3 0 0,0-1 0 0 0,-1 0 0 0 0,1 1 0 0 0,0-1 0 0 0,0 0 1 0 0,0 0-1 0 0,1 0 0 0 0,-1 0 0 0 0,0-1 0 0 0,3 2 0 0 0,6 0 9 0 0,1-1-1 0 0,-1 0 1 0 0,14 0 0 0 0,-24-1-16 0 0,496-39 172 0 0,-341 24 291 0 0,-154 15-882 0 0,6 0-749 0 0,-3 1-404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21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74 832 0 0,'-4'0'1638'0'0,"-29"-1"1629"0"0,0-2 1 0 0,-51-11-1 0 0,84 14-3263 0 0,-1 0-1 0 0,1 0 0 0 0,0 0 1 0 0,-1 0-1 0 0,1 0 0 0 0,0 0 1 0 0,-1 0-1 0 0,1 0 0 0 0,0 0 0 0 0,-1 0 1 0 0,1 0-1 0 0,0 0 0 0 0,0 0 1 0 0,-1-1-1 0 0,1 1 0 0 0,0 0 1 0 0,-1 0-1 0 0,1 0 0 0 0,0-1 0 0 0,0 1 1 0 0,0 0-1 0 0,-1 0 0 0 0,1 0 1 0 0,0-1-1 0 0,0 1 0 0 0,0 0 0 0 0,-1-1 1 0 0,1 1-1 0 0,0 0 0 0 0,0 0 1 0 0,0-1-1 0 0,0 1 0 0 0,0 0 1 0 0,0-1-1 0 0,0 1 0 0 0,-1 0 0 0 0,1-1 1 0 0,0 1-1 0 0,0 0 0 0 0,0-1 1 0 0,12-10 177 0 0,19-4 47 0 0,-12 9-238 0 0,0 1 1 0 0,1 1-1 0 0,-1 1 0 0 0,1 1 0 0 0,0 1 0 0 0,0 0 0 0 0,0 1 1 0 0,0 2-1 0 0,-1 0 0 0 0,1 1 0 0 0,32 9 0 0 0,-49-12 13 0 0,0 1 0 0 0,-1 0 0 0 0,1 0 0 0 0,-1 0 1 0 0,1 0-1 0 0,-1 0 0 0 0,1 0 0 0 0,-1 1 0 0 0,0-1 0 0 0,0 1 0 0 0,0 0 0 0 0,0 0 0 0 0,0 0 0 0 0,0 0 0 0 0,0 0 0 0 0,0 0 1 0 0,-1 0-1 0 0,1 0 0 0 0,1 5 0 0 0,-2-4-1 0 0,0 0 0 0 0,-1 0 0 0 0,0 0 0 0 0,1 0 0 0 0,-1 0 0 0 0,0 0 0 0 0,-1 0 0 0 0,1 0 0 0 0,0 0 0 0 0,-1 0 0 0 0,0 0 0 0 0,1 0 0 0 0,-1-1 0 0 0,0 1 0 0 0,-2 3 0 0 0,-3 5 1 0 0,0 0 0 0 0,-1-1 0 0 0,0 1-1 0 0,-1-2 1 0 0,0 1 0 0 0,-1-1 0 0 0,-11 10 0 0 0,-61 52 12 0 0,80-70-6 0 0,1-1-10 0 0,0 1 0 0 0,0-1 0 0 0,-1 0 0 0 0,1 1 0 0 0,0-1 0 0 0,0 1 0 0 0,0-1 1 0 0,0 1-1 0 0,0-1 0 0 0,0 1 0 0 0,0-1 0 0 0,0 0 0 0 0,0 1 0 0 0,0-1 0 0 0,0 1 0 0 0,0-1 0 0 0,0 1 0 0 0,0-1 0 0 0,0 1 1 0 0,0-1-1 0 0,1 1 0 0 0,-1-1 0 0 0,0 0 0 0 0,0 1 0 0 0,1-1 0 0 0,-1 0 0 0 0,0 1 0 0 0,0-1 0 0 0,1 1 0 0 0,-1-1 0 0 0,0 0 1 0 0,1 0-1 0 0,-1 1 0 0 0,0-1 0 0 0,1 0 0 0 0,-1 1 0 0 0,1-1 0 0 0,-1 0 0 0 0,0 0 0 0 0,1 0 0 0 0,-1 0 0 0 0,1 1 1 0 0,6 1-7 0 0,0 1 0 0 0,-1 1 1 0 0,0-1-1 0 0,0 1 1 0 0,0 0-1 0 0,0 0 1 0 0,-1 1-1 0 0,1 0 1 0 0,-1 0-1 0 0,6 8 1 0 0,6 7-17 0 0,20 34 1 0 0,-34-49 90 0 0,0-1 0 0 0,0 1 1 0 0,-1 0-1 0 0,0 0 0 0 0,0 0 0 0 0,0 0 0 0 0,0 1 1 0 0,-1-1-1 0 0,0 0 0 0 0,0 1 0 0 0,0 5 1 0 0,-2-9-13 0 0,1 0 0 0 0,0 0 0 0 0,-1-1 0 0 0,1 1 0 0 0,-1 0 0 0 0,1-1 0 0 0,-1 1 0 0 0,0 0 0 0 0,0-1 0 0 0,1 1 0 0 0,-1-1 0 0 0,0 1 0 0 0,0-1 0 0 0,-1 0 1 0 0,1 1-1 0 0,0-1 0 0 0,0 0 0 0 0,-1 0 0 0 0,-1 1 0 0 0,-28 15 759 0 0,15-11-682 0 0,0-2-1 0 0,-1 0 0 0 0,1 0 1 0 0,-1-2-1 0 0,0 0 0 0 0,0-1 1 0 0,0-1-1 0 0,-31-4 0 0 0,3-2-43 0 0,1-2-1 0 0,-46-15 1 0 0,88 23-162 0 0,1 0 0 0 0,0 0 0 0 0,0-1 0 0 0,0 1 0 0 0,0-1 0 0 0,0 1 0 0 0,0-1 0 0 0,0 1 0 0 0,0-1 1 0 0,0 0-1 0 0,0 0 0 0 0,0 1 0 0 0,1-1 0 0 0,-1 0 0 0 0,0 0 0 0 0,0 0 0 0 0,0-1 0 0 0,1 1-113 0 0,-1 1-1 0 0,1-1 1 0 0,0 1-1 0 0,0-1 1 0 0,0 1-1 0 0,0-1 1 0 0,0 0-1 0 0,0 1 1 0 0,0-1-1 0 0,0 1 1 0 0,0-1-1 0 0,0 1 1 0 0,0-1-1 0 0,0 0 1 0 0,0 1-1 0 0,0-1 1 0 0,1 1-1 0 0,-1-1 1 0 0,0 0-1 0 0,16-2-5923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21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 2456 0 0,'-28'54'8714'0'0,"28"-52"-8196"0"0,0-2-397 0 0,0 1 0 0 0,0 0 0 0 0,0-1 0 0 0,0 1 0 0 0,0 0 1 0 0,1-1-1 0 0,-1 1 0 0 0,0-1 0 0 0,0 1 0 0 0,1 0 0 0 0,-1-1 1 0 0,1 1-1 0 0,-1-1 0 0 0,0 1 0 0 0,1-1 0 0 0,0 2 0 0 0,7 0 181 0 0,-1-1 0 0 0,1 1 0 0 0,-1-1 0 0 0,1 0 0 0 0,-1-1 0 0 0,1 1 0 0 0,11-3 0 0 0,60-8 272 0 0,-48 5-369 0 0,127-17 228 0 0,94-15-262 0 0,-250 37-299 0 0,1-1 1 0 0,-1 1 0 0 0,1-1 0 0 0,-1 1 0 0 0,1 0 0 0 0,-1 0-1 0 0,1 0 1 0 0,-1 1 0 0 0,1-1 0 0 0,-1 0 0 0 0,1 1-1 0 0,-1 0 1 0 0,1 0 0 0 0,-1-1 0 0 0,3 3 0 0 0,-5-3-7 0 0,1 0 1 0 0,-1 1 0 0 0,1-1-1 0 0,-1 1 1 0 0,1-1-1 0 0,-1 1 1 0 0,1 0 0 0 0,-1-1-1 0 0,0 1 1 0 0,1-1 0 0 0,-1 1-1 0 0,0 0 1 0 0,1-1-1 0 0,-1 1 1 0 0,0 0 0 0 0,0-1-1 0 0,0 1 1 0 0,0 0 0 0 0,0 0-1 0 0,0 0 1 0 0,0 1-143 0 0,0 1 0 0 0,-1-1-1 0 0,1 0 1 0 0,-1-1 0 0 0,1 1 0 0 0,-1 0 0 0 0,0 0 0 0 0,0 0 0 0 0,0 0-1 0 0,-1 2 1 0 0,-5 7-2817 0 0,-1 1-1082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22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0 1096 0 0,'-2'1'2301'0'0,"-41"11"6978"0"0,41-11-8546 0 0,-2 0-236 0 0,-1 1-1 0 0,1 0 1 0 0,0 0-1 0 0,0 0 1 0 0,-5 3-1 0 0,6-3-477 0 0,1 0-1 0 0,0 0 1 0 0,0 0-1 0 0,0 0 1 0 0,0 0-1 0 0,1 1 1 0 0,-1-1 0 0 0,0 1-1 0 0,1-1 1 0 0,0 1-1 0 0,-1-1 1 0 0,1 1-1 0 0,0 0 1 0 0,1 0-1 0 0,-1 0 1 0 0,0-1 0 0 0,1 1-1 0 0,-1 6 1 0 0,1-5-14 0 0,1 0 1 0 0,-1 1-1 0 0,1-1 1 0 0,0 1-1 0 0,0-1 1 0 0,1 0-1 0 0,-1 0 1 0 0,1 0-1 0 0,0 0 1 0 0,0 0-1 0 0,0 0 1 0 0,5 6-1 0 0,-2-4 41 0 0,0-1 0 0 0,0 1-1 0 0,0-1 1 0 0,1 0 0 0 0,0-1-1 0 0,0 0 1 0 0,0 0 0 0 0,0 0-1 0 0,10 4 1 0 0,9 3 507 0 0,32 8 1 0 0,-5-1-194 0 0,-44-16-322 0 0,-7-4-27 0 0,2 2-8 0 0,25 15 39 0 0,-26-14-1 0 0,-1 0-1 0 0,0 0 1 0 0,1-1-1 0 0,-1 1 1 0 0,0 0-1 0 0,0 0 1 0 0,0 0-1 0 0,0 0 0 0 0,0 1 1 0 0,0-1-1 0 0,0 0 1 0 0,0 0-1 0 0,0 0 1 0 0,0 1-1 0 0,-1-1 1 0 0,1 1-1 0 0,-1-1 0 0 0,1 0 1 0 0,-1 1-1 0 0,1-1 1 0 0,-1 1-1 0 0,0 1 1 0 0,0-1 41 0 0,0 1 0 0 0,0-1 0 0 0,-1 0 0 0 0,1 1 1 0 0,-1-1-1 0 0,0 0 0 0 0,0 1 0 0 0,1-1 0 0 0,-2 0 0 0 0,1 0 1 0 0,0 0-1 0 0,0 0 0 0 0,-1 0 0 0 0,-2 3 0 0 0,-5 5 12 0 0,-1-1-1 0 0,0 0 0 0 0,-1 0 0 0 0,0-1 1 0 0,0-1-1 0 0,0 1 0 0 0,-1-2 1 0 0,-25 11-1 0 0,8-7-37 0 0,0 0 1 0 0,-57 9 0 0 0,72-16-467 0 0,0-1 1 0 0,0-1 0 0 0,-28-1 0 0 0,38 0 43 0 0,1 0 0 0 0,0-1 0 0 0,0 1 0 0 0,0-1 0 0 0,0 0 0 0 0,-1 0 0 0 0,1 0 0 0 0,0-1 0 0 0,1 1 0 0 0,-6-4 0 0 0,7 4-22 0 0,0 0 0 0 0,0 0 0 0 0,-1 0 1 0 0,1-1-1 0 0,0 1 0 0 0,0-1 0 0 0,0 1 1 0 0,0-1-1 0 0,1 1 0 0 0,-1-1 0 0 0,0 1 0 0 0,1-1 1 0 0,-1 1-1 0 0,1-1 0 0 0,-1 0 0 0 0,1 0 1 0 0,0 1-1 0 0,0-1 0 0 0,0 0 0 0 0,0 1 0 0 0,0-3 1 0 0,1-11-5018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22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32 173 2456 0 0,'-23'-26'11707'0'0,"22"25"-11592"0"0,0 1 0 0 0,1-1-1 0 0,-1 1 1 0 0,0-1 0 0 0,1 1 0 0 0,-1-1-1 0 0,1 0 1 0 0,-1 1 0 0 0,1-1-1 0 0,-1 0 1 0 0,1 1 0 0 0,0-1 0 0 0,-1 0-1 0 0,1 1 1 0 0,0-1 0 0 0,-1-1-1 0 0,1 2-73 0 0,0-1 0 0 0,0 1 0 0 0,0-1 0 0 0,0 1 0 0 0,1 0 0 0 0,-1-1 0 0 0,0 1 0 0 0,0-1 0 0 0,0 1 0 0 0,0 0 0 0 0,1-1 0 0 0,-1 1 0 0 0,0 0 0 0 0,0-1 0 0 0,1 1 0 0 0,-1 0-1 0 0,0-1 1 0 0,0 1 0 0 0,1 0 0 0 0,-1-1 0 0 0,0 1 0 0 0,1 0 0 0 0,28-10 489 0 0,-25 9-449 0 0,33-9 220 0 0,277-76 1218 0 0,-288 79-1291 0 0,-24 6-176 0 0,39-9-56 0 0,-38 9 902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5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51 114 644 0 0,'-21'-20'12813'0'0,"18"18"-12385"0"0,0 1 386 0 0,0-1 0 0 0,0 0 0 0 0,0 0 1 0 0,0 0-1 0 0,0 0 0 0 0,1-1 0 0 0,-4-3 1 0 0,42-4-604 0 0,110-16-106 0 0,-10 3-67 0 0,-53 11-344 0 0,-81 11 8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5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62 2228 0 0,'8'-36'9747'0'0,"-8"30"-8995"0"0,1 4 110 0 0,2-15 2694 0 0,7 147-1159 0 0,-11-45-2485 0 0,-4 0 0 0 0,-3-1 0 0 0,-27 113 0 0 0,22-129-7155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5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221 167 372 0 0,'34'-62'11960'0'0,"-33"60"-11361"0"0,-1 2-548 0 0,0-1 1 0 0,0 1 0 0 0,0-1-1 0 0,0 0 1 0 0,0 1 0 0 0,0-1-1 0 0,0 1 1 0 0,0-1 0 0 0,0 1 0 0 0,0-1-1 0 0,0 1 1 0 0,-1 0 0 0 0,1-1-1 0 0,0 1 1 0 0,0-1 0 0 0,-1 1-1 0 0,1-1 1 0 0,0 1 0 0 0,-1 0 0 0 0,1-1-1 0 0,0 1 1 0 0,-1-1 0 0 0,1 1-1 0 0,-1 0 1 0 0,1 0 0 0 0,-1-1-1 0 0,1 1 1 0 0,-1-1 0 0 0,-17 2 432 0 0,-16 13-302 0 0,29-11-169 0 0,0 0-1 0 0,1 0 1 0 0,-1 0 0 0 0,1 0-1 0 0,0 1 1 0 0,0 0 0 0 0,0 0-1 0 0,1 0 1 0 0,-1 0-1 0 0,1 1 1 0 0,-4 5 0 0 0,6-7-12 0 0,0-1 0 0 0,1 0 0 0 0,-1 1 0 0 0,0-1 1 0 0,1 1-1 0 0,0-1 0 0 0,-1 0 0 0 0,1 1 0 0 0,0-1 1 0 0,0 1-1 0 0,0-1 0 0 0,0 1 0 0 0,1-1 0 0 0,-1 1 0 0 0,1-1 1 0 0,0 0-1 0 0,-1 1 0 0 0,1-1 0 0 0,0 0 0 0 0,0 1 0 0 0,1-1 1 0 0,-1 0-1 0 0,0 0 0 0 0,1 0 0 0 0,-1 0 0 0 0,1 0 1 0 0,2 2-1 0 0,12 11 172 0 0,1 0 0 0 0,0-2 1 0 0,1 0-1 0 0,28 16 0 0 0,-29-20-22 0 0,-1 1-1 0 0,0 0 0 0 0,0 2 1 0 0,-2 0-1 0 0,1 0 0 0 0,21 26 1 0 0,-34-36-70 0 0,0 1 0 0 0,0 0 0 0 0,0 0 1 0 0,-1 0-1 0 0,1-1 0 0 0,-1 1 1 0 0,0 1-1 0 0,0-1 0 0 0,0 0 1 0 0,0 0-1 0 0,0 0 0 0 0,-1 1 0 0 0,1-1 1 0 0,-1 0-1 0 0,0 0 0 0 0,0 1 1 0 0,0-1-1 0 0,0 0 0 0 0,-2 4 0 0 0,1-2 17 0 0,-1 0-1 0 0,0-1 0 0 0,0 1 0 0 0,0-1 0 0 0,-1 0 0 0 0,1 0 0 0 0,-1 0 0 0 0,0 0 1 0 0,-1 0-1 0 0,1-1 0 0 0,-7 6 0 0 0,-2 1 132 0 0,-1-1 0 0 0,0 0 1 0 0,-1-1-1 0 0,0-1 0 0 0,0 0 1 0 0,-30 9-1 0 0,43-15-171 0 0,-1 0-28 0 0,1-1 0 0 0,-1 1 0 0 0,0 0 0 0 0,1-1 0 0 0,-1 1 0 0 0,0-1 0 0 0,0 1 0 0 0,0-1 0 0 0,1 0 1 0 0,-1 0-1 0 0,0 0 0 0 0,0 0 0 0 0,0 0 0 0 0,1 0 0 0 0,-1-1 0 0 0,0 1 0 0 0,0 0 0 0 0,0-1 0 0 0,1 0 0 0 0,-1 1 0 0 0,0-1 0 0 0,1 0 0 0 0,-4-2 0 0 0,4 1-25 0 0,0 0-1 0 0,-1-1 1 0 0,1 1-1 0 0,0-1 0 0 0,1 1 1 0 0,-1-1-1 0 0,0 1 0 0 0,1-1 1 0 0,-1 0-1 0 0,1 1 1 0 0,0-1-1 0 0,0 0 0 0 0,0 1 1 0 0,0-1-1 0 0,1 0 0 0 0,-1 1 1 0 0,1-1-1 0 0,-1 0 1 0 0,1 1-1 0 0,2-5 0 0 0,3-10-15 0 0,1 1 0 0 0,9-16-1 0 0,-9 18 11 0 0,41-72-49 0 0,-24 46 36 0 0,26-62 1 0 0,-45 90 11 0 0,0-1 0 0 0,-1 0 1 0 0,-1 0-1 0 0,0 0 0 0 0,-1 0 1 0 0,0 0-1 0 0,-1-1 0 0 0,0 1 1 0 0,-3-21-1 0 0,2 30 4 0 0,0 1-1 0 0,-1-1 1 0 0,0 1 0 0 0,0-1-1 0 0,0 1 1 0 0,0 0 0 0 0,0-1-1 0 0,-1 1 1 0 0,1 0 0 0 0,-1 0-1 0 0,0 0 1 0 0,0 0 0 0 0,0 0-1 0 0,0 0 1 0 0,-1 1 0 0 0,1-1-1 0 0,-5-2 1 0 0,4 2-54 0 0,-1 1-1 0 0,0 0 1 0 0,-1 0-1 0 0,1 0 1 0 0,0 1-1 0 0,0-1 0 0 0,-1 1 1 0 0,1 0-1 0 0,-1 0 1 0 0,1 1-1 0 0,-10-1 1 0 0,1 1-325 0 0,-1 2-1 0 0,1-1 1 0 0,-1 2 0 0 0,1-1 0 0 0,0 2 0 0 0,0 0-1 0 0,0 1 1 0 0,-13 6 0 0 0,6 0-986 0 0,0 0-1 0 0,-27 21 1 0 0,-7 13-4771 0 0,27-21 419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6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39 1316 0 0,'-105'74'14909'0'0,"105"-74"-14857"0"0,0 1 0 0 0,-1-1-1 0 0,1 0 1 0 0,0 1-1 0 0,0-1 1 0 0,0 0-1 0 0,0 1 1 0 0,0-1-1 0 0,0 0 1 0 0,0 1 0 0 0,0-1-1 0 0,0 0 1 0 0,0 1-1 0 0,0-1 1 0 0,1 0-1 0 0,-1 0 1 0 0,0 1-1 0 0,0-1 1 0 0,0 0-1 0 0,0 1 1 0 0,0-1 0 0 0,0 0-1 0 0,1 0 1 0 0,-1 1-1 0 0,0-1 1 0 0,0 0-1 0 0,1 0 1 0 0,-1 1-1 0 0,0-1 1 0 0,0 0 0 0 0,1 0-1 0 0,-1 0 1 0 0,0 1-1 0 0,0-1 1 0 0,1 0-1 0 0,-1 0 1 0 0,0 0-1 0 0,1 0 1 0 0,-1 0-1 0 0,1 0 1 0 0,75-3 970 0 0,92-18-1 0 0,-45 5-781 0 0,428-42 188 0 0,-472 49-380 0 0,77-6-279 0 0,-155 15 151 0 0,-1 0 0 0 0,0 0-1 0 0,0 0 1 0 0,1 0 0 0 0,-1 0 0 0 0,0 0-1 0 0,0 0 1 0 0,1 0 0 0 0,-1 0 0 0 0,0 0 0 0 0,0 0-1 0 0,1 0 1 0 0,-1 0 0 0 0,0 0 0 0 0,0 0-1 0 0,1 0 1 0 0,-1 0 0 0 0,0 0 0 0 0,0 0-1 0 0,1 0 1 0 0,-1 0 0 0 0,0 0 0 0 0,0 0-1 0 0,1 1 1 0 0,-1-1 0 0 0,0 0 0 0 0,0 0-1 0 0,0 0 1 0 0,1 0 0 0 0,-1 1 0 0 0,0-1-1 0 0,0 0 1 0 0,0 0 0 0 0,0 1 0 0 0,1-1-1 0 0,-1 0 1 0 0,0 0 0 0 0,0 1 0 0 0,-7 8-2087 0 0,-18 7-5035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6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1 952 0 0,'-2'1'2843'0'0,"-6"2"-1342"0"0,-21 13 7996 0 0,23-12-9007 0 0,4-3 159 0 0,-19 13 1213 0 0,-14 15-1349 0 0,-33 30-164 0 0,61-52-336 0 0,0 0-1 0 0,1 1 1 0 0,0 0 0 0 0,0 0 0 0 0,1 0 0 0 0,-8 17 0 0 0,12-23-9 0 0,0 0 0 0 0,0 0 1 0 0,0 0-1 0 0,0 0 0 0 0,1 0 0 0 0,-1 0 1 0 0,1 0-1 0 0,0 0 0 0 0,0 1 1 0 0,-1-1-1 0 0,1 0 0 0 0,1 0 1 0 0,-1 0-1 0 0,0 0 0 0 0,0 1 0 0 0,1-1 1 0 0,0 0-1 0 0,-1 0 0 0 0,1 0 1 0 0,0 0-1 0 0,0 0 0 0 0,1 3 0 0 0,1-3 3 0 0,-1 1-1 0 0,1-1 1 0 0,-1 1 0 0 0,1-1-1 0 0,0 0 1 0 0,0 0-1 0 0,0 0 1 0 0,0-1-1 0 0,0 1 1 0 0,0-1-1 0 0,1 0 1 0 0,-1 1-1 0 0,5 0 1 0 0,10 2-1 0 0,1-1 1 0 0,0 0 0 0 0,0-2-1 0 0,0 0 1 0 0,26-2 0 0 0,-5 0-18 0 0,46 5 0 0 0,-83-4 70 0 0,-1 0 0 0 0,1 0 0 0 0,-1 0 1 0 0,1 1-1 0 0,-1-1 0 0 0,1 1 0 0 0,-1 0 1 0 0,0 0-1 0 0,1 0 0 0 0,-1 0 0 0 0,0 0 1 0 0,1 0-1 0 0,-1 0 0 0 0,0 1 0 0 0,0-1 1 0 0,0 1-1 0 0,0 0 0 0 0,-1-1 0 0 0,1 1 1 0 0,0 0-1 0 0,-1 0 0 0 0,1 0 0 0 0,-1 0 1 0 0,0 1-1 0 0,0-1 0 0 0,0 0 0 0 0,0 0 1 0 0,0 1-1 0 0,0-1 0 0 0,0 1 0 0 0,-1-1 1 0 0,1 1-1 0 0,-1-1 0 0 0,0 1 0 0 0,0-1 1 0 0,0 1-1 0 0,0-1 0 0 0,0 1 0 0 0,0-1 1 0 0,-1 1-1 0 0,1-1 0 0 0,-1 1 0 0 0,-1 2 1 0 0,-1 3 140 0 0,-1 0 1 0 0,0 0 0 0 0,0 0-1 0 0,-1-1 1 0 0,0 0 0 0 0,0 0-1 0 0,-1 0 1 0 0,0-1 0 0 0,0 0-1 0 0,0 0 1 0 0,-1 0 0 0 0,-9 6-1 0 0,4-4-51 0 0,-1 0-1 0 0,0-1 0 0 0,0-1 0 0 0,0 0 1 0 0,-1 0-1 0 0,-19 4 0 0 0,30-9-258 0 0,-1 0 1 0 0,0 0-1 0 0,0-1 1 0 0,0 0-1 0 0,0 1 0 0 0,0-1 1 0 0,0 0-1 0 0,0-1 0 0 0,0 1 1 0 0,1-1-1 0 0,-1 0 1 0 0,0 0-1 0 0,0 0 0 0 0,0 0 1 0 0,1-1-1 0 0,-1 1 0 0 0,1-1 1 0 0,-1 0-1 0 0,1 0 1 0 0,-5-4-1 0 0,6 3-458 0 0,-1 1-1 0 0,0-1 1 0 0,0 0 0 0 0,1 0 0 0 0,0-1-1 0 0,0 1 1 0 0,0 0 0 0 0,-3-6-1 0 0,4 5-533 0 0,-1-1-1 0 0,1 1 0 0 0,-1-1 0 0 0,1 0 0 0 0,1 1 1 0 0,-1-1-1 0 0,1-6 0 0 0,0-7-5461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2:57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14 191 1364 0 0,'-5'-15'8518'0'0,"0"2"-4472"0"0,5 12-3614 0 0,-1-1 1 0 0,0 1-1 0 0,1-1 0 0 0,-1 1 1 0 0,1-1-1 0 0,0 1 1 0 0,0-1-1 0 0,-1 1 1 0 0,1-1-1 0 0,0 1 0 0 0,0-1 1 0 0,0 1-1 0 0,0-1 1 0 0,1-1-1 0 0,0 2-342 0 0,-1-1 0 0 0,1 1-1 0 0,0-1 1 0 0,0 1 0 0 0,0 0 0 0 0,0 0-1 0 0,0-1 1 0 0,0 1 0 0 0,0 0 0 0 0,0 0 0 0 0,3-2-1 0 0,5-2 85 0 0,0-1 0 0 0,0 1-1 0 0,0 1 1 0 0,1-1-1 0 0,15-3 1 0 0,55-12 127 0 0,-58 15-217 0 0,390-54 305 0 0,-368 55-385 0 0,-41 4-42 0 0,8 1-587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5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99 2100 0 0,'0'0'6843'0'0,"-3"-2"-5917"0"0,0 0-1 0 0,0 0 0 0 0,0 0 0 0 0,0 0 0 0 0,0-1 0 0 0,-3-4 0 0 0,8 5-914 0 0,0 1 0 0 0,0 0-1 0 0,0-1 1 0 0,1 1 0 0 0,-1 0 0 0 0,1 0 0 0 0,-1 0 0 0 0,1 1 0 0 0,-1-1 0 0 0,1 0 0 0 0,4 1 0 0 0,37-3 21 0 0,-25 2-15 0 0,347-25 103 0 0,-361 26-71 0 0,-1 0-1 0 0,1 0 0 0 0,-1-1 0 0 0,1 1 0 0 0,0-1 0 0 0,-1 0 0 0 0,0 0 1 0 0,1 0-1 0 0,-1-1 0 0 0,0 0 0 0 0,0 1 0 0 0,0-2 0 0 0,0 1 0 0 0,4-3 1 0 0,-7 4 116 0 0,-1-14 1226 0 0,-6 29-1388 0 0,2 0 0 0 0,0 1 0 0 0,1 0 0 0 0,1 0 0 0 0,0 0 0 0 0,0 17 0 0 0,-1 11 5 0 0,-9 86 122 0 0,-2 14-1155 0 0,-2-50-4491 0 0,11-74 1752 0 0,-1-2-1684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6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70 96 0 0,'-104'27'15875'0'0,"107"-26"-15258"0"0,10 0-349 0 0,0 0 1 0 0,1-2-1 0 0,-1 1 0 0 0,0-1 0 0 0,17-4 0 0 0,0 0-55 0 0,183-26 366 0 0,167-17-294 0 0,-288 40-1565 0 0,-92 8 1089 0 0,1 0 0 0 0,0 0 0 0 0,-1-1 0 0 0,1 1 0 0 0,0 0 0 0 0,-1 0 0 0 0,1 0 0 0 0,0 1 0 0 0,-1-1 0 0 0,1 0 0 0 0,-1 0 0 0 0,1 0 0 0 0,0 0 0 0 0,-1 1 0 0 0,1-1 0 0 0,0 0 0 0 0,-1 0 0 0 0,1 1 0 0 0,-1-1 0 0 0,1 1 0 0 0,-1-1 0 0 0,1 0 0 0 0,-1 1 0 0 0,1-1 0 0 0,-1 1 0 0 0,1-1 1 0 0,-1 1-1 0 0,0-1 0 0 0,1 1 0 0 0,-1 0 0 0 0,0-1 0 0 0,1 1 0 0 0,-1-1 0 0 0,0 1 0 0 0,0 0 0 0 0,0-1 0 0 0,1 1 0 0 0,-1 0 0 0 0,0-1 0 0 0,0 1 0 0 0,0 0 0 0 0,0-1 0 0 0,0 1 0 0 0,0 0 0 0 0,0-1 0 0 0,-1 1 0 0 0,1 0 0 0 0,0-1 0 0 0,0 1 0 0 0,0 0 0 0 0,-1-1 0 0 0,1 1 0 0 0,-1 0 0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6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 1212 0 0,'-3'0'2322'0'0,"-65"29"10249"0"0,64-26-12434 0 0,-1 0 0 0 0,1-1 0 0 0,0 2 0 0 0,0-1 0 0 0,1 0 0 0 0,-1 1 0 0 0,1 0 0 0 0,-5 5 0 0 0,1 0-60 0 0,5-7-69 0 0,0 0 0 0 0,0 0 0 0 0,0 1 0 0 0,0-1 0 0 0,0 1 1 0 0,1 0-1 0 0,-1-1 0 0 0,1 1 0 0 0,0 0 0 0 0,0 0 0 0 0,0 0 0 0 0,0 0 0 0 0,0 0 0 0 0,1 0 1 0 0,-1 0-1 0 0,1 0 0 0 0,0 0 0 0 0,0 1 0 0 0,0-1 0 0 0,0 0 0 0 0,0 0 0 0 0,1 0 0 0 0,-1 0 1 0 0,1 0-1 0 0,0 0 0 0 0,0 0 0 0 0,0 0 0 0 0,1 0 0 0 0,-1-1 0 0 0,1 1 0 0 0,-1 0 0 0 0,1-1 1 0 0,0 1-1 0 0,0-1 0 0 0,3 4 0 0 0,5 3 28 0 0,0 0 0 0 0,0 0 1 0 0,1-1-1 0 0,0 0 0 0 0,1-1 1 0 0,21 9-1 0 0,28 12 283 0 0,-34-17-160 0 0,-1 0 1 0 0,-1 2-1 0 0,0 1 1 0 0,36 27 0 0 0,-59-39-74 0 0,1 0 0 0 0,-1 0 0 0 0,1 0 0 0 0,-1 1 0 0 0,0-1 0 0 0,0 1 0 0 0,0-1 0 0 0,0 1 0 0 0,0 0 0 0 0,0 0 0 0 0,-1 0 0 0 0,1 0 0 0 0,-1 0-1 0 0,0 0 1 0 0,0 0 0 0 0,0 0 0 0 0,-1 1 0 0 0,1-1 0 0 0,-1 0 0 0 0,1 1 0 0 0,-1-1 0 0 0,0 0 0 0 0,-1 1 0 0 0,1-1 0 0 0,0 0 0 0 0,-1 0 0 0 0,0 1 0 0 0,0-1 0 0 0,0 0 0 0 0,0 0 0 0 0,0 0 0 0 0,-1 0 0 0 0,1 0 0 0 0,-1 0 0 0 0,0 0 0 0 0,0-1 0 0 0,0 1 0 0 0,-3 3 0 0 0,-2 1 48 0 0,0 1 0 0 0,0-1 0 0 0,-1 0 0 0 0,0-1 0 0 0,0 0 0 0 0,0 0 0 0 0,-1-1-1 0 0,0 0 1 0 0,0-1 0 0 0,-1 0 0 0 0,-14 5 0 0 0,7-5-56 0 0,0-1 0 0 0,-1 0 0 0 0,1-2 0 0 0,-1 0 0 0 0,1-1 0 0 0,-31-3 0 0 0,40 2-364 0 0,-1 0-1 0 0,0-1 1 0 0,1 0 0 0 0,-1 0 0 0 0,1-1 0 0 0,0 0-1 0 0,-1-1 1 0 0,2 0 0 0 0,-1 0 0 0 0,0-1 0 0 0,1 1-1 0 0,0-2 1 0 0,0 1 0 0 0,0-1 0 0 0,-7-9-1 0 0,12 13-133 0 0,0-1 0 0 0,0 0 0 0 0,1 0 0 0 0,-1 0 0 0 0,1 0 0 0 0,0 0-1 0 0,0 0 1 0 0,0 0 0 0 0,0 0 0 0 0,0 0 0 0 0,1-1 0 0 0,-1-3-1 0 0,3-25-5998 0 0,3 13 700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06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60 180 2556 0 0,'-43'-41'12546'0'0,"27"24"-8875"0"0,26 7-2826 0 0,-3 5-729 0 0,1 1 0 0 0,0 0 0 0 0,0 1 0 0 0,0-1 0 0 0,0 2 0 0 0,0-1 1 0 0,1 1-1 0 0,15-2 0 0 0,-1 0-5 0 0,352-57 440 0 0,-248 46-251 0 0,-125 14-330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14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84 788 0 0,'-14'-4'5067'0'0,"-26"-15"1058"0"0,38 19-5611 0 0,-12-16 1782 0 0,15 14-2284 0 0,-1 0 1 0 0,1 0-1 0 0,0 0 0 0 0,-1 1 1 0 0,1-1-1 0 0,0 0 0 0 0,0 0 1 0 0,0 1-1 0 0,0-1 0 0 0,0 1 1 0 0,1-1-1 0 0,-1 1 0 0 0,0-1 1 0 0,1 1-1 0 0,-1 0 0 0 0,1-1 0 0 0,0 1 1 0 0,-1 0-1 0 0,1 0 0 0 0,0 0 1 0 0,0 0-1 0 0,-1 1 0 0 0,1-1 1 0 0,0 0-1 0 0,0 1 0 0 0,0-1 1 0 0,2 1-1 0 0,7-3-24 0 0,-1 1 0 0 0,0 0 1 0 0,0 1-1 0 0,13 0 0 0 0,-17 1 10 0 0,1 1-1 0 0,0 0 1 0 0,-1 0-1 0 0,1 0 1 0 0,-1 1-1 0 0,1 0 1 0 0,-1 0-1 0 0,0 1 1 0 0,0 0-1 0 0,0 0 1 0 0,0 0 0 0 0,0 1-1 0 0,-1 0 1 0 0,1 0-1 0 0,-1 0 1 0 0,0 0-1 0 0,7 9 1 0 0,-9-9 4 0 0,0 0 0 0 0,0 0 1 0 0,0 0-1 0 0,-1 1 0 0 0,1-1 0 0 0,-1 1 1 0 0,0-1-1 0 0,0 1 0 0 0,-1 0 0 0 0,1 0 1 0 0,-1-1-1 0 0,0 1 0 0 0,-1 0 0 0 0,1 0 1 0 0,-1 0-1 0 0,0 0 0 0 0,0 0 0 0 0,0 0 1 0 0,-1 0-1 0 0,0 0 0 0 0,0 0 0 0 0,0 0 1 0 0,-1 0-1 0 0,-1 4 0 0 0,-4 5 6 0 0,0-1 0 0 0,-1 1-1 0 0,-1-2 1 0 0,0 1 0 0 0,0-1 0 0 0,-1-1-1 0 0,-1 0 1 0 0,0 0 0 0 0,-20 15 0 0 0,-10 2 159 0 0,-72 38 1 0 0,53-32 92 0 0,-15 9-160 0 0,74-43-98 0 0,1 1-1 0 0,0-1 1 0 0,0 0-1 0 0,0 1 0 0 0,0-1 1 0 0,0 0-1 0 0,0 1 1 0 0,1-1-1 0 0,-1 0 0 0 0,0 1 1 0 0,0-1-1 0 0,0 0 1 0 0,0 0-1 0 0,0 1 0 0 0,0-1 1 0 0,0 0-1 0 0,1 1 1 0 0,-1-1-1 0 0,0 0 0 0 0,0 0 1 0 0,0 1-1 0 0,1-1 1 0 0,-1 0-1 0 0,0 0 0 0 0,0 0 1 0 0,1 1-1 0 0,-1-1 1 0 0,0 0-1 0 0,0 0 0 0 0,1 0 1 0 0,-1 0-1 0 0,0 0 1 0 0,1 1-1 0 0,-1-1 0 0 0,0 0 1 0 0,1 0-1 0 0,-1 0 1 0 0,0 0-1 0 0,1 0 0 0 0,-1 0 1 0 0,17 7 26 0 0,-17-7-29 0 0,26 5 25 0 0,-1-2 0 0 0,1 0-1 0 0,0-2 1 0 0,46-3 0 0 0,-38 1-6 0 0,55-2 20 0 0,81-1-2412 0 0,-123 9-4790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15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42 1968 0 0,'-142'50'9600'0'0,"131"-42"-7928"0"0,11-5-500 0 0,9-1 48 0 0,62-6-237 0 0,123-23 0 0 0,-68 7-757 0 0,-6 3-164 0 0,193-20-2225 0 0,-281 39 523 0 0,-31-2 1469 0 0,0 0 0 0 0,1 1-1 0 0,-1-1 1 0 0,0 0-1 0 0,0 1 1 0 0,1 0 0 0 0,-1-1-1 0 0,0 1 1 0 0,0 0-1 0 0,0 0 1 0 0,0-1 0 0 0,0 1-1 0 0,0 0 1 0 0,0 0 0 0 0,0 0-1 0 0,0 0 1 0 0,1 2-1 0 0,-2-1-57 0 0,0-1 0 0 0,0 0 0 0 0,0 0 0 0 0,0 0-1 0 0,0 0 1 0 0,0 0 0 0 0,0 0 0 0 0,0 0-1 0 0,-1 0 1 0 0,1 0 0 0 0,0 0 0 0 0,-1 0 0 0 0,1 0-1 0 0,-1 0 1 0 0,1 0 0 0 0,-1 0 0 0 0,1 0 0 0 0,-1 0-1 0 0,0 0 1 0 0,1 0 0 0 0,-3 1 0 0 0,-6 9-3323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15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 1556 0 0,'-23'10'6048'0'0,"-28"8"-1"0"0,41-14-5204 0 0,8-4-519 0 0,-23 21 746 0 0,22-15-1032 0 0,1 0 0 0 0,-1 1 0 0 0,1 0 0 0 0,1-1-1 0 0,-1 1 1 0 0,1 0 0 0 0,0 0 0 0 0,1 0 0 0 0,-1 8 0 0 0,2-12 44 0 0,0 0 0 0 0,0 0 1 0 0,1 0-1 0 0,-1 0 0 0 0,1-1 1 0 0,-1 1-1 0 0,1 0 0 0 0,0-1 1 0 0,0 0-1 0 0,0 1 0 0 0,0-1 1 0 0,0 0-1 0 0,1 0 0 0 0,4 3 1 0 0,17 7 534 0 0,41 14 0 0 0,13 5-343 0 0,-72-29-186 0 0,-1 1-1 0 0,0 0 0 0 0,0 0 0 0 0,0 1 1 0 0,0-1-1 0 0,-1 1 0 0 0,1 0 0 0 0,-1 0 1 0 0,0 1-1 0 0,0-1 0 0 0,3 6 0 0 0,-6-7 3 0 0,0-1-1 0 0,0 1 0 0 0,0-1 0 0 0,0 1 1 0 0,0-1-1 0 0,-1 1 0 0 0,1-1 1 0 0,-1 1-1 0 0,0 0 0 0 0,0-1 0 0 0,0 1 1 0 0,0 0-1 0 0,0-1 0 0 0,0 1 1 0 0,-1 0-1 0 0,0-1 0 0 0,1 1 0 0 0,-1-1 1 0 0,0 1-1 0 0,0-1 0 0 0,0 1 1 0 0,-1-1-1 0 0,1 0 0 0 0,0 0 1 0 0,-1 1-1 0 0,0-1 0 0 0,-2 2 0 0 0,-4 5 31 0 0,0-1 0 0 0,-1 0 0 0 0,1-1 0 0 0,-2 0 0 0 0,1 0 0 0 0,-1-1 0 0 0,0 0 0 0 0,0-1 0 0 0,-1 0 0 0 0,0 0 0 0 0,0-1-1 0 0,-16 3 1 0 0,8-2-68 0 0,0-2-1 0 0,-1 0 0 0 0,1-1 0 0 0,-1-1 0 0 0,0 0 0 0 0,-29-4 0 0 0,40 1-305 0 0,0 1 0 0 0,1-1-1 0 0,-1 0 1 0 0,1-1 0 0 0,0 0-1 0 0,-1 0 1 0 0,2-1 0 0 0,-1 0-1 0 0,-14-10 1 0 0,19 12-119 0 0,1 0 1 0 0,-1-1-1 0 0,1 1 1 0 0,0-1-1 0 0,0 1 1 0 0,0-1-1 0 0,0 0 1 0 0,0 0-1 0 0,0 0 1 0 0,1 0-1 0 0,-1 0 1 0 0,0-4-1 0 0,1 4-158 0 0,1 0-1 0 0,-1 0 0 0 0,1 0 1 0 0,0-1-1 0 0,0 1 0 0 0,0 0 1 0 0,0 0-1 0 0,1 0 0 0 0,-1 0 0 0 0,1 0 1 0 0,0-1-1 0 0,0 1 0 0 0,0 1 1 0 0,0-1-1 0 0,2-4 0 0 0,7-9-5645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15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46 174 2512 0 0,'-44'-24'12472'0'0,"43"23"-11993"0"0,10-6 345 0 0,2 2-659 0 0,0 0-1 0 0,0 0 1 0 0,1 1-1 0 0,-1 1 1 0 0,1 0-1 0 0,16-2 1 0 0,6-2-12 0 0,121-35 169 0 0,85-19-222 0 0,-239 61-153 0 0,0-1-1 0 0,-1 1 0 0 0,1 0 1 0 0,0 0-1 0 0,0-1 0 0 0,-1 1 1 0 0,1 0-1 0 0,0 0 0 0 0,0 0 0 0 0,0 0 1 0 0,0 0-1 0 0,-1 0 0 0 0,1 0 1 0 0,0 0-1 0 0,0 1 0 0 0,0-1 1 0 0,-1 0-1 0 0,1 0 0 0 0,0 1 1 0 0,0-1-1 0 0,-1 0 0 0 0,1 1 1 0 0,0-1-1 0 0,0 1 0 0 0,-1-1 0 0 0,1 1 1 0 0,0-1-1 0 0,-1 1 0 0 0,1-1 1 0 0,-1 1-1 0 0,2 1 0 0 0,-2-1-295 0 0,-1 0 0 0 0,1 0-1 0 0,0 0 1 0 0,0 0 0 0 0,0 0-1 0 0,-1 0 1 0 0,1 0 0 0 0,-1 0-1 0 0,1 0 1 0 0,0 0 0 0 0,-1 0-1 0 0,0 0 1 0 0,1 0 0 0 0,-1 0-1 0 0,0-1 1 0 0,-3 4-1747 0 0,3-3 1746 0 0,0 0 1 0 0,-1 0 0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23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96 1404 0 0,'4'-10'2412'0'0,"0"0"0"0"0,4-18 0 0 0,-3 10-232 0 0,1-11 1617 0 0,-9 30-2824 0 0,-3 14-429 0 0,-23 71 518 0 0,3 1 0 0 0,-14 94 0 0 0,30-98-1076 0 0,9-73-968 0 0,1 0-1 0 0,1 0 1 0 0,0 0 0 0 0,0 0 0 0 0,1 0 0 0 0,4 13 0 0 0,0-4-4526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23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43 296 0 0,'-33'15'5380'0'0,"24"-12"-4120"0"0,0 1-1 0 0,0 0 0 0 0,0 1 1 0 0,-9 6-1 0 0,17-10-804 0 0,3 0 46 0 0,6 1-344 0 0,-1-1 0 0 0,0 0 0 0 0,1 0-1 0 0,-1 0 1 0 0,1-1 0 0 0,-1 0 0 0 0,1 0-1 0 0,-1-1 1 0 0,14-3 0 0 0,3 1 51 0 0,306-41 554 0 0,-85 9-605 0 0,-230 33-218 0 0,-2 0-625 0 0,0 1 1 0 0,0 0 0 0 0,21 2-1 0 0,-33-1 520 0 0,-1 0-1 0 0,1 0 1 0 0,-1 0-1 0 0,1 0 0 0 0,-1 1 1 0 0,1-1-1 0 0,-1 0 1 0 0,0 0-1 0 0,1 1 1 0 0,2 3-1500 0 0,-3-4 1500 0 0,0 1-1 0 0,0-1 1 0 0,1 1-1 0 0,-1-1 1 0 0,0 0-1 0 0,0 1 1 0 0,0-1-1 0 0,0 1 1 0 0,0-1-1 0 0,0 1 1 0 0,0-1-1 0 0,0 1 0 0 0,0-1 1 0 0,0 1-1 0 0,0-1 1 0 0,0 1-1 0 0,-1-1 1 0 0,1 1-1 0 0,0-1 1 0 0,-1 2-1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24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1 304 0 0,'-2'0'2617'0'0,"-20"10"3924"0"0,8-4-2568 0 0,1 0-2928 0 0,0 1 0 0 0,-13 9 0 0 0,10-5-966 0 0,0 1-1 0 0,1 0 1 0 0,0 2 0 0 0,1-1 0 0 0,-17 24-1 0 0,30-36-75 0 0,0 0 0 0 0,0 0 0 0 0,0 0 0 0 0,0 0 0 0 0,0 1 0 0 0,1-1 0 0 0,-1 0 0 0 0,0 0 0 0 0,1 1 0 0 0,-1-1 0 0 0,1 0 0 0 0,0 0 0 0 0,-1 1 0 0 0,1-1 0 0 0,0 1 0 0 0,0-1 0 0 0,0 0 0 0 0,0 1 0 0 0,0-1 0 0 0,0 0 0 0 0,0 1 0 0 0,0-1 0 0 0,1 1 0 0 0,-1-1-1 0 0,0 0 1 0 0,1 0 0 0 0,-1 1 0 0 0,1-1 0 0 0,0 0 0 0 0,-1 0 0 0 0,1 1 0 0 0,1 0 0 0 0,0 0 7 0 0,1 0 0 0 0,-1 0 0 0 0,1 0 0 0 0,0 0-1 0 0,-1 0 1 0 0,1-1 0 0 0,0 1 0 0 0,0-1 0 0 0,0 0 0 0 0,0 0 0 0 0,0 0-1 0 0,5 1 1 0 0,81 9 260 0 0,-64-9-76 0 0,-1 1 0 0 0,0 1 1 0 0,41 12-1 0 0,-61-15-114 0 0,0 1 0 0 0,1 0 0 0 0,-1 0 0 0 0,0 0 0 0 0,0 1 0 0 0,-1-1 0 0 0,1 1 0 0 0,0 0 0 0 0,-1 0 0 0 0,0 0 0 0 0,0 0 0 0 0,0 1 0 0 0,0-1 0 0 0,0 1 0 0 0,-1 0 0 0 0,1 0 0 0 0,-1 0 0 0 0,0 0 0 0 0,0 0 0 0 0,-1 0 0 0 0,1 1 0 0 0,-1-1 0 0 0,0 0 0 0 0,0 1 0 0 0,0-1 0 0 0,-1 1 0 0 0,0 0 0 0 0,1-1 0 0 0,-2 1 0 0 0,0 7 0 0 0,0-5 26 0 0,0 0-1 0 0,-1-1 1 0 0,0 1-1 0 0,0-1 1 0 0,0 0 0 0 0,-1 1-1 0 0,0-1 1 0 0,0 0-1 0 0,0 0 1 0 0,-1-1-1 0 0,0 1 1 0 0,0-1 0 0 0,0 0-1 0 0,-1 0 1 0 0,0 0-1 0 0,0-1 1 0 0,0 1-1 0 0,-1-1 1 0 0,1 0 0 0 0,-10 4-1 0 0,6-4-196 0 0,-1-1-1 0 0,0 0 1 0 0,0 0-1 0 0,0-1 1 0 0,0 0 0 0 0,0-1-1 0 0,-1 0 1 0 0,1-1-1 0 0,0 0 1 0 0,-1 0 0 0 0,1-1-1 0 0,0-1 1 0 0,0 0-1 0 0,0 0 1 0 0,-17-7 0 0 0,18 6-506 0 0,-1-1 0 0 0,1-1 0 0 0,1 1 0 0 0,-1-1 1 0 0,1-1-1 0 0,0 0 0 0 0,-9-8 0 0 0,11 8-329 0 0,1 1-1 0 0,-1-1 0 0 0,2 0 0 0 0,-1-1 1 0 0,1 1-1 0 0,0-1 0 0 0,0 0 0 0 0,0 0 1 0 0,-3-13-1 0 0,1-1-4177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24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0 213 980 0 0,'24'-23'11542'0'0,"-10"15"-10323"0"0,0 1-1 0 0,25-9 0 0 0,74-15-364 0 0,-66 19-541 0 0,35-8-210 0 0,-12 3-1122 0 0,95-36 0 0 0,-165 53 992 0 0,27-13-2804 0 0,-12 1-2656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26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162 111 432 0 0,'6'-10'6290'0'0,"5"-6"-177"0"0,6 2-3593 0 0,-7 8-2409 0 0,1 0 1 0 0,0 1-1 0 0,1 1 0 0 0,-1 0 0 0 0,15-3 0 0 0,62-11-52 0 0,-27 9-30 0 0,98-2 0 0 0,-153 11-10 0 0,1 0 1 0 0,0 1 0 0 0,-1 0-1 0 0,1 0 1 0 0,-1 1-1 0 0,1-1 1 0 0,-1 1-1 0 0,0 1 1 0 0,0-1 0 0 0,8 6-1 0 0,-8-4 60 0 0,0 1 0 0 0,-1 1 0 0 0,1-1-1 0 0,-1 1 1 0 0,0 0 0 0 0,-1 0 0 0 0,1 0-1 0 0,-1 1 1 0 0,6 12 0 0 0,2 9 324 0 0,9 32 0 0 0,-16-46-313 0 0,13 48 486 0 0,19 114 0 0 0,-7 67 147 0 0,-22-165-557 0 0,87 1337 1252 0 0,-89-252-1249 0 0,-12-579-114 0 0,55 2057 405 0 0,-2-1720-336 0 0,-16-551-265 0 0,-20-264 135 0 0,17 139 131 0 0,13 190 922 0 0,-51-107 833 0 0,8-309-884 0 0,2-13-74 0 0,0 1-1 0 0,-1 0 0 0 0,0-1 1 0 0,-1 0-1 0 0,-2 9 1 0 0,3-14-868 0 0,-1 0 0 0 0,1 0 0 0 0,-1 0 0 0 0,1 0 0 0 0,-1 0 0 0 0,0 0 1 0 0,1-1-1 0 0,-1 1 0 0 0,0 0 0 0 0,0-1 0 0 0,1 1 0 0 0,-1-1 0 0 0,0 0 0 0 0,-4 0 0 0 0,4 1-46 0 0,-37 5 43 0 0,-1-1 0 0 0,-56-1 1 0 0,61-4-135 0 0,-386 6-4655 0 0,210-12-845 0 0,3-10-5577 0 0,158 10 2420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28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326 186 2440 0 0,'18'-94'11397'0'0,"-18"93"-11045"0"0,3-7 924 0 0,-2 19-289 0 0,-3 24-411 0 0,-1 0 0 0 0,-1 0 1 0 0,-2-1-1 0 0,-11 34 0 0 0,-50 137 273 0 0,45-144-552 0 0,-75 194 523 0 0,0 3-272 0 0,65-171 440 0 0,31-85-434 0 0,2-19-367 0 0,3-8-32 0 0,1 0 0 0 0,15-40 0 0 0,-6 17-86 0 0,246-687-267 0 0,-160 502-56 0 0,-99 232 245 0 0,-1 0-1 0 0,1 0 1 0 0,-1-1-1 0 0,1 1 1 0 0,-1 0-1 0 0,1 0 1 0 0,0 0 0 0 0,-1 0-1 0 0,1 0 1 0 0,0 0-1 0 0,0 0 1 0 0,0 0-1 0 0,0 0 1 0 0,0 1-1 0 0,0-1 1 0 0,0 0 0 0 0,0 1-1 0 0,0-1 1 0 0,0 0-1 0 0,0 1 1 0 0,1-1-1 0 0,-1 1 1 0 0,1-1-1 0 0,0 2 4 0 0,-1-1 1 0 0,0 0-1 0 0,0 1 0 0 0,0-1 0 0 0,0 0 0 0 0,0 1 0 0 0,1 0 0 0 0,-1-1 0 0 0,0 1 0 0 0,0 0 0 0 0,0-1 0 0 0,-1 1 1 0 0,1 0-1 0 0,0 0 0 0 0,0 0 0 0 0,0 0 0 0 0,-1 0 0 0 0,2 2 0 0 0,3 5 6 0 0,0 1-1 0 0,-1-1 1 0 0,0 1-1 0 0,4 13 1 0 0,2 16 216 0 0,-1 1-1 0 0,6 74 1 0 0,-7 82 850 0 0,-5-99-491 0 0,-1-23-184 0 0,40 493 2647 0 0,-25-471-2143 0 0,-2-95-699 0 0,-10-2-187 0 0,-1 0 0 0 0,1 0 0 0 0,0-1 0 0 0,-1 0 0 0 0,0 1 0 0 0,1-2 0 0 0,-1 1 0 0 0,0 0 0 0 0,5-7 0 0 0,4-2-71 0 0,15-13-764 0 0,-1-1 0 0 0,27-35 1 0 0,-28 29-2430 0 0,38-64-1 0 0,-57 83 1519 0 0,0-1-1 0 0,6-17 0 0 0,-3-10-5239 0 0,-9 17 406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29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21 1452 0 0,'-232'50'18093'0'0,"230"-50"-17776"0"0,4 1-26 0 0,8 0-204 0 0,0 0 1 0 0,0 0-1 0 0,0-1 0 0 0,0 0 0 0 0,1-1 1 0 0,-1-1-1 0 0,10-1 0 0 0,6-1 5 0 0,41-5-413 0 0,117-16-2115 0 0,-63 2-6548 0 0,-92 15 2186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3:26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27 1904 0 0,'-10'6'12249'0'0,"8"-3"-12146"0"0,0-1-1 0 0,1 0 0 0 0,-1 0 1 0 0,0 1-1 0 0,1-1 0 0 0,0 1 0 0 0,0 0 1 0 0,0-1-1 0 0,0 1 0 0 0,0 0 1 0 0,0-1-1 0 0,0 1 0 0 0,1 3 1 0 0,-6 46-94 0 0,5-35 109 0 0,0 10-110 0 0,0 0 0 0 0,2 0 0 0 0,2 0 0 0 0,0-1 0 0 0,1 1 0 0 0,2-1-1 0 0,1 0 1 0 0,1-1 0 0 0,1 1 0 0 0,1-1 0 0 0,1-1 0 0 0,21 34-1 0 0,-26-50 27 0 0,0 0-1 0 0,0 0 0 0 0,1 0 1 0 0,0-1-1 0 0,0-1 0 0 0,1 1 0 0 0,-1-1 1 0 0,2 0-1 0 0,-1-1 0 0 0,1 0 1 0 0,-1 0-1 0 0,15 5 0 0 0,-20-9-1 0 0,-1-1 0 0 0,1 1-1 0 0,0-1 1 0 0,0 0 0 0 0,0 0-1 0 0,-1 0 1 0 0,1 0 0 0 0,0-1-1 0 0,0 1 1 0 0,0-1 0 0 0,-1 1-1 0 0,1-1 1 0 0,0 0 0 0 0,-1 0-1 0 0,1 0 1 0 0,-1-1 0 0 0,5-2 0 0 0,0 0 67 0 0,-1 0 1 0 0,0-1-1 0 0,0 0 1 0 0,-1 0 0 0 0,7-7-1 0 0,-5 2-9 0 0,0 0-1 0 0,-1 0 1 0 0,0-1-1 0 0,-1 0 1 0 0,0 1-1 0 0,-1-2 1 0 0,0 1-1 0 0,-1 0 0 0 0,0-1 1 0 0,-1 0-1 0 0,2-13 1 0 0,-2-8 203 0 0,-1 1 0 0 0,-6-61 0 0 0,4 80-222 0 0,-1 0 1 0 0,-1 0-1 0 0,0 1 0 0 0,-1-1 0 0 0,-1 1 1 0 0,0 0-1 0 0,0 0 0 0 0,-1 0 0 0 0,0 1 1 0 0,-1 0-1 0 0,-1 0 0 0 0,0 1 0 0 0,0 0 1 0 0,-17-16-1 0 0,17 19-107 0 0,1 1-1 0 0,-1 0 1 0 0,0 0 0 0 0,-1 1 0 0 0,1 0 0 0 0,-1 1 0 0 0,0 0 0 0 0,0 0-1 0 0,0 1 1 0 0,-1 0 0 0 0,1 0 0 0 0,-1 1 0 0 0,0 1 0 0 0,0 0-1 0 0,1 0 1 0 0,-1 1 0 0 0,0 0 0 0 0,0 0 0 0 0,0 1 0 0 0,-11 3-1 0 0,16-3-207 0 0,1 0-1 0 0,0 0 0 0 0,0 1 1 0 0,0-1-1 0 0,0 1 0 0 0,1 0 1 0 0,-1 0-1 0 0,0 1 0 0 0,1-1 0 0 0,-1 1 1 0 0,1 0-1 0 0,0 0 0 0 0,0 0 1 0 0,0 0-1 0 0,-4 7 0 0 0,3-5-618 0 0,1 1-1 0 0,0-1 0 0 0,1 1 1 0 0,0 0-1 0 0,0 0 1 0 0,0 0-1 0 0,0 0 1 0 0,1 0-1 0 0,0 0 0 0 0,0 9 1 0 0,1 3-2997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3:26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41 2028 0 0,'-2'-1'2042'0'0,"-59"-39"9785"0"0,52 44-11459 0 0,8-4-352 0 0,0 1 0 0 0,0-1 0 0 0,0 1-1 0 0,1-1 1 0 0,-1 0 0 0 0,0 1 0 0 0,0-1 0 0 0,0 1-1 0 0,0 0 1 0 0,0-1 0 0 0,1 1 0 0 0,-1 0 0 0 0,0 0-1 0 0,1-1 1 0 0,-1 1 0 0 0,0 0 0 0 0,1 0 0 0 0,-1 0-1 0 0,1 0 1 0 0,-1 0 0 0 0,1 0 0 0 0,0-1 0 0 0,-1 1-1 0 0,1 0 1 0 0,0 0 0 0 0,0 0 0 0 0,-1 2 0 0 0,-5 31 73 0 0,0 0 0 0 0,3-1 0 0 0,0 60 0 0 0,4-72-76 0 0,1-1 0 0 0,0 0 1 0 0,2 0-1 0 0,0-1 0 0 0,2 1 0 0 0,0-1 0 0 0,14 30 1 0 0,-19-45 26 0 0,1-1 1 0 0,0 1 0 0 0,0-1-1 0 0,0 0 1 0 0,0 0 0 0 0,0 0-1 0 0,1 0 1 0 0,-1 0 0 0 0,1 0-1 0 0,0-1 1 0 0,0 1 0 0 0,0-1-1 0 0,0 0 1 0 0,0 0 0 0 0,1 0-1 0 0,-1 0 1 0 0,1-1 0 0 0,-1 1-1 0 0,1-1 1 0 0,-1 0 0 0 0,1 0-1 0 0,0 0 1 0 0,0-1 0 0 0,-1 1-1 0 0,1-1 1 0 0,0 0 0 0 0,0 0-1 0 0,0 0 1 0 0,-1 0 0 0 0,1-1-1 0 0,0 1 1 0 0,0-1 0 0 0,-1 0-1 0 0,1-1 1 0 0,-1 1 0 0 0,1 0-1 0 0,5-4 1 0 0,-3 2 80 0 0,1-1 0 0 0,-1-1-1 0 0,0 1 1 0 0,0-1 0 0 0,0 0 0 0 0,-1 0 0 0 0,1 0-1 0 0,-1-1 1 0 0,0 0 0 0 0,-1 0 0 0 0,0 0 0 0 0,0-1 0 0 0,0 1-1 0 0,3-9 1 0 0,-3 4 8 0 0,0 1-1 0 0,-1-1 0 0 0,0 0 1 0 0,-1 0-1 0 0,0 0 1 0 0,-1-1-1 0 0,0 1 1 0 0,-1 0-1 0 0,-1-14 0 0 0,0 13-42 0 0,-1 1-1 0 0,0-1 0 0 0,-1 1 0 0 0,0-1 1 0 0,0 1-1 0 0,-1 0 0 0 0,-1 1 0 0 0,-11-20 1 0 0,12 23-68 0 0,0 1 1 0 0,-1 0 0 0 0,0 0-1 0 0,0 0 1 0 0,-1 0-1 0 0,0 1 1 0 0,1 0 0 0 0,-2 0-1 0 0,1 1 1 0 0,-1-1 0 0 0,1 1-1 0 0,-1 1 1 0 0,-12-5-1 0 0,9 5-150 0 0,0 0-1 0 0,-1 0 0 0 0,1 1 0 0 0,-1 1 0 0 0,0 0 0 0 0,0 0 0 0 0,0 1 0 0 0,1 1 0 0 0,-1 0 0 0 0,0 0 0 0 0,1 1 0 0 0,-1 0 1 0 0,1 1-1 0 0,-1 0 0 0 0,1 1 0 0 0,0 0 0 0 0,0 0 0 0 0,-12 9 0 0 0,10-6-660 0 0,1 1 1 0 0,0 0-1 0 0,0 1 0 0 0,1 1 1 0 0,-17 19-1 0 0,18-18-581 0 0,0 1 0 0 0,1 0 0 0 0,0 1 0 0 0,2 0-1 0 0,-10 20 1 0 0,6-2-3535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3:27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313 338 1368 0 0,'-14'-8'5875'0'0,"-38"-23"3879"0"0,50 31-9141 0 0,1-1-555 0 0,1 1-1 0 0,-1-1 1 0 0,1 1-1 0 0,-1-1 1 0 0,0 1-1 0 0,1 0 1 0 0,-1-1 0 0 0,0 1-1 0 0,1 0 1 0 0,-1 0-1 0 0,0 0 1 0 0,0-1-1 0 0,1 1 1 0 0,-1 0-1 0 0,0 0 1 0 0,1 0-1 0 0,-1 0 1 0 0,0 0-1 0 0,0 0 1 0 0,1 1-1 0 0,-1-1 1 0 0,0 0-1 0 0,0 0 1 0 0,1 0 0 0 0,-1 1-1 0 0,0-1 1 0 0,1 0-1 0 0,-1 1 1 0 0,0-1-1 0 0,1 0 1 0 0,-1 1-1 0 0,1-1 1 0 0,-1 1-1 0 0,0 0 1 0 0,-1 24 16 0 0,2-1 0 0 0,0 1 0 0 0,2 0 0 0 0,7 41 1 0 0,-7-54-72 0 0,1 0 1 0 0,1 0 0 0 0,0 0-1 0 0,0-1 1 0 0,1 0 0 0 0,0 1 0 0 0,1-2-1 0 0,1 1 1 0 0,-1-1 0 0 0,2 0-1 0 0,13 15 1 0 0,-17-21 6 0 0,0-1 0 0 0,-1 0 0 0 0,2 0 0 0 0,-1 0 0 0 0,0-1 0 0 0,0 1 0 0 0,1-1 0 0 0,-1 0 0 0 0,1 0 0 0 0,0-1 0 0 0,-1 1 0 0 0,1-1 0 0 0,0 0 0 0 0,0-1 0 0 0,8 1 0 0 0,-6-1 12 0 0,0-1-1 0 0,0 1 0 0 0,1-2 0 0 0,-1 1 0 0 0,0-1 1 0 0,0 0-1 0 0,0-1 0 0 0,0 0 0 0 0,10-5 1 0 0,-2-1 45 0 0,-1-1 1 0 0,0 0 0 0 0,0-1 0 0 0,-1-1 0 0 0,-1 0 0 0 0,0 0 0 0 0,-1-2 0 0 0,13-17 0 0 0,-16 18 38 0 0,0-1-1 0 0,-1-1 1 0 0,0 1 0 0 0,-1-1 0 0 0,-1 0 0 0 0,0 0 0 0 0,-1-1 0 0 0,-1 1 0 0 0,0-1 0 0 0,-2 0 0 0 0,1 0 0 0 0,-2 0 0 0 0,0 0-1 0 0,-1 0 1 0 0,-6-31 0 0 0,5 36-36 0 0,-1-1 1 0 0,0 1-1 0 0,-1 0 0 0 0,0 0 0 0 0,-1 0 1 0 0,0 1-1 0 0,0 0 0 0 0,-2 0 0 0 0,1 0 1 0 0,-1 1-1 0 0,0-1 0 0 0,-1 2 0 0 0,0-1 1 0 0,0 1-1 0 0,-1 0 0 0 0,0 1 0 0 0,-1 0 1 0 0,1 1-1 0 0,-1 0 0 0 0,-1 0 0 0 0,1 1 1 0 0,-16-6-1 0 0,7 6-369 0 0,1 0-1 0 0,-1 1 1 0 0,0 1-1 0 0,0 1 1 0 0,-22 0 0 0 0,-95 10-3236 0 0,12-1 1146 0 0,74-12-4750 0 0,27 0 69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3:30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987 242 660 0 0,'7'-18'15230'0'0,"-9"13"-14833"0"0,-14-29 3290 0 0,7 19-3144 0 0,-1 0 1 0 0,-1 1-1 0 0,0 0 1 0 0,-1 0-1 0 0,-23-19 1 0 0,23 24-498 0 0,0 0 0 0 0,0 1 0 0 0,-1 0 0 0 0,0 1 0 0 0,0 0 1 0 0,-1 1-1 0 0,0 1 0 0 0,0 0 0 0 0,0 1 0 0 0,-1 0 1 0 0,1 2-1 0 0,-20-3 0 0 0,16 5-51 0 0,1 0 0 0 0,-1 0 0 0 0,0 2 0 0 0,1 0 1 0 0,-1 1-1 0 0,-23 8 0 0 0,14-2 3 0 0,0 1 0 0 0,0 2 0 0 0,-32 18 0 0 0,-71 51-21 0 0,108-64 17 0 0,1 1 0 0 0,0 1 0 0 0,2 1 1 0 0,0 0-1 0 0,1 1 0 0 0,2 1 0 0 0,-25 41 1 0 0,25-33 15 0 0,2 0 1 0 0,1 1-1 0 0,1 0 1 0 0,1 1-1 0 0,2 1 1 0 0,1-1 0 0 0,2 1-1 0 0,1 1 1 0 0,2-1-1 0 0,1 1 1 0 0,1-1-1 0 0,2 1 1 0 0,8 50 0 0 0,-1-40-17 0 0,1 0 0 0 0,2-1 0 0 0,1-1 1 0 0,3 1-1 0 0,1-2 0 0 0,3 0 0 0 0,1-2 1 0 0,1 0-1 0 0,47 62 0 0 0,-53-82 15 0 0,1-2 1 0 0,1 0-1 0 0,1 0 0 0 0,0-2 1 0 0,0 0-1 0 0,2-1 0 0 0,0-1 0 0 0,1-1 1 0 0,0-1-1 0 0,0-1 0 0 0,1 0 0 0 0,1-2 1 0 0,-1-1-1 0 0,1 0 0 0 0,0-2 0 0 0,1-1 1 0 0,0 0-1 0 0,-1-2 0 0 0,1-1 0 0 0,0-1 1 0 0,0-1-1 0 0,0-1 0 0 0,-1 0 1 0 0,1-2-1 0 0,-1-1 0 0 0,0-1 0 0 0,28-12 1 0 0,-7 2 45 0 0,-2-3 1 0 0,0-2 0 0 0,-2-1 0 0 0,0-2 0 0 0,-2-2 0 0 0,0-2 0 0 0,-2-1-1 0 0,-1-1 1 0 0,-2-3 0 0 0,-1 0 0 0 0,-1-2 0 0 0,43-65 0 0 0,-60 76 120 0 0,0-1 0 0 0,-2-1 0 0 0,-1 0 0 0 0,-1-1 0 0 0,-1 0 0 0 0,-2 0 0 0 0,0-1 0 0 0,-2 0 0 0 0,-1 0-1 0 0,-1-1 1 0 0,-2 1 0 0 0,-1-1 0 0 0,-3-32 0 0 0,-2 24-110 0 0,-1 1 0 0 0,-2 0-1 0 0,-2 1 1 0 0,-1 0-1 0 0,-1 0 1 0 0,-2 1 0 0 0,-2 1-1 0 0,0 1 1 0 0,-39-55-1 0 0,29 51-55 0 0,-2 0 0 0 0,-46-44-1 0 0,57 64-56 0 0,-1 1 1 0 0,0 0-1 0 0,-1 2 0 0 0,-1 0 0 0 0,0 1 0 0 0,-32-14 1 0 0,45 23-343 0 0,-1 0 1 0 0,0 1-1 0 0,0 0 0 0 0,0 0 1 0 0,0 1-1 0 0,0 0 1 0 0,0 0-1 0 0,-1 1 1 0 0,1 0-1 0 0,0 1 1 0 0,0 0-1 0 0,0 0 1 0 0,-13 4-1 0 0,14-3-1126 0 0,-1 1-1 0 0,0 0 1 0 0,1 1-1 0 0,0 0 1 0 0,0 0-1 0 0,0 0 1 0 0,0 1-1 0 0,-8 8 0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3:32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31 1600 0 0,'-20'15'2544'0'0,"3"-5"-827"0"0,-2 0-377 0 0,2-3-264 0 0,5-2-260 0 0,0-2-180 0 0,-1-1 136 0 0,-11-2-596 0 0,10-3-124 0 0,3-1-108 0 0,0 1-72 0 0,1-4-168 0 0,0-1 84 0 0,2-1-140 0 0,-1-4-248 0 0,2-4-2288 0 0,1-2-905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3:33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1 804 0 0,'0'0'1016'0'0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3:38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70 383 1836 0 0,'-14'8'4763'0'0,"-28"25"4504"0"0,36-27-7687 0 0,-1 1 1032 0 0,7-7-2584 0 0,0 0-1 0 0,0 1 0 0 0,0-1 0 0 0,1 0 1 0 0,-1 1-1 0 0,0-1 0 0 0,0 0 0 0 0,0 0 0 0 0,1 0 1 0 0,-1 1-1 0 0,0-1 0 0 0,0 0 0 0 0,1 0 1 0 0,-1 0-1 0 0,0 1 0 0 0,0-1 0 0 0,1 0 1 0 0,-1 0-1 0 0,0 0 0 0 0,1 0 0 0 0,-1 0 0 0 0,0 0 1 0 0,1 0-1 0 0,-1 1 0 0 0,0-1 0 0 0,1 0 1 0 0,-1 0-1 0 0,0 0 0 0 0,1 0 0 0 0,-1-1 0 0 0,0 1 1 0 0,0 0-1 0 0,1 0 0 0 0,-1 0 0 0 0,1 0 1 0 0,5-1 92 0 0,0 0 0 0 0,0 0 0 0 0,1-1 0 0 0,-1 1 1 0 0,0-2-1 0 0,0 1 0 0 0,-1-1 0 0 0,1 1 0 0 0,8-7 1 0 0,2 0 64 0 0,183-93 346 0 0,115-56 172 0 0,-209 110-2226 0 0,114-34 1 0 0,-162 67-2022 0 0,-19 13-4347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3:39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307 439 788 0 0,'-40'28'3341'0'0,"-29"17"3045"0"0,-105 92-1 0 0,151-107-4212 0 0,23-30-2149 0 0,0 0-1 0 0,0 0 1 0 0,0 0-1 0 0,0 1 1 0 0,0-1-1 0 0,0 0 0 0 0,0 0 1 0 0,0 0-1 0 0,0 1 1 0 0,0-1-1 0 0,1 0 1 0 0,-1 0-1 0 0,0 0 1 0 0,0 1-1 0 0,0-1 1 0 0,0 0-1 0 0,0 0 1 0 0,0 0-1 0 0,1 0 1 0 0,-1 1-1 0 0,0-1 1 0 0,0 0-1 0 0,0 0 1 0 0,0 0-1 0 0,1 0 1 0 0,-1 0-1 0 0,0 0 1 0 0,0 0-1 0 0,0 0 1 0 0,1 1-1 0 0,-1-1 1 0 0,0 0-1 0 0,0 0 1 0 0,0 0-1 0 0,1 0 1 0 0,-1 0-1 0 0,0 0 1 0 0,0 0-1 0 0,0 0 1 0 0,1 0-1 0 0,-1 0 1 0 0,0 0-1 0 0,0 0 1 0 0,0-1-1 0 0,1 1 1 0 0,-1 0-1 0 0,0 0 0 0 0,0 0 1 0 0,0 0-1 0 0,1 0 1 0 0,12-2 277 0 0,15-9-64 0 0,-1-1-1 0 0,0-1 1 0 0,42-28 0 0 0,-27 15-114 0 0,56-32 0 0 0,312-182-810 0 0,-131 88-4310 0 0,-156 87-421 0 0,-2 2-2841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36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28 360 0 0,'24'-28'9064'0'0,"-23"31"-9020"0"0,0 0 1 0 0,-1 1-1 0 0,1-1 1 0 0,-1 0 0 0 0,0 0-1 0 0,0 0 1 0 0,0 1 0 0 0,0-1-1 0 0,-1 0 1 0 0,0 5 0 0 0,-12 37 165 0 0,6-21-95 0 0,-18 56 144 0 0,-42 97 0 0 0,-50 73-157 0 0,44-110-74 0 0,-120 172 0 0 0,190-308-281 0 0,-12 16-511 0 0,4-10-3813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37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 92 0 0,'0'-1'299'0'0,"31"-83"5024"0"0,-27 75-4820 0 0,1-1 1 0 0,0 0 0 0 0,0 1 0 0 0,1 0 0 0 0,0 0 0 0 0,9-8 0 0 0,-14 16-455 0 0,0 0 0 0 0,0 0 0 0 0,1 0-1 0 0,-1 0 1 0 0,0 0 0 0 0,0 0 0 0 0,1 0 0 0 0,-1 1 0 0 0,1-1 0 0 0,-1 1 0 0 0,1-1 0 0 0,-1 1 0 0 0,1-1 0 0 0,-1 1-1 0 0,1 0 1 0 0,-1 0 0 0 0,1 0 0 0 0,-1 0 0 0 0,1 0 0 0 0,0 0 0 0 0,-1 0 0 0 0,1 0 0 0 0,-1 1 0 0 0,1-1-1 0 0,-1 1 1 0 0,1-1 0 0 0,-1 1 0 0 0,0-1 0 0 0,1 1 0 0 0,-1 0 0 0 0,2 1 0 0 0,2 1 76 0 0,1 1-1 0 0,-2 0 1 0 0,1 1 0 0 0,0-1 0 0 0,-1 1-1 0 0,6 7 1 0 0,4 9 150 0 0,-1 1 0 0 0,-1 0-1 0 0,-1 0 1 0 0,0 2 0 0 0,-2-1 0 0 0,-1 1 0 0 0,6 29-1 0 0,0 14 186 0 0,7 95-1 0 0,-9 77 34 0 0,3 35-69 0 0,-15-270-423 0 0,0-1 0 0 0,1 1 0 0 0,-1-1 0 0 0,1 1 0 0 0,0-1 1 0 0,0 0-1 0 0,0 1 0 0 0,1-1 0 0 0,-1 0 0 0 0,1 0 0 0 0,-1 0 0 0 0,1 0 0 0 0,0 0 0 0 0,0 0 1 0 0,1 0-1 0 0,-1-1 0 0 0,1 1 0 0 0,-1-1 0 0 0,1 0 0 0 0,0 1 0 0 0,3 1 0 0 0,-4-3-111 0 0,0-1-1 0 0,1 1 1 0 0,-1-1-1 0 0,0 0 1 0 0,1 0-1 0 0,-1 1 1 0 0,0-1-1 0 0,1-1 0 0 0,-1 1 1 0 0,0 0-1 0 0,1-1 1 0 0,-1 1-1 0 0,0-1 1 0 0,0 1-1 0 0,1-1 1 0 0,3-2-1 0 0,1 0-649 0 0,-1-1-1 0 0,0 1 1 0 0,11-9 0 0 0,9-15-4030 0 0,-16 13 1167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37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200 168 1036 0 0,'-188'8'12765'0'0,"178"-8"-12264"0"0,8-2-198 0 0,14-7-110 0 0,24-8-150 0 0,194-65-1819 0 0,-83 30-4746 0 0,-107 38 2383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37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68 189 2068 0 0,'-4'0'2144'0'0,"-41"-5"6149"0"0,43 5-7490 0 0,1 0-732 0 0,1 0 0 0 0,-1 0 0 0 0,1 0 0 0 0,0 1 0 0 0,-1-1 0 0 0,1 0 0 0 0,-1 0 0 0 0,1 0 0 0 0,-1 0 0 0 0,1 0 0 0 0,-1-1 0 0 0,1 1 0 0 0,0 0 0 0 0,-1 0 0 0 0,1 0 0 0 0,-1 0 0 0 0,1 0 0 0 0,-1 0 0 0 0,1-1 0 0 0,0 1 0 0 0,-1 0 0 0 0,1 0 0 0 0,-1-1 0 0 0,1 1-25 0 0,0 0 1 0 0,-1 0 0 0 0,1 0-1 0 0,0 0 1 0 0,0 0-1 0 0,-1 0 1 0 0,1 0-1 0 0,0 0 1 0 0,0 0-1 0 0,0 0 1 0 0,-1 0-1 0 0,1-1 1 0 0,0 1-1 0 0,0 0 1 0 0,-1 0-1 0 0,1 0 1 0 0,0 0 0 0 0,0 0-1 0 0,0 0 1 0 0,0-1-1 0 0,-1 1 1 0 0,1 0-1 0 0,0 0 1 0 0,0 0-1 0 0,0-1 1 0 0,0 1-1 0 0,0 0 1 0 0,0 0-1 0 0,-1 0 1 0 0,1-1-1 0 0,0 1 1 0 0,0 0 0 0 0,0 0-1 0 0,0 0 1 0 0,0-1-1 0 0,0 1 1 0 0,0 0-1 0 0,0 0 1 0 0,0-1-1 0 0,0 1 1 0 0,0 0-1 0 0,0 0 1 0 0,0 0-1 0 0,0-1 1 0 0,0 1 0 0 0,0 0-1 0 0,1-1 1 0 0,192-71 693 0 0,-76 31-3745 0 0,-3-7-5017 0 0,-88 36 3467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37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64 1484 0 0,'-10'-46'12542'0'0,"5"28"-8904"0"0,-10 412-3444 0 0,7-285-3911 0 0,5-55-2236 0 0,2-27 169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38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58 880 0 0,'-74'3'11025'0'0,"71"-3"-10392"0"0,-23 2 1245 0 0,23-2-1549 0 0,46-7-131 0 0,65-13-116 0 0,22-3-1914 0 0,-45 10-5548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38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48 1204 0 0,'-37'22'3211'0'0,"-69"48"4366"0"0,105-70-7529 0 0,0 1 1 0 0,1-1-1 0 0,-1 1 1 0 0,0-1 0 0 0,1 1-1 0 0,-1-1 1 0 0,0 1-1 0 0,1-1 1 0 0,-1 1-1 0 0,1 0 1 0 0,-1-1 0 0 0,1 1-1 0 0,-1 0 1 0 0,1-1-1 0 0,0 1 1 0 0,-1 0 0 0 0,1-1-1 0 0,0 1 1 0 0,-1 1-1 0 0,2-2-20 0 0,-1 1-1 0 0,0-1 0 0 0,1 0 1 0 0,-1 1-1 0 0,0-1 0 0 0,1 0 0 0 0,-1 1 1 0 0,0-1-1 0 0,1 0 0 0 0,-1 0 1 0 0,0 1-1 0 0,1-1 0 0 0,-1 0 1 0 0,1 0-1 0 0,-1 0 0 0 0,1 0 1 0 0,-1 0-1 0 0,0 0 0 0 0,1 0 1 0 0,-1 1-1 0 0,1-1 0 0 0,-1 0 1 0 0,1-1-1 0 0,0 1 0 0 0,38-3 487 0 0,-35 2-531 0 0,310-57-1146 0 0,-2-15-5462 0 0,-224 52 2674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1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49 1476 0 0,'-14'6'3960'0'0,"-30"14"4178"0"0,42-19-8019 0 0,-5 3 1267 0 0,21-3-182 0 0,196-28-519 0 0,173-18-551 0 0,-360 43-1059 0 0,44-4 2591 0 0,-44 5-5173 0 0,2 1-4788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1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95 640 0 0,'0'-13'7138'0'0,"-1"10"-6379"0"0,1 0 0 0 0,0-1 0 0 0,1 1 0 0 0,-1-1-1 0 0,0 1 1 0 0,1 0 0 0 0,2-6 0 0 0,-2 7-696 0 0,0 0 1 0 0,0 0-1 0 0,1 0 0 0 0,-1 1 1 0 0,1-1-1 0 0,0 0 0 0 0,-1 1 1 0 0,1-1-1 0 0,0 1 1 0 0,0 0-1 0 0,0-1 0 0 0,0 1 1 0 0,4-1-1 0 0,5-3-49 0 0,0 0-1 0 0,0 1 1 0 0,1 1 0 0 0,-1 0-1 0 0,1 1 1 0 0,0 0 0 0 0,0 0-1 0 0,0 1 1 0 0,0 1 0 0 0,0 0-1 0 0,0 1 1 0 0,0 0-1 0 0,0 1 1 0 0,0 0 0 0 0,0 1-1 0 0,-1 0 1 0 0,1 1 0 0 0,18 9-1 0 0,-27-11-4 0 0,0 0 0 0 0,0 0 0 0 0,0 0 0 0 0,0 1 0 0 0,0-1 0 0 0,0 1 0 0 0,-1 0-1 0 0,1-1 1 0 0,-1 1 0 0 0,0 1 0 0 0,0-1 0 0 0,0 0 0 0 0,0 0 0 0 0,0 1 0 0 0,-1-1-1 0 0,2 5 1 0 0,-2-3 8 0 0,0 1 0 0 0,0-1 0 0 0,-1 1-1 0 0,0-1 1 0 0,0 1 0 0 0,0 0 0 0 0,0-1 0 0 0,-1 1-1 0 0,-2 9 1 0 0,-3 2 29 0 0,0-1-1 0 0,0 0 0 0 0,-2 0 0 0 0,0 0 1 0 0,-19 26-1 0 0,-5 3 21 0 0,-2-2 0 0 0,-44 42-1 0 0,30-30-119 0 0,48-55 66 0 0,0 0 0 0 0,0 0 0 0 0,-1 0 0 0 0,1 1 0 0 0,0-1 1 0 0,0 0-1 0 0,0 0 0 0 0,0 0 0 0 0,-1 1 0 0 0,1-1 0 0 0,0 0 0 0 0,0 1 0 0 0,0-1 1 0 0,0 0-1 0 0,0 0 0 0 0,0 1 0 0 0,0-1 0 0 0,-1 0 0 0 0,1 1 0 0 0,0-1 0 0 0,0 0 1 0 0,0 0-1 0 0,0 1 0 0 0,0-1 0 0 0,1 0 0 0 0,-1 1 0 0 0,0-1 0 0 0,0 0 1 0 0,0 0-1 0 0,0 1 0 0 0,0-1 0 0 0,0 0 0 0 0,0 0 0 0 0,0 1 0 0 0,1-1 0 0 0,-1 1 1 0 0,12 3 188 0 0,8-3-114 0 0,28-6-17 0 0,57-11 0 0 0,-38 4-725 0 0,85-15-2375 0 0,-51 6-2730 0 0,-58 10 1003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2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88 135 1204 0 0,'-16'-10'3445'0'0,"0"0"0"0"0,1-1 1 0 0,-22-21-1 0 0,37 31-3401 0 0,-1 1 1 0 0,1-1-1 0 0,0 0 1 0 0,-1 1-1 0 0,1-1 1 0 0,0 0-1 0 0,0 0 1 0 0,-1 0 0 0 0,1 1-1 0 0,0-1 1 0 0,0 0-1 0 0,0 0 1 0 0,0 0-1 0 0,0 0 1 0 0,0 1-1 0 0,0-1 1 0 0,0 0-1 0 0,0 0 1 0 0,1 0 0 0 0,-1 1-1 0 0,0-1 1 0 0,1 0-1 0 0,-1 0 1 0 0,0 1-1 0 0,1-1 1 0 0,-1 0-1 0 0,1 0 1 0 0,0 0-1 0 0,16-17 335 0 0,-8 14-339 0 0,0-1 0 0 0,1 1 0 0 0,-1 0 0 0 0,1 1 0 0 0,-1 0 1 0 0,1 1-1 0 0,0 0 0 0 0,0 0 0 0 0,0 1 0 0 0,20 0 0 0 0,-21 2-32 0 0,-1-1-1 0 0,1 1 0 0 0,0 1 1 0 0,-1-1-1 0 0,1 1 0 0 0,-1 1 1 0 0,1 0-1 0 0,-1 0 0 0 0,0 0 1 0 0,0 1-1 0 0,0 1 0 0 0,12 8 1 0 0,-18-11-1 0 0,0-1 1 0 0,0 1 0 0 0,0 0 0 0 0,0 0 0 0 0,0 0 0 0 0,-1 0 0 0 0,1 0 0 0 0,-1 0 0 0 0,1 0 0 0 0,-1 0 0 0 0,0 0 0 0 0,0 1-1 0 0,0-1 1 0 0,0 1 0 0 0,-1-1 0 0 0,1 1 0 0 0,0-1 0 0 0,-1 1 0 0 0,0-1 0 0 0,0 1 0 0 0,1-1 0 0 0,-1 1 0 0 0,-1-1 0 0 0,1 1-1 0 0,0-1 1 0 0,-2 4 0 0 0,-1 3 23 0 0,0 0 1 0 0,-1 0-1 0 0,-1-1 0 0 0,1 1 0 0 0,-10 12 0 0 0,-7 12-97 0 0,20-32 27 0 0,15 15-17 0 0,-7-12 48 0 0,0 0 1 0 0,1-1-1 0 0,-1 0 0 0 0,1-1 0 0 0,13 4 1 0 0,9 2-8 0 0,-12-1 25 0 0,61 25 165 0 0,-70-28-152 0 0,-1 0 0 0 0,0 1 0 0 0,0 0-1 0 0,-1 1 1 0 0,0 0 0 0 0,13 12 0 0 0,-18-16-3 0 0,-1 0 0 0 0,0-1 0 0 0,0 1 0 0 0,0 0 0 0 0,0 0 0 0 0,-1 0-1 0 0,1 0 1 0 0,0 0 0 0 0,-1 0 0 0 0,1 0 0 0 0,-1 0 0 0 0,0 0 0 0 0,0 0 0 0 0,1 0 0 0 0,-1 0 0 0 0,-1 0 0 0 0,1 0 0 0 0,0 0 0 0 0,0 0 0 0 0,-1 0-1 0 0,1 0 1 0 0,-1 0 0 0 0,0 0 0 0 0,0 0 0 0 0,1 0 0 0 0,-1 0 0 0 0,-1-1 0 0 0,1 1 0 0 0,0 0 0 0 0,0-1 0 0 0,0 1 0 0 0,-2 1 0 0 0,-2 3 41 0 0,-1 0 0 0 0,1-1 1 0 0,-1 0-1 0 0,0 0 0 0 0,0 0 0 0 0,0-1 1 0 0,-11 6-1 0 0,0-3-22 0 0,1 0-1 0 0,-2-1 0 0 0,1-1 1 0 0,-1 0-1 0 0,0-2 1 0 0,0 0-1 0 0,0-1 1 0 0,0-1-1 0 0,-25-1 0 0 0,26-1-709 0 0,1-1-1 0 0,0 0 0 0 0,-20-6 0 0 0,36 8 481 0 0,-1-1-1 0 0,0 1 0 0 0,0 0 1 0 0,0 0-1 0 0,1-1 0 0 0,-1 1 0 0 0,0 0 1 0 0,0-1-1 0 0,1 1 0 0 0,-1-1 1 0 0,0 1-1 0 0,1-1 0 0 0,-1 1 1 0 0,1-1-1 0 0,-1 1 0 0 0,0-1 1 0 0,1 0-1 0 0,-1 1 0 0 0,1-1 1 0 0,0 0-1 0 0,-1 0 0 0 0,1 1 1 0 0,0-1-1 0 0,-1 0 0 0 0,1 0 1 0 0,0 1-1 0 0,0-1 0 0 0,0 0 1 0 0,-1 0-1 0 0,1 0 0 0 0,0 0 1 0 0,0 1-1 0 0,0-1 0 0 0,0 0 1 0 0,1 0-1 0 0,-1 0 0 0 0,0 1 1 0 0,0-1-1 0 0,0 0 0 0 0,1 0 1 0 0,-1 0-1 0 0,0 1 0 0 0,1-1 1 0 0,-1 0-1 0 0,1 0 0 0 0,-1 1 1 0 0,1-2-1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2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70 1140 0 0,'-22'-12'4856'0'0,"21"11"-4732"0"0,0 1 1 0 0,1-1-1 0 0,-1 0 0 0 0,1 0 1 0 0,-1 1-1 0 0,0-1 0 0 0,1 0 1 0 0,0 0-1 0 0,-1 0 0 0 0,1 1 1 0 0,-1-1-1 0 0,1 0 0 0 0,0 0 1 0 0,0 0-1 0 0,0 0 0 0 0,-1 0 1 0 0,1 0-1 0 0,0 0 0 0 0,0 0 0 0 0,0-1 1 0 0,1 1-68 0 0,-1-1 0 0 0,1 1 0 0 0,-1 0 0 0 0,1 0 0 0 0,0 0 0 0 0,-1 0 0 0 0,1 0 0 0 0,0 0 1 0 0,0 0-1 0 0,0 0 0 0 0,-1 0 0 0 0,1 0 0 0 0,0 1 0 0 0,0-1 0 0 0,0 0 0 0 0,0 1 0 0 0,1-1 0 0 0,-1 0 0 0 0,0 1 0 0 0,2-1 1 0 0,25-8 409 0 0,-25 9-413 0 0,15-4 15 0 0,1 1 1 0 0,-1 1-1 0 0,1 1 1 0 0,0 1-1 0 0,0 0 1 0 0,-1 1-1 0 0,1 1 1 0 0,-1 1-1 0 0,1 1 1 0 0,-1 0-1 0 0,0 1 1 0 0,0 1-1 0 0,-1 1 1 0 0,28 15-1 0 0,-41-20-40 0 0,0 0 0 0 0,-1 1 0 0 0,1-1 0 0 0,-1 1 0 0 0,0-1 0 0 0,0 1-1 0 0,0 0 1 0 0,0 1 0 0 0,-1-1 0 0 0,1 0 0 0 0,-1 1 0 0 0,0-1 0 0 0,1 1 0 0 0,-2 0 0 0 0,1 0 0 0 0,0 0 0 0 0,-1 0 0 0 0,0 0-1 0 0,1 5 1 0 0,-1-4 15 0 0,-1 0 1 0 0,-1 0-1 0 0,1 1 0 0 0,-1-1 0 0 0,1 0 0 0 0,-2 0 0 0 0,1 0 0 0 0,0-1 0 0 0,-1 1 0 0 0,0 0 0 0 0,0 0 0 0 0,0-1 0 0 0,-1 1 0 0 0,0-1 0 0 0,-5 8 0 0 0,-17 16 242 0 0,-1 0-1 0 0,-2-2 0 0 0,0-1 0 0 0,-33 22 1 0 0,4-1 77 0 0,47-38-326 0 0,6-6-23 0 0,0 1 0 0 0,1 0 1 0 0,-1 1-1 0 0,1-1 1 0 0,-6 7-1 0 0,9-9-4 0 0,0-1 0 0 0,0 0-1 0 0,0 0 1 0 0,0 1-1 0 0,0-1 1 0 0,-1 0-1 0 0,1 0 1 0 0,0 1 0 0 0,0-1-1 0 0,0 0 1 0 0,0 1-1 0 0,0-1 1 0 0,0 0 0 0 0,0 0-1 0 0,0 1 1 0 0,0-1-1 0 0,0 0 1 0 0,0 1 0 0 0,0-1-1 0 0,0 0 1 0 0,0 1-1 0 0,0-1 1 0 0,1 0 0 0 0,-1 0-1 0 0,0 1 1 0 0,0-1-1 0 0,0 0 1 0 0,0 0 0 0 0,0 1-1 0 0,1-1 1 0 0,-1 0-1 0 0,0 0 1 0 0,0 1-1 0 0,1-1 1 0 0,-1 0 0 0 0,0 0-1 0 0,0 0 1 0 0,1 0-1 0 0,-1 1 1 0 0,0-1 0 0 0,0 0-1 0 0,1 0 1 0 0,-1 0-1 0 0,13 4 136 0 0,-12-4-144 0 0,21 3 76 0 0,-1-2 0 0 0,1 0 0 0 0,0-1 0 0 0,24-4 0 0 0,-10 2-40 0 0,479-27 1440 0 0,-512 29-1473 0 0,-1 0 0 0 0,0-1 0 0 0,0 1 0 0 0,1 0 0 0 0,-1 1 0 0 0,0-1 0 0 0,1 0 0 0 0,-1 0 0 0 0,0 1 0 0 0,0 0 0 0 0,1-1 1 0 0,-1 1-1 0 0,0 0 0 0 0,0 0 0 0 0,3 2 0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3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538 142 1712 0 0,'2'-3'556'0'0,"1"0"0"0"0,-1-1-1 0 0,-1 1 1 0 0,1 0 0 0 0,0-1-1 0 0,-1 1 1 0 0,1-1 0 0 0,-1 1-1 0 0,0-1 1 0 0,0 0 0 0 0,-1 1 0 0 0,1-1-1 0 0,-1 0 1 0 0,0 0 0 0 0,0-7-1 0 0,-1 8-405 0 0,0 0 1 0 0,0 0-1 0 0,0 0 0 0 0,0 0 0 0 0,-1 0 0 0 0,1 0 0 0 0,-1 0 0 0 0,0 0 0 0 0,0 1 1 0 0,0-1-1 0 0,0 1 0 0 0,0-1 0 0 0,0 1 0 0 0,-1 0 0 0 0,1 0 0 0 0,-1 0 1 0 0,0 0-1 0 0,1 0 0 0 0,-5-1 0 0 0,-3-2-68 0 0,0 1-1 0 0,-1 0 1 0 0,0 1 0 0 0,0 0-1 0 0,0 1 1 0 0,0 0 0 0 0,0 1-1 0 0,0 0 1 0 0,-1 0 0 0 0,1 1-1 0 0,0 1 1 0 0,-1 0 0 0 0,1 0-1 0 0,-22 7 1 0 0,6 0-53 0 0,0 1 0 0 0,0 1 1 0 0,1 1-1 0 0,-44 25 0 0 0,51-24-26 0 0,0 1-1 0 0,-31 26 0 0 0,44-33 6 0 0,0 0-1 0 0,0 0 1 0 0,0 0-1 0 0,1 1 1 0 0,0 0-1 0 0,0 0 1 0 0,1 1 0 0 0,0-1-1 0 0,0 1 1 0 0,-3 11-1 0 0,6-16 2 0 0,0 0-1 0 0,0 0 0 0 0,1 1 0 0 0,-1-1 1 0 0,1 0-1 0 0,0 1 0 0 0,0-1 1 0 0,0 0-1 0 0,0 0 0 0 0,1 1 0 0 0,-1-1 1 0 0,1 0-1 0 0,0 0 0 0 0,0 0 1 0 0,0 1-1 0 0,0-1 0 0 0,0 0 0 0 0,4 4 1 0 0,-2-3-1 0 0,0 0 0 0 0,0-1 1 0 0,0 0-1 0 0,1 0 0 0 0,-1 0 0 0 0,1 0 1 0 0,0 0-1 0 0,0-1 0 0 0,0 0 1 0 0,0 1-1 0 0,9 2 0 0 0,-1-2 10 0 0,0 1 0 0 0,0-1 0 0 0,1-1 0 0 0,-1 0 0 0 0,1-1 1 0 0,0-1-1 0 0,-1 0 0 0 0,23-2 0 0 0,-22-1 164 0 0,0 0 1 0 0,0 0-1 0 0,-1-1 0 0 0,1-1 1 0 0,-1 0-1 0 0,0-1 1 0 0,-1 0-1 0 0,1-1 1 0 0,-1 0-1 0 0,-1-1 1 0 0,1 0-1 0 0,-1-1 0 0 0,0 0 1 0 0,-1-1-1 0 0,12-16 1 0 0,42-51 2136 0 0,-61 76-2337 0 0,-2 1-4 0 0,1 1 20 0 0,-1-1 0 0 0,1 1 1 0 0,-1-1-1 0 0,1 1 0 0 0,-1-1 0 0 0,1 1 1 0 0,-1-1-1 0 0,1 1 0 0 0,-1-1 1 0 0,0 1-1 0 0,1-1 0 0 0,-1 1 0 0 0,0 0 1 0 0,0-1-1 0 0,1 1 0 0 0,-1-1 1 0 0,0 1-1 0 0,0 0 0 0 0,0-1 0 0 0,0 1 1 0 0,0 0-1 0 0,0-1 0 0 0,0 1 0 0 0,0 0 1 0 0,0 1-1 0 0,1 20 3 0 0,-12 201 478 0 0,2-89-1816 0 0,7-45-3107 0 0,7-57-4070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4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10 816 0 0,'-3'-1'2086'0'0,"-40"-5"5852"0"0,40 6-7159 0 0,-18-2 1417 0 0,13 3-1561 0 0,19 2-332 0 0,60 3-56 0 0,126-7 0 0 0,-81-1-525 0 0,-111-1-1088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4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75 1516 0 0,'4'-5'1246'0'0,"-1"-1"-1"0"0,0 0 1 0 0,0 0 0 0 0,-1 0-1 0 0,0 0 1 0 0,0-1 0 0 0,0 1-1 0 0,1-14 1 0 0,-3 19-815 0 0,0 0-402 0 0,0 1 0 0 0,-1 0 0 0 0,1-1 1 0 0,0 1-1 0 0,0 0 0 0 0,0-1 0 0 0,-1 1 0 0 0,1 0 0 0 0,0 0 1 0 0,-1-1-1 0 0,1 1 0 0 0,0 0 0 0 0,-1 0 0 0 0,1-1 0 0 0,0 1 1 0 0,-1 0-1 0 0,1 0 0 0 0,0 0 0 0 0,-1 0 0 0 0,1-1 1 0 0,0 1-1 0 0,-1 0 0 0 0,1 0 0 0 0,-1 0 0 0 0,1 0 0 0 0,0 0 1 0 0,-1 0-1 0 0,0 0 0 0 0,-10 6 65 0 0,0-1-1 0 0,0 2 1 0 0,1 0-1 0 0,-1 0 1 0 0,2 1 0 0 0,-14 12-1 0 0,-52 61 106 0 0,58-62-136 0 0,-76 97 113 0 0,81-98-156 0 0,0 0 0 0 0,1 1-1 0 0,1 0 1 0 0,-13 37-1 0 0,21-49 0 0 0,0 0 0 0 0,0 0 1 0 0,0 1-1 0 0,1-1 0 0 0,1 1 0 0 0,-1-1 0 0 0,1 1 0 0 0,0 0 0 0 0,1-1 0 0 0,0 1 0 0 0,0-1 0 0 0,0 1 0 0 0,4 8 0 0 0,-3-10-8 0 0,1 0-1 0 0,0 0 0 0 0,0-1 1 0 0,1 1-1 0 0,0-1 1 0 0,-1 0-1 0 0,2 0 1 0 0,-1 0-1 0 0,1 0 1 0 0,-1-1-1 0 0,1 0 1 0 0,1 0-1 0 0,-1 0 1 0 0,0 0-1 0 0,11 4 0 0 0,-4-2 43 0 0,0 0 0 0 0,1-1-1 0 0,0-1 1 0 0,0 0 0 0 0,0 0-1 0 0,0-2 1 0 0,0 1-1 0 0,1-2 1 0 0,-1 0 0 0 0,1 0-1 0 0,15-2 1 0 0,-27 1-28 0 0,-1 0-1 0 0,1 0 1 0 0,-1-1 0 0 0,1 1-1 0 0,-1 0 1 0 0,1-1 0 0 0,-1 1 0 0 0,1 0-1 0 0,-1-1 1 0 0,1 0 0 0 0,-1 1-1 0 0,0-1 1 0 0,1 0 0 0 0,-1 0 0 0 0,0 0-1 0 0,0 0 1 0 0,0 0 0 0 0,1 0-1 0 0,-1 0 1 0 0,0 0 0 0 0,0 0 0 0 0,-1 0-1 0 0,1-1 1 0 0,0 1 0 0 0,0 0-1 0 0,0-1 1 0 0,-1 1 0 0 0,1 0 0 0 0,-1-1-1 0 0,1 1 1 0 0,-1-1 0 0 0,0 1 0 0 0,0-1-1 0 0,1 1 1 0 0,-1-1 0 0 0,0-2-1 0 0,-1 2-17 0 0,1-1 0 0 0,-1 1 0 0 0,1 0 0 0 0,-1 0 0 0 0,0-1 0 0 0,0 1 0 0 0,0 0 0 0 0,0 0 0 0 0,0 0-1 0 0,-1 0 1 0 0,1 0 0 0 0,0 0 0 0 0,-1 1 0 0 0,0-1 0 0 0,1 0 0 0 0,-1 1 0 0 0,0-1 0 0 0,0 1 0 0 0,0-1 0 0 0,0 1-1 0 0,0 0 1 0 0,-4-2 0 0 0,-3 0-90 0 0,0 1-1 0 0,-1 0 0 0 0,0 0 0 0 0,1 1 1 0 0,-1 0-1 0 0,-15 1 0 0 0,-27 5-3142 0 0,42 0 1497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5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85 2268 0 0,'3'-12'3095'0'0,"0"0"1"0"0,2-21-1 0 0,-1 7-695 0 0,-4 25-1943 0 0,-6 23-55 0 0,2-8-329 0 0,1 1 1 0 0,1-1-1 0 0,1 1 0 0 0,0-1 1 0 0,1 1-1 0 0,0 0 1 0 0,1 0-1 0 0,1-1 1 0 0,0 1-1 0 0,1-1 1 0 0,8 23-1 0 0,-10-33-59 0 0,1 0 0 0 0,0 0 1 0 0,0 0-1 0 0,1-1 0 0 0,-1 1 0 0 0,1-1 0 0 0,0 1 0 0 0,0-1 0 0 0,0 0 1 0 0,0 0-1 0 0,0-1 0 0 0,1 1 0 0 0,-1-1 0 0 0,1 1 0 0 0,-1-1 0 0 0,1 0 1 0 0,0 0-1 0 0,0-1 0 0 0,0 1 0 0 0,0-1 0 0 0,0 0 0 0 0,1 0 0 0 0,6 0 1 0 0,-5 0-9 0 0,1-1 0 0 0,0 0 1 0 0,-1-1-1 0 0,1 0 0 0 0,0 0 1 0 0,-1 0-1 0 0,1-1 1 0 0,-1 0-1 0 0,1 0 0 0 0,-1-1 1 0 0,0 0-1 0 0,0 0 1 0 0,0 0-1 0 0,6-5 0 0 0,5-6 202 0 0,-1-1 0 0 0,-1-1 0 0 0,0 0-1 0 0,-1-1 1 0 0,-1-1 0 0 0,14-24 0 0 0,13-15 1717 0 0,-39 55-1886 0 0,0 3-30 0 0,-1 0 0 0 0,1-1 1 0 0,0 1-1 0 0,-1-1 0 0 0,1 1 1 0 0,-1 0-1 0 0,1-1 0 0 0,-1 1 1 0 0,1 0-1 0 0,-1 0 0 0 0,1-1 1 0 0,-1 1-1 0 0,0 0 0 0 0,0 0 1 0 0,1 0-1 0 0,-1 0 0 0 0,0-1 1 0 0,0 1-1 0 0,0 2 0 0 0,4 19 99 0 0,-2 44 8 0 0,-7 85-1 0 0,-11-7-4203 0 0,1-69-3616 0 0,8-53 1827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5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29 1848 0 0,'-68'12'3987'0'0,"-126"29"9289"0"0,196-41-13195 0 0,1 1 0 0 0,-1-1 1 0 0,1 0-1 0 0,-1 0 0 0 0,1 0 0 0 0,0 0 0 0 0,-1-1 1 0 0,1 1-1 0 0,3-2 0 0 0,7 0 55 0 0,792-59 1488 0 0,2 48-1211 0 0,-751 11-351 0 0,-31 1-378 0 0,0 0 0 0 0,1 2 0 0 0,29 5 1 0 0,-52-6-305 0 0,-3 1 485 0 0,0-1 1 0 0,0 1-1 0 0,1-1 1 0 0,-1 1 0 0 0,0-1-1 0 0,0 1 1 0 0,0-1 0 0 0,0 1-1 0 0,0 0 1 0 0,0-1-1 0 0,-1 1 1 0 0,1-1 0 0 0,0 1-1 0 0,0-1 1 0 0,0 1-1 0 0,0-1 1 0 0,-1 1 0 0 0,1-1-1 0 0,0 1 1 0 0,-1-1 0 0 0,1 2-1 0 0,-12 6-2123 0 0,0 0 0 0 0,-1-1-1 0 0,-17 8 1 0 0,6-3-3623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5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0 1632 0 0,'-44'24'11367'0'0,"16"-4"-7409"0"0,19-4-3867 0 0,1 1 0 0 0,1 0 1 0 0,0 0-1 0 0,1 1 0 0 0,-5 26 0 0 0,11-41-82 0 0,-1-1-1 0 0,1 1 1 0 0,0 0-1 0 0,0 0 0 0 0,1-1 1 0 0,-1 1-1 0 0,0 0 1 0 0,1 0-1 0 0,0-1 1 0 0,-1 1-1 0 0,1-1 0 0 0,0 1 1 0 0,1-1-1 0 0,-1 1 1 0 0,0-1-1 0 0,1 1 0 0 0,-1-1 1 0 0,1 0-1 0 0,0 0 1 0 0,0 0-1 0 0,-1 0 1 0 0,1 0-1 0 0,1 0 0 0 0,-1-1 1 0 0,0 1-1 0 0,0 0 1 0 0,1-1-1 0 0,-1 0 1 0 0,1 0-1 0 0,4 2 0 0 0,7 2 63 0 0,0 0 0 0 0,0-1 0 0 0,1-1 0 0 0,18 2 0 0 0,-25-3 5 0 0,24 2 198 0 0,1 0-32 0 0,52 14 0 0 0,-77-16-228 0 0,-1 1 0 0 0,1-1 0 0 0,-1 1 0 0 0,1 1 0 0 0,-1 0 0 0 0,0 0 0 0 0,0 0 1 0 0,-1 1-1 0 0,1-1 0 0 0,-1 2 0 0 0,0-1 0 0 0,6 7 0 0 0,-10-9 12 0 0,-1-1-1 0 0,1 1 1 0 0,-1-1-1 0 0,1 1 1 0 0,-1 0-1 0 0,0-1 1 0 0,0 1-1 0 0,0 0 1 0 0,0 0-1 0 0,0 0 1 0 0,-1 0-1 0 0,0 0 1 0 0,1 0-1 0 0,-1 0 1 0 0,0 0-1 0 0,0 0 1 0 0,-1 0-1 0 0,1 0 1 0 0,0-1-1 0 0,-1 1 1 0 0,0 0 0 0 0,0 0-1 0 0,0 0 1 0 0,0 0-1 0 0,0-1 1 0 0,0 1-1 0 0,-1 0 1 0 0,0-1-1 0 0,1 1 1 0 0,-1-1-1 0 0,0 0 1 0 0,-4 5-1 0 0,0-2 16 0 0,0 1-1 0 0,0-1 1 0 0,0 0-1 0 0,-1 0 0 0 0,1-1 1 0 0,-1 0-1 0 0,0 0 1 0 0,0-1-1 0 0,-1 0 1 0 0,1 0-1 0 0,-11 3 1 0 0,6-5-8 0 0,1 1 0 0 0,0-1 1 0 0,-1-1-1 0 0,1 0 1 0 0,-1 0-1 0 0,1-1 0 0 0,-20-5 1 0 0,23 4-318 0 0,0 0 0 0 0,0 0 0 0 0,1-1 0 0 0,-1 0 0 0 0,1-1 0 0 0,-1 0 0 0 0,1 0 0 0 0,0 0 0 0 0,0-1 0 0 0,1 0 0 0 0,-10-9 0 0 0,14 12-252 0 0,0-1 1 0 0,0 0-1 0 0,0 0 1 0 0,0 0-1 0 0,0 0 1 0 0,1 0-1 0 0,-1 0 1 0 0,1 0 0 0 0,0 0-1 0 0,0-1 1 0 0,0 1-1 0 0,1-1 1 0 0,-1 1-1 0 0,1 0 1 0 0,-1-1-1 0 0,1 1 1 0 0,0-1-1 0 0,1-3 1 0 0,0-10-4211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6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17 134 1944 0 0,'-14'-20'9231'0'0,"14"19"-9089"0"0,-1 0 0 0 0,1 1 1 0 0,0-1-1 0 0,0 0 0 0 0,-1 1 0 0 0,1-1 0 0 0,0 0 1 0 0,0 0-1 0 0,0 1 0 0 0,-1-1 0 0 0,1 0 0 0 0,0 0 0 0 0,0 1 1 0 0,0-1-1 0 0,0 0 0 0 0,1 0 0 0 0,-1 1 0 0 0,0-1 1 0 0,0 0-1 0 0,0 0 0 0 0,1 1 0 0 0,-1-1 0 0 0,0 0 0 0 0,1 1 1 0 0,-1-1-1 0 0,0 0 0 0 0,1 1 0 0 0,-1-1 0 0 0,1 0 1 0 0,0 0-1 0 0,2 0 1 0 0,-1-1 0 0 0,1 1 0 0 0,0 0 0 0 0,0 0 0 0 0,0 0 1 0 0,5-2-1 0 0,-1 2-28 0 0,65-15 561 0 0,145-11-1 0 0,-132 19-546 0 0,152-16 426 0 0,-235 24-578 0 0,0 0-137 0 0,0 0 0 0 0,-1 0-1 0 0,1 0 1 0 0,-1 0 0 0 0,1-1 0 0 0,-1 1 0 0 0,1 0 0 0 0,-1-1 0 0 0,1 1 0 0 0,-1-1 0 0 0,3-1 0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1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32 792 0 0,'4'-10'6192'0'0,"-2"4"-4807"0"0,4-9 3923 0 0,-5 16-5193 0 0,0 0 0 0 0,-1-1 0 0 0,1 1 1 0 0,-1 0-1 0 0,1 0 0 0 0,-1 0 0 0 0,1 1 0 0 0,-1-1 1 0 0,0 0-1 0 0,0 0 0 0 0,1 0 0 0 0,-1 0 1 0 0,0 0-1 0 0,0 0 0 0 0,0 0 0 0 0,0 0 1 0 0,-1 2-1 0 0,2 57 382 0 0,-2 0 1 0 0,-3-1-1 0 0,-13 60 0 0 0,16-108-482 0 0,-26 165-1341 0 0,27-174 538 0 0,1 2-335 0 0,-1-4 1045 0 0,0 1 0 0 0,0-1-1 0 0,0 0 1 0 0,0 0 0 0 0,0 1 0 0 0,0-1 0 0 0,0 0 0 0 0,0 0 0 0 0,0 1 0 0 0,0-1 0 0 0,0 0 0 0 0,0 0 0 0 0,0 1-1 0 0,0-1 1 0 0,1 0 0 0 0,-1 0 0 0 0,0 1 0 0 0,0-1 0 0 0,0 0 0 0 0,0 0 0 0 0,0 0 0 0 0,1 1 0 0 0,-1-1-1 0 0,0 0 1 0 0,0 0 0 0 0,0 0 0 0 0,0 0 0 0 0,1 1 0 0 0,-1-1 0 0 0,0 0 0 0 0,0 0 0 0 0,1 0 0 0 0,-1 0 0 0 0,1 0-1 0 0,20-8-4794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1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25 2236 0 0,'13'-19'5346'0'0,"-10"14"-3688"0"0,-10 12 666 0 0,4-2-2158 0 0,-31 39 1094 0 0,-31 52-1 0 0,57-82-1205 0 0,0 0 0 0 0,1 1 0 0 0,0 0-1 0 0,1 0 1 0 0,1 1 0 0 0,1 0 0 0 0,0-1 0 0 0,-3 28-1 0 0,7-40-43 0 0,0 1 0 0 0,0-1-1 0 0,0 0 1 0 0,0 1 0 0 0,0-1-1 0 0,1 0 1 0 0,-1 1-1 0 0,1-1 1 0 0,0 0 0 0 0,0 0-1 0 0,1 0 1 0 0,-1 0 0 0 0,0 0-1 0 0,1 0 1 0 0,0 0 0 0 0,0 0-1 0 0,0 0 1 0 0,4 4-1 0 0,-2-4-2 0 0,0 0-1 0 0,-1-1 0 0 0,1 1 0 0 0,0-1 0 0 0,1 0 1 0 0,-1 0-1 0 0,0 0 0 0 0,1-1 0 0 0,-1 0 0 0 0,1 0 1 0 0,-1 0-1 0 0,6 1 0 0 0,4-1 80 0 0,0-1 0 0 0,-1 0 0 0 0,1-1 0 0 0,0-1 1 0 0,-1 0-1 0 0,1-1 0 0 0,-1 0 0 0 0,17-7 0 0 0,-22 7 55 0 0,0-1 1 0 0,0 1-1 0 0,0-2 0 0 0,-1 1 0 0 0,0-1 0 0 0,0 0 1 0 0,0-1-1 0 0,0 0 0 0 0,-1 0 0 0 0,0 0 0 0 0,0-1 1 0 0,-1 0-1 0 0,0 0 0 0 0,0 0 0 0 0,5-11 0 0 0,-8 12-103 0 0,1 0-1 0 0,-1 0 0 0 0,0 0 0 0 0,-1 0 0 0 0,1-1 0 0 0,-1 1 0 0 0,-1-1 0 0 0,1 1 0 0 0,-1-1 0 0 0,0 1 0 0 0,0-1 0 0 0,-1 1 0 0 0,0 0 0 0 0,0-1 0 0 0,-1 1 0 0 0,0 0 0 0 0,0 0 0 0 0,0-1 0 0 0,-1 2 0 0 0,1-1 0 0 0,-6-7 0 0 0,3 5-29 0 0,0 0 0 0 0,-1 1 0 0 0,0 0 0 0 0,-1 0 0 0 0,0 0 0 0 0,0 1 0 0 0,0 0 0 0 0,-1 0 0 0 0,1 1 1 0 0,-17-9-1 0 0,17 11-386 0 0,1 1 0 0 0,-1-1 1 0 0,0 1-1 0 0,0 0 0 0 0,0 1 1 0 0,-11-2-1 0 0,12 3-647 0 0,0 0-1 0 0,0 0 1 0 0,0 1 0 0 0,1 0 0 0 0,-1 0 0 0 0,0 0-1 0 0,1 0 1 0 0,-11 5 0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2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98 656 0 0,'0'0'1870'0'0,"-16"-4"3079"0"0,-19-9-1045 0 0,33 12-3460 0 0,0 0-256 0 0,0 1-1 0 0,-1-1 1 0 0,1 0-1 0 0,0 0 1 0 0,0 0 0 0 0,0 0-1 0 0,0 0 1 0 0,-2-2-1 0 0,5 1-183 0 0,0 1-1 0 0,0-1 0 0 0,1 1 0 0 0,-1-1 1 0 0,0 1-1 0 0,1 0 0 0 0,0 0 0 0 0,-1 0 1 0 0,1 0-1 0 0,-1 0 0 0 0,1 0 0 0 0,0 0 1 0 0,0 0-1 0 0,0 1 0 0 0,-1-1 1 0 0,1 1-1 0 0,4-1 0 0 0,45-8-1 0 0,-31 6-13 0 0,297-29-176 0 0,-298 31 187 0 0,81-5-284 0 0,-97 6-252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2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70 1444 0 0,'6'-15'5305'0'0,"8"-38"3639"0"0,-14 51-8555 0 0,7 37 102 0 0,-7 22-122 0 0,-3-1 0 0 0,-12 70 0 0 0,13-114-514 0 0,-13 80-432 0 0,12-46-2344 0 0,7-3-4157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3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96 1720 0 0,'11'-42'7560'0'0,"-2"8"-3672"0"0,-9 33-3831 0 0,1-1 0 0 0,0 1 0 0 0,-1 0 1 0 0,1 0-1 0 0,0 0 0 0 0,0 0 0 0 0,0 0 1 0 0,0 0-1 0 0,0 0 0 0 0,0 0 0 0 0,0 0 0 0 0,0 0 1 0 0,0 0-1 0 0,0 1 0 0 0,0-1 0 0 0,0 0 0 0 0,1 1 1 0 0,-1-1-1 0 0,0 1 0 0 0,1-1 0 0 0,-1 1 0 0 0,0 0 1 0 0,1-1-1 0 0,-1 1 0 0 0,0 0 0 0 0,2 0 0 0 0,30 1 178 0 0,-24 1-195 0 0,-1 1-1 0 0,0-1 1 0 0,1 2-1 0 0,-1-1 0 0 0,0 1 1 0 0,-1 0-1 0 0,1 1 1 0 0,-1 0-1 0 0,0 0 1 0 0,0 0-1 0 0,0 1 0 0 0,-1 0 1 0 0,0 1-1 0 0,0-1 1 0 0,-1 1-1 0 0,1 0 1 0 0,-2 0-1 0 0,1 1 0 0 0,-1 0 1 0 0,0-1-1 0 0,0 2 1 0 0,2 8-1 0 0,-5-9 26 0 0,1 0 0 0 0,-2 0-1 0 0,1-1 1 0 0,-1 1 0 0 0,-1 0 0 0 0,1 0 0 0 0,-1 0-1 0 0,-1-1 1 0 0,1 1 0 0 0,-1 0 0 0 0,-1-1 0 0 0,1 0-1 0 0,-1 1 1 0 0,-1-1 0 0 0,1 0 0 0 0,-1 0-1 0 0,0-1 1 0 0,-9 11 0 0 0,-8 9 393 0 0,-1-2 1 0 0,-50 45-1 0 0,64-62-368 0 0,-75 64 464 0 0,82-71-552 0 0,1 1-1 0 0,0-1 0 0 0,-1 0 0 0 0,1 0 0 0 0,0 0 0 0 0,-1 0 1 0 0,1 1-1 0 0,0-1 0 0 0,-1 0 0 0 0,1 0 0 0 0,0 1 0 0 0,-1-1 1 0 0,1 0-1 0 0,0 1 0 0 0,0-1 0 0 0,-1 0 0 0 0,1 1 0 0 0,0-1 1 0 0,0 0-1 0 0,0 1 0 0 0,-1-1 0 0 0,1 0 0 0 0,0 1 0 0 0,0-1 1 0 0,0 1-1 0 0,0-1 0 0 0,0 0 0 0 0,0 1 0 0 0,0-1 0 0 0,0 1 1 0 0,0-1-1 0 0,0 1 0 0 0,0-1 0 0 0,0 0 0 0 0,0 1 0 0 0,0-1 1 0 0,0 1-1 0 0,0-1 0 0 0,1 0 0 0 0,-1 1 0 0 0,0-1 0 0 0,0 0 1 0 0,0 1-1 0 0,1-1 0 0 0,-1 0 0 0 0,0 1 0 0 0,0-1 0 0 0,1 0 1 0 0,-1 1-1 0 0,0-1 0 0 0,1 0 0 0 0,-1 0 0 0 0,0 0 0 0 0,1 1 1 0 0,-1-1-1 0 0,1 0 0 0 0,-1 0 0 0 0,0 0 0 0 0,1 0 0 0 0,-1 1 1 0 0,0-1-1 0 0,1 0 0 0 0,-1 0 0 0 0,1 0 0 0 0,0 0 0 0 0,25 3 82 0 0,280-25-12 0 0,-208 12-30 0 0,5 2-381 0 0,-100 8-22 0 0,23-3-4352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4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34 1212 0 0,'0'0'6900'0'0,"-1"0"-6569"0"0,0 0-1 0 0,0 0 1 0 0,0 0 0 0 0,0 0-1 0 0,1 0 1 0 0,-1 0-1 0 0,0-1 1 0 0,-3 0 1653 0 0,2 0-1654 0 0,4-1-252 0 0,0 0-1 0 0,0 0 1 0 0,0 0-1 0 0,0 0 1 0 0,0 0-1 0 0,0 1 1 0 0,1 0-1 0 0,-1-1 1 0 0,1 1-1 0 0,-1 0 1 0 0,1 0-1 0 0,0 0 1 0 0,-1 0-1 0 0,1 1 1 0 0,3-1-1 0 0,47-6 124 0 0,-48 7-162 0 0,16-2-14 0 0,-1 2 1 0 0,1 1-1 0 0,34 5 1 0 0,-44-4-16 0 0,-1 0 0 0 0,0 1 0 0 0,0 0 0 0 0,0 0 0 0 0,0 1 0 0 0,0 1 0 0 0,-1-1 0 0 0,0 2 0 0 0,10 6 0 0 0,-17-11 0 0 0,0 1 0 0 0,1 0 0 0 0,-1 0 0 0 0,0 0 1 0 0,0 0-1 0 0,0 1 0 0 0,-1-1 0 0 0,1 0 0 0 0,0 1 1 0 0,-1-1-1 0 0,1 1 0 0 0,-1 0 0 0 0,0-1 0 0 0,0 1 1 0 0,0 0-1 0 0,-1 0 0 0 0,1 0 0 0 0,0 0 0 0 0,-1 3 0 0 0,0-2 18 0 0,-1-1-1 0 0,1 1 1 0 0,-1 0-1 0 0,0 0 1 0 0,0-1-1 0 0,0 1 0 0 0,-1 0 1 0 0,1-1-1 0 0,-1 1 1 0 0,0-1-1 0 0,0 0 0 0 0,-4 6 1 0 0,-6 4 104 0 0,0-1 0 0 0,-1 0 0 0 0,0 0 0 0 0,0-1 0 0 0,-17 9 0 0 0,-77 45 812 0 0,49-32-517 0 0,55-31-423 0 0,-15 9 77 0 0,16-5-18 0 0,13-4 5 0 0,81-7 2 0 0,101-18 1 0 0,-131 14-139 0 0,-12 3-1279 0 0,-13 2-3522 0 0,43-10 1 0 0,-58 7 591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4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72 772 0 0,'0'-13'3411'0'0,"0"7"-1946"0"0,0 0 0 0 0,0-1 0 0 0,0 1 0 0 0,-1-1 1 0 0,0 1-1 0 0,-2-9 0 0 0,2 14-1071 0 0,-10-2 305 0 0,10 3-684 0 0,0-1 1 0 0,1 1-1 0 0,-1 0 0 0 0,0 0 1 0 0,0 0-1 0 0,1 0 1 0 0,-1-1-1 0 0,0 1 1 0 0,0 0-1 0 0,1 0 0 0 0,-1 0 1 0 0,0 0-1 0 0,1 0 1 0 0,-1 1-1 0 0,0-1 1 0 0,0 0-1 0 0,1 0 0 0 0,-2 1 1 0 0,-10 4 139 0 0,1 1 0 0 0,-1 1 0 0 0,1 0 1 0 0,0 1-1 0 0,1 0 0 0 0,-18 17 0 0 0,6-1 8 0 0,-31 41-1 0 0,47-57-141 0 0,0 1 0 0 0,0 0 0 0 0,1 0 0 0 0,0 1 0 0 0,1-1 0 0 0,0 1 0 0 0,1 0 0 0 0,0 0 0 0 0,-2 11 0 0 0,5-17-11 0 0,-1 0-1 0 0,1 1 1 0 0,0-1 0 0 0,0 0-1 0 0,0 0 1 0 0,0 0 0 0 0,1 0-1 0 0,0 0 1 0 0,0 0 0 0 0,0 0-1 0 0,0-1 1 0 0,0 1 0 0 0,1 0-1 0 0,0 0 1 0 0,0-1 0 0 0,0 1-1 0 0,0-1 1 0 0,0 0 0 0 0,1 1-1 0 0,0-1 1 0 0,-1 0 0 0 0,1-1-1 0 0,0 1 1 0 0,0 0 0 0 0,1-1-1 0 0,4 3 1 0 0,0 1 18 0 0,1-1 0 0 0,1-1-1 0 0,-1 0 1 0 0,1 0 0 0 0,-1-1 0 0 0,1 0 0 0 0,0-1 0 0 0,0 0 0 0 0,0 0-1 0 0,1-1 1 0 0,-1 0 0 0 0,0-1 0 0 0,0 0 0 0 0,1-1 0 0 0,-1 0-1 0 0,0-1 1 0 0,0 0 0 0 0,0 0 0 0 0,0-1 0 0 0,11-5 0 0 0,-20 7-11 0 0,1 0 0 0 0,-1 1 1 0 0,0-1-1 0 0,1 0 1 0 0,-1-1-1 0 0,0 1 0 0 0,0 0 1 0 0,0 0-1 0 0,0 0 0 0 0,0-1 1 0 0,0 1-1 0 0,0 0 0 0 0,-1-1 1 0 0,1 1-1 0 0,0-3 1 0 0,0 3-15 0 0,-1 1 1 0 0,0-1 0 0 0,0 0 0 0 0,1 0-1 0 0,-1 0 1 0 0,0 0 0 0 0,0 0 0 0 0,0 0 0 0 0,0 1-1 0 0,0-1 1 0 0,0 0 0 0 0,0 0 0 0 0,0 0 0 0 0,-1 0-1 0 0,1 0 1 0 0,0 0 0 0 0,0 0 0 0 0,-1 1-1 0 0,1-1 1 0 0,-1 0 0 0 0,1 0 0 0 0,-1 0 0 0 0,1 1-1 0 0,-1-1 1 0 0,1 0 0 0 0,-1 1 0 0 0,1-1-1 0 0,-1 0 1 0 0,0 1 0 0 0,0-1 0 0 0,1 1 0 0 0,-3-2-1 0 0,-4-1-114 0 0,-1 0 0 0 0,-1 0 1 0 0,1 0-1 0 0,0 1 0 0 0,-1 0 0 0 0,1 1 0 0 0,-1 0 0 0 0,0 0 0 0 0,1 1 0 0 0,-13 1 0 0 0,-16 2-1601 0 0,-41 10 1 0 0,56-9 857 0 0,-90 21-5508 0 0,73-16 1931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0 572 0 0,'-110'67'9946'0'0,"100"-56"-8172"0"0,10-10-1729 0 0,0-1 1 0 0,-1 0-1 0 0,1 0 0 0 0,0 1 1 0 0,0-1-1 0 0,0 0 1 0 0,0 0-1 0 0,0 1 0 0 0,0-1 1 0 0,0 0-1 0 0,0 0 0 0 0,-1 1 1 0 0,1-1-1 0 0,0 0 0 0 0,0 0 1 0 0,0 1-1 0 0,0-1 0 0 0,0 0 1 0 0,0 1-1 0 0,0-1 1 0 0,1 0-1 0 0,-1 0 0 0 0,0 1 1 0 0,0-1-1 0 0,0 0 0 0 0,0 0 1 0 0,0 1-1 0 0,0-1 0 0 0,0 0 1 0 0,1 0-1 0 0,-1 0 0 0 0,0 1 1 0 0,0-1-1 0 0,0 0 1 0 0,0 0-1 0 0,1 0 0 0 0,-1 1 1 0 0,0-1-1 0 0,0 0 0 0 0,0 0 1 0 0,1 0-1 0 0,-1 0 0 0 0,0 0 1 0 0,0 1-1 0 0,1-1 0 0 0,-1 0 1 0 0,0 0-1 0 0,1 0 1 0 0,-1 0-1 0 0,0 0 0 0 0,0 0 1 0 0,1 0-1 0 0,-1 0 0 0 0,0 0 1 0 0,1 0-1 0 0,51 0 614 0 0,1-2 0 0 0,52-10 0 0 0,-10 2-402 0 0,207-10-926 0 0,343 21 0 0 0,-529 6-3187 0 0,-116-7 3803 0 0,17 3-2172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5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 2412 0 0,'-59'13'7826'0'0,"24"-3"-5366"0"0,31-9-2369 0 0,0 0 0 0 0,0 0 0 0 0,0 1 0 0 0,0 0 1 0 0,1 0-1 0 0,-1 0 0 0 0,1 0 0 0 0,-1 0 0 0 0,1 1 0 0 0,0-1 0 0 0,0 1 1 0 0,0 0-1 0 0,0 0 0 0 0,0 0 0 0 0,1 1 0 0 0,-1-1 0 0 0,1 0 0 0 0,0 1 1 0 0,0 0-1 0 0,0-1 0 0 0,-1 5 0 0 0,3-4-32 0 0,-1-1 0 0 0,0 0 0 0 0,1 0 0 0 0,0 1 0 0 0,0-1-1 0 0,0 0 1 0 0,0 0 0 0 0,1 1 0 0 0,-1-1 0 0 0,1 0 0 0 0,0 0 0 0 0,0 0 0 0 0,0 0 0 0 0,0 0 0 0 0,0 0 0 0 0,1 0 0 0 0,-1 0-1 0 0,1 0 1 0 0,0 0 0 0 0,0-1 0 0 0,0 1 0 0 0,0-1 0 0 0,1 0 0 0 0,-1 1 0 0 0,5 2 0 0 0,13 8 194 0 0,0-1 0 0 0,1-1 0 0 0,0-1 0 0 0,1-1 1 0 0,0 0-1 0 0,27 5 0 0 0,2 3-46 0 0,92 35 601 0 0,-142-51-762 0 0,1-1 0 0 0,-1 1 0 0 0,0-1 0 0 0,1 1 1 0 0,-1 0-1 0 0,0 0 0 0 0,1-1 0 0 0,-1 1 0 0 0,0 0 0 0 0,0 0 1 0 0,0 0-1 0 0,0 1 0 0 0,0-1 0 0 0,0 0 0 0 0,0 0 0 0 0,0 0 1 0 0,-1 1-1 0 0,1-1 0 0 0,0 0 0 0 0,-1 1 0 0 0,1-1 0 0 0,-1 1 1 0 0,1-1-1 0 0,-1 1 0 0 0,0-1 0 0 0,1 1 0 0 0,-1-1 1 0 0,0 1-1 0 0,0-1 0 0 0,0 1 0 0 0,0-1 0 0 0,-1 1 0 0 0,1-1 1 0 0,0 0-1 0 0,-1 1 0 0 0,1-1 0 0 0,-1 3 0 0 0,-1 1 57 0 0,0 0 0 0 0,0-1-1 0 0,0 1 1 0 0,-1 0 0 0 0,1-1-1 0 0,-1 1 1 0 0,0-1 0 0 0,-1 0 0 0 0,-3 4-1 0 0,-5 3 2 0 0,-1-2-1 0 0,1 0 1 0 0,-1 0 0 0 0,-1-1-1 0 0,0-1 1 0 0,0 0-1 0 0,-20 7 1 0 0,23-11-245 0 0,0 1 1 0 0,0-1-1 0 0,-1-1 0 0 0,1 0 1 0 0,-1-1-1 0 0,1 0 1 0 0,-1-1-1 0 0,0 0 0 0 0,1-1 1 0 0,-19-3-1 0 0,27 4-175 0 0,0-1 0 0 0,1 0 0 0 0,-1 0 0 0 0,0 0 0 0 0,0 0 0 0 0,1-1 0 0 0,-1 1 0 0 0,1-1 0 0 0,-1 1 0 0 0,1-1 0 0 0,0 0 0 0 0,-1 0 0 0 0,-2-4 0 0 0,3 4-239 0 0,1 0 1 0 0,0 1-1 0 0,0-1 1 0 0,0 0-1 0 0,1 0 1 0 0,-1 0-1 0 0,0 0 1 0 0,1 0-1 0 0,-1 0 1 0 0,1 0 0 0 0,0 0-1 0 0,-1 0 1 0 0,1-3-1 0 0,1-10-5939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5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43 158 1812 0 0,'-2'-2'2586'0'0,"-35"-47"10500"0"0,36 44-12444 0 0,0 5-628 0 0,1-1 1 0 0,0 1 0 0 0,0 0-1 0 0,0-1 1 0 0,-1 1 0 0 0,1 0-1 0 0,0 0 1 0 0,0-1 0 0 0,0 1-1 0 0,0 0 1 0 0,0-1 0 0 0,0 1-1 0 0,0 0 1 0 0,0-1 0 0 0,0 1-1 0 0,0 0 1 0 0,0-1 0 0 0,0 1-1 0 0,0-1 1 0 0,0 1-1 0 0,0 0 1 0 0,0-1 0 0 0,0 1-1 0 0,0 0 1 0 0,0 0 0 0 0,0-1-1 0 0,0 1 1 0 0,1 0 0 0 0,-1-1-1 0 0,0 1 1 0 0,0 0 0 0 0,0-1-1 0 0,1 1 1 0 0,-1 0 0 0 0,0 0-1 0 0,0-1 1 0 0,1 1 0 0 0,-1 0-1 0 0,0 0 1 0 0,0 0 0 0 0,1 0-1 0 0,-1-1 1 0 0,0 1 0 0 0,1 0-1 0 0,-1 0 1 0 0,0 0-1 0 0,1 0 1 0 0,-1 0 0 0 0,0 0-1 0 0,1 0 1 0 0,-1 0 0 0 0,1 0-1 0 0,18-7 84 0 0,1 2 0 0 0,0 0 0 0 0,0 1-1 0 0,0 1 1 0 0,25 0 0 0 0,1-1-30 0 0,159-11 93 0 0,-101 11 65 0 0,-101 4-212 0 0,13 0 71 0 0,-4 0-67 0 0,-9 0 26 0 0,12-2 22 0 0,4-5-366 0 0,8-16-9832 0 0,-20 16 8208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9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17 1976 0 0,'-3'-17'12013'0'0,"4"39"-11264"0"0,5 29 1 0 0,-2-28-428 0 0,0 33-1 0 0,-30 332 124 0 0,26-344-2621 0 0,5-18-4029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0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85 108 552 0 0,'-11'-10'5801'0'0,"0"3"-3350"0"0,5 3-1081 0 0,-1 0 1 0 0,0 0 0 0 0,0 0-1 0 0,0 1 1 0 0,0 0 0 0 0,-15-4-1 0 0,47-3-1247 0 0,416-38 170 0 0,-405 45-213 0 0,-19 3 454 0 0,-7 0-1990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0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2048 0 0,'0'-12'7772'0'0,"1"9"-7476"0"0,-1 2-95 0 0,0-1 1 0 0,1 1-1 0 0,-1 0 1 0 0,1-1-1 0 0,-1 1 0 0 0,1 0 1 0 0,-1 0-1 0 0,1-1 1 0 0,0 1-1 0 0,-1 0 0 0 0,1 0 1 0 0,0 0-1 0 0,0 0 1 0 0,0 0-1 0 0,0 0 0 0 0,0 0 1 0 0,0 0-1 0 0,0 0 1 0 0,2 0-1 0 0,5-2-146 0 0,0 0 0 0 0,0 1 0 0 0,1 0 0 0 0,-1 0 0 0 0,0 1 0 0 0,1 0 0 0 0,-1 0 0 0 0,1 1 0 0 0,0 1 0 0 0,-1-1 0 0 0,0 1 0 0 0,1 1 0 0 0,-1-1-1 0 0,1 1 1 0 0,-1 1 0 0 0,0 0 0 0 0,9 4 0 0 0,-10-4-43 0 0,0 0 0 0 0,0 0 0 0 0,0 1-1 0 0,0 0 1 0 0,-1 1 0 0 0,1-1 0 0 0,-1 1 0 0 0,0 1-1 0 0,-1-1 1 0 0,1 1 0 0 0,-1 0 0 0 0,0 0-1 0 0,-1 0 1 0 0,1 1 0 0 0,-1 0 0 0 0,0 0-1 0 0,-1 0 1 0 0,0 0 0 0 0,3 9 0 0 0,-5-8 25 0 0,1 1-1 0 0,-1 0 1 0 0,-1-1 0 0 0,0 1 0 0 0,0 0-1 0 0,-1 0 1 0 0,0-1 0 0 0,0 1 0 0 0,-4 12-1 0 0,0-7 117 0 0,0 0 0 0 0,-1 0 0 0 0,0 0 0 0 0,-16 24 0 0 0,1-10 297 0 0,-1 0 0 0 0,-1-1 0 0 0,-49 43 1 0 0,44-46-131 0 0,10-9 30 0 0,-28 31 0 0 0,44-44-296 0 0,4-1-15 0 0,12 4 12 0 0,8-4-28 0 0,0-1 1 0 0,32-3-1 0 0,-21 0-17 0 0,231-24 22 0 0,-132 11-26 0 0,196-16 208 0 0,-326 32-218 0 0,37 4-11943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3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49 784 0 0,'4'-3'868'0'0,"0"1"1"0"0,-1 0-1 0 0,1-1 0 0 0,-1 0 0 0 0,1 0 1 0 0,-1 0-1 0 0,5-6 0 0 0,-2 2 639 0 0,2-5 1737 0 0,-10 10-2394 0 0,-8 6-797 0 0,0 1-20 0 0,1 1 0 0 0,0 0 1 0 0,0 0-1 0 0,1 1 0 0 0,-1 0 0 0 0,1 1 0 0 0,-8 10 1 0 0,-1 0-3 0 0,7-8-19 0 0,-41 40-1 0 0,2 2 0 0 0,-68 94 0 0 0,111-138-11 0 0,2 0 0 0 0,-1 0 0 0 0,1 0 0 0 0,0 1 0 0 0,0-1 0 0 0,1 1-1 0 0,1 0 1 0 0,-3 12 0 0 0,4-17 4 0 0,1-1-1 0 0,0 0 1 0 0,0 1-1 0 0,0-1 1 0 0,1 0-1 0 0,-1 1 1 0 0,1-1-1 0 0,0 0 1 0 0,-1 0-1 0 0,2 1 1 0 0,-1-1-1 0 0,0 0 1 0 0,0 0-1 0 0,1 0 1 0 0,0-1-1 0 0,0 1 1 0 0,0 0 0 0 0,0 0-1 0 0,0-1 1 0 0,0 1-1 0 0,0-1 1 0 0,1 0-1 0 0,0 0 1 0 0,-1 0-1 0 0,7 3 1 0 0,2 1 9 0 0,0 0 0 0 0,1-1 1 0 0,0 0-1 0 0,0-1 0 0 0,1-1 1 0 0,-1 0-1 0 0,1 0 0 0 0,17 0 1 0 0,-2-1 28 0 0,-1-2 0 0 0,51-5 0 0 0,-71 5-22 0 0,0-1 0 0 0,0 0 0 0 0,0 0 0 0 0,0-1 1 0 0,0 0-1 0 0,0 0 0 0 0,0 0 0 0 0,-1-1 0 0 0,1 0 0 0 0,-1 0 0 0 0,0-1 0 0 0,8-5 0 0 0,-13 8-18 0 0,-1 1 0 0 0,1-1 1 0 0,-1 1-1 0 0,0-1 0 0 0,1 0 0 0 0,-1 1 0 0 0,1-1 0 0 0,-1 1 1 0 0,0-1-1 0 0,0 0 0 0 0,1 1 0 0 0,-1-1 0 0 0,0 0 0 0 0,0 1 1 0 0,0-1-1 0 0,0 0 0 0 0,0 0 0 0 0,0 1 0 0 0,0-1 0 0 0,0 0 1 0 0,0 1-1 0 0,0-1 0 0 0,0 0 0 0 0,0 1 0 0 0,-1-1 0 0 0,1 0 1 0 0,0 1-1 0 0,0-1 0 0 0,-1 0 0 0 0,1 1 0 0 0,0-1 1 0 0,-1 0-1 0 0,1 1 0 0 0,-1-1 0 0 0,1 1 0 0 0,-2-2 0 0 0,-18-13 21 0 0,12 11-36 0 0,0 0-1 0 0,-1 1 1 0 0,1 0-1 0 0,-1 1 1 0 0,1 0 0 0 0,-1 0-1 0 0,0 1 1 0 0,0 0-1 0 0,-17 0 1 0 0,-27 8-2009 0 0,2 7-3963 0 0,38-7 2103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3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0 2264 0 0,'-127'56'12104'0'0,"146"-52"-11116"0"0,0-4-738 0 0,-1-1 0 0 0,0 0 1 0 0,24-5-1 0 0,-5 0-77 0 0,659-32 383 0 0,-692 38-690 0 0,0 0 1 0 0,0 0 0 0 0,0 0 0 0 0,-1 0 0 0 0,1 0 0 0 0,0 1-1 0 0,0 0 1 0 0,-1 0 0 0 0,1 0 0 0 0,0 0 0 0 0,-1 0 0 0 0,1 1-1 0 0,-1-1 1 0 0,0 1 0 0 0,1 0 0 0 0,-1 0 0 0 0,3 4 0 0 0,-5-6 25 0 0,-1 1 0 0 0,0 0 1 0 0,1 0-1 0 0,-1 0 0 0 0,0-1 1 0 0,0 1-1 0 0,0 0 0 0 0,0 0 0 0 0,0 0 1 0 0,0 0-1 0 0,0-1 0 0 0,0 1 1 0 0,0 0-1 0 0,0 0 0 0 0,0 0 1 0 0,0 0-1 0 0,-1-1 0 0 0,1 1 1 0 0,0 0-1 0 0,-1 0 0 0 0,0 1 0 0 0,-9 14-2255 0 0,1-5-805 0 0,-3 0-1216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3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1 208 0 0,'-3'1'2573'0'0,"-58"13"6717"0"0,-7 9-5657 0 0,61-21-3533 0 0,-1 1-1 0 0,2 0 1 0 0,-1 1 0 0 0,0 0-1 0 0,1 0 1 0 0,-1 0 0 0 0,1 1-1 0 0,0 0 1 0 0,1 0-1 0 0,-1 0 1 0 0,1 1 0 0 0,0 0-1 0 0,1 0 1 0 0,-1 0 0 0 0,-5 12-1 0 0,9-16-90 0 0,1-1 0 0 0,0 1 0 0 0,-1-1 0 0 0,1 1-1 0 0,0 0 1 0 0,0-1 0 0 0,0 1 0 0 0,0 0 0 0 0,0-1 0 0 0,0 1-1 0 0,1 0 1 0 0,-1-1 0 0 0,0 1 0 0 0,1-1 0 0 0,0 1 0 0 0,-1-1-1 0 0,1 1 1 0 0,0-1 0 0 0,0 1 0 0 0,-1-1 0 0 0,1 1 0 0 0,0-1 0 0 0,0 0-1 0 0,1 0 1 0 0,-1 1 0 0 0,0-1 0 0 0,0 0 0 0 0,1 0 0 0 0,-1 0-1 0 0,0 0 1 0 0,3 0 0 0 0,4 4 28 0 0,0 0 1 0 0,1-1-1 0 0,16 6 1 0 0,-23-9-27 0 0,125 37 498 0 0,-81-26-132 0 0,84 35-1 0 0,-127-47-298 0 0,-1 1 1 0 0,0 1 0 0 0,1-1 0 0 0,-1 0-1 0 0,0 0 1 0 0,0 1 0 0 0,0 0-1 0 0,0-1 1 0 0,0 1 0 0 0,-1 0-1 0 0,1 0 1 0 0,0 0 0 0 0,-1 0-1 0 0,1 0 1 0 0,-1 0 0 0 0,0 0 0 0 0,0 0-1 0 0,0 1 1 0 0,0-1 0 0 0,0 0-1 0 0,0 1 1 0 0,-1-1 0 0 0,1 1-1 0 0,-1-1 1 0 0,1 1 0 0 0,-1-1 0 0 0,0 1-1 0 0,0-1 1 0 0,0 1 0 0 0,-1-1-1 0 0,1 1 1 0 0,-1 2 0 0 0,-1 0 19 0 0,1 0 1 0 0,-1 0 0 0 0,0 0 0 0 0,-1-1-1 0 0,1 1 1 0 0,-1-1 0 0 0,0 0-1 0 0,0 0 1 0 0,0 0 0 0 0,0 0 0 0 0,-1 0-1 0 0,0 0 1 0 0,1-1 0 0 0,-1 0-1 0 0,-6 4 1 0 0,-2 0 2 0 0,-1-1 0 0 0,0 0 0 0 0,0 0 0 0 0,0-1 0 0 0,-1-1-1 0 0,0 0 1 0 0,-26 3 0 0 0,32-6-199 0 0,-1 0-1 0 0,0-1 1 0 0,-1 0 0 0 0,1 0-1 0 0,0-1 1 0 0,0 0 0 0 0,1-1-1 0 0,-1 0 1 0 0,0 0 0 0 0,0-1-1 0 0,1 0 1 0 0,0 0-1 0 0,-13-7 1 0 0,18 8-171 0 0,1 0 1 0 0,-1 0-1 0 0,1 0 0 0 0,-1 0 1 0 0,1-1-1 0 0,0 1 0 0 0,0-1 0 0 0,0 1 1 0 0,0-1-1 0 0,0 0 0 0 0,1 1 1 0 0,-1-1-1 0 0,1 0 0 0 0,0 0 1 0 0,0 0-1 0 0,0 0 0 0 0,0-1 0 0 0,-1-5 1 0 0,2 4-592 0 0,0 0 1 0 0,0 0-1 0 0,0 0 1 0 0,1-1-1 0 0,0 1 1 0 0,0 0-1 0 0,0 0 1 0 0,0 0-1 0 0,1 0 1 0 0,4-8-1 0 0,2-4-4786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4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18 155 2200 0 0,'-12'-25'10785'0'0,"10"22"-9995"0"0,2 2-601 0 0,-1 0 1 0 0,1 1-1 0 0,0-1 0 0 0,-1 0 0 0 0,1 0 1 0 0,0 1-1 0 0,0-1 0 0 0,-1 0 0 0 0,1 0 0 0 0,0 0 1 0 0,0 1-1 0 0,0-1 0 0 0,0 0 0 0 0,0 0 1 0 0,0 0-1 0 0,0 1 0 0 0,0-1 0 0 0,0 0 1 0 0,0 0-1 0 0,1 0 0 0 0,11-5-69 0 0,1 0 0 0 0,0 1-1 0 0,0 1 1 0 0,0 0 0 0 0,0 0 0 0 0,22-1 0 0 0,0-2-29 0 0,255-44 796 0 0,-281 50-755 0 0,30-4 385 0 0,1-1-367 0 0,-14 0-3415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7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35 1368 0 0,'-3'0'4640'0'0,"-3"0"-3997"0"0,-19 0 6398 0 0,25 0-6947 0 0,-1 0 0 0 0,1 0 1 0 0,0 0-1 0 0,-1 0 0 0 0,1 0 0 0 0,-1 0 0 0 0,1 0 0 0 0,0 0 0 0 0,-1 0 0 0 0,1 0 0 0 0,0 0 0 0 0,-1 0 0 0 0,1 0 0 0 0,0 0 1 0 0,-1-1-1 0 0,1 1 0 0 0,0 0 0 0 0,-1 0 0 0 0,1 0 0 0 0,0-1 0 0 0,0 1 0 0 0,-1 0 0 0 0,1 0 0 0 0,0-1 0 0 0,0 1 0 0 0,-1 0 1 0 0,1-1-1 0 0,0 1 0 0 0,0 0 0 0 0,0-1 0 0 0,-1 1 0 0 0,1 0 0 0 0,0-1 0 0 0,0 1 0 0 0,0 0 0 0 0,0-1 0 0 0,0 1 0 0 0,0-1 1 0 0,0 1-1 0 0,0 0 0 0 0,0-1 0 0 0,0 1 0 0 0,0 0 0 0 0,0-1 0 0 0,0 1 0 0 0,0 0 0 0 0,1-1 0 0 0,-1-1-58 0 0,1 1-1 0 0,0 0 0 0 0,0 0 1 0 0,0 0-1 0 0,0 0 1 0 0,1 0-1 0 0,-1 0 0 0 0,0 0 1 0 0,0 1-1 0 0,0-1 1 0 0,1 0-1 0 0,-1 1 0 0 0,0-1 1 0 0,1 1-1 0 0,2-1 0 0 0,23-5 147 0 0,-24 5-139 0 0,6 0-20 0 0,0 0 0 0 0,0 0 0 0 0,0 1 0 0 0,0 0 0 0 0,0 1 1 0 0,0 0-1 0 0,-1 1 0 0 0,1-1 0 0 0,0 1 0 0 0,0 1 0 0 0,-1 0 0 0 0,0 0 0 0 0,11 6 0 0 0,-15-7 1 0 0,1 1 0 0 0,-1 0 0 0 0,0-1 1 0 0,0 1-1 0 0,-1 1 0 0 0,1-1 0 0 0,-1 1 0 0 0,1-1 0 0 0,-1 1 0 0 0,0 0 0 0 0,0 0 0 0 0,-1 0 0 0 0,1 1 0 0 0,-1-1 1 0 0,0 0-1 0 0,0 1 0 0 0,-1 0 0 0 0,1-1 0 0 0,-1 1 0 0 0,0 0 0 0 0,0 0 0 0 0,-1 0 0 0 0,1 0 0 0 0,-1 0 0 0 0,0 5 1 0 0,-2 0 108 0 0,0 0 1 0 0,0 1 0 0 0,-1-1 0 0 0,0-1 0 0 0,-1 1 0 0 0,0 0 0 0 0,-1-1-1 0 0,0 0 1 0 0,0 0 0 0 0,-8 10 0 0 0,-6 5 291 0 0,0 0 1 0 0,-28 24-1 0 0,-10 2 501 0 0,-84 58 0 0 0,47-39-239 0 0,93-68-685 0 0,-17 15 166 0 0,18-8-72 0 0,11-3-61 0 0,2-3-11 0 0,-1-2 1 0 0,1 0-1 0 0,0 0 1 0 0,0-1-1 0 0,-1 0 0 0 0,21-6 1 0 0,6 1 9 0 0,582-83-1757 0 0,-499 74-221 0 0,79-11-2868 0 0,-68 6-2811 0 0,-69 9 387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7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28 808 0 0,'-16'2'11150'0'0,"3"1"-8053"0"0,1 1 527 0 0,11-3-3146 0 0,7 0-161 0 0,16-2-28 0 0,30-2-146 0 0,159-16 139 0 0,-51 6-125 0 0,-115 11 63 0 0,-45 2-213 0 0,0 0-1 0 0,0 0 0 0 0,0 0 1 0 0,0 0-1 0 0,0 0 1 0 0,-1 0-1 0 0,1 0 0 0 0,0 0 1 0 0,0 0-1 0 0,0 0 1 0 0,0 1-1 0 0,0-1 0 0 0,0 0 1 0 0,0 0-1 0 0,0 0 0 0 0,-1 0 1 0 0,1 0-1 0 0,0 0 1 0 0,0 0-1 0 0,0 1 0 0 0,0-1 1 0 0,0 0-1 0 0,0 0 1 0 0,0 0-1 0 0,0 0 0 0 0,0 0 1 0 0,0 0-1 0 0,0 1 1 0 0,0-1-1 0 0,0 0 0 0 0,0 0 1 0 0,0 0-1 0 0,0 0 1 0 0,0 0-1 0 0,0 1 0 0 0,0-1 1 0 0,0 0-1 0 0,0 0 1 0 0,0 0-1 0 0,0 0 0 0 0,0 0 1 0 0,0 0-1 0 0,0 1 0 0 0,1-1 1 0 0,-1 0-1 0 0,0 0 1 0 0,0 0-1 0 0,0 0 0 0 0,0 0 1 0 0,0 0-1 0 0,0 0 1 0 0,0 0-1 0 0,0 0 0 0 0,1 1 1 0 0,-1-1-1 0 0,0 0 1 0 0,0 0-1 0 0,0 0 0 0 0,0 0 1 0 0,0 0-1 0 0,0 0 1 0 0,1 0-1 0 0,-1 0 0 0 0,0 0 1 0 0,0 0-1 0 0,0 0 1 0 0,0 0-1 0 0,0 0 0 0 0,1 0 1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8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30 820 0 0,'13'-15'11190'0'0,"-4"7"-8851"0"0,1 6-2148 0 0,-1 0 0 0 0,0 1 0 0 0,1 0 0 0 0,-1 1 0 0 0,1 0 0 0 0,-1 0 0 0 0,1 1 0 0 0,-1 0 0 0 0,1 1 0 0 0,-1 0 0 0 0,0 0 0 0 0,0 1 0 0 0,0 1-1 0 0,0-1 1 0 0,-1 1 0 0 0,1 1 0 0 0,-1-1 0 0 0,13 11 0 0 0,-16-12-110 0 0,0 1 0 0 0,0 1-1 0 0,0-1 1 0 0,-1 1 0 0 0,0-1-1 0 0,1 1 1 0 0,-2 0 0 0 0,1 1 0 0 0,-1-1-1 0 0,0 1 1 0 0,0-1 0 0 0,0 1-1 0 0,-1 0 1 0 0,0 0 0 0 0,0 0 0 0 0,0 1-1 0 0,-1-1 1 0 0,0 0 0 0 0,0 0-1 0 0,-1 1 1 0 0,1-1 0 0 0,-1 1 0 0 0,-1-1-1 0 0,1 0 1 0 0,-1 1 0 0 0,0-1-1 0 0,-1 0 1 0 0,-3 10 0 0 0,-4 5 181 0 0,-2 1 0 0 0,0-2 0 0 0,-1 1 0 0 0,-1-2 0 0 0,-1 0 0 0 0,0 0 0 0 0,-2-1 0 0 0,-29 26 0 0 0,-16 8 796 0 0,-79 52 0 0 0,128-95-927 0 0,-40 25 288 0 0,-24 18 53 0 0,76-52-468 0 0,-1 1 0 0 0,1-1 0 0 0,0 0 0 0 0,0 0-1 0 0,0 0 1 0 0,-1 0 0 0 0,1 0 0 0 0,0 0-1 0 0,0 1 1 0 0,0-1 0 0 0,0 0 0 0 0,0 0 0 0 0,-1 0-1 0 0,1 0 1 0 0,0 1 0 0 0,0-1 0 0 0,0 0 0 0 0,0 0-1 0 0,0 0 1 0 0,0 1 0 0 0,0-1 0 0 0,0 0 0 0 0,0 0-1 0 0,-1 1 1 0 0,1-1 0 0 0,0 0 0 0 0,0 0 0 0 0,0 0-1 0 0,0 1 1 0 0,0-1 0 0 0,0 0 0 0 0,1 0-1 0 0,-1 1 1 0 0,0-1 0 0 0,0 0 0 0 0,0 0 0 0 0,0 0-1 0 0,0 1 1 0 0,0-1 0 0 0,10 5 59 0 0,15-2-44 0 0,-24-3-14 0 0,46 2 32 0 0,0-2 1 0 0,50-6-1 0 0,-21 0-19 0 0,118-8 56 0 0,118-4-1 0 0,-301 17-31 0 0,21-1-135 0 0,-26 2-510 0 0,0-1 0 0 0,0 0 0 0 0,-1 0-1 0 0,1 0 1 0 0,9-4 0 0 0,-3 1-2335 0 0,-1-2 0 0 0,0 1 0 0 0,0-2 0 0 0,11-7 0 0 0,-7 3-2628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9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76 1816 0 0,'-10'-8'8463'0'0,"10"7"-8325"0"0,-1 1-1 0 0,0-1 1 0 0,1 0 0 0 0,-1 0 0 0 0,1 0-1 0 0,-1 0 1 0 0,1 0 0 0 0,-1 0 0 0 0,1 0-1 0 0,0 0 1 0 0,-1 0 0 0 0,1 0 0 0 0,0 0-1 0 0,0 0 1 0 0,0 0 0 0 0,0 0 0 0 0,0 0-1 0 0,0 0 1 0 0,0 0 0 0 0,0 0-1 0 0,0 0 1 0 0,0 0 0 0 0,1 0 0 0 0,-1 0-1 0 0,0 0 1 0 0,1-2 0 0 0,1 1-54 0 0,-1 0 0 0 0,1 0-1 0 0,0 0 1 0 0,0 0 0 0 0,-1 0 0 0 0,1 1 0 0 0,0-1 0 0 0,1 0 0 0 0,-1 1-1 0 0,5-3 1 0 0,-1 1-83 0 0,0 0 0 0 0,0 1 1 0 0,0 0-1 0 0,1 0 0 0 0,-1 0 0 0 0,1 1 0 0 0,-1 0 0 0 0,1 0 0 0 0,7 0 0 0 0,-10 1 5 0 0,0 1 0 0 0,-1-1-1 0 0,1 1 1 0 0,-1 0 0 0 0,1 0-1 0 0,-1 0 1 0 0,1 0-1 0 0,-1 0 1 0 0,0 1 0 0 0,1 0-1 0 0,-1-1 1 0 0,0 1 0 0 0,0 0-1 0 0,0 1 1 0 0,-1-1 0 0 0,1 1-1 0 0,0-1 1 0 0,-1 1-1 0 0,0 0 1 0 0,1-1 0 0 0,-1 1-1 0 0,0 0 1 0 0,-1 1 0 0 0,1-1-1 0 0,0 0 1 0 0,-1 0 0 0 0,0 1-1 0 0,0-1 1 0 0,0 1-1 0 0,0-1 1 0 0,0 1 0 0 0,-1 3-1 0 0,0 2 54 0 0,-1 1 0 0 0,0-1 0 0 0,0 0-1 0 0,-1 0 1 0 0,0-1 0 0 0,-1 1-1 0 0,0 0 1 0 0,-1-1 0 0 0,-8 16 0 0 0,-3 1 393 0 0,-34 40 1 0 0,26-37-291 0 0,15-19-86 0 0,6-6-53 0 0,0-1 0 0 0,0 1 0 0 0,1-1 0 0 0,-1 1-1 0 0,0-1 1 0 0,1 1 0 0 0,-3 6 0 0 0,5-9-19 0 0,-1 1 1 0 0,1 0-1 0 0,0-1 0 0 0,-1 1 1 0 0,1-1-1 0 0,0 1 0 0 0,-1-1 0 0 0,1 1 1 0 0,0-1-1 0 0,0 0 0 0 0,-1 1 1 0 0,1-1-1 0 0,0 0 0 0 0,0 1 1 0 0,0-1-1 0 0,0 0 0 0 0,-1 0 1 0 0,1 0-1 0 0,0 0 0 0 0,0 0 1 0 0,0 0-1 0 0,0 0 0 0 0,1 0 1 0 0,18 1 53 0 0,5 1-18 0 0,-1 1 0 0 0,32 8 0 0 0,-50-10 28 0 0,-1 0-1 0 0,1 1 0 0 0,-1 0 1 0 0,0 0-1 0 0,0 1 0 0 0,1 0 1 0 0,-1 0-1 0 0,-1 0 0 0 0,1 0 0 0 0,0 1 1 0 0,-1-1-1 0 0,0 1 0 0 0,0 0 1 0 0,0 1-1 0 0,4 6 0 0 0,-6-8 18 0 0,-1 0-1 0 0,0 0 1 0 0,0 1-1 0 0,0-1 0 0 0,0 0 1 0 0,-1 1-1 0 0,1-1 1 0 0,-1 1-1 0 0,0-1 0 0 0,0 0 1 0 0,0 1-1 0 0,-1-1 1 0 0,1 1-1 0 0,-1-1 0 0 0,0 0 1 0 0,0 1-1 0 0,0-1 1 0 0,0 0-1 0 0,0 0 1 0 0,-1 0-1 0 0,1 0 0 0 0,-1 0 1 0 0,0 0-1 0 0,-4 5 1 0 0,-1 1 33 0 0,-1 1 0 0 0,0-1 0 0 0,0-1 0 0 0,-1 0 0 0 0,-19 14 0 0 0,17-14-171 0 0,0-1-1 0 0,-1 0 1 0 0,0 0 0 0 0,-1-2 0 0 0,1 1 0 0 0,-1-2 0 0 0,0 1 0 0 0,0-2 0 0 0,-1 0 0 0 0,1 0 0 0 0,-1-2 0 0 0,0 1 0 0 0,1-2 0 0 0,-1 0-1 0 0,0 0 1 0 0,1-1 0 0 0,-19-5 0 0 0,-13-2-4111 0 0,22 4-3020 0 0,8 1 683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10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0 1100 0 0,'-93'82'12845'0'0,"92"-81"-12794"0"0,1-1 0 0 0,-1 0-1 0 0,1 1 1 0 0,-1-1 0 0 0,1 1 0 0 0,0-1-1 0 0,-1 1 1 0 0,1-1 0 0 0,0 1 0 0 0,-1-1-1 0 0,1 1 1 0 0,0-1 0 0 0,0 1-1 0 0,-1-1 1 0 0,1 1 0 0 0,0-1 0 0 0,0 1-1 0 0,0 0 1 0 0,0-1 0 0 0,0 1 0 0 0,0-1-1 0 0,0 1 1 0 0,0-1 0 0 0,0 1-1 0 0,0 0 1 0 0,0-1 0 0 0,0 1 0 0 0,0-1-1 0 0,1 1 1 0 0,-1 0 0 0 0,0-1 0 0 0,0 1-1 0 0,1-1 1 0 0,-1 1 0 0 0,0-1-1 0 0,1 1 1 0 0,-1-1 0 0 0,0 1 0 0 0,1-1-1 0 0,-1 0 1 0 0,1 1 0 0 0,-1-1 0 0 0,1 0-1 0 0,-1 1 1 0 0,1-1 0 0 0,-1 0-1 0 0,1 1 1 0 0,-1-1 0 0 0,1 0 0 0 0,-1 0-1 0 0,1 0 1 0 0,-1 1 0 0 0,2-1 0 0 0,31 9 732 0 0,28-4-279 0 0,1-3 0 0 0,76-5-1 0 0,-33-1-300 0 0,-32 2-157 0 0,5 0-435 0 0,140 13 0 0 0,-213-11 236 0 0,0 1 0 0 0,0 0-1 0 0,0 0 1 0 0,-1 0-1 0 0,1 1 1 0 0,0 0 0 0 0,-1 0-1 0 0,0 0 1 0 0,1 0-1 0 0,5 5 1 0 0,-8-6 13 0 0,-1 1 0 0 0,1-1-1 0 0,-1 1 1 0 0,0 0 0 0 0,0-1 0 0 0,0 1 0 0 0,0 0-1 0 0,0-1 1 0 0,0 1 0 0 0,-1 0 0 0 0,1 0 0 0 0,0 0-1 0 0,-1 0 1 0 0,0 0 0 0 0,1 0 0 0 0,-1 0 0 0 0,0 0-1 0 0,0 0 1 0 0,0 0 0 0 0,0 0 0 0 0,0 0 0 0 0,-1 0-1 0 0,1 0 1 0 0,-1 0 0 0 0,1-1 0 0 0,-1 1 0 0 0,0 0-1 0 0,0 2 1 0 0,-6 12-877 0 0,-1 0 0 0 0,0-1-1 0 0,-1 0 1 0 0,0 0 0 0 0,-18 19 0 0 0,-63 61-1134 0 0,68-75 3559 0 0,-2-1 0 0 0,0-1 0 0 0,-28 16 0 0 0,-80 37 5417 0 0,20-12-3106 0 0,108-57-3654 0 0,0 1 0 0 0,0 0 0 0 0,0 0-1 0 0,0 0 1 0 0,0 0 0 0 0,0 1 0 0 0,1-1 0 0 0,0 1-1 0 0,0 0 1 0 0,0 0 0 0 0,0 0 0 0 0,1 0 0 0 0,-3 5-1 0 0,4-6-34 0 0,0-1 0 0 0,1 1 0 0 0,-1 0 0 0 0,0 0 0 0 0,1-1-1 0 0,0 1 1 0 0,-1 0 0 0 0,1 0 0 0 0,1 0 0 0 0,-1-1 0 0 0,0 1 0 0 0,1 0-1 0 0,-1 0 1 0 0,1-1 0 0 0,0 1 0 0 0,-1 0 0 0 0,2-1 0 0 0,-1 1 0 0 0,0-1-1 0 0,0 1 1 0 0,1-1 0 0 0,-1 0 0 0 0,1 1 0 0 0,2 2 0 0 0,17 15 104 0 0,0 0 0 0 0,2-2 0 0 0,0 0 0 0 0,1-1 0 0 0,35 18 0 0 0,40 28-5 0 0,-88-55 38 0 0,0 0-1 0 0,-1 0 1 0 0,0 1-1 0 0,-1 1 1 0 0,13 15 0 0 0,-20-22-65 0 0,0 0 0 0 0,0 0 1 0 0,0 0-1 0 0,-1 0 0 0 0,1 0 1 0 0,-1 1-1 0 0,0-1 0 0 0,0 1 1 0 0,0-1-1 0 0,-1 0 0 0 0,1 1 1 0 0,-1 0-1 0 0,1-1 0 0 0,-1 1 1 0 0,0-1-1 0 0,-1 1 0 0 0,1-1 1 0 0,-1 1-1 0 0,1-1 0 0 0,-1 1 1 0 0,0-1-1 0 0,-1 1 0 0 0,1-1 1 0 0,0 0-1 0 0,-4 6 0 0 0,1-3-71 0 0,1 0-1 0 0,-1-1 0 0 0,0 1 1 0 0,-1-1-1 0 0,1 0 1 0 0,-1 0-1 0 0,0-1 0 0 0,-1 1 1 0 0,1-1-1 0 0,-1 0 0 0 0,1 0 1 0 0,-1-1-1 0 0,0 0 0 0 0,-1 0 1 0 0,1 0-1 0 0,0-1 0 0 0,-1 0 1 0 0,0 0-1 0 0,1-1 0 0 0,-1 0 1 0 0,0 0-1 0 0,-13 0 0 0 0,14-1-376 0 0,0-1 0 0 0,0 0 0 0 0,0 0 0 0 0,-1-1 0 0 0,1 1 0 0 0,1-1-1 0 0,-1-1 1 0 0,0 1 0 0 0,0-1 0 0 0,1 0 0 0 0,0 0 0 0 0,-1 0 0 0 0,1-1-1 0 0,1 0 1 0 0,-1 0 0 0 0,-7-8 0 0 0,1-1-1717 0 0,0-1-1 0 0,-16-27 1 0 0,1-10-5604 0 0,17 30 2248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10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0 203 2864 0 0,'4'-6'1796'0'0,"1"-1"0"0"0,-1 1 0 0 0,1 0 0 0 0,10-10-1 0 0,-9 10-684 0 0,0 1 0 0 0,1 0 0 0 0,14-8 0 0 0,-7 6-517 0 0,1 0 0 0 0,-1 2 0 0 0,2 0 1 0 0,23-5-1 0 0,211-28 1150 0 0,4 22-1342 0 0,-164 11-206 0 0,-80 5-220 0 0,-1-1 0 0 0,0 0 1 0 0,19-5-1 0 0,-24 5-622 0 0,0-1 1 0 0,0 0 0 0 0,0 0-1 0 0,0 0 1 0 0,0 0-1 0 0,4-4 1 0 0,-4 1-1220 0 0,-3 4 1492 0 0,-1 0 0 0 0,1 0 0 0 0,-1 0 1 0 0,1 0-1 0 0,-1 0 0 0 0,1 0 0 0 0,-1-2 0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25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847 9 316 0 0,'6'-5'12789'0'0,"-17"4"-12617"0"0,9 0 306 0 0,-14 0-2 0 0,-5 2-368 0 0,1 2-1 0 0,0 0 1 0 0,-1 1 0 0 0,1 1 0 0 0,1 1 0 0 0,-27 12 0 0 0,36-14 69 0 0,0 0 0 0 0,1 1-1 0 0,-1 0 1 0 0,-9 8 0 0 0,16-10-166 0 0,-1 0 1 0 0,0 1 0 0 0,1 0-1 0 0,0-1 1 0 0,0 1-1 0 0,0 1 1 0 0,0-1-1 0 0,1 0 1 0 0,-1 0 0 0 0,1 1-1 0 0,-2 5 1 0 0,-5 20 343 0 0,0 2 0 0 0,2-1 0 0 0,2 1 0 0 0,-3 37 0 0 0,3 132 1034 0 0,5-161-1184 0 0,-16 722 1654 0 0,-33 53-1304 0 0,30-535-496 0 0,-124 1067 236 0 0,135-1289-270 0 0,-91 1029 151 0 0,50-476-142 0 0,-26 627 234 0 0,80-566-264 0 0,1-93 486 0 0,-60 464 553 0 0,39-607-947 0 0,13-312-76 0 0,2 18 421 0 0,6 0 0 0 0,38 216 1 0 0,-17-163 211 0 0,6 37-194 0 0,-31-221-440 0 0,1 0-1 0 0,0 0 1 0 0,0 0-1 0 0,1 0 1 0 0,1-1-1 0 0,0 1 1 0 0,11 17-1 0 0,-13-24-17 0 0,0 0 1 0 0,1 0-1 0 0,0 0 0 0 0,0-1 1 0 0,0 1-1 0 0,0-1 0 0 0,1 0 1 0 0,-1 0-1 0 0,1-1 0 0 0,-1 1 1 0 0,1-1-1 0 0,0 0 0 0 0,0 0 1 0 0,0 0-1 0 0,0-1 0 0 0,1 0 0 0 0,-1 0 1 0 0,10 1-1 0 0,3-2-309 0 0,0-1 1 0 0,0 0-1 0 0,-1-2 0 0 0,1 0 0 0 0,-1 0 0 0 0,25-9 1 0 0,97-44-2852 0 0,-133 53 3012 0 0,350-182-12109 0 0,-244 120 5465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7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13 172 0 0,'0'0'9434'0'0,"-16"7"-2981"0"0,451-26-5458 0 0,-418 19 154 0 0,-9-1-3289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7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12 107 896 0 0,'41'-100'11458'0'0,"-41"98"-11200"0"0,1 2-226 0 0,-1-1 0 0 0,1 1 0 0 0,-1 0-1 0 0,1-1 1 0 0,-1 1 0 0 0,1-1-1 0 0,-1 1 1 0 0,1 0 0 0 0,0-1-1 0 0,-1 1 1 0 0,1 0 0 0 0,0 0-1 0 0,-1-1 1 0 0,1 1 0 0 0,0 0 0 0 0,0 0-1 0 0,2 7 68 0 0,0-1-1 0 0,0 1 1 0 0,-1 0-1 0 0,0 0 1 0 0,-1 0-1 0 0,1 0 1 0 0,-1 0-1 0 0,-1 0 1 0 0,1 1-1 0 0,-2 8 1 0 0,-8 78 261 0 0,7-78-311 0 0,-30 131 371 0 0,22-114-982 0 0,2 2 0 0 0,1-1-1 0 0,2 1 1 0 0,-2 65-1 0 0,7-97 122 0 0,0 0 0 0 0,0 1 0 0 0,1-1 0 0 0,0 0 0 0 0,-1 0-1 0 0,1 1 1 0 0,0-1 0 0 0,0 0 0 0 0,1 0 0 0 0,-1 0 0 0 0,1 0-1 0 0,2 3 1 0 0,5 4-3672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7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126 125 84 0 0,'11'-11'1579'0'0,"-1"0"0"0"0,0-1-1 0 0,-1 0 1 0 0,0-1 0 0 0,11-23 0 0 0,-20 36-1552 0 0,1-1 0 0 0,-1 1 0 0 0,0-1 0 0 0,1 1 0 0 0,-1 0 0 0 0,0-1 0 0 0,0 1 0 0 0,1-1 0 0 0,-1 1 0 0 0,0-1 0 0 0,0 1 0 0 0,0-1 0 0 0,0 1 1 0 0,0-1-1 0 0,0 0 0 0 0,0 1 0 0 0,0-1 0 0 0,0 1 0 0 0,0-1 0 0 0,0 1 0 0 0,0-1 0 0 0,0 1 0 0 0,0-1 0 0 0,0 1 0 0 0,0-1 0 0 0,-1 1 0 0 0,1-1 0 0 0,0 1 0 0 0,0-1 0 0 0,-1 1 0 0 0,1-1 0 0 0,0 1 0 0 0,-1 0 0 0 0,1-1 1 0 0,0 1-1 0 0,-1 0 0 0 0,1-1 0 0 0,-1 1 0 0 0,1 0 0 0 0,0-1 0 0 0,-1 1 0 0 0,1 0 0 0 0,-1 0 0 0 0,1-1 0 0 0,-1 1 0 0 0,1 0 0 0 0,-1 0 0 0 0,1 0 0 0 0,-1 0 0 0 0,1 0 0 0 0,-1 0 0 0 0,1-1 0 0 0,-1 1 0 0 0,0 1 0 0 0,-26 4 179 0 0,15-1-184 0 0,1 0 0 0 0,-1 1 0 0 0,1 0 0 0 0,0 1 0 0 0,0 1 0 0 0,1 0 0 0 0,0 0 1 0 0,0 1-1 0 0,1 0 0 0 0,-1 0 0 0 0,2 1 0 0 0,-16 20 0 0 0,23-27-21 0 0,0 0 0 0 0,0 1 0 0 0,0-1 0 0 0,0 0 1 0 0,0 1-1 0 0,0-1 0 0 0,1 1 0 0 0,-1-1 0 0 0,1 1 0 0 0,0-1 0 0 0,-1 1 0 0 0,1-1 0 0 0,1 1 1 0 0,-1-1-1 0 0,0 1 0 0 0,0-1 0 0 0,2 6 0 0 0,0-4 7 0 0,0 1 0 0 0,0-1 0 0 0,0 0 0 0 0,1 0 0 0 0,-1 0 0 0 0,1 0 0 0 0,0-1 0 0 0,0 1 0 0 0,4 3 0 0 0,7 5 97 0 0,1-1 0 0 0,0 0 0 0 0,30 15 0 0 0,-45-26-104 0 0,125 64 950 0 0,-65-35-404 0 0,99 65-1 0 0,-156-92-504 0 0,0 0 1 0 0,-1 0-1 0 0,1 1 0 0 0,-1-1 0 0 0,1 1 1 0 0,-1-1-1 0 0,0 1 0 0 0,0 0 1 0 0,0 0-1 0 0,3 6 0 0 0,-5-8-14 0 0,0 0 0 0 0,1 1-1 0 0,-1-1 1 0 0,0 0 0 0 0,1 1 0 0 0,-1-1-1 0 0,0 1 1 0 0,0-1 0 0 0,0 1-1 0 0,0-1 1 0 0,0 0 0 0 0,-1 1 0 0 0,1-1-1 0 0,0 1 1 0 0,-1-1 0 0 0,1 0-1 0 0,-1 1 1 0 0,1-1 0 0 0,-1 0 0 0 0,0 1-1 0 0,0-1 1 0 0,1 0 0 0 0,-1 0-1 0 0,0 0 1 0 0,0 0 0 0 0,0 0 0 0 0,0 0-1 0 0,0 0 1 0 0,-2 1 0 0 0,-4 3 70 0 0,0-1-1 0 0,0 1 1 0 0,-1-2 0 0 0,0 1 0 0 0,0-1-1 0 0,0 0 1 0 0,0-1 0 0 0,0 0 0 0 0,0 0-1 0 0,-1-1 1 0 0,1 0 0 0 0,-1 0 0 0 0,-9-1 0 0 0,1 0 123 0 0,0-1 1 0 0,0-1 0 0 0,0-1 0 0 0,0 0 0 0 0,-27-9-1 0 0,40 11-171 0 0,0-1-1 0 0,0 1 0 0 0,0-1 0 0 0,0 0 0 0 0,1 0 1 0 0,-1 0-1 0 0,1-1 0 0 0,-1 1 0 0 0,1-1 1 0 0,0 0-1 0 0,0 0 0 0 0,0 0 0 0 0,0 0 0 0 0,0 0 1 0 0,1-1-1 0 0,-4-6 0 0 0,4 6-28 0 0,1-1 0 0 0,0 1 0 0 0,0 0 0 0 0,0-1 0 0 0,0 1 0 0 0,1 0 0 0 0,0-1 0 0 0,0 1 0 0 0,0-1 0 0 0,0 1 0 0 0,1-1 0 0 0,0 1 0 0 0,0 0 0 0 0,0-1-1 0 0,3-7 1 0 0,2-2 5 0 0,0 0 0 0 0,1 0-1 0 0,1 0 1 0 0,0 1-1 0 0,12-14 1 0 0,55-57 16 0 0,-28 32 3 0 0,-25 28-18 0 0,-13 15 103 0 0,0-1 0 0 0,0 0 0 0 0,-1 0 1 0 0,-1 0-1 0 0,0-1 0 0 0,0 0 0 0 0,7-18 0 0 0,-14 27-137 0 0,1 1 0 0 0,0-1-1 0 0,-1 0 1 0 0,0 0 0 0 0,1 0 0 0 0,-1 1-1 0 0,0-1 1 0 0,0 0 0 0 0,0 0-1 0 0,0 0 1 0 0,0 1 0 0 0,-1-1 0 0 0,1 0-1 0 0,0 0 1 0 0,-1 0 0 0 0,0 1-1 0 0,1-1 1 0 0,-1 0 0 0 0,0 1 0 0 0,0-1-1 0 0,0 1 1 0 0,0-1 0 0 0,0 1-1 0 0,0-1 1 0 0,0 1 0 0 0,0 0 0 0 0,-1-1-1 0 0,1 1 1 0 0,0 0 0 0 0,-1 0-1 0 0,1 0 1 0 0,-1 0 0 0 0,1 0 0 0 0,-1 0-1 0 0,0 0 1 0 0,1 1 0 0 0,-1-1-1 0 0,-3 0 1 0 0,-3-1-226 0 0,0 0 0 0 0,0 0-1 0 0,0 1 1 0 0,-1 0 0 0 0,1 1 0 0 0,0 0-1 0 0,-10 1 1 0 0,-9 3-1129 0 0,0 1 0 0 0,-1 1 0 0 0,-29 12 0 0 0,-2 3-3706 0 0,21-8-441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8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0 2316 0 0,'-12'10'2379'0'0,"-1"1"1827"0"0,1 0 0 0 0,-19 21 1398 0 0,59-23-3721 0 0,277-25-95 0 0,323-8-1263 0 0,-212 16-1942 0 0,-415 8 1290 0 0,0 0 0 0 0,-1 0 0 0 0,1 0-1 0 0,0 0 1 0 0,-1 0 0 0 0,1 0 0 0 0,0 0 0 0 0,-1 0 0 0 0,1 0-1 0 0,0 0 1 0 0,-1 0 0 0 0,1 0 0 0 0,0 0 0 0 0,-1 1 0 0 0,1-1 0 0 0,-1 0-1 0 0,1 0 1 0 0,0 1 0 0 0,-1-1 0 0 0,1 0 0 0 0,-1 1 0 0 0,1-1 0 0 0,-1 1-1 0 0,1-1 1 0 0,-1 1 0 0 0,2 0 0 0 0,-3 0-27 0 0,1 0 1 0 0,0-1-1 0 0,0 1 1 0 0,-1 0-1 0 0,1 0 1 0 0,0-1-1 0 0,-1 1 0 0 0,1 0 1 0 0,0 0-1 0 0,-1-1 1 0 0,1 1-1 0 0,-1-1 1 0 0,1 1-1 0 0,-1 0 0 0 0,0-1 1 0 0,1 1-1 0 0,-2 0 1 0 0,-32 21-4207 0 0,14-13 798 0 0,-3 4-1405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8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4 460 0 0,'-5'5'13661'0'0,"22"-13"-6834"0"0,-28 14-6470 0 0,-20 10-150 0 0,19-11-181 0 0,-1 2 1 0 0,-16 10 0 0 0,19-11-84 0 0,8-6 46 0 0,1 1 0 0 0,0-1 0 0 0,0 1 0 0 0,-1 0 0 0 0,1-1 0 0 0,0 1 0 0 0,0 0 0 0 0,0-1-1 0 0,0 1 1 0 0,0 0 0 0 0,0 0 0 0 0,0 0 0 0 0,0 0 0 0 0,0 0 0 0 0,0 0 0 0 0,0 0 0 0 0,1 0 0 0 0,-1 1 0 0 0,0-1-1 0 0,1 0 1 0 0,-1 3 0 0 0,2-2 10 0 0,0 0-1 0 0,0 0 0 0 0,0 0 1 0 0,0 0-1 0 0,0 0 1 0 0,1 0-1 0 0,-1 0 1 0 0,1 0-1 0 0,-1 0 0 0 0,1-1 1 0 0,0 1-1 0 0,0-1 1 0 0,0 1-1 0 0,0-1 0 0 0,0 0 1 0 0,0 0-1 0 0,0 1 1 0 0,0-1-1 0 0,0-1 0 0 0,3 2 1 0 0,55 17-8 0 0,-53-17 5 0 0,12 2-10 0 0,12 4-44 0 0,37 15 0 0 0,-60-20 42 0 0,-1 0-1 0 0,1 1 1 0 0,-1 0-1 0 0,0 0 1 0 0,0 1 0 0 0,-1-1-1 0 0,1 2 1 0 0,-1-1-1 0 0,0 1 1 0 0,6 6 0 0 0,-10-9 53 0 0,0 0 0 0 0,-1 0 0 0 0,1-1 0 0 0,0 1 0 0 0,-1 0 0 0 0,0 0 1 0 0,0 0-1 0 0,0 0 0 0 0,0 1 0 0 0,0-1 0 0 0,-1 0 0 0 0,1 0 0 0 0,-1 1 0 0 0,0-1 1 0 0,0 0-1 0 0,0 0 0 0 0,0 1 0 0 0,-1-1 0 0 0,1 0 0 0 0,-1 0 0 0 0,0 0 1 0 0,0 1-1 0 0,0-1 0 0 0,0 0 0 0 0,-1 0 0 0 0,1-1 0 0 0,-1 1 0 0 0,0 0 1 0 0,1 0-1 0 0,-4 2 0 0 0,1 0 21 0 0,0 0 0 0 0,-1 0 0 0 0,0-1 1 0 0,0 0-1 0 0,0 0 0 0 0,-1 0 0 0 0,1 0 0 0 0,-1-1 1 0 0,0 0-1 0 0,0 0 0 0 0,0 0 0 0 0,-1-1 0 0 0,1 0 1 0 0,-7 1-1 0 0,-7 0 65 0 0,0 0-1 0 0,0-2 1 0 0,-25 0 0 0 0,39-1-401 0 0,0 0 1 0 0,0-1-1 0 0,0 0 1 0 0,1 0-1 0 0,-1 0 0 0 0,0-1 1 0 0,0 0-1 0 0,1 0 0 0 0,-1 0 1 0 0,1-1-1 0 0,0 0 0 0 0,-1 0 1 0 0,1 0-1 0 0,0 0 0 0 0,-6-7 1 0 0,10 8-151 0 0,-1 1 0 0 0,1-1 0 0 0,0 0 0 0 0,-1 0 0 0 0,1 0-1 0 0,0-1 1 0 0,0 1 0 0 0,0-3 0 0 0,-2-11-4980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49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55 134 1720 0 0,'-28'-25'10982'0'0,"6"6"-4877"0"0,21 17-5439 0 0,1 2-641 0 0,-1-1-1 0 0,1 1 1 0 0,0 0 0 0 0,0 0 0 0 0,-1 0-1 0 0,1 0 1 0 0,0 0 0 0 0,0-1 0 0 0,0 1-1 0 0,0 0 1 0 0,-1 0 0 0 0,1 0 0 0 0,0-1 0 0 0,0 1-1 0 0,0 0 1 0 0,0 0 0 0 0,0-1 0 0 0,0 1-1 0 0,-1 0 1 0 0,1 0 0 0 0,0-1 0 0 0,0 1-1 0 0,0 0 1 0 0,0 0 0 0 0,0-1 0 0 0,0 1-1 0 0,0 0 1 0 0,0-1 0 0 0,0 1 0 0 0,0 0-1 0 0,1-1 1 0 0,6-2 52 0 0,0 1 0 0 0,1-1 0 0 0,0 2 0 0 0,-1-1 0 0 0,1 1 0 0 0,0 0 0 0 0,15 0 0 0 0,7-1 7 0 0,261-24 251 0 0,-71 7-200 0 0,-60 2-340 0 0,-158 17-134 0 0,2-1-740 0 0,6 0 919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6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63 1072 0 0,'-73'-43'13110'0'0,"71"42"-12687"0"0,-17-11 839 0 0,44 9-1228 0 0,0 0 0 0 0,0 2 0 0 0,36 3 0 0 0,-5 0-19 0 0,235-2 1577 0 0,-271 1-629 0 0,-17 0-531 0 0,0-1-25 0 0,43 1 1147 0 0,-44-1-1436 0 0,13 4-225 0 0,-14-2 97 0 0,1 1 1 0 0,-1 0 0 0 0,1-1 0 0 0,-1 1-1 0 0,0 0 1 0 0,0 0 0 0 0,0 0-1 0 0,-1 0 1 0 0,1 0 0 0 0,-1 0 0 0 0,0 0-1 0 0,1 0 1 0 0,-2 4 0 0 0,-2 48-18 0 0,3-51 25 0 0,-29 168 244 0 0,-1 0-2316 0 0,29-155 558 0 0,1 1 1 0 0,1 19-1 0 0,5 10-5589 0 0,-4-32 2175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7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0 2192 0 0,'-153'49'12941'0'0,"143"-46"-12045"0"0,-16 4 1476 0 0,23-4-1561 0 0,15-1-631 0 0,30-2 70 0 0,58-7-1 0 0,-37 1-154 0 0,425-16-1442 0 0,-488 22 1256 0 0,1 0 0 0 0,-1 0 0 0 0,0-1 0 0 0,1 1 0 0 0,-1 0 0 0 0,1 0 0 0 0,-1 0 0 0 0,0 0 0 0 0,1 0 1 0 0,-1 0-1 0 0,1 0 0 0 0,-1 0 0 0 0,0 0 0 0 0,1 0 0 0 0,-1 0 0 0 0,0 0 0 0 0,1 0 0 0 0,-1 0 0 0 0,1 1 0 0 0,-1-1 0 0 0,0 0 0 0 0,1 0 0 0 0,-1 0 0 0 0,0 0 0 0 0,1 1 0 0 0,-1-1 0 0 0,0 0 0 0 0,1 0 0 0 0,-1 1 1 0 0,0-1-1 0 0,0 0 0 0 0,1 1 0 0 0,-1-1 0 0 0,0 0 0 0 0,0 1 0 0 0,0-1 0 0 0,1 0 0 0 0,-1 1 0 0 0,0-1 0 0 0,0 0 0 0 0,0 1 0 0 0,0 0 0 0 0,-13 14-2528 0 0,-26 10-3365 0 0,24-16 2263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7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 1992 0 0,'-94'52'15836'0'0,"90"-50"-15718"0"0,1 1 0 0 0,-1 0 0 0 0,1 0 0 0 0,0 1 1 0 0,0-1-1 0 0,0 0 0 0 0,0 1 0 0 0,0 0 0 0 0,1 0 1 0 0,0 0-1 0 0,0 0 0 0 0,0 0 0 0 0,-2 7 0 0 0,4-7-94 0 0,0-1-1 0 0,0 1 1 0 0,0-1-1 0 0,0 1 1 0 0,1 0-1 0 0,0-1 1 0 0,-1 1-1 0 0,2-1 1 0 0,-1 1-1 0 0,0-1 1 0 0,1 0-1 0 0,-1 1 1 0 0,1-1-1 0 0,3 5 0 0 0,4 3 121 0 0,1 0-1 0 0,0 0 0 0 0,0-1 0 0 0,1-1 0 0 0,0 0 0 0 0,15 10 0 0 0,77 41 525 0 0,-95-56-638 0 0,23 12 453 0 0,0 1 0 0 0,46 35 0 0 0,-75-51-425 0 0,-1 0-1 0 0,0 0 0 0 0,0 0 1 0 0,0 1-1 0 0,0-1 0 0 0,0 1 1 0 0,0-1-1 0 0,0 1 0 0 0,0-1 1 0 0,0 1-1 0 0,-1-1 0 0 0,1 1 1 0 0,-1 0-1 0 0,1-1 0 0 0,-1 1 1 0 0,0 0-1 0 0,1 0 0 0 0,-1-1 1 0 0,0 1-1 0 0,0 0 0 0 0,0 0 1 0 0,0-1-1 0 0,-1 1 0 0 0,1 0 1 0 0,0-1-1 0 0,-1 1 0 0 0,1 0 1 0 0,-1-1-1 0 0,0 1 0 0 0,1 0 1 0 0,-1-1-1 0 0,0 1 0 0 0,0-1 1 0 0,-2 3-1 0 0,-1 2 119 0 0,0-1 0 0 0,-1 1 1 0 0,0-1-1 0 0,0 0 0 0 0,0 0 0 0 0,-11 6 1 0 0,3-2-177 0 0,0-1-1 0 0,0-1 1 0 0,-1 0 0 0 0,0-1 0 0 0,-1-1-1 0 0,1 0 1 0 0,-1-1 0 0 0,0-1 0 0 0,0 0 0 0 0,0-1-1 0 0,-1 0 1 0 0,1-1 0 0 0,0-1 0 0 0,-19-2-1 0 0,30 1-286 0 0,1 1-1 0 0,0-1 0 0 0,0 0 1 0 0,0 0-1 0 0,0 0 0 0 0,0 0 1 0 0,1-1-1 0 0,-1 0 0 0 0,0 1 0 0 0,1-1 1 0 0,-1 0-1 0 0,1 0 0 0 0,-1 0 1 0 0,1 0-1 0 0,0-1 0 0 0,0 1 1 0 0,0-1-1 0 0,0 1 0 0 0,-2-5 0 0 0,2 3-645 0 0,1 1 0 0 0,-1-1-1 0 0,1 1 1 0 0,0-1-1 0 0,0 0 1 0 0,0 1 0 0 0,1-1-1 0 0,0 0 1 0 0,-1 1-1 0 0,2-6 1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3:57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19 175 104 0 0,'-1'-2'3390'0'0,"-5"-10"864"0"0,-3-8 3929 0 0,6 8-5732 0 0,4 11-2406 0 0,-1 1 1 0 0,1-1-1 0 0,-1 0 0 0 0,1 0 0 0 0,0 1 0 0 0,-1-1 0 0 0,1 0 0 0 0,0 1 0 0 0,-1-1 0 0 0,1 1 1 0 0,0-1-1 0 0,0 1 0 0 0,0-1 0 0 0,0 1 0 0 0,-1-1 0 0 0,1 1 0 0 0,1-1 0 0 0,-1 1 45 0 0,19-8 105 0 0,-1 2 0 0 0,1 0 0 0 0,0 0 0 0 0,0 2 1 0 0,23-2-1 0 0,-14 2-79 0 0,106-20 455 0 0,95-13 1398 0 0,-156 26-384 0 0,-72 10-1487 0 0,18-1 134 0 0,1 0-839 0 0,-19 1 69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5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25 328 0 0,'-13'-25'14245'0'0,"39"26"-13541"0"0,34 4 0 0 0,232 9-638 0 0,-275-13-38 0 0,-14 0-26 0 0,28-1 379 0 0,-28 0 272 0 0,40 0 602 0 0,-40 0-1263 0 0,20 10-40 0 0,-14-5 32 0 0,0 1-1 0 0,0-1 1 0 0,-1 1-1 0 0,1 1 1 0 0,-2 0-1 0 0,13 12 1 0 0,-18-16 16 0 0,0 0 1 0 0,0 0 0 0 0,0 0 0 0 0,0 0 0 0 0,-1 1 0 0 0,1-1-1 0 0,-1 0 1 0 0,0 1 0 0 0,0-1 0 0 0,0 1 0 0 0,0 0 0 0 0,-1-1-1 0 0,0 1 1 0 0,1 0 0 0 0,-1-1 0 0 0,0 1 0 0 0,-1 0 0 0 0,1-1-1 0 0,-1 1 1 0 0,1 0 0 0 0,-3 5 0 0 0,-2 5 15 0 0,-1-1 0 0 0,0 0 1 0 0,-1-1-1 0 0,0 1 0 0 0,-1-1 0 0 0,0-1 1 0 0,-1 0-1 0 0,-17 18 0 0 0,-11 5 28 0 0,-46 34-1 0 0,33-29 13 0 0,7-4-140 0 0,43-35 84 0 0,-1 1 1 0 0,0-1 0 0 0,1 0-1 0 0,-1 0 1 0 0,1 1 0 0 0,-1-1 0 0 0,1 1-1 0 0,-1-1 1 0 0,1 0 0 0 0,0 1-1 0 0,-1-1 1 0 0,1 1 0 0 0,-1-1-1 0 0,1 1 1 0 0,0-1 0 0 0,-1 1 0 0 0,1-1-1 0 0,0 1 1 0 0,0 0 0 0 0,-1-1-1 0 0,1 1 1 0 0,0-1 0 0 0,0 1-1 0 0,0 0 1 0 0,0-1 0 0 0,0 1-1 0 0,0-1 1 0 0,0 1 0 0 0,0 0 0 0 0,0-1-1 0 0,0 2 1 0 0,1-1 2 0 0,0 0 0 0 0,-1 0 0 0 0,1 0 0 0 0,0 0 0 0 0,0 0 0 0 0,0 0 0 0 0,0 0 0 0 0,0 0 0 0 0,0 0 0 0 0,1-1 0 0 0,-1 1 0 0 0,0 0 0 0 0,2 0 0 0 0,41 14 62 0 0,-43-15-65 0 0,37 8 35 0 0,1-3-1 0 0,65 2 0 0 0,-8-1-9 0 0,-6 1-123 0 0,45 5-1899 0 0,-108-8-2723 0 0,33 10-1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5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0 2488 0 0,'-57'12'3563'0'0,"8"-1"1557"0"0,-66 21 0 0 0,113-31-4293 0 0,16 0 585 0 0,289-7 1346 0 0,47 0-2131 0 0,331 31-125 0 0,-659-24-742 0 0,-16-2 51 0 0,0 1 0 0 0,0 1 0 0 0,0-1-1 0 0,0 1 1 0 0,-1 0 0 0 0,1 0 0 0 0,10 4 0 0 0,-36 11-4209 0 0,-30 8-3463 0 0,27-16 1860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6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 1512 0 0,'-3'1'2116'0'0,"-19"8"1718"0"0,-57 25 2692 0 0,71-30-6223 0 0,1 0 0 0 0,-1 0 0 0 0,1 1 0 0 0,1 0 0 0 0,-1 1 0 0 0,1-1 0 0 0,-11 13 0 0 0,16-16-238 0 0,0-1-1 0 0,0 1 1 0 0,0-1 0 0 0,0 1-1 0 0,0 0 1 0 0,1-1 0 0 0,-1 1-1 0 0,0-1 1 0 0,1 1 0 0 0,0 0-1 0 0,-1 0 1 0 0,1-1 0 0 0,0 1-1 0 0,0 0 1 0 0,0 0-1 0 0,0-1 1 0 0,0 1 0 0 0,1 3-1 0 0,0-1 37 0 0,0-1 1 0 0,0 0-1 0 0,1 0 0 0 0,-1 0 0 0 0,1 0 0 0 0,0 0 0 0 0,0 0 0 0 0,0 0 0 0 0,3 3 0 0 0,5 4 219 0 0,0-1-1 0 0,1 0 0 0 0,19 13 1 0 0,-25-19-250 0 0,203 134 1554 0 0,-200-131-1473 0 0,0 0 0 0 0,-1 0 0 0 0,1 0-1 0 0,-1 1 1 0 0,0 0 0 0 0,-1 1-1 0 0,10 12 1 0 0,-15-18-67 0 0,0 1-1 0 0,0-1 1 0 0,1 1-1 0 0,-1 0 1 0 0,-1-1-1 0 0,1 1 1 0 0,0 0-1 0 0,-1-1 1 0 0,1 1-1 0 0,-1 0 1 0 0,0 0-1 0 0,0-1 1 0 0,0 1-1 0 0,0 0 1 0 0,0 0-1 0 0,-1 0 1 0 0,0-1-1 0 0,1 1 1 0 0,-1 0-1 0 0,0-1 1 0 0,0 1-1 0 0,0-1 1 0 0,0 1-1 0 0,-1-1 1 0 0,1 1-1 0 0,-1-1 1 0 0,1 0-1 0 0,-1 0 1 0 0,0 0-1 0 0,0 0 1 0 0,-3 2-1 0 0,0 1-75 0 0,-1 0 0 0 0,0-1-1 0 0,0 0 1 0 0,-1-1 0 0 0,1 1 0 0 0,-1-1 0 0 0,1 0-1 0 0,-1-1 1 0 0,0 0 0 0 0,0 0 0 0 0,-1 0 0 0 0,1-1-1 0 0,0 0 1 0 0,0 0 0 0 0,-1-1 0 0 0,1 0 0 0 0,0 0-1 0 0,-1-1 1 0 0,-13-3 0 0 0,13 3-602 0 0,-1-2 1 0 0,1 1-1 0 0,-1-1 0 0 0,1 0 1 0 0,0-1-1 0 0,0 0 1 0 0,-10-7-1 0 0,13 8-472 0 0,0-1 0 0 0,0 0-1 0 0,1 0 1 0 0,-1-1 0 0 0,1 1 0 0 0,0-1 0 0 0,0 0 0 0 0,0 0-1 0 0,1 0 1 0 0,-5-10 0 0 0,1-3-5710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06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0 212 1380 0 0,'1'-2'2840'0'0,"2"-6"49"0"0,0-1 1 0 0,1 1-1 0 0,8-12 1 0 0,-9 16-2626 0 0,1-1-1 0 0,-1 1 1 0 0,1 0 0 0 0,0 0 0 0 0,1 1 0 0 0,-1-1 0 0 0,1 1-1 0 0,0 0 1 0 0,-1 0 0 0 0,1 1 0 0 0,9-4 0 0 0,30-11 37 0 0,1 2 0 0 0,1 2 0 0 0,60-9 0 0 0,144-10-73 0 0,-232 30-205 0 0,191-16-621 0 0,-183 17-2912 0 0,-38 12-406 0 0,-6-5-130 0 0,-4-2-1879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11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41 244 0 0,'9'-15'6877'0'0,"8"-10"3352"0"0,-14 38-9577 0 0,-5-4-44 0 0,-4 208-64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11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 2336 0 0,'-73'17'6067'0'0,"-37"16"2795"0"0,110-33-8815 0 0,21 3 707 0 0,29 0-428 0 0,95-3-1044 0 0,271 34 0 0 0,-304-13-2195 0 0,-91-14-349 0 0,28 10-1 0 0,-27-6-1851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12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0 1348 0 0,'-6'16'9555'0'0,"-3"-3"-4284"0"0,-4 2-2972 0 0,-11 4-3284 0 0,-9 10 1411 0 0,30-26-381 0 0,-6 6 13 0 0,0 1 0 0 0,1 1 0 0 0,0-1 0 0 0,-12 23 0 0 0,19-31-27 0 0,0 1-1 0 0,-1-1 1 0 0,1 1 0 0 0,1-1-1 0 0,-1 1 1 0 0,0 0 0 0 0,1 0-1 0 0,-1-1 1 0 0,1 1 0 0 0,0 0-1 0 0,0 0 1 0 0,0-1 0 0 0,0 1-1 0 0,0 0 1 0 0,1 0 0 0 0,-1-1-1 0 0,1 1 1 0 0,0 0 0 0 0,0-1-1 0 0,0 1 1 0 0,0 0 0 0 0,0-1-1 0 0,1 1 1 0 0,-1-1 0 0 0,1 0-1 0 0,-1 0 1 0 0,1 1 0 0 0,0-1-1 0 0,3 3 1 0 0,16 11 226 0 0,1 0 0 0 0,1-1 0 0 0,0-2 0 0 0,1 0 0 0 0,26 9 0 0 0,23 14 67 0 0,-43-20-157 0 0,28 20 0 0 0,-51-32 15 0 0,-1 1 1 0 0,1 1 0 0 0,-1-1-1 0 0,0 1 1 0 0,0 0-1 0 0,0 0 1 0 0,-1 1 0 0 0,0 0-1 0 0,8 14 1 0 0,-12-18-68 0 0,0-1-1 0 0,0 1 1 0 0,-1 0 0 0 0,1-1 0 0 0,0 1 0 0 0,-1 0-1 0 0,0 0 1 0 0,1-1 0 0 0,-1 1 0 0 0,0 0 0 0 0,0 0-1 0 0,-1 0 1 0 0,1-1 0 0 0,-1 1 0 0 0,1 0 0 0 0,-1 0-1 0 0,-1 3 1 0 0,-1-2-3 0 0,1 0 1 0 0,0 0-1 0 0,-1 0 1 0 0,0-1-1 0 0,0 1 0 0 0,0-1 1 0 0,0 1-1 0 0,0-1 0 0 0,-7 5 1 0 0,-2-1 9 0 0,1 0 0 0 0,-1 0 0 0 0,-1-1 0 0 0,1-1 0 0 0,-1 0 1 0 0,-15 4-1 0 0,17-6-253 0 0,1-1 0 0 0,-1-1 0 0 0,1 1 0 0 0,-1-2 0 0 0,0 1 0 0 0,1-2 0 0 0,-1 1-1 0 0,0-1 1 0 0,1-1 0 0 0,-1 0 0 0 0,1 0 0 0 0,-18-8 0 0 0,22 8-342 0 0,0-1 0 0 0,0 0 0 0 0,1 0-1 0 0,-1 0 1 0 0,1-1 0 0 0,0 0 0 0 0,0 0-1 0 0,1 0 1 0 0,-1 0 0 0 0,1-1 0 0 0,0 0 0 0 0,0 0-1 0 0,0 0 1 0 0,1 0 0 0 0,0-1 0 0 0,0 1-1 0 0,0-1 1 0 0,1 0 0 0 0,-1 0 0 0 0,1 0-1 0 0,1 0 1 0 0,-2-10 0 0 0,0-37-6274 0 0,5 24 1246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12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1 224 312 0 0,'2'-6'2434'0'0,"1"-3"143"0"0,0 0 0 0 0,0 0 0 0 0,7-10 0 0 0,-8 16-2302 0 0,0-1 1 0 0,1 1-1 0 0,0 0 0 0 0,-1 0 1 0 0,1 0-1 0 0,1 0 1 0 0,-1 0-1 0 0,0 1 1 0 0,1 0-1 0 0,4-3 0 0 0,28-12 184 0 0,0 2 0 0 0,1 2 0 0 0,0 1 0 0 0,71-12 0 0 0,50-16-4627 0 0,-133 31 1908 0 0,-10 1-2211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12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58 229 1500 0 0,'-3'1'3170'0'0,"-11"0"-1898"0"0,11-1-137 0 0,-35 3 10549 0 0,280-33-10184 0 0,-148 21-1369 0 0,35-4-28 0 0,660-82 124 0 0,-767 92-212 0 0,1 0 28 0 0,0-1 0 0 0,0 0 0 0 0,0-2 0 0 0,34-14 1 0 0,-54 19-130 0 0,-1 0 0 0 0,0 0 1 0 0,0 0-1 0 0,0-1 0 0 0,0 1 1 0 0,0-1-1 0 0,0 1 0 0 0,0-1 1 0 0,0 0-1 0 0,-1 0 0 0 0,1 0 1 0 0,2-3-1 0 0,-13-19-7006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17 1172 0 0,'-8'-16'21002'0'0,"5"18"-21105"0"0,1 0 0 0 0,0 0 0 0 0,0 1 0 0 0,0-1 0 0 0,0 0 0 0 0,1 1 0 0 0,-1 0 0 0 0,0-1 0 0 0,1 1 0 0 0,0 0 0 0 0,0 0-1 0 0,0 0 1 0 0,-1 5 0 0 0,-10 49 416 0 0,10-43-368 0 0,-42 358 816 0 0,33-256-717 0 0,8-85-16 0 0,-5 77 175 0 0,8-103-139 0 0,-4 11-78 0 0,5-14 13 0 0,-1 0 4 0 0,-2 35-320 0 0,4-54-1551 0 0,1-26-9901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4:27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1009 1 600 0 0,'4'10'7689'0'0,"-4"-9"-7531"0"0,0-1-1 0 0,0 1 1 0 0,0 0-1 0 0,0 0 1 0 0,0-1-1 0 0,1 1 1 0 0,-1 0-1 0 0,0 0 1 0 0,0-1-1 0 0,1 1 1 0 0,-1 0-1 0 0,1-1 1 0 0,-1 1-1 0 0,0 0 1 0 0,1-1-1 0 0,-1 1 1 0 0,1-1-1 0 0,0 1 1 0 0,-1 0-1 0 0,1-1 1 0 0,-1 0-1 0 0,1 1 1 0 0,1 0-1 0 0,23 6 1541 0 0,-8-7-1409 0 0,31-1-1 0 0,-31-1 16 0 0,382 4 241 0 0,-362-1-553 0 0,-35-1 7 0 0,29 5-20 0 0,-25-4 19 0 0,-1 0 3 0 0,0-1-1 0 0,1 1 1 0 0,-1 0-1 0 0,0 1 1 0 0,1 0-1 0 0,-1-1 0 0 0,0 2 1 0 0,9 4-1 0 0,-10-5 8 0 0,0 1 1 0 0,-1 0-1 0 0,1-1 0 0 0,-1 1 0 0 0,1 0 0 0 0,-1 1 0 0 0,0-1 0 0 0,0 1 0 0 0,0-1 0 0 0,-1 1 0 0 0,1 0 0 0 0,-1 0 0 0 0,0 0 0 0 0,0 0 0 0 0,-1 0 0 0 0,2 6 0 0 0,2 1 67 0 0,3 12-10 0 0,-2 0 0 0 0,0 0 0 0 0,-1 0 1 0 0,3 43-1 0 0,-4 99 110 0 0,-4-118-111 0 0,-2 193-55 0 0,3 227 355 0 0,3 216 636 0 0,-37-181-440 0 0,-29-1-17 0 0,-2 22-106 0 0,-90 1166 427 0 0,69-513-78 0 0,-8 303-322 0 0,73-595-324 0 0,49-214-27 0 0,-1-28 533 0 0,-6 100-464 0 0,-8-198 13 0 0,-7-339-139 0 0,-7-190-44 0 0,2 38 126 0 0,-1-51-104 0 0,-1 1 198 0 0,1 0-1 0 0,-1 0 1 0 0,0 0-1 0 0,1 0 1 0 0,-1 0-1 0 0,-1 0 0 0 0,1 0 1 0 0,-1 4-1 0 0,-45 2-25 0 0,31-7-192 0 0,-273 27-623 0 0,183-22-103 0 0,-491 55-6964 0 0,404-39 864 0 0,88-11 237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4:36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0 976 636 0 0,'26'20'1239'0'0,"1"-1"-1"0"0,1-1 1 0 0,1-2 0 0 0,0-1-1 0 0,1-1 1 0 0,1-2 0 0 0,0-1-1 0 0,0-1 1 0 0,1-1 0 0 0,0-2-1 0 0,64 5 1 0 0,-86-11-757 0 0,1 0 1 0 0,0-1-1 0 0,-1 0 1 0 0,1-1-1 0 0,14-3 0 0 0,-18 2-304 0 0,-1 1-1 0 0,-1-2 1 0 0,1 1 0 0 0,0-1-1 0 0,0 0 1 0 0,-1 0-1 0 0,0 0 1 0 0,0-1 0 0 0,0 0-1 0 0,7-7 1 0 0,90-98 1067 0 0,-13 12-713 0 0,7 7-367 0 0,3 4-1 0 0,3 5 1 0 0,5 4 0 0 0,159-87 0 0 0,-116 86-256 0 0,3 6 0 0 0,318-100-1 0 0,-264 120-2416 0 0,-102 36-1334 0 0,-71 14-429 0 0,37 2 0 0 0,-55 2-1108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4:36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1838 1604 0 0,'-431'258'13812'0'0,"437"-262"-13660"0"0,0 1-1 0 0,-1-1 1 0 0,1-1-1 0 0,-1 1 0 0 0,6-8 1 0 0,11-8 41 0 0,200-157 640 0 0,294-178 0 0 0,1179-643-3266 0 0,-1024 611-5701 0 0,-454 261 2921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20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70 1216 0 0,'0'0'1542'0'0,"-3"-12"2627"0"0,-12-31 410 0 0,14 42-4301 0 0,1 0-267 0 0,-1 0-1 0 0,1 0 1 0 0,-1 0-1 0 0,1 0 0 0 0,-1 0 1 0 0,0 0-1 0 0,1 0 1 0 0,-1 0-1 0 0,0 0 0 0 0,0 0 1 0 0,-1-1-1 0 0,-1 19 24 0 0,0 0-1 0 0,1 1 1 0 0,1 32 0 0 0,-1 9 134 0 0,-10 98-26 0 0,-7 58-147 0 0,18-187-637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20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84 0 0,'12'-17'7792'0'0,"0"-3"702"0"0,-6 11-7877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21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908 43 800 0 0,'6'-7'12438'0'0,"-8"4"-12367"0"0,0 0-1 0 0,-1 1 1 0 0,0-1 0 0 0,1 0 0 0 0,-1 1 0 0 0,0 0-1 0 0,0 0 1 0 0,0-1 0 0 0,0 2 0 0 0,-1-1 0 0 0,1 0-1 0 0,-1 1 1 0 0,1-1 0 0 0,-1 1 0 0 0,1 0 0 0 0,-1 0-1 0 0,0 1 1 0 0,1-1 0 0 0,-7 1 0 0 0,0-1-78 0 0,0 1 0 0 0,0 0 0 0 0,0 1 0 0 0,-1 0 0 0 0,1 1 0 0 0,-10 3 0 0 0,-3 3-22 0 0,0 0-1 0 0,1 2 0 0 0,0 1 0 0 0,0 0 1 0 0,1 2-1 0 0,-38 30 0 0 0,54-39 23 0 0,1 0 0 0 0,-1 1 0 0 0,1-1 0 0 0,0 1 0 0 0,0 0 0 0 0,1 0 0 0 0,-1 1 0 0 0,1-1 0 0 0,0 1 0 0 0,1 0 0 0 0,-3 5 0 0 0,0 7-24 0 0,1-1 0 0 0,-4 26-1 0 0,2-6-6 0 0,6-31 40 0 0,0 0 0 0 0,0 0-1 0 0,0 0 1 0 0,2 11-1 0 0,1 10 23 0 0,-1 8 234 0 0,6 36 1 0 0,0 2 6 0 0,-7 351 1089 0 0,-34-1-504 0 0,30-390-828 0 0,-63 602 799 0 0,-29-2 349 0 0,59-442-878 0 0,-123 645 607 0 0,36 31 32 0 0,114-765-695 0 0,6 187-1 0 0,4-266-220 0 0,2-1-1 0 0,0 0 1 0 0,1 0-1 0 0,1 0 0 0 0,1-1 1 0 0,15 36-1 0 0,-17-49-10 0 0,0 0 0 0 0,0-1 0 0 0,1 1 0 0 0,0-1 0 0 0,0 0 0 0 0,0-1 0 0 0,1 1 0 0 0,0-1 0 0 0,1 0 0 0 0,-1-1 0 0 0,1 0 0 0 0,0 0 0 0 0,0 0 0 0 0,1 0 0 0 0,-1-1 0 0 0,1-1 0 0 0,0 1 0 0 0,0-1 0 0 0,0-1 0 0 0,12 3 0 0 0,2-2-71 0 0,0-1-1 0 0,1-1 1 0 0,-1-1-1 0 0,0-1 1 0 0,39-6-1 0 0,109-33-939 0 0,-147 34 818 0 0,104-31-2195 0 0,195-84 1 0 0,-37-22-4513 0 0,-145 62 574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22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75 1460 0 0,'-12'3'6961'0'0,"11"-3"-6869"0"0,1-1 1 0 0,-1 1-1 0 0,0 0 1 0 0,0 0-1 0 0,0 0 1 0 0,1-1-1 0 0,-1 1 1 0 0,0 0-1 0 0,0-1 1 0 0,1 1-1 0 0,-1-1 1 0 0,0 1-1 0 0,1-1 1 0 0,-1 1-1 0 0,1-1 1 0 0,-1 1-1 0 0,0-1 1 0 0,1 0 0 0 0,-1 1-1 0 0,1-1 1 0 0,0 0-1 0 0,-1 1 1 0 0,1-1-1 0 0,0 0 1 0 0,-1 0-1 0 0,1 1 1 0 0,0-1-1 0 0,0 0 1 0 0,-1 0-1 0 0,1 1 1 0 0,0-1-1 0 0,0 0 1 0 0,0 0-1 0 0,0 0 1 0 0,0 0-1 0 0,0 1 1 0 0,0-1-1 0 0,1 0 1 0 0,-1 0-1 0 0,0 0 1 0 0,2-3-58 0 0,0 1 0 0 0,0-1 0 0 0,1 1 0 0 0,-1 0 1 0 0,0 0-1 0 0,1 0 0 0 0,0 0 0 0 0,0 1 0 0 0,0-1 0 0 0,0 1 1 0 0,0-1-1 0 0,1 1 0 0 0,-1 0 0 0 0,1 0 0 0 0,-1 1 0 0 0,1-1 0 0 0,-1 1 1 0 0,1 0-1 0 0,0 0 0 0 0,0 0 0 0 0,7-1 0 0 0,-4 2-33 0 0,1-1-1 0 0,0 1 1 0 0,-1 0-1 0 0,1 0 1 0 0,0 1-1 0 0,-1 0 1 0 0,1 1-1 0 0,-1-1 1 0 0,0 1-1 0 0,15 6 1 0 0,-17-5 14 0 0,1-1 0 0 0,-1 1 0 0 0,1 0 0 0 0,-1 1 0 0 0,0-1 0 0 0,0 1 0 0 0,0 0 1 0 0,-1 0-1 0 0,1 1 0 0 0,-1 0 0 0 0,0-1 0 0 0,0 1 0 0 0,-1 0 0 0 0,1 1 0 0 0,-1-1 0 0 0,0 1 0 0 0,-1-1 0 0 0,1 1 1 0 0,-1 0-1 0 0,-1 0 0 0 0,1 0 0 0 0,-1 0 0 0 0,0 0 0 0 0,0 0 0 0 0,0 1 0 0 0,-1-1 0 0 0,0 0 0 0 0,0 0 0 0 0,-1 0 0 0 0,-1 10 1 0 0,-2-4 2 0 0,1 0 0 0 0,-2 0 0 0 0,1 0 0 0 0,-2-1 0 0 0,-10 19 0 0 0,-41 48 94 0 0,5-9-132 0 0,51-68 13 0 0,0 1 1 0 0,0-1 0 0 0,0 0-1 0 0,1 0 1 0 0,-1 1 0 0 0,0-1-1 0 0,1 0 1 0 0,-1 1-1 0 0,1-1 1 0 0,-1 1 0 0 0,1-1-1 0 0,0 1 1 0 0,0-1 0 0 0,0 0-1 0 0,0 1 1 0 0,0 2 0 0 0,0-3 4 0 0,0-1 1 0 0,1 1 0 0 0,-1 0 0 0 0,0 0-1 0 0,1-1 1 0 0,-1 1 0 0 0,1-1 0 0 0,-1 1-1 0 0,1 0 1 0 0,-1-1 0 0 0,1 1-1 0 0,0-1 1 0 0,-1 1 0 0 0,1-1 0 0 0,0 0-1 0 0,-1 1 1 0 0,1-1 0 0 0,0 1-1 0 0,-1-1 1 0 0,1 0 0 0 0,0 0 0 0 0,1 1-1 0 0,4 0 10 0 0,1 0 0 0 0,0-1 0 0 0,0 0 0 0 0,0 0 0 0 0,9-1 0 0 0,-6 0-19 0 0,173-20-1079 0 0,-2-15-4619 0 0,-160 31 4669 0 0,39-8-2378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22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27 1260 0 0,'2'-12'7905'0'0,"-2"12"-7804"0"0,0-1-1 0 0,0 1 1 0 0,0-1 0 0 0,0 0 0 0 0,0 1-1 0 0,-1-1 1 0 0,1 1 0 0 0,0-1 0 0 0,0 1-1 0 0,0-1 1 0 0,0 0 0 0 0,-1 1 0 0 0,1-1-1 0 0,0 1 1 0 0,0-1 0 0 0,-1 1 0 0 0,1 0-1 0 0,0-1 1 0 0,-1 1 0 0 0,1-1-1 0 0,-1 1 1 0 0,1-1 0 0 0,0 1 0 0 0,-1 0-1 0 0,1-1 1 0 0,-1 1 0 0 0,1 0 0 0 0,-1 0-1 0 0,1-1 1 0 0,-1 1 0 0 0,1 0 0 0 0,-1 0-1 0 0,1 0 1 0 0,-1 0 0 0 0,0-1 0 0 0,0 1-1 0 0,-2 0 2 0 0,0 0 0 0 0,0 1 0 0 0,0-1 0 0 0,0 1 0 0 0,0-1 0 0 0,0 1 0 0 0,1 0 0 0 0,-4 1 0 0 0,-9 5-48 0 0,-27 16 1 0 0,29-15-2 0 0,-37 26 40 0 0,46-31-98 0 0,0 0 0 0 0,0 0 1 0 0,1 1-1 0 0,-1 0 1 0 0,1 0-1 0 0,0 0 1 0 0,0 0-1 0 0,1 0 1 0 0,-4 7-1 0 0,5-9 8 0 0,1-1 0 0 0,-1 1-1 0 0,1 0 1 0 0,-1-1 0 0 0,1 1-1 0 0,0-1 1 0 0,0 1 0 0 0,0 0-1 0 0,0-1 1 0 0,0 1 0 0 0,0-1-1 0 0,0 1 1 0 0,0 0 0 0 0,1-1-1 0 0,-1 1 1 0 0,1-1 0 0 0,-1 1-1 0 0,1-1 1 0 0,0 1 0 0 0,1 1-1 0 0,0 0 2 0 0,0 0 0 0 0,1 0 0 0 0,-1 0-1 0 0,1 0 1 0 0,0-1 0 0 0,0 1 0 0 0,0-1-1 0 0,5 3 1 0 0,5 2 2 0 0,1 0 1 0 0,0-1-1 0 0,19 6 1 0 0,32 7 55 0 0,-31-10 24 0 0,0 1 1 0 0,62 30-1 0 0,-93-39-14 0 0,0 1 1 0 0,0 0-1 0 0,-1-1 1 0 0,1 1-1 0 0,0 0 1 0 0,-1 1-1 0 0,1-1 1 0 0,-1 0-1 0 0,0 1 1 0 0,1-1-1 0 0,-1 1 1 0 0,0 0-1 0 0,-1 0 0 0 0,1 0 1 0 0,0 0-1 0 0,-1 0 1 0 0,0 0-1 0 0,0 0 1 0 0,0 0-1 0 0,0 1 1 0 0,0-1-1 0 0,0 0 1 0 0,-1 5-1 0 0,0-4 33 0 0,0 1 0 0 0,-1-1 0 0 0,0 1 0 0 0,0-1 0 0 0,0 0 0 0 0,-1 1 0 0 0,1-1 0 0 0,-1 0 0 0 0,0 0 0 0 0,0 0 0 0 0,0 0 0 0 0,-1 0 1 0 0,1-1-1 0 0,-1 1 0 0 0,0-1 0 0 0,0 0 0 0 0,-5 4 0 0 0,-1 2 10 0 0,-1-1 1 0 0,-1-1 0 0 0,1 0 0 0 0,-1 0-1 0 0,-1-1 1 0 0,1 0 0 0 0,-14 4-1 0 0,18-7-216 0 0,1-1-1 0 0,-1 0 1 0 0,0-1-1 0 0,0 0 1 0 0,0 0-1 0 0,0 0 1 0 0,0-1-1 0 0,0 0 1 0 0,0 0-1 0 0,-1 0 1 0 0,1-1-1 0 0,0-1 1 0 0,0 1-1 0 0,-9-4 1 0 0,13 4-217 0 0,0-1 1 0 0,0 1-1 0 0,0-1 0 0 0,1 0 1 0 0,-1 0-1 0 0,0 0 0 0 0,1-1 1 0 0,-1 1-1 0 0,1 0 0 0 0,0-1 1 0 0,0 1-1 0 0,0-1 0 0 0,-3-6 1 0 0,3 5-680 0 0,0 0 1 0 0,0 0-1 0 0,1 0 1 0 0,0-1 0 0 0,-2-7-1 0 0,1-7-3662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23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78 496 0 0,'0'0'2184'0'0,"1"-25"7860"0"0,1 17-8481 0 0,0 6-1463 0 0,1 0-1 0 0,0 0 0 0 0,0 0 0 0 0,0 0 0 0 0,1 1 1 0 0,-1 0-1 0 0,0-1 0 0 0,1 1 0 0 0,3-1 0 0 0,39-6 133 0 0,-31 5-141 0 0,40-5-108 0 0,1 2-1 0 0,106 3 1 0 0,-26 12-2368 0 0,2 5-3512 0 0,-113-11 4352 0 0,17 0-1774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23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75 920 0 0,'-23'-11'9070'0'0,"22"11"-8725"0"0,-1-1 0 0 0,1 0 0 0 0,-1 0 0 0 0,1 0 0 0 0,-1 0 0 0 0,1 0 0 0 0,-1 0 0 0 0,1 0 0 0 0,0-1 0 0 0,-1 1 0 0 0,1 0 0 0 0,0-1 0 0 0,0 1 0 0 0,0-1 0 0 0,0 1 0 0 0,0-1 0 0 0,1 0-1 0 0,-1 1 1 0 0,0-4 0 0 0,0 4-317 0 0,1 0-1 0 0,0 0 0 0 0,1 1 0 0 0,-1-1 0 0 0,0 0 0 0 0,0 0 0 0 0,0 0 0 0 0,0 1 0 0 0,1-1 1 0 0,-1 0-1 0 0,0 0 0 0 0,1 1 0 0 0,-1-1 0 0 0,0 0 0 0 0,1 1 0 0 0,-1-1 0 0 0,1 0 0 0 0,-1 1 1 0 0,2-2-1 0 0,0 1 9 0 0,0-1 0 0 0,0 1 1 0 0,0 0-1 0 0,0 0 0 0 0,0 0 1 0 0,1 0-1 0 0,-1 0 0 0 0,0 0 1 0 0,4-1-1 0 0,3 0-21 0 0,0 0 1 0 0,0 1-1 0 0,0 0 1 0 0,0 0-1 0 0,0 1 1 0 0,0 0-1 0 0,11 1 1 0 0,-12 0-15 0 0,0 1 0 0 0,0 0 1 0 0,-1 0-1 0 0,1 1 0 0 0,-1 0 0 0 0,14 7 1 0 0,-19-9 4 0 0,1 1 1 0 0,-1 0 0 0 0,0 0-1 0 0,0 0 1 0 0,0 0 0 0 0,-1 0 0 0 0,1 0-1 0 0,0 0 1 0 0,-1 0 0 0 0,1 1-1 0 0,-1-1 1 0 0,0 0 0 0 0,0 1-1 0 0,0 0 1 0 0,0-1 0 0 0,0 1-1 0 0,-1-1 1 0 0,1 1 0 0 0,-1 0 0 0 0,0 0-1 0 0,1-1 1 0 0,-1 1 0 0 0,-1 5-1 0 0,0-2 13 0 0,0 0-1 0 0,0 0 0 0 0,-1 0 0 0 0,0 0 0 0 0,0 0 0 0 0,0 0 1 0 0,-1-1-1 0 0,0 1 0 0 0,0-1 0 0 0,-7 10 0 0 0,-6 4 54 0 0,-26 25 0 0 0,-1 1-92 0 0,42-43-10 0 0,2 1-6 0 0,-1-3 35 0 0,0 1 0 0 0,0-1 0 0 0,0 0 0 0 0,0 1 0 0 0,0-1 0 0 0,1 0 0 0 0,-1 1 0 0 0,0-1 0 0 0,0 0 0 0 0,0 1 0 0 0,0-1 0 0 0,0 0 0 0 0,0 1 0 0 0,0-1 0 0 0,1 0 0 0 0,-1 0 0 0 0,0 1 0 0 0,0-1 0 0 0,0 0 0 0 0,1 0 0 0 0,-1 1 0 0 0,0-1 0 0 0,0 0 0 0 0,1 0 0 0 0,-1 1 0 0 0,80 26-115 0 0,-60-22 115 0 0,-1 2 1 0 0,1 0-1 0 0,-1 0 1 0 0,-1 2-1 0 0,27 16 1 0 0,-33-16 9 0 0,-7-7 47 0 0,0 1 0 0 0,-1 0 0 0 0,1 1 0 0 0,-1-1 0 0 0,0 1 0 0 0,0 0 0 0 0,0 0 0 0 0,-1 0-1 0 0,1 0 1 0 0,-1 1 0 0 0,0-1 0 0 0,0 1 0 0 0,4 9 0 0 0,-7-12-19 0 0,0-1 1 0 0,0 1-1 0 0,0 0 1 0 0,0-1-1 0 0,0 1 1 0 0,0-1-1 0 0,0 1 0 0 0,-1 0 1 0 0,1-1-1 0 0,-1 1 1 0 0,1-1-1 0 0,-1 1 0 0 0,1-1 1 0 0,-1 1-1 0 0,0-1 1 0 0,0 0-1 0 0,0 1 1 0 0,-1 1-1 0 0,-19 21 520 0 0,21-24-542 0 0,-7 6 73 0 0,1-1-1 0 0,-1 0 1 0 0,0 0 0 0 0,0-1-1 0 0,0 0 1 0 0,-1 0-1 0 0,1-1 1 0 0,-1 0 0 0 0,0 0-1 0 0,0-1 1 0 0,0 0 0 0 0,-12 2-1 0 0,-10-1 49 0 0,0-1-1 0 0,-33-2 0 0 0,29-1-43 0 0,29 1-193 0 0,-1 0-1 0 0,1 0 0 0 0,0-1 0 0 0,0 0 0 0 0,0 0 1 0 0,0 0-1 0 0,0-1 0 0 0,-7-3 0 0 0,11 5-51 0 0,0 0 0 0 0,0 0-1 0 0,1-1 1 0 0,-1 1-1 0 0,0-1 1 0 0,1 1 0 0 0,-1 0-1 0 0,0-1 1 0 0,1 1 0 0 0,-1-1-1 0 0,0 0 1 0 0,1 1 0 0 0,-1-1-1 0 0,1 1 1 0 0,-1-1-1 0 0,1 0 1 0 0,-1 0 0 0 0,1 0 62 0 0,0 1 1 0 0,0-1 0 0 0,0 1-1 0 0,0-1 1 0 0,0 1 0 0 0,0-1-1 0 0,0 1 1 0 0,0 0 0 0 0,0-1-1 0 0,0 1 1 0 0,0-1 0 0 0,0 1-1 0 0,1-1 1 0 0,-1 1 0 0 0,0-1-1 0 0,0 1 1 0 0,0 0 0 0 0,1-1-1 0 0,-1 1 1 0 0,0 0 0 0 0,1-1-1 0 0,23-16-5329 0 0,-4 5-3005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24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348 144 1760 0 0,'-2'-3'907'0'0,"-1"0"0"0"0,1 0-1 0 0,-1 0 1 0 0,1 0 0 0 0,0 0-1 0 0,0 0 1 0 0,0-1 0 0 0,1 1-1 0 0,-1-1 1 0 0,1 1 0 0 0,0-1-1 0 0,0 0 1 0 0,0 1 0 0 0,0-8-1 0 0,1 7-679 0 0,0 0 0 0 0,0 1 0 0 0,0-1-1 0 0,1 0 1 0 0,0 0 0 0 0,-1 0 0 0 0,1 1 0 0 0,1-1 0 0 0,-1 0-1 0 0,1 1 1 0 0,-1 0 0 0 0,1-1 0 0 0,0 1 0 0 0,3-4-1 0 0,-3 4-197 0 0,1 1-1 0 0,0-1 1 0 0,-1 1-1 0 0,1 0 1 0 0,0 0-1 0 0,0 0 1 0 0,0 0-1 0 0,0 0 0 0 0,1 1 1 0 0,-1-1-1 0 0,0 1 1 0 0,1 0-1 0 0,-1 0 1 0 0,1 0-1 0 0,-1 1 1 0 0,1-1-1 0 0,-1 1 1 0 0,1 0-1 0 0,0 0 0 0 0,-1 0 1 0 0,1 0-1 0 0,-1 1 1 0 0,6 1-1 0 0,-3-1-22 0 0,-1 0-1 0 0,1 0 0 0 0,-1 1 1 0 0,0 0-1 0 0,1 0 0 0 0,-1 1 1 0 0,0-1-1 0 0,0 1 0 0 0,0 0 1 0 0,-1 1-1 0 0,1-1 0 0 0,-1 1 0 0 0,1 0 1 0 0,3 5-1 0 0,-5-5 10 0 0,0 0-1 0 0,0 0 1 0 0,-1 0-1 0 0,0 1 1 0 0,0-1 0 0 0,0 1-1 0 0,-1 0 1 0 0,1-1-1 0 0,-1 1 1 0 0,0 0-1 0 0,0 0 1 0 0,-1 0 0 0 0,1 8-1 0 0,-3 1 36 0 0,1-1-1 0 0,-2 1 1 0 0,-5 19-1 0 0,-3 14 104 0 0,11-46-128 0 0,-1 1 1 0 0,-1 5 5 0 0,2-6-33 0 0,0 0 0 0 0,-1 1-1 0 0,1-1 1 0 0,0 1 0 0 0,0-1 0 0 0,0 0 0 0 0,0 1 0 0 0,0-1-1 0 0,0 0 1 0 0,1 1 0 0 0,-1-1 0 0 0,0 0 0 0 0,1 1 0 0 0,-1-1-1 0 0,1 0 1 0 0,-1 1 0 0 0,1-1 0 0 0,0 0 0 0 0,0 0 0 0 0,-1 0-1 0 0,1 0 1 0 0,0 0 0 0 0,0 0 0 0 0,0 0 0 0 0,2 2 0 0 0,4 2 5 0 0,0 0-1 0 0,0 0 1 0 0,10 5 0 0 0,3 2-1 0 0,-15-8 21 0 0,21 15 66 0 0,37 36 0 0 0,-56-48 8 0 0,-1-1 0 0 0,-1 1-1 0 0,1 0 1 0 0,-1 1-1 0 0,0-1 1 0 0,-1 1 0 0 0,1 0-1 0 0,-2 0 1 0 0,1 0 0 0 0,3 16-1 0 0,-6-21 21 0 0,-1 0 0 0 0,1 1 0 0 0,-1-1 0 0 0,0 0 0 0 0,0 0 0 0 0,0 0 0 0 0,-1 0 0 0 0,1 0 0 0 0,-1 0 0 0 0,0 0 0 0 0,0 0 0 0 0,0 0 0 0 0,0 0 0 0 0,-2 5 1 0 0,-1-3 42 0 0,1 0 0 0 0,0 0 1 0 0,-1 0-1 0 0,0-1 0 0 0,0 0 1 0 0,-1 1-1 0 0,-5 3 0 0 0,-3 2 132 0 0,-1-1 0 0 0,-1-1 0 0 0,0 0 0 0 0,-24 9-1 0 0,11-7-111 0 0,-1-2-1 0 0,1-1 0 0 0,-2-1 0 0 0,1-1 0 0 0,-1-1 1 0 0,-57-2-1 0 0,-46-13-983 0 0,3-15-3714 0 0,92 13 429 0 0,22 8 1094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26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99 164 0 0,'19'-35'8742'0'0,"-15"30"-8588"0"0,1 0-1 0 0,-1 0 1 0 0,1 0 0 0 0,0 0-1 0 0,0 1 1 0 0,1 0 0 0 0,-1 0-1 0 0,1 0 1 0 0,0 1 0 0 0,0 0-1 0 0,0 0 1 0 0,0 1 0 0 0,1-1-1 0 0,-1 1 1 0 0,1 1 0 0 0,6-2-1 0 0,-3 2-109 0 0,0 0 0 0 0,-1 1-1 0 0,1 0 1 0 0,0 1-1 0 0,0 0 1 0 0,0 0-1 0 0,-1 1 1 0 0,1 0 0 0 0,0 1-1 0 0,12 5 1 0 0,-11-3-77 0 0,0 0 1 0 0,-1 1-1 0 0,1 0 1 0 0,-1 1-1 0 0,-1 0 1 0 0,1 0-1 0 0,-1 1 1 0 0,12 14-1 0 0,-16-16 56 0 0,1 0 0 0 0,-2 0-1 0 0,1 1 1 0 0,-1 0 0 0 0,0 0 0 0 0,-1 0-1 0 0,1 1 1 0 0,-1-1 0 0 0,-1 1 0 0 0,0 0 0 0 0,0 0-1 0 0,2 14 1 0 0,-4-9 33 0 0,-1 0-1 0 0,0 0 1 0 0,-1-1-1 0 0,0 1 1 0 0,-1 0-1 0 0,0-1 1 0 0,-1 1-1 0 0,0-1 1 0 0,-1 0-1 0 0,-1 0 1 0 0,0-1 0 0 0,0 1-1 0 0,-12 13 1 0 0,-3 3 297 0 0,-1-1 0 0 0,-2 0 0 0 0,-44 38 0 0 0,-91 63 1711 0 0,157-127-2054 0 0,-10 9 183 0 0,12-10-191 0 0,0 0 1 0 0,0 1 0 0 0,0-1-1 0 0,0 0 1 0 0,-1 0-1 0 0,1 0 1 0 0,0 1 0 0 0,0-1-1 0 0,0 0 1 0 0,0 0-1 0 0,0 1 1 0 0,0-1 0 0 0,0 0-1 0 0,0 1 1 0 0,0-1-1 0 0,0 0 1 0 0,0 0 0 0 0,0 1-1 0 0,0-1 1 0 0,0 0-1 0 0,0 0 1 0 0,0 1 0 0 0,0-1-1 0 0,0 0 1 0 0,0 0-1 0 0,0 1 1 0 0,0-1 0 0 0,0 0-1 0 0,1 0 1 0 0,-1 1-1 0 0,0-1 1 0 0,0 0-1 0 0,0 0 1 0 0,0 0 0 0 0,1 1-1 0 0,-1-1 1 0 0,0 0-1 0 0,0 0 1 0 0,0 0 0 0 0,1 1-1 0 0,0-1 0 0 0,0 0 0 0 0,0 0-1 0 0,0 0 1 0 0,0 0 0 0 0,1 0-1 0 0,-1 0 1 0 0,0 0 0 0 0,0 0-1 0 0,0 0 1 0 0,0 0 0 0 0,0-1-1 0 0,0 1 1 0 0,0 0 0 0 0,0-1-1 0 0,2 0 1 0 0,-1 0 1 0 0,269-51-627 0 0,-90 25-2609 0 0,-31 5-2654 0 0,-89 12 1441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27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56 136 1940 0 0,'-6'-3'1439'0'0,"0"-1"1"0"0,1 1-1 0 0,0-1 0 0 0,0 0 1 0 0,-8-8-1 0 0,11 11-1294 0 0,1 0-1 0 0,0-1 1 0 0,-1 1-1 0 0,1-1 1 0 0,0 1 0 0 0,0-1-1 0 0,0 1 1 0 0,0-1-1 0 0,0 1 1 0 0,1-1-1 0 0,-1 0 1 0 0,0 1 0 0 0,1-1-1 0 0,-1 0 1 0 0,1 0-1 0 0,0 0 1 0 0,0 1 0 0 0,0-1-1 0 0,-1 0 1 0 0,1 0-1 0 0,1 0 1 0 0,-1 0 0 0 0,0 1-1 0 0,0-1 1 0 0,2-3-1 0 0,0 1-91 0 0,1 0-1 0 0,-1 0 0 0 0,1 0 0 0 0,1 0 0 0 0,-1 0 1 0 0,0 1-1 0 0,1-1 0 0 0,0 1 0 0 0,-1 0 0 0 0,1 0 1 0 0,1 1-1 0 0,-1-1 0 0 0,0 1 0 0 0,1 0 0 0 0,-1 0 1 0 0,1 0-1 0 0,-1 0 0 0 0,1 1 0 0 0,0 0 0 0 0,0 0 1 0 0,0 0-1 0 0,7 1 0 0 0,-9-1-44 0 0,1 1-1 0 0,0 0 1 0 0,0 0-1 0 0,0 1 1 0 0,-1-1-1 0 0,1 1 1 0 0,0 0-1 0 0,0 0 1 0 0,-1 0-1 0 0,1 0 1 0 0,-1 1-1 0 0,1-1 1 0 0,-1 1-1 0 0,0 0 1 0 0,0 0-1 0 0,1 0 1 0 0,-1 1-1 0 0,0-1 1 0 0,-1 1-1 0 0,1-1 1 0 0,0 1-1 0 0,-1 0 1 0 0,0 0-1 0 0,0 0 1 0 0,0 0-1 0 0,0 1 1 0 0,0-1-1 0 0,0 0 1 0 0,-1 1-1 0 0,2 6 1 0 0,-1-3 8 0 0,-1 1 1 0 0,0-1-1 0 0,0 1 1 0 0,-1-1-1 0 0,0 1 1 0 0,0-1-1 0 0,-1 1 1 0 0,1-1-1 0 0,-4 10 1 0 0,-2 6 42 0 0,-16 35 0 0 0,16-44-32 0 0,-14 28 167 0 0,19-41-149 0 0,0 1 29 0 0,0-1 0 0 0,1 1-1 0 0,-1-1 1 0 0,1 1 0 0 0,-1 0-1 0 0,1-1 1 0 0,0 1 0 0 0,-1 0-1 0 0,1-1 1 0 0,0 1 0 0 0,0 2-1 0 0,8-4-70 0 0,-1 0 0 0 0,1 0 0 0 0,-1 1 0 0 0,0 0 0 0 0,1 0 0 0 0,-1 1 0 0 0,0-1 0 0 0,0 2 0 0 0,0-1 0 0 0,0 1 1 0 0,-1 0-1 0 0,1 1 0 0 0,9 6 0 0 0,-6-4 34 0 0,-1 1 0 0 0,0 0 1 0 0,0 1-1 0 0,-1 0 0 0 0,0 0 1 0 0,0 1-1 0 0,-1 0 1 0 0,9 14-1 0 0,-14-19 11 0 0,-1 0 0 0 0,1 0 0 0 0,-1-1 0 0 0,1 1 1 0 0,-1 0-1 0 0,0 1 0 0 0,-1-1 0 0 0,1 0 0 0 0,-1 0 0 0 0,1 0 0 0 0,-1 0 0 0 0,-1 1 0 0 0,1-1 1 0 0,-1 0-1 0 0,1 0 0 0 0,-1 0 0 0 0,0 0 0 0 0,-1 0 0 0 0,1 0 0 0 0,-1 0 0 0 0,1 0 1 0 0,-1-1-1 0 0,0 1 0 0 0,-1 0 0 0 0,1-1 0 0 0,-1 0 0 0 0,-5 6 0 0 0,2-2 43 0 0,0-1 1 0 0,-1 1-1 0 0,0-1 0 0 0,0-1 0 0 0,-1 1 0 0 0,0-1 1 0 0,1-1-1 0 0,-2 0 0 0 0,1 0 0 0 0,0 0 0 0 0,-17 4 1 0 0,11-5-116 0 0,-1-1 0 0 0,1 0 0 0 0,-1-1 0 0 0,1 0 1 0 0,-1-1-1 0 0,1-1 0 0 0,-1 0 0 0 0,-20-5 0 0 0,34 5-166 0 0,-1 1-1 0 0,1 0 0 0 0,0 0 0 0 0,0-1 0 0 0,-1 1 0 0 0,1-1 0 0 0,0 1 0 0 0,0-1 0 0 0,0 0 0 0 0,0 1 0 0 0,0-1 0 0 0,0 0 0 0 0,-2-1 0 0 0,3 2 85 0 0,0-1 0 0 0,0 1 0 0 0,-1-1 0 0 0,1 1-1 0 0,0-1 1 0 0,0 1 0 0 0,-1-1 0 0 0,1 1 0 0 0,0-1 0 0 0,0 1 0 0 0,0-1 0 0 0,0 1 0 0 0,0-1 0 0 0,0 1 0 0 0,0-1-1 0 0,0 1 1 0 0,0-1 0 0 0,0 1 0 0 0,0-1 0 0 0,0 0 0 0 0,1 0 0 0 0,-1-1-489 0 0,2 0 0 0 0,-1 0 0 0 0,0 0 0 0 0,0 0 0 0 0,0 0-1 0 0,1 1 1 0 0,-1-1 0 0 0,1 0 0 0 0,0 1 0 0 0,-1-1 0 0 0,4-1 0 0 0,9-7-4661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27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25 116 1408 0 0,'-2'-3'721'0'0,"-1"-1"0"0"0,1 1 0 0 0,0 0 0 0 0,-1-1-1 0 0,1 1 1 0 0,1-1 0 0 0,-1 0 0 0 0,0 1 0 0 0,1-1 0 0 0,0 0 0 0 0,0 0-1 0 0,0 0 1 0 0,1 0 0 0 0,-1-5 0 0 0,1 7-647 0 0,0 0 0 0 0,0 0 0 0 0,0 0 0 0 0,0 0 0 0 0,0 0 0 0 0,1-1 1 0 0,-1 1-1 0 0,1 0 0 0 0,-1 0 0 0 0,1 0 0 0 0,0 0 0 0 0,0 1 0 0 0,0-1 0 0 0,0 0 0 0 0,0 0 0 0 0,0 0 0 0 0,1 1 0 0 0,-1-1 0 0 0,0 1 0 0 0,1-1 1 0 0,-1 1-1 0 0,1-1 0 0 0,0 1 0 0 0,0 0 0 0 0,-1 0 0 0 0,1 0 0 0 0,0 0 0 0 0,0 0 0 0 0,0 0 0 0 0,3 0 0 0 0,1-1-51 0 0,0 1 0 0 0,0 1 0 0 0,0-1 0 0 0,0 1-1 0 0,0 0 1 0 0,0 0 0 0 0,0 1 0 0 0,0 0 0 0 0,0 0 0 0 0,0 0-1 0 0,0 1 1 0 0,-1 0 0 0 0,1 0 0 0 0,0 0 0 0 0,-1 1 0 0 0,1 0-1 0 0,4 4 1 0 0,-6-5-5 0 0,0 0-1 0 0,-1 1 1 0 0,0-1 0 0 0,1 1-1 0 0,-1 0 1 0 0,0 0 0 0 0,0 1-1 0 0,0-1 1 0 0,-1 1 0 0 0,1-1-1 0 0,-1 1 1 0 0,0 0-1 0 0,0 0 1 0 0,0 0 0 0 0,-1 0-1 0 0,1 0 1 0 0,-1 0 0 0 0,0 0-1 0 0,0 1 1 0 0,0-1 0 0 0,-1 0-1 0 0,0 1 1 0 0,1-1-1 0 0,-1 0 1 0 0,-1 6 0 0 0,-1 0 7 0 0,0-1-1 0 0,-1 1 1 0 0,0-1 0 0 0,0 1 0 0 0,-1-1 0 0 0,-8 14 0 0 0,-7 10 1116 0 0,17-30-815 0 0,0-1-306 0 0,21 2 673 0 0,-9-1-691 0 0,0 0 1 0 0,-1 0 0 0 0,1 0-1 0 0,-1 1 1 0 0,0 1-1 0 0,13 8 1 0 0,51 40 20 0 0,-52-36-21 0 0,-14-12 98 0 0,0 1-1 0 0,0 1 0 0 0,0-1 1 0 0,-1 1-1 0 0,0 1 0 0 0,-1-1 1 0 0,0 1-1 0 0,0 0 0 0 0,0 0 1 0 0,-1 0-1 0 0,0 1 1 0 0,3 9-1 0 0,-6-14-56 0 0,0-1 0 0 0,-1 1 0 0 0,1 0 0 0 0,0 0 0 0 0,-1-1 0 0 0,0 1 0 0 0,0 0 1 0 0,0 0-1 0 0,-1 0 0 0 0,1-1 0 0 0,-1 1 0 0 0,0 0 0 0 0,0 0 0 0 0,0-1 0 0 0,0 1 0 0 0,-1-1 0 0 0,1 1 0 0 0,-1-1 0 0 0,0 0 1 0 0,0 1-1 0 0,0-1 0 0 0,0 0 0 0 0,-1 0 0 0 0,0-1 0 0 0,1 1 0 0 0,-1 0 0 0 0,0-1 0 0 0,0 0 0 0 0,0 1 0 0 0,0-1 0 0 0,-7 3 1 0 0,0-1 41 0 0,0 1 1 0 0,-1-1 0 0 0,1-1-1 0 0,-1 0 1 0 0,0 0 0 0 0,0-1-1 0 0,0-1 1 0 0,0 0 0 0 0,0 0 0 0 0,-1-1-1 0 0,1 0 1 0 0,-20-4 0 0 0,5-1-415 0 0,0-2 0 0 0,0 0 1 0 0,1-1-1 0 0,-28-14 0 0 0,52 22 180 0 0,1 0 1 0 0,-1-1-1 0 0,1 1 0 0 0,0 0 1 0 0,-1 0-1 0 0,1 0 0 0 0,-1-1 1 0 0,1 1-1 0 0,0 0 0 0 0,-1 0 1 0 0,1-1-1 0 0,-2 0-594 0 0,2 0 594 0 0,0 1 0 0 0,0-1 0 0 0,-1 1 1 0 0,1 0-1 0 0,0-1 0 0 0,0 1 1 0 0,0-1-1 0 0,0 1 0 0 0,0-1 1 0 0,0 1-1 0 0,-1-1 0 0 0,1 1 1 0 0,0 0-1 0 0,0-1 0 0 0,0 1 1 0 0,1-1-1 0 0,-1 1 0 0 0,0-1 0 0 0,0 0 1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28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97 552 0 0,'-1'-19'6120'0'0,"-3"-30"0"0"0,3 47-5477 0 0,-5-24 3735 0 0,2 39-4332 0 0,0 0 1 0 0,1 0-1 0 0,1 0 0 0 0,0 0 1 0 0,0 1-1 0 0,1 17 1 0 0,-2 13 92 0 0,2-29-101 0 0,-1 0 1 0 0,2 0-1 0 0,0 1 1 0 0,1-1-1 0 0,1 0 1 0 0,0 1-1 0 0,6 20 1 0 0,-7-31-23 0 0,1 0 0 0 0,0 0 0 0 0,0 0 1 0 0,1 0-1 0 0,-1 0 0 0 0,1-1 0 0 0,0 1 1 0 0,0-1-1 0 0,1 1 0 0 0,-1-1 0 0 0,1 0 1 0 0,0-1-1 0 0,0 1 0 0 0,0-1 0 0 0,0 1 1 0 0,1-1-1 0 0,-1-1 0 0 0,1 1 1 0 0,0-1-1 0 0,0 1 0 0 0,0-1 0 0 0,0-1 1 0 0,0 1-1 0 0,6 0 0 0 0,-3-1 8 0 0,-1 0 0 0 0,1 0 0 0 0,-1-1 0 0 0,1 0 0 0 0,0-1 0 0 0,-1 1 0 0 0,1-1 0 0 0,-1-1 0 0 0,0 0 0 0 0,1 0 0 0 0,-1 0 0 0 0,0-1 0 0 0,0 0 0 0 0,0 0 0 0 0,-1-1 0 0 0,1 0 0 0 0,-1 0 0 0 0,0 0 0 0 0,0-1 0 0 0,0 0 0 0 0,-1 0 0 0 0,10-12 1 0 0,5-8 625 0 0,-2-1 1 0 0,-1 0-1 0 0,-2-1 1 0 0,15-34 0 0 0,-17 35 608 0 0,-12 24-1153 0 0,0-5 6 0 0,1 10-120 0 0,0 17-3 0 0,-19 129 286 0 0,0-11-155 0 0,8 9-519 0 0,0 12-3710 0 0,-3-55-5139 0 0,7-70 758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30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88 68 0 0,'-1'-1'384'0'0,"0"1"-1"0"0,0-1 1 0 0,0 1-1 0 0,-1-1 1 0 0,1 0-1 0 0,0 1 1 0 0,0-1 0 0 0,0 0-1 0 0,0 0 1 0 0,0 0-1 0 0,1 0 1 0 0,-1 0 0 0 0,0 0-1 0 0,0 0 1 0 0,1 0-1 0 0,-1 0 1 0 0,0-1-1 0 0,1 1 1 0 0,-1 0 0 0 0,1 0-1 0 0,0-1 1 0 0,-1 1-1 0 0,1 0 1 0 0,0 0-1 0 0,0-1 1 0 0,0-1 0 0 0,0 1-209 0 0,1 0 1 0 0,0-1-1 0 0,0 1 1 0 0,0 0-1 0 0,0-1 0 0 0,0 1 1 0 0,1 0-1 0 0,-1 0 1 0 0,1 0-1 0 0,-1 0 1 0 0,1 0-1 0 0,0 1 1 0 0,3-4-1 0 0,-2 2-101 0 0,0 1 0 0 0,0-1 0 0 0,1 1-1 0 0,-1-1 1 0 0,1 1 0 0 0,-1 0 0 0 0,1 1-1 0 0,0-1 1 0 0,0 1 0 0 0,0-1 0 0 0,0 1 0 0 0,0 0-1 0 0,0 0 1 0 0,0 1 0 0 0,0 0 0 0 0,0-1-1 0 0,8 2 1 0 0,-9-1-59 0 0,0 1 0 0 0,0 0 0 0 0,0 0 0 0 0,-1 0 0 0 0,1 0 0 0 0,0 0 0 0 0,0 1 0 0 0,-1-1 0 0 0,1 1 0 0 0,-1 0 0 0 0,1 0 0 0 0,-1 0 0 0 0,0 0 0 0 0,1 0 0 0 0,-1 0 0 0 0,0 1 0 0 0,-1-1 0 0 0,1 1 0 0 0,0-1 0 0 0,-1 1-1 0 0,1 0 1 0 0,-1-1 0 0 0,0 1 0 0 0,1 5 0 0 0,1 0 7 0 0,-2 1 0 0 0,1 0-1 0 0,-1 0 1 0 0,0-1 0 0 0,-1 1-1 0 0,0 0 1 0 0,-1 0 0 0 0,0 0 0 0 0,0 0-1 0 0,-1 0 1 0 0,0-1 0 0 0,0 1-1 0 0,-6 13 1 0 0,-4 6 36 0 0,-2-1-1 0 0,-26 42 1 0 0,15-30 109 0 0,24-37-131 0 0,3-1-30 0 0,6 3-3 0 0,-4-3 2 0 0,29-1-23 0 0,-15 2 29 0 0,0 0 1 0 0,-1 2-1 0 0,1 0 1 0 0,-1 1-1 0 0,0 1 1 0 0,-1 0-1 0 0,1 1 1 0 0,25 16-1 0 0,-40-22 21 0 0,1 1-1 0 0,-1-1 1 0 0,0 1-1 0 0,0-1 1 0 0,0 1 0 0 0,-1 0-1 0 0,1 0 1 0 0,0 0-1 0 0,-1 0 1 0 0,1 0 0 0 0,-1 0-1 0 0,1 0 1 0 0,-1 1-1 0 0,0-1 1 0 0,0 0 0 0 0,0 1-1 0 0,0-1 1 0 0,-1 1-1 0 0,1-1 1 0 0,-1 1-1 0 0,1-1 1 0 0,-1 1 0 0 0,0 0-1 0 0,0-1 1 0 0,0 1-1 0 0,0-1 1 0 0,-1 5 0 0 0,-1-2 35 0 0,1-1 1 0 0,-1 1 0 0 0,0-1-1 0 0,0 0 1 0 0,-1 0 0 0 0,1 0 0 0 0,-1 0-1 0 0,0 0 1 0 0,0 0 0 0 0,0-1-1 0 0,-1 1 1 0 0,1-1 0 0 0,-1 0 0 0 0,-6 4-1 0 0,-3 1 11 0 0,-1 0-1 0 0,0-1 1 0 0,0-1-1 0 0,0 0 1 0 0,-1-1-1 0 0,0 0 1 0 0,0-1 0 0 0,0-1-1 0 0,-1 0 1 0 0,1-1-1 0 0,-1-1 1 0 0,1-1-1 0 0,-1 0 1 0 0,1-1-1 0 0,-1 0 1 0 0,-30-8-1 0 0,45 9-177 0 0,-1 0-1 0 0,0 0 0 0 0,0 0 1 0 0,1-1-1 0 0,-1 1 0 0 0,0-1 1 0 0,0 1-1 0 0,1-1 1 0 0,-1 0-1 0 0,0 1 0 0 0,1-1 1 0 0,-1 0-1 0 0,1 0 0 0 0,-1 0 1 0 0,1 0-1 0 0,0-1 0 0 0,-1 1 1 0 0,1 0-1 0 0,0 0 0 0 0,0-1 1 0 0,0 1-1 0 0,0-1 0 0 0,0 1 1 0 0,0-1-1 0 0,0 0 0 0 0,0 1 1 0 0,0-3-1 0 0,1 3-83 0 0,1 0 0 0 0,-1 0 0 0 0,0 0-1 0 0,0 0 1 0 0,1 0 0 0 0,-1 0 0 0 0,1 0 0 0 0,-1 0 0 0 0,1 0 0 0 0,-1 0-1 0 0,1 0 1 0 0,0 1 0 0 0,0-1 0 0 0,-1 0 0 0 0,1 0 0 0 0,0 0-1 0 0,0 1 1 0 0,0-1 0 0 0,-1 1 0 0 0,3-2 0 0 0,21-12-4316 0 0,-6 5-491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30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47 2720 0 0,'1'-1'504'0'0,"0"-1"-1"0"0,0 1 1 0 0,1-1-1 0 0,-1 1 1 0 0,0-1-1 0 0,0 1 1 0 0,-1-1-1 0 0,1 0 1 0 0,0 0-1 0 0,0 1 1 0 0,-1-1-1 0 0,1 0 1 0 0,-1 0 0 0 0,0 0-1 0 0,0 0 1 0 0,1 0-1 0 0,-1 1 1 0 0,0-1-1 0 0,0 0 1 0 0,-1 0-1 0 0,1 0 1 0 0,0 0-1 0 0,-2-4 569 0 0,-6 6-478 0 0,5 0-519 0 0,1 0 1 0 0,0 0-1 0 0,0 0 0 0 0,0 0 1 0 0,0 0-1 0 0,0 1 1 0 0,0-1-1 0 0,0 0 1 0 0,0 1-1 0 0,0 0 0 0 0,0-1 1 0 0,0 1-1 0 0,0 0 1 0 0,-2 2-1 0 0,-12 8 112 0 0,0 2 0 0 0,0 0 0 0 0,1 1 0 0 0,1 0-1 0 0,0 1 1 0 0,2 1 0 0 0,-17 25 0 0 0,3 1 35 0 0,-38 87 0 0 0,59-117-196 0 0,0 1-1 0 0,1-1 1 0 0,1 1-1 0 0,0 0 1 0 0,0 0-1 0 0,2 1 1 0 0,0-1-1 0 0,0 0 0 0 0,2 23 1 0 0,-1-31-10 0 0,1 0 0 0 0,0 0 0 0 0,0 0 0 0 0,0 0 0 0 0,0-1 0 0 0,1 1-1 0 0,0 0 1 0 0,0-1 0 0 0,0 1 0 0 0,1-1 0 0 0,-1 0 0 0 0,1 1 0 0 0,0-1 0 0 0,0 0 0 0 0,0-1 0 0 0,1 1 0 0 0,-1-1 0 0 0,1 1 0 0 0,0-1-1 0 0,0 0 1 0 0,0-1 0 0 0,1 1 0 0 0,-1-1 0 0 0,1 1 0 0 0,-1-1 0 0 0,1-1 0 0 0,0 1 0 0 0,7 1 0 0 0,3 0 28 0 0,-1-1-1 0 0,1 0 1 0 0,0-1 0 0 0,19-1-1 0 0,-30 0-36 0 0,-1 0 0 0 0,1-1 0 0 0,-1 1 0 0 0,1 0-1 0 0,0-1 1 0 0,-1 0 0 0 0,0 0 0 0 0,1 0 0 0 0,-1 0 0 0 0,0-1-1 0 0,1 1 1 0 0,-1-1 0 0 0,0 0 0 0 0,0 0 0 0 0,0 0-1 0 0,-1 0 1 0 0,1-1 0 0 0,0 1 0 0 0,-1-1 0 0 0,0 1-1 0 0,1-1 1 0 0,-1 0 0 0 0,3-5 0 0 0,-4 4-7 0 0,0 1 0 0 0,0 0 1 0 0,0 0-1 0 0,-1 0 0 0 0,1-1 1 0 0,-1 1-1 0 0,0 0 0 0 0,0-1 1 0 0,0 1-1 0 0,0 0 0 0 0,0-1 1 0 0,-1 1-1 0 0,1 0 0 0 0,-1 0 0 0 0,0-1 1 0 0,0 1-1 0 0,-1 0 0 0 0,1 0 1 0 0,0 0-1 0 0,-1 0 0 0 0,0 0 1 0 0,0 1-1 0 0,0-1 0 0 0,0 0 1 0 0,0 1-1 0 0,0 0 0 0 0,-1-1 1 0 0,1 1-1 0 0,-1 0 0 0 0,1 0 0 0 0,-1 0 1 0 0,-3-1-1 0 0,-3-2-8 0 0,1 0 0 0 0,-1 0 1 0 0,-1 1-1 0 0,1 1 0 0 0,0 0 0 0 0,-1 0 0 0 0,0 0 0 0 0,0 1 1 0 0,-13 0-1 0 0,11 1-51 0 0,-1 1 0 0 0,1 0-1 0 0,-16 4 1 0 0,24-4-267 0 0,-1 1-1 0 0,1 0 1 0 0,0 1-1 0 0,-1-1 1 0 0,1 1-1 0 0,0 0 1 0 0,0 0-1 0 0,0 0 1 0 0,0 0-1 0 0,1 1 1 0 0,-7 5-1 0 0,9-7 41 0 0,1 0-1 0 0,-1 0 0 0 0,0 0 0 0 0,1 0 0 0 0,-1 0 0 0 0,1 0 0 0 0,-1 0 0 0 0,1 1 0 0 0,0-1 0 0 0,-1 0 0 0 0,1 0 0 0 0,0 1 0 0 0,0-1 0 0 0,0 0 0 0 0,0 3 0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31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53 175 1812 0 0,'-5'-4'817'0'0,"0"1"-1"0"0,1 0 1 0 0,0-1 0 0 0,0 0-1 0 0,0 0 1 0 0,1 0 0 0 0,-1 0-1 0 0,1 0 1 0 0,0-1 0 0 0,-4-6-1 0 0,6 8-676 0 0,1 1 0 0 0,-1-1 0 0 0,0 1 0 0 0,1 0 0 0 0,0-1-1 0 0,-1 1 1 0 0,1-1 0 0 0,0 0 0 0 0,0 1 0 0 0,1-1-1 0 0,-1 1 1 0 0,0 0 0 0 0,1-1 0 0 0,0 1 0 0 0,-1-1-1 0 0,1 1 1 0 0,0 0 0 0 0,0-1 0 0 0,0 1 0 0 0,1 0-1 0 0,-1 0 1 0 0,0 0 0 0 0,1 0 0 0 0,2-3 0 0 0,2-1 12 0 0,0 0 0 0 0,0 1 0 0 0,0 0 0 0 0,0 0 0 0 0,1 1 0 0 0,0-1 0 0 0,0 1 0 0 0,0 1 0 0 0,0 0 0 0 0,0 0 0 0 0,1 0 0 0 0,13-2 0 0 0,-15 3-97 0 0,1 1 0 0 0,0 0 0 0 0,0 0 0 0 0,0 1 0 0 0,0 0-1 0 0,0 0 1 0 0,0 0 0 0 0,0 1 0 0 0,0 0 0 0 0,0 1 0 0 0,0-1 0 0 0,0 2-1 0 0,-1-1 1 0 0,12 6 0 0 0,-16-7-42 0 0,0 0 0 0 0,0 0 0 0 0,0 1 0 0 0,0-1 0 0 0,-1 1 0 0 0,1-1 0 0 0,-1 1 0 0 0,1 0 0 0 0,-1 0 0 0 0,1 0-1 0 0,-1-1 1 0 0,0 1 0 0 0,0 0 0 0 0,0 1 0 0 0,0-1 0 0 0,0 0 0 0 0,0 0 0 0 0,-1 0 0 0 0,1 3 0 0 0,0-1 3 0 0,-1 0 0 0 0,0 1 0 0 0,0-1 0 0 0,-1 0 0 0 0,1 0-1 0 0,-1 0 1 0 0,0 0 0 0 0,0 0 0 0 0,-3 8 0 0 0,0-2 6 0 0,-1 1 1 0 0,-1-1-1 0 0,0 0 0 0 0,0-1 0 0 0,-1 0 0 0 0,-14 16 1 0 0,-51 47 77 0 0,71-71-88 0 0,2 2 15 0 0,1 5-10 0 0,22 2 29 0 0,43 12 0 0 0,10 4 217 0 0,-60-19-112 0 0,53 26 428 0 0,-62-29-452 0 0,-1 0 1 0 0,0 1 0 0 0,-1 0-1 0 0,1 0 1 0 0,-1 1 0 0 0,0-1-1 0 0,6 8 1 0 0,-11-12-78 0 0,0 1 0 0 0,0 0-1 0 0,1-1 1 0 0,-1 1 0 0 0,-1 0 0 0 0,1 0 0 0 0,0 0 0 0 0,0-1-1 0 0,-1 1 1 0 0,1 0 0 0 0,-1 0 0 0 0,1 0 0 0 0,-1 0 0 0 0,0 0-1 0 0,0 0 1 0 0,0 0 0 0 0,0 0 0 0 0,0 0 0 0 0,0 0 0 0 0,-1 3 0 0 0,0-2 10 0 0,-1 0 1 0 0,1 0-1 0 0,-1 0 1 0 0,1 0-1 0 0,-1 0 1 0 0,0 0 0 0 0,0 0-1 0 0,-1 0 1 0 0,1-1-1 0 0,-5 5 1 0 0,-2 0 30 0 0,1-1 0 0 0,-1 0 0 0 0,0-1 0 0 0,0 0 0 0 0,0 0-1 0 0,-20 6 1 0 0,6-4-71 0 0,0-1 0 0 0,-1-1 1 0 0,1-1-1 0 0,-1-2 0 0 0,0 0 0 0 0,0-1 0 0 0,0-1 0 0 0,0-2 0 0 0,1 0 0 0 0,-1-2 0 0 0,-41-11 0 0 0,64 15-138 0 0,-1-1 1 0 0,1 1-1 0 0,-1-1 0 0 0,1 1 0 0 0,0-1 1 0 0,-1 0-1 0 0,1 0 0 0 0,0 0 0 0 0,0 1 1 0 0,0-1-1 0 0,-1 0 0 0 0,1-1 0 0 0,0 1 1 0 0,0 0-1 0 0,0-1 0 0 0,0 1 5 0 0,1 0 0 0 0,0 0 0 0 0,0 1 0 0 0,0-1 0 0 0,0 0 0 0 0,-1 0-1 0 0,1 1 1 0 0,0-1 0 0 0,0 0 0 0 0,0 0 0 0 0,0 1 0 0 0,1-1 0 0 0,-1 0 0 0 0,0 1 0 0 0,0-1 0 0 0,0 0-1 0 0,1 0 1 0 0,-1 1 0 0 0,0-1 0 0 0,1 0 0 0 0,-1 1 0 0 0,0-1 0 0 0,1 1 0 0 0,-1-1 0 0 0,1 0 0 0 0,-1 1-1 0 0,1-1 1 0 0,-1 1 0 0 0,1-1 0 0 0,0 1 0 0 0,0-1 0 0 0,7-4-1367 0 0,-1 0-1 0 0,1 0 1 0 0,10-4 0 0 0,-1 1-1959 0 0,4-2-1810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32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104 141 512 0 0,'0'-3'2443'0'0,"-2"-13"1331"0"0,1 9-2139 0 0,0 0-1 0 0,0-1 1 0 0,1 1 0 0 0,1-14 0 0 0,0 18-1435 0 0,-1-1 0 0 0,1 2 0 0 0,0-1 0 0 0,0 0 0 0 0,1 0 0 0 0,-1 0 0 0 0,1 0 0 0 0,-1 1 1 0 0,1-1-1 0 0,0 1 0 0 0,0-1 0 0 0,0 1 0 0 0,0 0 0 0 0,0 0 0 0 0,4-3 0 0 0,-1 2-100 0 0,0 0-1 0 0,0 0 1 0 0,0 0-1 0 0,0 1 1 0 0,0-1-1 0 0,0 1 1 0 0,1 1-1 0 0,-1-1 1 0 0,1 1-1 0 0,-1 0 1 0 0,1 0-1 0 0,-1 0 1 0 0,1 1 0 0 0,0 0-1 0 0,-1 0 1 0 0,1 1-1 0 0,0-1 1 0 0,7 3-1 0 0,-5-1-38 0 0,0 0 1 0 0,-1 0-1 0 0,0 1 0 0 0,0 0 0 0 0,0 1 0 0 0,0-1 1 0 0,0 1-1 0 0,0 1 0 0 0,-1-1 0 0 0,0 1 0 0 0,0 0 1 0 0,0 0-1 0 0,5 8 0 0 0,-7-9-30 0 0,-1 1 0 0 0,0 0 0 0 0,0 0-1 0 0,0 0 1 0 0,0 0 0 0 0,-1 0 0 0 0,0 0 0 0 0,0 1 0 0 0,0-1 0 0 0,-1 1 0 0 0,0-1 0 0 0,0 1-1 0 0,0 0 1 0 0,-1 7 0 0 0,0-4-1 0 0,-1-1 0 0 0,0 1 0 0 0,-1 0 0 0 0,0-1 0 0 0,-1 0-1 0 0,1 1 1 0 0,-1-1 0 0 0,-7 12 0 0 0,-4 3 111 0 0,0-2 0 0 0,-1 0 0 0 0,-1-1 0 0 0,-1-1 0 0 0,-28 26-1 0 0,-166 122 2597 0 0,199-155-2294 0 0,12-12-433 0 0,0 0 0 0 0,0 0 0 0 0,0 0 1 0 0,-1 1-1 0 0,1-1 0 0 0,0 0 0 0 0,0 0 0 0 0,0 0 0 0 0,0 0 0 0 0,0 1 0 0 0,0-1 0 0 0,0 0 0 0 0,0 0 0 0 0,0 0 1 0 0,0 1-1 0 0,0-1 0 0 0,0 0 0 0 0,0 0 0 0 0,0 0 0 0 0,0 1 0 0 0,0-1 0 0 0,0 0 0 0 0,0 0 0 0 0,1 0 0 0 0,-1 0 1 0 0,0 1-1 0 0,0-1 0 0 0,0 0 0 0 0,0 0 0 0 0,0 0 0 0 0,0 0 0 0 0,0 0 0 0 0,1 1 0 0 0,-1-1 0 0 0,0 0 0 0 0,0 0 1 0 0,2 1 13 0 0,1 0 1 0 0,-1-1 0 0 0,0 1 0 0 0,0-1 0 0 0,0 0 0 0 0,1 0 0 0 0,-1 0 0 0 0,0 0 0 0 0,3 0 0 0 0,236-29 179 0 0,-148 14-81 0 0,199-21-24 0 0,-97 22-5167 0 0,-189 13 4342 0 0,22 1-2209 0 0,-8 3-2261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34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69 1416 0 0,'8'-23'6408'0'0,"11"-22"1595"0"0,-14 55-7495 0 0,-4 18-288 0 0,-1 0-1 0 0,-1-1 0 0 0,-2 1 0 0 0,-1 0 1 0 0,-10 39-1 0 0,-50 137 307 0 0,57-184-466 0 0,-7 22 6 0 0,3-6 35 0 0,-20 40 0 0 0,30-75-83 0 0,1 0 0 0 0,-1 0-1 0 0,1 0 1 0 0,0 0 0 0 0,-1 0-1 0 0,1-1 1 0 0,0 1 0 0 0,-1 0 0 0 0,1 0-1 0 0,0 0 1 0 0,0 0 0 0 0,0 0 0 0 0,0 0-1 0 0,0 0 1 0 0,0 0 0 0 0,0 0 0 0 0,0 0-1 0 0,0 0 1 0 0,0 0 0 0 0,1 1 0 0 0,0-1-8 0 0,-1-1 0 0 0,1 1 0 0 0,-1-1 1 0 0,1 1-1 0 0,-1-1 0 0 0,1 1 0 0 0,0-1 1 0 0,-1 1-1 0 0,1-1 0 0 0,0 0 0 0 0,-1 1 1 0 0,1-1-1 0 0,0 0 0 0 0,-1 1 0 0 0,1-1 1 0 0,0 0-1 0 0,0 0 0 0 0,-1 0 1 0 0,3 0-1 0 0,3 0 14 0 0,0 0 0 0 0,0-1 0 0 0,1 0 0 0 0,8-2 0 0 0,-10 2-18 0 0,260-73 16 0 0,-244 68-21 0 0,-18 5-2 0 0,-1 0-1 0 0,1 0 0 0 0,0 0 1 0 0,0 0-1 0 0,-1-1 0 0 0,1 1 0 0 0,-1-1 1 0 0,1 1-1 0 0,-1-1 0 0 0,0 0 1 0 0,1 0-1 0 0,-1 0 0 0 0,0 0 0 0 0,0-1 1 0 0,-1 1-1 0 0,1 0 0 0 0,0-1 1 0 0,-1 1-1 0 0,1-1 0 0 0,-1 0 1 0 0,0 1-1 0 0,0-1 0 0 0,0 0 0 0 0,0 0 1 0 0,-1 0-1 0 0,1 0 0 0 0,0-3 1 0 0,-1-4 9 0 0,0 0 0 0 0,-1 0 0 0 0,0 1 1 0 0,-1-1-1 0 0,0 0 0 0 0,0 1 0 0 0,-5-12 0 0 0,7 20-6 0 0,0 1 0 0 0,0-1 0 0 0,0 0-1 0 0,-1 1 1 0 0,1-1 0 0 0,0 1-1 0 0,0-1 1 0 0,0 1 0 0 0,0-1-1 0 0,-1 1 1 0 0,1-1 0 0 0,0 1 0 0 0,-1-1-1 0 0,1 1 1 0 0,0 0 0 0 0,-1-1-1 0 0,1 1 1 0 0,0-1 0 0 0,-1 1-1 0 0,1 0 1 0 0,-1-1 0 0 0,1 1 0 0 0,-1 0-1 0 0,1 0 1 0 0,-1-1 0 0 0,-6 12 46 0 0,-2 34 79 0 0,7-34-71 0 0,-8 44 55 0 0,-50 328 104 0 0,57-351-1246 0 0,0 40 0 0 0,9-20-2311 0 0,-4-44 1986 0 0,0-1 0 0 0,0 0 0 0 0,1 0 0 0 0,5 11-1 0 0,2-2-3906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34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80 968 0 0,'72'-80'17227'0'0,"-68"83"-16436"0"0,-4-3-770 0 0,1 0 0 0 0,-1 0 0 0 0,0 0-1 0 0,1 0 1 0 0,-1 1 0 0 0,0-1 0 0 0,0 0 0 0 0,1 0 0 0 0,-1 0-1 0 0,0 0 1 0 0,1 0 0 0 0,-1 0 0 0 0,0 0 0 0 0,0 1-1 0 0,1-1 1 0 0,-1 0 0 0 0,0 0 0 0 0,0 0 0 0 0,1 1 0 0 0,-1-1-1 0 0,0 0 1 0 0,0 0 0 0 0,0 0 0 0 0,1 1 0 0 0,-1-1 0 0 0,0 0-1 0 0,0 1 1 0 0,0-1 0 0 0,0 0 0 0 0,0 0 0 0 0,0 1 0 0 0,1-1-1 0 0,-1 0 1 0 0,0 1 0 0 0,1 19 554 0 0,-1 0-1 0 0,-1-1 1 0 0,-4 32-1 0 0,-18 63-14 0 0,13-65-418 0 0,2-15-228 0 0,-12 78-320 0 0,18-94-1235 0 0,1 1 0 0 0,1 19 0 0 0,3-18-1376 0 0,4-6-2482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34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1008 0 0,'3'-7'2625'0'0,"3"-5"186"0"0,0 0 1 0 0,1 0 0 0 0,13-16 0 0 0,-17 24-2596 0 0,-1 1-1 0 0,1 0 1 0 0,0 1 0 0 0,0-1-1 0 0,1 0 1 0 0,-1 1 0 0 0,0 0-1 0 0,1 0 1 0 0,0 0 0 0 0,-1 0-1 0 0,1 0 1 0 0,0 1 0 0 0,0 0-1 0 0,0-1 1 0 0,0 2 0 0 0,8-2-1 0 0,-6 2-125 0 0,0 0 0 0 0,0 0 1 0 0,0 0-1 0 0,0 1 0 0 0,0 0 0 0 0,0 0 0 0 0,0 1 0 0 0,0 0 0 0 0,0 0 0 0 0,7 4 0 0 0,-11-5-62 0 0,1 0-1 0 0,0 1 0 0 0,-1 0 1 0 0,1 0-1 0 0,-1-1 1 0 0,0 1-1 0 0,0 1 0 0 0,1-1 1 0 0,-1 0-1 0 0,-1 1 1 0 0,1-1-1 0 0,0 1 1 0 0,-1-1-1 0 0,1 1 0 0 0,-1 0 1 0 0,0-1-1 0 0,1 1 1 0 0,-1 0-1 0 0,-1 0 0 0 0,1 0 1 0 0,0 0-1 0 0,-1 0 1 0 0,0 0-1 0 0,1 3 1 0 0,-2 8 31 0 0,0-1 1 0 0,-1 0 0 0 0,-1 0 0 0 0,0-1-1 0 0,0 1 1 0 0,-1 0 0 0 0,-1-1 0 0 0,0 0 0 0 0,-8 14-1 0 0,-11 14 181 0 0,-36 46-1 0 0,31-45-5 0 0,10-16-130 0 0,11-14-16 0 0,0 1 0 0 0,0-1-1 0 0,-11 24 1 0 0,19-34-77 0 0,-1 0 0 0 0,1 0 0 0 0,0 0 0 0 0,-1 0 0 0 0,1-1 0 0 0,0 1 0 0 0,0 0 0 0 0,0 0 0 0 0,0 0 0 0 0,0 0 0 0 0,0 0 0 0 0,0 0 0 0 0,0 0 0 0 0,0 0 0 0 0,0 0 0 0 0,0 0 0 0 0,1 0 0 0 0,-1 0 1 0 0,0-1-1 0 0,1 1 0 0 0,-1 0 0 0 0,1 0 0 0 0,-1 0 0 0 0,1-1 0 0 0,-1 1 0 0 0,1 0 0 0 0,0 0 0 0 0,-1-1 0 0 0,1 1 0 0 0,0 0 0 0 0,-1-1 0 0 0,1 1 0 0 0,0-1 0 0 0,0 1 0 0 0,0-1 0 0 0,-1 1 0 0 0,1-1 0 0 0,0 0 0 0 0,0 1 0 0 0,0-1 0 0 0,0 0 0 0 0,0 0 0 0 0,0 0 0 0 0,0 0 0 0 0,1 0 0 0 0,6 2 16 0 0,1-1 0 0 0,-1-1 0 0 0,17 0 0 0 0,-20 0-6 0 0,64-7-1290 0 0,0-3 0 0 0,123-33-1 0 0,-91 16-2293 0 0,-35 6-1862 0 0,-10 2-1999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35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33 480 0 0,'-6'-22'11298'0'0,"5"22"-11122"0"0,1-1-1 0 0,0 0 1 0 0,-1 0 0 0 0,1 1 0 0 0,-1-1-1 0 0,0 0 1 0 0,1 1 0 0 0,-1-1 0 0 0,1 1-1 0 0,-1-1 1 0 0,0 1 0 0 0,0-1 0 0 0,1 1 0 0 0,-1-1-1 0 0,0 1 1 0 0,0 0 0 0 0,1-1 0 0 0,-1 1-1 0 0,0 0 1 0 0,0 0 0 0 0,0 0 0 0 0,0-1 0 0 0,0 1-1 0 0,1 0 1 0 0,-1 0 0 0 0,0 0 0 0 0,0 0-1 0 0,-1 1 1 0 0,-1 0 18 0 0,1 0-1 0 0,0 0 1 0 0,0 0-1 0 0,-1 0 1 0 0,1 1 0 0 0,0-1-1 0 0,0 1 1 0 0,1-1-1 0 0,-1 1 1 0 0,-2 2-1 0 0,-5 7 275 0 0,0 1-1 0 0,-11 21 0 0 0,19-33-432 0 0,-7 15 131 0 0,0 1-1 0 0,0 0 0 0 0,2 0 0 0 0,0 1 1 0 0,1-1-1 0 0,0 1 0 0 0,-2 22 1 0 0,7-32-139 0 0,-1-1 0 0 0,1 1 1 0 0,0 0-1 0 0,1 0 1 0 0,0-1-1 0 0,0 1 1 0 0,0 0-1 0 0,1-1 0 0 0,3 11 1 0 0,-3-13-13 0 0,0 0 1 0 0,1 0-1 0 0,-1 0 0 0 0,1 0 0 0 0,0 0 1 0 0,0 0-1 0 0,0-1 0 0 0,1 1 1 0 0,-1-1-1 0 0,1 0 0 0 0,0 0 0 0 0,0 0 1 0 0,0-1-1 0 0,8 5 0 0 0,-4-4 8 0 0,1 0 0 0 0,-1 0 0 0 0,1 0 0 0 0,0-1-1 0 0,0 0 1 0 0,-1-1 0 0 0,1 0 0 0 0,0 0 0 0 0,0-1-1 0 0,0 0 1 0 0,0 0 0 0 0,0-1 0 0 0,0-1 0 0 0,0 1 0 0 0,0-2-1 0 0,14-4 1 0 0,-17 4-19 0 0,1 0-1 0 0,-1 0 1 0 0,0 0-1 0 0,-1-1 1 0 0,1 0-1 0 0,0 0 1 0 0,-1 0 0 0 0,0-1-1 0 0,0 0 1 0 0,0 0-1 0 0,-1 0 1 0 0,0-1-1 0 0,0 1 1 0 0,0-1-1 0 0,-1 0 1 0 0,1 0-1 0 0,-2 0 1 0 0,1-1 0 0 0,0 1-1 0 0,-1-1 1 0 0,-1 1-1 0 0,3-11 1 0 0,-3 10-5 0 0,0-1 1 0 0,-1 0-1 0 0,1 0 1 0 0,-1 0-1 0 0,-1 0 1 0 0,0 0-1 0 0,0 0 0 0 0,0 0 1 0 0,-1 0-1 0 0,0 0 1 0 0,-1 1-1 0 0,0-1 1 0 0,0 1-1 0 0,0 0 1 0 0,-1-1-1 0 0,-8-10 1 0 0,5 10-22 0 0,1 1 0 0 0,-1 0 1 0 0,0 1-1 0 0,-1-1 0 0 0,0 1 1 0 0,0 1-1 0 0,0 0 1 0 0,-1 0-1 0 0,1 0 0 0 0,-1 1 1 0 0,0 1-1 0 0,0-1 0 0 0,-15-2 1 0 0,15 4-341 0 0,0 0 1 0 0,0 1-1 0 0,0 0 1 0 0,0 0-1 0 0,-1 1 0 0 0,1 0 1 0 0,-10 2-1 0 0,13-1-436 0 0,1 0 0 0 0,0 0 0 0 0,0 1 0 0 0,-1 0 0 0 0,2 0 0 0 0,-1 0 0 0 0,0 0 0 0 0,-6 5 0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35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61 175 2248 0 0,'1'-1'405'0'0,"0"0"0"0"0,0 0 0 0 0,0-1 0 0 0,1 1-1 0 0,-1 0 1 0 0,0 0 0 0 0,-1 0 0 0 0,1-1 0 0 0,0 1-1 0 0,0-1 1 0 0,0 1 0 0 0,-1 0 0 0 0,1-1 0 0 0,-1 1 0 0 0,1-1-1 0 0,-1 1 1 0 0,0-1 0 0 0,0 0 0 0 0,1 1 0 0 0,-1-1 0 0 0,0 1-1 0 0,0-1 1 0 0,0 0 0 0 0,-1 1 0 0 0,1-1 0 0 0,0 1 0 0 0,-1-3-1 0 0,-1 1-67 0 0,0 1 0 0 0,0-1-1 0 0,0 0 1 0 0,0 1 0 0 0,0-1-1 0 0,0 1 1 0 0,-1 0-1 0 0,1 0 1 0 0,-1 0 0 0 0,0 0-1 0 0,-4-2 1 0 0,5 3-130 0 0,1 1-181 0 0,-1 0 1 0 0,1 0 0 0 0,-1 0-1 0 0,1 0 1 0 0,-1 0 0 0 0,1 1-1 0 0,-1-1 1 0 0,1 0-1 0 0,0 1 1 0 0,-1 0 0 0 0,1-1-1 0 0,-1 1 1 0 0,1 0 0 0 0,0 0-1 0 0,0-1 1 0 0,-1 1 0 0 0,1 0-1 0 0,0 0 1 0 0,0 0 0 0 0,0 0-1 0 0,0 1 1 0 0,-1 1 0 0 0,1-1-9 0 0,-1 1 0 0 0,1 0 1 0 0,0 0-1 0 0,0 0 1 0 0,0 0-1 0 0,0 0 0 0 0,1 0 1 0 0,-1 0-1 0 0,1 1 1 0 0,0 3-1 0 0,0 2 23 0 0,1 0-1 0 0,0 0 1 0 0,1 0 0 0 0,0 0-1 0 0,0 0 1 0 0,7 16 0 0 0,-1-10 102 0 0,0-1 1 0 0,0-1-1 0 0,1 0 1 0 0,1 0-1 0 0,1 0 1 0 0,12 11-1 0 0,77 61 520 0 0,-37-34-462 0 0,-59-48-172 0 0,0 1 0 0 0,0-1 0 0 0,0 1 1 0 0,0 0-1 0 0,-1 1 0 0 0,0-1 0 0 0,0 1 0 0 0,0-1 1 0 0,4 9-1 0 0,-7-11 0 0 0,1 0 0 0 0,-1 0 0 0 0,1 0 0 0 0,-1 1 0 0 0,0-1 0 0 0,0 0 0 0 0,0 0 0 0 0,0 0 0 0 0,0 0 0 0 0,-1 0 1 0 0,1 1-1 0 0,0-1 0 0 0,-1 0 0 0 0,0 0 0 0 0,1 0 0 0 0,-1 0 0 0 0,0 0 0 0 0,0 0 0 0 0,0 0 0 0 0,-1-1 0 0 0,1 1 0 0 0,0 0 0 0 0,-1-1 0 0 0,1 1 1 0 0,-1-1-1 0 0,-2 3 0 0 0,-5 3 237 0 0,1-1 1 0 0,-1 0-1 0 0,0 0 1 0 0,0-1 0 0 0,-1-1-1 0 0,1 0 1 0 0,-1 0-1 0 0,0 0 1 0 0,0-1 0 0 0,-1-1-1 0 0,1 0 1 0 0,-20 1-1 0 0,29-2-242 0 0,-1-1-1 0 0,1 0 0 0 0,0 1 0 0 0,-1-1 1 0 0,1 0-1 0 0,0 0 0 0 0,-1 0 0 0 0,1 0 1 0 0,0 0-1 0 0,-1-1 0 0 0,1 1 0 0 0,0 0 1 0 0,0 0-1 0 0,-1-1 0 0 0,1 1 1 0 0,0-1-1 0 0,0 1 0 0 0,0-1 0 0 0,-1 0 1 0 0,1 0-1 0 0,0 1 0 0 0,0-1 0 0 0,0 0 1 0 0,0 0-1 0 0,0 0 0 0 0,0 0 0 0 0,1 0 1 0 0,-1 0-1 0 0,0 0 0 0 0,0 0 0 0 0,1 0 1 0 0,-1 0-1 0 0,1-1 0 0 0,-1 1 1 0 0,1 0-1 0 0,-1 0 0 0 0,1-1 0 0 0,0 1 1 0 0,0 0-1 0 0,-1-1 0 0 0,1 1 0 0 0,0 0 1 0 0,0-1-1 0 0,0 1 0 0 0,0 0 0 0 0,1-1 1 0 0,-1 1-1 0 0,0 0 0 0 0,1 0 0 0 0,-1-1 1 0 0,1 0-1 0 0,2-7 23 0 0,0 0 0 0 0,0 0 0 0 0,1 1 0 0 0,0-1 0 0 0,7-10 0 0 0,24-31 30 0 0,76-80 0 0 0,-68 83-68 0 0,52-73 0 0 0,-91 113-7 0 0,0 1 0 0 0,0-1-1 0 0,-1 0 1 0 0,0 0 0 0 0,0 0-1 0 0,0 0 1 0 0,-1-1 0 0 0,0 1-1 0 0,-1-1 1 0 0,2-9 0 0 0,-3 14-3 0 0,0 0 0 0 0,0 0 1 0 0,-1 0-1 0 0,1-1 1 0 0,0 1-1 0 0,-1 0 1 0 0,0 0-1 0 0,0 1 1 0 0,0-1-1 0 0,0 0 1 0 0,0 0-1 0 0,-1 0 1 0 0,1 1-1 0 0,-1-1 0 0 0,0 0 1 0 0,1 1-1 0 0,-1 0 1 0 0,-1-1-1 0 0,1 1 1 0 0,0 0-1 0 0,0 0 1 0 0,-1 0-1 0 0,1 0 1 0 0,-1 1-1 0 0,1-1 1 0 0,-1 1-1 0 0,-5-2 0 0 0,-6-3-123 0 0,0 2-1 0 0,0 0 0 0 0,-1 1 1 0 0,0 0-1 0 0,1 1 0 0 0,-1 1 1 0 0,0 0-1 0 0,-15 1 0 0 0,1 2-1774 0 0,1 2 0 0 0,0 0 0 0 0,-35 11 0 0 0,48-11-99 0 0,-9 3-5262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37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574 16 1184 0 0,'-12'-6'4563'0'0,"-8"1"-1393"0"0,18 4-2350 0 0,-7-2 1045 0 0,55 7-1388 0 0,3 0-189 0 0,0 2-1 0 0,0 2 1 0 0,53 16 0 0 0,-93-21-279 0 0,0 1 0 0 0,-1 1 0 0 0,1 0 0 0 0,-1 0 1 0 0,0 1-1 0 0,-1 0 0 0 0,1 0 0 0 0,-1 0 0 0 0,0 1 0 0 0,-1 0 1 0 0,0 1-1 0 0,0 0 0 0 0,7 11 0 0 0,6 13 177 0 0,-2 1-1 0 0,14 38 1 0 0,-28-63-116 0 0,19 49 192 0 0,-4 2 0 0 0,-1 0 0 0 0,-4 1 1 0 0,-2 0-1 0 0,6 114 0 0 0,-30 308 91 0 0,-40 259 59 0 0,-39 497 1120 0 0,-16 559 1222 0 0,100-1545-2410 0 0,-9 218 300 0 0,14-431 272 0 0,-10 47 1 0 0,11-82-873 0 0,0 0 0 0 0,0 0-1 0 0,0 0 1 0 0,-1-1 0 0 0,0 1 0 0 0,0-1-1 0 0,0 1 1 0 0,0-1 0 0 0,0 0 0 0 0,-1 0-1 0 0,1 0 1 0 0,-1-1 0 0 0,1 1 0 0 0,-7 2-1 0 0,8-4-17 0 0,-11 7 5 0 0,0-2 0 0 0,-1 1 0 0 0,1-2 0 0 0,-1 0 0 0 0,-29 6 0 0 0,-74 7 34 0 0,109-17-62 0 0,-218 18 74 0 0,181-18-661 0 0,0-2 0 0 0,-1-2 0 0 0,-45-9 0 0 0,87 11 177 0 0,0 0 0 0 0,0 0 0 0 0,0 0-1 0 0,0 0 1 0 0,0-1 0 0 0,0 1-1 0 0,1-1 1 0 0,-1 0 0 0 0,-6-5 0 0 0,8 6 66 0 0,1 0 1 0 0,0-1-1 0 0,0 1 0 0 0,0 0 1 0 0,0-1-1 0 0,0 1 1 0 0,1-1-1 0 0,-1 0 1 0 0,0 1-1 0 0,1-1 0 0 0,-1 1 1 0 0,1-1-1 0 0,-1 0 1 0 0,1 0-1 0 0,0 1 1 0 0,0-1-1 0 0,0 0 0 0 0,0 1 1 0 0,0-1-1 0 0,0 0 1 0 0,0 0-1 0 0,1 1 1 0 0,-1-1-1 0 0,0 0 0 0 0,1 1 1 0 0,0-1-1 0 0,0-2 1 0 0,10-22-5755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41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1225 47 2344 0 0,'0'0'1866'0'0,"6"-22"6341"0"0,-6 22-8105 0 0,-1-1-1 0 0,1 0 0 0 0,0 0 1 0 0,0 0-1 0 0,0 0 0 0 0,0 0 1 0 0,-1 1-1 0 0,1-1 1 0 0,0 0-1 0 0,-1 0 0 0 0,1 0 1 0 0,-1 1-1 0 0,1-1 1 0 0,-1 0-1 0 0,1 0 0 0 0,-1 1 1 0 0,1-1-1 0 0,-1 1 0 0 0,0-1 1 0 0,1 0-1 0 0,-1 1 1 0 0,0-1-1 0 0,0 1 0 0 0,1-1 1 0 0,-2 1-1 0 0,-2-2 6 0 0,1 1 0 0 0,0 0-1 0 0,0 1 1 0 0,0-1 0 0 0,-1 0 0 0 0,1 1-1 0 0,-5 0 1 0 0,-1 0-78 0 0,1 1 0 0 0,-1-1 1 0 0,1 2-1 0 0,-1-1 0 0 0,-10 5 0 0 0,6-1-13 0 0,1 0 0 0 0,0 1-1 0 0,0 1 1 0 0,0 0 0 0 0,1 1-1 0 0,0 0 1 0 0,0 1 0 0 0,1 0-1 0 0,-11 13 1 0 0,8-5-9 0 0,0-1 0 0 0,1 2 1 0 0,1-1-1 0 0,1 2 0 0 0,-12 26 1 0 0,2 11 36 0 0,2 2 1 0 0,3 0 0 0 0,-10 71 0 0 0,-37 368 1545 0 0,37-258-1088 0 0,-52 802 1427 0 0,41-447-1075 0 0,-27 56 528 0 0,-200 880 1 0 0,87-705-734 0 0,158-735-544 0 0,-65 402 399 0 0,69-400-467 0 0,8-30 17 0 0,5-44 72 0 0,0 0 0 0 0,-2 0 1 0 0,-6 28-1 0 0,8-40-61 0 0,0 0 0 0 0,0 0 0 0 0,1 0 0 0 0,0 0 0 0 0,0 6 0 0 0,0-2 45 0 0,0-8-34 0 0,5 2 45 0 0,-5-4-118 0 0,0 0 0 0 0,0 0 0 0 0,0 1 0 0 0,0-1 0 0 0,1 0 0 0 0,-1 1 0 0 0,0-1 0 0 0,0 0 0 0 0,0 0 0 0 0,1 0 0 0 0,-1 1 0 0 0,0-1 0 0 0,0 0 1 0 0,0 0-1 0 0,1 0 0 0 0,-1 1 0 0 0,0-1 0 0 0,1 0 0 0 0,-1 0 0 0 0,0 0 0 0 0,0 0 0 0 0,1 0 0 0 0,-1 0 0 0 0,0 1 0 0 0,1-1 0 0 0,-1 0 0 0 0,0 0 1 0 0,0 0-1 0 0,1 0 0 0 0,-1 0 0 0 0,0 0 0 0 0,1 0 0 0 0,-1 0 0 0 0,0-1 0 0 0,1 1 0 0 0,29-5 52 0 0,1-1-1 0 0,-2-1 0 0 0,49-20 1 0 0,-17 6-262 0 0,250-76-4540 0 0,-104 35-5662 0 0,-123 37 1195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42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17 968 0 0,'-4'-16'10967'0'0,"4"16"-10858"0"0,64 5 522 0 0,276 13 320 0 0,-276-15-1670 0 0,-61-3 168 0 0,1 0-275 0 0,21-2-4907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43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25 940 0 0,'6'-25'12093'0'0,"-14"74"-11608"0"0,-2-1 0 0 0,-26 72-1 0 0,10-47-690 0 0,-30 91 722 0 0,47-131-3378 0 0,-6 46 0 0 0,13-67-40 0 0,2-2-865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43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90 688 0 0,'43'-88'14099'0'0,"-42"86"-13705"0"0,-2 9-289 0 0,-1 0 0 0 0,0 0 0 0 0,0-1 0 0 0,0 1 0 0 0,-7 11 0 0 0,5-9-37 0 0,-2 8-11 0 0,0 0 1 0 0,1 0-1 0 0,1 0 0 0 0,1 1 1 0 0,0-1-1 0 0,1 1 1 0 0,1 0-1 0 0,2 26 1 0 0,-1-41-53 0 0,0 0 0 0 0,0-1 0 0 0,1 1 1 0 0,0-1-1 0 0,-1 1 0 0 0,1 0 1 0 0,0-1-1 0 0,0 0 0 0 0,0 1 0 0 0,0-1 1 0 0,1 1-1 0 0,-1-1 0 0 0,1 0 1 0 0,-1 0-1 0 0,1 0 0 0 0,0 0 1 0 0,0 0-1 0 0,0 0 0 0 0,0-1 0 0 0,0 1 1 0 0,0-1-1 0 0,0 1 0 0 0,1-1 1 0 0,-1 0-1 0 0,0 0 0 0 0,1 0 0 0 0,-1 0 1 0 0,1 0-1 0 0,-1 0 0 0 0,1-1 1 0 0,0 1-1 0 0,-1-1 0 0 0,5 0 1 0 0,-1 0-7 0 0,0-1 0 0 0,0 0 0 0 0,0 0 0 0 0,0 0 0 0 0,0-1 0 0 0,-1 0 0 0 0,1 0 0 0 0,0-1 0 0 0,-1 1 1 0 0,0-1-1 0 0,0-1 0 0 0,0 1 0 0 0,0-1 0 0 0,0 1 0 0 0,6-8 0 0 0,-3 1 20 0 0,0 0 0 0 0,-1-1 1 0 0,0 0-1 0 0,-1 0 0 0 0,6-12 0 0 0,1-5 295 0 0,6-14 1246 0 0,-18 40-1354 0 0,-8 23-113 0 0,-13 22-22 0 0,2 1 0 0 0,1 1 0 0 0,3 1 0 0 0,2 0 0 0 0,-7 51-1 0 0,19-88-505 0 0,-1-1 0 0 0,1 0 0 0 0,1 1 0 0 0,-1-1-1 0 0,4 15 1 0 0,-3-20-14 0 0,-1 0 0 0 0,1-1 0 0 0,0 1 0 0 0,0-1 0 0 0,0 1 0 0 0,0-1 0 0 0,0 0 0 0 0,0 1 0 0 0,1-1 0 0 0,-1 0 0 0 0,1 0 0 0 0,0 0 0 0 0,0 0 0 0 0,-1 0 0 0 0,1 0 0 0 0,0-1 0 0 0,1 1 0 0 0,-1 0 0 0 0,0-1 0 0 0,0 0 0 0 0,4 2 0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44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1140 0 0,'8'-18'2676'0'0,"21"-54"9275"0"0,-27 88-11674 0 0,-2-4-183 0 0,-1-1 0 0 0,0 1 0 0 0,-3 13 0 0 0,2-15-46 0 0,1 0 0 0 0,0 0 0 0 0,0 0 0 0 0,2 19 0 0 0,0-21-17 0 0,0 1 1 0 0,1-1-1 0 0,0 0 0 0 0,0 0 1 0 0,4 9-1 0 0,-5-15-22 0 0,0 0 0 0 0,0 0 0 0 0,0 0 0 0 0,0 0 0 0 0,1 0-1 0 0,-1 0 1 0 0,1 0 0 0 0,-1-1 0 0 0,1 1 0 0 0,0-1 0 0 0,0 1 0 0 0,-1-1 0 0 0,1 1 0 0 0,0-1 0 0 0,0 0 0 0 0,0 0-1 0 0,0 0 1 0 0,1 0 0 0 0,-1 0 0 0 0,0-1 0 0 0,0 1 0 0 0,1-1 0 0 0,-1 1 0 0 0,0-1 0 0 0,4 0 0 0 0,1 0-8 0 0,0-1 1 0 0,-1 0-1 0 0,1 0 1 0 0,-1 0-1 0 0,1-1 1 0 0,-1 0-1 0 0,0 0 1 0 0,1-1-1 0 0,-1 0 1 0 0,-1 0-1 0 0,1 0 1 0 0,0-1 0 0 0,-1 1-1 0 0,1-2 1 0 0,-1 1-1 0 0,6-7 1 0 0,7-9 374 0 0,-2 0 0 0 0,0 0 0 0 0,12-24 0 0 0,10-12 2343 0 0,-37 55-2562 0 0,-2 8-121 0 0,0 0-1 0 0,-1 0 1 0 0,0 0 0 0 0,0-1-1 0 0,0 1 1 0 0,-1 0 0 0 0,-3 6 0 0 0,-5 12-37 0 0,-67 206 587 0 0,48-112-3046 0 0,10 0-7690 0 0,18-98 2807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44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72 1920 0 0,'-1'-1'362'0'0,"0"0"1"0"0,0 0-1 0 0,-1 0 0 0 0,1 0 0 0 0,0-1 1 0 0,1 1-1 0 0,-1 0 0 0 0,0 0 0 0 0,0-1 0 0 0,0 1 1 0 0,1 0-1 0 0,-1-1 0 0 0,1 1 0 0 0,-1-1 1 0 0,1 1-1 0 0,-1-1 0 0 0,1 1 0 0 0,0-1 1 0 0,0 1-1 0 0,0-1 0 0 0,0 1 0 0 0,0-3 1 0 0,1 2-222 0 0,-1 1 0 0 0,1-1 1 0 0,0 1-1 0 0,0-1 1 0 0,0 1-1 0 0,0-1 1 0 0,0 1-1 0 0,0 0 1 0 0,1 0-1 0 0,-1-1 1 0 0,0 1-1 0 0,0 0 1 0 0,1 0-1 0 0,-1 0 0 0 0,1 0 1 0 0,2-1-1 0 0,2 0-117 0 0,1-1 0 0 0,0 1 0 0 0,0 0 0 0 0,0 0 0 0 0,0 0 0 0 0,0 1 0 0 0,0 1 0 0 0,8-1 1 0 0,-13 1-11 0 0,1 0 1 0 0,-1 0-1 0 0,1 0 1 0 0,-1 0-1 0 0,0 0 1 0 0,1 1-1 0 0,-1-1 1 0 0,1 1-1 0 0,-1 0 1 0 0,0 0 0 0 0,1 0-1 0 0,-1 0 1 0 0,0 0-1 0 0,0 0 1 0 0,0 0-1 0 0,0 1 1 0 0,0-1-1 0 0,0 1 1 0 0,0 0-1 0 0,-1-1 1 0 0,1 1 0 0 0,0 0-1 0 0,-1 0 1 0 0,0 0-1 0 0,1 0 1 0 0,-1 0-1 0 0,0 1 1 0 0,0-1-1 0 0,0 0 1 0 0,0 0 0 0 0,1 5-1 0 0,-2-2 21 0 0,0 0 1 0 0,0 0-1 0 0,0 0 0 0 0,0 0 0 0 0,-1 0 1 0 0,0 0-1 0 0,0 0 0 0 0,0 0 1 0 0,-1 0-1 0 0,1 0 0 0 0,-1 0 0 0 0,0-1 1 0 0,-5 8-1 0 0,-6 8 81 0 0,-22 25-1 0 0,21-28 7 0 0,-17 26 0 0 0,30-42-96 0 0,1-1-26 0 0,0 0 1 0 0,0 0-1 0 0,0 0 0 0 0,-1 0 1 0 0,1 0-1 0 0,0 1 1 0 0,0-1-1 0 0,0 0 1 0 0,0 0-1 0 0,0 0 1 0 0,-1 0-1 0 0,1 0 1 0 0,0 0-1 0 0,0 0 0 0 0,0 0 1 0 0,0 1-1 0 0,0-1 1 0 0,0 0-1 0 0,0 0 1 0 0,0 0-1 0 0,0 0 1 0 0,-1 0-1 0 0,1 1 0 0 0,0-1 1 0 0,0 0-1 0 0,0 0 1 0 0,0 0-1 0 0,0 0 1 0 0,0 1-1 0 0,0-1 1 0 0,0 0-1 0 0,0 0 1 0 0,0 0-1 0 0,0 0 0 0 0,0 1 1 0 0,0-1-1 0 0,0 0 1 0 0,0 0-1 0 0,1 0 1 0 0,-1 0-1 0 0,0 0 1 0 0,0 1-1 0 0,0-1 0 0 0,0 0 1 0 0,0 0-1 0 0,0 0 1 0 0,0 0-1 0 0,0 0 1 0 0,0 1-1 0 0,1-1 1 0 0,-1 0-1 0 0,0 0 1 0 0,0 0-1 0 0,0 0 0 0 0,8 10 13 0 0,37 24 38 0 0,-27-22 98 0 0,0 2-1 0 0,23 23 1 0 0,-33-29 56 0 0,0 1 0 0 0,-1 0 0 0 0,0 0 0 0 0,-1 1 1 0 0,0 0-1 0 0,0 0 0 0 0,6 17 0 0 0,-10-22-55 0 0,0 0-1 0 0,-1 0 0 0 0,0 1 0 0 0,0-1 0 0 0,-1 1 1 0 0,1-1-1 0 0,-1 1 0 0 0,0-1 0 0 0,-1 1 1 0 0,1-1-1 0 0,-1 1 0 0 0,0-1 0 0 0,-1 0 1 0 0,1 1-1 0 0,-1-1 0 0 0,0 0 0 0 0,0 0 1 0 0,-4 5-1 0 0,1-1 33 0 0,-1 0 0 0 0,-1-1-1 0 0,0 1 1 0 0,0-1 0 0 0,0-1 0 0 0,-1 0 0 0 0,0 0 0 0 0,-1 0 0 0 0,1-1 0 0 0,-1 0 0 0 0,-1-1-1 0 0,1 0 1 0 0,-1 0 0 0 0,0-1 0 0 0,-16 5 0 0 0,19-7-162 0 0,0 0 0 0 0,-1-1 0 0 0,1 1 0 0 0,-1-1 0 0 0,0-1 1 0 0,1 0-1 0 0,-1 0 0 0 0,1 0 0 0 0,-1-1 0 0 0,0 0 0 0 0,1 0 0 0 0,0-1 0 0 0,-1 0 0 0 0,1 0 0 0 0,0-1 0 0 0,0 0 1 0 0,0 0-1 0 0,0-1 0 0 0,1 0 0 0 0,-1 0 0 0 0,1-1 0 0 0,-10-8 0 0 0,14 12-203 0 0,1-1 0 0 0,-1 0 1 0 0,1 1-1 0 0,-1-1 0 0 0,1 0 0 0 0,0 0 0 0 0,-1 1 1 0 0,1-1-1 0 0,0 0 0 0 0,0 0 0 0 0,0-1 0 0 0,1 1 1 0 0,-1 0-1 0 0,0 0 0 0 0,1 0 0 0 0,0 0 0 0 0,-1-1 1 0 0,1 1-1 0 0,0 0 0 0 0,0 0 0 0 0,0-1 0 0 0,0 1 0 0 0,1 0 1 0 0,-1 0-1 0 0,0 0 0 0 0,1-1 0 0 0,0 1 0 0 0,-1 0 1 0 0,1 0-1 0 0,2-3 0 0 0,1-1-942 0 0,0 0 0 0 0,1 0 1 0 0,0 1-1 0 0,0-1 0 0 0,0 1 0 0 0,1 0 1 0 0,0 0-1 0 0,6-4 0 0 0,9-4-3397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4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170 126 892 0 0,'18'-13'3975'0'0,"24"-22"0"0"0,-38 31-3182 0 0,0-1-1 0 0,1 0 0 0 0,-1 0 0 0 0,-1 0 0 0 0,1 0 0 0 0,-1 0 0 0 0,0-1 0 0 0,0 0 0 0 0,3-10 1 0 0,-5 16-729 0 0,-1-1 1 0 0,0 1-1 0 0,0-1 0 0 0,0 0 1 0 0,1 1-1 0 0,-1-1 1 0 0,0 1-1 0 0,0-1 1 0 0,0 0-1 0 0,0 1 1 0 0,0-1-1 0 0,0 1 1 0 0,0-1-1 0 0,0 0 1 0 0,0 1-1 0 0,0-1 1 0 0,0 1-1 0 0,-1-1 1 0 0,1 0-1 0 0,0 1 1 0 0,0-1-1 0 0,-1 1 1 0 0,1-1-1 0 0,-1 0-42 0 0,1 1 0 0 0,-1 0 0 0 0,1 0 0 0 0,-1 0 0 0 0,1 0 0 0 0,-1 0 0 0 0,1-1 0 0 0,-1 1 0 0 0,1 0 1 0 0,-1 0-1 0 0,1 0 0 0 0,-1 1 0 0 0,1-1 0 0 0,-1 0 0 0 0,0 0 0 0 0,1 0 0 0 0,-1 0 0 0 0,1 0 0 0 0,0 0 0 0 0,-2 1 0 0 0,-23 15 118 0 0,0 8-80 0 0,2 0 0 0 0,0 2 0 0 0,2 0 1 0 0,1 1-1 0 0,1 2 0 0 0,1 0 0 0 0,2 0 1 0 0,-15 36-1 0 0,26-51-46 0 0,-1 1 1 0 0,2-1-1 0 0,0 1 0 0 0,1-1 1 0 0,1 1-1 0 0,0 0 0 0 0,0 20 1 0 0,2-28-4 0 0,0 0 0 0 0,1 0 0 0 0,0 0 0 0 0,0-1 0 0 0,1 1 0 0 0,0 0 0 0 0,0-1 0 0 0,0 1 0 0 0,1-1 0 0 0,0 0 0 0 0,0 0 0 0 0,1 0 0 0 0,0 0 0 0 0,0-1 0 0 0,0 1 0 0 0,0-1 0 0 0,1 0 0 0 0,7 6 0 0 0,-4-6 54 0 0,0 1 1 0 0,0-1-1 0 0,1-1 0 0 0,-1 0 1 0 0,1 0-1 0 0,0 0 1 0 0,0-1-1 0 0,1 0 0 0 0,-1-1 1 0 0,12 1-1 0 0,-20-2-48 0 0,1-1 1 0 0,-1 0-1 0 0,1 0 0 0 0,-1 1 0 0 0,1-1 0 0 0,-1 0 0 0 0,1 0 1 0 0,-1-1-1 0 0,0 1 0 0 0,1 0 0 0 0,-1 0 0 0 0,1-1 0 0 0,-1 1 1 0 0,0-1-1 0 0,1 1 0 0 0,-1-1 0 0 0,0 0 0 0 0,1 1 1 0 0,-1-1-1 0 0,0 0 0 0 0,0 0 0 0 0,0 0 0 0 0,0 0 0 0 0,0 0 1 0 0,0 0-1 0 0,0 0 0 0 0,0 0 0 0 0,0 0 0 0 0,0-1 0 0 0,0 1 1 0 0,-1 0-1 0 0,1-1 0 0 0,-1 1 0 0 0,1 0 0 0 0,0-2 0 0 0,-1 0-12 0 0,1 1-1 0 0,-1 0 1 0 0,0 0-1 0 0,0 0 0 0 0,0 0 1 0 0,0 0-1 0 0,0 0 1 0 0,0 0-1 0 0,-1 0 0 0 0,1-1 1 0 0,-1 1-1 0 0,1 0 0 0 0,-1 0 1 0 0,0 0-1 0 0,0 1 1 0 0,0-1-1 0 0,0 0 0 0 0,0 0 1 0 0,0 0-1 0 0,0 1 1 0 0,-3-3-1 0 0,1 1-86 0 0,-1 0-1 0 0,0 1 1 0 0,-1-1 0 0 0,1 1 0 0 0,0 0-1 0 0,-1 1 1 0 0,1-1 0 0 0,-1 1 0 0 0,1 0-1 0 0,-1 0 1 0 0,0 0 0 0 0,1 0 0 0 0,-8 1-1 0 0,-8 0-1735 0 0,-36 5 0 0 0,49-4 1317 0 0,-23 5-2217 0 0,10-1-2301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49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24 2356 0 0,'-8'-17'11421'0'0,"5"11"-10518"0"0,2 5-477 0 0,-1 4-383 0 0,0-1-1 0 0,0 0 1 0 0,1 1-1 0 0,-1-1 1 0 0,0 1 0 0 0,1-1-1 0 0,0 1 1 0 0,0 0 0 0 0,0-1-1 0 0,-1 4 1 0 0,-10 30 67 0 0,1 1 0 0 0,-7 54 0 0 0,16-79-99 0 0,1 1-1 0 0,0-1 1 0 0,1 0 0 0 0,0 1-1 0 0,1-1 1 0 0,0 1-1 0 0,1-1 1 0 0,1 0-1 0 0,0 0 1 0 0,1 0 0 0 0,7 17-1 0 0,-10-25 2 0 0,1-1-1 0 0,0 0 1 0 0,0 1-1 0 0,0-1 1 0 0,1 0-1 0 0,-1 0 1 0 0,1 0-1 0 0,-1-1 1 0 0,1 1-1 0 0,0-1 1 0 0,0 1-1 0 0,0-1 1 0 0,0 0-1 0 0,1 0 1 0 0,-1 0-1 0 0,0-1 1 0 0,1 1-1 0 0,0-1 1 0 0,-1 0-1 0 0,1 0 1 0 0,6 1-1 0 0,-5-2 0 0 0,0 0-1 0 0,0 0 1 0 0,0 0-1 0 0,0-1 0 0 0,0 0 1 0 0,0 0-1 0 0,0 0 1 0 0,-1 0-1 0 0,1-1 0 0 0,0 0 1 0 0,-1 0-1 0 0,1 0 1 0 0,-1-1-1 0 0,0 1 0 0 0,0-1 1 0 0,4-4-1 0 0,6-6 45 0 0,0-1 0 0 0,-2 0 0 0 0,1-1-1 0 0,15-25 1 0 0,-6 7 631 0 0,-16 24-436 0 0,12-14 263 0 0,-18 23-511 0 0,0 0 1 0 0,0 0 0 0 0,0-1-1 0 0,0 1 1 0 0,0 0 0 0 0,0 0-1 0 0,0 0 1 0 0,0 0 0 0 0,1 0 0 0 0,-1 0-1 0 0,0 0 1 0 0,0 0 0 0 0,0 0-1 0 0,0 0 1 0 0,0-1 0 0 0,0 1-1 0 0,0 0 1 0 0,1 0 0 0 0,-1 0-1 0 0,0 0 1 0 0,0 0 0 0 0,0 0-1 0 0,0 0 1 0 0,0 0 0 0 0,1 0-1 0 0,-1 0 1 0 0,0 0 0 0 0,0 0-1 0 0,0 0 1 0 0,0 0 0 0 0,0 0-1 0 0,0 0 1 0 0,1 1 0 0 0,-1-1-1 0 0,0 0 1 0 0,0 0 0 0 0,0 0-1 0 0,0 0 1 0 0,0 0 0 0 0,0 0-1 0 0,0 0 1 0 0,0 0 0 0 0,1 0-1 0 0,-1 0 1 0 0,0 0 0 0 0,0 1 0 0 0,0-1-1 0 0,0 0 1 0 0,0 0 0 0 0,0 0-1 0 0,0 0 1 0 0,0 18 3 0 0,-11 41 72 0 0,-27 86-1 0 0,-7 37-118 0 0,41-162-417 0 0,-5 48-2398 0 0,9-60 914 0 0,0 0 0 0 0,0-1 1 0 0,3 15-1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0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57 2228 0 0,'8'-11'1989'0'0,"-5"8"-1383"0"0,-1 0 0 0 0,0 0 0 0 0,0 0-1 0 0,0 0 1 0 0,0 0 0 0 0,0 0 0 0 0,-1 0 0 0 0,1-1-1 0 0,-1 1 1 0 0,1-6 0 0 0,-2 9-584 0 0,0-1-1 0 0,0 1 1 0 0,0 0-1 0 0,0 0 1 0 0,0-1 0 0 0,0 1-1 0 0,-1 0 1 0 0,1 0-1 0 0,0-1 1 0 0,0 1-1 0 0,0 0 1 0 0,0 0 0 0 0,-1-1-1 0 0,1 1 1 0 0,0 0-1 0 0,0 0 1 0 0,-1 0 0 0 0,1-1-1 0 0,0 1 1 0 0,0 0-1 0 0,-1 0 1 0 0,1 0-1 0 0,0 0 1 0 0,0-1 0 0 0,-1 1-1 0 0,1 0 1 0 0,0 0-1 0 0,-1 0 1 0 0,1 0 0 0 0,0 0-1 0 0,0 0 1 0 0,-1 0-1 0 0,1 0 1 0 0,0 0-1 0 0,-1 0 1 0 0,1 0 0 0 0,0 0-1 0 0,0 0 1 0 0,-1 0-1 0 0,1 0 1 0 0,0 1 0 0 0,-1-1-1 0 0,1 0 1 0 0,0 0-1 0 0,0 0 1 0 0,-1 0-1 0 0,1 1 1 0 0,0-1 0 0 0,0 0-1 0 0,-1 0 1 0 0,1 0-1 0 0,0 1 1 0 0,0-1 0 0 0,0 0-1 0 0,-1 1 1 0 0,-15 10 312 0 0,1 4-257 0 0,1-1 0 0 0,0 2 0 0 0,1 0-1 0 0,1 0 1 0 0,1 1 0 0 0,0 1 0 0 0,1 0 0 0 0,1 0 0 0 0,1 1 0 0 0,-7 22 0 0 0,14-37-51 0 0,1-1 1 0 0,-1 1-1 0 0,1 0 1 0 0,0 0-1 0 0,0 0 1 0 0,0 0-1 0 0,0 0 1 0 0,1 0-1 0 0,-1 0 1 0 0,1-1-1 0 0,0 1 1 0 0,0 0-1 0 0,1 0 1 0 0,-1-1-1 0 0,1 1 1 0 0,0-1-1 0 0,0 1 1 0 0,0-1-1 0 0,0 0 1 0 0,1 0-1 0 0,-1 0 1 0 0,1 0-1 0 0,4 4 1 0 0,8 5 157 0 0,0 0-1 0 0,0-1 1 0 0,30 15 0 0 0,-14-7-183 0 0,-31-19-3 0 0,17 10 80 0 0,0 1 0 0 0,-1 0 0 0 0,-1 2-1 0 0,27 26 1 0 0,-39-36 19 0 0,0 0 0 0 0,-1 0 0 0 0,1 0 0 0 0,-1 1 0 0 0,0-1 0 0 0,0 0 0 0 0,0 1 0 0 0,-1 0 0 0 0,1-1 0 0 0,-1 1 0 0 0,0 0 0 0 0,0 0 0 0 0,0-1 0 0 0,-1 1 0 0 0,1 0 0 0 0,-1 0 0 0 0,0 0 0 0 0,0 0 0 0 0,0 0 0 0 0,0 0 0 0 0,-1 0 0 0 0,0 0 0 0 0,0-1 0 0 0,0 1 0 0 0,0 0 0 0 0,0 0 0 0 0,-1-1 0 0 0,0 1 0 0 0,0-1 0 0 0,0 1 0 0 0,0-1 0 0 0,-3 3 0 0 0,0 1 83 0 0,-1-2 1 0 0,1 1 0 0 0,-1-1 0 0 0,-1 0 0 0 0,1 0 0 0 0,-1 0-1 0 0,0-1 1 0 0,0 0 0 0 0,0-1 0 0 0,0 1 0 0 0,-1-1-1 0 0,-10 2 1 0 0,12-3-72 0 0,1 0-1 0 0,-1-1 0 0 0,0 0 1 0 0,1 0-1 0 0,-1-1 0 0 0,0 0 1 0 0,0 0-1 0 0,0 0 0 0 0,1 0 0 0 0,-1-1 1 0 0,0 0-1 0 0,0 0 0 0 0,1-1 1 0 0,-1 0-1 0 0,1 0 0 0 0,-1 0 1 0 0,-8-6-1 0 0,12 7-85 0 0,0-1 0 0 0,0 1-1 0 0,0-1 1 0 0,1 0 0 0 0,-1 1 0 0 0,0-1-1 0 0,1 0 1 0 0,0 0 0 0 0,-1 0 0 0 0,1 0-1 0 0,0 0 1 0 0,0 0 0 0 0,0-1 0 0 0,1 1-1 0 0,-1 0 1 0 0,0-4 0 0 0,0 1-6 0 0,1 1 0 0 0,-1-1 0 0 0,1 0 1 0 0,1 0-1 0 0,-1 0 0 0 0,1 1 0 0 0,2-9 0 0 0,1-2 0 0 0,2 0-1 0 0,0 0 1 0 0,14-24-1 0 0,88-140 161 0 0,-84 142-169 0 0,6-17 359 0 0,-27 48-290 0 0,0 1 1 0 0,-1-1-1 0 0,0 0 1 0 0,0 0-1 0 0,-1 0 1 0 0,0 0-1 0 0,1-10 1 0 0,-2 14-70 0 0,0 0 0 0 0,0 0 0 0 0,0 1-1 0 0,0-1 1 0 0,-1 0 0 0 0,1 0 0 0 0,-1 0 0 0 0,1 0 0 0 0,-1 0 0 0 0,0 0 0 0 0,0 1 0 0 0,0-1 0 0 0,1 0 0 0 0,-2 1 0 0 0,1-1 0 0 0,0 1 0 0 0,0-1 0 0 0,0 1 0 0 0,-1-1 0 0 0,-1 0 0 0 0,0 0 2 0 0,0 0 0 0 0,0 0 1 0 0,0 1-1 0 0,0 0 0 0 0,0-1 0 0 0,-1 1 0 0 0,1 0 0 0 0,0 1 0 0 0,0-1 1 0 0,-6 0-1 0 0,-5 1-82 0 0,0 0 1 0 0,0 1 0 0 0,0 1 0 0 0,-19 4-1 0 0,18-3-747 0 0,1 0 0 0 0,-28 12 0 0 0,36-12-211 0 0,0 0-1 0 0,0 0 1 0 0,0 1 0 0 0,1-1-1 0 0,-1 1 1 0 0,1 1-1 0 0,0-1 1 0 0,-8 11 0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0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1812 0 0,'0'17'11991'0'0,"1"-15"-11541"0"0,20 0-75 0 0,-1-1 0 0 0,0-1 0 0 0,0-1-1 0 0,21-4 1 0 0,28-1-116 0 0,211-2 549 0 0,-246 6-548 0 0,-31 2-212 0 0,-1 0-237 0 0,6 1 29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1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122 103 112 0 0,'-4'-11'10168'0'0,"4"9"-9489"0"0,-1-1-1 0 0,0 0 1 0 0,1 0-1 0 0,0 0 0 0 0,0 0 1 0 0,0 0-1 0 0,0 0 1 0 0,1-5-1 0 0,-1 6-469 0 0,1-1 1 0 0,-1 1-1 0 0,1-1 0 0 0,0 1 0 0 0,0 0 0 0 0,0-1 1 0 0,1 1-1 0 0,-1 0 0 0 0,4-4 0 0 0,-2 2-190 0 0,0 1 0 0 0,1 0 1 0 0,-1 1-1 0 0,1-1 0 0 0,0 1 0 0 0,0-1 0 0 0,0 1 0 0 0,0 0 0 0 0,1 0 0 0 0,-1 1 0 0 0,0 0 1 0 0,1-1-1 0 0,-1 1 0 0 0,1 1 0 0 0,0-1 0 0 0,4 0 0 0 0,-3 1-11 0 0,6 1 6 0 0,-5 1-5 0 0,-3-1-7 0 0,1 0 1 0 0,-1 0 0 0 0,1 1-1 0 0,-1 0 1 0 0,0 0 0 0 0,0 0-1 0 0,0 0 1 0 0,0 1 0 0 0,0-1-1 0 0,0 1 1 0 0,-1 0 0 0 0,1 0-1 0 0,-1 1 1 0 0,0-1 0 0 0,3 5-1 0 0,-4-5 6 0 0,0 1-1 0 0,0 0 1 0 0,0 0-1 0 0,-1 0 1 0 0,0 0-1 0 0,0 0 0 0 0,0 0 1 0 0,0 0-1 0 0,-1 0 1 0 0,1 0-1 0 0,-1 0 0 0 0,0 0 1 0 0,-1 7-1 0 0,-2 5 21 0 0,-1 0 0 0 0,-1 0 0 0 0,0-1-1 0 0,-1 0 1 0 0,-1 0 0 0 0,-9 17 0 0 0,14-30-26 0 0,-14 24 53 0 0,-2 0-1 0 0,0-2 1 0 0,-2 0 0 0 0,-1-1-1 0 0,-24 20 1 0 0,18-16 141 0 0,-64 57 564 0 0,90-83-757 0 0,1-1-2 0 0,0 1 1 0 0,-1-1-1 0 0,1 0 1 0 0,0 0-1 0 0,0 1 1 0 0,0-1-1 0 0,0 0 1 0 0,0 1-1 0 0,-1-1 1 0 0,1 0-1 0 0,0 0 1 0 0,0 1-1 0 0,0-1 0 0 0,0 0 1 0 0,0 1-1 0 0,0-1 1 0 0,0 0-1 0 0,0 1 1 0 0,0-1-1 0 0,0 0 1 0 0,0 1-1 0 0,0-1 1 0 0,0 0-1 0 0,0 1 1 0 0,1-1-1 0 0,-1 0 1 0 0,0 0-1 0 0,0 1 1 0 0,21 2 47 0 0,1-2 0 0 0,-1 0 0 0 0,0-2 0 0 0,1 0 0 0 0,26-5 0 0 0,14-1-40 0 0,93-7 80 0 0,-106 11 111 0 0,-47 3-160 0 0,16 0 82 0 0,-18 0-145 0 0,3 0-131 0 0,-1 0-1 0 0,0 0 1 0 0,1 0 0 0 0,-1-1 0 0 0,1 1 0 0 0,-1 0-1 0 0,0-1 1 0 0,1 0 0 0 0,-1 1 0 0 0,0-1 0 0 0,0 0-1 0 0,4-2 1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1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309 114 764 0 0,'2'-13'5389'0'0,"-4"-27"2091"0"0,2 38-6764 0 0,-2-13 1610 0 0,-2-2-654 0 0,3 15-1343 0 0,0 0-86 0 0,-1-1 1 0 0,1 0-1 0 0,-1 0 0 0 0,1 1 0 0 0,-1-1 0 0 0,0 1 0 0 0,-5-5 0 0 0,4 8-239 0 0,-1 0 0 0 0,0 0 0 0 0,1 1 0 0 0,-1-1 0 0 0,1 1 0 0 0,-1 0-1 0 0,1 0 1 0 0,0 0 0 0 0,0 0 0 0 0,0 1 0 0 0,-5 4 0 0 0,-34 39 25 0 0,29-30-15 0 0,-21 23 39 0 0,-35 56-1 0 0,55-74-48 0 0,1 2-1 0 0,2-1 1 0 0,0 2-1 0 0,-13 37 1 0 0,22-55-2 0 0,1 1 0 0 0,-1-1 0 0 0,1 1 0 0 0,0-1 0 0 0,1 1 0 0 0,-1 0 0 0 0,1-1 0 0 0,1 1 0 0 0,-1 0 0 0 0,1-1 0 0 0,2 8 0 0 0,-2-9 1 0 0,1-1 0 0 0,0 0-1 0 0,0 0 1 0 0,0 0 0 0 0,0 0 0 0 0,1-1-1 0 0,0 1 1 0 0,-1-1 0 0 0,1 1 0 0 0,1-1 0 0 0,-1 0-1 0 0,0 0 1 0 0,1 0 0 0 0,-1 0 0 0 0,1-1-1 0 0,0 0 1 0 0,5 3 0 0 0,1-1 9 0 0,1 0 0 0 0,-1 0 1 0 0,1-2-1 0 0,0 1 0 0 0,0-1 0 0 0,0-1 0 0 0,0 0 1 0 0,0 0-1 0 0,0-1 0 0 0,0 0 0 0 0,0-1 1 0 0,0-1-1 0 0,-1 0 0 0 0,1 0 0 0 0,0-1 0 0 0,0 0 1 0 0,11-6-1 0 0,-8 4 11 0 0,-1-1-1 0 0,0-1 1 0 0,-1 0-1 0 0,1-1 1 0 0,-1 0-1 0 0,-1-1 1 0 0,0 0-1 0 0,0-1 1 0 0,-1 0 0 0 0,0-1-1 0 0,0 0 1 0 0,12-20-1 0 0,-17 21-22 0 0,1 0 0 0 0,-1-1 0 0 0,-1 1-1 0 0,0-1 1 0 0,0 0 0 0 0,-1 0 0 0 0,0-1 0 0 0,-1 1-1 0 0,-1-1 1 0 0,1-18 0 0 0,-2 23-3 0 0,-1 1 0 0 0,1-1-1 0 0,-1 0 1 0 0,-1 1 0 0 0,1-1 0 0 0,-1 1 0 0 0,0-1 0 0 0,-1 1 0 0 0,0 0-1 0 0,0 0 1 0 0,0 0 0 0 0,0 0 0 0 0,-1 0 0 0 0,0 1 0 0 0,0 0 0 0 0,-1 0-1 0 0,1 0 1 0 0,-1 0 0 0 0,-8-5 0 0 0,4 3-191 0 0,-1 1 0 0 0,0 0 0 0 0,-1 0 0 0 0,1 1 0 0 0,-1 0-1 0 0,0 1 1 0 0,0 0 0 0 0,-14-2 0 0 0,-14 1-3171 0 0,-2 5-3551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5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31 1856 0 0,'-14'-26'11308'0'0,"11"23"-10235"0"0,2 2-640 0 0,-10 20-55 0 0,-32 123 35 0 0,25-91-325 0 0,-13 66 0 0 0,28-106-80 0 0,1 1 1 0 0,1-1 0 0 0,0 1-1 0 0,0 0 1 0 0,3 21 0 0 0,-2-30-4 0 0,1 0 0 0 0,-1 0 0 0 0,1 0 0 0 0,0 0 0 0 0,0 0 0 0 0,0 0 0 0 0,0-1 0 0 0,1 1 0 0 0,-1 0 0 0 0,1-1 0 0 0,0 1 0 0 0,-1-1 0 0 0,1 0 0 0 0,0 1 0 0 0,0-1 0 0 0,1 0 0 0 0,-1 0 0 0 0,0 0 0 0 0,1-1 0 0 0,-1 1 1 0 0,1 0-1 0 0,-1-1 0 0 0,1 0 0 0 0,0 0 0 0 0,0 0 0 0 0,5 2 0 0 0,-4-3 5 0 0,1 1 0 0 0,0-1 0 0 0,-1 0 0 0 0,1 0 0 0 0,-1-1 0 0 0,1 0 0 0 0,-1 1 0 0 0,1-1 0 0 0,-1-1 0 0 0,7-2 0 0 0,40-20 138 0 0,-30 9 319 0 0,-1 0 0 0 0,0-1 1 0 0,-1-1-1 0 0,30-37 0 0 0,-3 5 890 0 0,-44 47-1306 0 0,-1 2-41 0 0,9 2 71 0 0,-6 12-30 0 0,-3 3-16 0 0,-1-1 0 0 0,-1 1 0 0 0,0-1 0 0 0,-1 0 0 0 0,-1 1 0 0 0,-9 28 0 0 0,6-22 6 0 0,-58 185 370 0 0,-4 16-1948 0 0,68-223 1292 0 0,0 0-1 0 0,-1 1 0 0 0,1-1 1 0 0,0 0-1 0 0,0 0 1 0 0,0 0-1 0 0,0 0 1 0 0,0 0-1 0 0,0 0 0 0 0,0 0 1 0 0,1 0-1 0 0,-1 0 1 0 0,1 2-1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6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60 155 2640 0 0,'88'-111'15106'0'0,"-105"123"-14670"0"0,-2 6-354 0 0,0 0 1 0 0,2 2-1 0 0,0 0 0 0 0,2 1 0 0 0,-15 24 0 0 0,28-42-79 0 0,1 0 1 0 0,-1 0-1 0 0,0 1 0 0 0,1-1 1 0 0,0 0-1 0 0,0 1 0 0 0,0-1 1 0 0,0 1-1 0 0,0-1 0 0 0,1 1 1 0 0,0 0-1 0 0,-1-1 0 0 0,1 1 1 0 0,1 0-1 0 0,-1-1 0 0 0,0 1 1 0 0,1-1-1 0 0,0 1 0 0 0,0-1 1 0 0,0 1-1 0 0,0-1 0 0 0,1 1 1 0 0,2 4-1 0 0,1-1 1 0 0,0-1 1 0 0,0 0-1 0 0,0-1 1 0 0,1 1-1 0 0,-1-1 1 0 0,2 0-1 0 0,-1 0 1 0 0,0-1-1 0 0,1 0 1 0 0,8 4-1 0 0,29 15 12 0 0,-9-6-20 0 0,54 36 1 0 0,-87-51 53 0 0,0-1-1 0 0,0 0 1 0 0,0 1-1 0 0,-1 0 1 0 0,1-1-1 0 0,0 1 1 0 0,-1 0-1 0 0,1 0 1 0 0,-1 0-1 0 0,0 0 1 0 0,0 0-1 0 0,0 0 1 0 0,0 0-1 0 0,0 1 1 0 0,0-1 0 0 0,0 0-1 0 0,-1 0 1 0 0,1 1-1 0 0,-1-1 1 0 0,0 0-1 0 0,0 1 1 0 0,0-1-1 0 0,0 0 1 0 0,0 1-1 0 0,0-1 1 0 0,0 1-1 0 0,-1-1 1 0 0,1 0-1 0 0,-1 0 1 0 0,0 1-1 0 0,0-1 1 0 0,0 0 0 0 0,0 0-1 0 0,0 0 1 0 0,0 0-1 0 0,0 0 1 0 0,-3 3-1 0 0,-1 2 154 0 0,-1 0-1 0 0,0-1 0 0 0,0 1 0 0 0,0-1 1 0 0,-1 0-1 0 0,0-1 0 0 0,0 0 1 0 0,-15 9-1 0 0,14-10 11 0 0,0-1-1 0 0,-1 1 1 0 0,1-1 0 0 0,-1-1-1 0 0,0 0 1 0 0,0 0-1 0 0,0-1 1 0 0,-18 1 0 0 0,25-2-187 0 0,-1 0 1 0 0,1 0 0 0 0,0 0 0 0 0,-1 0-1 0 0,1 0 1 0 0,0-1 0 0 0,-1 1 0 0 0,1-1-1 0 0,0 0 1 0 0,0 1 0 0 0,-1-1 0 0 0,1 0-1 0 0,0-1 1 0 0,0 1 0 0 0,0 0 0 0 0,0 0-1 0 0,0-1 1 0 0,1 1 0 0 0,-1-1 0 0 0,-2-2-1 0 0,2 1-17 0 0,1 0-1 0 0,-1 1 1 0 0,1-1-1 0 0,0 0 1 0 0,0 0-1 0 0,0 0 1 0 0,1 0 0 0 0,-1 0-1 0 0,1 0 1 0 0,-1 0-1 0 0,1 0 1 0 0,0 0-1 0 0,1-5 1 0 0,1-4-12 0 0,0 0-1 0 0,1 0 1 0 0,0 0 0 0 0,1 1 0 0 0,0-1 0 0 0,8-13 0 0 0,17-26 21 0 0,51-67-1 0 0,-49 76-7 0 0,-2-1 1 0 0,32-62-1 0 0,-60 103-7 0 0,0 0-1 0 0,0 0 1 0 0,0-1 0 0 0,0 1-1 0 0,0 0 1 0 0,-1-1 0 0 0,1 1-1 0 0,-1 0 1 0 0,1-1-1 0 0,-1 1 1 0 0,0-1 0 0 0,0 1-1 0 0,0-1 1 0 0,0 1 0 0 0,0 0-1 0 0,-1-1 1 0 0,1 1 0 0 0,-1-1-1 0 0,1 1 1 0 0,-1 0 0 0 0,0-1-1 0 0,0 1 1 0 0,0 0 0 0 0,0 0-1 0 0,-1 0 1 0 0,1 0-1 0 0,-3-4 1 0 0,1 4-14 0 0,0 0 0 0 0,-1 0-1 0 0,1 0 1 0 0,0 0 0 0 0,0 0-1 0 0,-1 1 1 0 0,1-1 0 0 0,-1 1-1 0 0,1 0 1 0 0,-1 0 0 0 0,0 0-1 0 0,1 1 1 0 0,-1-1 0 0 0,0 1 0 0 0,0 0-1 0 0,1 0 1 0 0,-7 1 0 0 0,-5 1-622 0 0,-1 0 1 0 0,1 1 0 0 0,-28 10-1 0 0,37-11-155 0 0,-1 1-1 0 0,1 0 0 0 0,0 0 0 0 0,-9 7 1 0 0,12-8-129 0 0,0 1 0 0 0,0-1 0 0 0,0 1 0 0 0,1 0 0 0 0,-1 0 0 0 0,1 0 0 0 0,0 0 0 0 0,0 0 0 0 0,-3 5 0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7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58 2028 0 0,'-3'0'4063'0'0,"-5"0"-3048"0"0,-20 0 6921 0 0,19 0-5329 0 0,12 0-2458 0 0,249-33 667 0 0,-89 14-629 0 0,-110 16 60 0 0,-51 2-200 0 0,17-1 53 0 0,-1 2-5438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7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1836 0 0,'6'-5'2179'0'0,"-1"0"-1"0"0,0-1 0 0 0,0 1 1 0 0,4-7-1 0 0,0-1 964 0 0,-1 8-1901 0 0,2-1-44 0 0,-9 6-1191 0 0,-1 0 1 0 0,0 0 0 0 0,1 0-1 0 0,-1 0 1 0 0,0 0-1 0 0,1 0 1 0 0,-1 1-1 0 0,0-1 1 0 0,1 0-1 0 0,-1 0 1 0 0,0 0 0 0 0,0 0-1 0 0,1 0 1 0 0,-1 0-1 0 0,0 1 1 0 0,1-1-1 0 0,-1 0 1 0 0,0 0-1 0 0,0 0 1 0 0,1 1 0 0 0,-1-1-1 0 0,0 0 1 0 0,0 0-1 0 0,0 1 1 0 0,0-1-1 0 0,1 0 1 0 0,-1 1-1 0 0,0-1 1 0 0,0 0-1 0 0,0 0 1 0 0,0 1 0 0 0,0-1-1 0 0,0 0 1 0 0,0 1-1 0 0,0-1 1 0 0,0 1-1 0 0,3 14 70 0 0,-1-1 0 0 0,0 1 0 0 0,-1 0 0 0 0,-1 0-1 0 0,-1 1 1 0 0,-3 21 0 0 0,2-22-56 0 0,1 0 0 0 0,0 0 0 0 0,1 0 0 0 0,0 0 0 0 0,1 0 0 0 0,1 0-1 0 0,4 17 1 0 0,-5-28-11 0 0,0-1-1 0 0,1 1 1 0 0,-1-1-1 0 0,1 1 0 0 0,0-1 1 0 0,0 1-1 0 0,0-1 1 0 0,0 0-1 0 0,1 0 1 0 0,-1 0-1 0 0,1 0 0 0 0,0-1 1 0 0,-1 1-1 0 0,1-1 1 0 0,1 1-1 0 0,-1-1 0 0 0,0 0 1 0 0,0 0-1 0 0,1-1 1 0 0,-1 1-1 0 0,1-1 0 0 0,0 1 1 0 0,-1-1-1 0 0,1 0 1 0 0,0-1-1 0 0,5 2 0 0 0,0-2 10 0 0,-1 0 0 0 0,1 0 0 0 0,-1-1 0 0 0,1 0 0 0 0,-1-1 0 0 0,1 0 0 0 0,-1 0 0 0 0,0 0 0 0 0,0-1 0 0 0,0-1 0 0 0,8-3-1 0 0,0-3-25 0 0,0 0-1 0 0,-1-1 0 0 0,0-1 0 0 0,-1 0 0 0 0,-1 0 0 0 0,23-29 0 0 0,62-95 2149 0 0,-78 106-408 0 0,-10 11-999 0 0,-9 17-574 0 0,-7 25-129 0 0,-162 435-218 0 0,138-365-2420 0 0,20-46-916 0 0,7 0-4349 0 0,5-28 56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02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98 312 0 0,'-13'-20'8932'0'0,"-1"5"-4708"0"0,-2 15-2957 0 0,13 0-1162 0 0,0 1 1 0 0,0 0 0 0 0,-1 1 0 0 0,1-1-1 0 0,0 1 1 0 0,0-1 0 0 0,0 1-1 0 0,0 0 1 0 0,1 0 0 0 0,-1 0-1 0 0,0 0 1 0 0,1 1 0 0 0,0-1 0 0 0,-5 6-1 0 0,2-2 101 0 0,-19 18 166 0 0,2 2 0 0 0,1 0 0 0 0,1 1 0 0 0,-29 53 0 0 0,39-61-276 0 0,1-1 1 0 0,1 2 0 0 0,1-1-1 0 0,0 1 1 0 0,2 0 0 0 0,0 1-1 0 0,1-1 1 0 0,-2 41 0 0 0,6-55-59 0 0,0 0 1 0 0,0 0 0 0 0,1 0-1 0 0,-1 0 1 0 0,1 0-1 0 0,0 0 1 0 0,1 0-1 0 0,0 0 1 0 0,-1-1 0 0 0,2 1-1 0 0,-1-1 1 0 0,1 1-1 0 0,0-1 1 0 0,0 0-1 0 0,0 0 1 0 0,1 0 0 0 0,0 0-1 0 0,0-1 1 0 0,0 0-1 0 0,0 1 1 0 0,1-2 0 0 0,-1 1-1 0 0,1 0 1 0 0,0-1-1 0 0,0 0 1 0 0,1 0-1 0 0,-1 0 1 0 0,0-1 0 0 0,1 0-1 0 0,0 0 1 0 0,0 0-1 0 0,-1-1 1 0 0,1 0 0 0 0,0 0-1 0 0,0 0 1 0 0,8-1-1 0 0,7 1 10 0 0,0-2 0 0 0,0 0 0 0 0,1-2 1 0 0,-1 0-1 0 0,-1-1 0 0 0,1-2 0 0 0,-1 0 0 0 0,31-13 0 0 0,-29 9-8 0 0,0-1 1 0 0,-1-1-1 0 0,-1-1 1 0 0,0-1-1 0 0,0 0 0 0 0,-2-2 1 0 0,22-21-1 0 0,-30 25-29 0 0,1-1-1 0 0,-2 0 1 0 0,0-1 0 0 0,0 0-1 0 0,-1-1 1 0 0,-1 1-1 0 0,-1-1 1 0 0,0-1 0 0 0,-1 1-1 0 0,0-1 1 0 0,-1 0-1 0 0,-1 0 1 0 0,-1-1 0 0 0,0 1-1 0 0,-1-18 1 0 0,-1 23 1 0 0,-1 1 1 0 0,0-1 0 0 0,-1 1 0 0 0,0 0 0 0 0,-1-1-1 0 0,0 1 1 0 0,0 0 0 0 0,-1 0 0 0 0,0 1-1 0 0,-9-16 1 0 0,7 18 0 0 0,1 0 1 0 0,-1 0-1 0 0,0 0 1 0 0,0 0-1 0 0,-1 1 0 0 0,0 0 1 0 0,0 1-1 0 0,-1-1 1 0 0,0 1-1 0 0,1 1 0 0 0,-1-1 1 0 0,-1 2-1 0 0,-13-6 1 0 0,10 6 3 0 0,0 0 0 0 0,0 0 1 0 0,-1 1-1 0 0,1 1 0 0 0,-1 0 1 0 0,0 1-1 0 0,1 0 0 0 0,-1 1 0 0 0,1 0 1 0 0,-1 1-1 0 0,1 1 0 0 0,-1 0 1 0 0,1 0-1 0 0,-16 8 0 0 0,17-6-250 0 0,1 0 0 0 0,0 0 0 0 0,1 1 0 0 0,-1 0 0 0 0,1 1 0 0 0,0 0 0 0 0,-8 10 0 0 0,11-11-513 0 0,0 1 1 0 0,0 0-1 0 0,1 0 0 0 0,1 0 1 0 0,-1 1-1 0 0,1 0 1 0 0,0 0-1 0 0,1 0 0 0 0,-5 14 1 0 0,6-6-3452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02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14 1560 0 0,'-57'7'15058'0'0,"57"-7"-15008"0"0,0 1 1 0 0,0-1 0 0 0,0 1 0 0 0,1-1 0 0 0,-1 1 0 0 0,0-1 0 0 0,0 1-1 0 0,1-1 1 0 0,-1 1 0 0 0,0-1 0 0 0,1 0 0 0 0,-1 1 0 0 0,0-1 0 0 0,1 0 0 0 0,-1 1-1 0 0,1-1 1 0 0,-1 0 0 0 0,1 1 0 0 0,-1-1 0 0 0,1 0 0 0 0,-1 0 0 0 0,1 0-1 0 0,-1 1 1 0 0,1-1 0 0 0,-1 0 0 0 0,2 0 0 0 0,13 2 279 0 0,-14-2-311 0 0,78 4 149 0 0,0-4 1 0 0,96-12 0 0 0,-144 9-1333 0 0,41-4-2415 0 0,-26-1-2528 0 0,-27 3 515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02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69 2752 0 0,'1'-2'2426'0'0,"13"-45"10913"0"0,-11 28-6783 0 0,-4 32-5884 0 0,0 1 1 0 0,-1-1-1 0 0,0 1 0 0 0,-7 20 0 0 0,-24 56-156 0 0,17-48-251 0 0,-8 22-515 0 0,-43 126 1395 0 0,41-92-2741 0 0,11 1-3778 0 0,14-90 3564 0 0,1-1 0 0 0,0 0 0 0 0,1 0-1 0 0,2 13 1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03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1 172 1536 0 0,'4'-8'1567'0'0,"8"-14"1617"0"0,0 1-1 0 0,1 1 1 0 0,20-23 0 0 0,-28 37-2884 0 0,0 1-1 0 0,0 0 1 0 0,0 1 0 0 0,1-1 0 0 0,0 1-1 0 0,0 0 1 0 0,0 0 0 0 0,0 1 0 0 0,1 0-1 0 0,-1 0 1 0 0,1 0 0 0 0,0 1 0 0 0,0 0-1 0 0,0 1 1 0 0,8-2 0 0 0,-10 2-208 0 0,0 1 0 0 0,-1 0 1 0 0,1 0-1 0 0,0 1 0 0 0,-1-1 0 0 0,1 1 1 0 0,-1 0-1 0 0,1 0 0 0 0,-1 0 0 0 0,1 1 0 0 0,-1 0 1 0 0,0 0-1 0 0,0 0 0 0 0,0 0 0 0 0,0 0 1 0 0,0 1-1 0 0,0 0 0 0 0,0 0 0 0 0,-1 0 1 0 0,0 0-1 0 0,1 1 0 0 0,-1-1 0 0 0,-1 1 0 0 0,5 5 1 0 0,-4-3 30 0 0,1 0 0 0 0,-1 1 0 0 0,0-1 0 0 0,-1 1 1 0 0,1 0-1 0 0,-1-1 0 0 0,-1 1 0 0 0,1 0 0 0 0,-1 0 1 0 0,0 0-1 0 0,-1 1 0 0 0,0-1 0 0 0,0 0 0 0 0,-2 13 1 0 0,-2-2 131 0 0,-2-1 1 0 0,0 0-1 0 0,0 0 1 0 0,-2 0 0 0 0,0-1-1 0 0,-1 0 1 0 0,0 0-1 0 0,-1-1 1 0 0,-13 14 0 0 0,-15 15 858 0 0,-63 57 1 0 0,57-57-449 0 0,44-44-662 0 0,0 0 0 0 0,-1 0 1 0 0,1 1-1 0 0,0-1 0 0 0,-1 0 0 0 0,1 1 1 0 0,0-1-1 0 0,0 1 0 0 0,0-1 0 0 0,-1 0 1 0 0,1 1-1 0 0,0-1 0 0 0,0 0 0 0 0,0 1 1 0 0,0-1-1 0 0,0 1 0 0 0,0-1 1 0 0,0 1-1 0 0,0-1 0 0 0,0 0 0 0 0,0 1 1 0 0,0-1-1 0 0,0 1 0 0 0,0-1 0 0 0,0 1 1 0 0,0-1-1 0 0,0 0 0 0 0,0 1 0 0 0,0-1 1 0 0,1 1-1 0 0,-1-1 0 0 0,0 0 0 0 0,0 1 1 0 0,0-1-1 0 0,1 0 0 0 0,-1 1 1 0 0,0-1-1 0 0,1 0 0 0 0,-1 1 0 0 0,0-1 1 0 0,1 0-1 0 0,-1 0 0 0 0,0 1 0 0 0,1-1 1 0 0,-1 0-1 0 0,0 0 0 0 0,1 0 0 0 0,-1 1 1 0 0,1-1-1 0 0,-1 0 0 0 0,1 0 0 0 0,-1 0 1 0 0,0 0-1 0 0,1 0 0 0 0,-1 0 1 0 0,1 0-1 0 0,-1 0 0 0 0,1 0 0 0 0,0 0 1 0 0,25 0-56 0 0,-25 0 66 0 0,343-48-1526 0 0,-235 29-390 0 0,135-28-4815 0 0,-85 5-3751 0 0,-109 26 3007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46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43 528 0 0,'6'-22'8463'0'0,"-5"21"-8373"0"0,-1 0 0 0 0,0 0-1 0 0,0 0 1 0 0,0 1-1 0 0,0-1 1 0 0,0 0-1 0 0,0 0 1 0 0,0 1-1 0 0,-1-1 1 0 0,1 0-1 0 0,0 0 1 0 0,0 0-1 0 0,0 1 1 0 0,-1-1 0 0 0,1 0-1 0 0,-1 1 1 0 0,1-1-1 0 0,0 0 1 0 0,-1 1-1 0 0,1-1 1 0 0,-1 0-1 0 0,1 1 1 0 0,-1-1-1 0 0,0 1 1 0 0,1-1-1 0 0,-1 1 1 0 0,1-1 0 0 0,-2 1-1 0 0,1-1-38 0 0,-1 1 1 0 0,1 0-1 0 0,0 0 0 0 0,-1 0 1 0 0,1 0-1 0 0,0 1 0 0 0,-1-1 1 0 0,1 0-1 0 0,-1 0 0 0 0,1 1 1 0 0,0-1-1 0 0,0 1 0 0 0,-1-1 0 0 0,-1 2 1 0 0,-7 4-64 0 0,0 1-1 0 0,-18 15 1 0 0,24-19 187 0 0,-46 42-50 0 0,2 1 0 0 0,2 3 0 0 0,2 1-1 0 0,-47 72 1 0 0,82-109-93 0 0,0 1 1 0 0,1-1-1 0 0,1 2 1 0 0,0-1-1 0 0,-5 16 1 0 0,11-26-9 0 0,0 0 1 0 0,0-1-1 0 0,0 1 1 0 0,1 0 0 0 0,-1-1-1 0 0,1 1 1 0 0,0 0-1 0 0,0 0 1 0 0,0 0-1 0 0,0-1 1 0 0,0 1-1 0 0,1 0 1 0 0,0 0-1 0 0,0-1 1 0 0,0 1-1 0 0,0-1 1 0 0,1 1-1 0 0,-1-1 1 0 0,1 1 0 0 0,0-1-1 0 0,0 0 1 0 0,0 0-1 0 0,0 0 1 0 0,1 0-1 0 0,-1 0 1 0 0,7 4-1 0 0,-2-1 102 0 0,0-2-1 0 0,0 1 0 0 0,1-1 1 0 0,0 0-1 0 0,0-1 0 0 0,0 1 1 0 0,11 1-1 0 0,-15-4 24 0 0,0 1 0 0 0,1-1-1 0 0,-1-1 1 0 0,1 1 0 0 0,-1-1-1 0 0,1 0 1 0 0,-1 0 0 0 0,1 0 0 0 0,-1 0-1 0 0,1-1 1 0 0,-1 0 0 0 0,0 0-1 0 0,1 0 1 0 0,-1 0 0 0 0,7-4 0 0 0,-10 4-102 0 0,1 0 1 0 0,0 0 0 0 0,-1 0 0 0 0,1 0-1 0 0,0 0 1 0 0,-1 0 0 0 0,0-1 0 0 0,1 1 0 0 0,-1 0-1 0 0,0-1 1 0 0,1 0 0 0 0,-1 1 0 0 0,0-1-1 0 0,0 0 1 0 0,-1 1 0 0 0,1-1 0 0 0,0 0-1 0 0,0 0 1 0 0,-1 0 0 0 0,1 1 0 0 0,-1-1-1 0 0,0 0 1 0 0,1 0 0 0 0,-1 0 0 0 0,0 0 0 0 0,0 0-1 0 0,0 0 1 0 0,-1 0 0 0 0,1 0 0 0 0,0 0-1 0 0,-1-2 1 0 0,0 2-40 0 0,0-1-1 0 0,-1 1 1 0 0,1 0-1 0 0,0 0 1 0 0,-1 0-1 0 0,1 0 1 0 0,-1 0 0 0 0,1 0-1 0 0,-1 0 1 0 0,0 0-1 0 0,0 1 1 0 0,0-1-1 0 0,0 1 1 0 0,0 0-1 0 0,0-1 1 0 0,0 1-1 0 0,-1 0 1 0 0,1 0 0 0 0,0 0-1 0 0,-1 0 1 0 0,1 1-1 0 0,-5-2 1 0 0,-4 2-89 0 0,0-1 1 0 0,0 1 0 0 0,1 1-1 0 0,-1 0 1 0 0,0 0 0 0 0,0 1-1 0 0,-13 5 1 0 0,17-5-384 0 0,-1 0 1 0 0,1 1-1 0 0,0 0 0 0 0,0 0 1 0 0,0 1-1 0 0,0 0 0 0 0,1 0 1 0 0,0 1-1 0 0,-1-1 0 0 0,2 2 1 0 0,-7 5-1 0 0,11-10-142 0 0,-6 9-346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46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64 1252 0 0,'11'-12'2252'0'0,"-7"8"-970"0"0,0 0 1 0 0,0 0-1 0 0,-1-1 0 0 0,1 1 0 0 0,2-7 0 0 0,-21 19-928 0 0,10-7-291 0 0,-1 5 40 0 0,0-1-1 0 0,1 1 0 0 0,-1 0 0 0 0,1 0 0 0 0,0 1 0 0 0,1-1 0 0 0,-5 9 0 0 0,-2 3 170 0 0,-1 0-6 0 0,1 1 1 0 0,1 0 0 0 0,-14 35-1 0 0,21-47-208 0 0,1 0-1 0 0,0 0 0 0 0,0 0 0 0 0,1 0 0 0 0,-1 1 0 0 0,2-1 1 0 0,-1 0-1 0 0,1 0 0 0 0,0 1 0 0 0,0-1 0 0 0,1 0 0 0 0,0 0 1 0 0,1 1-1 0 0,-1-1 0 0 0,4 7 0 0 0,-3-10 43 0 0,0 0-1 0 0,0 0 1 0 0,1 0 0 0 0,-1 0-1 0 0,1-1 1 0 0,0 1 0 0 0,0-1-1 0 0,1 1 1 0 0,-1-1-1 0 0,0 0 1 0 0,1 0 0 0 0,0-1-1 0 0,7 5 1 0 0,-4-4 73 0 0,0 0 0 0 0,0-1 0 0 0,0 0 0 0 0,0 0 0 0 0,0 0 0 0 0,0-1 0 0 0,0 0 1 0 0,11 0-1 0 0,-9-1 14 0 0,0 0 1 0 0,1-1 0 0 0,-1 0-1 0 0,0 0 1 0 0,0-1 0 0 0,0-1-1 0 0,0 1 1 0 0,0-1 0 0 0,0-1-1 0 0,-1 0 1 0 0,1 0 0 0 0,-1 0 0 0 0,0-1-1 0 0,8-7 1 0 0,-8 4-75 0 0,0 0 0 0 0,0-1 0 0 0,-1 0 0 0 0,0 0 1 0 0,-1-1-1 0 0,0 0 0 0 0,0 0 0 0 0,-1 0 0 0 0,-1-1 0 0 0,0 0 1 0 0,5-18-1 0 0,-7 20-63 0 0,0 0 0 0 0,-1 0 0 0 0,0 0 1 0 0,0-1-1 0 0,-1 1 0 0 0,0 0 0 0 0,-1 0 0 0 0,0-1 1 0 0,0 1-1 0 0,-1 0 0 0 0,0 0 0 0 0,-1 0 0 0 0,0 0 1 0 0,-7-15-1 0 0,6 19-80 0 0,0-1 1 0 0,0 1 0 0 0,0 0-1 0 0,-1 0 1 0 0,0 0 0 0 0,0 1-1 0 0,0-1 1 0 0,0 1 0 0 0,-1 0-1 0 0,0 1 1 0 0,0 0 0 0 0,0-1-1 0 0,0 2 1 0 0,0-1 0 0 0,0 1-1 0 0,-1 0 1 0 0,1 0 0 0 0,-1 1-1 0 0,0 0 1 0 0,1 0 0 0 0,-1 0-1 0 0,-9 1 1 0 0,6 0-370 0 0,1 1 0 0 0,0 0 0 0 0,-1 0 0 0 0,1 1 0 0 0,0 0 0 0 0,0 1 0 0 0,-9 3 0 0 0,12-3-315 0 0,0 0 0 0 0,-1 0 1 0 0,1 0-1 0 0,1 1 0 0 0,-1 0 0 0 0,0 0 1 0 0,1 1-1 0 0,0 0 0 0 0,-7 7 0 0 0,3 1-3043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47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25 112 1600 0 0,'-2'-2'644'0'0,"0"0"0"0"0,0 1 0 0 0,0-1-1 0 0,0 0 1 0 0,0 0 0 0 0,1 0 0 0 0,-1-1 0 0 0,0 1-1 0 0,1 0 1 0 0,-2-4 0 0 0,2 4-339 0 0,1 0 0 0 0,-1 0 0 0 0,1 0 0 0 0,-1 0 0 0 0,1-1 0 0 0,0 1-1 0 0,0 0 1 0 0,-1 0 0 0 0,2 0 0 0 0,-1 0 0 0 0,0-3 0 0 0,1 2-199 0 0,0 0 0 0 0,0 1 0 0 0,0-1-1 0 0,0 0 1 0 0,0 1 0 0 0,1-1 0 0 0,-1 1 0 0 0,1-1 0 0 0,-1 1 0 0 0,1 0-1 0 0,0 0 1 0 0,0 0 0 0 0,0 0 0 0 0,0 0 0 0 0,0 0 0 0 0,1 0-1 0 0,-1 1 1 0 0,0-1 0 0 0,6-1 0 0 0,-2 0-59 0 0,0 1 0 0 0,0 0-1 0 0,0 1 1 0 0,1-1 0 0 0,-1 1 0 0 0,0 1 0 0 0,1-1-1 0 0,-1 1 1 0 0,0 0 0 0 0,1 1 0 0 0,-1-1 0 0 0,1 1-1 0 0,-1 0 1 0 0,0 1 0 0 0,0 0 0 0 0,0 0 0 0 0,0 0 0 0 0,0 0-1 0 0,0 1 1 0 0,9 6 0 0 0,-10-6-25 0 0,0 1-1 0 0,0-1 1 0 0,-1 1 0 0 0,1 0 0 0 0,-1 0-1 0 0,0 0 1 0 0,0 1 0 0 0,-1-1 0 0 0,1 1-1 0 0,-1 0 1 0 0,0 0 0 0 0,0 0-1 0 0,-1 0 1 0 0,0 1 0 0 0,0-1 0 0 0,0 1-1 0 0,0-1 1 0 0,-1 1 0 0 0,0 0 0 0 0,0-1-1 0 0,0 1 1 0 0,-1 12 0 0 0,-2-5 44 0 0,-1 1-1 0 0,0-1 1 0 0,0 0 0 0 0,-2 0 0 0 0,0 0 0 0 0,0-1-1 0 0,-1 1 1 0 0,0-1 0 0 0,-12 15 0 0 0,-10 13 632 0 0,-42 44 0 0 0,60-73-570 0 0,-56 63 701 0 0,65-74-819 0 0,1 0 0 0 0,0 1 0 0 0,0-1 0 0 0,-1 0 0 0 0,1 0 0 0 0,0 1 0 0 0,0-1 0 0 0,-1 0 0 0 0,1 1 0 0 0,0-1 0 0 0,0 0 0 0 0,0 1 0 0 0,0-1 0 0 0,0 0 0 0 0,-1 1 0 0 0,1-1 0 0 0,0 0 0 0 0,0 1 0 0 0,0-1 0 0 0,0 1 0 0 0,0-1 0 0 0,0 0 0 0 0,0 1 0 0 0,0-1 0 0 0,0 0 0 0 0,0 1 0 0 0,1-1 0 0 0,-1 1 0 0 0,0-1 0 0 0,0 0 0 0 0,0 1 0 0 0,0-1 1 0 0,0 0-1 0 0,1 1 0 0 0,-1-1 0 0 0,1 1 17 0 0,0 0 0 0 0,-1-1 1 0 0,1 1-1 0 0,0-1 1 0 0,0 1-1 0 0,0-1 1 0 0,-1 1-1 0 0,1-1 0 0 0,0 1 1 0 0,0-1-1 0 0,0 0 1 0 0,0 1-1 0 0,2-1 0 0 0,25 3 182 0 0,1-1 0 0 0,47-3 0 0 0,62-12-1 0 0,-77 7-93 0 0,-32 2-2375 0 0,-15 3-2663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47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82 2084 0 0,'31'-81'20774'0'0,"-31"84"-20613"0"0,-3 27 178 0 0,0-1 0 0 0,-13 48 0 0 0,5-23-329 0 0,-6 32-88 0 0,-25 155-1355 0 0,35-172-2166 0 0,0-6-4911 0 0,4-37 488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2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24 908 0 0,'-110'1'9403'0'0,"53"0"-7470"0"0,54-1-1266 0 0,6 0-470 0 0,238-12-518 0 0,-198 9-1577 0 0,2-2-2842 0 0,-22 0 995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3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35 2576 0 0,'4'-11'6105'0'0,"1"-7"1271"0"0,-2 13-5657 0 0,-6 17-1619 0 0,0 1-1 0 0,-1 24 1 0 0,-1 9 13 0 0,-50 186 497 0 0,12-59-1934 0 0,37-138-1200 0 0,3-18-2492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3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1952 0 0,'36'-47'9206'0'0,"-30"40"-8467"0"0,0 1 0 0 0,1 0 0 0 0,0 0 0 0 0,12-7 1 0 0,-15 11-693 0 0,0 0 0 0 0,0-1 0 0 0,1 1 0 0 0,-1 1 0 0 0,1-1 1 0 0,-1 1-1 0 0,1 0 0 0 0,0 0 0 0 0,-1 0 0 0 0,1 1 0 0 0,0-1 0 0 0,0 1 1 0 0,-1 0-1 0 0,1 1 0 0 0,0-1 0 0 0,-1 1 0 0 0,1 0 0 0 0,0 0 1 0 0,-1 0-1 0 0,1 1 0 0 0,-1 0 0 0 0,1-1 0 0 0,4 4 0 0 0,-5-3-30 0 0,0 1-1 0 0,-1-1 1 0 0,1 1-1 0 0,0 0 0 0 0,-1 0 1 0 0,0 0-1 0 0,0 0 1 0 0,0 0-1 0 0,0 1 0 0 0,0 0 1 0 0,-1-1-1 0 0,1 1 1 0 0,-1 0-1 0 0,2 6 0 0 0,-2-4 27 0 0,0 1-1 0 0,0 0 0 0 0,-1 0 0 0 0,0-1 0 0 0,0 1 0 0 0,0 0 1 0 0,-1 0-1 0 0,-1 11 0 0 0,-1-2 112 0 0,-1-2-1 0 0,-1 1 1 0 0,0 0 0 0 0,0-1 0 0 0,-2 1-1 0 0,0-1 1 0 0,-14 25 0 0 0,-9 4 449 0 0,-2-1 0 0 0,-2-1 0 0 0,-42 40 0 0 0,74-80-567 0 0,1 2 42 0 0,0-2-75 0 0,-1-1 0 0 0,1 0 0 0 0,0 1-1 0 0,0-1 1 0 0,0 0 0 0 0,0 0 0 0 0,0 1-1 0 0,0-1 1 0 0,0 0 0 0 0,0 1 0 0 0,0-1-1 0 0,0 0 1 0 0,0 1 0 0 0,0-1-1 0 0,0 0 1 0 0,0 1 0 0 0,0-1 0 0 0,0 0-1 0 0,0 0 1 0 0,1 1 0 0 0,-1-1 0 0 0,0 0-1 0 0,0 0 1 0 0,0 1 0 0 0,0-1 0 0 0,1 0-1 0 0,-1 0 1 0 0,0 1 0 0 0,0-1 0 0 0,0 0-1 0 0,1 0 1 0 0,-1 0 0 0 0,0 1 0 0 0,18 2 44 0 0,-1-2 1 0 0,1 1-1 0 0,33-3 1 0 0,57-12 12 0 0,-42 5-40 0 0,-55 7-31 0 0,233-30 216 0 0,-226 24-4842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4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 40 0 0,'-22'10'9167'0'0,"21"-10"-9268"0"0,-14 15 6393 0 0,26-13-5764 0 0,120-5 2049 0 0,-39-4-3778 0 0,-66 2-1662 0 0,3-2-3327 0 0,-10 1 345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4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49 2636 0 0,'13'-27'10696'0'0,"-13"26"-10524"0"0,0-1 44 0 0,0 1-1 0 0,1 0 0 0 0,-2 0 0 0 0,1 0 0 0 0,0-1 0 0 0,0 1 0 0 0,0 0 1 0 0,0 0-1 0 0,-1 0 0 0 0,1 0 0 0 0,-1 0 0 0 0,0-2 0 0 0,1 3-183 0 0,-1-1 0 0 0,0 1 0 0 0,1-1-1 0 0,-1 1 1 0 0,0 0 0 0 0,0 0 0 0 0,1-1-1 0 0,-1 1 1 0 0,0 0 0 0 0,0 0 0 0 0,0 0 0 0 0,1 0-1 0 0,-1 0 1 0 0,0 0 0 0 0,0 0 0 0 0,0 0-1 0 0,1 0 1 0 0,-1 0 0 0 0,0 0 0 0 0,0 0-1 0 0,1 1 1 0 0,-1-1 0 0 0,0 0 0 0 0,0 1-1 0 0,1-1 1 0 0,-2 1 0 0 0,-12 5 61 0 0,-6 7-10 0 0,16-11-77 0 0,1 1-1 0 0,-1 1 1 0 0,1-1-1 0 0,0 0 1 0 0,0 1-1 0 0,0-1 1 0 0,0 1-1 0 0,1 0 0 0 0,-1 0 1 0 0,-1 5-1 0 0,-2 14 30 0 0,5-18-5 0 0,1-1 0 0 0,0 1 0 0 0,1 0 0 0 0,-1-1 0 0 0,1 1 0 0 0,0-1 0 0 0,0 1 0 0 0,0-1 0 0 0,0 1 0 0 0,1-1 0 0 0,0 0 0 0 0,0 1 1 0 0,0-1-1 0 0,1 0 0 0 0,3 5 0 0 0,5 4-19 0 0,1 1 1 0 0,22 19-1 0 0,-12-12 30 0 0,-14-13 44 0 0,6 5-103 0 0,-1 0 0 0 0,0 1-1 0 0,-2 1 1 0 0,20 29 0 0 0,-29-40 87 0 0,0 0 0 0 0,0 0 0 0 0,0 0-1 0 0,-1 1 1 0 0,1-1 0 0 0,-1 0 0 0 0,0 1 0 0 0,0-1 0 0 0,-1 1 0 0 0,1-1 0 0 0,-1 1 0 0 0,0-1 0 0 0,0 1 0 0 0,-1-1 0 0 0,1 1-1 0 0,-1-1 1 0 0,0 1 0 0 0,0-1 0 0 0,-1 0 0 0 0,1 1 0 0 0,-1-1 0 0 0,0 0 0 0 0,0 0 0 0 0,0 0 0 0 0,-1 0 0 0 0,-3 4-1 0 0,-1 1 65 0 0,-1-1-1 0 0,0 1 0 0 0,-1-1 0 0 0,0-1 0 0 0,0 1 0 0 0,-1-1 0 0 0,1-1 0 0 0,-2 0 0 0 0,1 0 0 0 0,-1-1 0 0 0,1-1 0 0 0,-1 0 0 0 0,-1 0 0 0 0,-16 3 0 0 0,19-6-417 0 0,1 0 0 0 0,-1 0 0 0 0,1-1 0 0 0,-1 0 0 0 0,1 0 0 0 0,-1-1 0 0 0,1 0 0 0 0,-17-5 0 0 0,18 4-638 0 0,0-1 0 0 0,0 0 1 0 0,1 0-1 0 0,-1-1 0 0 0,1 0 0 0 0,0 0 0 0 0,0 0 0 0 0,0-1 0 0 0,1 1 0 0 0,0-2 0 0 0,-7-7 0 0 0,-4-7-4854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4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70 256 0 0,'2'-2'2669'0'0,"2"-2"-1246"0"0,1 1 0 0 0,0-1 0 0 0,-1 1 0 0 0,1 0 0 0 0,0 0 0 0 0,8-3 0 0 0,-2 1-195 0 0,0 1 0 0 0,18-4-1 0 0,8 2-865 0 0,37-3 0 0 0,-59 8 147 0 0,73-5-181 0 0,1 4 0 0 0,89 9 0 0 0,-28 13-3217 0 0,-146-20 2162 0 0,16 5 74 0 0,-20-5 338 0 0,1 0 1 0 0,0 1 0 0 0,0-1 0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8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52 1364 0 0,'-26'-8'10908'0'0,"11"1"-7297"0"0,15 7-3578 0 0,0 0 0 0 0,0 0 1 0 0,0-1-1 0 0,0 1 0 0 0,0 0 0 0 0,0 0 0 0 0,0 0 1 0 0,0-1-1 0 0,0 1 0 0 0,0 0 0 0 0,1 0 1 0 0,-1 0-1 0 0,0 0 0 0 0,0-1 0 0 0,0 1 0 0 0,0 0 1 0 0,0 0-1 0 0,0 0 0 0 0,1 0 0 0 0,-1 0 1 0 0,0-1-1 0 0,0 1 0 0 0,0 0 0 0 0,0 0 1 0 0,0 0-1 0 0,1 0 0 0 0,-1 0 0 0 0,0 0 0 0 0,0 0 1 0 0,0 0-1 0 0,1 0 0 0 0,-1-1 0 0 0,0 1 1 0 0,0 0-1 0 0,0 0 0 0 0,1 0 0 0 0,-1 0 0 0 0,0 0 1 0 0,0 0-1 0 0,36-4 191 0 0,288-16 344 0 0,-251 15-365 0 0,-44 3-2560 0 0,-26 2 1008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8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35 512 0 0,'19'-35'15716'0'0,"-17"38"-14408"0"0,-2 21-424 0 0,-7 34-258 0 0,-68 262 1271 0 0,9-110-3975 0 0,61-190-22 0 0,0 1-5441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9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65 106 2976 0 0,'47'-57'8587'0'0,"-41"51"-8095"0"0,0 1 1 0 0,0 0-1 0 0,0 0 0 0 0,0 0 0 0 0,1 1 1 0 0,0 0-1 0 0,7-4 0 0 0,-12 7-451 0 0,1 0-1 0 0,0 0 0 0 0,-1 0 0 0 0,1 0 1 0 0,-1 1-1 0 0,1-1 0 0 0,0 1 0 0 0,-1-1 1 0 0,1 1-1 0 0,0 0 0 0 0,0 0 0 0 0,-1 0 1 0 0,1 1-1 0 0,0-1 0 0 0,-1 1 0 0 0,1-1 1 0 0,0 1-1 0 0,-1 0 0 0 0,1 0 0 0 0,-1 0 1 0 0,1 0-1 0 0,-1 1 0 0 0,1-1 0 0 0,-1 1 1 0 0,0-1-1 0 0,0 1 0 0 0,0 0 0 0 0,0 0 1 0 0,0 0-1 0 0,0 0 0 0 0,0 0 0 0 0,-1 0 0 0 0,1 0 1 0 0,-1 0-1 0 0,0 1 0 0 0,1-1 0 0 0,-1 1 1 0 0,0-1-1 0 0,0 1 0 0 0,-1 0 0 0 0,1-1 1 0 0,0 1-1 0 0,-1 0 0 0 0,0-1 0 0 0,0 1 1 0 0,0 5-1 0 0,0 4 137 0 0,-2 0 0 0 0,0 0 1 0 0,0 0-1 0 0,-1 0 0 0 0,0 0 0 0 0,-1 0 1 0 0,-1-1-1 0 0,1 0 0 0 0,-13 20 0 0 0,-7 7 513 0 0,-38 46-1 0 0,37-52-328 0 0,-76 97 606 0 0,100-128-957 0 0,1 0-1 0 0,-1-1 1 0 0,0 1-1 0 0,1-1 1 0 0,-1 1-1 0 0,1 0 1 0 0,0 0-1 0 0,-1-1 1 0 0,1 1-1 0 0,0 0 1 0 0,-1 0-1 0 0,1-1 1 0 0,0 1-1 0 0,0 0 1 0 0,0 0-1 0 0,-1 0 1 0 0,1-1-1 0 0,0 1 1 0 0,0 0-1 0 0,0 0 1 0 0,0 0-1 0 0,1-1 1 0 0,-1 1-1 0 0,0 0 1 0 0,0 0-1 0 0,0 0 1 0 0,1-1-1 0 0,-1 1 1 0 0,1 1-1 0 0,0-1 1 0 0,0 0 0 0 0,1 0 0 0 0,-1 1 0 0 0,1-1-1 0 0,-1 0 1 0 0,1-1 0 0 0,-1 1 0 0 0,1 0 0 0 0,0 0-1 0 0,-1-1 1 0 0,1 1 0 0 0,0-1 0 0 0,1 1 0 0 0,10 1 27 0 0,0-1 0 0 0,24 1 0 0 0,-33-2-21 0 0,59-2-92 0 0,-1-2-1 0 0,76-16 1 0 0,-85 9-2785 0 0,63-22-1 0 0,-103 29 12 0 0,-1-1 0 0 0,22-13-1 0 0,-17 8-2664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9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57 2784 0 0,'-104'-7'14883'0'0,"102"5"-14079"0"0,7-2-414 0 0,6-4-210 0 0,-10 8-145 0 0,16-6 122 0 0,1 2-1 0 0,-1 0 0 0 0,1 1 1 0 0,28-1-1 0 0,5-2-22 0 0,-8 2-1060 0 0,65 2-1 0 0,-16 1-9795 0 0,-73 0 5709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6:59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71 2968 0 0,'19'-71'19409'0'0,"-20"98"-19254"0"0,-2 0 0 0 0,0-1 0 0 0,-13 50 0 0 0,-34 78 420 0 0,-3 14-437 0 0,47-143-647 0 0,-9 46-3131 0 0,14-64 2125 0 0,1 0 1 0 0,0 1 0 0 0,0-1-1 0 0,1 10 1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00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674 205 448 0 0,'33'-52'8891'0'0,"19"-28"14"0"0,-46 71-8395 0 0,1 1 0 0 0,1 0-1 0 0,-1 0 1 0 0,1 1-1 0 0,1 0 1 0 0,14-9-1 0 0,-20 14-472 0 0,1 1 0 0 0,-1-1 0 0 0,1 1 0 0 0,-1 0 0 0 0,1 0 0 0 0,0 1 0 0 0,0-1 0 0 0,-1 1 0 0 0,1 0 0 0 0,0 0 0 0 0,0 0 0 0 0,-1 0 0 0 0,8 2 0 0 0,-8-1-35 0 0,0 0-1 0 0,0 0 1 0 0,0 0 0 0 0,-1 1 0 0 0,1-1 0 0 0,0 1-1 0 0,-1 0 1 0 0,0 0 0 0 0,1 0 0 0 0,-1 0 0 0 0,0 0-1 0 0,0 0 1 0 0,0 1 0 0 0,0-1 0 0 0,0 1 0 0 0,0-1-1 0 0,-1 1 1 0 0,3 4 0 0 0,-3-3 12 0 0,0 0 0 0 0,0 0 0 0 0,-1 0 0 0 0,1 0 0 0 0,-1-1 0 0 0,1 1 0 0 0,-1 0 0 0 0,-1 0 0 0 0,1 0 0 0 0,0 0 0 0 0,-1 0 0 0 0,0 0 0 0 0,0 0 0 0 0,0 0 0 0 0,-2 3 0 0 0,-5 10 47 0 0,0-2 1 0 0,-1 0-1 0 0,-1 0 1 0 0,0 0-1 0 0,-23 24 1 0 0,-5 7 109 0 0,14-17-116 0 0,24-28-28 0 0,-1 0-27 0 0,1 0 1 0 0,0-1 1 0 0,0 1-1 0 0,0-1 0 0 0,0 1 0 0 0,0-1 0 0 0,0 1 1 0 0,0-1-1 0 0,0 0 0 0 0,1 1 0 0 0,-1-1 0 0 0,0 1 1 0 0,0-1-1 0 0,0 1 0 0 0,0-1 0 0 0,0 0 0 0 0,1 1 1 0 0,-1-1-1 0 0,0 1 0 0 0,0-1 0 0 0,1 0 1 0 0,-1 1-1 0 0,0-1 0 0 0,1 1 0 0 0,4 2 47 0 0,1 1 1 0 0,-1-1-1 0 0,1 0 0 0 0,0 0 0 0 0,0-1 1 0 0,0 0-1 0 0,9 3 0 0 0,8 2 256 0 0,6 5 310 0 0,-8-3-395 0 0,0 0 1 0 0,25 16-1 0 0,-41-22-66 0 0,1 1-1 0 0,-1 0 0 0 0,0 0 0 0 0,0 0 0 0 0,-1 1 1 0 0,1-1-1 0 0,-1 1 0 0 0,0 1 0 0 0,-1-1 0 0 0,1 0 1 0 0,-1 1-1 0 0,5 9 0 0 0,-7-12-96 0 0,-1-1 0 0 0,1 1-1 0 0,0-1 1 0 0,-1 1 0 0 0,1-1 0 0 0,-1 1-1 0 0,0 0 1 0 0,0-1 0 0 0,0 1-1 0 0,0 0 1 0 0,0-1 0 0 0,-1 1 0 0 0,1-1-1 0 0,-1 1 1 0 0,1-1 0 0 0,-1 1-1 0 0,-1 2 1 0 0,-1-1 135 0 0,1 0-1 0 0,-1 0 1 0 0,1 0 0 0 0,-1-1-1 0 0,0 1 1 0 0,0-1 0 0 0,-1 0-1 0 0,1 0 1 0 0,-5 3 0 0 0,-5 3 344 0 0,-1-1 1 0 0,-1 0 0 0 0,1-1-1 0 0,-23 7 1 0 0,8-5-570 0 0,0-1-1 0 0,-1-1 0 0 0,1-2 1 0 0,-1-1-1 0 0,-39 0 1 0 0,-153-12-862 0 0,189 5 672 0 0,-178-17-6176 0 0,71 1-3653 0 0,44 3-2530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03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16 1380 0 0,'-19'3'5099'0'0,"0"-1"0"0"0,-35-1 2201 0 0,55-1-7253 0 0,-1-1 0 0 0,1 1 0 0 0,-1-1 1 0 0,1 1-1 0 0,-1-1 0 0 0,1 1 0 0 0,0-1 0 0 0,-1 1 0 0 0,1-1 0 0 0,0 1 0 0 0,-1 0 0 0 0,1-1 0 0 0,0 1 0 0 0,-1 0 0 0 0,1 0 0 0 0,0-1 0 0 0,0 1 0 0 0,-1 0 0 0 0,1 0 0 0 0,1 0 0 0 0,17-2 159 0 0,-18 2-194 0 0,78-8 83 0 0,92 4 0 0 0,-119 5-4012 0 0,-1 2-3750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03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190 111 1000 0 0,'20'-61'13378'0'0,"-7"22"-7697"0"0,-12 37-5297 0 0,1-2 98 0 0,0 0 411 0 0,0 11-359 0 0,-2 2-372 0 0,0 0-1 0 0,0 0 0 0 0,-1 0 1 0 0,-1 0-1 0 0,0 0 1 0 0,0 0-1 0 0,-6 15 1 0 0,2-3-4 0 0,-86 245 613 0 0,-2 6-2923 0 0,86-246 361 0 0,-5 25-1940 0 0,11-16-5397 0 0,4-22 3761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04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53 188 1648 0 0,'11'-19'3209'0'0,"5"-10"2235"0"0,25-36 0 0 0,-36 58-4998 0 0,0 0 0 0 0,1 1 0 0 0,0-1 0 0 0,0 1-1 0 0,0 1 1 0 0,1-1 0 0 0,0 1 0 0 0,0 0 0 0 0,0 1 0 0 0,11-6 0 0 0,-16 9-399 0 0,0 0 0 0 0,0 0 1 0 0,0 0-1 0 0,1 1 0 0 0,-1-1 1 0 0,0 0-1 0 0,1 1 0 0 0,-1 0 0 0 0,0-1 1 0 0,1 1-1 0 0,-1 0 0 0 0,0 0 1 0 0,1 0-1 0 0,-1 1 0 0 0,0-1 0 0 0,1 0 1 0 0,-1 1-1 0 0,0 0 0 0 0,1-1 0 0 0,-1 1 1 0 0,0 0-1 0 0,0 0 0 0 0,0 0 1 0 0,0 1-1 0 0,0-1 0 0 0,0 0 0 0 0,0 1 1 0 0,0-1-1 0 0,-1 1 0 0 0,1 0 1 0 0,0 0-1 0 0,-1-1 0 0 0,1 1 0 0 0,1 3 1 0 0,-1 0-13 0 0,0-1 1 0 0,0 1 0 0 0,-1 0 0 0 0,1 0-1 0 0,-1 0 1 0 0,0 0 0 0 0,-1 0 0 0 0,1 0-1 0 0,-1 0 1 0 0,0 0 0 0 0,0 0 0 0 0,0 1-1 0 0,-1-1 1 0 0,-1 7 0 0 0,-3 5-1 0 0,-1 0 1 0 0,0 0-1 0 0,-2-1 0 0 0,0 0 1 0 0,0 0-1 0 0,-1-1 1 0 0,-1 0-1 0 0,-12 13 0 0 0,-16 14 105 0 0,-50 45 0 0 0,27-29 1 0 0,58-55-146 0 0,2-2 13 0 0,1-1-1 0 0,-1 1 1 0 0,0-1 0 0 0,0 1 0 0 0,0 0-1 0 0,1-1 1 0 0,-1 1 0 0 0,0 0 0 0 0,0 0-1 0 0,1-1 1 0 0,-1 1 0 0 0,1 0 0 0 0,-1 0-1 0 0,1 0 1 0 0,-1 0 0 0 0,1 0 0 0 0,0 0-1 0 0,-1 0 1 0 0,1 0 0 0 0,0 0-1 0 0,0 0 1 0 0,-1 0 0 0 0,1 0 0 0 0,0 0-1 0 0,0 0 1 0 0,0 0 0 0 0,0 0 0 0 0,1 0-1 0 0,-1 0 1 0 0,0 1 0 0 0,5 0 12 0 0,27-3 24 0 0,-1 0 1 0 0,0-2-1 0 0,58-14 0 0 0,-21 5-77 0 0,178-32-2307 0 0,4-4-4826 0 0,-219 42 5925 0 0,52-12-3196 0 0,2-2-1954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05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44 64 0 0,'-3'-1'1713'0'0,"-9"-2"-10"0"0,-59-19 5905 0 0,69 21-6988 0 0,-3-1 349 0 0,0-1 0 0 0,0 1 0 0 0,0 0 0 0 0,0 1 0 0 0,-8-3 0 0 0,11 3-955 0 0,-18-1-1381 0 0,19 3 1002 0 0,0-1 0 0 0,0 1 0 0 0,0 0 0 0 0,0 0 0 0 0,0 0 0 0 0,0-1 0 0 0,0 1 0 0 0,0 0 0 0 0,0 0 0 0 0,0 0 0 0 0,1 0 0 0 0,-1 1 0 0 0,0-1 0 0 0,0 1 0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05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78 1808 0 0,'-17'-15'11225'0'0,"16"15"-11171"0"0,1-1 0 0 0,0 0 0 0 0,0 0 0 0 0,-1 1 0 0 0,1-1 0 0 0,0 0 0 0 0,0 0 0 0 0,0 1 0 0 0,0-1 0 0 0,0 0 0 0 0,0 0 0 0 0,0 0 0 0 0,1 1 0 0 0,-1-1 0 0 0,0 0 0 0 0,0 0 0 0 0,0 1 0 0 0,1-1 0 0 0,-1 0 0 0 0,0 1 0 0 0,1-1 0 0 0,-1 0 0 0 0,1 1 0 0 0,-1-1 0 0 0,1 0 0 0 0,-1 1 0 0 0,1-1 0 0 0,-1 1 0 0 0,1-1 0 0 0,0 1 0 0 0,-1-1 0 0 0,1 1 0 0 0,0 0 0 0 0,-1-1 0 0 0,1 1 0 0 0,1-1 0 0 0,32-14 576 0 0,-32 15-597 0 0,18-6 161 0 0,0 1 0 0 0,0 1 0 0 0,0 0 0 0 0,1 2 0 0 0,21 0 0 0 0,104 9 296 0 0,-124-4-400 0 0,0 0 0 0 0,41 13 0 0 0,-51-12-12 0 0,-1 0 1 0 0,0 1 0 0 0,0 0 0 0 0,0 1 0 0 0,-1 0 0 0 0,0 1 0 0 0,10 8 0 0 0,-18-13-48 0 0,1 0 0 0 0,0 1 0 0 0,-1 0 0 0 0,0-1 0 0 0,0 1 0 0 0,1 0 0 0 0,-2 0 0 0 0,1 0 0 0 0,0 0 0 0 0,-1 1 0 0 0,1-1-1 0 0,-1 0 1 0 0,0 1 0 0 0,0-1 0 0 0,0 1 0 0 0,-1-1 0 0 0,1 5 0 0 0,-1-3-3 0 0,0 1 0 0 0,-1-1 0 0 0,0 0 1 0 0,0 0-1 0 0,0 0 0 0 0,0 1 0 0 0,-1-1 0 0 0,0 0 0 0 0,0-1 0 0 0,-4 8 0 0 0,-3 2 16 0 0,-1 0 1 0 0,0-1-1 0 0,-1 0 0 0 0,-1 0 0 0 0,0-1 0 0 0,-17 13 0 0 0,-1-2 152 0 0,-1-2-1 0 0,-2 0 1 0 0,0-2-1 0 0,-62 25 1 0 0,59-28 885 0 0,34-15-373 0 0,3-3-641 0 0,3-1-50 0 0,-1 0 0 0 0,1 1 0 0 0,0-1 0 0 0,0 1 1 0 0,0-1-1 0 0,0 1 0 0 0,0 0 0 0 0,0 1 0 0 0,1-1 0 0 0,-1 1 0 0 0,1 0 0 0 0,-1 0 0 0 0,9 0 0 0 0,10-2 64 0 0,32 0 0 0 0,-37 4-54 0 0,-1 0 1 0 0,0 1-1 0 0,0 1 1 0 0,0 0 0 0 0,0 1-1 0 0,27 11 1 0 0,-34-11 34 0 0,-1 0 0 0 0,1 1 0 0 0,-1 0 0 0 0,0 1 0 0 0,-1 0 0 0 0,1 0 0 0 0,-1 0 0 0 0,0 1 1 0 0,-1 1-1 0 0,1-1 0 0 0,-1 1 0 0 0,7 11 0 0 0,-11-15-19 0 0,-1 1 1 0 0,0-1 0 0 0,0 0-1 0 0,0 1 1 0 0,-1-1 0 0 0,1 1-1 0 0,-1-1 1 0 0,0 1-1 0 0,0 0 1 0 0,-1-1 0 0 0,1 1-1 0 0,-1 0 1 0 0,0 0 0 0 0,0 0-1 0 0,-1-1 1 0 0,-1 7-1 0 0,0-4 3 0 0,0 0 0 0 0,0-1 0 0 0,-1 1 0 0 0,0-1 0 0 0,-1 1-1 0 0,0-1 1 0 0,1-1 0 0 0,-2 1 0 0 0,1 0 0 0 0,-6 5 0 0 0,-4 1 13 0 0,0 0 1 0 0,0 0-1 0 0,-1-1 0 0 0,0-1 1 0 0,-1-1-1 0 0,0 0 1 0 0,-32 12-1 0 0,17-11-40 0 0,-1 0 0 0 0,-1-2 0 0 0,1-1 0 0 0,-1-2 0 0 0,0-1 0 0 0,-60-2 0 0 0,68-3-648 0 0,0-1 0 0 0,1-2 0 0 0,-25-6 0 0 0,35 6-430 0 0,1 0 1 0 0,-1-1 0 0 0,-13-7-1 0 0,22 10-167 0 0,1-1 0 0 0,-1 0 0 0 0,1 0 0 0 0,0 0 0 0 0,0-1-1 0 0,-7-6 1 0 0,-2-8-6550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07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1401 10 1492 0 0,'-10'-4'11624'0'0,"53"1"-10850"0"0,-1 1 1 0 0,58 5 0 0 0,-52-1-535 0 0,153 6 288 0 0,238 10-98 0 0,-340-11 494 0 0,-96-7-864 0 0,-1 1-14 0 0,1 0-1 0 0,-1 1 0 0 0,0-1 1 0 0,0 1-1 0 0,0 0 0 0 0,4 3 1 0 0,-1 13 130 0 0,-1-1 0 0 0,0 1 1 0 0,-2 0-1 0 0,1 35 1 0 0,-8 78 538 0 0,1-74-461 0 0,-45 646 1991 0 0,-4 57-619 0 0,4 245-81 0 0,7-176-397 0 0,6-128-224 0 0,-22 389 287 0 0,-38-4-146 0 0,34-665-736 0 0,-17-28 23 0 0,-104 215 209 0 0,136-491-496 0 0,-4-2 1 0 0,-6-3-1 0 0,-74 112 1 0 0,99-177 15 0 0,-2-1 0 0 0,-2-1-1 0 0,-2-2 1 0 0,-63 56 0 0 0,76-79-188 0 0,0-1 0 0 0,0-1 0 0 0,-2-1 1 0 0,0-1-1 0 0,-1-2 0 0 0,0-1 0 0 0,-1-1 0 0 0,-1-1 0 0 0,-54 12 0 0 0,47-17-1305 0 0,-66 3-1 0 0,51-9-25 0 0,-1-2-1 0 0,-57-11 1 0 0,3-7-4852 0 0,-137-46 0 0 0,119 27-1980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10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289 295 468 0 0,'4'-28'15794'0'0,"-15"52"-14773"0"0,0 2 0 0 0,2-1 1 0 0,-8 38-1 0 0,5-22-488 0 0,-109 328 1377 0 0,36-116-1435 0 0,61-163-262 0 0,24-89-204 0 0,0-1 0 0 0,0 0 0 0 0,-1 1 0 0 0,1-1 0 0 0,0 1 0 0 0,0-1 0 0 0,0 1 0 0 0,-1-1 0 0 0,1 1-1 0 0,0-1 1 0 0,0 1 0 0 0,0-1 0 0 0,0 1 0 0 0,0-1 0 0 0,0 1 0 0 0,0-1 0 0 0,0 1 0 0 0,0-1 0 0 0,0 1 0 0 0,0-1 0 0 0,1 1 0 0 0,-1-1 0 0 0,0 1-1 0 0,0-1 1 0 0,1 1 0 0 0,8-6 42 0 0,11-19-36 0 0,12-37-167 0 0,-3-1 0 0 0,38-123 0 0 0,-48 131 40 0 0,219-653-479 0 0,-231 685 600 0 0,-6 16-39 0 0,1 0 0 0 0,0 0 1 0 0,0 0-1 0 0,1 0 0 0 0,-1 0 0 0 0,6-7 0 0 0,-7 11-13 0 0,0 3 43 0 0,0-1-1 0 0,-1 0 1 0 0,1 1-1 0 0,0-1 1 0 0,-1 1 0 0 0,1-1-1 0 0,0 1 1 0 0,-1-1-1 0 0,1 1 1 0 0,-1 0 0 0 0,1-1-1 0 0,-1 1 1 0 0,1 0 0 0 0,-1-1-1 0 0,1 1 1 0 0,-1 0-1 0 0,0 0 1 0 0,1-1 0 0 0,-1 1-1 0 0,0 0 1 0 0,0 0-1 0 0,0-1 1 0 0,1 3 0 0 0,3 18-7 0 0,8 116 961 0 0,-6 0-1 0 0,-18 205 1 0 0,8-301-857 0 0,2 0 0 0 0,1 0 0 0 0,2 0 0 0 0,9 54 0 0 0,-9-90-133 0 0,0 0 1 0 0,0-1-1 0 0,1 1 1 0 0,-1-1 0 0 0,1 0-1 0 0,0 1 1 0 0,0-1-1 0 0,1 0 1 0 0,-1 0-1 0 0,1 0 1 0 0,0-1 0 0 0,0 1-1 0 0,0-1 1 0 0,7 7-1 0 0,-9-9-166 0 0,1-1 0 0 0,0 1-1 0 0,0 0 1 0 0,-1-1 0 0 0,1 1-1 0 0,0-1 1 0 0,0 0 0 0 0,0 1-1 0 0,-1-1 1 0 0,1 0 0 0 0,0 0-1 0 0,0 0 1 0 0,0 0-1 0 0,0-1 1 0 0,-1 1 0 0 0,1 0-1 0 0,2-2 1 0 0,0 1-529 0 0,0 0 0 0 0,0-1 0 0 0,0 0 0 0 0,0 1-1 0 0,-1-2 1 0 0,6-2 0 0 0,14-19-6787 0 0,-14 8 1028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10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110 158 600 0 0,'-110'22'15868'0'0,"134"-34"-14910"0"0,87-31-713 0 0,7-3-2757 0 0,-83 31-1361 0 0,44-27 0 0 0,-44 20-1136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10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30 170 1628 0 0,'-19'-14'10137'0'0,"18"14"-10036"0"0,0 0 0 0 0,1-1-1 0 0,-1 1 1 0 0,1-1 0 0 0,-1 1 0 0 0,0-1 0 0 0,1 1-1 0 0,-1-1 1 0 0,1 1 0 0 0,-1-1 0 0 0,1 1-1 0 0,0-1 1 0 0,-1 0 0 0 0,1 1 0 0 0,0-1 0 0 0,-1 0-1 0 0,1 1 1 0 0,0-1 0 0 0,0 0 0 0 0,-1 0 0 0 0,1 1-1 0 0,0-1 1 0 0,0 0 0 0 0,0 1 0 0 0,0-1-1 0 0,0 0 1 0 0,0 0 0 0 0,0 1 0 0 0,0-1 0 0 0,0 0-1 0 0,1 0 1 0 0,-1 1 0 0 0,0-1 0 0 0,0 0-1 0 0,1 1 1 0 0,-1-1 0 0 0,1-1 0 0 0,1-1-37 0 0,0 1 0 0 0,1-1 0 0 0,-1 1-1 0 0,1-1 1 0 0,-1 1 0 0 0,1 0 0 0 0,6-3 0 0 0,71-40-2721 0 0,5-4-4687 0 0,-62 34 3643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11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33 2048 0 0,'3'-16'7756'0'0,"-3"15"-7743"0"0,-3-15 6425 0 0,-2 26-5424 0 0,-11 47 134 0 0,2 0 0 0 0,2 1 0 0 0,-5 70 0 0 0,9 28-4473 0 0,9-3-7478 0 0,0-127 5474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14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23 973 36 0 0,'-9'15'5730'0'0,"-4"12"-1256"0"0,13-25-4028 0 0,11 7 540 0 0,-6-9-880 0 0,0-1 0 0 0,0 1 0 0 0,0-1 1 0 0,0 0-1 0 0,0 0 0 0 0,0 0 0 0 0,0-1 1 0 0,0 1-1 0 0,7-5 0 0 0,47-27 128 0 0,-44 24-185 0 0,127-77 21 0 0,144-116 1 0 0,-209 139-53 0 0,-4-2 0 0 0,-2-4-1 0 0,75-94 1 0 0,-104 104 237 0 0,-2-2-1 0 0,41-83 0 0 0,-64 113 371 0 0,-12 19-412 0 0,3-3 205 0 0,-7 16-279 0 0,-2 9-117 0 0,-96 458 309 0 0,1-12-106 0 0,91-411-230 0 0,3-28 36 0 0,0 0 1 0 0,-1 0-1 0 0,-8 26 0 0 0,10-41-34 0 0,-7-25-315 0 0,-1-6 44 0 0,-1 1 1 0 0,-1 0-1 0 0,-1 1 0 0 0,-24-37 0 0 0,30 54 241 0 0,-2 0 0 0 0,0 0 0 0 0,0 0 0 0 0,0 1-1 0 0,-1 0 1 0 0,-1 1 0 0 0,1 0 0 0 0,-1 1 0 0 0,-1 0-1 0 0,1 0 1 0 0,-1 1 0 0 0,0 0 0 0 0,-16-5 0 0 0,12 7 23 0 0,0 0 1 0 0,-1 1 0 0 0,0 0-1 0 0,1 2 1 0 0,-1 0 0 0 0,0 0-1 0 0,0 2 1 0 0,0 0 0 0 0,1 0-1 0 0,-1 2 1 0 0,0 0 0 0 0,1 0-1 0 0,0 2 1 0 0,0 0 0 0 0,0 0-1 0 0,0 2 1 0 0,-14 8 0 0 0,26-14 23 0 0,1 1 0 0 0,0-1 1 0 0,0 0-1 0 0,0 1 0 0 0,0 0 1 0 0,0-1-1 0 0,0 1 0 0 0,0 0 1 0 0,1 0-1 0 0,-1 0 0 0 0,1 0 1 0 0,-1 0-1 0 0,1 0 0 0 0,0 0 1 0 0,0 1-1 0 0,0-1 0 0 0,0 0 1 0 0,0 1-1 0 0,0-1 0 0 0,1 1 1 0 0,-1 3-1 0 0,1-5 0 0 0,0 0 1 0 0,1 0-1 0 0,-1 0 1 0 0,0 0-1 0 0,1 0 1 0 0,-1 0-1 0 0,1 0 1 0 0,0 0-1 0 0,-1 0 1 0 0,1-1-1 0 0,0 1 0 0 0,-1 0 1 0 0,1 0-1 0 0,0-1 1 0 0,0 1-1 0 0,0 0 1 0 0,0-1-1 0 0,0 1 1 0 0,-1-1-1 0 0,1 1 1 0 0,0-1-1 0 0,0 1 1 0 0,0-1-1 0 0,0 0 0 0 0,0 0 1 0 0,1 1-1 0 0,-1-1 1 0 0,1 0-1 0 0,30 3 142 0 0,11-6-101 0 0,0-2-1 0 0,-1-1 1 0 0,67-20-1 0 0,-54 12-322 0 0,131-37-2330 0 0,-61 13-2998 0 0,-75 24 1591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15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58 436 0 0,'-13'8'5801'0'0,"-8"4"1073"0"0,28-14-5926 0 0,4-2-1016 0 0,123-41-517 0 0,-42 23-6101 0 0,-69 18 2370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5T11:27:15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80 151 1812 0 0,'-80'69'10975'0'0,"86"-69"-10627"0"0,27-8-83 0 0,0-2 0 0 0,42-17 0 0 0,-15 5-338 0 0,43-13-625 0 0,134-48-5098 0 0,-136 48 837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4:49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293 207 168 0 0,'0'0'1648'0'0,"-23"-8"3549"0"0,16 2-4447 0 0,-1 1 0 0 0,0 0 1 0 0,1 0-1 0 0,-2 1 1 0 0,1 0-1 0 0,0 0 0 0 0,-11-2 1 0 0,16 5-581 0 0,0 2-23 0 0,0 0-123 0 0,-1 0 1 0 0,0 0 0 0 0,0 1 0 0 0,1 0 0 0 0,-1-1-1 0 0,1 1 1 0 0,-1 1 0 0 0,1-1 0 0 0,0 0 0 0 0,0 1 0 0 0,0 0-1 0 0,0 0 1 0 0,0 0 0 0 0,1 0 0 0 0,-1 0 0 0 0,1 0-1 0 0,0 1 1 0 0,0-1 0 0 0,0 1 0 0 0,-2 5 0 0 0,-5 10 27 0 0,2 0 1 0 0,-9 34 0 0 0,9-24-34 0 0,2 0 0 0 0,1 0 0 0 0,1 1 0 0 0,3 45 0 0 0,3-20 21 0 0,15 82 0 0 0,-13-110-24 0 0,2 0 1 0 0,0 0 0 0 0,15 36-1 0 0,-19-56 6 0 0,0-1 0 0 0,0 1 1 0 0,1 0-1 0 0,-1-1 0 0 0,1 0 0 0 0,1 0 0 0 0,-1 0 0 0 0,1 0 0 0 0,0-1 0 0 0,1 0 0 0 0,-1 0 1 0 0,1 0-1 0 0,0-1 0 0 0,0 0 0 0 0,0 0 0 0 0,1 0 0 0 0,13 5 0 0 0,-16-8-8 0 0,1-1-1 0 0,0 1 0 0 0,-1-1 1 0 0,1 0-1 0 0,0 0 1 0 0,-1-1-1 0 0,1 1 0 0 0,0-1 1 0 0,-1 0-1 0 0,1-1 0 0 0,-1 1 1 0 0,0-1-1 0 0,1 1 1 0 0,-1-1-1 0 0,0-1 0 0 0,0 1 1 0 0,0 0-1 0 0,0-1 0 0 0,0 0 1 0 0,-1 0-1 0 0,4-4 1 0 0,5-4 10 0 0,0-1 1 0 0,-1 0-1 0 0,-1-1 1 0 0,15-23-1 0 0,-14 17 5 0 0,-2 1-1 0 0,-1-1 1 0 0,0-1 0 0 0,-1 1 0 0 0,-1-1-1 0 0,-1-1 1 0 0,4-33 0 0 0,-5 17-18 0 0,-2 0 1 0 0,-1 0-1 0 0,-7-54 1 0 0,1 50-23 0 0,-2 1 0 0 0,-17-55 0 0 0,16 71 13 0 0,0 0 0 0 0,-2 0 0 0 0,-1 1 0 0 0,-1 1 0 0 0,-16-23 0 0 0,22 37 26 0 0,0 0 0 0 0,-1 0 0 0 0,0 1 0 0 0,0 0 0 0 0,-1 0 0 0 0,0 0 0 0 0,0 1 0 0 0,0 0 0 0 0,-1 1 0 0 0,-18-9 0 0 0,22 12-21 0 0,0 0 0 0 0,0 1 0 0 0,0-1 0 0 0,0 1 0 0 0,0 0 0 0 0,-1 1 0 0 0,1-1 0 0 0,0 1 1 0 0,-1 0-1 0 0,1 0 0 0 0,0 1 0 0 0,0-1 0 0 0,-1 1 0 0 0,1 0 0 0 0,0 1 0 0 0,0-1 0 0 0,0 1 1 0 0,0 0-1 0 0,0 1 0 0 0,1-1 0 0 0,-1 1 0 0 0,-7 5 0 0 0,1 2 10 0 0,0 1 0 0 0,1-1 0 0 0,0 2 0 0 0,1 0 0 0 0,0 0 0 0 0,1 0-1 0 0,0 1 1 0 0,1 0 0 0 0,1 1 0 0 0,0-1 0 0 0,0 1 0 0 0,-6 29 0 0 0,6-15 9 0 0,1 0-1 0 0,1 0 1 0 0,2 1 0 0 0,0-1-1 0 0,6 57 1 0 0,-3-72-16 0 0,2 0-1 0 0,0 1 1 0 0,0-1-1 0 0,1 0 0 0 0,1-1 1 0 0,0 1-1 0 0,1-1 1 0 0,0 0-1 0 0,1 0 1 0 0,0-1-1 0 0,1 0 1 0 0,0 0-1 0 0,15 15 1 0 0,-8-12 0 0 0,1 0 1 0 0,0-1-1 0 0,1-1 1 0 0,1 0-1 0 0,0-2 0 0 0,0 0 1 0 0,1 0-1 0 0,21 6 1 0 0,92 32 71 0 0,-11-4-2899 0 0,-40-13-3928 0 0,-56-22 2234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4:51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 1740 0 0,'-7'27'13030'0'0,"7"-27"-13003"0"0,-1-19-7804 0 0,1 6 3161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5:25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23 144 644 0 0,'0'0'1803'0'0,"12"-28"9264"0"0,-11 28-11013 0 0,-1 0-1 0 0,0 0 1 0 0,0-1 0 0 0,0 1 0 0 0,0 0-1 0 0,1 0 1 0 0,-1 0 0 0 0,0 0 0 0 0,0 0-1 0 0,0 0 1 0 0,0 0 0 0 0,1 0-1 0 0,-1 0 1 0 0,0 0 0 0 0,0 0 0 0 0,0 0-1 0 0,0 0 1 0 0,1 0 0 0 0,-1 0 0 0 0,0 0-1 0 0,0 0 1 0 0,0 0 0 0 0,0 0 0 0 0,1 0-1 0 0,-1 1 1 0 0,0-1 0 0 0,0 0 0 0 0,0 0-1 0 0,0 0 1 0 0,0 0 0 0 0,1 0 53 0 0,-1 0-53 0 0,0 1 0 0 0,0-1-1 0 0,0 0 1 0 0,0 0 0 0 0,0 0 0 0 0,0 0-1 0 0,1 0 1 0 0,-1 1 0 0 0,0-1 0 0 0,0 0-1 0 0,0 0 1 0 0,0 0 0 0 0,0 0-1 0 0,0 1 1 0 0,0-1 0 0 0,0 0 0 0 0,0 0-1 0 0,7 19 1102 0 0,2 21-246 0 0,21 238 819 0 0,-21 0-1360 0 0,-9-274-361 0 0,-3 361 541 0 0,3-364-545 0 0,0 0 1 0 0,0 0-1 0 0,0 0 0 0 0,0 0 0 0 0,0 0 1 0 0,0-1-1 0 0,0 1 0 0 0,0 0 0 0 0,0 0 0 0 0,0 0 1 0 0,-1 0-1 0 0,1-1 0 0 0,0 1 0 0 0,-1 0 0 0 0,1 0 1 0 0,-1 0-1 0 0,0 0 0 0 0,1-1 0 0 0,0 0-1 0 0,-1 0 1 0 0,1 0 0 0 0,0 0 0 0 0,-1 0-1 0 0,1 0 1 0 0,0 0 0 0 0,-1 0 0 0 0,1 0-1 0 0,0 0 1 0 0,-1 0 0 0 0,1 0-1 0 0,0 0 1 0 0,-1 0 0 0 0,1-1 0 0 0,0 1-1 0 0,-1 0 1 0 0,1 0 0 0 0,0 0 0 0 0,0-1-1 0 0,-1 1 1 0 0,1 0 0 0 0,0 0-1 0 0,0-1 1 0 0,-1 1 0 0 0,1 0 0 0 0,0-1-1 0 0,0 1 1 0 0,-3-4 14 0 0,1 1-1 0 0,0-1 1 0 0,0 1 0 0 0,0-1-1 0 0,-2-7 1 0 0,-12-53-57 0 0,-10-92 1 0 0,5-66-41 0 0,17-43-10 0 0,8 211 56 0 0,2 0 0 0 0,23-98 0 0 0,-26 143 21 0 0,0-1 0 0 0,0 0 0 0 0,1 1 0 0 0,0-1 0 0 0,1 1 0 0 0,0 0 0 0 0,0 0 0 0 0,9-9 0 0 0,-12 16 8 0 0,0-1 1 0 0,0 1-1 0 0,0 0 0 0 0,1 0 1 0 0,-1 0-1 0 0,1 1 0 0 0,-1-1 1 0 0,1 1-1 0 0,0-1 0 0 0,-1 1 1 0 0,1 0-1 0 0,0 0 0 0 0,0 0 1 0 0,0 0-1 0 0,0 0 0 0 0,0 1 1 0 0,0-1-1 0 0,0 1 0 0 0,0 0 1 0 0,0 0-1 0 0,0 0 0 0 0,0 1 1 0 0,0-1-1 0 0,0 0 0 0 0,0 1 1 0 0,0 0-1 0 0,0 0 0 0 0,0 0 1 0 0,0 0-1 0 0,5 3 0 0 0,4 4 3 0 0,0-1 1 0 0,-1 1-1 0 0,1 1 0 0 0,-2 0 0 0 0,1 1 1 0 0,-1 0-1 0 0,-1 0 0 0 0,0 1 1 0 0,0 1-1 0 0,-1-1 0 0 0,7 16 0 0 0,4 8 47 0 0,-2 1-1 0 0,21 65 0 0 0,-22-49 12 0 0,16 105-1 0 0,-8 56 54 0 0,-12-92-50 0 0,5-3-2286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5:26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207 357 1488 0 0,'-23'6'1631'0'0,"0"1"1"0"0,0 1-1 0 0,1 1 0 0 0,0 1 1 0 0,0 1-1 0 0,-32 23 0 0 0,52-32-1507 0 0,0 0 1 0 0,0 0-1 0 0,1 0 0 0 0,-1 0 0 0 0,1 0 0 0 0,-1 1 1 0 0,1-1-1 0 0,-1 1 0 0 0,0 2 0 0 0,1-3 86 0 0,4-2-18 0 0,2 1-149 0 0,-1-1-1 0 0,1 0 0 0 0,-1-1 0 0 0,1 1 0 0 0,-1-1 0 0 0,0 0 1 0 0,1 0-1 0 0,-1-1 0 0 0,0 1 0 0 0,0-1 0 0 0,0 0 1 0 0,7-4-1 0 0,52-35 128 0 0,-53 33-141 0 0,50-38-467 0 0,-3-2 0 0 0,101-112 0 0 0,-119 118-291 0 0,68-59 0 0 0,-106 100 730 0 0,0 1-1 0 0,0-1 0 0 0,1 0 1 0 0,-1 1-1 0 0,0-1 1 0 0,0 0-1 0 0,0 1 0 0 0,1-1 1 0 0,-1 1-1 0 0,0 0 0 0 0,0 0 1 0 0,1-1-1 0 0,-1 1 1 0 0,0 0-1 0 0,1 0 0 0 0,-1 0 1 0 0,0 0-1 0 0,1 0 1 0 0,-1 0-1 0 0,0 1 0 0 0,0-1 1 0 0,1 0-1 0 0,-1 1 1 0 0,0-1-1 0 0,0 1 0 0 0,1-1 1 0 0,-1 1-1 0 0,0 0 1 0 0,0-1-1 0 0,0 1 0 0 0,0 0 1 0 0,0 0-1 0 0,0 0 1 0 0,0 0-1 0 0,0 0 0 0 0,0 0 1 0 0,0 0-1 0 0,-1 0 1 0 0,1 0-1 0 0,1 2 0 0 0,3 6 135 0 0,0-1-1 0 0,-1 1 0 0 0,1 0 1 0 0,2 10-1 0 0,-6-17-78 0 0,9 30 450 0 0,-1-1-1 0 0,-1 2 1 0 0,4 39-1 0 0,2 103 499 0 0,-12-133-829 0 0,0 97 389 0 0,-2-88 728 0 0,-11-66-973 0 0,6-11-307 0 0,1 0 1 0 0,1-1-1 0 0,1 1 0 0 0,1-1 0 0 0,1 0 1 0 0,2 1-1 0 0,0-1 0 0 0,2 1 0 0 0,1 0 0 0 0,12-36 1 0 0,-15 55-21 0 0,1 0 0 0 0,0-1 1 0 0,0 1-1 0 0,1 0 1 0 0,-1 1-1 0 0,2-1 0 0 0,-1 1 1 0 0,1-1-1 0 0,0 1 0 0 0,9-8 1 0 0,-13 13 5 0 0,0 1 0 0 0,0-1 1 0 0,0 0-1 0 0,1 1 0 0 0,-1-1 1 0 0,0 1-1 0 0,1 0 0 0 0,-1-1 1 0 0,0 1-1 0 0,1 0 0 0 0,-1 0 1 0 0,0 0-1 0 0,1 0 1 0 0,-1 0-1 0 0,0 0 0 0 0,1 0 1 0 0,-1 1-1 0 0,0-1 0 0 0,1 0 1 0 0,-1 1-1 0 0,0-1 0 0 0,0 1 1 0 0,1-1-1 0 0,1 2 0 0 0,0 0 2 0 0,1 0-1 0 0,-1 0 0 0 0,0 1 0 0 0,0-1 1 0 0,0 1-1 0 0,0 0 0 0 0,3 3 0 0 0,3 8 15 0 0,0 0 0 0 0,-1 1 1 0 0,-1-1-1 0 0,0 2 0 0 0,-1-1 0 0 0,6 24 0 0 0,18 101 97 0 0,-28-128-106 0 0,30 150 103 0 0,-32-162-106 0 0,0 1 0 0 0,0-1 0 0 0,0 0 0 0 0,0 1-1 0 0,1-1 1 0 0,-1 1 0 0 0,0-1 0 0 0,0 1 0 0 0,0-1 0 0 0,1 1 0 0 0,-1-1 0 0 0,0 0-1 0 0,0 1 1 0 0,1-1 0 0 0,-1 0 0 0 0,0 1 0 0 0,1-1 0 0 0,-1 0 0 0 0,0 1 0 0 0,1-1 0 0 0,-1 0-1 0 0,1 0 1 0 0,-1 1 0 0 0,1-1 0 0 0,-1 0 0 0 0,0 0 0 0 0,1 0 0 0 0,-1 0 0 0 0,1 0-1 0 0,-1 1 1 0 0,1-1 0 0 0,-1 0 0 0 0,1 0 0 0 0,-1 0 0 0 0,1 0 0 0 0,-1 0 0 0 0,1 0-1 0 0,-1-1 1 0 0,0 1 0 0 0,2 0 0 0 0,-1-1 1 0 0,1 1 0 0 0,0-1 0 0 0,-1 0 0 0 0,1 1 0 0 0,-1-1 0 0 0,1 0 1 0 0,-1 0-1 0 0,1 0 0 0 0,-1 0 0 0 0,2-2 0 0 0,11-14-1 0 0,0-1 0 0 0,-1 0 0 0 0,-1-1 0 0 0,13-26 1 0 0,32-88-30 0 0,-35 82 27 0 0,-14 32 8 0 0,0 0 0 0 0,-1 0 0 0 0,-1-1 1 0 0,-1 1-1 0 0,0-1 0 0 0,-2-1 0 0 0,0 1 1 0 0,-1-32-1 0 0,-2 50 2 0 0,0 0-1 0 0,0 0 1 0 0,-1 1 0 0 0,1-1 0 0 0,-1 0 0 0 0,1 0 0 0 0,-1 1-1 0 0,0-1 1 0 0,0 0 0 0 0,0 1 0 0 0,0-1 0 0 0,0 1 0 0 0,0-1-1 0 0,0 1 1 0 0,0-1 0 0 0,0 1 0 0 0,-1 0 0 0 0,1 0 0 0 0,-1-1-1 0 0,1 1 1 0 0,-1 0 0 0 0,1 0 0 0 0,-1 0 0 0 0,0 1 0 0 0,1-1-1 0 0,-1 0 1 0 0,-3 0 0 0 0,4 1-6 0 0,0 0 0 0 0,-1 0-1 0 0,1 0 1 0 0,0 0 0 0 0,0 1 0 0 0,-1-1 0 0 0,1 0-1 0 0,0 1 1 0 0,0-1 0 0 0,-1 1 0 0 0,1-1 0 0 0,0 1-1 0 0,0-1 1 0 0,0 1 0 0 0,0 0 0 0 0,0 0 0 0 0,0-1-1 0 0,0 1 1 0 0,0 0 0 0 0,0 0 0 0 0,0 1 0 0 0,-16 22 25 0 0,14-20-27 0 0,1 2 0 0 0,0-1 1 0 0,0 0-1 0 0,1 0 0 0 0,-1 1 0 0 0,1-1 1 0 0,0 1-1 0 0,1-1 0 0 0,-1 1 1 0 0,1-1-1 0 0,0 1 0 0 0,1-1 0 0 0,-1 1 1 0 0,1-1-1 0 0,0 1 0 0 0,1-1 1 0 0,-1 1-1 0 0,1-1 0 0 0,0 0 0 0 0,0 0 1 0 0,4 5-1 0 0,6 13 23 0 0,1-2-1 0 0,2 0 1 0 0,21 26-1 0 0,-21-28 21 0 0,-4-6-175 0 0,0 1 575 0 0,1 0 1 0 0,-2 1-1 0 0,0 0 1 0 0,15 32-1 0 0,-23-42-257 0 0,0 0 0 0 0,-1 0 1 0 0,0 0-1 0 0,0 0 0 0 0,0 0 0 0 0,0 0 0 0 0,-1 0 1 0 0,0 0-1 0 0,0 0 0 0 0,0 0 0 0 0,-1 0 1 0 0,0 0-1 0 0,0 0 0 0 0,0 0 0 0 0,0 0 0 0 0,-1 0 1 0 0,0 0-1 0 0,0-1 0 0 0,0 1 0 0 0,0-1 1 0 0,-1 1-1 0 0,-4 5 0 0 0,1-2-39 0 0,0-1 1 0 0,-1 0-1 0 0,0-1 1 0 0,0 0-1 0 0,0 0 0 0 0,-1 0 1 0 0,-11 7-1 0 0,-7 0 35 0 0,-29 12-1 0 0,46-22-165 0 0,-13 3-1623 0 0,10-7-3149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5:26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3356 0 0,'27'7'11377'0'0,"-13"-3"-7720"0"0,1-1-2793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5:28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75 1588 0 0,'-34'-61'14715'0'0,"29"52"-12225"0"0,5 9-2466 0 0,0-1 1 0 0,0 1 0 0 0,0 0 0 0 0,0 0 0 0 0,0 0 0 0 0,0 0 0 0 0,0-1-1 0 0,0 1 1 0 0,0 0 0 0 0,0 0 0 0 0,0 0 0 0 0,0 0 0 0 0,0-1 0 0 0,0 1-1 0 0,0 0 1 0 0,0 0 0 0 0,0 0 0 0 0,0 0 0 0 0,0 0 0 0 0,-1-1 0 0 0,1 1-1 0 0,0 0 1 0 0,0 0 0 0 0,0 0 0 0 0,0 0 0 0 0,0 0 0 0 0,0 0-1 0 0,-1 0 1 0 0,1-1 0 0 0,0 1 0 0 0,0 0 0 0 0,0 0 0 0 0,0 0 0 0 0,-1 0-1 0 0,1 0 1 0 0,0 0 0 0 0,0 0 0 0 0,0 0 0 0 0,0 0 0 0 0,-1 0 0 0 0,1 0-1 0 0,0 0 1 0 0,0 0 0 0 0,0 0 0 0 0,-1 0 0 0 0,1 0 0 0 0,0 0-1 0 0,0 0 1 0 0,0 1 0 0 0,-8 68 980 0 0,1 77 0 0 0,8-113-914 0 0,1-1-1 0 0,1 0 1 0 0,2 0-1 0 0,15 55 1 0 0,-18-80-78 0 0,1-1 0 0 0,-1 1 0 0 0,1-1 0 0 0,1 1 0 0 0,-1-1-1 0 0,1 0 1 0 0,0 0 0 0 0,0 0 0 0 0,1-1 0 0 0,6 7 0 0 0,-8-10-5 0 0,-1 0 0 0 0,1 0 0 0 0,-1 0 0 0 0,1-1 0 0 0,0 1 0 0 0,0-1 0 0 0,0 0 0 0 0,-1 0 0 0 0,1 0 0 0 0,0 0 1 0 0,1 0-1 0 0,-1 0 0 0 0,0-1 0 0 0,0 0 0 0 0,0 1 0 0 0,0-1 0 0 0,0-1 0 0 0,0 1 0 0 0,0 0 0 0 0,1-1 0 0 0,-1 1 0 0 0,0-1 0 0 0,0 0 0 0 0,0 0 0 0 0,-1 0 0 0 0,5-2 0 0 0,2-2-9 0 0,0-1 1 0 0,0 0-1 0 0,0 0 0 0 0,-1-1 0 0 0,0 0 0 0 0,0 0 0 0 0,-1-1 0 0 0,1 0 0 0 0,-2-1 0 0 0,11-16 0 0 0,3-10-88 0 0,25-59-1 0 0,-27 54 77 0 0,-10 20 2 0 0,-6 14 45 0 0,1 0 1 0 0,0 0-1 0 0,0 0 0 0 0,4-7 0 0 0,-5 12 59 0 0,3 12 257 0 0,-4 45 358 0 0,-2 0-1 0 0,-3-1 1 0 0,-13 63-1 0 0,7-41-497 0 0,-1 3-260 0 0,-7 57 92 0 0,13-46-6015 0 0,6-83 3096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5:29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356 116 2340 0 0,'6'-29'5881'0'0,"-3"1"5800"0"0,-10 46-11389 0 0,1-1-1 0 0,1 1 0 0 0,1 0 0 0 0,1 1 1 0 0,0-1-1 0 0,1 0 0 0 0,1 27 0 0 0,1-34-241 0 0,1 0 1 0 0,1 0-1 0 0,0 0 0 0 0,0 0 0 0 0,1 0 0 0 0,1-1 0 0 0,0 1 0 0 0,0-1 0 0 0,1 0 1 0 0,0 0-1 0 0,1 0 0 0 0,0-1 0 0 0,11 14 0 0 0,57 49 410 0 0,-50-51-195 0 0,36 42 0 0 0,-58-60-165 0 0,1 1 0 0 0,-1 0 0 0 0,0 1 1 0 0,0-1-1 0 0,0 0 0 0 0,-1 1 0 0 0,0-1 0 0 0,0 1 0 0 0,0-1 0 0 0,0 1 0 0 0,0 0 0 0 0,-1-1 0 0 0,0 1 0 0 0,0 0 1 0 0,0-1-1 0 0,-1 1 0 0 0,0-1 0 0 0,0 1 0 0 0,0 0 0 0 0,0-1 0 0 0,-1 0 0 0 0,1 1 0 0 0,-1-1 0 0 0,-4 7 0 0 0,1-1 57 0 0,-1-1-1 0 0,0 1 0 0 0,0-1 1 0 0,-1 0-1 0 0,0-1 0 0 0,-1 0 0 0 0,0 0 1 0 0,0 0-1 0 0,-12 7 0 0 0,15-11-84 0 0,0-1 0 0 0,-1 0 0 0 0,1-1 1 0 0,-1 1-1 0 0,1-1 0 0 0,-1 0 0 0 0,0-1 0 0 0,0 1 0 0 0,0-1 0 0 0,0 0 0 0 0,0-1 0 0 0,0 1 0 0 0,-9-2 0 0 0,11 1-57 0 0,1-1-1 0 0,0 1 0 0 0,0-1 0 0 0,0 0 1 0 0,0 0-1 0 0,0 0 0 0 0,0 0 0 0 0,1-1 0 0 0,-1 1 1 0 0,0-1-1 0 0,1 0 0 0 0,-1 1 0 0 0,1-1 1 0 0,-1 0-1 0 0,1-1 0 0 0,0 1 0 0 0,0 0 0 0 0,0-1 1 0 0,0 1-1 0 0,0-1 0 0 0,1 0 0 0 0,-1 1 1 0 0,1-1-1 0 0,0 0 0 0 0,-1 0 0 0 0,1 0 0 0 0,-1-5 1 0 0,1-1-8 0 0,0 0 1 0 0,0 0 0 0 0,1 1 0 0 0,0-1 0 0 0,0 0-1 0 0,1 0 1 0 0,0 0 0 0 0,1 0 0 0 0,2-10 0 0 0,31-79-14 0 0,-28 80-1 0 0,61-139-32 0 0,28-76 55 0 0,-95 230-13 0 0,0-1 0 0 0,1 0 0 0 0,-2 0 0 0 0,1 0 1 0 0,0 0-1 0 0,-1 0 0 0 0,0 0 0 0 0,0 0 0 0 0,0 0 1 0 0,0 0-1 0 0,-1 0 0 0 0,1 0 0 0 0,-1 0 0 0 0,0 1 0 0 0,0-1 1 0 0,-1 0-1 0 0,1 0 0 0 0,-1 1 0 0 0,0-1 0 0 0,-3-4 1 0 0,3 5-15 0 0,-1 1 0 0 0,1-1 1 0 0,-1 0-1 0 0,0 1 0 0 0,0 0 1 0 0,0 0-1 0 0,0 0 1 0 0,-1 0-1 0 0,1 0 0 0 0,0 0 1 0 0,-1 1-1 0 0,1 0 1 0 0,-1 0-1 0 0,0 0 0 0 0,1 0 1 0 0,-1 0-1 0 0,0 1 0 0 0,0-1 1 0 0,1 1-1 0 0,-1 0 1 0 0,-6 1-1 0 0,-15 2-742 0 0,-1 1 1 0 0,1 2-1 0 0,0 0 1 0 0,0 2-1 0 0,1 0 0 0 0,-36 19 1 0 0,-38 26-4458 0 0,6 6-3469 0 0,49-29 968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5:27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0 468 0 0,'-187'64'14301'0'0,"184"-63"-14081"0"0,-4 0 456 0 0,17-1-499 0 0,57-19 136 0 0,-14 3-3090 0 0,-19 8-4207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5:27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1 320 0 0,'-9'13'1802'0'0,"1"0"1"0"0,0 0-1 0 0,1 1 1 0 0,0 0-1 0 0,-6 21 0 0 0,13-34-1750 0 0,-1 0 0 0 0,1 0 0 0 0,0 0 0 0 0,-1 0 0 0 0,1 0 0 0 0,0 0 0 0 0,0 0 0 0 0,0-1 0 0 0,0 1-1 0 0,0 0 1 0 0,0 0 0 0 0,0 0 0 0 0,0 0 0 0 0,0 0 0 0 0,1 0 0 0 0,-1 0 0 0 0,0 0 0 0 0,1 0 0 0 0,-1 0 0 0 0,0-1-1 0 0,1 1 1 0 0,-1 0 0 0 0,1 0 0 0 0,-1 0 0 0 0,1-1 0 0 0,0 1 0 0 0,-1 0 0 0 0,1-1 0 0 0,0 1 0 0 0,-1 0 0 0 0,1-1-1 0 0,0 1 1 0 0,0-1 0 0 0,0 1 0 0 0,-1-1 0 0 0,1 0 0 0 0,0 1 0 0 0,2 0 0 0 0,0-1 4 0 0,1 1 0 0 0,0-1 0 0 0,0 0 0 0 0,-1 0 0 0 0,1 0 0 0 0,0-1 0 0 0,4 0 0 0 0,7-3-201 0 0,1 0 0 0 0,-1-1 0 0 0,0-1 0 0 0,18-8 0 0 0,25-17-3632 0 0,-44 23 2140 0 0,20-12-3427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5:27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49 2648 0 0,'28'-47'23044'0'0,"-25"46"-22258"0"0,-1 28 856 0 0,-1 41 0 0 0,-13 81-955 0 0,7-102-415 0 0,-6 71-7 0 0,-6 54-1804 0 0,5-58-4317 0 0,2-60 658 0 0,0-19-2293 0 0,0-15-1007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5:27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92 126 2472 0 0,'-26'31'4514'0'0,"16"-18"-1759"0"0,-1-1 0 0 0,0 1 0 0 0,-15 11 0 0 0,26-24-2672 0 0,-1 0 0 0 0,1 0 0 0 0,-1 0 0 0 0,1 0 0 0 0,0 0 0 0 0,-1 1-1 0 0,1-1 1 0 0,0 0 0 0 0,-1 0 0 0 0,1 1 0 0 0,0-1 0 0 0,-1 0 0 0 0,1 0 0 0 0,0 1-1 0 0,0-1 1 0 0,-1 0 0 0 0,1 1 0 0 0,0-1 0 0 0,0 0 0 0 0,0 1 0 0 0,-1-1-1 0 0,1 1 1 0 0,0-1 0 0 0,0 0 0 0 0,0 1 0 0 0,0-1 0 0 0,0 1 0 0 0,0-1 0 0 0,0 0-1 0 0,0 1 1 0 0,0-1 0 0 0,0 1 0 0 0,0-1 0 0 0,0 1 0 0 0,0-1 0 0 0,0 0 0 0 0,0 1-1 0 0,0-1 1 0 0,0 0 0 0 0,1 1 0 0 0,-1-1 0 0 0,0 1 0 0 0,0-1 0 0 0,1 0-1 0 0,-1 1 1 0 0,0-1 0 0 0,1 1 0 0 0,0-1 68 0 0,0 1 0 0 0,0-1 0 0 0,0 1 1 0 0,0-1-1 0 0,0 1 0 0 0,0-1 0 0 0,0 0 0 0 0,0 1 0 0 0,0-1 0 0 0,0 0 0 0 0,0 0 1 0 0,0 0-1 0 0,0 0 0 0 0,3 0 0 0 0,40-9 731 0 0,-1-3 0 0 0,44-17 0 0 0,-26 8-572 0 0,38-11-391 0 0,173-53 858 0 0,-88 37-6151 0 0,-179 47 4044 0 0,1 0 0 0 0,0 0 1 0 0,-1 1-1 0 0,1 0 1 0 0,0 0-1 0 0,6 2 0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6:50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20 36 0 0,'-24'9'5453'0'0,"-18"-2"-2663"0"0,26-5-2456 0 0,13 2-80 0 0,4-3-252 0 0,0 0-1 0 0,0-1 1 0 0,0 1-1 0 0,0-1 1 0 0,0 1-1 0 0,0-1 1 0 0,1 1-1 0 0,-1-1 1 0 0,0 0-1 0 0,0 1 1 0 0,0-1-1 0 0,1 0 1 0 0,-1 0-1 0 0,0 0 1 0 0,0 0-1 0 0,1 0 1 0 0,-1 0-1 0 0,2-1 0 0 0,199-30 159 0 0,-147 21-297 0 0,-41 7-351 0 0,-12 3 289 0 0,0-1 1 0 0,0 1-1 0 0,0-1 0 0 0,0 1 1 0 0,-1-1-1 0 0,1 1 0 0 0,0 0 1 0 0,0 0-1 0 0,0 0 1 0 0,0 0-1 0 0,0 1 0 0 0,0-1 1 0 0,0 0-1 0 0,-1 1 0 0 0,1-1 1 0 0,0 1-1 0 0,0-1 0 0 0,0 1 1 0 0,-1 0-1 0 0,3 1 0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6:51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51 1232 0 0,'-33'36'7517'0'0,"42"-38"-7496"0"0,0 1-1 0 0,-1-1 0 0 0,0-1 0 0 0,1 0 0 0 0,-1 0 0 0 0,0-1 0 0 0,12-7 0 0 0,5-1-635 0 0,43-18-2722 0 0,-33 14 783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6:56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18 1984 0 0,'-10'-8'7309'0'0,"9"7"-7129"0"0,1 0 1 0 0,-1 0-1 0 0,1 1 0 0 0,-1-1 1 0 0,1 1-1 0 0,-1-1 0 0 0,0 0 1 0 0,1 1-1 0 0,-1-1 1 0 0,0 1-1 0 0,1 0 0 0 0,-1-1 1 0 0,0 1-1 0 0,0-1 0 0 0,0 1 1 0 0,1 0-1 0 0,-1 0 1 0 0,0-1-1 0 0,0 1 0 0 0,0 0 1 0 0,0 0-1 0 0,1 0 0 0 0,-1 0 1 0 0,0 0-1 0 0,0 0 1 0 0,0 0-1 0 0,0 0 0 0 0,0 1 1 0 0,0-1-1 0 0,-1 1-116 0 0,1 1 1 0 0,-1-1-1 0 0,1 1 0 0 0,0-1 0 0 0,0 1 1 0 0,0-1-1 0 0,0 1 0 0 0,0 0 1 0 0,0 0-1 0 0,0-1 0 0 0,1 1 1 0 0,-1 0-1 0 0,0 3 0 0 0,-88 369 1643 0 0,56-214-1419 0 0,-3 32 184 0 0,10-47-3136 0 0,21-133 467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6:56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0 229 2268 0 0,'12'-104'8307'0'0,"-9"89"-7385"0"0,1 0-1 0 0,0-1 0 0 0,0 1 0 0 0,11-20 0 0 0,-15 33-885 0 0,1 0 0 0 0,0 1 0 0 0,0-1 0 0 0,-1 1 0 0 0,1-1 0 0 0,0 1 0 0 0,0-1 0 0 0,0 1 0 0 0,0 0 0 0 0,1-1-1 0 0,-1 1 1 0 0,0 0 0 0 0,0 0 0 0 0,1 0 0 0 0,-1 0 0 0 0,1 0 0 0 0,-1 0 0 0 0,1 1 0 0 0,-1-1 0 0 0,1 0 0 0 0,0 1-1 0 0,-1-1 1 0 0,1 1 0 0 0,0-1 0 0 0,-1 1 0 0 0,1 0 0 0 0,0 0 0 0 0,0 0 0 0 0,-1 0 0 0 0,1 0 0 0 0,0 0 0 0 0,-1 0 0 0 0,1 1-1 0 0,0-1 1 0 0,-1 1 0 0 0,1-1 0 0 0,0 1 0 0 0,-1 0 0 0 0,1-1 0 0 0,-1 1 0 0 0,1 0 0 0 0,2 2 0 0 0,3 2 154 0 0,1 1 0 0 0,-1 0 1 0 0,-1 0-1 0 0,1 1 1 0 0,-1 0-1 0 0,8 11 0 0 0,2 5 218 0 0,-2 1 0 0 0,-1 1 0 0 0,-1 1 0 0 0,-1-1 0 0 0,-1 2 0 0 0,11 50-1 0 0,20 168 647 0 0,-41-241-1046 0 0,41 398 650 0 0,-39-389-652 0 0,-1 4 30 0 0,2 0 1 0 0,0 0-1 0 0,0-1 1 0 0,8 20-1 0 0,-10-34-118 0 0,2-2-158 0 0,-1-1 53 0 0,1 1-1 0 0,-1-1 1 0 0,1 0-1 0 0,-1 0 1 0 0,0 0-1 0 0,0 0 1 0 0,1 0-1 0 0,-1-1 1 0 0,0 1-1 0 0,0-1 1 0 0,0 1-1 0 0,0-1 1 0 0,-1 0-1 0 0,1 1 1 0 0,0-1-1 0 0,-1 0 1 0 0,1 0-1 0 0,1-4 1 0 0,4-6-2319 0 0,-2 1 0 0 0,8-18 0 0 0,-11 23 1132 0 0,10-23-6267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6:56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73 2172 0 0,'-10'3'2343'0'0,"0"0"-1"0"0,-17 8 1 0 0,-4 1 1257 0 0,32-12-3587 0 0,-1 0 0 0 0,0 1 0 0 0,0-1 0 0 0,0 0 1 0 0,0 0-1 0 0,0 1 0 0 0,1-1 0 0 0,-1 0 0 0 0,0 0 0 0 0,0 0 1 0 0,1 1-1 0 0,-1-1 0 0 0,0 0 0 0 0,0 0 0 0 0,1 0 0 0 0,-1 0 1 0 0,0 1-1 0 0,0-1 0 0 0,1 0 0 0 0,-1 0 0 0 0,0 0 0 0 0,0 0 0 0 0,1 0 1 0 0,-1 0-1 0 0,0 0 0 0 0,1 0 0 0 0,-1 0 0 0 0,0 0 0 0 0,1 0 1 0 0,-1 0-1 0 0,0 0 0 0 0,0 0 0 0 0,1 0 0 0 0,-1 0 0 0 0,0 0 1 0 0,1-1-1 0 0,12-2 123 0 0,-13 3-126 0 0,47-13-639 0 0,80-36 1 0 0,-64 22-4361 0 0,-33 14 206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6:57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2924 0 0,'7'28'15364'0'0,"-7"-27"-15286"0"0,1 0 1 0 0,-1 0 0 0 0,0 0-1 0 0,1 0 1 0 0,-1 0 0 0 0,1 0-1 0 0,-1 0 1 0 0,1 0 0 0 0,-1 0 0 0 0,1 0-1 0 0,0 0 1 0 0,-1 0 0 0 0,1-1-1 0 0,0 1 1 0 0,0 0 0 0 0,-1-1-1 0 0,1 1 1 0 0,0 0 0 0 0,0-1-1 0 0,0 1 1 0 0,0-1 0 0 0,0 1 0 0 0,0-1-1 0 0,0 0 1 0 0,0 1 0 0 0,0-1-1 0 0,0 0 1 0 0,0 0 0 0 0,0 0-1 0 0,1 0 1 0 0,-1 0 0 0 0,0 0-1 0 0,0 0 1 0 0,0 0 0 0 0,0 0-1 0 0,0 0 1 0 0,0 0 0 0 0,0-1 0 0 0,0 1-1 0 0,0 0 1 0 0,0-1 0 0 0,0 1-1 0 0,1-2 1 0 0,76-20-103 0 0,-25 9-4068 0 0,-39 10 898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6:57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0 1740 0 0,'-55'97'16260'0'0,"54"-96"-16143"0"0,1 0 1 0 0,-1-1-1 0 0,1 1 0 0 0,-1 0 1 0 0,1 0-1 0 0,0-1 1 0 0,0 1-1 0 0,-1 0 1 0 0,1 0-1 0 0,0 0 0 0 0,0 0 1 0 0,0 0-1 0 0,0-1 1 0 0,0 1-1 0 0,0 0 0 0 0,0 0 1 0 0,0 0-1 0 0,0 0 1 0 0,0 0-1 0 0,0 0 1 0 0,0-1-1 0 0,1 1 0 0 0,-1 0 1 0 0,0 0-1 0 0,1 0 1 0 0,-1 0-1 0 0,2 1 1 0 0,-1-1-22 0 0,0 0 1 0 0,1-1-1 0 0,-1 1 1 0 0,1 0-1 0 0,-1 0 0 0 0,1-1 1 0 0,-1 1-1 0 0,1-1 1 0 0,-1 1-1 0 0,1-1 1 0 0,-1 0-1 0 0,1 1 1 0 0,3-1-1 0 0,5 0 55 0 0,0-1-1 0 0,0 0 1 0 0,15-3-1 0 0,6-4-154 0 0,-1-1 0 0 0,0-1 0 0 0,32-17 0 0 0,34-22-6222 0 0,-69 30-1198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0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73 444 0 0,'35'-33'16046'0'0,"-24"19"-12429"0"0,-4 2 178 0 0,-7 11-3758 0 0,0 1 0 0 0,0-1 0 0 0,0 1 1 0 0,0-1-1 0 0,0 1 0 0 0,0-1 0 0 0,0 1 0 0 0,0 0 0 0 0,0-1 0 0 0,0 1 0 0 0,0-1 0 0 0,0 1 0 0 0,-1-1 0 0 0,1 1 1 0 0,0-1-1 0 0,0 1 0 0 0,0 0 0 0 0,-1-1 0 0 0,1 1 0 0 0,0-1 0 0 0,0 1 0 0 0,-1 0 0 0 0,1-1 0 0 0,0 1 1 0 0,-1 0-1 0 0,1-1 0 0 0,-1 1 0 0 0,1 0 0 0 0,0 0 0 0 0,-1-1 0 0 0,1 1 0 0 0,-1 0 0 0 0,1 0 0 0 0,0 0 0 0 0,-1-1 1 0 0,1 1-1 0 0,-1 0 0 0 0,1 0 0 0 0,-1 0 0 0 0,-1 0 9 0 0,-1 1-1 0 0,1-1 1 0 0,0 1 0 0 0,0-1 0 0 0,0 1-1 0 0,0 0 1 0 0,0 0 0 0 0,0 0 0 0 0,-2 2-1 0 0,-5 3 9 0 0,-1 1-1 0 0,-13 14 0 0 0,0 5-8 0 0,2 0 0 0 0,1 2 0 0 0,1 0 0 0 0,1 1-1 0 0,-19 42 1 0 0,20-31-47 0 0,1 1-1 0 0,2 0 1 0 0,-15 75-1 0 0,27-103 3 0 0,0 0-1 0 0,1 0 1 0 0,0 0-1 0 0,1 0 1 0 0,1 0-1 0 0,0 0 1 0 0,0 0 0 0 0,2 0-1 0 0,3 16 1 0 0,-4-25 6 0 0,-1 0 1 0 0,1-1 0 0 0,-1 1 0 0 0,1 0-1 0 0,0 0 1 0 0,1-1 0 0 0,-1 1 0 0 0,0-1 0 0 0,1 0-1 0 0,0 1 1 0 0,0-1 0 0 0,0-1 0 0 0,0 1-1 0 0,0 0 1 0 0,1-1 0 0 0,-1 1 0 0 0,1-1 0 0 0,0 0-1 0 0,-1 0 1 0 0,1-1 0 0 0,0 1 0 0 0,0-1-1 0 0,0 0 1 0 0,0 0 0 0 0,0 0 0 0 0,1 0 0 0 0,-1-1-1 0 0,0 0 1 0 0,0 0 0 0 0,0 0 0 0 0,7-1-1 0 0,0-1 18 0 0,0 0 0 0 0,0 0 0 0 0,0-1 0 0 0,-1 0 0 0 0,1-1 0 0 0,-1 0 0 0 0,0-1 0 0 0,16-10-1 0 0,-20 11-3 0 0,1-1-1 0 0,-1 1 0 0 0,0-1 1 0 0,-1-1-1 0 0,1 1 0 0 0,-1-1 1 0 0,0 0-1 0 0,0 0 0 0 0,0 0 1 0 0,-1-1-1 0 0,0 1 0 0 0,-1-1 0 0 0,4-8 1 0 0,-6 12-13 0 0,0 1 0 0 0,-1 0 1 0 0,1 0-1 0 0,-1-1 0 0 0,1 1 0 0 0,-1-1 0 0 0,0 1 1 0 0,0 0-1 0 0,0-1 0 0 0,0 1 0 0 0,0-1 1 0 0,0 1-1 0 0,-1 0 0 0 0,1-1 0 0 0,-1 1 1 0 0,0 0-1 0 0,1-1 0 0 0,-1 1 0 0 0,-3-4 1 0 0,2 3-5 0 0,0 1 0 0 0,0 0 0 0 0,0 0 0 0 0,-1-1 0 0 0,1 1 1 0 0,-1 1-1 0 0,1-1 0 0 0,-1 0 0 0 0,0 1 0 0 0,0-1 0 0 0,0 1 0 0 0,0 0 1 0 0,-4-1-1 0 0,-3-1-4 0 0,-1 1 0 0 0,1 0 0 0 0,-1 1 0 0 0,0 1 0 0 0,0-1 0 0 0,0 2 0 0 0,-19 2-1 0 0,21-1-251 0 0,-1 0 0 0 0,1 1-1 0 0,0 0 1 0 0,-12 6 0 0 0,16-7-456 0 0,1 1 0 0 0,-1-1 0 0 0,1 1 1 0 0,0 0-1 0 0,-5 5 0 0 0,3 3-3982 0 0,6-10 4398 0 0,0-1-1 0 0,0 1 1 0 0,0 0 0 0 0,0 0 0 0 0,0 0 0 0 0,0-1-1 0 0,1 1 1 0 0,-1 0 0 0 0,0 0 0 0 0,0-1-1 0 0,0 1 1 0 0,1 0 0 0 0,-1-1 0 0 0,1 1 0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0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0 126 992 0 0,'7'-25'14364'0'0,"2"-3"-7830"0"0,-8 25-6408 0 0,0 0 0 0 0,1 0 0 0 0,0 0-1 0 0,-1 0 1 0 0,1 0 0 0 0,0 1 0 0 0,1-1 0 0 0,-1 1 0 0 0,0-1 0 0 0,1 1 0 0 0,4-4 0 0 0,1 1-56 0 0,-1 0 0 0 0,1 1 1 0 0,0 0-1 0 0,0 0 0 0 0,0 1 1 0 0,0 0-1 0 0,18-3 0 0 0,-22 5-57 0 0,1 0 1 0 0,-1 1-1 0 0,0-1 0 0 0,1 1 0 0 0,-1 1 0 0 0,1-1 0 0 0,-1 0 0 0 0,0 1 1 0 0,1 0-1 0 0,-1 0 0 0 0,0 1 0 0 0,0-1 0 0 0,0 1 0 0 0,0-1 0 0 0,0 1 0 0 0,0 1 1 0 0,0-1-1 0 0,4 4 0 0 0,-5-3 34 0 0,1 1 0 0 0,-1 0 1 0 0,0 0-1 0 0,0 1 0 0 0,0-1 1 0 0,0 0-1 0 0,-1 1 0 0 0,1 0 0 0 0,-1 0 1 0 0,-1-1-1 0 0,1 1 0 0 0,-1 0 1 0 0,0 0-1 0 0,0 1 0 0 0,0-1 0 0 0,-1 0 1 0 0,1 0-1 0 0,-1 0 0 0 0,0 1 1 0 0,-1-1-1 0 0,0 0 0 0 0,-1 6 0 0 0,-3 12 214 0 0,0-1 0 0 0,-2 0 0 0 0,-15 35 0 0 0,-135 248 2940 0 0,147-279-2955 0 0,10-26-235 0 0,-1 1 0 0 0,1 0 0 0 0,0-1 0 0 0,0 1 0 0 0,0-1 0 0 0,0 1 0 0 0,0 0 0 0 0,0-1 0 0 0,0 1 0 0 0,0-1 0 0 0,0 1 0 0 0,0 0 0 0 0,0-1 0 0 0,0 1 0 0 0,0-1 0 0 0,0 1 0 0 0,1-1 0 0 0,-1 1 0 0 0,0 0 0 0 0,0-1 0 0 0,1 1 0 0 0,-1-1 0 0 0,0 1 0 0 0,1-1 0 0 0,-1 1 0 0 0,0-1 0 0 0,1 0 0 0 0,-1 1 0 0 0,1-1 0 0 0,-1 1 1 0 0,1-1-1 0 0,-1 0 0 0 0,1 1 0 0 0,-1-1 0 0 0,1 0 0 0 0,-1 0 0 0 0,1 1 0 0 0,0-1 0 0 0,-1 0 0 0 0,1 0 0 0 0,-1 0 0 0 0,1 0 0 0 0,0 0 0 0 0,0 0 0 0 0,15 0 55 0 0,-1 0 1 0 0,1-2-1 0 0,0 0 1 0 0,21-5-1 0 0,68-23 25 0 0,-55 15-57 0 0,548-158 113 0 0,-581 168 846 0 0,1 2-4590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3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93 3320 0 0,'-12'-36'20578'0'0,"12"35"-20511"0"0,0-1 1 0 0,-1 0-1 0 0,1 1 1 0 0,1-1-1 0 0,-1 1 1 0 0,0-1-1 0 0,0 0 1 0 0,0 1-1 0 0,1-1 1 0 0,-1 1-1 0 0,1-1 1 0 0,-1 1-1 0 0,1-1 1 0 0,0 1-1 0 0,-1 0 1 0 0,1-1-1 0 0,0 1 1 0 0,0 0-1 0 0,0-1 1 0 0,0 1-1 0 0,0 0 1 0 0,0 0 0 0 0,1 0-1 0 0,-1 0 1 0 0,0 0-1 0 0,0 0 1 0 0,1 0-1 0 0,-1 0 1 0 0,1 1-1 0 0,-1-1 1 0 0,1 1-1 0 0,2-2 1 0 0,2-1-49 0 0,-3 2-13 0 0,-1-1 1 0 0,1 1-1 0 0,0 0 1 0 0,0 0-1 0 0,0 0 0 0 0,0 0 1 0 0,4 0-1 0 0,-3 0-6 0 0,0 0 0 0 0,0 1 0 0 0,0 0 0 0 0,0 0 0 0 0,0 0 0 0 0,0 0 0 0 0,0 1 0 0 0,0-1 0 0 0,0 1 0 0 0,0 0 0 0 0,0 1 0 0 0,0-1 0 0 0,0 1 0 0 0,0-1 0 0 0,-1 1 0 0 0,1 0 0 0 0,-1 0 0 0 0,1 1 0 0 0,-1-1 0 0 0,5 5 0 0 0,-3-2 1 0 0,-1 0 0 0 0,0 1-1 0 0,0-1 1 0 0,-1 1 0 0 0,1 0-1 0 0,-1 0 1 0 0,-1 0-1 0 0,1 0 1 0 0,-1 0 0 0 0,0 1-1 0 0,0-1 1 0 0,-1 1 0 0 0,0 0-1 0 0,0-1 1 0 0,0 1 0 0 0,-1 0-1 0 0,0-1 1 0 0,0 1-1 0 0,-2 7 1 0 0,-2 16 3 0 0,-1-1 0 0 0,-17 53 0 0 0,21-80-5 0 0,-33 112-58 0 0,34-114 59 0 0,0 1 1 0 0,-1-1-1 0 0,1 1 1 0 0,0-1-1 0 0,0 1 0 0 0,0-1 1 0 0,-1 1-1 0 0,1-1 1 0 0,0 1-1 0 0,0-1 0 0 0,0 1 1 0 0,0-1-1 0 0,0 1 1 0 0,0-1-1 0 0,0 1 0 0 0,0-1 1 0 0,0 1-1 0 0,0-1 1 0 0,1 1-1 0 0,-1-1 0 0 0,0 1 1 0 0,0-1-1 0 0,0 1 1 0 0,0-1-1 0 0,1 0 0 0 0,-1 1 1 0 0,0-1-1 0 0,1 1 1 0 0,-1-1-1 0 0,0 0 0 0 0,1 1 1 0 0,-1-1-1 0 0,0 0 1 0 0,1 1-1 0 0,-1-1 0 0 0,1 0 1 0 0,-1 1-1 0 0,1-1 1 0 0,-1 0-1 0 0,0 0 0 0 0,1 0 1 0 0,0 1-1 0 0,15-4 26 0 0,-15 3-30 0 0,38-9 24 0 0,-1-2-1 0 0,41-18 0 0 0,32-9 11 0 0,-50 17-26 0 0,-56 19-1474 0 0,30-11 4541 0 0,-15 9-7139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4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23 127 2012 0 0,'9'-43'10006'0'0,"1"-8"-1817"0"0,-10 49-7477 0 0,0-28 3543 0 0,-19 135-3878 0 0,12-74-371 0 0,1 0-1 0 0,2 0 1 0 0,0 0 0 0 0,2 1-1 0 0,4 47 1 0 0,-2-76 2 0 0,1 1 0 0 0,-1-1 0 0 0,1 0 0 0 0,0 0 0 0 0,0 0 0 0 0,0 0-1 0 0,0 0 1 0 0,0 0 0 0 0,1 0 0 0 0,-1 0 0 0 0,1 0 0 0 0,0 0 0 0 0,0-1 0 0 0,0 1 0 0 0,0-1 0 0 0,1 1 0 0 0,-1-1 0 0 0,0 0 0 0 0,4 2-1 0 0,-2-2 4 0 0,-1-1-1 0 0,1 1 0 0 0,-1-1 0 0 0,1 0 0 0 0,0 0 1 0 0,-1 0-1 0 0,1-1 0 0 0,0 0 0 0 0,0 1 1 0 0,-1-1-1 0 0,1 0 0 0 0,0-1 0 0 0,0 1 0 0 0,-1-1 1 0 0,1 1-1 0 0,5-3 0 0 0,4-1-2 0 0,0-1 0 0 0,0 0 0 0 0,0-1 0 0 0,-1 0 0 0 0,0-1-1 0 0,0-1 1 0 0,-1 0 0 0 0,0 0 0 0 0,0-1 0 0 0,-1 0 0 0 0,0-1 0 0 0,-1 0 0 0 0,13-18 0 0 0,0-6 420 0 0,-1 0 0 0 0,-2-2 0 0 0,19-49 1 0 0,-32 73-134 0 0,-4 11-142 0 0,-4 20-62 0 0,0-8-45 0 0,-1 24 0 0 0,2 1 0 0 0,3 47 1 0 0,15 71-5 0 0,13 51-4495 0 0,-19-135-814 0 0,-1-1-3835 0 0,-8-45 1821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6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64 1376 0 0,'16'-18'6559'0'0,"-12"13"-4564"0"0,-1 1-1 0 0,1-1 0 0 0,-1 0 0 0 0,4-10 0 0 0,-7 14-1911 0 0,0 1 0 0 0,0 0 0 0 0,0-1-1 0 0,0 1 1 0 0,1 0 0 0 0,-1-1-1 0 0,0 1 1 0 0,0-1 0 0 0,0 1 0 0 0,0 0-1 0 0,0-1 1 0 0,0 1 0 0 0,-1 0 0 0 0,1-1-1 0 0,0 1 1 0 0,0 0 0 0 0,0-1 0 0 0,0 1-1 0 0,0 0 1 0 0,0 0 0 0 0,-1-1-1 0 0,1 1 1 0 0,0 0 0 0 0,0-1 0 0 0,0 1-1 0 0,-1 0 1 0 0,1 0 0 0 0,0-1 0 0 0,0 1-1 0 0,-1 0 1 0 0,1 0 0 0 0,0 0 0 0 0,-1-1-1 0 0,1 1 1 0 0,0 0 0 0 0,0 0 0 0 0,-1 0-1 0 0,1 0 1 0 0,0 0 0 0 0,-1 0-1 0 0,1 0 1 0 0,0 0 0 0 0,-1-1 0 0 0,1 1-1 0 0,-1 1 1 0 0,-14 0 965 0 0,10 1-940 0 0,0 2-1 0 0,0-1 0 0 0,0 0 1 0 0,0 1-1 0 0,1 0 1 0 0,-1 0-1 0 0,1 0 1 0 0,0 1-1 0 0,0 0 0 0 0,-5 8 1 0 0,-5 9 18 0 0,-11 26-1 0 0,22-43-97 0 0,-14 31 31 0 0,1 0 0 0 0,2 1-1 0 0,-14 57 1 0 0,24-75-32 0 0,0 0-1 0 0,1 0 0 0 0,1 1 1 0 0,1-1-1 0 0,1 0 0 0 0,1 1 1 0 0,0-1-1 0 0,2 0 0 0 0,5 24 1 0 0,-6-38-8 0 0,-1 1 1 0 0,1-1 0 0 0,0 1 0 0 0,1-1 0 0 0,-1 0 0 0 0,1 0-1 0 0,0 0 1 0 0,1-1 0 0 0,-1 1 0 0 0,1-1 0 0 0,-1 1 0 0 0,1-1-1 0 0,1 0 1 0 0,-1-1 0 0 0,1 1 0 0 0,-1-1 0 0 0,1 0 0 0 0,7 4-1 0 0,-5-4 0 0 0,0-1 0 0 0,0 0 0 0 0,0 0 0 0 0,0-1 0 0 0,0 0 1 0 0,0 0-1 0 0,0 0 0 0 0,1-1 0 0 0,-1 0 0 0 0,0-1 0 0 0,0 1 0 0 0,1-1 0 0 0,-1-1 0 0 0,8-2 0 0 0,-9 2-8 0 0,0 0 1 0 0,-1-1-1 0 0,1 1 1 0 0,-1-1-1 0 0,1-1 1 0 0,-1 1-1 0 0,0-1 1 0 0,0 0-1 0 0,-1 0 1 0 0,1 0-1 0 0,-1-1 1 0 0,0 1-1 0 0,0-1 1 0 0,0 0-1 0 0,-1 0 1 0 0,1-1 0 0 0,2-6-1 0 0,-5 10-8 0 0,0-1 0 0 0,1 0-1 0 0,-1 0 1 0 0,-1 0 0 0 0,1 0 0 0 0,0 0-1 0 0,-1 0 1 0 0,1 0 0 0 0,-1 0 0 0 0,0 0-1 0 0,0 0 1 0 0,0 0 0 0 0,-1 0 0 0 0,1 0-1 0 0,-1 0 1 0 0,1 0 0 0 0,-1 0 0 0 0,0 0-1 0 0,0 0 1 0 0,0 0 0 0 0,-1 1 0 0 0,1-1-1 0 0,-1 0 1 0 0,1 1 0 0 0,-1-1 0 0 0,0 1 0 0 0,0 0-1 0 0,0 0 1 0 0,0-1 0 0 0,-1 1 0 0 0,1 0-1 0 0,-1 1 1 0 0,1-1 0 0 0,-1 0 0 0 0,-4-2-1 0 0,0 2 2 0 0,1-1 0 0 0,-1 1 0 0 0,0 0 1 0 0,1 1-1 0 0,-1-1 0 0 0,0 1 0 0 0,0 1 0 0 0,0-1 0 0 0,0 1 0 0 0,0 1 0 0 0,0-1 0 0 0,0 1 0 0 0,0 0 0 0 0,0 1 0 0 0,-12 3 0 0 0,11-2-234 0 0,1 0-1 0 0,-1 0 1 0 0,1 0 0 0 0,0 1 0 0 0,0 0-1 0 0,0 0 1 0 0,1 1 0 0 0,-1 0-1 0 0,1 0 1 0 0,0 0 0 0 0,1 1-1 0 0,-1 0 1 0 0,-6 9 0 0 0,10-12-126 0 0,1 0 0 0 0,-1 0 1 0 0,1 0-1 0 0,0 0 0 0 0,0 0 1 0 0,0 0-1 0 0,0 1 0 0 0,0-1 1 0 0,0 6-1 0 0,1-7-72 0 0,0-1 1 0 0,0 1-1 0 0,0-1 0 0 0,0 1 1 0 0,1-1-1 0 0,-1 1 0 0 0,0-1 1 0 0,1 1-1 0 0,-1-1 0 0 0,1 1 1 0 0,0-1-1 0 0,-1 0 0 0 0,1 1 1 0 0,0-1-1 0 0,0 0 0 0 0,0 0 1 0 0,0 0-1 0 0,0 1 0 0 0,0-1 1 0 0,0 0-1 0 0,0 0 0 0 0,1 0 1 0 0,1 1-1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6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253 106 1296 0 0,'-7'-14'6615'0'0,"4"11"-5996"0"0,0 0-1 0 0,0 0 1 0 0,0 1-1 0 0,0-1 0 0 0,-1 1 1 0 0,1 0-1 0 0,-1 0 0 0 0,0 0 1 0 0,0 0-1 0 0,-5-1 1 0 0,2 1-63 0 0,-1 0 1 0 0,1 0-1 0 0,-1 1 1 0 0,0 0-1 0 0,-11 1 1 0 0,11 0-404 0 0,0 0 0 0 0,0 1-1 0 0,-1 0 1 0 0,1 0 0 0 0,0 1 0 0 0,0 0 0 0 0,0 1-1 0 0,0 0 1 0 0,1 0 0 0 0,-1 1 0 0 0,-12 8-1 0 0,16-10-141 0 0,2 0 0 0 0,-1 0-1 0 0,0 1 1 0 0,0-1-1 0 0,1 1 1 0 0,0 0-1 0 0,-1 0 1 0 0,1 0-1 0 0,0 0 1 0 0,0 0-1 0 0,1 0 1 0 0,-1 1-1 0 0,1-1 1 0 0,-1 1-1 0 0,1-1 1 0 0,0 1-1 0 0,1-1 1 0 0,-1 1-1 0 0,0 0 1 0 0,1-1-1 0 0,0 1 1 0 0,0 0-1 0 0,0-1 1 0 0,0 1-1 0 0,1 0 1 0 0,0-1-1 0 0,-1 1 1 0 0,1-1-1 0 0,0 1 1 0 0,1-1-1 0 0,-1 1 1 0 0,1-1-1 0 0,2 5 1 0 0,2 3 20 0 0,1-1 0 0 0,0 1 1 0 0,1-1-1 0 0,0-1 0 0 0,1 1 0 0 0,0-2 1 0 0,0 1-1 0 0,17 11 0 0 0,133 76 410 0 0,14 10 321 0 0,-168-102-592 0 0,-1-1-1 0 0,0 1 1 0 0,1 0 0 0 0,-1 0 0 0 0,-1 0-1 0 0,1 0 1 0 0,-1 1 0 0 0,1 0-1 0 0,-1 0 1 0 0,-1 0 0 0 0,1 0-1 0 0,-1 0 1 0 0,1 0 0 0 0,-2 1 0 0 0,3 5-1 0 0,-4-7-23 0 0,1 1-1 0 0,-1-1 1 0 0,0 0-1 0 0,0 0 1 0 0,0 0-1 0 0,-1 1 1 0 0,1-1-1 0 0,-1 0 1 0 0,0 0-1 0 0,-1 0 1 0 0,1 0-1 0 0,0 0 1 0 0,-1 0-1 0 0,0 0 0 0 0,0-1 1 0 0,0 1-1 0 0,-1-1 1 0 0,1 1-1 0 0,-1-1 1 0 0,0 0-1 0 0,-3 3 1 0 0,-1 2 64 0 0,-1-1-1 0 0,0-1 1 0 0,-1 0 0 0 0,1 0 0 0 0,-1 0-1 0 0,0-1 1 0 0,-15 5 0 0 0,18-7-123 0 0,0-1 1 0 0,0 0-1 0 0,0-1 1 0 0,0 0-1 0 0,-1 0 0 0 0,1 0 1 0 0,-1 0-1 0 0,1-1 1 0 0,0 0-1 0 0,-1-1 0 0 0,1 1 1 0 0,-1-1-1 0 0,-8-3 0 0 0,13 3-69 0 0,0 1 0 0 0,-1-1 0 0 0,1 0 0 0 0,0-1 0 0 0,0 1 0 0 0,0 0 0 0 0,0 0-1 0 0,0-1 1 0 0,0 1 0 0 0,0-1 0 0 0,0 0 0 0 0,0 0 0 0 0,1 1 0 0 0,-1-1-1 0 0,1 0 1 0 0,-1 0 0 0 0,1-1 0 0 0,-1-1 0 0 0,0 0-5 0 0,1-1 1 0 0,0 1-1 0 0,0 0 0 0 0,0-1 1 0 0,0 1-1 0 0,1-1 0 0 0,-1 1 1 0 0,1-1-1 0 0,1-5 0 0 0,1-6-2 0 0,1-1 0 0 0,1 1 0 0 0,0 0-1 0 0,8-20 1 0 0,72-145 48 0 0,-53 120-22 0 0,27-74 0 0 0,-56 129-33 0 0,0-1-1 0 0,0 0 1 0 0,0 0-1 0 0,-1 0 1 0 0,0 0 0 0 0,0 0-1 0 0,-1 0 1 0 0,0 0 0 0 0,0 0-1 0 0,-2-9 1 0 0,1 12-5 0 0,0 1 1 0 0,0 0-1 0 0,0-1 1 0 0,-1 1-1 0 0,1 0 0 0 0,-1 0 1 0 0,0 0-1 0 0,0 0 0 0 0,0 0 1 0 0,0 0-1 0 0,0 0 1 0 0,-1 1-1 0 0,1-1 0 0 0,-1 1 1 0 0,0 0-1 0 0,1 0 1 0 0,-1 0-1 0 0,0 0 0 0 0,-1 0 1 0 0,1 1-1 0 0,0-1 0 0 0,-4 0 1 0 0,-14-4-518 0 0,1 1 0 0 0,-1 1 1 0 0,-1 1-1 0 0,1 0 0 0 0,-28 2 0 0 0,3-1-5371 0 0,32-1 1901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7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26 2636 0 0,'-22'-13'7464'0'0,"-2"2"1766"0"0,45 10-6881 0 0,3 1-1974 0 0,185 8 936 0 0,-187-5-1240 0 0,-1 0 1 0 0,1 2 0 0 0,-1 0-1 0 0,0 1 1 0 0,0 2 0 0 0,-1 0-1 0 0,32 17 1 0 0,-40-16 126 0 0,1 0 0 0 0,-2 1-1 0 0,1 0 1 0 0,-2 1 0 0 0,1 0-1 0 0,-1 0 1 0 0,-1 1 0 0 0,0 0-1 0 0,-1 1 1 0 0,0 0 0 0 0,8 20-1 0 0,1 9 386 0 0,-1 0-1 0 0,15 68 1 0 0,-1 36 24 0 0,10 154 0 0 0,-24-161-448 0 0,199 2024 2972 0 0,-151-1541-2971 0 0,-13-149-115 0 0,-50-462-45 0 0,7 61 0 0 0,-4-1 0 0 0,-6 88 0 0 0,1-151 0 0 0,0 1 0 0 0,0-1 0 0 0,-1 0 0 0 0,0 0 0 0 0,-1 1 0 0 0,0-2 0 0 0,0 1 0 0 0,0 0 0 0 0,-1-1 0 0 0,0 1 0 0 0,-1-1 0 0 0,-10 13 0 0 0,8-13 0 0 0,0-1 0 0 0,-1 1 0 0 0,0-1 0 0 0,0 0 0 0 0,0-1 0 0 0,0 0 0 0 0,-1 0 0 0 0,0-1 0 0 0,0 0 0 0 0,-17 4 0 0 0,-26 6 0 0 0,-104 12 0 0 0,-57-9 0 0 0,139-13 0 0 0,-296 14-5743 0 0,362-17 4261 0 0,-10-1-280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6:58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63 1380 0 0,'21'-25'11670'0'0,"-12"14"-7973"0"0,-9 10-3450 0 0,1 1 0 0 0,-1-1 0 0 0,0 0 0 0 0,0 1 0 0 0,1-1-1 0 0,-1 1 1 0 0,0-1 0 0 0,0 0 0 0 0,0 1 0 0 0,0-1 0 0 0,0 0-1 0 0,0 1 1 0 0,0-1 0 0 0,0 0 0 0 0,0 1 0 0 0,0-1 0 0 0,0 0-1 0 0,0 1 1 0 0,0-1 0 0 0,0 0 0 0 0,-1 1 0 0 0,1-1 0 0 0,0 0-1 0 0,0 1 1 0 0,-2-2 494 0 0,2 1-494 0 0,-2 0-101 0 0,-31-6 41 0 0,10 8-165 0 0,1 1 0 0 0,-1 0 1 0 0,1 2-1 0 0,0 1 0 0 0,-26 8 0 0 0,4 4-77 0 0,-5 9-78 0 0,46-23 126 0 0,1 1 0 0 0,-1-1 0 0 0,1 1 0 0 0,0-1 0 0 0,0 1-1 0 0,0 0 1 0 0,0 0 0 0 0,1 0 0 0 0,-2 6 0 0 0,0 3-11 0 0,1 0 0 0 0,0 0 1 0 0,1 0-1 0 0,1 0 0 0 0,1 18 0 0 0,11 67 126 0 0,-9-79-59 0 0,78 487 18 0 0,-27 49-10 0 0,-39 3 119 0 0,-9-247-95 0 0,14 579 239 0 0,-20-450 239 0 0,1 60 595 0 0,-1-483-1107 0 0,7 135 132 0 0,-4-125-88 0 0,1 0 1 0 0,1 0-1 0 0,13 39 0 0 0,-17-62-73 0 0,1 0 0 0 0,0 0-1 0 0,1 1 1 0 0,-1-2-1 0 0,1 1 1 0 0,-1 0-1 0 0,1 0 1 0 0,0-1-1 0 0,0 0 1 0 0,1 1-1 0 0,-1-1 1 0 0,1 0 0 0 0,0-1-1 0 0,0 1 1 0 0,0-1-1 0 0,0 0 1 0 0,0 0-1 0 0,0 0 1 0 0,0 0-1 0 0,1-1 1 0 0,-1 1-1 0 0,1-1 1 0 0,-1 0 0 0 0,1-1-1 0 0,-1 1 1 0 0,7-1-1 0 0,9 0-94 0 0,0 0 0 0 0,1-2 1 0 0,-1 0-1 0 0,33-9 0 0 0,16-6-1618 0 0,-1-3 1 0 0,83-37 0 0 0,31-34-8671 0 0,-104 46 959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6:59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9 115 2104 0 0,'-8'8'8041'0'0,"8"11"-267"0"0,25-23-5777 0 0,-15 1-2199 0 0,207-64 988 0 0,-102 29-679 0 0,-44 17 9 0 0,-69 20-92 0 0,0 1-13 0 0,0 0 0 0 0,0 0 1 0 0,1 0-1 0 0,-1 0 1 0 0,0 0-1 0 0,0-1 1 0 0,0 1-1 0 0,0-1 1 0 0,3-1-1 0 0,-2 2 16 0 0,-1-1-1 0 0,0 0 1 0 0,1 0-1 0 0,-1 1 1 0 0,0 0-1 0 0,1-1 1 0 0,-1 1-1 0 0,1 0 1 0 0,-1 0-1 0 0,4 1 1 0 0,-5 0-14 0 0,0 1-1 0 0,0 0 1 0 0,0-1 0 0 0,0 1 0 0 0,0 0 0 0 0,-1 0 0 0 0,1 0 0 0 0,-1 0 0 0 0,1-1 0 0 0,-1 1 0 0 0,0 0 0 0 0,1 0 0 0 0,-1 0-1 0 0,0 0 1 0 0,-1 3 0 0 0,2 1 48 0 0,12 280 1048 0 0,-11-166-1073 0 0,-2-35-81 0 0,3 44 242 0 0,7-46-3017 0 0,31-88-14673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5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52 135 1116 0 0,'-4'-2'866'0'0,"0"0"0"0"0,1 0 0 0 0,-1-1-1 0 0,1 1 1 0 0,0-1 0 0 0,0 1 0 0 0,0-1 0 0 0,0 0 0 0 0,0 0-1 0 0,0-1 1 0 0,1 1 0 0 0,0 0 0 0 0,-1-1 0 0 0,1 1 0 0 0,-2-7-1 0 0,4 8-763 0 0,-1 0-1 0 0,1 0 1 0 0,-1 0-1 0 0,1-1 1 0 0,0 1-1 0 0,0 0 0 0 0,0 0 1 0 0,0-1-1 0 0,0 1 1 0 0,1 0-1 0 0,-1 0 1 0 0,1-1-1 0 0,-1 1 0 0 0,1 0 1 0 0,0 0-1 0 0,0 0 1 0 0,0 0-1 0 0,0 0 1 0 0,0 0-1 0 0,0 0 0 0 0,1 1 1 0 0,-1-1-1 0 0,1 0 1 0 0,-1 0-1 0 0,1 1 1 0 0,0-1-1 0 0,-1 1 0 0 0,1 0 1 0 0,0 0-1 0 0,2-2 1 0 0,3 0-72 0 0,-1 0 1 0 0,0 0 0 0 0,1 0 0 0 0,-1 1 0 0 0,1 0 0 0 0,-1 0 0 0 0,1 1-1 0 0,0 0 1 0 0,0 0 0 0 0,0 0 0 0 0,0 1 0 0 0,11 1 0 0 0,-11 0-24 0 0,-1-1 1 0 0,0 1 0 0 0,1 0-1 0 0,-1 1 1 0 0,0 0 0 0 0,0 0-1 0 0,1 0 1 0 0,-2 1 0 0 0,1 0 0 0 0,0 0-1 0 0,0 0 1 0 0,-1 1 0 0 0,8 6-1 0 0,-9-6 9 0 0,0 1-1 0 0,-1-1 0 0 0,0 1 0 0 0,0 0 0 0 0,0 0 0 0 0,-1 0 0 0 0,0 0 1 0 0,0 0-1 0 0,0 0 0 0 0,0 0 0 0 0,-1 1 0 0 0,0-1 0 0 0,0 1 1 0 0,0-1-1 0 0,-1 1 0 0 0,0 0 0 0 0,0-1 0 0 0,0 1 0 0 0,-1-1 0 0 0,0 1 1 0 0,-2 8-1 0 0,-3 8 566 0 0,-1-1 0 0 0,-1 0 0 0 0,-19 37 1 0 0,25-53-404 0 0,-5 14 977 0 0,7-18-1148 0 0,0-1 1 0 0,0 1-1 0 0,1-1 0 0 0,-1 1 1 0 0,0-1-1 0 0,0 1 0 0 0,1-1 1 0 0,-1 1-1 0 0,0-1 1 0 0,1 0-1 0 0,-1 1 0 0 0,0-1 1 0 0,1 1-1 0 0,-1-1 0 0 0,1 0 1 0 0,-1 0-1 0 0,1 1 1 0 0,-1-1-1 0 0,1 0 0 0 0,-1 1 1 0 0,1-1-1 0 0,-1 0 1 0 0,1 0-1 0 0,-1 0 0 0 0,1 0 1 0 0,-1 0-1 0 0,1 0 0 0 0,-1 0 1 0 0,1 1-1 0 0,-1-2 1 0 0,1 1-1 0 0,-1 0 0 0 0,2 0 1 0 0,13 2-35 0 0,-1 1 0 0 0,1 0 1 0 0,-1 1-1 0 0,27 11 0 0 0,-34-13 36 0 0,0 1 1 0 0,-1 0-1 0 0,1 1 0 0 0,-1 0 0 0 0,0 0 1 0 0,0 0-1 0 0,-1 1 0 0 0,1 0 0 0 0,-1 0 1 0 0,0 0-1 0 0,0 0 0 0 0,6 10 0 0 0,-10-11 18 0 0,1-1 0 0 0,-1 1 0 0 0,0-1 0 0 0,0 1 0 0 0,0-1 0 0 0,-1 1 0 0 0,1 0 0 0 0,-1-1 0 0 0,0 1 0 0 0,0 0 0 0 0,0 0 0 0 0,-1-1 0 0 0,1 1 0 0 0,-1 0 0 0 0,0-1 0 0 0,0 1 0 0 0,0-1 0 0 0,-1 1 0 0 0,1-1 0 0 0,-1 1 0 0 0,0-1 0 0 0,1 0 0 0 0,-2 0 0 0 0,1 0 0 0 0,-3 3 0 0 0,0 1 39 0 0,-2 0 0 0 0,1 0 0 0 0,-1-1 0 0 0,1 0 0 0 0,-2 0 0 0 0,1-1 0 0 0,-1 0 0 0 0,1 0 0 0 0,-10 4 1 0 0,4-4-81 0 0,-1-1 1 0 0,0-1 0 0 0,0 1 0 0 0,-1-2 0 0 0,1 0 0 0 0,-26-1 0 0 0,37-1-284 0 0,-1 0-221 0 0,-10 0-228 0 0,10 0-272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19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1 788 0 0,'0'0'3610'0'0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3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60 844 0 0,'-45'-6'9266'0'0,"43"5"-8300"0"0,-33-5 4113 0 0,80 2-5109 0 0,0-1 0 0 0,46-12 1 0 0,-53 10-1492 0 0,15-3-6369 0 0,-40 7 3639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3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46 436 0 0,'-8'-39'16852'0'0,"4"32"-15952"0"0,12 148 2333 0 0,0-28-2787 0 0,-6 114-277 0 0,-3-146-6318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20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0 880 0 0,'0'0'5352'0'0,"-9"3"-4915"0"0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23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83 288 0 0,'4'75'10335'0'0,"-4"-72"-9872"0"0,0-1-259 0 0,0-4-73 0 0,4-28-1641 0 0,-1-42 0 0 0,-2 46-942 0 0,-1-7-1093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24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62 252 0 0,'4'-26'6386'0'0,"-6"7"-4377"0"0,2 17-1464 0 0,0-13 11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26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1940 0 0,'0'0'2404'0'0,"-4"9"-855"0"0,4 3-2134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26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0 600 0 0,'0'0'1960'0'0,"-7"9"456"0"0,1-1-479 0 0,-1-1-1593 0 0,-2-19-5197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10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89 1648 0 0,'15'-25'17441'0'0,"-15"23"-17159"0"0,0 1 1 0 0,1-1-1 0 0,-1 1 1 0 0,-1-1-1 0 0,1 1 0 0 0,0-1 1 0 0,0 1-1 0 0,0-1 1 0 0,-1 1-1 0 0,1-1 0 0 0,-1 1 1 0 0,1 0-1 0 0,-1-1 0 0 0,0 1 1 0 0,1 0-1 0 0,-1-1 1 0 0,0 1-1 0 0,0 0 0 0 0,0 0 1 0 0,-2-2-1 0 0,0 0-74 0 0,0 0 1 0 0,0 1-1 0 0,-1 0 0 0 0,0-1 1 0 0,1 1-1 0 0,-1 1 0 0 0,-6-4 0 0 0,2 3-197 0 0,0-1 0 0 0,0 1 0 0 0,0 1-1 0 0,0-1 1 0 0,0 2 0 0 0,-1-1-1 0 0,-15 1 1 0 0,15 2-16 0 0,1 0-1 0 0,-1 0 1 0 0,1 1-1 0 0,-1 0 1 0 0,1 1-1 0 0,0-1 1 0 0,0 2 0 0 0,1-1-1 0 0,-1 1 1 0 0,1 0-1 0 0,0 0 1 0 0,1 1-1 0 0,-1 0 1 0 0,1 0-1 0 0,-6 9 1 0 0,3-4-15 0 0,1 1 0 0 0,0 0 1 0 0,1 0-1 0 0,0 1 0 0 0,1 0 0 0 0,1 0 0 0 0,0 1 1 0 0,-6 27-1 0 0,4-1-8 0 0,2 0 0 0 0,2 1 0 0 0,3 65-1 0 0,21 124 186 0 0,-13-157-107 0 0,22 180 68 0 0,31 378-117 0 0,-38 278 366 0 0,-28-545 151 0 0,2 767 3992 0 0,4-1078-4424 0 0,0 32 198 0 0,22 151-1 0 0,-22-225-283 0 0,2 0 0 0 0,0 0 0 0 0,0 0 0 0 0,1-1 0 0 0,0 1 0 0 0,1-1 0 0 0,0 0 0 0 0,0 0 0 0 0,1-1 0 0 0,9 11 0 0 0,-10-14 0 0 0,1-1 0 0 0,0 0 0 0 0,-1 0 0 0 0,1 0 0 0 0,1-1 0 0 0,-1 0 0 0 0,1 0 0 0 0,0-1 0 0 0,0 1 0 0 0,0-2 0 0 0,0 1 0 0 0,0-1 0 0 0,0 0 0 0 0,1 0 0 0 0,-1-1 0 0 0,10 1 0 0 0,22-1-79 0 0,0-1 0 0 0,0-1-1 0 0,0-3 1 0 0,53-11 0 0 0,150-52-1114 0 0,-168 41-2289 0 0,123-63 1 0 0,-29-13-7563 0 0,-87 43 277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8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58 310 1156 0 0,'-12'-82'14673'0'0,"12"86"-14365"0"0,0 0 0 0 0,0 0 0 0 0,0 0 0 0 0,0-1-1 0 0,1 1 1 0 0,1 7 0 0 0,2 10 402 0 0,-4 106 988 0 0,-19 147 0 0 0,9-168-1527 0 0,0-12 265 0 0,10-92-378 0 0,-1-4-22 0 0,-2-3-23 0 0,1 0 0 0 0,1 0 0 0 0,-1-1 1 0 0,1 1-1 0 0,0 0 0 0 0,0-1 0 0 0,0 1 0 0 0,0-6 1 0 0,2-52-84 0 0,0 32 65 0 0,0-65-118 0 0,4 0 0 0 0,4 0-1 0 0,5 1 1 0 0,49-178 0 0 0,-62 267 116 0 0,1 0-1 0 0,0 0 1 0 0,0 0 0 0 0,1 0 0 0 0,0 0 0 0 0,0 0 0 0 0,0 1 0 0 0,1-1 0 0 0,0 1-1 0 0,0 0 1 0 0,0 0 0 0 0,5-4 0 0 0,-8 8 8 0 0,1 1-1 0 0,-1-1 1 0 0,0 1-1 0 0,0 0 1 0 0,0-1-1 0 0,1 1 1 0 0,-1 0 0 0 0,0 0-1 0 0,0 0 1 0 0,1 0-1 0 0,-1 0 1 0 0,0 0-1 0 0,1 0 1 0 0,-1 0 0 0 0,0 1-1 0 0,0-1 1 0 0,3 1-1 0 0,18 9 33 0 0,-13-4 26 0 0,0 1 0 0 0,0-1 0 0 0,-1 1 1 0 0,0 1-1 0 0,0 0 0 0 0,-1 0 0 0 0,9 12 1 0 0,39 66 640 0 0,-54-84-688 0 0,33 60 544 0 0,-3 1 1 0 0,35 105 0 0 0,22 142-576 0 0,-81-283-933 0 0,4 18-2207 0 0,-2-18-2340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8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74 167 2660 0 0,'-4'0'2451'0'0,"-50"1"6281"0"0,51-1-7902 0 0,-10 0 2568 0 0,263-73-2215 0 0,-87 11-8312 0 0,-128 46 3115 0 0,0-1-1693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9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8 129 2384 0 0,'-7'-18'18537'0'0,"7"12"-17641"0"0,42-10-727 0 0,45-10 0 0 0,-12 4-3730 0 0,-3-6-5628 0 0,-48 15 2188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09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50 2084 0 0,'-5'-50'27970'0'0,"5"61"-27490"0"0,1-1 0 0 0,0 1-1 0 0,3 16 1 0 0,1 10-114 0 0,7 210-302 0 0,-8-82-5396 0 0,-4-154 4680 0 0,4 66-5083 0 0,3-25-3513 0 0,-1-28 216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10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99 131 1104 0 0,'-3'-3'876'0'0,"1"0"0"0"0,-1 0 0 0 0,1 0 0 0 0,-1 1 0 0 0,0-1 0 0 0,0 1 0 0 0,0-1 0 0 0,0 1 1 0 0,-1 0-1 0 0,-3-1 0 0 0,-37-15 4700 0 0,36 15-5053 0 0,6 2-259 0 0,2 1-231 0 0,-1 0 1 0 0,1 0 0 0 0,-1 0 0 0 0,1 0 0 0 0,0 0 0 0 0,-1 0 0 0 0,1 0-1 0 0,-1 0 1 0 0,1-1 0 0 0,0 1 0 0 0,-1 0 0 0 0,1 0 0 0 0,0 0 0 0 0,-1 0 0 0 0,1-1-1 0 0,0 1 1 0 0,-1 0 0 0 0,1 0 0 0 0,0-1 0 0 0,0 1 0 0 0,-1 0 0 0 0,1-1-1 0 0,-1 0 1 0 0,12-3 24 0 0,-1-1 0 0 0,1 1 0 0 0,-1 0 0 0 0,1 1 0 0 0,14-2 0 0 0,6-2-54 0 0,80-21-2521 0 0,-53 14-5651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10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46 284 0 0,'-98'78'13202'0'0,"97"-78"-13108"0"0,1 0 1 0 0,-1 1-1 0 0,1-1 0 0 0,-1 0 1 0 0,1 1-1 0 0,-1-1 0 0 0,1 0 0 0 0,0 1 1 0 0,-1-1-1 0 0,1 1 0 0 0,0-1 1 0 0,-1 0-1 0 0,1 1 0 0 0,0-1 1 0 0,-1 1-1 0 0,1-1 0 0 0,0 1 1 0 0,0-1-1 0 0,0 1 0 0 0,0-1 1 0 0,-1 1-1 0 0,1 0 0 0 0,0-1 1 0 0,0 1-1 0 0,0-1 0 0 0,0 2 1 0 0,1-2-35 0 0,-1 1 1 0 0,1-1 0 0 0,-1 1 0 0 0,1-1-1 0 0,-1 0 1 0 0,1 1 0 0 0,-1-1-1 0 0,1 1 1 0 0,0-1 0 0 0,-1 0 0 0 0,1 0-1 0 0,-1 1 1 0 0,1-1 0 0 0,0 0 0 0 0,-1 0-1 0 0,1 0 1 0 0,1 0 0 0 0,30 0 520 0 0,240-63-1552 0 0,-94 8-6945 0 0,-105 31 1500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32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30 2060 0 0,'-1'-3'1060'0'0,"-4"-20"8100"0"0,4 23-9094 0 0,1 0 0 0 0,0 0 0 0 0,0-1-1 0 0,-1 1 1 0 0,1 0 0 0 0,0 0 0 0 0,0-1-1 0 0,-1 1 1 0 0,1 0 0 0 0,0 0-1 0 0,0 0 1 0 0,-1 0 0 0 0,1-1 0 0 0,0 1-1 0 0,-1 0 1 0 0,1 0 0 0 0,0 0 0 0 0,-1 0-1 0 0,1 0 1 0 0,0 0 0 0 0,0 0 0 0 0,-1 0-1 0 0,1 0 1 0 0,0 0 0 0 0,-1 0 0 0 0,1 0-1 0 0,0 0 1 0 0,-1 0 0 0 0,1 0 0 0 0,0 0-1 0 0,-1 1 1 0 0,1-1 0 0 0,0 0-1 0 0,-1 0 1 0 0,1 0 0 0 0,0 0 0 0 0,0 1-1 0 0,-1-1 1 0 0,1 0 0 0 0,0 0 0 0 0,0 0-1 0 0,-1 1 1 0 0,1-1 0 0 0,0 0 0 0 0,0 0-1 0 0,0 1 1 0 0,0-1 0 0 0,-1 0 0 0 0,1 1-1 0 0,0-1 1 0 0,0 1 0 0 0,-3 3 58 0 0,1 1 1 0 0,-1 0-1 0 0,1 0 1 0 0,0 0-1 0 0,1 0 0 0 0,-1 0 1 0 0,1 0-1 0 0,-1 11 1 0 0,-1-2 65 0 0,-8 43 75 0 0,3 0-1 0 0,2 0 1 0 0,2 73 0 0 0,9 0-7563 0 0,-5-117 3827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33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51 2212 0 0,'-16'18'6089'0'0,"-20"26"-1"0"0,35-43-5705 0 0,1-1-325 0 0,0 1-1 0 0,0-1 1 0 0,-1 0 0 0 0,1 1 0 0 0,0-1-1 0 0,0 0 1 0 0,0 1 0 0 0,-1-1-1 0 0,1 0 1 0 0,0 1 0 0 0,0-1 0 0 0,0 0-1 0 0,0 1 1 0 0,0-1 0 0 0,0 1-1 0 0,0-1 1 0 0,0 0 0 0 0,0 1 0 0 0,0-1-1 0 0,0 0 1 0 0,0 1 0 0 0,0-1-1 0 0,0 1 1 0 0,0-1 0 0 0,0 0 0 0 0,1 1-1 0 0,-1-1 1 0 0,0 0 0 0 0,0 1 0 0 0,4 0 40 0 0,0-1 0 0 0,-1 1 0 0 0,1-1 1 0 0,0 0-1 0 0,-1 0 0 0 0,1 0 1 0 0,0-1-1 0 0,-1 1 0 0 0,1-1 1 0 0,7-2-1 0 0,43-17 176 0 0,-21 7-135 0 0,31-10-123 0 0,73-23 7 0 0,-111 39-1788 0 0,38-5 0 0 0,-62 12 1361 0 0,0-1 1 0 0,0 1 0 0 0,0 1 0 0 0,0-1 0 0 0,-1 0-1 0 0,1 0 1 0 0,0 1 0 0 0,0-1 0 0 0,0 1 0 0 0,-1-1 0 0 0,1 1-1 0 0,0 0 1 0 0,-1-1 0 0 0,1 1 0 0 0,0 0 0 0 0,-1 0-1 0 0,1 0 1 0 0,1 2 0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33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 2872 0 0,'-57'64'14726'0'0,"69"-71"-14266"0"0,2-1-277 0 0,0 1 0 0 0,0 1 0 0 0,26-9 0 0 0,-35 14-173 0 0,1 0 0 0 0,-1 0 0 0 0,1 0 0 0 0,0 0-1 0 0,-1 1 1 0 0,1 0 0 0 0,0 0 0 0 0,-1 1 0 0 0,1 0-1 0 0,-1 0 1 0 0,1 0 0 0 0,-1 0 0 0 0,7 3 0 0 0,-10-2-8 0 0,0-1 0 0 0,1 1 0 0 0,-1-1 1 0 0,0 1-1 0 0,0 0 0 0 0,0 0 0 0 0,0 0 1 0 0,0 0-1 0 0,-1 0 0 0 0,1 0 1 0 0,-1 0-1 0 0,1 1 0 0 0,-1-1 0 0 0,0 0 1 0 0,0 1-1 0 0,0-1 0 0 0,0 1 0 0 0,0 0 1 0 0,0-1-1 0 0,-1 1 0 0 0,0 0 0 0 0,1-1 1 0 0,-1 1-1 0 0,0 5 0 0 0,0 4 12 0 0,-1 0 1 0 0,0 0-1 0 0,-1 0 1 0 0,-3 13-1 0 0,-2 1 5 0 0,-1-1 0 0 0,-2 0 0 0 0,0 0 0 0 0,-22 36 0 0 0,-64 87 367 0 0,70-111-128 0 0,-1 0 202 0 0,15-22-87 0 0,0 1 0 0 0,-9 19 0 0 0,20-34-247 0 0,2-1-123 0 0,-1 1 1 0 0,1-1-1 0 0,-1 1 0 0 0,1-1 1 0 0,-1 0-1 0 0,1 1 0 0 0,-1-1 1 0 0,1 0-1 0 0,0 1 0 0 0,-1-1 1 0 0,1 0-1 0 0,-1 0 0 0 0,1 1 1 0 0,0-1-1 0 0,-1 0 0 0 0,1 0 0 0 0,0 0 1 0 0,-1 0-1 0 0,1 0 0 0 0,0 0 1 0 0,-1 0-1 0 0,1 0 0 0 0,0 0 1 0 0,-1-1-1 0 0,1 1 0 0 0,0 0 1 0 0,0-1-1 0 0,22-5 13 0 0,-21 6-4 0 0,116-41-39 0 0,-59 19-2494 0 0,-1 3-4478 0 0,-43 14 3058 0 0,1-2-1788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34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74 1772 0 0,'-5'-49'14049'0'0,"3"44"-11892"0"0,-3-9 3360 0 0,5 14-5450 0 0,0 0 0 0 0,0 0 0 0 0,0-1 0 0 0,0 1 0 0 0,-1 0 0 0 0,1 0 0 0 0,0-1 0 0 0,0 1 0 0 0,0 0 0 0 0,0 0 0 0 0,0 0 0 0 0,0-1 0 0 0,0 1 0 0 0,-1 0 0 0 0,1 0-1 0 0,0 0 1 0 0,0-1 0 0 0,0 1 0 0 0,-1 0 0 0 0,1 0 0 0 0,0 0 0 0 0,0 0 0 0 0,0 0 0 0 0,-1-1 0 0 0,1 1 0 0 0,0 0 0 0 0,0 0 0 0 0,-1 0 0 0 0,1 0 0 0 0,0 0 0 0 0,0 0 0 0 0,-1 0 0 0 0,1 0 0 0 0,0 0 0 0 0,-1 0 0 0 0,-3 3 7 0 0,0 1-1 0 0,1 0 0 0 0,-1 0 0 0 0,1 0 0 0 0,-1 0 0 0 0,1 0 1 0 0,0 1-1 0 0,1-1 0 0 0,-1 1 0 0 0,-2 6 0 0 0,-18 57 11 0 0,20-58-45 0 0,-5 18-15 0 0,1 1-1 0 0,-6 50 0 0 0,11-64-14 0 0,2-1-1 0 0,0 0 0 0 0,0 1 1 0 0,1-1-1 0 0,1 0 0 0 0,0 0 1 0 0,8 23-1 0 0,-9-33 4 0 0,0-1-1 0 0,0 0 0 0 0,1 1 1 0 0,-1-1-1 0 0,1 0 0 0 0,0 0 1 0 0,0 0-1 0 0,1 0 1 0 0,-1 0-1 0 0,0 0 0 0 0,1-1 1 0 0,0 1-1 0 0,-1-1 0 0 0,1 0 1 0 0,0 0-1 0 0,0 0 1 0 0,0 0-1 0 0,1 0 0 0 0,-1-1 1 0 0,0 1-1 0 0,1-1 0 0 0,-1 0 1 0 0,1 0-1 0 0,-1 0 1 0 0,1 0-1 0 0,-1-1 0 0 0,1 1 1 0 0,0-1-1 0 0,-1 0 0 0 0,1 0 1 0 0,0-1-1 0 0,-1 1 1 0 0,1-1-1 0 0,4-1 0 0 0,0 0 12 0 0,0 0-1 0 0,0-1 1 0 0,0 0-1 0 0,-1-1 0 0 0,0 1 1 0 0,0-1-1 0 0,0-1 1 0 0,0 1-1 0 0,0-1 1 0 0,-1 0-1 0 0,0-1 1 0 0,0 1-1 0 0,0-1 0 0 0,6-10 1 0 0,-5 4 92 0 0,-1 1 0 0 0,0-1 0 0 0,-1 0-1 0 0,-1-1 1 0 0,0 1 0 0 0,-1-1 0 0 0,0 0 0 0 0,-1 0 0 0 0,0 0 0 0 0,-1 0 0 0 0,0 0-1 0 0,-1 0 1 0 0,-2-17 0 0 0,1 20-78 0 0,0 1-1 0 0,-1-1 0 0 0,0 1 1 0 0,0 0-1 0 0,-1 0 1 0 0,0 0-1 0 0,0 0 1 0 0,-1 0-1 0 0,-1 0 0 0 0,1 1 1 0 0,-1 0-1 0 0,-1 0 1 0 0,1 0-1 0 0,-2 1 0 0 0,1 0 1 0 0,-1 0-1 0 0,0 0 1 0 0,-14-10-1 0 0,14 13-159 0 0,0 1-1 0 0,0 0 0 0 0,0 0 1 0 0,-1 1-1 0 0,1 0 1 0 0,0 0-1 0 0,-1 0 1 0 0,0 1-1 0 0,1 0 1 0 0,-1 1-1 0 0,0 0 0 0 0,1 0 1 0 0,-10 1-1 0 0,10 1-802 0 0,-1-1 0 0 0,1 1 0 0 0,-1 0 0 0 0,1 0 0 0 0,-12 6 0 0 0,14-5-632 0 0,0-1 0 0 0,0 2 0 0 0,0-1 0 0 0,1 0 1 0 0,-1 1-1 0 0,1 0 0 0 0,-7 7 0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35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8 118 1184 0 0,'-8'-19'18141'0'0,"13"16"-18088"0"0,0 0-1 0 0,0 0 1 0 0,0 1 0 0 0,0 0-1 0 0,0-1 1 0 0,1 2 0 0 0,-1-1-1 0 0,0 1 1 0 0,9-2 0 0 0,4-1 25 0 0,16-6-428 0 0,76-22 916 0 0,-39 15-6756 0 0,-64 16 4199 0 0,0-1 779 0 0,13-7-7137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36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67 1964 0 0,'-5'-45'10679'0'0,"0"23"-4805"0"0,6 45-5780 0 0,0-1 0 0 0,2 0-1 0 0,0 0 1 0 0,2 0 0 0 0,0-1 0 0 0,16 38 0 0 0,-19-54-75 0 0,1 1 0 0 0,0-1 1 0 0,0 1-1 0 0,0-1 0 0 0,1 0 0 0 0,0 0 1 0 0,0-1-1 0 0,5 5 0 0 0,-7-7-5 0 0,0 0-1 0 0,1-1 0 0 0,-1 1 1 0 0,0-1-1 0 0,1 0 1 0 0,-1 0-1 0 0,1 0 1 0 0,-1 0-1 0 0,1 0 0 0 0,-1-1 1 0 0,1 1-1 0 0,0-1 1 0 0,-1 0-1 0 0,1 1 1 0 0,0-1-1 0 0,-1 0 0 0 0,1-1 1 0 0,0 1-1 0 0,-1 0 1 0 0,4-2-1 0 0,-2 1-3 0 0,0 0 1 0 0,1-1-1 0 0,-1 0 0 0 0,-1 1 1 0 0,1-2-1 0 0,0 1 0 0 0,0 0 1 0 0,-1-1-1 0 0,1 1 0 0 0,-1-1 1 0 0,0 0-1 0 0,0-1 0 0 0,0 1 1 0 0,0 0-1 0 0,2-5 0 0 0,3-5 94 0 0,0-1-1 0 0,11-28 1 0 0,0 0 1262 0 0,-12 23-557 0 0,1-1-472 0 0,-7 19-306 0 0,0 2-17 0 0,0 2-15 0 0,0 1 0 0 0,1 0 0 0 0,-2-1 0 0 0,1 1 0 0 0,0 0 0 0 0,-1-1 0 0 0,0 1 0 0 0,1 0 0 0 0,-2 0 0 0 0,0 7 0 0 0,1 4 7 0 0,2 31 106 0 0,8 163-872 0 0,-1-71-2537 0 0,-3-32-1151 0 0,-5-34-1598 0 0,-1-72 5987 0 0,2 41-5696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36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61 138 1072 0 0,'-7'-10'1983'0'0,"1"0"0"0"0,1 0-1 0 0,0-1 1 0 0,0 0 0 0 0,1 0-1 0 0,-4-15 1 0 0,-6-16 3932 0 0,14 41-5491 0 0,-4-4 738 0 0,4 5-1149 0 0,0 0 1 0 0,-1 1 0 0 0,1-1 0 0 0,0 0-1 0 0,0 0 1 0 0,0 1 0 0 0,0-1 0 0 0,-1 0 0 0 0,1 1-1 0 0,0-1 1 0 0,0 0 0 0 0,0 0 0 0 0,0 1 0 0 0,0-1-1 0 0,0 0 1 0 0,0 1 0 0 0,0-1 0 0 0,0 0-1 0 0,0 1 1 0 0,0-1 0 0 0,0 0 0 0 0,0 1 0 0 0,0-1-1 0 0,0 0 1 0 0,0 0 0 0 0,0 1 0 0 0,1-1-1 0 0,-1 0 1 0 0,0 1 0 0 0,0-1 0 0 0,11 43 293 0 0,-1-1-1 0 0,4 52 1 0 0,-1 91-628 0 0,-7-75-4255 0 0,-5-86-4598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36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52 1940 0 0,'8'-52'16667'0'0,"-12"63"-16275"0"0,1-1 1 0 0,0 1-1 0 0,1 0 1 0 0,0 0-1 0 0,1-1 1 0 0,0 19-1 0 0,-1-10-41 0 0,-1 20 238 0 0,5 78 1 0 0,0-98-514 0 0,1-1 0 0 0,0 0 0 0 0,1 0 0 0 0,1 0 0 0 0,1-1 0 0 0,11 25 0 0 0,-14-36-43 0 0,0-1-1 0 0,0 0 0 0 0,0 0 1 0 0,1 0-1 0 0,0 0 1 0 0,0-1-1 0 0,0 1 1 0 0,1-1-1 0 0,-1 0 0 0 0,1 0 1 0 0,0-1-1 0 0,0 1 1 0 0,0-1-1 0 0,1 0 1 0 0,-1 0-1 0 0,1-1 0 0 0,-1 0 1 0 0,1 0-1 0 0,0 0 1 0 0,0-1-1 0 0,0 0 1 0 0,6 1-1 0 0,-5-2 71 0 0,1 0 1 0 0,-1 0-1 0 0,0-1 1 0 0,0 1-1 0 0,0-2 0 0 0,0 1 1 0 0,0-1-1 0 0,0 0 1 0 0,0-1-1 0 0,-1 1 0 0 0,1-1 1 0 0,-1-1-1 0 0,0 1 0 0 0,0-1 1 0 0,0 0-1 0 0,0 0 1 0 0,-1-1-1 0 0,9-8 0 0 0,-8 5 9 0 0,0 0-1 0 0,0 0 0 0 0,-1-1 1 0 0,0 1-1 0 0,0-1 0 0 0,-1 0 1 0 0,0-1-1 0 0,-1 1 0 0 0,0-1 1 0 0,0 1-1 0 0,-1-1 1 0 0,0 0-1 0 0,-1 0 0 0 0,0 0 1 0 0,-1 0-1 0 0,0 0 0 0 0,0 0 1 0 0,-1 0-1 0 0,0 0 0 0 0,-1 0 1 0 0,0 0-1 0 0,-1 1 0 0 0,0-1 1 0 0,0 1-1 0 0,-1-1 0 0 0,0 1 1 0 0,-7-11-1 0 0,6 15-132 0 0,0-1 0 0 0,0 1 0 0 0,0-1 0 0 0,-1 2 0 0 0,1-1 0 0 0,-1 0 0 0 0,0 1 0 0 0,0 0 0 0 0,-1 1 0 0 0,1-1 0 0 0,-1 1 1 0 0,0 1-1 0 0,0-1 0 0 0,0 1 0 0 0,0 0 0 0 0,0 1 0 0 0,0 0 0 0 0,-1 0 0 0 0,-11 0 0 0 0,8 1-577 0 0,0 0 1 0 0,0 1 0 0 0,0 0-1 0 0,0 1 1 0 0,0 0-1 0 0,0 0 1 0 0,0 2 0 0 0,1-1-1 0 0,-1 1 1 0 0,1 1-1 0 0,0 0 1 0 0,-12 8 0 0 0,-21 23-4445 0 0,17-8-1666 0 0,13-11-197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37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41 1620 0 0,'-2'1'2102'0'0,"-23"-2"6385"0"0,22 2-7504 0 0,-9 2 2349 0 0,-13 5 2053 0 0,24-8-5365 0 0,1 0 1 0 0,0 0 0 0 0,0 0 0 0 0,0 0 0 0 0,0 0 0 0 0,-1 0-1 0 0,1 0 1 0 0,0 0 0 0 0,0 0 0 0 0,0 0 0 0 0,-1 0 0 0 0,1 0-1 0 0,0 0 1 0 0,0 0 0 0 0,0 0 0 0 0,0 1 0 0 0,0-1-1 0 0,-1 0 1 0 0,1 0 0 0 0,0 0 0 0 0,0 0 0 0 0,0 0 0 0 0,0 1-1 0 0,0-1 1 0 0,0 0 0 0 0,0 0 0 0 0,-1 0 0 0 0,1 0-1 0 0,0 1 1 0 0,0-1 0 0 0,0 0 0 0 0,0 0 0 0 0,0 0 0 0 0,0 0-1 0 0,0 1 1 0 0,0-1 0 0 0,0 0 0 0 0,0 0 0 0 0,0 0-1 0 0,0 1 1 0 0,0-1 0 0 0,0 0 0 0 0,0 0 0 0 0,0 0 0 0 0,0 1-1 0 0,1-1 1 0 0,-1 0 0 0 0,0 0 0 0 0,0 0 0 0 0,0 1-1 0 0,14 2 434 0 0,24-3-137 0 0,22-8-222 0 0,-1-3 0 0 0,73-23 0 0 0,-130 33-454 0 0,5-1-951 0 0,15-5-7800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3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57 1800 0 0,'4'-16'6664'0'0,"-2"7"-4976"0"0,-1 5-352 0 0,0 1 0 0 0,-1-1 0 0 0,1 0-1 0 0,-1 0 1 0 0,0 1 0 0 0,0-6-1 0 0,-14 23-292 0 0,-6 19-771 0 0,1 2 0 0 0,2 0 0 0 0,1 1 0 0 0,2 1 0 0 0,1 0 0 0 0,2 1 0 0 0,2 0 0 0 0,-6 55 0 0 0,13-77-246 0 0,1-1-1 0 0,1 1 0 0 0,1 0 1 0 0,0 0-1 0 0,1 0 0 0 0,0-1 0 0 0,2 1 1 0 0,6 19-1 0 0,-9-31-11 0 0,1 1 0 0 0,0 0 0 0 0,1-1 0 0 0,-1 1 0 0 0,1-1 0 0 0,0 1 0 0 0,0-1 0 0 0,0 0 0 0 0,0-1 0 0 0,1 1 0 0 0,0 0 0 0 0,0-1 0 0 0,0 0 0 0 0,0 0 0 0 0,0 0 0 0 0,0-1-1 0 0,1 1 1 0 0,-1-1 0 0 0,1 0 0 0 0,0 0 0 0 0,0 0 0 0 0,0-1 0 0 0,0 0 0 0 0,0 0 0 0 0,0 0 0 0 0,0-1 0 0 0,0 1 0 0 0,0-1 0 0 0,5-1 0 0 0,-1 0 42 0 0,0 0 0 0 0,0-1 0 0 0,0 0 0 0 0,0 0 0 0 0,0-1 1 0 0,-1 0-1 0 0,0-1 0 0 0,1 0 0 0 0,13-9 0 0 0,-19 11-35 0 0,0 1 0 0 0,-1-1 1 0 0,1 0-1 0 0,-1 0 0 0 0,0 0 0 0 0,0 0 0 0 0,1 0 1 0 0,-1 0-1 0 0,-1-1 0 0 0,1 1 0 0 0,0-1 1 0 0,-1 0-1 0 0,1 1 0 0 0,-1-1 0 0 0,0 0 1 0 0,1 0-1 0 0,-1 0 0 0 0,-1 0 0 0 0,1 1 1 0 0,0-2-1 0 0,-1 1 0 0 0,0 0 0 0 0,1 0 0 0 0,-1 0 1 0 0,-1 0-1 0 0,1 0 0 0 0,0 0 0 0 0,-1 0 1 0 0,1 0-1 0 0,-1 0 0 0 0,0 0 0 0 0,-2-4 1 0 0,1 3-21 0 0,0 1 1 0 0,-1 0-1 0 0,1 0 1 0 0,-1 0-1 0 0,1 0 1 0 0,-1 0-1 0 0,0 0 0 0 0,0 1 1 0 0,-1 0-1 0 0,1-1 1 0 0,0 1-1 0 0,-1 0 1 0 0,1 1-1 0 0,-1-1 1 0 0,0 1-1 0 0,1-1 1 0 0,-1 1-1 0 0,0 0 1 0 0,0 1-1 0 0,0-1 1 0 0,0 1-1 0 0,0-1 1 0 0,-5 2-1 0 0,-11-2-455 0 0,0 2 1 0 0,0 1-1 0 0,-22 4 0 0 0,39-5 312 0 0,-67 17-5137 0 0,47-12 570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39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2456 0 0,'6'-7'17571'0'0,"13"7"-17505"0"0,0-1 1 0 0,1 0 0 0 0,35-9 0 0 0,-7 1-40 0 0,115-16 99 0 0,-161 25-106 0 0,17-2 100 0 0,-10 4-1202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39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2164 0 0,'16'-42'19760'0'0,"-15"51"-19309"0"0,11 187 155 0 0,-12-150-802 0 0,-2 99 664 0 0,-7-51-3022 0 0,8-82 330 0 0,-1 10-2476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0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185 108 268 0 0,'20'-30'5973'0'0,"-15"25"-4419"0"0,0-2-1 0 0,-1 1 1 0 0,0 0-1 0 0,-1-1 1 0 0,5-10 0 0 0,-5 10 607 0 0,0-9 656 0 0,-4 15-2792 0 0,1 1 0 0 0,-1-1 0 0 0,1 1-1 0 0,-1-1 1 0 0,0 1 0 0 0,1 0 0 0 0,-1-1-1 0 0,0 1 1 0 0,1-1 0 0 0,-1 1 0 0 0,0 0 0 0 0,1 0-1 0 0,-1-1 1 0 0,0 1 0 0 0,0 0 0 0 0,1 0-1 0 0,-1 0 1 0 0,0 0 0 0 0,0 0 0 0 0,1 0 0 0 0,-1 0-1 0 0,0 0 1 0 0,0 0 0 0 0,0 0 0 0 0,-9 1 16 0 0,0 0 1 0 0,0 1-1 0 0,1 0 1 0 0,-1 0-1 0 0,1 1 1 0 0,0 0-1 0 0,-1 1 0 0 0,-8 5 1 0 0,5-3-38 0 0,0 1 0 0 0,1 1 0 0 0,1 0 0 0 0,-1 1-1 0 0,-11 11 1 0 0,18-15-6 0 0,1 0 0 0 0,0 1 0 0 0,0-1-1 0 0,0 1 1 0 0,1 0 0 0 0,-1 0 0 0 0,1 0 0 0 0,1 0-1 0 0,-1 1 1 0 0,1-1 0 0 0,-2 13 0 0 0,4-17 8 0 0,1 1 0 0 0,-1-1 1 0 0,1 1-1 0 0,0-1 1 0 0,0 1-1 0 0,0-1 1 0 0,0 0-1 0 0,0 1 0 0 0,1-1 1 0 0,-1 0-1 0 0,1 0 1 0 0,-1 0-1 0 0,1 0 0 0 0,0 0 1 0 0,0-1-1 0 0,0 1 1 0 0,4 2-1 0 0,-5-3 6 0 0,7 5-2 0 0,1 0 0 0 0,-1-1 0 0 0,1-1 0 0 0,0 0 1 0 0,0 0-1 0 0,1 0 0 0 0,14 2 0 0 0,4 3-12 0 0,32 13-23 0 0,0 2 0 0 0,79 44 0 0 0,-136-66 88 0 0,1 0 0 0 0,-1 0 0 0 0,0 1 0 0 0,0-1 0 0 0,0 1 0 0 0,0 0 1 0 0,0 0-1 0 0,0 0 0 0 0,-1 0 0 0 0,0 0 0 0 0,1 1 0 0 0,-1-1 0 0 0,0 1 0 0 0,-1-1 0 0 0,3 8 0 0 0,-3-8 14 0 0,0 1-1 0 0,-1-1 1 0 0,0 0-1 0 0,1 0 1 0 0,-1 0-1 0 0,-1 1 1 0 0,1-1-1 0 0,0 0 1 0 0,-1 0-1 0 0,1 0 1 0 0,-1 0-1 0 0,0 0 1 0 0,0 0-1 0 0,0 0 1 0 0,-1 0-1 0 0,1 0 1 0 0,-1 0-1 0 0,0 0 1 0 0,1-1-1 0 0,-5 5 1 0 0,-3 3 87 0 0,0 0 1 0 0,-1-1-1 0 0,0 0 1 0 0,-1 0 0 0 0,0-1-1 0 0,0 0 1 0 0,-22 10-1 0 0,31-16-130 0 0,-1-1 0 0 0,1 0 0 0 0,-1 0 0 0 0,0-1 0 0 0,1 1 0 0 0,-1-1 0 0 0,0 1 0 0 0,0-1 0 0 0,1 0 0 0 0,-1 0 0 0 0,0 0 0 0 0,0 0 0 0 0,1 0 0 0 0,-1-1 0 0 0,0 1 0 0 0,1-1 0 0 0,-1 0 0 0 0,0 0 0 0 0,1 0 0 0 0,-1 0 0 0 0,1 0 0 0 0,-1 0 0 0 0,-3-3 0 0 0,5 2-31 0 0,0 1 1 0 0,0-1 0 0 0,1 1-1 0 0,-1 0 1 0 0,0-1 0 0 0,0 1-1 0 0,1-1 1 0 0,-1 0-1 0 0,1 1 1 0 0,-1-1 0 0 0,1 0-1 0 0,0 1 1 0 0,-1-1 0 0 0,1 0-1 0 0,0 1 1 0 0,0-1 0 0 0,0 0-1 0 0,1 1 1 0 0,-1-3-1 0 0,6-31 45 0 0,7-5-50 0 0,1 0 0 0 0,37-71 0 0 0,7-18 73 0 0,-56 124-55 0 0,0-1 0 0 0,0 0 0 0 0,-1 1 1 0 0,0-1-1 0 0,0 0 0 0 0,0 0 0 0 0,-1 1 0 0 0,0-1 0 0 0,0 0 0 0 0,0 0 0 0 0,-1 0 0 0 0,-1-8 0 0 0,0 11-20 0 0,1-1-1 0 0,0 1 1 0 0,-1 0-1 0 0,1-1 1 0 0,-1 1-1 0 0,0 0 0 0 0,0 0 1 0 0,0 0-1 0 0,-1 1 1 0 0,1-1-1 0 0,-1 0 1 0 0,0 1-1 0 0,1-1 0 0 0,-1 1 1 0 0,0 0-1 0 0,0 0 1 0 0,0 0-1 0 0,-1 1 0 0 0,1-1 1 0 0,0 1-1 0 0,-5-2 1 0 0,2 1-226 0 0,-1 0 1 0 0,1 1 0 0 0,-1 0-1 0 0,1 0 1 0 0,-1 0 0 0 0,1 1-1 0 0,-1 0 1 0 0,1 0-1 0 0,-1 1 1 0 0,1 0 0 0 0,-1 0-1 0 0,1 0 1 0 0,-1 1 0 0 0,1 0-1 0 0,-7 3 1 0 0,5-2-591 0 0,1 1 0 0 0,0 0-1 0 0,1 1 1 0 0,-1 0 0 0 0,1 0 0 0 0,0 0 0 0 0,0 0 0 0 0,1 1 0 0 0,-1 0 0 0 0,1 0 0 0 0,0 1 0 0 0,-5 9-1 0 0,-2 5-3266 0 0,0 1-1794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1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10 568 0 0,'-2'0'4868'0'0,"-2"1"-4335"0"0,-18-1 7043 0 0,22 0-7519 0 0,0 0 0 0 0,0 0 0 0 0,0 0 0 0 0,0 0 0 0 0,1 0-1 0 0,-1 0 1 0 0,0-1 0 0 0,0 1 0 0 0,0 0 0 0 0,0 0 0 0 0,0 0 0 0 0,0 0-1 0 0,0-1 1 0 0,0 1 0 0 0,1 0 0 0 0,-1 0 0 0 0,0 0 0 0 0,0-1 0 0 0,0 1-1 0 0,0 0 1 0 0,0 0 0 0 0,0 0 0 0 0,0-1 0 0 0,0 1 0 0 0,0 0 0 0 0,0 0-1 0 0,0 0 1 0 0,0-1 0 0 0,0 1 0 0 0,0 0 0 0 0,-1 0 0 0 0,1 0 0 0 0,0-1-1 0 0,0 1 1 0 0,0 0 0 0 0,0 0 0 0 0,0 0 0 0 0,0 0 0 0 0,0-1 0 0 0,-1 1-1 0 0,1 0 1 0 0,0 0 0 0 0,0 0 0 0 0,0 0 0 0 0,0 0 0 0 0,-1-1 0 0 0,1 1-1 0 0,0 0 1 0 0,0 0 0 0 0,0 0 0 0 0,0 0 0 0 0,-1 0 0 0 0,1 0 0 0 0,0 0-1 0 0,0 0 1 0 0,0 0 0 0 0,-1 0 0 0 0,1 0 0 0 0,0 0 0 0 0,-1 0 0 0 0,3-1 47 0 0,11 0 75 0 0,-7 1-145 0 0,-1 0 0 0 0,1 0 0 0 0,-1 0 0 0 0,1 1 0 0 0,5 1 0 0 0,-9-1-31 0 0,1 0 1 0 0,-1-1-1 0 0,0 1 1 0 0,0 0-1 0 0,0 1 1 0 0,0-1-1 0 0,-1 0 1 0 0,1 0-1 0 0,0 1 1 0 0,0-1-1 0 0,-1 1 1 0 0,1 0-1 0 0,-1-1 1 0 0,1 1-1 0 0,-1 0 1 0 0,2 4-1 0 0,0 0 63 0 0,0 1 0 0 0,0-1 0 0 0,-1 1 0 0 0,0-1 0 0 0,-1 1 0 0 0,1 0 0 0 0,-1 0 0 0 0,0 0 0 0 0,-1 0 0 0 0,0 0 0 0 0,0 0-1 0 0,-2 13 1 0 0,-3 5 501 0 0,-1 1 0 0 0,-11 28 0 0 0,-2 12 58 0 0,8-31-425 0 0,11-35-190 0 0,0 1-1 0 0,0 0 0 0 0,1 0 1 0 0,-1 0-1 0 0,0-1 1 0 0,0 1-1 0 0,0 0 0 0 0,0 0 1 0 0,1-1-1 0 0,-1 1 1 0 0,0 0-1 0 0,1-1 0 0 0,-1 1 1 0 0,0 0-1 0 0,1-1 0 0 0,-1 1 1 0 0,1 0-1 0 0,-1-1 1 0 0,1 1-1 0 0,0-1 0 0 0,-1 1 1 0 0,1-1-1 0 0,-1 1 1 0 0,1-1-1 0 0,0 1 0 0 0,-1-1 1 0 0,1 0-1 0 0,0 1 0 0 0,0-1 1 0 0,-1 0-1 0 0,1 0 1 0 0,0 0-1 0 0,0 1 0 0 0,-1-1 1 0 0,2 0-1 0 0,22 2 155 0 0,-23-2-162 0 0,16-1 77 0 0,0-1 0 0 0,0 0 0 0 0,-1-2 0 0 0,30-9 0 0 0,-29 8-40 0 0,76-24 115 0 0,-91 28-197 0 0,14-5-1901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1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71 1464 0 0,'31'-71'20879'0'0,"-38"77"-20587"0"0,1-1-249 0 0,0 2-1 0 0,1-1 0 0 0,0 1 0 0 0,0-1 0 0 0,1 1 0 0 0,0 1 0 0 0,0-1 0 0 0,1 1 0 0 0,0-1 0 0 0,0 1 0 0 0,0 0 0 0 0,-1 12 0 0 0,3-15-26 0 0,1 0 0 0 0,0 0 0 0 0,0 0 0 0 0,0 0 0 0 0,0 0 0 0 0,1 0 0 0 0,0 0-1 0 0,0 0 1 0 0,0 0 0 0 0,1 0 0 0 0,-1 0 0 0 0,1-1 0 0 0,0 1 0 0 0,1-1 0 0 0,-1 1-1 0 0,1-1 1 0 0,0 0 0 0 0,0 0 0 0 0,0 0 0 0 0,0 0 0 0 0,1-1 0 0 0,6 5-1 0 0,12 9 437 0 0,2-2-1 0 0,0-1 0 0 0,1-1 1 0 0,27 11-1 0 0,-21-11 416 0 0,-1 2 1 0 0,38 25 0 0 0,-66-39-745 0 0,0 0 1 0 0,0 1-1 0 0,-1-1 1 0 0,1 1-1 0 0,0 0 1 0 0,0 0-1 0 0,-1-1 1 0 0,1 1 0 0 0,-1 0-1 0 0,0 1 1 0 0,1-1-1 0 0,-1 0 1 0 0,0 0-1 0 0,0 0 1 0 0,-1 1-1 0 0,1-1 1 0 0,0 0 0 0 0,-1 1-1 0 0,1 3 1 0 0,-1-2-20 0 0,0 0 0 0 0,0-1 0 0 0,-1 1 1 0 0,0 0-1 0 0,0 0 0 0 0,0 0 0 0 0,0-1 0 0 0,0 1 1 0 0,-1 0-1 0 0,1-1 0 0 0,-4 5 0 0 0,-1 2-25 0 0,-1 0 0 0 0,-1-1 0 0 0,0 0 0 0 0,0 0 0 0 0,-1 0 0 0 0,0-1 0 0 0,-10 7 0 0 0,5-5-68 0 0,-1-1 0 0 0,0-1 0 0 0,-1 0 0 0 0,-27 10 1 0 0,36-16-306 0 0,-1 0 0 0 0,1 0 1 0 0,-1-1-1 0 0,1 0 0 0 0,-14 0 1 0 0,17-1-139 0 0,0 0 1 0 0,0-1-1 0 0,0 1 1 0 0,1-1-1 0 0,-1 0 1 0 0,0 0-1 0 0,1 0 1 0 0,-1-1-1 0 0,0 1 1 0 0,1-1-1 0 0,0 0 1 0 0,-4-2-1 0 0,4 1-113 0 0,1 1 0 0 0,0 0 0 0 0,0 0 0 0 0,0-1 0 0 0,0 1 0 0 0,0-1 0 0 0,0 1 0 0 0,1-1 0 0 0,-1 0 0 0 0,1 0 0 0 0,0 1 0 0 0,0-1 0 0 0,0 0 0 0 0,0 0 0 0 0,0-4 0 0 0,-1-15-5797 0 0,2 3-1636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2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5 210 300 0 0,'-1'-14'8941'0'0,"1"13"-9112"0"0,-3-23 10455 0 0,5 16-8664 0 0,34-13-798 0 0,2 2 0 0 0,71-25 1 0 0,-72 29-649 0 0,3-1-172 0 0,83-28 6 0 0,-121 43-16 0 0,6-1 1870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3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20 1712 0 0,'-17'-9'14479'0'0,"21"7"-14369"0"0,1 0 1 0 0,0 0 0 0 0,-1 1-1 0 0,1 0 1 0 0,0 0 0 0 0,0 0-1 0 0,0 1 1 0 0,-1-1 0 0 0,1 1-1 0 0,0 0 1 0 0,0 1 0 0 0,0-1-1 0 0,6 2 1 0 0,-3 0-81 0 0,1 0 0 0 0,0 0 0 0 0,-1 1-1 0 0,0 0 1 0 0,1 0 0 0 0,-1 1 0 0 0,9 6 0 0 0,53 39 78 0 0,-68-47-97 0 0,19 21 332 0 0,-20-19-215 0 0,0 1 0 0 0,0-1-1 0 0,0 0 1 0 0,0 1 0 0 0,-1-1 0 0 0,1 1-1 0 0,-1 5 1 0 0,0-8 31 0 0,-9 32 810 0 0,-9 23-368 0 0,-3-1 0 0 0,-48 93 0 0 0,6-27 208 0 0,45-84-401 0 0,17-37-269 0 0,2 0-123 0 0,-1 0 1 0 0,0-1 0 0 0,0 1 0 0 0,1-1 0 0 0,-1 1 0 0 0,0-1 0 0 0,1 1 0 0 0,-1-1 0 0 0,0 0 0 0 0,1 1 0 0 0,-1-1 0 0 0,1 1 0 0 0,-1-1 0 0 0,1 0 0 0 0,-1 1 0 0 0,1-1 0 0 0,-1 0-1 0 0,1 1 1 0 0,-1-1 0 0 0,1 0 0 0 0,-1 0 0 0 0,1 0 0 0 0,0 0 0 0 0,-1 1 0 0 0,1-1 0 0 0,-1 0 0 0 0,1 0 0 0 0,0 0 0 0 0,-1 0 0 0 0,1 0 0 0 0,-1 0 0 0 0,1 0 0 0 0,0-1-1 0 0,-1 1 1 0 0,1 0 0 0 0,25-4 204 0 0,378-123 167 0 0,-386 119-583 0 0,16-17-5851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3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1160 0 0,'9'-4'18158'0'0,"-10"24"-16864"0"0,0-17-1277 0 0,0 0 0 0 0,1 0 0 0 0,-1 0 0 0 0,1 0 0 0 0,0 0 0 0 0,1 5 0 0 0,25 291 284 0 0,-19-166-212 0 0,-5-114-236 0 0,0-1 1 0 0,5 20-1 0 0,7-2-2085 0 0,-13-34 1691 0 0,0 0-1 0 0,1 1 0 0 0,-1-1 0 0 0,1 0 0 0 0,0 0 0 0 0,0 0 0 0 0,0 0 0 0 0,0 0 0 0 0,0 0 0 0 0,2 1 0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4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151 136 2904 0 0,'-151'30'15020'0'0,"155"-31"-14752"0"0,130-46 590 0 0,-22 6-676 0 0,47-6-3357 0 0,-91 27-3757 0 0,-36 10 211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6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74 908 0 0,'0'-1'494'0'0,"5"-14"3399"0"0,0 1-1 0 0,1 0 1 0 0,9-15 1235 0 0,-4 39-3015 0 0,-4 14-1346 0 0,0-1 0 0 0,-2 1 0 0 0,-1 0 0 0 0,0 0-1 0 0,-1 29 1 0 0,-6 128-451 0 0,0-111-211 0 0,1-35-737 0 0,0 36-2898 0 0,2-65 2395 0 0,1 0 1 0 0,0 0 0 0 0,0 0 0 0 0,1 0 0 0 0,2 6-1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6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45 176 228 0 0,'35'-78'15705'0'0,"-37"136"-12417"0"0,0-36-2739 0 0,1 0 1 0 0,1 0-1 0 0,5 38 0 0 0,-3-54-518 0 0,-1 0 0 0 0,0 0 0 0 0,1 0 0 0 0,0 0 0 0 0,1-1 0 0 0,-1 1 0 0 0,1-1 0 0 0,0 1 0 0 0,0-1 0 0 0,1 0 0 0 0,0 0-1 0 0,0 0 1 0 0,0-1 0 0 0,0 0 0 0 0,1 1 0 0 0,-1-1 0 0 0,1-1 0 0 0,6 4 0 0 0,-4-3 5 0 0,0 0 0 0 0,1-1-1 0 0,-1 0 1 0 0,1 0 0 0 0,0-1 0 0 0,0 0-1 0 0,0-1 1 0 0,0 0 0 0 0,0 0 0 0 0,0 0-1 0 0,0-1 1 0 0,0 0 0 0 0,0-1 0 0 0,0 0 0 0 0,0 0-1 0 0,0-1 1 0 0,0 0 0 0 0,0 0 0 0 0,0-1-1 0 0,-1 0 1 0 0,1 0 0 0 0,-1-1 0 0 0,0 1-1 0 0,0-2 1 0 0,6-4 0 0 0,-4 3 8 0 0,-1 0 1 0 0,0-1-1 0 0,-1 0 1 0 0,0 0-1 0 0,0-1 0 0 0,0 0 1 0 0,-1 0-1 0 0,0 0 1 0 0,-1-1-1 0 0,0 0 0 0 0,0 0 1 0 0,-1-1-1 0 0,0 1 1 0 0,0-1-1 0 0,-1 0 1 0 0,-1 1-1 0 0,1-2 0 0 0,-2 1 1 0 0,2-15-1 0 0,-3 17-24 0 0,-1-1 0 0 0,1 0 0 0 0,-2 1 0 0 0,1-1 0 0 0,-1 1 0 0 0,0 0 0 0 0,-1-1 0 0 0,0 1 0 0 0,0 0 1 0 0,-1 1-1 0 0,1-1 0 0 0,-2 1 0 0 0,1-1 0 0 0,-8-7 0 0 0,8 10-18 0 0,-1 1 0 0 0,1-1 0 0 0,-1 1 1 0 0,-1 0-1 0 0,1 0 0 0 0,0 0 0 0 0,-1 1 1 0 0,0 0-1 0 0,0 0 0 0 0,0 1 0 0 0,0-1 1 0 0,0 1-1 0 0,-1 1 0 0 0,1-1 0 0 0,-1 1 1 0 0,1 0-1 0 0,-1 0 0 0 0,1 1 0 0 0,-8 0 1 0 0,3 1-182 0 0,1 1 1 0 0,-1 0-1 0 0,1 0 1 0 0,0 1-1 0 0,0 0 1 0 0,0 1 0 0 0,0 0-1 0 0,0 0 1 0 0,1 1-1 0 0,0 1 1 0 0,0-1 0 0 0,0 1-1 0 0,1 1 1 0 0,0 0-1 0 0,-13 14 1 0 0,6-5-1402 0 0,0 1-1 0 0,-15 25 1 0 0,-17 38-6477 0 0,31-46 1944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7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73 1408 0 0,'-56'46'15653'0'0,"58"-43"-14640"0"0,-2-3-994 0 0,0 0 1 0 0,0 1-1 0 0,0-1 0 0 0,0 0 1 0 0,0 0-1 0 0,0 0 1 0 0,0 1-1 0 0,0-1 0 0 0,0 0 1 0 0,0 0-1 0 0,0 0 0 0 0,0 1 1 0 0,0-1-1 0 0,0 0 1 0 0,1 0-1 0 0,-1 0 0 0 0,0 0 1 0 0,0 1-1 0 0,0-1 0 0 0,0 0 1 0 0,0 0-1 0 0,1 0 0 0 0,-1 0 1 0 0,0 0-1 0 0,0 1 1 0 0,0-1-1 0 0,0 0 0 0 0,1 0 1 0 0,-1 0-1 0 0,0 0 0 0 0,0 0 1 0 0,0 0-1 0 0,1 0 1 0 0,-1 0-1 0 0,0 0 0 0 0,0 0 1 0 0,0 0-1 0 0,1 0 0 0 0,-1 0 1 0 0,0 0-1 0 0,0 0 1 0 0,0 0-1 0 0,1 0 0 0 0,-1 0 1 0 0,0 0-1 0 0,1 0 0 0 0,233-68 2808 0 0,-70 18-8033 0 0,-136 42-2031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7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1464 0 0,'2'-20'18111'0'0,"3"31"-15971"0"0,3 20-1206 0 0,-3 26-101 0 0,-3 83-1 0 0,-3-80-2966 0 0,7 67 0 0 0,2-90-1036 0 0,-8-35 2614 0 0,1 0 1 0 0,0 0-1 0 0,-1 0 0 0 0,1 0 1 0 0,0 0-1 0 0,0 0 0 0 0,1 0 1 0 0,-1-1-1 0 0,0 1 0 0 0,1 0 1 0 0,-1-1-1 0 0,1 1 0 0 0,-1-1 1 0 0,1 0-1 0 0,3 3 0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7.8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87 112 1524 0 0,'17'-34'7088'0'0,"13"-35"1"0"0,-29 66-6300 0 0,-1 3-695 0 0,-1 0 1 0 0,1-1 0 0 0,0 1-1 0 0,-1 0 1 0 0,1-1 0 0 0,0 1 0 0 0,0-1-1 0 0,-1 1 1 0 0,1 0 0 0 0,-1 0 0 0 0,1-1-1 0 0,0 1 1 0 0,-1 0 0 0 0,1 0 0 0 0,-1-1-1 0 0,1 1 1 0 0,0 0 0 0 0,-1 0-1 0 0,1 0 1 0 0,-1 0 0 0 0,0 0 0 0 0,-7 4 284 0 0,0 1 0 0 0,0 0 0 0 0,1 0 0 0 0,0 0 0 0 0,0 1 0 0 0,0 1 0 0 0,0-1 0 0 0,-10 15 0 0 0,10-12-266 0 0,0 1-1 0 0,1 0 1 0 0,0 0 0 0 0,1 1-1 0 0,0-1 1 0 0,-6 20-1 0 0,10-26-88 0 0,0-1-1 0 0,1 1 0 0 0,-1-1 0 0 0,1 1 0 0 0,0-1 1 0 0,0 1-1 0 0,1-1 0 0 0,-1 1 0 0 0,1-1 0 0 0,0 1 1 0 0,0-1-1 0 0,0 1 0 0 0,0-1 0 0 0,0 0 0 0 0,1 0 1 0 0,-1 1-1 0 0,1-1 0 0 0,0 0 0 0 0,0-1 0 0 0,0 1 1 0 0,1 0-1 0 0,-1-1 0 0 0,1 1 0 0 0,3 3 0 0 0,8 4 191 0 0,0 1-1 0 0,0-2 1 0 0,29 14-1 0 0,-24-12 55 0 0,11 4 145 0 0,-13-7-168 0 0,0 2 0 0 0,23 16 0 0 0,-36-23-114 0 0,0 0-1 0 0,0 0 1 0 0,-1 0-1 0 0,1 1 1 0 0,-1 0-1 0 0,0-1 1 0 0,0 1-1 0 0,-1 0 1 0 0,1 0-1 0 0,-1 1 1 0 0,0-1-1 0 0,0 1 1 0 0,0-1-1 0 0,2 10 1 0 0,-4-11-56 0 0,1 1 0 0 0,-1-1 0 0 0,-1 0 1 0 0,1 1-1 0 0,0-1 0 0 0,-1 1 0 0 0,1-1 1 0 0,-1 0-1 0 0,0 1 0 0 0,0-1 0 0 0,-1 0 1 0 0,1 0-1 0 0,-1 0 0 0 0,1 0 1 0 0,-1 0-1 0 0,0 0 0 0 0,0-1 0 0 0,0 1 1 0 0,-1 0-1 0 0,1-1 0 0 0,0 0 0 0 0,-1 1 1 0 0,-3 1-1 0 0,0 1-161 0 0,-1-1 0 0 0,0 1 0 0 0,0-1-1 0 0,0-1 1 0 0,0 0 0 0 0,0 0 0 0 0,-1 0 0 0 0,-13 3 0 0 0,15-5-428 0 0,-1-1 1 0 0,1 1-1 0 0,0-1 0 0 0,0 0 0 0 0,0-1 1 0 0,-1 1-1 0 0,1-1 0 0 0,0-1 1 0 0,0 1-1 0 0,0-1 0 0 0,-9-4 0 0 0,11 4-602 0 0,-1 0-1 0 0,1-1 0 0 0,0 1 0 0 0,0-1 1 0 0,0 0-1 0 0,0 0 0 0 0,0-1 0 0 0,1 1 0 0 0,-5-6 1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7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1 323 2300 0 0,'7'-16'3601'0'0,"2"0"-1"0"0,13-21 1 0 0,-12 24-2950 0 0,-1 1 1 0 0,2 0 0 0 0,-1 1 0 0 0,2 1-1 0 0,19-16 1 0 0,11-4 38 0 0,78-43-1 0 0,-96 61-921 0 0,0 1 0 0 0,1 1 0 0 0,0 1 0 0 0,1 1 0 0 0,31-5 0 0 0,-49 12-542 0 0,18-2-591 0 0,-6 6-5492 0 0,-4 2 1258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8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33 1760 0 0,'-18'-33'17892'0'0,"16"38"-17675"0"0,1 1 0 0 0,0-1 0 0 0,0 0 0 0 0,1 0 0 0 0,0 0 0 0 0,0 1 0 0 0,0-1 0 0 0,1 0 0 0 0,-1 0 0 0 0,1 0 0 0 0,2 6 0 0 0,1 17 260 0 0,-3 179 1193 0 0,-3-95-2319 0 0,7 0-4292 0 0,1-88 1484 0 0,2-11-2317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49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1724 0 0,'20'-61'13247'0'0,"-19"53"-10853"0"0,-2 19-713 0 0,-5 19-1093 0 0,2 1 0 0 0,1-1 0 0 0,2 1 0 0 0,1 0 0 0 0,7 57 0 0 0,-5-77-544 0 0,0 0 1 0 0,1 0-1 0 0,0-1 1 0 0,1 1-1 0 0,0-1 1 0 0,1 0-1 0 0,0 0 0 0 0,12 16 1 0 0,-13-20 42 0 0,1-1 0 0 0,0 1-1 0 0,1-1 1 0 0,-1 0 0 0 0,1-1 0 0 0,0 1 0 0 0,0-1-1 0 0,1 0 1 0 0,-1 0 0 0 0,1-1 0 0 0,0 0 0 0 0,0 0 0 0 0,0-1-1 0 0,10 2 1 0 0,-10-2-9 0 0,-1-1 0 0 0,1 0-1 0 0,0 0 1 0 0,0-1-1 0 0,0 0 1 0 0,0 0 0 0 0,-1 0-1 0 0,1-1 1 0 0,0 0 0 0 0,0-1-1 0 0,-1 1 1 0 0,1-1 0 0 0,-1-1-1 0 0,1 1 1 0 0,-1-1 0 0 0,0 0-1 0 0,10-7 1 0 0,-9 5-36 0 0,0-1 1 0 0,0 0-1 0 0,-1 0 1 0 0,0-1-1 0 0,0 0 1 0 0,-1 0-1 0 0,0 0 1 0 0,0-1-1 0 0,-1 0 1 0 0,0 0-1 0 0,0 0 1 0 0,4-13-1 0 0,-5 11-36 0 0,0-1-1 0 0,-1 0 1 0 0,0 1 0 0 0,0-1 0 0 0,-2 0-1 0 0,1 0 1 0 0,-1 0 0 0 0,-1 0 0 0 0,0 0-1 0 0,-3-14 1 0 0,3 18-11 0 0,-1-1 1 0 0,-1 1-1 0 0,0-1 0 0 0,0 1 1 0 0,0 0-1 0 0,0 0 1 0 0,-1 0-1 0 0,-1 1 0 0 0,1-1 1 0 0,-1 1-1 0 0,0 0 1 0 0,0 0-1 0 0,-1 1 0 0 0,-11-10 1 0 0,3 7-507 0 0,0 0 0 0 0,0 1 0 0 0,-1 0 0 0 0,0 1 0 0 0,-23-5 0 0 0,1-1-3888 0 0,0-3-4132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7T09:27:50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801 0 2384 0 0,'-20'8'17470'0'0,"22"-6"-17359"0"0,-1-1 0 0 0,1 0 0 0 0,0 0-1 0 0,-1 0 1 0 0,1 0 0 0 0,0 0 0 0 0,0 0 0 0 0,0 0 0 0 0,-1-1 0 0 0,1 1 0 0 0,0-1 0 0 0,0 1 0 0 0,0-1 0 0 0,0 0 0 0 0,0 0-1 0 0,0 0 1 0 0,3 0 0 0 0,48-2 630 0 0,-38 1-503 0 0,61-4 430 0 0,39-3 183 0 0,169 11-1 0 0,-276-2-738 0 0,1 0 0 0 0,0 1 0 0 0,-1 0 0 0 0,1 1-1 0 0,-1-1 1 0 0,0 1 0 0 0,0 1 0 0 0,0 0 0 0 0,0 0 0 0 0,-1 1-1 0 0,0-1 1 0 0,0 2 0 0 0,0-1 0 0 0,0 1 0 0 0,-1 0-1 0 0,0 0 1 0 0,0 1 0 0 0,7 10 0 0 0,-4-3 176 0 0,0 2-1 0 0,-1-1 1 0 0,-1 1-1 0 0,0 0 1 0 0,-1 1 0 0 0,-1 0-1 0 0,0 0 1 0 0,2 21-1 0 0,57 510 1753 0 0,-26-170-1828 0 0,49 378 124 0 0,13 95-68 0 0,31 301-268 0 0,-124-1079 0 0 0,68 568 0 0 0,-72-622 0 0 0,-1-8 0 0 0,-1 1 0 0 0,0-1 0 0 0,-1 18 0 0 0,0-14 0 0 0,0-4 0 0 0,0-1 0 0 0,0 0 0 0 0,-2 0 0 0 0,2-8 0 0 0,-1 0 0 0 0,1 0 0 0 0,-1 0 0 0 0,0 0 0 0 0,1 0 0 0 0,-1 0 0 0 0,0 0 0 0 0,0 0 0 0 0,0 0 0 0 0,0 0 0 0 0,-1 0 0 0 0,1-1 0 0 0,0 1 0 0 0,-1-1 0 0 0,1 1 0 0 0,-1-1 0 0 0,1 1 0 0 0,-1-1 0 0 0,0 0 0 0 0,0 0 0 0 0,-2 1 0 0 0,-3 3 0 0 0,-20 12 0 0 0,-1-1 0 0 0,-57 23 0 0 0,48-22 0 0 0,-544 209 80 0 0,315-129-846 0 0,57-17-1707 0 0,-228 85-8878 0 0,64-33-4502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D75E-EEEB-0683-9819-E2DF8BFA9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6EC9E-3204-B4E2-D856-C672ECF10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E3BB5-0303-1747-DB31-382C83F47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1F04-0D45-433D-8A17-150B5362C2E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408AF-F002-5568-121C-95E74721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176E3-67F4-52B4-8DAF-4189A98E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1A3E-79DD-4491-96CE-DD6860866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67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2E5DB-BA07-7BC9-CA91-D7A01F4A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FEC36-8AA0-7E65-05FC-E42D99CFE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506E4-9A78-679D-C081-F5604A07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1F04-0D45-433D-8A17-150B5362C2E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D5CB8-77E8-54B5-90FD-57D8D474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9A22D-18DD-26B9-371B-136A22C0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1A3E-79DD-4491-96CE-DD6860866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37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4F6D1-C4EC-FA4F-DAB7-0EFD07DB0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C5128-59AF-12D7-5A68-FF9323A58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B3BC9-6805-9C3B-C2AC-7EF70129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1F04-0D45-433D-8A17-150B5362C2E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29637-934F-E4E4-2E18-75DF8C3C2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8678D-9D16-E382-31BE-511A1595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1A3E-79DD-4491-96CE-DD6860866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09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FABF-42F5-4F14-6887-9E7E20BA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3E452-E4DB-3D72-F171-356572D61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582F3-89D8-0CE7-BEA6-0B58E1C47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9F11-A276-D17B-1D97-F142BBA8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1F04-0D45-433D-8A17-150B5362C2E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6907B-7F13-754E-EFCD-21123707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77B2C-BAA6-F4F8-0088-9E765312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1A3E-79DD-4491-96CE-DD6860866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93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A5B80-7066-3679-D646-6DA60D1C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FA43F-B401-E424-F8B1-B4F6A0F4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B1175-0EB6-0783-56FC-BD23A59B4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9067E-3571-CF4A-17B3-6A3681CC6B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649AE3-FFF8-7118-391D-A09F35B63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7B4D99-9979-883F-754C-EDAC0008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1F04-0D45-433D-8A17-150B5362C2E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C9E879-4163-B5E6-D42D-A65B0A24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4BB1A6-3990-706B-089C-53596540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1A3E-79DD-4491-96CE-DD6860866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40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4A4DD-186A-40E0-02D7-01F7AD42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48C27-D4EA-6013-8591-9162963C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1F04-0D45-433D-8A17-150B5362C2E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DBB48-D3A1-D431-5D47-3A16B64D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70D4B-5D96-FB9A-8299-759ADE1A0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1A3E-79DD-4491-96CE-DD6860866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870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1760D-6EBF-27E2-5B2B-ED3408E7D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1F04-0D45-433D-8A17-150B5362C2E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0295E-6D9B-636D-FFAB-95BA2DBC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77825-8FF0-DDCE-E02D-ACCBA0D7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1A3E-79DD-4491-96CE-DD6860866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37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D9EF-149B-0212-D5E1-E306147F8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6C0CF-5CFC-D027-B29C-52EE659BB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AB263-7989-E17D-5197-9D8EBEA52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51C01-A424-8D8B-C67A-1FC77C3F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1F04-0D45-433D-8A17-150B5362C2E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95872-BE70-7042-FCDC-93470A33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0059E-18CD-3A41-70B1-7257E2D7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1A3E-79DD-4491-96CE-DD6860866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68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AA9D1-0B5E-71E2-CAFF-05B9B6E7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D96C90-9B6A-C1CF-1624-C39BE96B1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BFC34-0F85-F441-BF17-40EB1EE61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9D672-1CF0-0FF1-7FF0-8D23582C7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1F04-0D45-433D-8A17-150B5362C2E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60276-69DB-72AB-D5C0-6BA681227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181A5-595E-D20D-9789-AE9CD8B3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1A3E-79DD-4491-96CE-DD6860866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473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E3A5-1D4E-F035-AD49-153B9DA7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C0B16-3116-D9E2-E4E3-C40260685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9336C-1D0F-471D-F016-B308B6187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1F04-0D45-433D-8A17-150B5362C2E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02A21-5CEB-E803-3BC1-66DAFD5E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CDD28-EED1-8943-802A-6F612B62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1A3E-79DD-4491-96CE-DD6860866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875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CE1F0B-4028-A438-F534-3F132BD66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9884B-40D2-086C-9DB3-9F0481E9E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62941-E484-DDE9-5569-7E364A5D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1F04-0D45-433D-8A17-150B5362C2E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9CA72-7B61-5F74-130B-5D32EB1A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88D66-911A-25A7-A4BE-926F59F5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1A3E-79DD-4491-96CE-DD6860866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44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1BA24-B6F6-9197-337F-8A16EBA2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7255A-46C5-3E60-1D54-1E744304C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DF570-8F66-A984-8F53-5F037F1ABB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91F04-0D45-433D-8A17-150B5362C2E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AE4E0-A108-B03D-A9B3-8739E8F16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D6B66-DDEE-72F6-C666-29C8D56A0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D1A3E-79DD-4491-96CE-DD6860866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618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customXml" Target="../ink/ink150.xml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image" Target="../media/image161.png"/><Relationship Id="rId366" Type="http://schemas.openxmlformats.org/officeDocument/2006/relationships/image" Target="../media/image182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433" Type="http://schemas.openxmlformats.org/officeDocument/2006/relationships/customXml" Target="../ink/ink221.xml"/><Relationship Id="rId268" Type="http://schemas.openxmlformats.org/officeDocument/2006/relationships/image" Target="../media/image133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customXml" Target="../ink/ink168.xml"/><Relationship Id="rId377" Type="http://schemas.openxmlformats.org/officeDocument/2006/relationships/customXml" Target="../ink/ink190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402" Type="http://schemas.openxmlformats.org/officeDocument/2006/relationships/image" Target="../media/image198.png"/><Relationship Id="rId279" Type="http://schemas.openxmlformats.org/officeDocument/2006/relationships/customXml" Target="../ink/ink140.xml"/><Relationship Id="rId444" Type="http://schemas.openxmlformats.org/officeDocument/2006/relationships/customXml" Target="../ink/ink227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image" Target="../media/image144.png"/><Relationship Id="rId304" Type="http://schemas.openxmlformats.org/officeDocument/2006/relationships/image" Target="../media/image151.png"/><Relationship Id="rId346" Type="http://schemas.openxmlformats.org/officeDocument/2006/relationships/image" Target="../media/image172.png"/><Relationship Id="rId388" Type="http://schemas.openxmlformats.org/officeDocument/2006/relationships/image" Target="../media/image191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customXml" Target="../ink/ink210.xml"/><Relationship Id="rId248" Type="http://schemas.openxmlformats.org/officeDocument/2006/relationships/customXml" Target="../ink/ink124.xml"/><Relationship Id="rId455" Type="http://schemas.openxmlformats.org/officeDocument/2006/relationships/customXml" Target="../ink/ink237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58.xml"/><Relationship Id="rId357" Type="http://schemas.openxmlformats.org/officeDocument/2006/relationships/customXml" Target="../ink/ink179.xml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399" Type="http://schemas.openxmlformats.org/officeDocument/2006/relationships/customXml" Target="../ink/ink202.xml"/><Relationship Id="rId259" Type="http://schemas.openxmlformats.org/officeDocument/2006/relationships/image" Target="../media/image129.png"/><Relationship Id="rId424" Type="http://schemas.openxmlformats.org/officeDocument/2006/relationships/image" Target="../media/image207.png"/><Relationship Id="rId466" Type="http://schemas.openxmlformats.org/officeDocument/2006/relationships/image" Target="../media/image223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image" Target="../media/image134.png"/><Relationship Id="rId326" Type="http://schemas.openxmlformats.org/officeDocument/2006/relationships/image" Target="../media/image162.png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image" Target="../media/image183.png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435" Type="http://schemas.openxmlformats.org/officeDocument/2006/relationships/customXml" Target="../ink/ink222.xml"/><Relationship Id="rId281" Type="http://schemas.openxmlformats.org/officeDocument/2006/relationships/customXml" Target="../ink/ink141.xml"/><Relationship Id="rId337" Type="http://schemas.openxmlformats.org/officeDocument/2006/relationships/customXml" Target="../ink/ink169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customXml" Target="../ink/ink192.xml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390" Type="http://schemas.openxmlformats.org/officeDocument/2006/relationships/image" Target="../media/image192.png"/><Relationship Id="rId404" Type="http://schemas.openxmlformats.org/officeDocument/2006/relationships/image" Target="../media/image199.png"/><Relationship Id="rId446" Type="http://schemas.openxmlformats.org/officeDocument/2006/relationships/image" Target="../media/image217.png"/><Relationship Id="rId250" Type="http://schemas.openxmlformats.org/officeDocument/2006/relationships/customXml" Target="../ink/ink125.xml"/><Relationship Id="rId292" Type="http://schemas.openxmlformats.org/officeDocument/2006/relationships/image" Target="../media/image145.png"/><Relationship Id="rId306" Type="http://schemas.openxmlformats.org/officeDocument/2006/relationships/image" Target="../media/image152.png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image" Target="../media/image173.png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customXml" Target="../ink/ink211.xml"/><Relationship Id="rId457" Type="http://schemas.openxmlformats.org/officeDocument/2006/relationships/customXml" Target="../ink/ink238.xml"/><Relationship Id="rId261" Type="http://schemas.openxmlformats.org/officeDocument/2006/relationships/customXml" Target="../ink/ink131.xml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59.xml"/><Relationship Id="rId359" Type="http://schemas.openxmlformats.org/officeDocument/2006/relationships/customXml" Target="../ink/ink180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image" Target="../media/image184.png"/><Relationship Id="rId426" Type="http://schemas.openxmlformats.org/officeDocument/2006/relationships/image" Target="../media/image208.png"/><Relationship Id="rId230" Type="http://schemas.openxmlformats.org/officeDocument/2006/relationships/customXml" Target="../ink/ink115.xml"/><Relationship Id="rId468" Type="http://schemas.openxmlformats.org/officeDocument/2006/relationships/image" Target="../media/image224.png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image" Target="../media/image135.png"/><Relationship Id="rId328" Type="http://schemas.openxmlformats.org/officeDocument/2006/relationships/image" Target="../media/image163.png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customXml" Target="../ink/ink193.xml"/><Relationship Id="rId241" Type="http://schemas.openxmlformats.org/officeDocument/2006/relationships/image" Target="../media/image120.png"/><Relationship Id="rId437" Type="http://schemas.openxmlformats.org/officeDocument/2006/relationships/customXml" Target="../ink/ink223.xml"/><Relationship Id="rId36" Type="http://schemas.openxmlformats.org/officeDocument/2006/relationships/customXml" Target="../ink/ink18.xml"/><Relationship Id="rId283" Type="http://schemas.openxmlformats.org/officeDocument/2006/relationships/customXml" Target="../ink/ink142.xml"/><Relationship Id="rId339" Type="http://schemas.openxmlformats.org/officeDocument/2006/relationships/customXml" Target="../ink/ink170.xml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image" Target="../media/image174.png"/><Relationship Id="rId406" Type="http://schemas.openxmlformats.org/officeDocument/2006/relationships/image" Target="../media/image200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392" Type="http://schemas.openxmlformats.org/officeDocument/2006/relationships/image" Target="../media/image193.png"/><Relationship Id="rId448" Type="http://schemas.openxmlformats.org/officeDocument/2006/relationships/customXml" Target="../ink/ink230.xml"/><Relationship Id="rId252" Type="http://schemas.openxmlformats.org/officeDocument/2006/relationships/customXml" Target="../ink/ink126.xml"/><Relationship Id="rId294" Type="http://schemas.openxmlformats.org/officeDocument/2006/relationships/image" Target="../media/image146.png"/><Relationship Id="rId308" Type="http://schemas.openxmlformats.org/officeDocument/2006/relationships/image" Target="../media/image153.png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customXml" Target="../ink/ink181.xml"/><Relationship Id="rId196" Type="http://schemas.openxmlformats.org/officeDocument/2006/relationships/customXml" Target="../ink/ink98.xml"/><Relationship Id="rId417" Type="http://schemas.openxmlformats.org/officeDocument/2006/relationships/customXml" Target="../ink/ink212.xml"/><Relationship Id="rId459" Type="http://schemas.openxmlformats.org/officeDocument/2006/relationships/customXml" Target="../ink/ink239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63" Type="http://schemas.openxmlformats.org/officeDocument/2006/relationships/customXml" Target="../ink/ink132.xml"/><Relationship Id="rId319" Type="http://schemas.openxmlformats.org/officeDocument/2006/relationships/customXml" Target="../ink/ink160.xml"/><Relationship Id="rId470" Type="http://schemas.openxmlformats.org/officeDocument/2006/relationships/image" Target="../media/image225.png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image" Target="../media/image164.png"/><Relationship Id="rId165" Type="http://schemas.openxmlformats.org/officeDocument/2006/relationships/image" Target="../media/image82.png"/><Relationship Id="rId372" Type="http://schemas.openxmlformats.org/officeDocument/2006/relationships/image" Target="../media/image185.png"/><Relationship Id="rId428" Type="http://schemas.openxmlformats.org/officeDocument/2006/relationships/image" Target="../media/image209.png"/><Relationship Id="rId232" Type="http://schemas.openxmlformats.org/officeDocument/2006/relationships/customXml" Target="../ink/ink116.xml"/><Relationship Id="rId274" Type="http://schemas.openxmlformats.org/officeDocument/2006/relationships/image" Target="../media/image136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customXml" Target="../ink/ink171.xml"/><Relationship Id="rId383" Type="http://schemas.openxmlformats.org/officeDocument/2006/relationships/customXml" Target="../ink/ink194.xml"/><Relationship Id="rId439" Type="http://schemas.openxmlformats.org/officeDocument/2006/relationships/customXml" Target="../ink/ink224.xml"/><Relationship Id="rId201" Type="http://schemas.openxmlformats.org/officeDocument/2006/relationships/image" Target="../media/image100.png"/><Relationship Id="rId243" Type="http://schemas.openxmlformats.org/officeDocument/2006/relationships/image" Target="../media/image121.png"/><Relationship Id="rId285" Type="http://schemas.openxmlformats.org/officeDocument/2006/relationships/customXml" Target="../ink/ink143.xml"/><Relationship Id="rId450" Type="http://schemas.openxmlformats.org/officeDocument/2006/relationships/customXml" Target="../ink/ink232.xml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image" Target="../media/image154.png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image" Target="../media/image93.png"/><Relationship Id="rId352" Type="http://schemas.openxmlformats.org/officeDocument/2006/relationships/image" Target="../media/image175.png"/><Relationship Id="rId394" Type="http://schemas.openxmlformats.org/officeDocument/2006/relationships/image" Target="../media/image194.png"/><Relationship Id="rId408" Type="http://schemas.openxmlformats.org/officeDocument/2006/relationships/image" Target="../media/image201.png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96" Type="http://schemas.openxmlformats.org/officeDocument/2006/relationships/image" Target="../media/image147.png"/><Relationship Id="rId461" Type="http://schemas.openxmlformats.org/officeDocument/2006/relationships/customXml" Target="../ink/ink240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customXml" Target="../ink/ink161.xml"/><Relationship Id="rId363" Type="http://schemas.openxmlformats.org/officeDocument/2006/relationships/customXml" Target="../ink/ink182.xml"/><Relationship Id="rId419" Type="http://schemas.openxmlformats.org/officeDocument/2006/relationships/customXml" Target="../ink/ink214.xml"/><Relationship Id="rId223" Type="http://schemas.openxmlformats.org/officeDocument/2006/relationships/image" Target="../media/image111.png"/><Relationship Id="rId430" Type="http://schemas.openxmlformats.org/officeDocument/2006/relationships/image" Target="../media/image210.png"/><Relationship Id="rId18" Type="http://schemas.openxmlformats.org/officeDocument/2006/relationships/customXml" Target="../ink/ink9.xml"/><Relationship Id="rId265" Type="http://schemas.openxmlformats.org/officeDocument/2006/relationships/customXml" Target="../ink/ink133.xml"/><Relationship Id="rId472" Type="http://schemas.openxmlformats.org/officeDocument/2006/relationships/image" Target="../media/image226.png"/><Relationship Id="rId125" Type="http://schemas.openxmlformats.org/officeDocument/2006/relationships/image" Target="../media/image62.png"/><Relationship Id="rId167" Type="http://schemas.openxmlformats.org/officeDocument/2006/relationships/image" Target="../media/image83.png"/><Relationship Id="rId332" Type="http://schemas.openxmlformats.org/officeDocument/2006/relationships/image" Target="../media/image165.png"/><Relationship Id="rId374" Type="http://schemas.openxmlformats.org/officeDocument/2006/relationships/customXml" Target="../ink/ink188.xml"/><Relationship Id="rId71" Type="http://schemas.openxmlformats.org/officeDocument/2006/relationships/image" Target="../media/image35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image" Target="../media/image137.png"/><Relationship Id="rId441" Type="http://schemas.openxmlformats.org/officeDocument/2006/relationships/customXml" Target="../ink/ink225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customXml" Target="../ink/ink151.xml"/><Relationship Id="rId343" Type="http://schemas.openxmlformats.org/officeDocument/2006/relationships/customXml" Target="../ink/ink172.xml"/><Relationship Id="rId82" Type="http://schemas.openxmlformats.org/officeDocument/2006/relationships/customXml" Target="../ink/ink41.xml"/><Relationship Id="rId203" Type="http://schemas.openxmlformats.org/officeDocument/2006/relationships/image" Target="../media/image101.png"/><Relationship Id="rId385" Type="http://schemas.openxmlformats.org/officeDocument/2006/relationships/customXml" Target="../ink/ink195.xml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image" Target="../media/image132.png"/><Relationship Id="rId287" Type="http://schemas.openxmlformats.org/officeDocument/2006/relationships/customXml" Target="../ink/ink144.xml"/><Relationship Id="rId410" Type="http://schemas.openxmlformats.org/officeDocument/2006/relationships/image" Target="../media/image202.png"/><Relationship Id="rId431" Type="http://schemas.openxmlformats.org/officeDocument/2006/relationships/customXml" Target="../ink/ink220.xml"/><Relationship Id="rId452" Type="http://schemas.openxmlformats.org/officeDocument/2006/relationships/customXml" Target="../ink/ink234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312" Type="http://schemas.openxmlformats.org/officeDocument/2006/relationships/image" Target="../media/image155.png"/><Relationship Id="rId333" Type="http://schemas.openxmlformats.org/officeDocument/2006/relationships/customXml" Target="../ink/ink167.xml"/><Relationship Id="rId354" Type="http://schemas.openxmlformats.org/officeDocument/2006/relationships/image" Target="../media/image176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75" Type="http://schemas.openxmlformats.org/officeDocument/2006/relationships/customXml" Target="../ink/ink189.xml"/><Relationship Id="rId396" Type="http://schemas.openxmlformats.org/officeDocument/2006/relationships/image" Target="../media/image195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277" Type="http://schemas.openxmlformats.org/officeDocument/2006/relationships/customXml" Target="../ink/ink139.xml"/><Relationship Id="rId298" Type="http://schemas.openxmlformats.org/officeDocument/2006/relationships/image" Target="../media/image148.png"/><Relationship Id="rId400" Type="http://schemas.openxmlformats.org/officeDocument/2006/relationships/image" Target="../media/image197.png"/><Relationship Id="rId421" Type="http://schemas.openxmlformats.org/officeDocument/2006/relationships/customXml" Target="../ink/ink215.xml"/><Relationship Id="rId442" Type="http://schemas.openxmlformats.org/officeDocument/2006/relationships/image" Target="../media/image216.png"/><Relationship Id="rId463" Type="http://schemas.openxmlformats.org/officeDocument/2006/relationships/customXml" Target="../ink/ink241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302" Type="http://schemas.openxmlformats.org/officeDocument/2006/relationships/image" Target="../media/image150.png"/><Relationship Id="rId323" Type="http://schemas.openxmlformats.org/officeDocument/2006/relationships/customXml" Target="../ink/ink162.xml"/><Relationship Id="rId344" Type="http://schemas.openxmlformats.org/officeDocument/2006/relationships/image" Target="../media/image171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65" Type="http://schemas.openxmlformats.org/officeDocument/2006/relationships/customXml" Target="../ink/ink183.xml"/><Relationship Id="rId386" Type="http://schemas.openxmlformats.org/officeDocument/2006/relationships/image" Target="../media/image190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customXml" Target="../ink/ink134.xml"/><Relationship Id="rId288" Type="http://schemas.openxmlformats.org/officeDocument/2006/relationships/image" Target="../media/image143.png"/><Relationship Id="rId411" Type="http://schemas.openxmlformats.org/officeDocument/2006/relationships/customXml" Target="../ink/ink208.xml"/><Relationship Id="rId432" Type="http://schemas.openxmlformats.org/officeDocument/2006/relationships/image" Target="../media/image211.png"/><Relationship Id="rId453" Type="http://schemas.openxmlformats.org/officeDocument/2006/relationships/customXml" Target="../ink/ink235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customXml" Target="../ink/ink157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334" Type="http://schemas.openxmlformats.org/officeDocument/2006/relationships/image" Target="../media/image166.png"/><Relationship Id="rId355" Type="http://schemas.openxmlformats.org/officeDocument/2006/relationships/customXml" Target="../ink/ink178.xml"/><Relationship Id="rId376" Type="http://schemas.openxmlformats.org/officeDocument/2006/relationships/image" Target="../media/image186.png"/><Relationship Id="rId397" Type="http://schemas.openxmlformats.org/officeDocument/2006/relationships/customXml" Target="../ink/ink201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278" Type="http://schemas.openxmlformats.org/officeDocument/2006/relationships/image" Target="../media/image138.png"/><Relationship Id="rId401" Type="http://schemas.openxmlformats.org/officeDocument/2006/relationships/customXml" Target="../ink/ink203.xml"/><Relationship Id="rId422" Type="http://schemas.openxmlformats.org/officeDocument/2006/relationships/image" Target="../media/image206.png"/><Relationship Id="rId443" Type="http://schemas.openxmlformats.org/officeDocument/2006/relationships/customXml" Target="../ink/ink226.xml"/><Relationship Id="rId464" Type="http://schemas.openxmlformats.org/officeDocument/2006/relationships/image" Target="../media/image222.png"/><Relationship Id="rId303" Type="http://schemas.openxmlformats.org/officeDocument/2006/relationships/customXml" Target="../ink/ink152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customXml" Target="../ink/ink173.xml"/><Relationship Id="rId387" Type="http://schemas.openxmlformats.org/officeDocument/2006/relationships/customXml" Target="../ink/ink196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412" Type="http://schemas.openxmlformats.org/officeDocument/2006/relationships/customXml" Target="../ink/ink209.xml"/><Relationship Id="rId107" Type="http://schemas.openxmlformats.org/officeDocument/2006/relationships/image" Target="../media/image53.png"/><Relationship Id="rId289" Type="http://schemas.openxmlformats.org/officeDocument/2006/relationships/customXml" Target="../ink/ink145.xml"/><Relationship Id="rId454" Type="http://schemas.openxmlformats.org/officeDocument/2006/relationships/customXml" Target="../ink/ink236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image" Target="../media/image156.png"/><Relationship Id="rId356" Type="http://schemas.openxmlformats.org/officeDocument/2006/relationships/image" Target="../media/image177.png"/><Relationship Id="rId398" Type="http://schemas.openxmlformats.org/officeDocument/2006/relationships/image" Target="../media/image196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customXml" Target="../ink/ink216.xml"/><Relationship Id="rId258" Type="http://schemas.openxmlformats.org/officeDocument/2006/relationships/customXml" Target="../ink/ink129.xml"/><Relationship Id="rId465" Type="http://schemas.openxmlformats.org/officeDocument/2006/relationships/customXml" Target="../ink/ink242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customXml" Target="../ink/ink163.xml"/><Relationship Id="rId367" Type="http://schemas.openxmlformats.org/officeDocument/2006/relationships/customXml" Target="../ink/ink184.xml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customXml" Target="../ink/ink135.xml"/><Relationship Id="rId434" Type="http://schemas.openxmlformats.org/officeDocument/2006/relationships/image" Target="../media/image212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image" Target="../media/image139.png"/><Relationship Id="rId336" Type="http://schemas.openxmlformats.org/officeDocument/2006/relationships/image" Target="../media/image167.png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91.xml"/><Relationship Id="rId403" Type="http://schemas.openxmlformats.org/officeDocument/2006/relationships/customXml" Target="../ink/ink204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customXml" Target="../ink/ink228.xml"/><Relationship Id="rId291" Type="http://schemas.openxmlformats.org/officeDocument/2006/relationships/customXml" Target="../ink/ink146.xml"/><Relationship Id="rId305" Type="http://schemas.openxmlformats.org/officeDocument/2006/relationships/customXml" Target="../ink/ink153.xml"/><Relationship Id="rId347" Type="http://schemas.openxmlformats.org/officeDocument/2006/relationships/customXml" Target="../ink/ink174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customXml" Target="../ink/ink197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414" Type="http://schemas.openxmlformats.org/officeDocument/2006/relationships/image" Target="../media/image203.png"/><Relationship Id="rId456" Type="http://schemas.openxmlformats.org/officeDocument/2006/relationships/image" Target="../media/image218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image" Target="../media/image157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image" Target="../media/image178.png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customXml" Target="../ink/ink217.xml"/><Relationship Id="rId467" Type="http://schemas.openxmlformats.org/officeDocument/2006/relationships/customXml" Target="../ink/ink243.xml"/><Relationship Id="rId271" Type="http://schemas.openxmlformats.org/officeDocument/2006/relationships/customXml" Target="../ink/ink136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customXml" Target="../ink/ink164.xml"/><Relationship Id="rId369" Type="http://schemas.openxmlformats.org/officeDocument/2006/relationships/customXml" Target="../ink/ink185.xml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image" Target="../media/image187.png"/><Relationship Id="rId436" Type="http://schemas.openxmlformats.org/officeDocument/2006/relationships/image" Target="../media/image213.png"/><Relationship Id="rId240" Type="http://schemas.openxmlformats.org/officeDocument/2006/relationships/customXml" Target="../ink/ink120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image" Target="../media/image140.png"/><Relationship Id="rId338" Type="http://schemas.openxmlformats.org/officeDocument/2006/relationships/image" Target="../media/image168.png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customXml" Target="../ink/ink198.xml"/><Relationship Id="rId405" Type="http://schemas.openxmlformats.org/officeDocument/2006/relationships/customXml" Target="../ink/ink205.xml"/><Relationship Id="rId447" Type="http://schemas.openxmlformats.org/officeDocument/2006/relationships/customXml" Target="../ink/ink229.xml"/><Relationship Id="rId251" Type="http://schemas.openxmlformats.org/officeDocument/2006/relationships/image" Target="../media/image125.png"/><Relationship Id="rId46" Type="http://schemas.openxmlformats.org/officeDocument/2006/relationships/customXml" Target="../ink/ink23.xml"/><Relationship Id="rId293" Type="http://schemas.openxmlformats.org/officeDocument/2006/relationships/customXml" Target="../ink/ink147.xml"/><Relationship Id="rId307" Type="http://schemas.openxmlformats.org/officeDocument/2006/relationships/customXml" Target="../ink/ink154.xml"/><Relationship Id="rId349" Type="http://schemas.openxmlformats.org/officeDocument/2006/relationships/customXml" Target="../ink/ink175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image" Target="../media/image179.png"/><Relationship Id="rId416" Type="http://schemas.openxmlformats.org/officeDocument/2006/relationships/image" Target="../media/image204.png"/><Relationship Id="rId220" Type="http://schemas.openxmlformats.org/officeDocument/2006/relationships/customXml" Target="../ink/ink110.xml"/><Relationship Id="rId458" Type="http://schemas.openxmlformats.org/officeDocument/2006/relationships/image" Target="../media/image219.png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image" Target="../media/image130.png"/><Relationship Id="rId318" Type="http://schemas.openxmlformats.org/officeDocument/2006/relationships/image" Target="../media/image158.png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customXml" Target="../ink/ink186.xml"/><Relationship Id="rId427" Type="http://schemas.openxmlformats.org/officeDocument/2006/relationships/customXml" Target="../ink/ink218.xml"/><Relationship Id="rId469" Type="http://schemas.openxmlformats.org/officeDocument/2006/relationships/customXml" Target="../ink/ink244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customXml" Target="../ink/ink137.xml"/><Relationship Id="rId329" Type="http://schemas.openxmlformats.org/officeDocument/2006/relationships/customXml" Target="../ink/ink165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image" Target="../media/image169.png"/><Relationship Id="rId200" Type="http://schemas.openxmlformats.org/officeDocument/2006/relationships/customXml" Target="../ink/ink100.xml"/><Relationship Id="rId382" Type="http://schemas.openxmlformats.org/officeDocument/2006/relationships/image" Target="../media/image188.png"/><Relationship Id="rId438" Type="http://schemas.openxmlformats.org/officeDocument/2006/relationships/image" Target="../media/image214.png"/><Relationship Id="rId242" Type="http://schemas.openxmlformats.org/officeDocument/2006/relationships/customXml" Target="../ink/ink121.xml"/><Relationship Id="rId284" Type="http://schemas.openxmlformats.org/officeDocument/2006/relationships/image" Target="../media/image141.png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customXml" Target="../ink/ink176.xml"/><Relationship Id="rId393" Type="http://schemas.openxmlformats.org/officeDocument/2006/relationships/customXml" Target="../ink/ink199.xml"/><Relationship Id="rId407" Type="http://schemas.openxmlformats.org/officeDocument/2006/relationships/customXml" Target="../ink/ink206.xml"/><Relationship Id="rId449" Type="http://schemas.openxmlformats.org/officeDocument/2006/relationships/customXml" Target="../ink/ink231.xml"/><Relationship Id="rId211" Type="http://schemas.openxmlformats.org/officeDocument/2006/relationships/image" Target="../media/image105.png"/><Relationship Id="rId253" Type="http://schemas.openxmlformats.org/officeDocument/2006/relationships/image" Target="../media/image126.png"/><Relationship Id="rId295" Type="http://schemas.openxmlformats.org/officeDocument/2006/relationships/customXml" Target="../ink/ink148.xml"/><Relationship Id="rId309" Type="http://schemas.openxmlformats.org/officeDocument/2006/relationships/customXml" Target="../ink/ink155.xml"/><Relationship Id="rId460" Type="http://schemas.openxmlformats.org/officeDocument/2006/relationships/image" Target="../media/image220.png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image" Target="../media/image159.png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image" Target="../media/image180.png"/><Relationship Id="rId418" Type="http://schemas.openxmlformats.org/officeDocument/2006/relationships/customXml" Target="../ink/ink213.xml"/><Relationship Id="rId222" Type="http://schemas.openxmlformats.org/officeDocument/2006/relationships/customXml" Target="../ink/ink111.xml"/><Relationship Id="rId264" Type="http://schemas.openxmlformats.org/officeDocument/2006/relationships/image" Target="../media/image131.png"/><Relationship Id="rId471" Type="http://schemas.openxmlformats.org/officeDocument/2006/relationships/customXml" Target="../ink/ink245.xml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customXml" Target="../ink/ink166.xml"/><Relationship Id="rId373" Type="http://schemas.openxmlformats.org/officeDocument/2006/relationships/customXml" Target="../ink/ink187.xml"/><Relationship Id="rId429" Type="http://schemas.openxmlformats.org/officeDocument/2006/relationships/customXml" Target="../ink/ink219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6.png"/><Relationship Id="rId440" Type="http://schemas.openxmlformats.org/officeDocument/2006/relationships/image" Target="../media/image215.png"/><Relationship Id="rId28" Type="http://schemas.openxmlformats.org/officeDocument/2006/relationships/customXml" Target="../ink/ink14.xml"/><Relationship Id="rId275" Type="http://schemas.openxmlformats.org/officeDocument/2006/relationships/customXml" Target="../ink/ink138.xml"/><Relationship Id="rId300" Type="http://schemas.openxmlformats.org/officeDocument/2006/relationships/image" Target="../media/image149.png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8.png"/><Relationship Id="rId342" Type="http://schemas.openxmlformats.org/officeDocument/2006/relationships/image" Target="../media/image170.png"/><Relationship Id="rId384" Type="http://schemas.openxmlformats.org/officeDocument/2006/relationships/image" Target="../media/image189.png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19.png"/><Relationship Id="rId286" Type="http://schemas.openxmlformats.org/officeDocument/2006/relationships/image" Target="../media/image142.png"/><Relationship Id="rId451" Type="http://schemas.openxmlformats.org/officeDocument/2006/relationships/customXml" Target="../ink/ink233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customXml" Target="../ink/ink156.xml"/><Relationship Id="rId353" Type="http://schemas.openxmlformats.org/officeDocument/2006/relationships/customXml" Target="../ink/ink177.xml"/><Relationship Id="rId395" Type="http://schemas.openxmlformats.org/officeDocument/2006/relationships/customXml" Target="../ink/ink200.xml"/><Relationship Id="rId409" Type="http://schemas.openxmlformats.org/officeDocument/2006/relationships/customXml" Target="../ink/ink207.xml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420" Type="http://schemas.openxmlformats.org/officeDocument/2006/relationships/image" Target="../media/image205.png"/><Relationship Id="rId255" Type="http://schemas.openxmlformats.org/officeDocument/2006/relationships/image" Target="../media/image127.png"/><Relationship Id="rId297" Type="http://schemas.openxmlformats.org/officeDocument/2006/relationships/customXml" Target="../ink/ink149.xml"/><Relationship Id="rId462" Type="http://schemas.openxmlformats.org/officeDocument/2006/relationships/image" Target="../media/image221.png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image" Target="../media/image160.png"/><Relationship Id="rId364" Type="http://schemas.openxmlformats.org/officeDocument/2006/relationships/image" Target="../media/image181.png"/><Relationship Id="rId61" Type="http://schemas.openxmlformats.org/officeDocument/2006/relationships/image" Target="../media/image30.png"/><Relationship Id="rId199" Type="http://schemas.openxmlformats.org/officeDocument/2006/relationships/image" Target="../media/image99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82.png"/><Relationship Id="rId21" Type="http://schemas.openxmlformats.org/officeDocument/2006/relationships/image" Target="../media/image236.png"/><Relationship Id="rId42" Type="http://schemas.openxmlformats.org/officeDocument/2006/relationships/customXml" Target="../ink/ink266.xml"/><Relationship Id="rId63" Type="http://schemas.openxmlformats.org/officeDocument/2006/relationships/image" Target="../media/image257.png"/><Relationship Id="rId84" Type="http://schemas.openxmlformats.org/officeDocument/2006/relationships/customXml" Target="../ink/ink287.xml"/><Relationship Id="rId138" Type="http://schemas.openxmlformats.org/officeDocument/2006/relationships/image" Target="../media/image291.png"/><Relationship Id="rId159" Type="http://schemas.openxmlformats.org/officeDocument/2006/relationships/customXml" Target="../ink/ink326.xml"/><Relationship Id="rId170" Type="http://schemas.openxmlformats.org/officeDocument/2006/relationships/image" Target="../media/image307.png"/><Relationship Id="rId191" Type="http://schemas.openxmlformats.org/officeDocument/2006/relationships/image" Target="../media/image316.png"/><Relationship Id="rId205" Type="http://schemas.openxmlformats.org/officeDocument/2006/relationships/customXml" Target="../ink/ink351.xml"/><Relationship Id="rId226" Type="http://schemas.openxmlformats.org/officeDocument/2006/relationships/customXml" Target="../ink/ink362.xml"/><Relationship Id="rId247" Type="http://schemas.openxmlformats.org/officeDocument/2006/relationships/image" Target="../media/image343.png"/><Relationship Id="rId107" Type="http://schemas.openxmlformats.org/officeDocument/2006/relationships/image" Target="../media/image278.png"/><Relationship Id="rId11" Type="http://schemas.openxmlformats.org/officeDocument/2006/relationships/image" Target="../media/image231.png"/><Relationship Id="rId32" Type="http://schemas.openxmlformats.org/officeDocument/2006/relationships/customXml" Target="../ink/ink261.xml"/><Relationship Id="rId53" Type="http://schemas.openxmlformats.org/officeDocument/2006/relationships/image" Target="../media/image252.png"/><Relationship Id="rId74" Type="http://schemas.openxmlformats.org/officeDocument/2006/relationships/customXml" Target="../ink/ink282.xml"/><Relationship Id="rId128" Type="http://schemas.openxmlformats.org/officeDocument/2006/relationships/customXml" Target="../ink/ink309.xml"/><Relationship Id="rId149" Type="http://schemas.openxmlformats.org/officeDocument/2006/relationships/customXml" Target="../ink/ink321.xml"/><Relationship Id="rId5" Type="http://schemas.openxmlformats.org/officeDocument/2006/relationships/image" Target="../media/image228.png"/><Relationship Id="rId95" Type="http://schemas.openxmlformats.org/officeDocument/2006/relationships/image" Target="../media/image272.png"/><Relationship Id="rId160" Type="http://schemas.openxmlformats.org/officeDocument/2006/relationships/image" Target="../media/image302.png"/><Relationship Id="rId181" Type="http://schemas.openxmlformats.org/officeDocument/2006/relationships/customXml" Target="../ink/ink338.xml"/><Relationship Id="rId216" Type="http://schemas.openxmlformats.org/officeDocument/2006/relationships/customXml" Target="../ink/ink357.xml"/><Relationship Id="rId237" Type="http://schemas.openxmlformats.org/officeDocument/2006/relationships/image" Target="../media/image338.png"/><Relationship Id="rId22" Type="http://schemas.openxmlformats.org/officeDocument/2006/relationships/customXml" Target="../ink/ink256.xml"/><Relationship Id="rId43" Type="http://schemas.openxmlformats.org/officeDocument/2006/relationships/image" Target="../media/image247.png"/><Relationship Id="rId64" Type="http://schemas.openxmlformats.org/officeDocument/2006/relationships/customXml" Target="../ink/ink277.xml"/><Relationship Id="rId118" Type="http://schemas.openxmlformats.org/officeDocument/2006/relationships/customXml" Target="../ink/ink304.xml"/><Relationship Id="rId139" Type="http://schemas.openxmlformats.org/officeDocument/2006/relationships/customXml" Target="../ink/ink316.xml"/><Relationship Id="rId85" Type="http://schemas.openxmlformats.org/officeDocument/2006/relationships/image" Target="../media/image268.png"/><Relationship Id="rId150" Type="http://schemas.openxmlformats.org/officeDocument/2006/relationships/image" Target="../media/image297.png"/><Relationship Id="rId171" Type="http://schemas.openxmlformats.org/officeDocument/2006/relationships/customXml" Target="../ink/ink332.xml"/><Relationship Id="rId192" Type="http://schemas.openxmlformats.org/officeDocument/2006/relationships/customXml" Target="../ink/ink344.xml"/><Relationship Id="rId206" Type="http://schemas.openxmlformats.org/officeDocument/2006/relationships/image" Target="../media/image323.png"/><Relationship Id="rId227" Type="http://schemas.openxmlformats.org/officeDocument/2006/relationships/image" Target="../media/image333.png"/><Relationship Id="rId248" Type="http://schemas.openxmlformats.org/officeDocument/2006/relationships/customXml" Target="../ink/ink373.xml"/><Relationship Id="rId12" Type="http://schemas.openxmlformats.org/officeDocument/2006/relationships/customXml" Target="../ink/ink251.xml"/><Relationship Id="rId33" Type="http://schemas.openxmlformats.org/officeDocument/2006/relationships/image" Target="../media/image242.png"/><Relationship Id="rId108" Type="http://schemas.openxmlformats.org/officeDocument/2006/relationships/customXml" Target="../ink/ink299.xml"/><Relationship Id="rId129" Type="http://schemas.openxmlformats.org/officeDocument/2006/relationships/customXml" Target="../ink/ink310.xml"/><Relationship Id="rId54" Type="http://schemas.openxmlformats.org/officeDocument/2006/relationships/customXml" Target="../ink/ink272.xml"/><Relationship Id="rId75" Type="http://schemas.openxmlformats.org/officeDocument/2006/relationships/image" Target="../media/image263.png"/><Relationship Id="rId96" Type="http://schemas.openxmlformats.org/officeDocument/2006/relationships/customXml" Target="../ink/ink293.xml"/><Relationship Id="rId140" Type="http://schemas.openxmlformats.org/officeDocument/2006/relationships/image" Target="../media/image292.png"/><Relationship Id="rId161" Type="http://schemas.openxmlformats.org/officeDocument/2006/relationships/customXml" Target="../ink/ink327.xml"/><Relationship Id="rId182" Type="http://schemas.openxmlformats.org/officeDocument/2006/relationships/customXml" Target="../ink/ink339.xml"/><Relationship Id="rId217" Type="http://schemas.openxmlformats.org/officeDocument/2006/relationships/image" Target="../media/image328.png"/><Relationship Id="rId6" Type="http://schemas.openxmlformats.org/officeDocument/2006/relationships/customXml" Target="../ink/ink248.xml"/><Relationship Id="rId238" Type="http://schemas.openxmlformats.org/officeDocument/2006/relationships/customXml" Target="../ink/ink368.xml"/><Relationship Id="rId23" Type="http://schemas.openxmlformats.org/officeDocument/2006/relationships/image" Target="../media/image237.png"/><Relationship Id="rId119" Type="http://schemas.openxmlformats.org/officeDocument/2006/relationships/image" Target="../media/image283.png"/><Relationship Id="rId44" Type="http://schemas.openxmlformats.org/officeDocument/2006/relationships/customXml" Target="../ink/ink267.xml"/><Relationship Id="rId65" Type="http://schemas.openxmlformats.org/officeDocument/2006/relationships/image" Target="../media/image258.png"/><Relationship Id="rId86" Type="http://schemas.openxmlformats.org/officeDocument/2006/relationships/customXml" Target="../ink/ink288.xml"/><Relationship Id="rId130" Type="http://schemas.openxmlformats.org/officeDocument/2006/relationships/customXml" Target="../ink/ink311.xml"/><Relationship Id="rId151" Type="http://schemas.openxmlformats.org/officeDocument/2006/relationships/customXml" Target="../ink/ink322.xml"/><Relationship Id="rId172" Type="http://schemas.openxmlformats.org/officeDocument/2006/relationships/image" Target="../media/image308.png"/><Relationship Id="rId193" Type="http://schemas.openxmlformats.org/officeDocument/2006/relationships/image" Target="../media/image317.png"/><Relationship Id="rId207" Type="http://schemas.openxmlformats.org/officeDocument/2006/relationships/customXml" Target="../ink/ink352.xml"/><Relationship Id="rId228" Type="http://schemas.openxmlformats.org/officeDocument/2006/relationships/customXml" Target="../ink/ink363.xml"/><Relationship Id="rId249" Type="http://schemas.openxmlformats.org/officeDocument/2006/relationships/image" Target="../media/image344.png"/><Relationship Id="rId13" Type="http://schemas.openxmlformats.org/officeDocument/2006/relationships/image" Target="../media/image232.png"/><Relationship Id="rId109" Type="http://schemas.openxmlformats.org/officeDocument/2006/relationships/image" Target="../media/image199.png"/><Relationship Id="rId34" Type="http://schemas.openxmlformats.org/officeDocument/2006/relationships/customXml" Target="../ink/ink262.xml"/><Relationship Id="rId55" Type="http://schemas.openxmlformats.org/officeDocument/2006/relationships/image" Target="../media/image253.png"/><Relationship Id="rId76" Type="http://schemas.openxmlformats.org/officeDocument/2006/relationships/customXml" Target="../ink/ink283.xml"/><Relationship Id="rId97" Type="http://schemas.openxmlformats.org/officeDocument/2006/relationships/image" Target="../media/image273.png"/><Relationship Id="rId120" Type="http://schemas.openxmlformats.org/officeDocument/2006/relationships/customXml" Target="../ink/ink305.xml"/><Relationship Id="rId141" Type="http://schemas.openxmlformats.org/officeDocument/2006/relationships/customXml" Target="../ink/ink317.xml"/><Relationship Id="rId7" Type="http://schemas.openxmlformats.org/officeDocument/2006/relationships/image" Target="../media/image229.png"/><Relationship Id="rId162" Type="http://schemas.openxmlformats.org/officeDocument/2006/relationships/image" Target="../media/image303.png"/><Relationship Id="rId183" Type="http://schemas.openxmlformats.org/officeDocument/2006/relationships/image" Target="../media/image312.png"/><Relationship Id="rId218" Type="http://schemas.openxmlformats.org/officeDocument/2006/relationships/customXml" Target="../ink/ink358.xml"/><Relationship Id="rId239" Type="http://schemas.openxmlformats.org/officeDocument/2006/relationships/image" Target="../media/image339.png"/><Relationship Id="rId250" Type="http://schemas.openxmlformats.org/officeDocument/2006/relationships/customXml" Target="../ink/ink374.xml"/><Relationship Id="rId24" Type="http://schemas.openxmlformats.org/officeDocument/2006/relationships/customXml" Target="../ink/ink257.xml"/><Relationship Id="rId45" Type="http://schemas.openxmlformats.org/officeDocument/2006/relationships/image" Target="../media/image248.png"/><Relationship Id="rId66" Type="http://schemas.openxmlformats.org/officeDocument/2006/relationships/customXml" Target="../ink/ink278.xml"/><Relationship Id="rId87" Type="http://schemas.openxmlformats.org/officeDocument/2006/relationships/image" Target="../media/image269.png"/><Relationship Id="rId110" Type="http://schemas.openxmlformats.org/officeDocument/2006/relationships/customXml" Target="../ink/ink300.xml"/><Relationship Id="rId131" Type="http://schemas.openxmlformats.org/officeDocument/2006/relationships/customXml" Target="../ink/ink312.xml"/><Relationship Id="rId152" Type="http://schemas.openxmlformats.org/officeDocument/2006/relationships/image" Target="../media/image298.png"/><Relationship Id="rId173" Type="http://schemas.openxmlformats.org/officeDocument/2006/relationships/customXml" Target="../ink/ink333.xml"/><Relationship Id="rId194" Type="http://schemas.openxmlformats.org/officeDocument/2006/relationships/customXml" Target="../ink/ink345.xml"/><Relationship Id="rId208" Type="http://schemas.openxmlformats.org/officeDocument/2006/relationships/image" Target="../media/image324.png"/><Relationship Id="rId229" Type="http://schemas.openxmlformats.org/officeDocument/2006/relationships/image" Target="../media/image334.png"/><Relationship Id="rId240" Type="http://schemas.openxmlformats.org/officeDocument/2006/relationships/customXml" Target="../ink/ink369.xml"/><Relationship Id="rId14" Type="http://schemas.openxmlformats.org/officeDocument/2006/relationships/customXml" Target="../ink/ink252.xml"/><Relationship Id="rId35" Type="http://schemas.openxmlformats.org/officeDocument/2006/relationships/image" Target="../media/image243.png"/><Relationship Id="rId56" Type="http://schemas.openxmlformats.org/officeDocument/2006/relationships/customXml" Target="../ink/ink273.xml"/><Relationship Id="rId77" Type="http://schemas.openxmlformats.org/officeDocument/2006/relationships/image" Target="../media/image264.png"/><Relationship Id="rId100" Type="http://schemas.openxmlformats.org/officeDocument/2006/relationships/customXml" Target="../ink/ink295.xml"/><Relationship Id="rId8" Type="http://schemas.openxmlformats.org/officeDocument/2006/relationships/customXml" Target="../ink/ink249.xml"/><Relationship Id="rId98" Type="http://schemas.openxmlformats.org/officeDocument/2006/relationships/customXml" Target="../ink/ink294.xml"/><Relationship Id="rId121" Type="http://schemas.openxmlformats.org/officeDocument/2006/relationships/image" Target="../media/image284.png"/><Relationship Id="rId142" Type="http://schemas.openxmlformats.org/officeDocument/2006/relationships/image" Target="../media/image293.png"/><Relationship Id="rId163" Type="http://schemas.openxmlformats.org/officeDocument/2006/relationships/customXml" Target="../ink/ink328.xml"/><Relationship Id="rId184" Type="http://schemas.openxmlformats.org/officeDocument/2006/relationships/customXml" Target="../ink/ink340.xml"/><Relationship Id="rId219" Type="http://schemas.openxmlformats.org/officeDocument/2006/relationships/image" Target="../media/image329.png"/><Relationship Id="rId230" Type="http://schemas.openxmlformats.org/officeDocument/2006/relationships/customXml" Target="../ink/ink364.xml"/><Relationship Id="rId251" Type="http://schemas.openxmlformats.org/officeDocument/2006/relationships/image" Target="../media/image345.png"/><Relationship Id="rId25" Type="http://schemas.openxmlformats.org/officeDocument/2006/relationships/image" Target="../media/image238.png"/><Relationship Id="rId46" Type="http://schemas.openxmlformats.org/officeDocument/2006/relationships/customXml" Target="../ink/ink268.xml"/><Relationship Id="rId67" Type="http://schemas.openxmlformats.org/officeDocument/2006/relationships/image" Target="../media/image259.png"/><Relationship Id="rId88" Type="http://schemas.openxmlformats.org/officeDocument/2006/relationships/customXml" Target="../ink/ink289.xml"/><Relationship Id="rId111" Type="http://schemas.openxmlformats.org/officeDocument/2006/relationships/image" Target="../media/image279.png"/><Relationship Id="rId132" Type="http://schemas.openxmlformats.org/officeDocument/2006/relationships/image" Target="../media/image288.png"/><Relationship Id="rId153" Type="http://schemas.openxmlformats.org/officeDocument/2006/relationships/customXml" Target="../ink/ink323.xml"/><Relationship Id="rId174" Type="http://schemas.openxmlformats.org/officeDocument/2006/relationships/customXml" Target="../ink/ink334.xml"/><Relationship Id="rId195" Type="http://schemas.openxmlformats.org/officeDocument/2006/relationships/image" Target="../media/image318.png"/><Relationship Id="rId209" Type="http://schemas.openxmlformats.org/officeDocument/2006/relationships/customXml" Target="../ink/ink353.xml"/><Relationship Id="rId220" Type="http://schemas.openxmlformats.org/officeDocument/2006/relationships/customXml" Target="../ink/ink359.xml"/><Relationship Id="rId241" Type="http://schemas.openxmlformats.org/officeDocument/2006/relationships/image" Target="../media/image340.png"/><Relationship Id="rId15" Type="http://schemas.openxmlformats.org/officeDocument/2006/relationships/image" Target="../media/image233.png"/><Relationship Id="rId36" Type="http://schemas.openxmlformats.org/officeDocument/2006/relationships/customXml" Target="../ink/ink263.xml"/><Relationship Id="rId57" Type="http://schemas.openxmlformats.org/officeDocument/2006/relationships/image" Target="../media/image254.png"/><Relationship Id="rId78" Type="http://schemas.openxmlformats.org/officeDocument/2006/relationships/customXml" Target="../ink/ink284.xml"/><Relationship Id="rId99" Type="http://schemas.openxmlformats.org/officeDocument/2006/relationships/image" Target="../media/image274.png"/><Relationship Id="rId101" Type="http://schemas.openxmlformats.org/officeDocument/2006/relationships/image" Target="../media/image275.png"/><Relationship Id="rId122" Type="http://schemas.openxmlformats.org/officeDocument/2006/relationships/customXml" Target="../ink/ink306.xml"/><Relationship Id="rId143" Type="http://schemas.openxmlformats.org/officeDocument/2006/relationships/customXml" Target="../ink/ink318.xml"/><Relationship Id="rId164" Type="http://schemas.openxmlformats.org/officeDocument/2006/relationships/image" Target="../media/image304.png"/><Relationship Id="rId185" Type="http://schemas.openxmlformats.org/officeDocument/2006/relationships/image" Target="../media/image313.png"/><Relationship Id="rId9" Type="http://schemas.openxmlformats.org/officeDocument/2006/relationships/image" Target="../media/image230.png"/><Relationship Id="rId210" Type="http://schemas.openxmlformats.org/officeDocument/2006/relationships/image" Target="../media/image325.png"/><Relationship Id="rId26" Type="http://schemas.openxmlformats.org/officeDocument/2006/relationships/customXml" Target="../ink/ink258.xml"/><Relationship Id="rId231" Type="http://schemas.openxmlformats.org/officeDocument/2006/relationships/image" Target="../media/image335.png"/><Relationship Id="rId252" Type="http://schemas.openxmlformats.org/officeDocument/2006/relationships/customXml" Target="../ink/ink375.xml"/><Relationship Id="rId47" Type="http://schemas.openxmlformats.org/officeDocument/2006/relationships/image" Target="../media/image249.png"/><Relationship Id="rId68" Type="http://schemas.openxmlformats.org/officeDocument/2006/relationships/customXml" Target="../ink/ink279.xml"/><Relationship Id="rId89" Type="http://schemas.openxmlformats.org/officeDocument/2006/relationships/image" Target="../media/image270.png"/><Relationship Id="rId112" Type="http://schemas.openxmlformats.org/officeDocument/2006/relationships/customXml" Target="../ink/ink301.xml"/><Relationship Id="rId133" Type="http://schemas.openxmlformats.org/officeDocument/2006/relationships/customXml" Target="../ink/ink313.xml"/><Relationship Id="rId154" Type="http://schemas.openxmlformats.org/officeDocument/2006/relationships/image" Target="../media/image299.png"/><Relationship Id="rId175" Type="http://schemas.openxmlformats.org/officeDocument/2006/relationships/customXml" Target="../ink/ink335.xml"/><Relationship Id="rId196" Type="http://schemas.openxmlformats.org/officeDocument/2006/relationships/customXml" Target="../ink/ink346.xml"/><Relationship Id="rId200" Type="http://schemas.openxmlformats.org/officeDocument/2006/relationships/customXml" Target="../ink/ink348.xml"/><Relationship Id="rId16" Type="http://schemas.openxmlformats.org/officeDocument/2006/relationships/customXml" Target="../ink/ink253.xml"/><Relationship Id="rId221" Type="http://schemas.openxmlformats.org/officeDocument/2006/relationships/image" Target="../media/image330.png"/><Relationship Id="rId242" Type="http://schemas.openxmlformats.org/officeDocument/2006/relationships/customXml" Target="../ink/ink370.xml"/><Relationship Id="rId37" Type="http://schemas.openxmlformats.org/officeDocument/2006/relationships/image" Target="../media/image244.png"/><Relationship Id="rId58" Type="http://schemas.openxmlformats.org/officeDocument/2006/relationships/customXml" Target="../ink/ink274.xml"/><Relationship Id="rId79" Type="http://schemas.openxmlformats.org/officeDocument/2006/relationships/image" Target="../media/image265.png"/><Relationship Id="rId102" Type="http://schemas.openxmlformats.org/officeDocument/2006/relationships/customXml" Target="../ink/ink296.xml"/><Relationship Id="rId123" Type="http://schemas.openxmlformats.org/officeDocument/2006/relationships/image" Target="../media/image285.png"/><Relationship Id="rId144" Type="http://schemas.openxmlformats.org/officeDocument/2006/relationships/image" Target="../media/image294.png"/><Relationship Id="rId90" Type="http://schemas.openxmlformats.org/officeDocument/2006/relationships/customXml" Target="../ink/ink290.xml"/><Relationship Id="rId165" Type="http://schemas.openxmlformats.org/officeDocument/2006/relationships/customXml" Target="../ink/ink329.xml"/><Relationship Id="rId186" Type="http://schemas.openxmlformats.org/officeDocument/2006/relationships/customXml" Target="../ink/ink341.xml"/><Relationship Id="rId211" Type="http://schemas.openxmlformats.org/officeDocument/2006/relationships/customXml" Target="../ink/ink354.xml"/><Relationship Id="rId232" Type="http://schemas.openxmlformats.org/officeDocument/2006/relationships/customXml" Target="../ink/ink365.xml"/><Relationship Id="rId253" Type="http://schemas.openxmlformats.org/officeDocument/2006/relationships/image" Target="../media/image346.png"/><Relationship Id="rId27" Type="http://schemas.openxmlformats.org/officeDocument/2006/relationships/image" Target="../media/image239.png"/><Relationship Id="rId48" Type="http://schemas.openxmlformats.org/officeDocument/2006/relationships/customXml" Target="../ink/ink269.xml"/><Relationship Id="rId69" Type="http://schemas.openxmlformats.org/officeDocument/2006/relationships/image" Target="../media/image260.png"/><Relationship Id="rId113" Type="http://schemas.openxmlformats.org/officeDocument/2006/relationships/image" Target="../media/image280.png"/><Relationship Id="rId134" Type="http://schemas.openxmlformats.org/officeDocument/2006/relationships/image" Target="../media/image289.png"/><Relationship Id="rId80" Type="http://schemas.openxmlformats.org/officeDocument/2006/relationships/customXml" Target="../ink/ink285.xml"/><Relationship Id="rId155" Type="http://schemas.openxmlformats.org/officeDocument/2006/relationships/customXml" Target="../ink/ink324.xml"/><Relationship Id="rId176" Type="http://schemas.openxmlformats.org/officeDocument/2006/relationships/image" Target="../media/image309.png"/><Relationship Id="rId197" Type="http://schemas.openxmlformats.org/officeDocument/2006/relationships/image" Target="../media/image319.png"/><Relationship Id="rId201" Type="http://schemas.openxmlformats.org/officeDocument/2006/relationships/image" Target="../media/image321.png"/><Relationship Id="rId222" Type="http://schemas.openxmlformats.org/officeDocument/2006/relationships/customXml" Target="../ink/ink360.xml"/><Relationship Id="rId243" Type="http://schemas.openxmlformats.org/officeDocument/2006/relationships/image" Target="../media/image341.png"/><Relationship Id="rId17" Type="http://schemas.openxmlformats.org/officeDocument/2006/relationships/image" Target="../media/image234.png"/><Relationship Id="rId38" Type="http://schemas.openxmlformats.org/officeDocument/2006/relationships/customXml" Target="../ink/ink264.xml"/><Relationship Id="rId59" Type="http://schemas.openxmlformats.org/officeDocument/2006/relationships/image" Target="../media/image255.png"/><Relationship Id="rId103" Type="http://schemas.openxmlformats.org/officeDocument/2006/relationships/image" Target="../media/image276.png"/><Relationship Id="rId124" Type="http://schemas.openxmlformats.org/officeDocument/2006/relationships/customXml" Target="../ink/ink307.xml"/><Relationship Id="rId70" Type="http://schemas.openxmlformats.org/officeDocument/2006/relationships/customXml" Target="../ink/ink280.xml"/><Relationship Id="rId91" Type="http://schemas.openxmlformats.org/officeDocument/2006/relationships/image" Target="../media/image271.png"/><Relationship Id="rId145" Type="http://schemas.openxmlformats.org/officeDocument/2006/relationships/customXml" Target="../ink/ink319.xml"/><Relationship Id="rId166" Type="http://schemas.openxmlformats.org/officeDocument/2006/relationships/image" Target="../media/image305.png"/><Relationship Id="rId187" Type="http://schemas.openxmlformats.org/officeDocument/2006/relationships/image" Target="../media/image314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326.png"/><Relationship Id="rId233" Type="http://schemas.openxmlformats.org/officeDocument/2006/relationships/image" Target="../media/image336.png"/><Relationship Id="rId254" Type="http://schemas.openxmlformats.org/officeDocument/2006/relationships/customXml" Target="../ink/ink376.xml"/><Relationship Id="rId28" Type="http://schemas.openxmlformats.org/officeDocument/2006/relationships/customXml" Target="../ink/ink259.xml"/><Relationship Id="rId49" Type="http://schemas.openxmlformats.org/officeDocument/2006/relationships/image" Target="../media/image250.png"/><Relationship Id="rId114" Type="http://schemas.openxmlformats.org/officeDocument/2006/relationships/customXml" Target="../ink/ink302.xml"/><Relationship Id="rId60" Type="http://schemas.openxmlformats.org/officeDocument/2006/relationships/customXml" Target="../ink/ink275.xml"/><Relationship Id="rId81" Type="http://schemas.openxmlformats.org/officeDocument/2006/relationships/image" Target="../media/image266.png"/><Relationship Id="rId135" Type="http://schemas.openxmlformats.org/officeDocument/2006/relationships/customXml" Target="../ink/ink314.xml"/><Relationship Id="rId156" Type="http://schemas.openxmlformats.org/officeDocument/2006/relationships/image" Target="../media/image300.png"/><Relationship Id="rId177" Type="http://schemas.openxmlformats.org/officeDocument/2006/relationships/customXml" Target="../ink/ink336.xml"/><Relationship Id="rId198" Type="http://schemas.openxmlformats.org/officeDocument/2006/relationships/customXml" Target="../ink/ink347.xml"/><Relationship Id="rId202" Type="http://schemas.openxmlformats.org/officeDocument/2006/relationships/customXml" Target="../ink/ink349.xml"/><Relationship Id="rId223" Type="http://schemas.openxmlformats.org/officeDocument/2006/relationships/image" Target="../media/image331.png"/><Relationship Id="rId244" Type="http://schemas.openxmlformats.org/officeDocument/2006/relationships/customXml" Target="../ink/ink371.xml"/><Relationship Id="rId18" Type="http://schemas.openxmlformats.org/officeDocument/2006/relationships/customXml" Target="../ink/ink254.xml"/><Relationship Id="rId39" Type="http://schemas.openxmlformats.org/officeDocument/2006/relationships/image" Target="../media/image245.png"/><Relationship Id="rId50" Type="http://schemas.openxmlformats.org/officeDocument/2006/relationships/customXml" Target="../ink/ink270.xml"/><Relationship Id="rId104" Type="http://schemas.openxmlformats.org/officeDocument/2006/relationships/customXml" Target="../ink/ink297.xml"/><Relationship Id="rId125" Type="http://schemas.openxmlformats.org/officeDocument/2006/relationships/image" Target="../media/image286.png"/><Relationship Id="rId146" Type="http://schemas.openxmlformats.org/officeDocument/2006/relationships/image" Target="../media/image295.png"/><Relationship Id="rId167" Type="http://schemas.openxmlformats.org/officeDocument/2006/relationships/customXml" Target="../ink/ink330.xml"/><Relationship Id="rId188" Type="http://schemas.openxmlformats.org/officeDocument/2006/relationships/customXml" Target="../ink/ink342.xml"/><Relationship Id="rId71" Type="http://schemas.openxmlformats.org/officeDocument/2006/relationships/image" Target="../media/image261.png"/><Relationship Id="rId92" Type="http://schemas.openxmlformats.org/officeDocument/2006/relationships/customXml" Target="../ink/ink291.xml"/><Relationship Id="rId213" Type="http://schemas.openxmlformats.org/officeDocument/2006/relationships/customXml" Target="../ink/ink355.xml"/><Relationship Id="rId234" Type="http://schemas.openxmlformats.org/officeDocument/2006/relationships/customXml" Target="../ink/ink366.xml"/><Relationship Id="rId2" Type="http://schemas.openxmlformats.org/officeDocument/2006/relationships/customXml" Target="../ink/ink246.xml"/><Relationship Id="rId29" Type="http://schemas.openxmlformats.org/officeDocument/2006/relationships/image" Target="../media/image240.png"/><Relationship Id="rId255" Type="http://schemas.openxmlformats.org/officeDocument/2006/relationships/image" Target="../media/image347.png"/><Relationship Id="rId40" Type="http://schemas.openxmlformats.org/officeDocument/2006/relationships/customXml" Target="../ink/ink265.xml"/><Relationship Id="rId115" Type="http://schemas.openxmlformats.org/officeDocument/2006/relationships/image" Target="../media/image281.png"/><Relationship Id="rId136" Type="http://schemas.openxmlformats.org/officeDocument/2006/relationships/image" Target="../media/image290.png"/><Relationship Id="rId157" Type="http://schemas.openxmlformats.org/officeDocument/2006/relationships/customXml" Target="../ink/ink325.xml"/><Relationship Id="rId178" Type="http://schemas.openxmlformats.org/officeDocument/2006/relationships/image" Target="../media/image310.png"/><Relationship Id="rId61" Type="http://schemas.openxmlformats.org/officeDocument/2006/relationships/image" Target="../media/image256.png"/><Relationship Id="rId82" Type="http://schemas.openxmlformats.org/officeDocument/2006/relationships/customXml" Target="../ink/ink286.xml"/><Relationship Id="rId199" Type="http://schemas.openxmlformats.org/officeDocument/2006/relationships/image" Target="../media/image320.png"/><Relationship Id="rId203" Type="http://schemas.openxmlformats.org/officeDocument/2006/relationships/image" Target="../media/image322.png"/><Relationship Id="rId19" Type="http://schemas.openxmlformats.org/officeDocument/2006/relationships/image" Target="../media/image235.png"/><Relationship Id="rId224" Type="http://schemas.openxmlformats.org/officeDocument/2006/relationships/customXml" Target="../ink/ink361.xml"/><Relationship Id="rId245" Type="http://schemas.openxmlformats.org/officeDocument/2006/relationships/image" Target="../media/image342.png"/><Relationship Id="rId30" Type="http://schemas.openxmlformats.org/officeDocument/2006/relationships/customXml" Target="../ink/ink260.xml"/><Relationship Id="rId105" Type="http://schemas.openxmlformats.org/officeDocument/2006/relationships/image" Target="../media/image277.png"/><Relationship Id="rId126" Type="http://schemas.openxmlformats.org/officeDocument/2006/relationships/customXml" Target="../ink/ink308.xml"/><Relationship Id="rId147" Type="http://schemas.openxmlformats.org/officeDocument/2006/relationships/customXml" Target="../ink/ink320.xml"/><Relationship Id="rId168" Type="http://schemas.openxmlformats.org/officeDocument/2006/relationships/image" Target="../media/image306.png"/><Relationship Id="rId51" Type="http://schemas.openxmlformats.org/officeDocument/2006/relationships/image" Target="../media/image251.png"/><Relationship Id="rId72" Type="http://schemas.openxmlformats.org/officeDocument/2006/relationships/customXml" Target="../ink/ink281.xml"/><Relationship Id="rId93" Type="http://schemas.openxmlformats.org/officeDocument/2006/relationships/image" Target="../media/image200.png"/><Relationship Id="rId189" Type="http://schemas.openxmlformats.org/officeDocument/2006/relationships/image" Target="../media/image315.png"/><Relationship Id="rId3" Type="http://schemas.openxmlformats.org/officeDocument/2006/relationships/image" Target="../media/image227.png"/><Relationship Id="rId214" Type="http://schemas.openxmlformats.org/officeDocument/2006/relationships/customXml" Target="../ink/ink356.xml"/><Relationship Id="rId235" Type="http://schemas.openxmlformats.org/officeDocument/2006/relationships/image" Target="../media/image337.png"/><Relationship Id="rId256" Type="http://schemas.openxmlformats.org/officeDocument/2006/relationships/customXml" Target="../ink/ink377.xml"/><Relationship Id="rId116" Type="http://schemas.openxmlformats.org/officeDocument/2006/relationships/customXml" Target="../ink/ink303.xml"/><Relationship Id="rId137" Type="http://schemas.openxmlformats.org/officeDocument/2006/relationships/customXml" Target="../ink/ink315.xml"/><Relationship Id="rId158" Type="http://schemas.openxmlformats.org/officeDocument/2006/relationships/image" Target="../media/image301.png"/><Relationship Id="rId20" Type="http://schemas.openxmlformats.org/officeDocument/2006/relationships/customXml" Target="../ink/ink255.xml"/><Relationship Id="rId41" Type="http://schemas.openxmlformats.org/officeDocument/2006/relationships/image" Target="../media/image246.png"/><Relationship Id="rId62" Type="http://schemas.openxmlformats.org/officeDocument/2006/relationships/customXml" Target="../ink/ink276.xml"/><Relationship Id="rId83" Type="http://schemas.openxmlformats.org/officeDocument/2006/relationships/image" Target="../media/image267.png"/><Relationship Id="rId179" Type="http://schemas.openxmlformats.org/officeDocument/2006/relationships/customXml" Target="../ink/ink337.xml"/><Relationship Id="rId190" Type="http://schemas.openxmlformats.org/officeDocument/2006/relationships/customXml" Target="../ink/ink343.xml"/><Relationship Id="rId204" Type="http://schemas.openxmlformats.org/officeDocument/2006/relationships/customXml" Target="../ink/ink350.xml"/><Relationship Id="rId225" Type="http://schemas.openxmlformats.org/officeDocument/2006/relationships/image" Target="../media/image332.png"/><Relationship Id="rId246" Type="http://schemas.openxmlformats.org/officeDocument/2006/relationships/customXml" Target="../ink/ink372.xml"/><Relationship Id="rId106" Type="http://schemas.openxmlformats.org/officeDocument/2006/relationships/customXml" Target="../ink/ink298.xml"/><Relationship Id="rId127" Type="http://schemas.openxmlformats.org/officeDocument/2006/relationships/image" Target="../media/image287.png"/><Relationship Id="rId10" Type="http://schemas.openxmlformats.org/officeDocument/2006/relationships/customXml" Target="../ink/ink250.xml"/><Relationship Id="rId31" Type="http://schemas.openxmlformats.org/officeDocument/2006/relationships/image" Target="../media/image241.png"/><Relationship Id="rId52" Type="http://schemas.openxmlformats.org/officeDocument/2006/relationships/customXml" Target="../ink/ink271.xml"/><Relationship Id="rId73" Type="http://schemas.openxmlformats.org/officeDocument/2006/relationships/image" Target="../media/image262.png"/><Relationship Id="rId94" Type="http://schemas.openxmlformats.org/officeDocument/2006/relationships/customXml" Target="../ink/ink292.xml"/><Relationship Id="rId148" Type="http://schemas.openxmlformats.org/officeDocument/2006/relationships/image" Target="../media/image296.png"/><Relationship Id="rId169" Type="http://schemas.openxmlformats.org/officeDocument/2006/relationships/customXml" Target="../ink/ink331.xml"/><Relationship Id="rId4" Type="http://schemas.openxmlformats.org/officeDocument/2006/relationships/customXml" Target="../ink/ink247.xml"/><Relationship Id="rId180" Type="http://schemas.openxmlformats.org/officeDocument/2006/relationships/image" Target="../media/image311.png"/><Relationship Id="rId215" Type="http://schemas.openxmlformats.org/officeDocument/2006/relationships/image" Target="../media/image327.png"/><Relationship Id="rId236" Type="http://schemas.openxmlformats.org/officeDocument/2006/relationships/customXml" Target="../ink/ink367.xml"/><Relationship Id="rId257" Type="http://schemas.openxmlformats.org/officeDocument/2006/relationships/image" Target="../media/image348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6.png"/><Relationship Id="rId21" Type="http://schemas.openxmlformats.org/officeDocument/2006/relationships/image" Target="../media/image358.png"/><Relationship Id="rId324" Type="http://schemas.openxmlformats.org/officeDocument/2006/relationships/image" Target="../media/image507.png"/><Relationship Id="rId531" Type="http://schemas.openxmlformats.org/officeDocument/2006/relationships/image" Target="../media/image604.png"/><Relationship Id="rId629" Type="http://schemas.openxmlformats.org/officeDocument/2006/relationships/customXml" Target="../ink/ink698.xml"/><Relationship Id="rId170" Type="http://schemas.openxmlformats.org/officeDocument/2006/relationships/customXml" Target="../ink/ink462.xml"/><Relationship Id="rId268" Type="http://schemas.openxmlformats.org/officeDocument/2006/relationships/customXml" Target="../ink/ink511.xml"/><Relationship Id="rId475" Type="http://schemas.openxmlformats.org/officeDocument/2006/relationships/customXml" Target="../ink/ink619.xml"/><Relationship Id="rId32" Type="http://schemas.openxmlformats.org/officeDocument/2006/relationships/customXml" Target="../ink/ink393.xml"/><Relationship Id="rId128" Type="http://schemas.openxmlformats.org/officeDocument/2006/relationships/customXml" Target="../ink/ink441.xml"/><Relationship Id="rId335" Type="http://schemas.openxmlformats.org/officeDocument/2006/relationships/customXml" Target="../ink/ink545.xml"/><Relationship Id="rId542" Type="http://schemas.openxmlformats.org/officeDocument/2006/relationships/customXml" Target="../ink/ink654.xml"/><Relationship Id="rId181" Type="http://schemas.openxmlformats.org/officeDocument/2006/relationships/image" Target="../media/image438.png"/><Relationship Id="rId402" Type="http://schemas.openxmlformats.org/officeDocument/2006/relationships/image" Target="../media/image543.png"/><Relationship Id="rId279" Type="http://schemas.openxmlformats.org/officeDocument/2006/relationships/image" Target="../media/image487.png"/><Relationship Id="rId486" Type="http://schemas.openxmlformats.org/officeDocument/2006/relationships/image" Target="../media/image583.png"/><Relationship Id="rId43" Type="http://schemas.openxmlformats.org/officeDocument/2006/relationships/image" Target="../media/image369.png"/><Relationship Id="rId139" Type="http://schemas.openxmlformats.org/officeDocument/2006/relationships/image" Target="../media/image417.png"/><Relationship Id="rId346" Type="http://schemas.openxmlformats.org/officeDocument/2006/relationships/image" Target="../media/image518.png"/><Relationship Id="rId553" Type="http://schemas.openxmlformats.org/officeDocument/2006/relationships/image" Target="../media/image615.png"/><Relationship Id="rId192" Type="http://schemas.openxmlformats.org/officeDocument/2006/relationships/customXml" Target="../ink/ink473.xml"/><Relationship Id="rId206" Type="http://schemas.openxmlformats.org/officeDocument/2006/relationships/customXml" Target="../ink/ink480.xml"/><Relationship Id="rId413" Type="http://schemas.openxmlformats.org/officeDocument/2006/relationships/customXml" Target="../ink/ink586.xml"/><Relationship Id="rId497" Type="http://schemas.openxmlformats.org/officeDocument/2006/relationships/customXml" Target="../ink/ink630.xml"/><Relationship Id="rId620" Type="http://schemas.openxmlformats.org/officeDocument/2006/relationships/image" Target="../media/image648.png"/><Relationship Id="rId357" Type="http://schemas.openxmlformats.org/officeDocument/2006/relationships/customXml" Target="../ink/ink556.xml"/><Relationship Id="rId54" Type="http://schemas.openxmlformats.org/officeDocument/2006/relationships/customXml" Target="../ink/ink404.xml"/><Relationship Id="rId217" Type="http://schemas.openxmlformats.org/officeDocument/2006/relationships/image" Target="../media/image456.png"/><Relationship Id="rId564" Type="http://schemas.openxmlformats.org/officeDocument/2006/relationships/customXml" Target="../ink/ink665.xml"/><Relationship Id="rId424" Type="http://schemas.openxmlformats.org/officeDocument/2006/relationships/image" Target="../media/image554.png"/><Relationship Id="rId631" Type="http://schemas.openxmlformats.org/officeDocument/2006/relationships/customXml" Target="../ink/ink699.xml"/><Relationship Id="rId270" Type="http://schemas.openxmlformats.org/officeDocument/2006/relationships/customXml" Target="../ink/ink512.xml"/><Relationship Id="rId65" Type="http://schemas.openxmlformats.org/officeDocument/2006/relationships/image" Target="../media/image380.png"/><Relationship Id="rId130" Type="http://schemas.openxmlformats.org/officeDocument/2006/relationships/customXml" Target="../ink/ink442.xml"/><Relationship Id="rId368" Type="http://schemas.openxmlformats.org/officeDocument/2006/relationships/image" Target="../media/image529.png"/><Relationship Id="rId575" Type="http://schemas.openxmlformats.org/officeDocument/2006/relationships/image" Target="../media/image626.png"/><Relationship Id="rId228" Type="http://schemas.openxmlformats.org/officeDocument/2006/relationships/customXml" Target="../ink/ink491.xml"/><Relationship Id="rId435" Type="http://schemas.openxmlformats.org/officeDocument/2006/relationships/image" Target="../media/image559.png"/><Relationship Id="rId642" Type="http://schemas.openxmlformats.org/officeDocument/2006/relationships/image" Target="../media/image659.png"/><Relationship Id="rId281" Type="http://schemas.openxmlformats.org/officeDocument/2006/relationships/image" Target="../media/image488.png"/><Relationship Id="rId502" Type="http://schemas.openxmlformats.org/officeDocument/2006/relationships/customXml" Target="../ink/ink633.xml"/><Relationship Id="rId76" Type="http://schemas.openxmlformats.org/officeDocument/2006/relationships/customXml" Target="../ink/ink415.xml"/><Relationship Id="rId141" Type="http://schemas.openxmlformats.org/officeDocument/2006/relationships/image" Target="../media/image418.png"/><Relationship Id="rId379" Type="http://schemas.openxmlformats.org/officeDocument/2006/relationships/customXml" Target="../ink/ink569.xml"/><Relationship Id="rId586" Type="http://schemas.openxmlformats.org/officeDocument/2006/relationships/customXml" Target="../ink/ink676.xml"/><Relationship Id="rId7" Type="http://schemas.openxmlformats.org/officeDocument/2006/relationships/image" Target="../media/image351.png"/><Relationship Id="rId239" Type="http://schemas.openxmlformats.org/officeDocument/2006/relationships/image" Target="../media/image467.png"/><Relationship Id="rId446" Type="http://schemas.openxmlformats.org/officeDocument/2006/relationships/customXml" Target="../ink/ink603.xml"/><Relationship Id="rId653" Type="http://schemas.openxmlformats.org/officeDocument/2006/relationships/customXml" Target="../ink/ink710.xml"/><Relationship Id="rId292" Type="http://schemas.openxmlformats.org/officeDocument/2006/relationships/customXml" Target="../ink/ink523.xml"/><Relationship Id="rId306" Type="http://schemas.openxmlformats.org/officeDocument/2006/relationships/customXml" Target="../ink/ink530.xml"/><Relationship Id="rId87" Type="http://schemas.openxmlformats.org/officeDocument/2006/relationships/image" Target="../media/image391.png"/><Relationship Id="rId513" Type="http://schemas.openxmlformats.org/officeDocument/2006/relationships/image" Target="../media/image595.png"/><Relationship Id="rId597" Type="http://schemas.openxmlformats.org/officeDocument/2006/relationships/image" Target="../media/image637.png"/><Relationship Id="rId152" Type="http://schemas.openxmlformats.org/officeDocument/2006/relationships/customXml" Target="../ink/ink453.xml"/><Relationship Id="rId457" Type="http://schemas.openxmlformats.org/officeDocument/2006/relationships/image" Target="../media/image570.png"/><Relationship Id="rId664" Type="http://schemas.openxmlformats.org/officeDocument/2006/relationships/image" Target="../media/image670.png"/><Relationship Id="rId14" Type="http://schemas.openxmlformats.org/officeDocument/2006/relationships/customXml" Target="../ink/ink384.xml"/><Relationship Id="rId317" Type="http://schemas.openxmlformats.org/officeDocument/2006/relationships/customXml" Target="../ink/ink536.xml"/><Relationship Id="rId524" Type="http://schemas.openxmlformats.org/officeDocument/2006/relationships/customXml" Target="../ink/ink645.xml"/><Relationship Id="rId98" Type="http://schemas.openxmlformats.org/officeDocument/2006/relationships/customXml" Target="../ink/ink426.xml"/><Relationship Id="rId163" Type="http://schemas.openxmlformats.org/officeDocument/2006/relationships/image" Target="../media/image429.png"/><Relationship Id="rId370" Type="http://schemas.openxmlformats.org/officeDocument/2006/relationships/image" Target="../media/image530.png"/><Relationship Id="rId230" Type="http://schemas.openxmlformats.org/officeDocument/2006/relationships/customXml" Target="../ink/ink492.xml"/><Relationship Id="rId468" Type="http://schemas.openxmlformats.org/officeDocument/2006/relationships/customXml" Target="../ink/ink615.xml"/><Relationship Id="rId25" Type="http://schemas.openxmlformats.org/officeDocument/2006/relationships/image" Target="../media/image360.png"/><Relationship Id="rId328" Type="http://schemas.openxmlformats.org/officeDocument/2006/relationships/image" Target="../media/image509.png"/><Relationship Id="rId535" Type="http://schemas.openxmlformats.org/officeDocument/2006/relationships/image" Target="../media/image606.png"/><Relationship Id="rId174" Type="http://schemas.openxmlformats.org/officeDocument/2006/relationships/customXml" Target="../ink/ink464.xml"/><Relationship Id="rId381" Type="http://schemas.openxmlformats.org/officeDocument/2006/relationships/customXml" Target="../ink/ink570.xml"/><Relationship Id="rId602" Type="http://schemas.openxmlformats.org/officeDocument/2006/relationships/customXml" Target="../ink/ink684.xml"/><Relationship Id="rId241" Type="http://schemas.openxmlformats.org/officeDocument/2006/relationships/image" Target="../media/image468.png"/><Relationship Id="rId479" Type="http://schemas.openxmlformats.org/officeDocument/2006/relationships/customXml" Target="../ink/ink621.xml"/><Relationship Id="rId36" Type="http://schemas.openxmlformats.org/officeDocument/2006/relationships/customXml" Target="../ink/ink395.xml"/><Relationship Id="rId339" Type="http://schemas.openxmlformats.org/officeDocument/2006/relationships/customXml" Target="../ink/ink547.xml"/><Relationship Id="rId546" Type="http://schemas.openxmlformats.org/officeDocument/2006/relationships/customXml" Target="../ink/ink656.xml"/><Relationship Id="rId101" Type="http://schemas.openxmlformats.org/officeDocument/2006/relationships/image" Target="../media/image398.png"/><Relationship Id="rId185" Type="http://schemas.openxmlformats.org/officeDocument/2006/relationships/image" Target="../media/image440.png"/><Relationship Id="rId406" Type="http://schemas.openxmlformats.org/officeDocument/2006/relationships/image" Target="../media/image545.png"/><Relationship Id="rId392" Type="http://schemas.openxmlformats.org/officeDocument/2006/relationships/image" Target="../media/image538.png"/><Relationship Id="rId613" Type="http://schemas.openxmlformats.org/officeDocument/2006/relationships/customXml" Target="../ink/ink690.xml"/><Relationship Id="rId252" Type="http://schemas.openxmlformats.org/officeDocument/2006/relationships/customXml" Target="../ink/ink503.xml"/><Relationship Id="rId47" Type="http://schemas.openxmlformats.org/officeDocument/2006/relationships/image" Target="../media/image371.png"/><Relationship Id="rId112" Type="http://schemas.openxmlformats.org/officeDocument/2006/relationships/customXml" Target="../ink/ink433.xml"/><Relationship Id="rId557" Type="http://schemas.openxmlformats.org/officeDocument/2006/relationships/image" Target="../media/image617.png"/><Relationship Id="rId196" Type="http://schemas.openxmlformats.org/officeDocument/2006/relationships/customXml" Target="../ink/ink475.xml"/><Relationship Id="rId417" Type="http://schemas.openxmlformats.org/officeDocument/2006/relationships/customXml" Target="../ink/ink588.xml"/><Relationship Id="rId624" Type="http://schemas.openxmlformats.org/officeDocument/2006/relationships/image" Target="../media/image650.png"/><Relationship Id="rId263" Type="http://schemas.openxmlformats.org/officeDocument/2006/relationships/image" Target="../media/image479.png"/><Relationship Id="rId470" Type="http://schemas.openxmlformats.org/officeDocument/2006/relationships/image" Target="../media/image575.png"/><Relationship Id="rId58" Type="http://schemas.openxmlformats.org/officeDocument/2006/relationships/customXml" Target="../ink/ink406.xml"/><Relationship Id="rId123" Type="http://schemas.openxmlformats.org/officeDocument/2006/relationships/image" Target="../media/image409.png"/><Relationship Id="rId330" Type="http://schemas.openxmlformats.org/officeDocument/2006/relationships/image" Target="../media/image510.png"/><Relationship Id="rId568" Type="http://schemas.openxmlformats.org/officeDocument/2006/relationships/customXml" Target="../ink/ink667.xml"/><Relationship Id="rId428" Type="http://schemas.openxmlformats.org/officeDocument/2006/relationships/image" Target="../media/image556.png"/><Relationship Id="rId635" Type="http://schemas.openxmlformats.org/officeDocument/2006/relationships/customXml" Target="../ink/ink701.xml"/><Relationship Id="rId274" Type="http://schemas.openxmlformats.org/officeDocument/2006/relationships/customXml" Target="../ink/ink514.xml"/><Relationship Id="rId481" Type="http://schemas.openxmlformats.org/officeDocument/2006/relationships/customXml" Target="../ink/ink622.xml"/><Relationship Id="rId27" Type="http://schemas.openxmlformats.org/officeDocument/2006/relationships/image" Target="../media/image361.png"/><Relationship Id="rId69" Type="http://schemas.openxmlformats.org/officeDocument/2006/relationships/image" Target="../media/image382.png"/><Relationship Id="rId134" Type="http://schemas.openxmlformats.org/officeDocument/2006/relationships/customXml" Target="../ink/ink444.xml"/><Relationship Id="rId537" Type="http://schemas.openxmlformats.org/officeDocument/2006/relationships/image" Target="../media/image607.png"/><Relationship Id="rId579" Type="http://schemas.openxmlformats.org/officeDocument/2006/relationships/image" Target="../media/image628.png"/><Relationship Id="rId80" Type="http://schemas.openxmlformats.org/officeDocument/2006/relationships/customXml" Target="../ink/ink417.xml"/><Relationship Id="rId176" Type="http://schemas.openxmlformats.org/officeDocument/2006/relationships/customXml" Target="../ink/ink465.xml"/><Relationship Id="rId341" Type="http://schemas.openxmlformats.org/officeDocument/2006/relationships/customXml" Target="../ink/ink548.xml"/><Relationship Id="rId383" Type="http://schemas.openxmlformats.org/officeDocument/2006/relationships/customXml" Target="../ink/ink571.xml"/><Relationship Id="rId439" Type="http://schemas.openxmlformats.org/officeDocument/2006/relationships/image" Target="../media/image561.png"/><Relationship Id="rId590" Type="http://schemas.openxmlformats.org/officeDocument/2006/relationships/customXml" Target="../ink/ink678.xml"/><Relationship Id="rId604" Type="http://schemas.openxmlformats.org/officeDocument/2006/relationships/customXml" Target="../ink/ink685.xml"/><Relationship Id="rId646" Type="http://schemas.openxmlformats.org/officeDocument/2006/relationships/image" Target="../media/image661.png"/><Relationship Id="rId201" Type="http://schemas.openxmlformats.org/officeDocument/2006/relationships/image" Target="../media/image448.png"/><Relationship Id="rId243" Type="http://schemas.openxmlformats.org/officeDocument/2006/relationships/image" Target="../media/image469.png"/><Relationship Id="rId285" Type="http://schemas.openxmlformats.org/officeDocument/2006/relationships/image" Target="../media/image490.png"/><Relationship Id="rId450" Type="http://schemas.openxmlformats.org/officeDocument/2006/relationships/customXml" Target="../ink/ink605.xml"/><Relationship Id="rId506" Type="http://schemas.openxmlformats.org/officeDocument/2006/relationships/customXml" Target="../ink/ink636.xml"/><Relationship Id="rId38" Type="http://schemas.openxmlformats.org/officeDocument/2006/relationships/customXml" Target="../ink/ink396.xml"/><Relationship Id="rId103" Type="http://schemas.openxmlformats.org/officeDocument/2006/relationships/image" Target="../media/image399.png"/><Relationship Id="rId310" Type="http://schemas.openxmlformats.org/officeDocument/2006/relationships/customXml" Target="../ink/ink532.xml"/><Relationship Id="rId492" Type="http://schemas.openxmlformats.org/officeDocument/2006/relationships/image" Target="../media/image586.png"/><Relationship Id="rId548" Type="http://schemas.openxmlformats.org/officeDocument/2006/relationships/customXml" Target="../ink/ink657.xml"/><Relationship Id="rId91" Type="http://schemas.openxmlformats.org/officeDocument/2006/relationships/image" Target="../media/image393.png"/><Relationship Id="rId145" Type="http://schemas.openxmlformats.org/officeDocument/2006/relationships/image" Target="../media/image420.png"/><Relationship Id="rId187" Type="http://schemas.openxmlformats.org/officeDocument/2006/relationships/image" Target="../media/image441.png"/><Relationship Id="rId352" Type="http://schemas.openxmlformats.org/officeDocument/2006/relationships/image" Target="../media/image521.png"/><Relationship Id="rId394" Type="http://schemas.openxmlformats.org/officeDocument/2006/relationships/image" Target="../media/image539.png"/><Relationship Id="rId408" Type="http://schemas.openxmlformats.org/officeDocument/2006/relationships/image" Target="../media/image546.png"/><Relationship Id="rId615" Type="http://schemas.openxmlformats.org/officeDocument/2006/relationships/customXml" Target="../ink/ink691.xml"/><Relationship Id="rId212" Type="http://schemas.openxmlformats.org/officeDocument/2006/relationships/customXml" Target="../ink/ink483.xml"/><Relationship Id="rId254" Type="http://schemas.openxmlformats.org/officeDocument/2006/relationships/customXml" Target="../ink/ink504.xml"/><Relationship Id="rId657" Type="http://schemas.openxmlformats.org/officeDocument/2006/relationships/customXml" Target="../ink/ink712.xml"/><Relationship Id="rId49" Type="http://schemas.openxmlformats.org/officeDocument/2006/relationships/image" Target="../media/image372.png"/><Relationship Id="rId114" Type="http://schemas.openxmlformats.org/officeDocument/2006/relationships/customXml" Target="../ink/ink434.xml"/><Relationship Id="rId296" Type="http://schemas.openxmlformats.org/officeDocument/2006/relationships/customXml" Target="../ink/ink525.xml"/><Relationship Id="rId461" Type="http://schemas.openxmlformats.org/officeDocument/2006/relationships/image" Target="../media/image571.png"/><Relationship Id="rId517" Type="http://schemas.openxmlformats.org/officeDocument/2006/relationships/image" Target="../media/image597.png"/><Relationship Id="rId559" Type="http://schemas.openxmlformats.org/officeDocument/2006/relationships/image" Target="../media/image618.png"/><Relationship Id="rId60" Type="http://schemas.openxmlformats.org/officeDocument/2006/relationships/customXml" Target="../ink/ink407.xml"/><Relationship Id="rId156" Type="http://schemas.openxmlformats.org/officeDocument/2006/relationships/customXml" Target="../ink/ink455.xml"/><Relationship Id="rId198" Type="http://schemas.openxmlformats.org/officeDocument/2006/relationships/customXml" Target="../ink/ink476.xml"/><Relationship Id="rId321" Type="http://schemas.openxmlformats.org/officeDocument/2006/relationships/customXml" Target="../ink/ink538.xml"/><Relationship Id="rId363" Type="http://schemas.openxmlformats.org/officeDocument/2006/relationships/customXml" Target="../ink/ink559.xml"/><Relationship Id="rId419" Type="http://schemas.openxmlformats.org/officeDocument/2006/relationships/customXml" Target="../ink/ink589.xml"/><Relationship Id="rId570" Type="http://schemas.openxmlformats.org/officeDocument/2006/relationships/customXml" Target="../ink/ink668.xml"/><Relationship Id="rId626" Type="http://schemas.openxmlformats.org/officeDocument/2006/relationships/image" Target="../media/image651.png"/><Relationship Id="rId223" Type="http://schemas.openxmlformats.org/officeDocument/2006/relationships/image" Target="../media/image459.png"/><Relationship Id="rId430" Type="http://schemas.openxmlformats.org/officeDocument/2006/relationships/customXml" Target="../ink/ink595.xml"/><Relationship Id="rId18" Type="http://schemas.openxmlformats.org/officeDocument/2006/relationships/customXml" Target="../ink/ink386.xml"/><Relationship Id="rId265" Type="http://schemas.openxmlformats.org/officeDocument/2006/relationships/image" Target="../media/image480.png"/><Relationship Id="rId472" Type="http://schemas.openxmlformats.org/officeDocument/2006/relationships/image" Target="../media/image576.png"/><Relationship Id="rId528" Type="http://schemas.openxmlformats.org/officeDocument/2006/relationships/customXml" Target="../ink/ink647.xml"/><Relationship Id="rId125" Type="http://schemas.openxmlformats.org/officeDocument/2006/relationships/image" Target="../media/image410.png"/><Relationship Id="rId167" Type="http://schemas.openxmlformats.org/officeDocument/2006/relationships/image" Target="../media/image431.png"/><Relationship Id="rId332" Type="http://schemas.openxmlformats.org/officeDocument/2006/relationships/image" Target="../media/image511.png"/><Relationship Id="rId374" Type="http://schemas.openxmlformats.org/officeDocument/2006/relationships/customXml" Target="../ink/ink565.xml"/><Relationship Id="rId581" Type="http://schemas.openxmlformats.org/officeDocument/2006/relationships/image" Target="../media/image629.png"/><Relationship Id="rId71" Type="http://schemas.openxmlformats.org/officeDocument/2006/relationships/image" Target="../media/image383.png"/><Relationship Id="rId234" Type="http://schemas.openxmlformats.org/officeDocument/2006/relationships/customXml" Target="../ink/ink494.xml"/><Relationship Id="rId637" Type="http://schemas.openxmlformats.org/officeDocument/2006/relationships/customXml" Target="../ink/ink702.xml"/><Relationship Id="rId2" Type="http://schemas.openxmlformats.org/officeDocument/2006/relationships/customXml" Target="../ink/ink378.xml"/><Relationship Id="rId29" Type="http://schemas.openxmlformats.org/officeDocument/2006/relationships/image" Target="../media/image362.png"/><Relationship Id="rId276" Type="http://schemas.openxmlformats.org/officeDocument/2006/relationships/customXml" Target="../ink/ink515.xml"/><Relationship Id="rId441" Type="http://schemas.openxmlformats.org/officeDocument/2006/relationships/image" Target="../media/image562.png"/><Relationship Id="rId483" Type="http://schemas.openxmlformats.org/officeDocument/2006/relationships/customXml" Target="../ink/ink623.xml"/><Relationship Id="rId539" Type="http://schemas.openxmlformats.org/officeDocument/2006/relationships/image" Target="../media/image608.png"/><Relationship Id="rId40" Type="http://schemas.openxmlformats.org/officeDocument/2006/relationships/customXml" Target="../ink/ink397.xml"/><Relationship Id="rId136" Type="http://schemas.openxmlformats.org/officeDocument/2006/relationships/customXml" Target="../ink/ink445.xml"/><Relationship Id="rId178" Type="http://schemas.openxmlformats.org/officeDocument/2006/relationships/customXml" Target="../ink/ink466.xml"/><Relationship Id="rId301" Type="http://schemas.openxmlformats.org/officeDocument/2006/relationships/image" Target="../media/image200.png"/><Relationship Id="rId343" Type="http://schemas.openxmlformats.org/officeDocument/2006/relationships/customXml" Target="../ink/ink549.xml"/><Relationship Id="rId550" Type="http://schemas.openxmlformats.org/officeDocument/2006/relationships/customXml" Target="../ink/ink658.xml"/><Relationship Id="rId82" Type="http://schemas.openxmlformats.org/officeDocument/2006/relationships/customXml" Target="../ink/ink418.xml"/><Relationship Id="rId203" Type="http://schemas.openxmlformats.org/officeDocument/2006/relationships/image" Target="../media/image449.png"/><Relationship Id="rId385" Type="http://schemas.openxmlformats.org/officeDocument/2006/relationships/customXml" Target="../ink/ink572.xml"/><Relationship Id="rId592" Type="http://schemas.openxmlformats.org/officeDocument/2006/relationships/customXml" Target="../ink/ink679.xml"/><Relationship Id="rId606" Type="http://schemas.openxmlformats.org/officeDocument/2006/relationships/customXml" Target="../ink/ink686.xml"/><Relationship Id="rId648" Type="http://schemas.openxmlformats.org/officeDocument/2006/relationships/image" Target="../media/image662.png"/><Relationship Id="rId245" Type="http://schemas.openxmlformats.org/officeDocument/2006/relationships/image" Target="../media/image470.png"/><Relationship Id="rId287" Type="http://schemas.openxmlformats.org/officeDocument/2006/relationships/image" Target="../media/image491.png"/><Relationship Id="rId410" Type="http://schemas.openxmlformats.org/officeDocument/2006/relationships/image" Target="../media/image547.png"/><Relationship Id="rId452" Type="http://schemas.openxmlformats.org/officeDocument/2006/relationships/customXml" Target="../ink/ink606.xml"/><Relationship Id="rId494" Type="http://schemas.openxmlformats.org/officeDocument/2006/relationships/image" Target="../media/image587.png"/><Relationship Id="rId508" Type="http://schemas.openxmlformats.org/officeDocument/2006/relationships/customXml" Target="../ink/ink637.xml"/><Relationship Id="rId105" Type="http://schemas.openxmlformats.org/officeDocument/2006/relationships/image" Target="../media/image400.png"/><Relationship Id="rId147" Type="http://schemas.openxmlformats.org/officeDocument/2006/relationships/image" Target="../media/image421.png"/><Relationship Id="rId312" Type="http://schemas.openxmlformats.org/officeDocument/2006/relationships/image" Target="../media/image501.png"/><Relationship Id="rId354" Type="http://schemas.openxmlformats.org/officeDocument/2006/relationships/image" Target="../media/image522.png"/><Relationship Id="rId51" Type="http://schemas.openxmlformats.org/officeDocument/2006/relationships/image" Target="../media/image373.png"/><Relationship Id="rId93" Type="http://schemas.openxmlformats.org/officeDocument/2006/relationships/image" Target="../media/image394.png"/><Relationship Id="rId189" Type="http://schemas.openxmlformats.org/officeDocument/2006/relationships/image" Target="../media/image442.png"/><Relationship Id="rId396" Type="http://schemas.openxmlformats.org/officeDocument/2006/relationships/image" Target="../media/image540.png"/><Relationship Id="rId561" Type="http://schemas.openxmlformats.org/officeDocument/2006/relationships/image" Target="../media/image619.png"/><Relationship Id="rId617" Type="http://schemas.openxmlformats.org/officeDocument/2006/relationships/customXml" Target="../ink/ink692.xml"/><Relationship Id="rId659" Type="http://schemas.openxmlformats.org/officeDocument/2006/relationships/customXml" Target="../ink/ink713.xml"/><Relationship Id="rId214" Type="http://schemas.openxmlformats.org/officeDocument/2006/relationships/customXml" Target="../ink/ink484.xml"/><Relationship Id="rId256" Type="http://schemas.openxmlformats.org/officeDocument/2006/relationships/customXml" Target="../ink/ink505.xml"/><Relationship Id="rId298" Type="http://schemas.openxmlformats.org/officeDocument/2006/relationships/customXml" Target="../ink/ink526.xml"/><Relationship Id="rId421" Type="http://schemas.openxmlformats.org/officeDocument/2006/relationships/customXml" Target="../ink/ink590.xml"/><Relationship Id="rId463" Type="http://schemas.openxmlformats.org/officeDocument/2006/relationships/image" Target="../media/image572.png"/><Relationship Id="rId519" Type="http://schemas.openxmlformats.org/officeDocument/2006/relationships/image" Target="../media/image598.png"/><Relationship Id="rId116" Type="http://schemas.openxmlformats.org/officeDocument/2006/relationships/customXml" Target="../ink/ink435.xml"/><Relationship Id="rId158" Type="http://schemas.openxmlformats.org/officeDocument/2006/relationships/customXml" Target="../ink/ink456.xml"/><Relationship Id="rId323" Type="http://schemas.openxmlformats.org/officeDocument/2006/relationships/customXml" Target="../ink/ink539.xml"/><Relationship Id="rId530" Type="http://schemas.openxmlformats.org/officeDocument/2006/relationships/customXml" Target="../ink/ink648.xml"/><Relationship Id="rId20" Type="http://schemas.openxmlformats.org/officeDocument/2006/relationships/customXml" Target="../ink/ink387.xml"/><Relationship Id="rId62" Type="http://schemas.openxmlformats.org/officeDocument/2006/relationships/customXml" Target="../ink/ink408.xml"/><Relationship Id="rId365" Type="http://schemas.openxmlformats.org/officeDocument/2006/relationships/customXml" Target="../ink/ink560.xml"/><Relationship Id="rId572" Type="http://schemas.openxmlformats.org/officeDocument/2006/relationships/customXml" Target="../ink/ink669.xml"/><Relationship Id="rId628" Type="http://schemas.openxmlformats.org/officeDocument/2006/relationships/image" Target="../media/image652.png"/><Relationship Id="rId225" Type="http://schemas.openxmlformats.org/officeDocument/2006/relationships/image" Target="../media/image460.png"/><Relationship Id="rId267" Type="http://schemas.openxmlformats.org/officeDocument/2006/relationships/image" Target="../media/image481.png"/><Relationship Id="rId432" Type="http://schemas.openxmlformats.org/officeDocument/2006/relationships/customXml" Target="../ink/ink596.xml"/><Relationship Id="rId474" Type="http://schemas.openxmlformats.org/officeDocument/2006/relationships/image" Target="../media/image577.png"/><Relationship Id="rId127" Type="http://schemas.openxmlformats.org/officeDocument/2006/relationships/image" Target="../media/image411.png"/><Relationship Id="rId31" Type="http://schemas.openxmlformats.org/officeDocument/2006/relationships/image" Target="../media/image363.png"/><Relationship Id="rId73" Type="http://schemas.openxmlformats.org/officeDocument/2006/relationships/image" Target="../media/image384.png"/><Relationship Id="rId169" Type="http://schemas.openxmlformats.org/officeDocument/2006/relationships/image" Target="../media/image432.png"/><Relationship Id="rId334" Type="http://schemas.openxmlformats.org/officeDocument/2006/relationships/image" Target="../media/image512.png"/><Relationship Id="rId376" Type="http://schemas.openxmlformats.org/officeDocument/2006/relationships/customXml" Target="../ink/ink567.xml"/><Relationship Id="rId541" Type="http://schemas.openxmlformats.org/officeDocument/2006/relationships/image" Target="../media/image609.png"/><Relationship Id="rId583" Type="http://schemas.openxmlformats.org/officeDocument/2006/relationships/image" Target="../media/image630.png"/><Relationship Id="rId639" Type="http://schemas.openxmlformats.org/officeDocument/2006/relationships/customXml" Target="../ink/ink703.xml"/><Relationship Id="rId4" Type="http://schemas.openxmlformats.org/officeDocument/2006/relationships/customXml" Target="../ink/ink379.xml"/><Relationship Id="rId180" Type="http://schemas.openxmlformats.org/officeDocument/2006/relationships/customXml" Target="../ink/ink467.xml"/><Relationship Id="rId236" Type="http://schemas.openxmlformats.org/officeDocument/2006/relationships/customXml" Target="../ink/ink495.xml"/><Relationship Id="rId278" Type="http://schemas.openxmlformats.org/officeDocument/2006/relationships/customXml" Target="../ink/ink516.xml"/><Relationship Id="rId401" Type="http://schemas.openxmlformats.org/officeDocument/2006/relationships/customXml" Target="../ink/ink580.xml"/><Relationship Id="rId443" Type="http://schemas.openxmlformats.org/officeDocument/2006/relationships/image" Target="../media/image563.png"/><Relationship Id="rId650" Type="http://schemas.openxmlformats.org/officeDocument/2006/relationships/image" Target="../media/image663.png"/><Relationship Id="rId303" Type="http://schemas.openxmlformats.org/officeDocument/2006/relationships/image" Target="../media/image498.png"/><Relationship Id="rId485" Type="http://schemas.openxmlformats.org/officeDocument/2006/relationships/customXml" Target="../ink/ink624.xml"/><Relationship Id="rId42" Type="http://schemas.openxmlformats.org/officeDocument/2006/relationships/customXml" Target="../ink/ink398.xml"/><Relationship Id="rId84" Type="http://schemas.openxmlformats.org/officeDocument/2006/relationships/customXml" Target="../ink/ink419.xml"/><Relationship Id="rId138" Type="http://schemas.openxmlformats.org/officeDocument/2006/relationships/customXml" Target="../ink/ink446.xml"/><Relationship Id="rId345" Type="http://schemas.openxmlformats.org/officeDocument/2006/relationships/customXml" Target="../ink/ink550.xml"/><Relationship Id="rId387" Type="http://schemas.openxmlformats.org/officeDocument/2006/relationships/customXml" Target="../ink/ink573.xml"/><Relationship Id="rId510" Type="http://schemas.openxmlformats.org/officeDocument/2006/relationships/customXml" Target="../ink/ink638.xml"/><Relationship Id="rId552" Type="http://schemas.openxmlformats.org/officeDocument/2006/relationships/customXml" Target="../ink/ink659.xml"/><Relationship Id="rId594" Type="http://schemas.openxmlformats.org/officeDocument/2006/relationships/customXml" Target="../ink/ink680.xml"/><Relationship Id="rId608" Type="http://schemas.openxmlformats.org/officeDocument/2006/relationships/customXml" Target="../ink/ink687.xml"/><Relationship Id="rId191" Type="http://schemas.openxmlformats.org/officeDocument/2006/relationships/image" Target="../media/image443.png"/><Relationship Id="rId205" Type="http://schemas.openxmlformats.org/officeDocument/2006/relationships/image" Target="../media/image450.png"/><Relationship Id="rId247" Type="http://schemas.openxmlformats.org/officeDocument/2006/relationships/image" Target="../media/image471.png"/><Relationship Id="rId412" Type="http://schemas.openxmlformats.org/officeDocument/2006/relationships/image" Target="../media/image548.png"/><Relationship Id="rId107" Type="http://schemas.openxmlformats.org/officeDocument/2006/relationships/image" Target="../media/image401.png"/><Relationship Id="rId289" Type="http://schemas.openxmlformats.org/officeDocument/2006/relationships/image" Target="../media/image492.png"/><Relationship Id="rId454" Type="http://schemas.openxmlformats.org/officeDocument/2006/relationships/customXml" Target="../ink/ink607.xml"/><Relationship Id="rId496" Type="http://schemas.openxmlformats.org/officeDocument/2006/relationships/image" Target="../media/image588.png"/><Relationship Id="rId661" Type="http://schemas.openxmlformats.org/officeDocument/2006/relationships/customXml" Target="../ink/ink714.xml"/><Relationship Id="rId11" Type="http://schemas.openxmlformats.org/officeDocument/2006/relationships/image" Target="../media/image353.png"/><Relationship Id="rId53" Type="http://schemas.openxmlformats.org/officeDocument/2006/relationships/image" Target="../media/image374.png"/><Relationship Id="rId149" Type="http://schemas.openxmlformats.org/officeDocument/2006/relationships/image" Target="../media/image422.png"/><Relationship Id="rId314" Type="http://schemas.openxmlformats.org/officeDocument/2006/relationships/image" Target="../media/image502.png"/><Relationship Id="rId356" Type="http://schemas.openxmlformats.org/officeDocument/2006/relationships/image" Target="../media/image523.png"/><Relationship Id="rId398" Type="http://schemas.openxmlformats.org/officeDocument/2006/relationships/image" Target="../media/image541.png"/><Relationship Id="rId521" Type="http://schemas.openxmlformats.org/officeDocument/2006/relationships/image" Target="../media/image599.png"/><Relationship Id="rId563" Type="http://schemas.openxmlformats.org/officeDocument/2006/relationships/image" Target="../media/image620.png"/><Relationship Id="rId619" Type="http://schemas.openxmlformats.org/officeDocument/2006/relationships/customXml" Target="../ink/ink693.xml"/><Relationship Id="rId95" Type="http://schemas.openxmlformats.org/officeDocument/2006/relationships/image" Target="../media/image395.png"/><Relationship Id="rId160" Type="http://schemas.openxmlformats.org/officeDocument/2006/relationships/customXml" Target="../ink/ink457.xml"/><Relationship Id="rId216" Type="http://schemas.openxmlformats.org/officeDocument/2006/relationships/customXml" Target="../ink/ink485.xml"/><Relationship Id="rId423" Type="http://schemas.openxmlformats.org/officeDocument/2006/relationships/customXml" Target="../ink/ink591.xml"/><Relationship Id="rId258" Type="http://schemas.openxmlformats.org/officeDocument/2006/relationships/customXml" Target="../ink/ink506.xml"/><Relationship Id="rId465" Type="http://schemas.openxmlformats.org/officeDocument/2006/relationships/image" Target="../media/image573.png"/><Relationship Id="rId630" Type="http://schemas.openxmlformats.org/officeDocument/2006/relationships/image" Target="../media/image653.png"/><Relationship Id="rId22" Type="http://schemas.openxmlformats.org/officeDocument/2006/relationships/customXml" Target="../ink/ink388.xml"/><Relationship Id="rId64" Type="http://schemas.openxmlformats.org/officeDocument/2006/relationships/customXml" Target="../ink/ink409.xml"/><Relationship Id="rId118" Type="http://schemas.openxmlformats.org/officeDocument/2006/relationships/customXml" Target="../ink/ink436.xml"/><Relationship Id="rId325" Type="http://schemas.openxmlformats.org/officeDocument/2006/relationships/customXml" Target="../ink/ink540.xml"/><Relationship Id="rId367" Type="http://schemas.openxmlformats.org/officeDocument/2006/relationships/customXml" Target="../ink/ink561.xml"/><Relationship Id="rId532" Type="http://schemas.openxmlformats.org/officeDocument/2006/relationships/customXml" Target="../ink/ink649.xml"/><Relationship Id="rId574" Type="http://schemas.openxmlformats.org/officeDocument/2006/relationships/customXml" Target="../ink/ink670.xml"/><Relationship Id="rId171" Type="http://schemas.openxmlformats.org/officeDocument/2006/relationships/image" Target="../media/image433.png"/><Relationship Id="rId227" Type="http://schemas.openxmlformats.org/officeDocument/2006/relationships/image" Target="../media/image461.png"/><Relationship Id="rId269" Type="http://schemas.openxmlformats.org/officeDocument/2006/relationships/image" Target="../media/image482.png"/><Relationship Id="rId434" Type="http://schemas.openxmlformats.org/officeDocument/2006/relationships/customXml" Target="../ink/ink597.xml"/><Relationship Id="rId476" Type="http://schemas.openxmlformats.org/officeDocument/2006/relationships/image" Target="../media/image578.png"/><Relationship Id="rId641" Type="http://schemas.openxmlformats.org/officeDocument/2006/relationships/customXml" Target="../ink/ink704.xml"/><Relationship Id="rId33" Type="http://schemas.openxmlformats.org/officeDocument/2006/relationships/image" Target="../media/image364.png"/><Relationship Id="rId129" Type="http://schemas.openxmlformats.org/officeDocument/2006/relationships/image" Target="../media/image412.png"/><Relationship Id="rId280" Type="http://schemas.openxmlformats.org/officeDocument/2006/relationships/customXml" Target="../ink/ink517.xml"/><Relationship Id="rId336" Type="http://schemas.openxmlformats.org/officeDocument/2006/relationships/image" Target="../media/image513.png"/><Relationship Id="rId501" Type="http://schemas.openxmlformats.org/officeDocument/2006/relationships/customXml" Target="../ink/ink632.xml"/><Relationship Id="rId543" Type="http://schemas.openxmlformats.org/officeDocument/2006/relationships/image" Target="../media/image610.png"/><Relationship Id="rId75" Type="http://schemas.openxmlformats.org/officeDocument/2006/relationships/image" Target="../media/image385.png"/><Relationship Id="rId140" Type="http://schemas.openxmlformats.org/officeDocument/2006/relationships/customXml" Target="../ink/ink447.xml"/><Relationship Id="rId182" Type="http://schemas.openxmlformats.org/officeDocument/2006/relationships/customXml" Target="../ink/ink468.xml"/><Relationship Id="rId378" Type="http://schemas.openxmlformats.org/officeDocument/2006/relationships/customXml" Target="../ink/ink568.xml"/><Relationship Id="rId403" Type="http://schemas.openxmlformats.org/officeDocument/2006/relationships/customXml" Target="../ink/ink581.xml"/><Relationship Id="rId585" Type="http://schemas.openxmlformats.org/officeDocument/2006/relationships/image" Target="../media/image631.png"/><Relationship Id="rId6" Type="http://schemas.openxmlformats.org/officeDocument/2006/relationships/customXml" Target="../ink/ink380.xml"/><Relationship Id="rId238" Type="http://schemas.openxmlformats.org/officeDocument/2006/relationships/customXml" Target="../ink/ink496.xml"/><Relationship Id="rId445" Type="http://schemas.openxmlformats.org/officeDocument/2006/relationships/image" Target="../media/image564.png"/><Relationship Id="rId487" Type="http://schemas.openxmlformats.org/officeDocument/2006/relationships/customXml" Target="../ink/ink625.xml"/><Relationship Id="rId610" Type="http://schemas.openxmlformats.org/officeDocument/2006/relationships/image" Target="../media/image643.png"/><Relationship Id="rId652" Type="http://schemas.openxmlformats.org/officeDocument/2006/relationships/image" Target="../media/image664.png"/><Relationship Id="rId291" Type="http://schemas.openxmlformats.org/officeDocument/2006/relationships/image" Target="../media/image493.png"/><Relationship Id="rId305" Type="http://schemas.openxmlformats.org/officeDocument/2006/relationships/image" Target="../media/image499.png"/><Relationship Id="rId347" Type="http://schemas.openxmlformats.org/officeDocument/2006/relationships/customXml" Target="../ink/ink551.xml"/><Relationship Id="rId512" Type="http://schemas.openxmlformats.org/officeDocument/2006/relationships/customXml" Target="../ink/ink639.xml"/><Relationship Id="rId44" Type="http://schemas.openxmlformats.org/officeDocument/2006/relationships/customXml" Target="../ink/ink399.xml"/><Relationship Id="rId86" Type="http://schemas.openxmlformats.org/officeDocument/2006/relationships/customXml" Target="../ink/ink420.xml"/><Relationship Id="rId151" Type="http://schemas.openxmlformats.org/officeDocument/2006/relationships/image" Target="../media/image423.png"/><Relationship Id="rId389" Type="http://schemas.openxmlformats.org/officeDocument/2006/relationships/customXml" Target="../ink/ink574.xml"/><Relationship Id="rId554" Type="http://schemas.openxmlformats.org/officeDocument/2006/relationships/customXml" Target="../ink/ink660.xml"/><Relationship Id="rId596" Type="http://schemas.openxmlformats.org/officeDocument/2006/relationships/customXml" Target="../ink/ink681.xml"/><Relationship Id="rId193" Type="http://schemas.openxmlformats.org/officeDocument/2006/relationships/image" Target="../media/image444.png"/><Relationship Id="rId207" Type="http://schemas.openxmlformats.org/officeDocument/2006/relationships/image" Target="../media/image451.png"/><Relationship Id="rId249" Type="http://schemas.openxmlformats.org/officeDocument/2006/relationships/image" Target="../media/image472.png"/><Relationship Id="rId414" Type="http://schemas.openxmlformats.org/officeDocument/2006/relationships/image" Target="../media/image549.png"/><Relationship Id="rId456" Type="http://schemas.openxmlformats.org/officeDocument/2006/relationships/customXml" Target="../ink/ink608.xml"/><Relationship Id="rId498" Type="http://schemas.openxmlformats.org/officeDocument/2006/relationships/image" Target="../media/image589.png"/><Relationship Id="rId621" Type="http://schemas.openxmlformats.org/officeDocument/2006/relationships/customXml" Target="../ink/ink694.xml"/><Relationship Id="rId663" Type="http://schemas.openxmlformats.org/officeDocument/2006/relationships/customXml" Target="../ink/ink715.xml"/><Relationship Id="rId13" Type="http://schemas.openxmlformats.org/officeDocument/2006/relationships/image" Target="../media/image354.png"/><Relationship Id="rId109" Type="http://schemas.openxmlformats.org/officeDocument/2006/relationships/image" Target="../media/image402.png"/><Relationship Id="rId260" Type="http://schemas.openxmlformats.org/officeDocument/2006/relationships/customXml" Target="../ink/ink507.xml"/><Relationship Id="rId316" Type="http://schemas.openxmlformats.org/officeDocument/2006/relationships/image" Target="../media/image503.png"/><Relationship Id="rId523" Type="http://schemas.openxmlformats.org/officeDocument/2006/relationships/image" Target="../media/image600.png"/><Relationship Id="rId55" Type="http://schemas.openxmlformats.org/officeDocument/2006/relationships/image" Target="../media/image375.png"/><Relationship Id="rId97" Type="http://schemas.openxmlformats.org/officeDocument/2006/relationships/image" Target="../media/image396.png"/><Relationship Id="rId120" Type="http://schemas.openxmlformats.org/officeDocument/2006/relationships/customXml" Target="../ink/ink437.xml"/><Relationship Id="rId358" Type="http://schemas.openxmlformats.org/officeDocument/2006/relationships/image" Target="../media/image524.png"/><Relationship Id="rId565" Type="http://schemas.openxmlformats.org/officeDocument/2006/relationships/image" Target="../media/image621.png"/><Relationship Id="rId162" Type="http://schemas.openxmlformats.org/officeDocument/2006/relationships/customXml" Target="../ink/ink458.xml"/><Relationship Id="rId218" Type="http://schemas.openxmlformats.org/officeDocument/2006/relationships/customXml" Target="../ink/ink486.xml"/><Relationship Id="rId425" Type="http://schemas.openxmlformats.org/officeDocument/2006/relationships/customXml" Target="../ink/ink592.xml"/><Relationship Id="rId467" Type="http://schemas.openxmlformats.org/officeDocument/2006/relationships/image" Target="../media/image574.png"/><Relationship Id="rId632" Type="http://schemas.openxmlformats.org/officeDocument/2006/relationships/image" Target="../media/image654.png"/><Relationship Id="rId271" Type="http://schemas.openxmlformats.org/officeDocument/2006/relationships/image" Target="../media/image483.png"/><Relationship Id="rId24" Type="http://schemas.openxmlformats.org/officeDocument/2006/relationships/customXml" Target="../ink/ink389.xml"/><Relationship Id="rId66" Type="http://schemas.openxmlformats.org/officeDocument/2006/relationships/customXml" Target="../ink/ink410.xml"/><Relationship Id="rId131" Type="http://schemas.openxmlformats.org/officeDocument/2006/relationships/image" Target="../media/image413.png"/><Relationship Id="rId327" Type="http://schemas.openxmlformats.org/officeDocument/2006/relationships/customXml" Target="../ink/ink541.xml"/><Relationship Id="rId369" Type="http://schemas.openxmlformats.org/officeDocument/2006/relationships/customXml" Target="../ink/ink562.xml"/><Relationship Id="rId534" Type="http://schemas.openxmlformats.org/officeDocument/2006/relationships/customXml" Target="../ink/ink650.xml"/><Relationship Id="rId576" Type="http://schemas.openxmlformats.org/officeDocument/2006/relationships/customXml" Target="../ink/ink671.xml"/><Relationship Id="rId173" Type="http://schemas.openxmlformats.org/officeDocument/2006/relationships/image" Target="../media/image434.png"/><Relationship Id="rId229" Type="http://schemas.openxmlformats.org/officeDocument/2006/relationships/image" Target="../media/image462.png"/><Relationship Id="rId380" Type="http://schemas.openxmlformats.org/officeDocument/2006/relationships/image" Target="../media/image532.png"/><Relationship Id="rId436" Type="http://schemas.openxmlformats.org/officeDocument/2006/relationships/customXml" Target="../ink/ink598.xml"/><Relationship Id="rId601" Type="http://schemas.openxmlformats.org/officeDocument/2006/relationships/image" Target="../media/image639.png"/><Relationship Id="rId643" Type="http://schemas.openxmlformats.org/officeDocument/2006/relationships/customXml" Target="../ink/ink705.xml"/><Relationship Id="rId240" Type="http://schemas.openxmlformats.org/officeDocument/2006/relationships/customXml" Target="../ink/ink497.xml"/><Relationship Id="rId478" Type="http://schemas.openxmlformats.org/officeDocument/2006/relationships/image" Target="../media/image579.png"/><Relationship Id="rId35" Type="http://schemas.openxmlformats.org/officeDocument/2006/relationships/image" Target="../media/image365.png"/><Relationship Id="rId77" Type="http://schemas.openxmlformats.org/officeDocument/2006/relationships/image" Target="../media/image386.png"/><Relationship Id="rId100" Type="http://schemas.openxmlformats.org/officeDocument/2006/relationships/customXml" Target="../ink/ink427.xml"/><Relationship Id="rId282" Type="http://schemas.openxmlformats.org/officeDocument/2006/relationships/customXml" Target="../ink/ink518.xml"/><Relationship Id="rId338" Type="http://schemas.openxmlformats.org/officeDocument/2006/relationships/image" Target="../media/image514.png"/><Relationship Id="rId503" Type="http://schemas.openxmlformats.org/officeDocument/2006/relationships/customXml" Target="../ink/ink634.xml"/><Relationship Id="rId545" Type="http://schemas.openxmlformats.org/officeDocument/2006/relationships/image" Target="../media/image611.png"/><Relationship Id="rId587" Type="http://schemas.openxmlformats.org/officeDocument/2006/relationships/image" Target="../media/image632.png"/><Relationship Id="rId8" Type="http://schemas.openxmlformats.org/officeDocument/2006/relationships/customXml" Target="../ink/ink381.xml"/><Relationship Id="rId142" Type="http://schemas.openxmlformats.org/officeDocument/2006/relationships/customXml" Target="../ink/ink448.xml"/><Relationship Id="rId184" Type="http://schemas.openxmlformats.org/officeDocument/2006/relationships/customXml" Target="../ink/ink469.xml"/><Relationship Id="rId391" Type="http://schemas.openxmlformats.org/officeDocument/2006/relationships/customXml" Target="../ink/ink575.xml"/><Relationship Id="rId405" Type="http://schemas.openxmlformats.org/officeDocument/2006/relationships/customXml" Target="../ink/ink582.xml"/><Relationship Id="rId447" Type="http://schemas.openxmlformats.org/officeDocument/2006/relationships/image" Target="../media/image565.png"/><Relationship Id="rId612" Type="http://schemas.openxmlformats.org/officeDocument/2006/relationships/image" Target="../media/image644.png"/><Relationship Id="rId251" Type="http://schemas.openxmlformats.org/officeDocument/2006/relationships/image" Target="../media/image473.png"/><Relationship Id="rId489" Type="http://schemas.openxmlformats.org/officeDocument/2006/relationships/customXml" Target="../ink/ink626.xml"/><Relationship Id="rId654" Type="http://schemas.openxmlformats.org/officeDocument/2006/relationships/image" Target="../media/image665.png"/><Relationship Id="rId46" Type="http://schemas.openxmlformats.org/officeDocument/2006/relationships/customXml" Target="../ink/ink400.xml"/><Relationship Id="rId293" Type="http://schemas.openxmlformats.org/officeDocument/2006/relationships/image" Target="../media/image494.png"/><Relationship Id="rId307" Type="http://schemas.openxmlformats.org/officeDocument/2006/relationships/image" Target="../media/image500.png"/><Relationship Id="rId349" Type="http://schemas.openxmlformats.org/officeDocument/2006/relationships/customXml" Target="../ink/ink552.xml"/><Relationship Id="rId514" Type="http://schemas.openxmlformats.org/officeDocument/2006/relationships/customXml" Target="../ink/ink640.xml"/><Relationship Id="rId556" Type="http://schemas.openxmlformats.org/officeDocument/2006/relationships/customXml" Target="../ink/ink661.xml"/><Relationship Id="rId88" Type="http://schemas.openxmlformats.org/officeDocument/2006/relationships/customXml" Target="../ink/ink421.xml"/><Relationship Id="rId111" Type="http://schemas.openxmlformats.org/officeDocument/2006/relationships/image" Target="../media/image403.png"/><Relationship Id="rId153" Type="http://schemas.openxmlformats.org/officeDocument/2006/relationships/image" Target="../media/image424.png"/><Relationship Id="rId195" Type="http://schemas.openxmlformats.org/officeDocument/2006/relationships/image" Target="../media/image445.png"/><Relationship Id="rId209" Type="http://schemas.openxmlformats.org/officeDocument/2006/relationships/image" Target="../media/image452.png"/><Relationship Id="rId360" Type="http://schemas.openxmlformats.org/officeDocument/2006/relationships/image" Target="../media/image525.png"/><Relationship Id="rId416" Type="http://schemas.openxmlformats.org/officeDocument/2006/relationships/image" Target="../media/image550.png"/><Relationship Id="rId598" Type="http://schemas.openxmlformats.org/officeDocument/2006/relationships/customXml" Target="../ink/ink682.xml"/><Relationship Id="rId220" Type="http://schemas.openxmlformats.org/officeDocument/2006/relationships/customXml" Target="../ink/ink487.xml"/><Relationship Id="rId458" Type="http://schemas.openxmlformats.org/officeDocument/2006/relationships/customXml" Target="../ink/ink609.xml"/><Relationship Id="rId623" Type="http://schemas.openxmlformats.org/officeDocument/2006/relationships/customXml" Target="../ink/ink695.xml"/><Relationship Id="rId665" Type="http://schemas.openxmlformats.org/officeDocument/2006/relationships/customXml" Target="../ink/ink716.xml"/><Relationship Id="rId15" Type="http://schemas.openxmlformats.org/officeDocument/2006/relationships/image" Target="../media/image355.png"/><Relationship Id="rId57" Type="http://schemas.openxmlformats.org/officeDocument/2006/relationships/image" Target="../media/image376.png"/><Relationship Id="rId262" Type="http://schemas.openxmlformats.org/officeDocument/2006/relationships/customXml" Target="../ink/ink508.xml"/><Relationship Id="rId318" Type="http://schemas.openxmlformats.org/officeDocument/2006/relationships/image" Target="../media/image504.png"/><Relationship Id="rId525" Type="http://schemas.openxmlformats.org/officeDocument/2006/relationships/image" Target="../media/image601.png"/><Relationship Id="rId567" Type="http://schemas.openxmlformats.org/officeDocument/2006/relationships/image" Target="../media/image622.png"/><Relationship Id="rId99" Type="http://schemas.openxmlformats.org/officeDocument/2006/relationships/image" Target="../media/image397.png"/><Relationship Id="rId122" Type="http://schemas.openxmlformats.org/officeDocument/2006/relationships/customXml" Target="../ink/ink438.xml"/><Relationship Id="rId164" Type="http://schemas.openxmlformats.org/officeDocument/2006/relationships/customXml" Target="../ink/ink459.xml"/><Relationship Id="rId371" Type="http://schemas.openxmlformats.org/officeDocument/2006/relationships/customXml" Target="../ink/ink563.xml"/><Relationship Id="rId427" Type="http://schemas.openxmlformats.org/officeDocument/2006/relationships/customXml" Target="../ink/ink593.xml"/><Relationship Id="rId469" Type="http://schemas.openxmlformats.org/officeDocument/2006/relationships/customXml" Target="../ink/ink616.xml"/><Relationship Id="rId634" Type="http://schemas.openxmlformats.org/officeDocument/2006/relationships/image" Target="../media/image655.png"/><Relationship Id="rId26" Type="http://schemas.openxmlformats.org/officeDocument/2006/relationships/customXml" Target="../ink/ink390.xml"/><Relationship Id="rId231" Type="http://schemas.openxmlformats.org/officeDocument/2006/relationships/image" Target="../media/image463.png"/><Relationship Id="rId273" Type="http://schemas.openxmlformats.org/officeDocument/2006/relationships/image" Target="../media/image484.png"/><Relationship Id="rId329" Type="http://schemas.openxmlformats.org/officeDocument/2006/relationships/customXml" Target="../ink/ink542.xml"/><Relationship Id="rId480" Type="http://schemas.openxmlformats.org/officeDocument/2006/relationships/image" Target="../media/image580.png"/><Relationship Id="rId536" Type="http://schemas.openxmlformats.org/officeDocument/2006/relationships/customXml" Target="../ink/ink651.xml"/><Relationship Id="rId68" Type="http://schemas.openxmlformats.org/officeDocument/2006/relationships/customXml" Target="../ink/ink411.xml"/><Relationship Id="rId133" Type="http://schemas.openxmlformats.org/officeDocument/2006/relationships/image" Target="../media/image414.png"/><Relationship Id="rId175" Type="http://schemas.openxmlformats.org/officeDocument/2006/relationships/image" Target="../media/image435.png"/><Relationship Id="rId340" Type="http://schemas.openxmlformats.org/officeDocument/2006/relationships/image" Target="../media/image515.png"/><Relationship Id="rId578" Type="http://schemas.openxmlformats.org/officeDocument/2006/relationships/customXml" Target="../ink/ink672.xml"/><Relationship Id="rId200" Type="http://schemas.openxmlformats.org/officeDocument/2006/relationships/customXml" Target="../ink/ink477.xml"/><Relationship Id="rId382" Type="http://schemas.openxmlformats.org/officeDocument/2006/relationships/image" Target="../media/image533.png"/><Relationship Id="rId438" Type="http://schemas.openxmlformats.org/officeDocument/2006/relationships/customXml" Target="../ink/ink599.xml"/><Relationship Id="rId603" Type="http://schemas.openxmlformats.org/officeDocument/2006/relationships/image" Target="../media/image640.png"/><Relationship Id="rId645" Type="http://schemas.openxmlformats.org/officeDocument/2006/relationships/customXml" Target="../ink/ink706.xml"/><Relationship Id="rId242" Type="http://schemas.openxmlformats.org/officeDocument/2006/relationships/customXml" Target="../ink/ink498.xml"/><Relationship Id="rId284" Type="http://schemas.openxmlformats.org/officeDocument/2006/relationships/customXml" Target="../ink/ink519.xml"/><Relationship Id="rId491" Type="http://schemas.openxmlformats.org/officeDocument/2006/relationships/customXml" Target="../ink/ink627.xml"/><Relationship Id="rId505" Type="http://schemas.openxmlformats.org/officeDocument/2006/relationships/image" Target="../media/image591.png"/><Relationship Id="rId37" Type="http://schemas.openxmlformats.org/officeDocument/2006/relationships/image" Target="../media/image366.png"/><Relationship Id="rId79" Type="http://schemas.openxmlformats.org/officeDocument/2006/relationships/image" Target="../media/image387.png"/><Relationship Id="rId102" Type="http://schemas.openxmlformats.org/officeDocument/2006/relationships/customXml" Target="../ink/ink428.xml"/><Relationship Id="rId144" Type="http://schemas.openxmlformats.org/officeDocument/2006/relationships/customXml" Target="../ink/ink449.xml"/><Relationship Id="rId547" Type="http://schemas.openxmlformats.org/officeDocument/2006/relationships/image" Target="../media/image612.png"/><Relationship Id="rId589" Type="http://schemas.openxmlformats.org/officeDocument/2006/relationships/image" Target="../media/image633.png"/><Relationship Id="rId90" Type="http://schemas.openxmlformats.org/officeDocument/2006/relationships/customXml" Target="../ink/ink422.xml"/><Relationship Id="rId186" Type="http://schemas.openxmlformats.org/officeDocument/2006/relationships/customXml" Target="../ink/ink470.xml"/><Relationship Id="rId351" Type="http://schemas.openxmlformats.org/officeDocument/2006/relationships/customXml" Target="../ink/ink553.xml"/><Relationship Id="rId393" Type="http://schemas.openxmlformats.org/officeDocument/2006/relationships/customXml" Target="../ink/ink576.xml"/><Relationship Id="rId407" Type="http://schemas.openxmlformats.org/officeDocument/2006/relationships/customXml" Target="../ink/ink583.xml"/><Relationship Id="rId449" Type="http://schemas.openxmlformats.org/officeDocument/2006/relationships/image" Target="../media/image566.png"/><Relationship Id="rId614" Type="http://schemas.openxmlformats.org/officeDocument/2006/relationships/image" Target="../media/image645.png"/><Relationship Id="rId656" Type="http://schemas.openxmlformats.org/officeDocument/2006/relationships/image" Target="../media/image666.png"/><Relationship Id="rId211" Type="http://schemas.openxmlformats.org/officeDocument/2006/relationships/image" Target="../media/image453.png"/><Relationship Id="rId253" Type="http://schemas.openxmlformats.org/officeDocument/2006/relationships/image" Target="../media/image474.png"/><Relationship Id="rId295" Type="http://schemas.openxmlformats.org/officeDocument/2006/relationships/image" Target="../media/image495.png"/><Relationship Id="rId309" Type="http://schemas.openxmlformats.org/officeDocument/2006/relationships/image" Target="../media/image199.png"/><Relationship Id="rId460" Type="http://schemas.openxmlformats.org/officeDocument/2006/relationships/customXml" Target="../ink/ink611.xml"/><Relationship Id="rId516" Type="http://schemas.openxmlformats.org/officeDocument/2006/relationships/customXml" Target="../ink/ink641.xml"/><Relationship Id="rId48" Type="http://schemas.openxmlformats.org/officeDocument/2006/relationships/customXml" Target="../ink/ink401.xml"/><Relationship Id="rId113" Type="http://schemas.openxmlformats.org/officeDocument/2006/relationships/image" Target="../media/image404.png"/><Relationship Id="rId320" Type="http://schemas.openxmlformats.org/officeDocument/2006/relationships/image" Target="../media/image505.png"/><Relationship Id="rId558" Type="http://schemas.openxmlformats.org/officeDocument/2006/relationships/customXml" Target="../ink/ink662.xml"/><Relationship Id="rId155" Type="http://schemas.openxmlformats.org/officeDocument/2006/relationships/image" Target="../media/image425.png"/><Relationship Id="rId197" Type="http://schemas.openxmlformats.org/officeDocument/2006/relationships/image" Target="../media/image446.png"/><Relationship Id="rId362" Type="http://schemas.openxmlformats.org/officeDocument/2006/relationships/image" Target="../media/image526.png"/><Relationship Id="rId418" Type="http://schemas.openxmlformats.org/officeDocument/2006/relationships/image" Target="../media/image551.png"/><Relationship Id="rId625" Type="http://schemas.openxmlformats.org/officeDocument/2006/relationships/customXml" Target="../ink/ink696.xml"/><Relationship Id="rId222" Type="http://schemas.openxmlformats.org/officeDocument/2006/relationships/customXml" Target="../ink/ink488.xml"/><Relationship Id="rId264" Type="http://schemas.openxmlformats.org/officeDocument/2006/relationships/customXml" Target="../ink/ink509.xml"/><Relationship Id="rId471" Type="http://schemas.openxmlformats.org/officeDocument/2006/relationships/customXml" Target="../ink/ink617.xml"/><Relationship Id="rId667" Type="http://schemas.openxmlformats.org/officeDocument/2006/relationships/image" Target="../media/image671.png"/><Relationship Id="rId17" Type="http://schemas.openxmlformats.org/officeDocument/2006/relationships/image" Target="../media/image356.png"/><Relationship Id="rId59" Type="http://schemas.openxmlformats.org/officeDocument/2006/relationships/image" Target="../media/image377.png"/><Relationship Id="rId124" Type="http://schemas.openxmlformats.org/officeDocument/2006/relationships/customXml" Target="../ink/ink439.xml"/><Relationship Id="rId527" Type="http://schemas.openxmlformats.org/officeDocument/2006/relationships/image" Target="../media/image602.png"/><Relationship Id="rId569" Type="http://schemas.openxmlformats.org/officeDocument/2006/relationships/image" Target="../media/image623.png"/><Relationship Id="rId70" Type="http://schemas.openxmlformats.org/officeDocument/2006/relationships/customXml" Target="../ink/ink412.xml"/><Relationship Id="rId166" Type="http://schemas.openxmlformats.org/officeDocument/2006/relationships/customXml" Target="../ink/ink460.xml"/><Relationship Id="rId331" Type="http://schemas.openxmlformats.org/officeDocument/2006/relationships/customXml" Target="../ink/ink543.xml"/><Relationship Id="rId373" Type="http://schemas.openxmlformats.org/officeDocument/2006/relationships/customXml" Target="../ink/ink564.xml"/><Relationship Id="rId429" Type="http://schemas.openxmlformats.org/officeDocument/2006/relationships/customXml" Target="../ink/ink594.xml"/><Relationship Id="rId580" Type="http://schemas.openxmlformats.org/officeDocument/2006/relationships/customXml" Target="../ink/ink673.xml"/><Relationship Id="rId636" Type="http://schemas.openxmlformats.org/officeDocument/2006/relationships/image" Target="../media/image656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464.png"/><Relationship Id="rId440" Type="http://schemas.openxmlformats.org/officeDocument/2006/relationships/customXml" Target="../ink/ink600.xml"/><Relationship Id="rId28" Type="http://schemas.openxmlformats.org/officeDocument/2006/relationships/customXml" Target="../ink/ink391.xml"/><Relationship Id="rId275" Type="http://schemas.openxmlformats.org/officeDocument/2006/relationships/image" Target="../media/image485.png"/><Relationship Id="rId300" Type="http://schemas.openxmlformats.org/officeDocument/2006/relationships/customXml" Target="../ink/ink527.xml"/><Relationship Id="rId482" Type="http://schemas.openxmlformats.org/officeDocument/2006/relationships/image" Target="../media/image581.png"/><Relationship Id="rId538" Type="http://schemas.openxmlformats.org/officeDocument/2006/relationships/customXml" Target="../ink/ink652.xml"/><Relationship Id="rId81" Type="http://schemas.openxmlformats.org/officeDocument/2006/relationships/image" Target="../media/image388.png"/><Relationship Id="rId135" Type="http://schemas.openxmlformats.org/officeDocument/2006/relationships/image" Target="../media/image415.png"/><Relationship Id="rId177" Type="http://schemas.openxmlformats.org/officeDocument/2006/relationships/image" Target="../media/image436.png"/><Relationship Id="rId342" Type="http://schemas.openxmlformats.org/officeDocument/2006/relationships/image" Target="../media/image516.png"/><Relationship Id="rId384" Type="http://schemas.openxmlformats.org/officeDocument/2006/relationships/image" Target="../media/image534.png"/><Relationship Id="rId591" Type="http://schemas.openxmlformats.org/officeDocument/2006/relationships/image" Target="../media/image634.png"/><Relationship Id="rId605" Type="http://schemas.openxmlformats.org/officeDocument/2006/relationships/image" Target="../media/image641.png"/><Relationship Id="rId202" Type="http://schemas.openxmlformats.org/officeDocument/2006/relationships/customXml" Target="../ink/ink478.xml"/><Relationship Id="rId244" Type="http://schemas.openxmlformats.org/officeDocument/2006/relationships/customXml" Target="../ink/ink499.xml"/><Relationship Id="rId647" Type="http://schemas.openxmlformats.org/officeDocument/2006/relationships/customXml" Target="../ink/ink707.xml"/><Relationship Id="rId39" Type="http://schemas.openxmlformats.org/officeDocument/2006/relationships/image" Target="../media/image367.png"/><Relationship Id="rId286" Type="http://schemas.openxmlformats.org/officeDocument/2006/relationships/customXml" Target="../ink/ink520.xml"/><Relationship Id="rId451" Type="http://schemas.openxmlformats.org/officeDocument/2006/relationships/image" Target="../media/image567.png"/><Relationship Id="rId493" Type="http://schemas.openxmlformats.org/officeDocument/2006/relationships/customXml" Target="../ink/ink628.xml"/><Relationship Id="rId507" Type="http://schemas.openxmlformats.org/officeDocument/2006/relationships/image" Target="../media/image592.png"/><Relationship Id="rId549" Type="http://schemas.openxmlformats.org/officeDocument/2006/relationships/image" Target="../media/image613.png"/><Relationship Id="rId50" Type="http://schemas.openxmlformats.org/officeDocument/2006/relationships/customXml" Target="../ink/ink402.xml"/><Relationship Id="rId104" Type="http://schemas.openxmlformats.org/officeDocument/2006/relationships/customXml" Target="../ink/ink429.xml"/><Relationship Id="rId146" Type="http://schemas.openxmlformats.org/officeDocument/2006/relationships/customXml" Target="../ink/ink450.xml"/><Relationship Id="rId188" Type="http://schemas.openxmlformats.org/officeDocument/2006/relationships/customXml" Target="../ink/ink471.xml"/><Relationship Id="rId311" Type="http://schemas.openxmlformats.org/officeDocument/2006/relationships/customXml" Target="../ink/ink533.xml"/><Relationship Id="rId353" Type="http://schemas.openxmlformats.org/officeDocument/2006/relationships/customXml" Target="../ink/ink554.xml"/><Relationship Id="rId395" Type="http://schemas.openxmlformats.org/officeDocument/2006/relationships/customXml" Target="../ink/ink577.xml"/><Relationship Id="rId409" Type="http://schemas.openxmlformats.org/officeDocument/2006/relationships/customXml" Target="../ink/ink584.xml"/><Relationship Id="rId560" Type="http://schemas.openxmlformats.org/officeDocument/2006/relationships/customXml" Target="../ink/ink663.xml"/><Relationship Id="rId92" Type="http://schemas.openxmlformats.org/officeDocument/2006/relationships/customXml" Target="../ink/ink423.xml"/><Relationship Id="rId213" Type="http://schemas.openxmlformats.org/officeDocument/2006/relationships/image" Target="../media/image454.png"/><Relationship Id="rId420" Type="http://schemas.openxmlformats.org/officeDocument/2006/relationships/image" Target="../media/image552.png"/><Relationship Id="rId616" Type="http://schemas.openxmlformats.org/officeDocument/2006/relationships/image" Target="../media/image646.png"/><Relationship Id="rId658" Type="http://schemas.openxmlformats.org/officeDocument/2006/relationships/image" Target="../media/image667.png"/><Relationship Id="rId255" Type="http://schemas.openxmlformats.org/officeDocument/2006/relationships/image" Target="../media/image475.png"/><Relationship Id="rId297" Type="http://schemas.openxmlformats.org/officeDocument/2006/relationships/image" Target="../media/image496.png"/><Relationship Id="rId462" Type="http://schemas.openxmlformats.org/officeDocument/2006/relationships/customXml" Target="../ink/ink612.xml"/><Relationship Id="rId518" Type="http://schemas.openxmlformats.org/officeDocument/2006/relationships/customXml" Target="../ink/ink642.xml"/><Relationship Id="rId115" Type="http://schemas.openxmlformats.org/officeDocument/2006/relationships/image" Target="../media/image405.png"/><Relationship Id="rId157" Type="http://schemas.openxmlformats.org/officeDocument/2006/relationships/image" Target="../media/image426.png"/><Relationship Id="rId322" Type="http://schemas.openxmlformats.org/officeDocument/2006/relationships/image" Target="../media/image506.png"/><Relationship Id="rId364" Type="http://schemas.openxmlformats.org/officeDocument/2006/relationships/image" Target="../media/image527.png"/><Relationship Id="rId61" Type="http://schemas.openxmlformats.org/officeDocument/2006/relationships/image" Target="../media/image378.png"/><Relationship Id="rId199" Type="http://schemas.openxmlformats.org/officeDocument/2006/relationships/image" Target="../media/image447.png"/><Relationship Id="rId571" Type="http://schemas.openxmlformats.org/officeDocument/2006/relationships/image" Target="../media/image624.png"/><Relationship Id="rId627" Type="http://schemas.openxmlformats.org/officeDocument/2006/relationships/customXml" Target="../ink/ink697.xml"/><Relationship Id="rId19" Type="http://schemas.openxmlformats.org/officeDocument/2006/relationships/image" Target="../media/image357.png"/><Relationship Id="rId224" Type="http://schemas.openxmlformats.org/officeDocument/2006/relationships/customXml" Target="../ink/ink489.xml"/><Relationship Id="rId266" Type="http://schemas.openxmlformats.org/officeDocument/2006/relationships/customXml" Target="../ink/ink510.xml"/><Relationship Id="rId431" Type="http://schemas.openxmlformats.org/officeDocument/2006/relationships/image" Target="../media/image557.png"/><Relationship Id="rId473" Type="http://schemas.openxmlformats.org/officeDocument/2006/relationships/customXml" Target="../ink/ink618.xml"/><Relationship Id="rId529" Type="http://schemas.openxmlformats.org/officeDocument/2006/relationships/image" Target="../media/image603.png"/><Relationship Id="rId30" Type="http://schemas.openxmlformats.org/officeDocument/2006/relationships/customXml" Target="../ink/ink392.xml"/><Relationship Id="rId126" Type="http://schemas.openxmlformats.org/officeDocument/2006/relationships/customXml" Target="../ink/ink440.xml"/><Relationship Id="rId168" Type="http://schemas.openxmlformats.org/officeDocument/2006/relationships/customXml" Target="../ink/ink461.xml"/><Relationship Id="rId333" Type="http://schemas.openxmlformats.org/officeDocument/2006/relationships/customXml" Target="../ink/ink544.xml"/><Relationship Id="rId540" Type="http://schemas.openxmlformats.org/officeDocument/2006/relationships/customXml" Target="../ink/ink653.xml"/><Relationship Id="rId72" Type="http://schemas.openxmlformats.org/officeDocument/2006/relationships/customXml" Target="../ink/ink413.xml"/><Relationship Id="rId375" Type="http://schemas.openxmlformats.org/officeDocument/2006/relationships/customXml" Target="../ink/ink566.xml"/><Relationship Id="rId582" Type="http://schemas.openxmlformats.org/officeDocument/2006/relationships/customXml" Target="../ink/ink674.xml"/><Relationship Id="rId638" Type="http://schemas.openxmlformats.org/officeDocument/2006/relationships/image" Target="../media/image657.png"/><Relationship Id="rId3" Type="http://schemas.openxmlformats.org/officeDocument/2006/relationships/image" Target="../media/image349.png"/><Relationship Id="rId235" Type="http://schemas.openxmlformats.org/officeDocument/2006/relationships/image" Target="../media/image465.png"/><Relationship Id="rId277" Type="http://schemas.openxmlformats.org/officeDocument/2006/relationships/image" Target="../media/image486.png"/><Relationship Id="rId400" Type="http://schemas.openxmlformats.org/officeDocument/2006/relationships/image" Target="../media/image542.png"/><Relationship Id="rId442" Type="http://schemas.openxmlformats.org/officeDocument/2006/relationships/customXml" Target="../ink/ink601.xml"/><Relationship Id="rId484" Type="http://schemas.openxmlformats.org/officeDocument/2006/relationships/image" Target="../media/image582.png"/><Relationship Id="rId137" Type="http://schemas.openxmlformats.org/officeDocument/2006/relationships/image" Target="../media/image416.png"/><Relationship Id="rId302" Type="http://schemas.openxmlformats.org/officeDocument/2006/relationships/customXml" Target="../ink/ink528.xml"/><Relationship Id="rId344" Type="http://schemas.openxmlformats.org/officeDocument/2006/relationships/image" Target="../media/image517.png"/><Relationship Id="rId41" Type="http://schemas.openxmlformats.org/officeDocument/2006/relationships/image" Target="../media/image368.png"/><Relationship Id="rId83" Type="http://schemas.openxmlformats.org/officeDocument/2006/relationships/image" Target="../media/image389.png"/><Relationship Id="rId179" Type="http://schemas.openxmlformats.org/officeDocument/2006/relationships/image" Target="../media/image437.png"/><Relationship Id="rId386" Type="http://schemas.openxmlformats.org/officeDocument/2006/relationships/image" Target="../media/image535.png"/><Relationship Id="rId551" Type="http://schemas.openxmlformats.org/officeDocument/2006/relationships/image" Target="../media/image614.png"/><Relationship Id="rId593" Type="http://schemas.openxmlformats.org/officeDocument/2006/relationships/image" Target="../media/image635.png"/><Relationship Id="rId607" Type="http://schemas.openxmlformats.org/officeDocument/2006/relationships/image" Target="../media/image642.png"/><Relationship Id="rId649" Type="http://schemas.openxmlformats.org/officeDocument/2006/relationships/customXml" Target="../ink/ink708.xml"/><Relationship Id="rId190" Type="http://schemas.openxmlformats.org/officeDocument/2006/relationships/customXml" Target="../ink/ink472.xml"/><Relationship Id="rId204" Type="http://schemas.openxmlformats.org/officeDocument/2006/relationships/customXml" Target="../ink/ink479.xml"/><Relationship Id="rId246" Type="http://schemas.openxmlformats.org/officeDocument/2006/relationships/customXml" Target="../ink/ink500.xml"/><Relationship Id="rId288" Type="http://schemas.openxmlformats.org/officeDocument/2006/relationships/customXml" Target="../ink/ink521.xml"/><Relationship Id="rId411" Type="http://schemas.openxmlformats.org/officeDocument/2006/relationships/customXml" Target="../ink/ink585.xml"/><Relationship Id="rId453" Type="http://schemas.openxmlformats.org/officeDocument/2006/relationships/image" Target="../media/image568.png"/><Relationship Id="rId509" Type="http://schemas.openxmlformats.org/officeDocument/2006/relationships/image" Target="../media/image593.png"/><Relationship Id="rId660" Type="http://schemas.openxmlformats.org/officeDocument/2006/relationships/image" Target="../media/image668.png"/><Relationship Id="rId106" Type="http://schemas.openxmlformats.org/officeDocument/2006/relationships/customXml" Target="../ink/ink430.xml"/><Relationship Id="rId313" Type="http://schemas.openxmlformats.org/officeDocument/2006/relationships/customXml" Target="../ink/ink534.xml"/><Relationship Id="rId495" Type="http://schemas.openxmlformats.org/officeDocument/2006/relationships/customXml" Target="../ink/ink629.xml"/><Relationship Id="rId10" Type="http://schemas.openxmlformats.org/officeDocument/2006/relationships/customXml" Target="../ink/ink382.xml"/><Relationship Id="rId52" Type="http://schemas.openxmlformats.org/officeDocument/2006/relationships/customXml" Target="../ink/ink403.xml"/><Relationship Id="rId94" Type="http://schemas.openxmlformats.org/officeDocument/2006/relationships/customXml" Target="../ink/ink424.xml"/><Relationship Id="rId148" Type="http://schemas.openxmlformats.org/officeDocument/2006/relationships/customXml" Target="../ink/ink451.xml"/><Relationship Id="rId355" Type="http://schemas.openxmlformats.org/officeDocument/2006/relationships/customXml" Target="../ink/ink555.xml"/><Relationship Id="rId397" Type="http://schemas.openxmlformats.org/officeDocument/2006/relationships/customXml" Target="../ink/ink578.xml"/><Relationship Id="rId520" Type="http://schemas.openxmlformats.org/officeDocument/2006/relationships/customXml" Target="../ink/ink643.xml"/><Relationship Id="rId562" Type="http://schemas.openxmlformats.org/officeDocument/2006/relationships/customXml" Target="../ink/ink664.xml"/><Relationship Id="rId618" Type="http://schemas.openxmlformats.org/officeDocument/2006/relationships/image" Target="../media/image647.png"/><Relationship Id="rId215" Type="http://schemas.openxmlformats.org/officeDocument/2006/relationships/image" Target="../media/image455.png"/><Relationship Id="rId257" Type="http://schemas.openxmlformats.org/officeDocument/2006/relationships/image" Target="../media/image476.png"/><Relationship Id="rId422" Type="http://schemas.openxmlformats.org/officeDocument/2006/relationships/image" Target="../media/image553.png"/><Relationship Id="rId464" Type="http://schemas.openxmlformats.org/officeDocument/2006/relationships/customXml" Target="../ink/ink613.xml"/><Relationship Id="rId299" Type="http://schemas.openxmlformats.org/officeDocument/2006/relationships/image" Target="../media/image497.png"/><Relationship Id="rId63" Type="http://schemas.openxmlformats.org/officeDocument/2006/relationships/image" Target="../media/image379.png"/><Relationship Id="rId159" Type="http://schemas.openxmlformats.org/officeDocument/2006/relationships/image" Target="../media/image427.png"/><Relationship Id="rId366" Type="http://schemas.openxmlformats.org/officeDocument/2006/relationships/image" Target="../media/image528.png"/><Relationship Id="rId573" Type="http://schemas.openxmlformats.org/officeDocument/2006/relationships/image" Target="../media/image625.png"/><Relationship Id="rId226" Type="http://schemas.openxmlformats.org/officeDocument/2006/relationships/customXml" Target="../ink/ink490.xml"/><Relationship Id="rId433" Type="http://schemas.openxmlformats.org/officeDocument/2006/relationships/image" Target="../media/image558.png"/><Relationship Id="rId640" Type="http://schemas.openxmlformats.org/officeDocument/2006/relationships/image" Target="../media/image658.png"/><Relationship Id="rId74" Type="http://schemas.openxmlformats.org/officeDocument/2006/relationships/customXml" Target="../ink/ink414.xml"/><Relationship Id="rId377" Type="http://schemas.openxmlformats.org/officeDocument/2006/relationships/image" Target="../media/image216.png"/><Relationship Id="rId500" Type="http://schemas.openxmlformats.org/officeDocument/2006/relationships/image" Target="../media/image590.png"/><Relationship Id="rId584" Type="http://schemas.openxmlformats.org/officeDocument/2006/relationships/customXml" Target="../ink/ink675.xml"/><Relationship Id="rId5" Type="http://schemas.openxmlformats.org/officeDocument/2006/relationships/image" Target="../media/image350.png"/><Relationship Id="rId237" Type="http://schemas.openxmlformats.org/officeDocument/2006/relationships/image" Target="../media/image466.png"/><Relationship Id="rId444" Type="http://schemas.openxmlformats.org/officeDocument/2006/relationships/customXml" Target="../ink/ink602.xml"/><Relationship Id="rId651" Type="http://schemas.openxmlformats.org/officeDocument/2006/relationships/customXml" Target="../ink/ink709.xml"/><Relationship Id="rId290" Type="http://schemas.openxmlformats.org/officeDocument/2006/relationships/customXml" Target="../ink/ink522.xml"/><Relationship Id="rId304" Type="http://schemas.openxmlformats.org/officeDocument/2006/relationships/customXml" Target="../ink/ink529.xml"/><Relationship Id="rId388" Type="http://schemas.openxmlformats.org/officeDocument/2006/relationships/image" Target="../media/image536.png"/><Relationship Id="rId511" Type="http://schemas.openxmlformats.org/officeDocument/2006/relationships/image" Target="../media/image594.png"/><Relationship Id="rId609" Type="http://schemas.openxmlformats.org/officeDocument/2006/relationships/customXml" Target="../ink/ink688.xml"/><Relationship Id="rId85" Type="http://schemas.openxmlformats.org/officeDocument/2006/relationships/image" Target="../media/image390.png"/><Relationship Id="rId150" Type="http://schemas.openxmlformats.org/officeDocument/2006/relationships/customXml" Target="../ink/ink452.xml"/><Relationship Id="rId595" Type="http://schemas.openxmlformats.org/officeDocument/2006/relationships/image" Target="../media/image636.png"/><Relationship Id="rId248" Type="http://schemas.openxmlformats.org/officeDocument/2006/relationships/customXml" Target="../ink/ink501.xml"/><Relationship Id="rId455" Type="http://schemas.openxmlformats.org/officeDocument/2006/relationships/image" Target="../media/image569.png"/><Relationship Id="rId662" Type="http://schemas.openxmlformats.org/officeDocument/2006/relationships/image" Target="../media/image669.png"/><Relationship Id="rId12" Type="http://schemas.openxmlformats.org/officeDocument/2006/relationships/customXml" Target="../ink/ink383.xml"/><Relationship Id="rId108" Type="http://schemas.openxmlformats.org/officeDocument/2006/relationships/customXml" Target="../ink/ink431.xml"/><Relationship Id="rId315" Type="http://schemas.openxmlformats.org/officeDocument/2006/relationships/customXml" Target="../ink/ink535.xml"/><Relationship Id="rId522" Type="http://schemas.openxmlformats.org/officeDocument/2006/relationships/customXml" Target="../ink/ink644.xml"/><Relationship Id="rId96" Type="http://schemas.openxmlformats.org/officeDocument/2006/relationships/customXml" Target="../ink/ink425.xml"/><Relationship Id="rId161" Type="http://schemas.openxmlformats.org/officeDocument/2006/relationships/image" Target="../media/image428.png"/><Relationship Id="rId399" Type="http://schemas.openxmlformats.org/officeDocument/2006/relationships/customXml" Target="../ink/ink579.xml"/><Relationship Id="rId259" Type="http://schemas.openxmlformats.org/officeDocument/2006/relationships/image" Target="../media/image477.png"/><Relationship Id="rId466" Type="http://schemas.openxmlformats.org/officeDocument/2006/relationships/customXml" Target="../ink/ink614.xml"/><Relationship Id="rId23" Type="http://schemas.openxmlformats.org/officeDocument/2006/relationships/image" Target="../media/image359.png"/><Relationship Id="rId119" Type="http://schemas.openxmlformats.org/officeDocument/2006/relationships/image" Target="../media/image407.png"/><Relationship Id="rId326" Type="http://schemas.openxmlformats.org/officeDocument/2006/relationships/image" Target="../media/image508.png"/><Relationship Id="rId533" Type="http://schemas.openxmlformats.org/officeDocument/2006/relationships/image" Target="../media/image605.png"/><Relationship Id="rId172" Type="http://schemas.openxmlformats.org/officeDocument/2006/relationships/customXml" Target="../ink/ink463.xml"/><Relationship Id="rId477" Type="http://schemas.openxmlformats.org/officeDocument/2006/relationships/customXml" Target="../ink/ink620.xml"/><Relationship Id="rId600" Type="http://schemas.openxmlformats.org/officeDocument/2006/relationships/customXml" Target="../ink/ink683.xml"/><Relationship Id="rId337" Type="http://schemas.openxmlformats.org/officeDocument/2006/relationships/customXml" Target="../ink/ink546.xml"/><Relationship Id="rId34" Type="http://schemas.openxmlformats.org/officeDocument/2006/relationships/customXml" Target="../ink/ink394.xml"/><Relationship Id="rId544" Type="http://schemas.openxmlformats.org/officeDocument/2006/relationships/customXml" Target="../ink/ink655.xml"/><Relationship Id="rId183" Type="http://schemas.openxmlformats.org/officeDocument/2006/relationships/image" Target="../media/image439.png"/><Relationship Id="rId390" Type="http://schemas.openxmlformats.org/officeDocument/2006/relationships/image" Target="../media/image537.png"/><Relationship Id="rId404" Type="http://schemas.openxmlformats.org/officeDocument/2006/relationships/image" Target="../media/image544.png"/><Relationship Id="rId611" Type="http://schemas.openxmlformats.org/officeDocument/2006/relationships/customXml" Target="../ink/ink689.xml"/><Relationship Id="rId250" Type="http://schemas.openxmlformats.org/officeDocument/2006/relationships/customXml" Target="../ink/ink502.xml"/><Relationship Id="rId488" Type="http://schemas.openxmlformats.org/officeDocument/2006/relationships/image" Target="../media/image584.png"/><Relationship Id="rId45" Type="http://schemas.openxmlformats.org/officeDocument/2006/relationships/image" Target="../media/image370.png"/><Relationship Id="rId110" Type="http://schemas.openxmlformats.org/officeDocument/2006/relationships/customXml" Target="../ink/ink432.xml"/><Relationship Id="rId348" Type="http://schemas.openxmlformats.org/officeDocument/2006/relationships/image" Target="../media/image519.png"/><Relationship Id="rId555" Type="http://schemas.openxmlformats.org/officeDocument/2006/relationships/image" Target="../media/image616.png"/><Relationship Id="rId194" Type="http://schemas.openxmlformats.org/officeDocument/2006/relationships/customXml" Target="../ink/ink474.xml"/><Relationship Id="rId208" Type="http://schemas.openxmlformats.org/officeDocument/2006/relationships/customXml" Target="../ink/ink481.xml"/><Relationship Id="rId415" Type="http://schemas.openxmlformats.org/officeDocument/2006/relationships/customXml" Target="../ink/ink587.xml"/><Relationship Id="rId622" Type="http://schemas.openxmlformats.org/officeDocument/2006/relationships/image" Target="../media/image649.png"/><Relationship Id="rId261" Type="http://schemas.openxmlformats.org/officeDocument/2006/relationships/image" Target="../media/image478.png"/><Relationship Id="rId499" Type="http://schemas.openxmlformats.org/officeDocument/2006/relationships/customXml" Target="../ink/ink631.xml"/><Relationship Id="rId56" Type="http://schemas.openxmlformats.org/officeDocument/2006/relationships/customXml" Target="../ink/ink405.xml"/><Relationship Id="rId359" Type="http://schemas.openxmlformats.org/officeDocument/2006/relationships/customXml" Target="../ink/ink557.xml"/><Relationship Id="rId566" Type="http://schemas.openxmlformats.org/officeDocument/2006/relationships/customXml" Target="../ink/ink666.xml"/><Relationship Id="rId121" Type="http://schemas.openxmlformats.org/officeDocument/2006/relationships/image" Target="../media/image408.png"/><Relationship Id="rId219" Type="http://schemas.openxmlformats.org/officeDocument/2006/relationships/image" Target="../media/image457.png"/><Relationship Id="rId426" Type="http://schemas.openxmlformats.org/officeDocument/2006/relationships/image" Target="../media/image555.png"/><Relationship Id="rId633" Type="http://schemas.openxmlformats.org/officeDocument/2006/relationships/customXml" Target="../ink/ink700.xml"/><Relationship Id="rId67" Type="http://schemas.openxmlformats.org/officeDocument/2006/relationships/image" Target="../media/image381.png"/><Relationship Id="rId272" Type="http://schemas.openxmlformats.org/officeDocument/2006/relationships/customXml" Target="../ink/ink513.xml"/><Relationship Id="rId577" Type="http://schemas.openxmlformats.org/officeDocument/2006/relationships/image" Target="../media/image627.png"/><Relationship Id="rId132" Type="http://schemas.openxmlformats.org/officeDocument/2006/relationships/customXml" Target="../ink/ink443.xml"/><Relationship Id="rId437" Type="http://schemas.openxmlformats.org/officeDocument/2006/relationships/image" Target="../media/image560.png"/><Relationship Id="rId644" Type="http://schemas.openxmlformats.org/officeDocument/2006/relationships/image" Target="../media/image660.png"/><Relationship Id="rId283" Type="http://schemas.openxmlformats.org/officeDocument/2006/relationships/image" Target="../media/image489.png"/><Relationship Id="rId490" Type="http://schemas.openxmlformats.org/officeDocument/2006/relationships/image" Target="../media/image585.png"/><Relationship Id="rId504" Type="http://schemas.openxmlformats.org/officeDocument/2006/relationships/customXml" Target="../ink/ink635.xml"/><Relationship Id="rId78" Type="http://schemas.openxmlformats.org/officeDocument/2006/relationships/customXml" Target="../ink/ink416.xml"/><Relationship Id="rId143" Type="http://schemas.openxmlformats.org/officeDocument/2006/relationships/image" Target="../media/image419.png"/><Relationship Id="rId350" Type="http://schemas.openxmlformats.org/officeDocument/2006/relationships/image" Target="../media/image520.png"/><Relationship Id="rId588" Type="http://schemas.openxmlformats.org/officeDocument/2006/relationships/customXml" Target="../ink/ink677.xml"/><Relationship Id="rId9" Type="http://schemas.openxmlformats.org/officeDocument/2006/relationships/image" Target="../media/image352.png"/><Relationship Id="rId210" Type="http://schemas.openxmlformats.org/officeDocument/2006/relationships/customXml" Target="../ink/ink482.xml"/><Relationship Id="rId448" Type="http://schemas.openxmlformats.org/officeDocument/2006/relationships/customXml" Target="../ink/ink604.xml"/><Relationship Id="rId655" Type="http://schemas.openxmlformats.org/officeDocument/2006/relationships/customXml" Target="../ink/ink711.xml"/><Relationship Id="rId294" Type="http://schemas.openxmlformats.org/officeDocument/2006/relationships/customXml" Target="../ink/ink524.xml"/><Relationship Id="rId308" Type="http://schemas.openxmlformats.org/officeDocument/2006/relationships/customXml" Target="../ink/ink531.xml"/><Relationship Id="rId515" Type="http://schemas.openxmlformats.org/officeDocument/2006/relationships/image" Target="../media/image596.png"/><Relationship Id="rId89" Type="http://schemas.openxmlformats.org/officeDocument/2006/relationships/image" Target="../media/image392.png"/><Relationship Id="rId154" Type="http://schemas.openxmlformats.org/officeDocument/2006/relationships/customXml" Target="../ink/ink454.xml"/><Relationship Id="rId361" Type="http://schemas.openxmlformats.org/officeDocument/2006/relationships/customXml" Target="../ink/ink558.xml"/><Relationship Id="rId599" Type="http://schemas.openxmlformats.org/officeDocument/2006/relationships/image" Target="../media/image638.png"/><Relationship Id="rId459" Type="http://schemas.openxmlformats.org/officeDocument/2006/relationships/customXml" Target="../ink/ink610.xml"/><Relationship Id="rId666" Type="http://schemas.openxmlformats.org/officeDocument/2006/relationships/customXml" Target="../ink/ink717.xml"/><Relationship Id="rId16" Type="http://schemas.openxmlformats.org/officeDocument/2006/relationships/customXml" Target="../ink/ink385.xml"/><Relationship Id="rId221" Type="http://schemas.openxmlformats.org/officeDocument/2006/relationships/image" Target="../media/image458.png"/><Relationship Id="rId319" Type="http://schemas.openxmlformats.org/officeDocument/2006/relationships/customXml" Target="../ink/ink537.xml"/><Relationship Id="rId526" Type="http://schemas.openxmlformats.org/officeDocument/2006/relationships/customXml" Target="../ink/ink646.xml"/><Relationship Id="rId165" Type="http://schemas.openxmlformats.org/officeDocument/2006/relationships/image" Target="../media/image430.png"/><Relationship Id="rId372" Type="http://schemas.openxmlformats.org/officeDocument/2006/relationships/image" Target="../media/image531.png"/><Relationship Id="rId232" Type="http://schemas.openxmlformats.org/officeDocument/2006/relationships/customXml" Target="../ink/ink493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28.png"/><Relationship Id="rId21" Type="http://schemas.openxmlformats.org/officeDocument/2006/relationships/image" Target="../media/image681.png"/><Relationship Id="rId42" Type="http://schemas.openxmlformats.org/officeDocument/2006/relationships/customXml" Target="../ink/ink738.xml"/><Relationship Id="rId63" Type="http://schemas.openxmlformats.org/officeDocument/2006/relationships/image" Target="../media/image702.png"/><Relationship Id="rId84" Type="http://schemas.openxmlformats.org/officeDocument/2006/relationships/customXml" Target="../ink/ink759.xml"/><Relationship Id="rId138" Type="http://schemas.openxmlformats.org/officeDocument/2006/relationships/customXml" Target="../ink/ink786.xml"/><Relationship Id="rId159" Type="http://schemas.openxmlformats.org/officeDocument/2006/relationships/image" Target="../media/image749.png"/><Relationship Id="rId107" Type="http://schemas.openxmlformats.org/officeDocument/2006/relationships/image" Target="../media/image723.png"/><Relationship Id="rId11" Type="http://schemas.openxmlformats.org/officeDocument/2006/relationships/image" Target="../media/image676.png"/><Relationship Id="rId32" Type="http://schemas.openxmlformats.org/officeDocument/2006/relationships/customXml" Target="../ink/ink733.xml"/><Relationship Id="rId53" Type="http://schemas.openxmlformats.org/officeDocument/2006/relationships/image" Target="../media/image697.png"/><Relationship Id="rId74" Type="http://schemas.openxmlformats.org/officeDocument/2006/relationships/customXml" Target="../ink/ink754.xml"/><Relationship Id="rId128" Type="http://schemas.openxmlformats.org/officeDocument/2006/relationships/customXml" Target="../ink/ink781.xml"/><Relationship Id="rId149" Type="http://schemas.openxmlformats.org/officeDocument/2006/relationships/image" Target="../media/image744.png"/><Relationship Id="rId5" Type="http://schemas.openxmlformats.org/officeDocument/2006/relationships/image" Target="../media/image673.png"/><Relationship Id="rId95" Type="http://schemas.openxmlformats.org/officeDocument/2006/relationships/image" Target="../media/image717.png"/><Relationship Id="rId160" Type="http://schemas.openxmlformats.org/officeDocument/2006/relationships/customXml" Target="../ink/ink797.xml"/><Relationship Id="rId22" Type="http://schemas.openxmlformats.org/officeDocument/2006/relationships/customXml" Target="../ink/ink728.xml"/><Relationship Id="rId43" Type="http://schemas.openxmlformats.org/officeDocument/2006/relationships/image" Target="../media/image692.png"/><Relationship Id="rId64" Type="http://schemas.openxmlformats.org/officeDocument/2006/relationships/customXml" Target="../ink/ink749.xml"/><Relationship Id="rId118" Type="http://schemas.openxmlformats.org/officeDocument/2006/relationships/customXml" Target="../ink/ink776.xml"/><Relationship Id="rId139" Type="http://schemas.openxmlformats.org/officeDocument/2006/relationships/image" Target="../media/image739.png"/><Relationship Id="rId85" Type="http://schemas.openxmlformats.org/officeDocument/2006/relationships/image" Target="../media/image713.png"/><Relationship Id="rId150" Type="http://schemas.openxmlformats.org/officeDocument/2006/relationships/customXml" Target="../ink/ink792.xml"/><Relationship Id="rId12" Type="http://schemas.openxmlformats.org/officeDocument/2006/relationships/customXml" Target="../ink/ink723.xml"/><Relationship Id="rId17" Type="http://schemas.openxmlformats.org/officeDocument/2006/relationships/image" Target="../media/image679.png"/><Relationship Id="rId33" Type="http://schemas.openxmlformats.org/officeDocument/2006/relationships/image" Target="../media/image687.png"/><Relationship Id="rId38" Type="http://schemas.openxmlformats.org/officeDocument/2006/relationships/customXml" Target="../ink/ink736.xml"/><Relationship Id="rId59" Type="http://schemas.openxmlformats.org/officeDocument/2006/relationships/image" Target="../media/image700.png"/><Relationship Id="rId103" Type="http://schemas.openxmlformats.org/officeDocument/2006/relationships/image" Target="../media/image721.png"/><Relationship Id="rId108" Type="http://schemas.openxmlformats.org/officeDocument/2006/relationships/customXml" Target="../ink/ink771.xml"/><Relationship Id="rId124" Type="http://schemas.openxmlformats.org/officeDocument/2006/relationships/customXml" Target="../ink/ink779.xml"/><Relationship Id="rId129" Type="http://schemas.openxmlformats.org/officeDocument/2006/relationships/image" Target="../media/image734.png"/><Relationship Id="rId54" Type="http://schemas.openxmlformats.org/officeDocument/2006/relationships/customXml" Target="../ink/ink744.xml"/><Relationship Id="rId70" Type="http://schemas.openxmlformats.org/officeDocument/2006/relationships/customXml" Target="../ink/ink752.xml"/><Relationship Id="rId75" Type="http://schemas.openxmlformats.org/officeDocument/2006/relationships/image" Target="../media/image708.png"/><Relationship Id="rId91" Type="http://schemas.openxmlformats.org/officeDocument/2006/relationships/image" Target="../media/image715.png"/><Relationship Id="rId96" Type="http://schemas.openxmlformats.org/officeDocument/2006/relationships/customXml" Target="../ink/ink765.xml"/><Relationship Id="rId140" Type="http://schemas.openxmlformats.org/officeDocument/2006/relationships/customXml" Target="../ink/ink787.xml"/><Relationship Id="rId145" Type="http://schemas.openxmlformats.org/officeDocument/2006/relationships/image" Target="../media/image742.png"/><Relationship Id="rId161" Type="http://schemas.openxmlformats.org/officeDocument/2006/relationships/image" Target="../media/image75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20.xml"/><Relationship Id="rId23" Type="http://schemas.openxmlformats.org/officeDocument/2006/relationships/image" Target="../media/image682.png"/><Relationship Id="rId28" Type="http://schemas.openxmlformats.org/officeDocument/2006/relationships/customXml" Target="../ink/ink731.xml"/><Relationship Id="rId49" Type="http://schemas.openxmlformats.org/officeDocument/2006/relationships/image" Target="../media/image695.png"/><Relationship Id="rId114" Type="http://schemas.openxmlformats.org/officeDocument/2006/relationships/customXml" Target="../ink/ink774.xml"/><Relationship Id="rId119" Type="http://schemas.openxmlformats.org/officeDocument/2006/relationships/image" Target="../media/image729.png"/><Relationship Id="rId44" Type="http://schemas.openxmlformats.org/officeDocument/2006/relationships/customXml" Target="../ink/ink739.xml"/><Relationship Id="rId60" Type="http://schemas.openxmlformats.org/officeDocument/2006/relationships/customXml" Target="../ink/ink747.xml"/><Relationship Id="rId65" Type="http://schemas.openxmlformats.org/officeDocument/2006/relationships/image" Target="../media/image703.png"/><Relationship Id="rId81" Type="http://schemas.openxmlformats.org/officeDocument/2006/relationships/image" Target="../media/image711.png"/><Relationship Id="rId86" Type="http://schemas.openxmlformats.org/officeDocument/2006/relationships/customXml" Target="../ink/ink760.xml"/><Relationship Id="rId130" Type="http://schemas.openxmlformats.org/officeDocument/2006/relationships/customXml" Target="../ink/ink782.xml"/><Relationship Id="rId135" Type="http://schemas.openxmlformats.org/officeDocument/2006/relationships/image" Target="../media/image737.png"/><Relationship Id="rId151" Type="http://schemas.openxmlformats.org/officeDocument/2006/relationships/image" Target="../media/image745.png"/><Relationship Id="rId156" Type="http://schemas.openxmlformats.org/officeDocument/2006/relationships/customXml" Target="../ink/ink795.xml"/><Relationship Id="rId13" Type="http://schemas.openxmlformats.org/officeDocument/2006/relationships/image" Target="../media/image677.png"/><Relationship Id="rId18" Type="http://schemas.openxmlformats.org/officeDocument/2006/relationships/customXml" Target="../ink/ink726.xml"/><Relationship Id="rId39" Type="http://schemas.openxmlformats.org/officeDocument/2006/relationships/image" Target="../media/image690.png"/><Relationship Id="rId109" Type="http://schemas.openxmlformats.org/officeDocument/2006/relationships/image" Target="../media/image724.png"/><Relationship Id="rId34" Type="http://schemas.openxmlformats.org/officeDocument/2006/relationships/customXml" Target="../ink/ink734.xml"/><Relationship Id="rId50" Type="http://schemas.openxmlformats.org/officeDocument/2006/relationships/customXml" Target="../ink/ink742.xml"/><Relationship Id="rId55" Type="http://schemas.openxmlformats.org/officeDocument/2006/relationships/image" Target="../media/image698.png"/><Relationship Id="rId76" Type="http://schemas.openxmlformats.org/officeDocument/2006/relationships/customXml" Target="../ink/ink755.xml"/><Relationship Id="rId97" Type="http://schemas.openxmlformats.org/officeDocument/2006/relationships/image" Target="../media/image718.png"/><Relationship Id="rId104" Type="http://schemas.openxmlformats.org/officeDocument/2006/relationships/customXml" Target="../ink/ink769.xml"/><Relationship Id="rId120" Type="http://schemas.openxmlformats.org/officeDocument/2006/relationships/customXml" Target="../ink/ink777.xml"/><Relationship Id="rId125" Type="http://schemas.openxmlformats.org/officeDocument/2006/relationships/image" Target="../media/image732.png"/><Relationship Id="rId141" Type="http://schemas.openxmlformats.org/officeDocument/2006/relationships/image" Target="../media/image740.png"/><Relationship Id="rId146" Type="http://schemas.openxmlformats.org/officeDocument/2006/relationships/customXml" Target="../ink/ink790.xml"/><Relationship Id="rId7" Type="http://schemas.openxmlformats.org/officeDocument/2006/relationships/image" Target="../media/image674.png"/><Relationship Id="rId71" Type="http://schemas.openxmlformats.org/officeDocument/2006/relationships/image" Target="../media/image706.png"/><Relationship Id="rId92" Type="http://schemas.openxmlformats.org/officeDocument/2006/relationships/customXml" Target="../ink/ink763.xml"/><Relationship Id="rId162" Type="http://schemas.openxmlformats.org/officeDocument/2006/relationships/customXml" Target="../ink/ink798.xml"/><Relationship Id="rId2" Type="http://schemas.openxmlformats.org/officeDocument/2006/relationships/customXml" Target="../ink/ink718.xml"/><Relationship Id="rId29" Type="http://schemas.openxmlformats.org/officeDocument/2006/relationships/image" Target="../media/image685.png"/><Relationship Id="rId24" Type="http://schemas.openxmlformats.org/officeDocument/2006/relationships/customXml" Target="../ink/ink729.xml"/><Relationship Id="rId40" Type="http://schemas.openxmlformats.org/officeDocument/2006/relationships/customXml" Target="../ink/ink737.xml"/><Relationship Id="rId45" Type="http://schemas.openxmlformats.org/officeDocument/2006/relationships/image" Target="../media/image693.png"/><Relationship Id="rId66" Type="http://schemas.openxmlformats.org/officeDocument/2006/relationships/customXml" Target="../ink/ink750.xml"/><Relationship Id="rId87" Type="http://schemas.openxmlformats.org/officeDocument/2006/relationships/image" Target="../media/image714.png"/><Relationship Id="rId110" Type="http://schemas.openxmlformats.org/officeDocument/2006/relationships/customXml" Target="../ink/ink772.xml"/><Relationship Id="rId115" Type="http://schemas.openxmlformats.org/officeDocument/2006/relationships/image" Target="../media/image727.png"/><Relationship Id="rId131" Type="http://schemas.openxmlformats.org/officeDocument/2006/relationships/image" Target="../media/image735.png"/><Relationship Id="rId136" Type="http://schemas.openxmlformats.org/officeDocument/2006/relationships/customXml" Target="../ink/ink785.xml"/><Relationship Id="rId157" Type="http://schemas.openxmlformats.org/officeDocument/2006/relationships/image" Target="../media/image748.png"/><Relationship Id="rId61" Type="http://schemas.openxmlformats.org/officeDocument/2006/relationships/image" Target="../media/image701.png"/><Relationship Id="rId82" Type="http://schemas.openxmlformats.org/officeDocument/2006/relationships/customXml" Target="../ink/ink758.xml"/><Relationship Id="rId152" Type="http://schemas.openxmlformats.org/officeDocument/2006/relationships/customXml" Target="../ink/ink793.xml"/><Relationship Id="rId19" Type="http://schemas.openxmlformats.org/officeDocument/2006/relationships/image" Target="../media/image680.png"/><Relationship Id="rId14" Type="http://schemas.openxmlformats.org/officeDocument/2006/relationships/customXml" Target="../ink/ink724.xml"/><Relationship Id="rId30" Type="http://schemas.openxmlformats.org/officeDocument/2006/relationships/customXml" Target="../ink/ink732.xml"/><Relationship Id="rId35" Type="http://schemas.openxmlformats.org/officeDocument/2006/relationships/image" Target="../media/image688.png"/><Relationship Id="rId56" Type="http://schemas.openxmlformats.org/officeDocument/2006/relationships/customXml" Target="../ink/ink745.xml"/><Relationship Id="rId77" Type="http://schemas.openxmlformats.org/officeDocument/2006/relationships/image" Target="../media/image709.png"/><Relationship Id="rId100" Type="http://schemas.openxmlformats.org/officeDocument/2006/relationships/customXml" Target="../ink/ink767.xml"/><Relationship Id="rId105" Type="http://schemas.openxmlformats.org/officeDocument/2006/relationships/image" Target="../media/image722.png"/><Relationship Id="rId126" Type="http://schemas.openxmlformats.org/officeDocument/2006/relationships/customXml" Target="../ink/ink780.xml"/><Relationship Id="rId147" Type="http://schemas.openxmlformats.org/officeDocument/2006/relationships/image" Target="../media/image743.png"/><Relationship Id="rId8" Type="http://schemas.openxmlformats.org/officeDocument/2006/relationships/customXml" Target="../ink/ink721.xml"/><Relationship Id="rId51" Type="http://schemas.openxmlformats.org/officeDocument/2006/relationships/image" Target="../media/image696.png"/><Relationship Id="rId72" Type="http://schemas.openxmlformats.org/officeDocument/2006/relationships/customXml" Target="../ink/ink753.xml"/><Relationship Id="rId93" Type="http://schemas.openxmlformats.org/officeDocument/2006/relationships/image" Target="../media/image716.png"/><Relationship Id="rId98" Type="http://schemas.openxmlformats.org/officeDocument/2006/relationships/customXml" Target="../ink/ink766.xml"/><Relationship Id="rId121" Type="http://schemas.openxmlformats.org/officeDocument/2006/relationships/image" Target="../media/image730.png"/><Relationship Id="rId142" Type="http://schemas.openxmlformats.org/officeDocument/2006/relationships/customXml" Target="../ink/ink788.xml"/><Relationship Id="rId163" Type="http://schemas.openxmlformats.org/officeDocument/2006/relationships/image" Target="../media/image751.png"/><Relationship Id="rId3" Type="http://schemas.openxmlformats.org/officeDocument/2006/relationships/image" Target="../media/image672.png"/><Relationship Id="rId25" Type="http://schemas.openxmlformats.org/officeDocument/2006/relationships/image" Target="../media/image683.png"/><Relationship Id="rId46" Type="http://schemas.openxmlformats.org/officeDocument/2006/relationships/customXml" Target="../ink/ink740.xml"/><Relationship Id="rId67" Type="http://schemas.openxmlformats.org/officeDocument/2006/relationships/image" Target="../media/image704.png"/><Relationship Id="rId116" Type="http://schemas.openxmlformats.org/officeDocument/2006/relationships/customXml" Target="../ink/ink775.xml"/><Relationship Id="rId137" Type="http://schemas.openxmlformats.org/officeDocument/2006/relationships/image" Target="../media/image738.png"/><Relationship Id="rId158" Type="http://schemas.openxmlformats.org/officeDocument/2006/relationships/customXml" Target="../ink/ink796.xml"/><Relationship Id="rId20" Type="http://schemas.openxmlformats.org/officeDocument/2006/relationships/customXml" Target="../ink/ink727.xml"/><Relationship Id="rId41" Type="http://schemas.openxmlformats.org/officeDocument/2006/relationships/image" Target="../media/image691.png"/><Relationship Id="rId62" Type="http://schemas.openxmlformats.org/officeDocument/2006/relationships/customXml" Target="../ink/ink748.xml"/><Relationship Id="rId83" Type="http://schemas.openxmlformats.org/officeDocument/2006/relationships/image" Target="../media/image712.png"/><Relationship Id="rId88" Type="http://schemas.openxmlformats.org/officeDocument/2006/relationships/customXml" Target="../ink/ink761.xml"/><Relationship Id="rId111" Type="http://schemas.openxmlformats.org/officeDocument/2006/relationships/image" Target="../media/image725.png"/><Relationship Id="rId132" Type="http://schemas.openxmlformats.org/officeDocument/2006/relationships/customXml" Target="../ink/ink783.xml"/><Relationship Id="rId153" Type="http://schemas.openxmlformats.org/officeDocument/2006/relationships/image" Target="../media/image746.png"/><Relationship Id="rId15" Type="http://schemas.openxmlformats.org/officeDocument/2006/relationships/image" Target="../media/image678.png"/><Relationship Id="rId36" Type="http://schemas.openxmlformats.org/officeDocument/2006/relationships/customXml" Target="../ink/ink735.xml"/><Relationship Id="rId57" Type="http://schemas.openxmlformats.org/officeDocument/2006/relationships/image" Target="../media/image699.png"/><Relationship Id="rId106" Type="http://schemas.openxmlformats.org/officeDocument/2006/relationships/customXml" Target="../ink/ink770.xml"/><Relationship Id="rId127" Type="http://schemas.openxmlformats.org/officeDocument/2006/relationships/image" Target="../media/image733.png"/><Relationship Id="rId10" Type="http://schemas.openxmlformats.org/officeDocument/2006/relationships/customXml" Target="../ink/ink722.xml"/><Relationship Id="rId31" Type="http://schemas.openxmlformats.org/officeDocument/2006/relationships/image" Target="../media/image686.png"/><Relationship Id="rId52" Type="http://schemas.openxmlformats.org/officeDocument/2006/relationships/customXml" Target="../ink/ink743.xml"/><Relationship Id="rId73" Type="http://schemas.openxmlformats.org/officeDocument/2006/relationships/image" Target="../media/image707.png"/><Relationship Id="rId78" Type="http://schemas.openxmlformats.org/officeDocument/2006/relationships/customXml" Target="../ink/ink756.xml"/><Relationship Id="rId94" Type="http://schemas.openxmlformats.org/officeDocument/2006/relationships/customXml" Target="../ink/ink764.xml"/><Relationship Id="rId99" Type="http://schemas.openxmlformats.org/officeDocument/2006/relationships/image" Target="../media/image719.png"/><Relationship Id="rId101" Type="http://schemas.openxmlformats.org/officeDocument/2006/relationships/image" Target="../media/image720.png"/><Relationship Id="rId122" Type="http://schemas.openxmlformats.org/officeDocument/2006/relationships/customXml" Target="../ink/ink778.xml"/><Relationship Id="rId143" Type="http://schemas.openxmlformats.org/officeDocument/2006/relationships/image" Target="../media/image741.png"/><Relationship Id="rId148" Type="http://schemas.openxmlformats.org/officeDocument/2006/relationships/customXml" Target="../ink/ink791.xml"/><Relationship Id="rId4" Type="http://schemas.openxmlformats.org/officeDocument/2006/relationships/customXml" Target="../ink/ink719.xml"/><Relationship Id="rId9" Type="http://schemas.openxmlformats.org/officeDocument/2006/relationships/image" Target="../media/image675.png"/><Relationship Id="rId26" Type="http://schemas.openxmlformats.org/officeDocument/2006/relationships/customXml" Target="../ink/ink730.xml"/><Relationship Id="rId47" Type="http://schemas.openxmlformats.org/officeDocument/2006/relationships/image" Target="../media/image694.png"/><Relationship Id="rId68" Type="http://schemas.openxmlformats.org/officeDocument/2006/relationships/customXml" Target="../ink/ink751.xml"/><Relationship Id="rId89" Type="http://schemas.openxmlformats.org/officeDocument/2006/relationships/image" Target="../media/image591.png"/><Relationship Id="rId112" Type="http://schemas.openxmlformats.org/officeDocument/2006/relationships/customXml" Target="../ink/ink773.xml"/><Relationship Id="rId133" Type="http://schemas.openxmlformats.org/officeDocument/2006/relationships/image" Target="../media/image736.png"/><Relationship Id="rId154" Type="http://schemas.openxmlformats.org/officeDocument/2006/relationships/customXml" Target="../ink/ink794.xml"/><Relationship Id="rId16" Type="http://schemas.openxmlformats.org/officeDocument/2006/relationships/customXml" Target="../ink/ink725.xml"/><Relationship Id="rId37" Type="http://schemas.openxmlformats.org/officeDocument/2006/relationships/image" Target="../media/image689.png"/><Relationship Id="rId58" Type="http://schemas.openxmlformats.org/officeDocument/2006/relationships/customXml" Target="../ink/ink746.xml"/><Relationship Id="rId79" Type="http://schemas.openxmlformats.org/officeDocument/2006/relationships/image" Target="../media/image710.png"/><Relationship Id="rId102" Type="http://schemas.openxmlformats.org/officeDocument/2006/relationships/customXml" Target="../ink/ink768.xml"/><Relationship Id="rId123" Type="http://schemas.openxmlformats.org/officeDocument/2006/relationships/image" Target="../media/image731.png"/><Relationship Id="rId144" Type="http://schemas.openxmlformats.org/officeDocument/2006/relationships/customXml" Target="../ink/ink789.xml"/><Relationship Id="rId90" Type="http://schemas.openxmlformats.org/officeDocument/2006/relationships/customXml" Target="../ink/ink762.xml"/><Relationship Id="rId27" Type="http://schemas.openxmlformats.org/officeDocument/2006/relationships/image" Target="../media/image684.png"/><Relationship Id="rId48" Type="http://schemas.openxmlformats.org/officeDocument/2006/relationships/customXml" Target="../ink/ink741.xml"/><Relationship Id="rId69" Type="http://schemas.openxmlformats.org/officeDocument/2006/relationships/image" Target="../media/image705.png"/><Relationship Id="rId113" Type="http://schemas.openxmlformats.org/officeDocument/2006/relationships/image" Target="../media/image726.png"/><Relationship Id="rId134" Type="http://schemas.openxmlformats.org/officeDocument/2006/relationships/customXml" Target="../ink/ink784.xml"/><Relationship Id="rId80" Type="http://schemas.openxmlformats.org/officeDocument/2006/relationships/customXml" Target="../ink/ink757.xml"/><Relationship Id="rId155" Type="http://schemas.openxmlformats.org/officeDocument/2006/relationships/image" Target="../media/image747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09.png"/><Relationship Id="rId299" Type="http://schemas.openxmlformats.org/officeDocument/2006/relationships/customXml" Target="../ink/ink949.xml"/><Relationship Id="rId21" Type="http://schemas.openxmlformats.org/officeDocument/2006/relationships/image" Target="../media/image761.png"/><Relationship Id="rId63" Type="http://schemas.openxmlformats.org/officeDocument/2006/relationships/image" Target="../media/image782.png"/><Relationship Id="rId159" Type="http://schemas.openxmlformats.org/officeDocument/2006/relationships/customXml" Target="../ink/ink879.xml"/><Relationship Id="rId324" Type="http://schemas.openxmlformats.org/officeDocument/2006/relationships/image" Target="../media/image909.png"/><Relationship Id="rId366" Type="http://schemas.openxmlformats.org/officeDocument/2006/relationships/image" Target="../media/image930.png"/><Relationship Id="rId170" Type="http://schemas.openxmlformats.org/officeDocument/2006/relationships/image" Target="../media/image832.png"/><Relationship Id="rId226" Type="http://schemas.openxmlformats.org/officeDocument/2006/relationships/image" Target="../media/image860.png"/><Relationship Id="rId268" Type="http://schemas.openxmlformats.org/officeDocument/2006/relationships/image" Target="../media/image881.png"/><Relationship Id="rId32" Type="http://schemas.openxmlformats.org/officeDocument/2006/relationships/customXml" Target="../ink/ink814.xml"/><Relationship Id="rId74" Type="http://schemas.openxmlformats.org/officeDocument/2006/relationships/customXml" Target="../ink/ink835.xml"/><Relationship Id="rId128" Type="http://schemas.openxmlformats.org/officeDocument/2006/relationships/customXml" Target="../ink/ink862.xml"/><Relationship Id="rId335" Type="http://schemas.openxmlformats.org/officeDocument/2006/relationships/customXml" Target="../ink/ink967.xml"/><Relationship Id="rId377" Type="http://schemas.openxmlformats.org/officeDocument/2006/relationships/customXml" Target="../ink/ink988.xml"/><Relationship Id="rId5" Type="http://schemas.openxmlformats.org/officeDocument/2006/relationships/image" Target="../media/image753.png"/><Relationship Id="rId181" Type="http://schemas.openxmlformats.org/officeDocument/2006/relationships/customXml" Target="../ink/ink890.xml"/><Relationship Id="rId237" Type="http://schemas.openxmlformats.org/officeDocument/2006/relationships/customXml" Target="../ink/ink918.xml"/><Relationship Id="rId279" Type="http://schemas.openxmlformats.org/officeDocument/2006/relationships/customXml" Target="../ink/ink939.xml"/><Relationship Id="rId43" Type="http://schemas.openxmlformats.org/officeDocument/2006/relationships/image" Target="../media/image772.png"/><Relationship Id="rId139" Type="http://schemas.openxmlformats.org/officeDocument/2006/relationships/image" Target="../media/image817.png"/><Relationship Id="rId290" Type="http://schemas.openxmlformats.org/officeDocument/2006/relationships/image" Target="../media/image892.png"/><Relationship Id="rId304" Type="http://schemas.openxmlformats.org/officeDocument/2006/relationships/image" Target="../media/image899.png"/><Relationship Id="rId346" Type="http://schemas.openxmlformats.org/officeDocument/2006/relationships/image" Target="../media/image920.png"/><Relationship Id="rId388" Type="http://schemas.openxmlformats.org/officeDocument/2006/relationships/image" Target="../media/image941.png"/><Relationship Id="rId85" Type="http://schemas.openxmlformats.org/officeDocument/2006/relationships/image" Target="../media/image793.png"/><Relationship Id="rId150" Type="http://schemas.openxmlformats.org/officeDocument/2006/relationships/image" Target="../media/image822.png"/><Relationship Id="rId192" Type="http://schemas.openxmlformats.org/officeDocument/2006/relationships/image" Target="../media/image843.png"/><Relationship Id="rId206" Type="http://schemas.openxmlformats.org/officeDocument/2006/relationships/image" Target="../media/image850.png"/><Relationship Id="rId248" Type="http://schemas.openxmlformats.org/officeDocument/2006/relationships/image" Target="../media/image871.png"/><Relationship Id="rId12" Type="http://schemas.openxmlformats.org/officeDocument/2006/relationships/customXml" Target="../ink/ink804.xml"/><Relationship Id="rId108" Type="http://schemas.openxmlformats.org/officeDocument/2006/relationships/customXml" Target="../ink/ink852.xml"/><Relationship Id="rId315" Type="http://schemas.openxmlformats.org/officeDocument/2006/relationships/customXml" Target="../ink/ink957.xml"/><Relationship Id="rId357" Type="http://schemas.openxmlformats.org/officeDocument/2006/relationships/customXml" Target="../ink/ink978.xml"/><Relationship Id="rId54" Type="http://schemas.openxmlformats.org/officeDocument/2006/relationships/customXml" Target="../ink/ink825.xml"/><Relationship Id="rId96" Type="http://schemas.openxmlformats.org/officeDocument/2006/relationships/customXml" Target="../ink/ink846.xml"/><Relationship Id="rId161" Type="http://schemas.openxmlformats.org/officeDocument/2006/relationships/customXml" Target="../ink/ink880.xml"/><Relationship Id="rId217" Type="http://schemas.openxmlformats.org/officeDocument/2006/relationships/customXml" Target="../ink/ink908.xml"/><Relationship Id="rId259" Type="http://schemas.openxmlformats.org/officeDocument/2006/relationships/customXml" Target="../ink/ink929.xml"/><Relationship Id="rId23" Type="http://schemas.openxmlformats.org/officeDocument/2006/relationships/image" Target="../media/image762.png"/><Relationship Id="rId119" Type="http://schemas.openxmlformats.org/officeDocument/2006/relationships/image" Target="../media/image810.png"/><Relationship Id="rId270" Type="http://schemas.openxmlformats.org/officeDocument/2006/relationships/image" Target="../media/image882.png"/><Relationship Id="rId326" Type="http://schemas.openxmlformats.org/officeDocument/2006/relationships/image" Target="../media/image910.png"/><Relationship Id="rId65" Type="http://schemas.openxmlformats.org/officeDocument/2006/relationships/image" Target="../media/image783.png"/><Relationship Id="rId130" Type="http://schemas.openxmlformats.org/officeDocument/2006/relationships/image" Target="../media/image813.png"/><Relationship Id="rId368" Type="http://schemas.openxmlformats.org/officeDocument/2006/relationships/image" Target="../media/image931.png"/><Relationship Id="rId172" Type="http://schemas.openxmlformats.org/officeDocument/2006/relationships/image" Target="../media/image833.png"/><Relationship Id="rId228" Type="http://schemas.openxmlformats.org/officeDocument/2006/relationships/image" Target="../media/image861.png"/><Relationship Id="rId281" Type="http://schemas.openxmlformats.org/officeDocument/2006/relationships/customXml" Target="../ink/ink940.xml"/><Relationship Id="rId337" Type="http://schemas.openxmlformats.org/officeDocument/2006/relationships/customXml" Target="../ink/ink968.xml"/><Relationship Id="rId34" Type="http://schemas.openxmlformats.org/officeDocument/2006/relationships/customXml" Target="../ink/ink815.xml"/><Relationship Id="rId76" Type="http://schemas.openxmlformats.org/officeDocument/2006/relationships/customXml" Target="../ink/ink836.xml"/><Relationship Id="rId141" Type="http://schemas.openxmlformats.org/officeDocument/2006/relationships/image" Target="../media/image818.png"/><Relationship Id="rId379" Type="http://schemas.openxmlformats.org/officeDocument/2006/relationships/customXml" Target="../ink/ink989.xml"/><Relationship Id="rId7" Type="http://schemas.openxmlformats.org/officeDocument/2006/relationships/image" Target="../media/image754.png"/><Relationship Id="rId183" Type="http://schemas.openxmlformats.org/officeDocument/2006/relationships/customXml" Target="../ink/ink891.xml"/><Relationship Id="rId239" Type="http://schemas.openxmlformats.org/officeDocument/2006/relationships/customXml" Target="../ink/ink919.xml"/><Relationship Id="rId390" Type="http://schemas.openxmlformats.org/officeDocument/2006/relationships/image" Target="../media/image591.png"/><Relationship Id="rId250" Type="http://schemas.openxmlformats.org/officeDocument/2006/relationships/image" Target="../media/image872.png"/><Relationship Id="rId292" Type="http://schemas.openxmlformats.org/officeDocument/2006/relationships/image" Target="../media/image893.png"/><Relationship Id="rId306" Type="http://schemas.openxmlformats.org/officeDocument/2006/relationships/image" Target="../media/image900.png"/><Relationship Id="rId45" Type="http://schemas.openxmlformats.org/officeDocument/2006/relationships/image" Target="../media/image773.png"/><Relationship Id="rId87" Type="http://schemas.openxmlformats.org/officeDocument/2006/relationships/image" Target="../media/image794.png"/><Relationship Id="rId110" Type="http://schemas.openxmlformats.org/officeDocument/2006/relationships/customXml" Target="../ink/ink853.xml"/><Relationship Id="rId348" Type="http://schemas.openxmlformats.org/officeDocument/2006/relationships/image" Target="../media/image921.png"/><Relationship Id="rId152" Type="http://schemas.openxmlformats.org/officeDocument/2006/relationships/image" Target="../media/image823.png"/><Relationship Id="rId194" Type="http://schemas.openxmlformats.org/officeDocument/2006/relationships/image" Target="../media/image844.png"/><Relationship Id="rId208" Type="http://schemas.openxmlformats.org/officeDocument/2006/relationships/image" Target="../media/image851.png"/><Relationship Id="rId261" Type="http://schemas.openxmlformats.org/officeDocument/2006/relationships/customXml" Target="../ink/ink930.xml"/><Relationship Id="rId14" Type="http://schemas.openxmlformats.org/officeDocument/2006/relationships/customXml" Target="../ink/ink805.xml"/><Relationship Id="rId56" Type="http://schemas.openxmlformats.org/officeDocument/2006/relationships/customXml" Target="../ink/ink826.xml"/><Relationship Id="rId317" Type="http://schemas.openxmlformats.org/officeDocument/2006/relationships/customXml" Target="../ink/ink958.xml"/><Relationship Id="rId359" Type="http://schemas.openxmlformats.org/officeDocument/2006/relationships/customXml" Target="../ink/ink979.xml"/><Relationship Id="rId98" Type="http://schemas.openxmlformats.org/officeDocument/2006/relationships/customXml" Target="../ink/ink847.xml"/><Relationship Id="rId121" Type="http://schemas.openxmlformats.org/officeDocument/2006/relationships/image" Target="../media/image811.png"/><Relationship Id="rId163" Type="http://schemas.openxmlformats.org/officeDocument/2006/relationships/customXml" Target="../ink/ink881.xml"/><Relationship Id="rId219" Type="http://schemas.openxmlformats.org/officeDocument/2006/relationships/customXml" Target="../ink/ink909.xml"/><Relationship Id="rId370" Type="http://schemas.openxmlformats.org/officeDocument/2006/relationships/image" Target="../media/image932.png"/><Relationship Id="rId230" Type="http://schemas.openxmlformats.org/officeDocument/2006/relationships/image" Target="../media/image862.png"/><Relationship Id="rId25" Type="http://schemas.openxmlformats.org/officeDocument/2006/relationships/image" Target="../media/image763.png"/><Relationship Id="rId67" Type="http://schemas.openxmlformats.org/officeDocument/2006/relationships/image" Target="../media/image784.png"/><Relationship Id="rId272" Type="http://schemas.openxmlformats.org/officeDocument/2006/relationships/image" Target="../media/image883.png"/><Relationship Id="rId328" Type="http://schemas.openxmlformats.org/officeDocument/2006/relationships/image" Target="../media/image911.png"/><Relationship Id="rId132" Type="http://schemas.openxmlformats.org/officeDocument/2006/relationships/image" Target="../media/image814.png"/><Relationship Id="rId174" Type="http://schemas.openxmlformats.org/officeDocument/2006/relationships/image" Target="../media/image834.png"/><Relationship Id="rId381" Type="http://schemas.openxmlformats.org/officeDocument/2006/relationships/customXml" Target="../ink/ink990.xml"/><Relationship Id="rId241" Type="http://schemas.openxmlformats.org/officeDocument/2006/relationships/customXml" Target="../ink/ink920.xml"/><Relationship Id="rId36" Type="http://schemas.openxmlformats.org/officeDocument/2006/relationships/customXml" Target="../ink/ink816.xml"/><Relationship Id="rId283" Type="http://schemas.openxmlformats.org/officeDocument/2006/relationships/customXml" Target="../ink/ink941.xml"/><Relationship Id="rId339" Type="http://schemas.openxmlformats.org/officeDocument/2006/relationships/customXml" Target="../ink/ink969.xml"/><Relationship Id="rId78" Type="http://schemas.openxmlformats.org/officeDocument/2006/relationships/customXml" Target="../ink/ink837.xml"/><Relationship Id="rId101" Type="http://schemas.openxmlformats.org/officeDocument/2006/relationships/image" Target="../media/image801.png"/><Relationship Id="rId143" Type="http://schemas.openxmlformats.org/officeDocument/2006/relationships/image" Target="../media/image819.png"/><Relationship Id="rId185" Type="http://schemas.openxmlformats.org/officeDocument/2006/relationships/customXml" Target="../ink/ink892.xml"/><Relationship Id="rId350" Type="http://schemas.openxmlformats.org/officeDocument/2006/relationships/image" Target="../media/image922.png"/><Relationship Id="rId9" Type="http://schemas.openxmlformats.org/officeDocument/2006/relationships/image" Target="../media/image755.png"/><Relationship Id="rId210" Type="http://schemas.openxmlformats.org/officeDocument/2006/relationships/image" Target="../media/image852.png"/><Relationship Id="rId252" Type="http://schemas.openxmlformats.org/officeDocument/2006/relationships/image" Target="../media/image873.png"/><Relationship Id="rId294" Type="http://schemas.openxmlformats.org/officeDocument/2006/relationships/image" Target="../media/image894.png"/><Relationship Id="rId308" Type="http://schemas.openxmlformats.org/officeDocument/2006/relationships/image" Target="../media/image901.png"/><Relationship Id="rId47" Type="http://schemas.openxmlformats.org/officeDocument/2006/relationships/image" Target="../media/image774.png"/><Relationship Id="rId89" Type="http://schemas.openxmlformats.org/officeDocument/2006/relationships/image" Target="../media/image795.png"/><Relationship Id="rId112" Type="http://schemas.openxmlformats.org/officeDocument/2006/relationships/customXml" Target="../ink/ink854.xml"/><Relationship Id="rId154" Type="http://schemas.openxmlformats.org/officeDocument/2006/relationships/image" Target="../media/image824.png"/><Relationship Id="rId361" Type="http://schemas.openxmlformats.org/officeDocument/2006/relationships/customXml" Target="../ink/ink980.xml"/><Relationship Id="rId196" Type="http://schemas.openxmlformats.org/officeDocument/2006/relationships/image" Target="../media/image845.png"/><Relationship Id="rId200" Type="http://schemas.openxmlformats.org/officeDocument/2006/relationships/image" Target="../media/image847.png"/><Relationship Id="rId382" Type="http://schemas.openxmlformats.org/officeDocument/2006/relationships/image" Target="../media/image938.png"/><Relationship Id="rId16" Type="http://schemas.openxmlformats.org/officeDocument/2006/relationships/customXml" Target="../ink/ink806.xml"/><Relationship Id="rId221" Type="http://schemas.openxmlformats.org/officeDocument/2006/relationships/customXml" Target="../ink/ink910.xml"/><Relationship Id="rId242" Type="http://schemas.openxmlformats.org/officeDocument/2006/relationships/image" Target="../media/image868.png"/><Relationship Id="rId263" Type="http://schemas.openxmlformats.org/officeDocument/2006/relationships/customXml" Target="../ink/ink931.xml"/><Relationship Id="rId284" Type="http://schemas.openxmlformats.org/officeDocument/2006/relationships/image" Target="../media/image889.png"/><Relationship Id="rId319" Type="http://schemas.openxmlformats.org/officeDocument/2006/relationships/customXml" Target="../ink/ink959.xml"/><Relationship Id="rId37" Type="http://schemas.openxmlformats.org/officeDocument/2006/relationships/image" Target="../media/image769.png"/><Relationship Id="rId58" Type="http://schemas.openxmlformats.org/officeDocument/2006/relationships/customXml" Target="../ink/ink827.xml"/><Relationship Id="rId79" Type="http://schemas.openxmlformats.org/officeDocument/2006/relationships/image" Target="../media/image790.png"/><Relationship Id="rId102" Type="http://schemas.openxmlformats.org/officeDocument/2006/relationships/customXml" Target="../ink/ink849.xml"/><Relationship Id="rId123" Type="http://schemas.openxmlformats.org/officeDocument/2006/relationships/image" Target="../media/image812.png"/><Relationship Id="rId144" Type="http://schemas.openxmlformats.org/officeDocument/2006/relationships/customXml" Target="../ink/ink871.xml"/><Relationship Id="rId330" Type="http://schemas.openxmlformats.org/officeDocument/2006/relationships/image" Target="../media/image912.png"/><Relationship Id="rId90" Type="http://schemas.openxmlformats.org/officeDocument/2006/relationships/customXml" Target="../ink/ink843.xml"/><Relationship Id="rId165" Type="http://schemas.openxmlformats.org/officeDocument/2006/relationships/customXml" Target="../ink/ink882.xml"/><Relationship Id="rId186" Type="http://schemas.openxmlformats.org/officeDocument/2006/relationships/image" Target="../media/image840.png"/><Relationship Id="rId351" Type="http://schemas.openxmlformats.org/officeDocument/2006/relationships/customXml" Target="../ink/ink975.xml"/><Relationship Id="rId372" Type="http://schemas.openxmlformats.org/officeDocument/2006/relationships/image" Target="../media/image933.png"/><Relationship Id="rId211" Type="http://schemas.openxmlformats.org/officeDocument/2006/relationships/customXml" Target="../ink/ink905.xml"/><Relationship Id="rId232" Type="http://schemas.openxmlformats.org/officeDocument/2006/relationships/image" Target="../media/image863.png"/><Relationship Id="rId253" Type="http://schemas.openxmlformats.org/officeDocument/2006/relationships/customXml" Target="../ink/ink926.xml"/><Relationship Id="rId274" Type="http://schemas.openxmlformats.org/officeDocument/2006/relationships/image" Target="../media/image884.png"/><Relationship Id="rId295" Type="http://schemas.openxmlformats.org/officeDocument/2006/relationships/customXml" Target="../ink/ink947.xml"/><Relationship Id="rId309" Type="http://schemas.openxmlformats.org/officeDocument/2006/relationships/customXml" Target="../ink/ink954.xml"/><Relationship Id="rId27" Type="http://schemas.openxmlformats.org/officeDocument/2006/relationships/image" Target="../media/image764.png"/><Relationship Id="rId48" Type="http://schemas.openxmlformats.org/officeDocument/2006/relationships/customXml" Target="../ink/ink822.xml"/><Relationship Id="rId69" Type="http://schemas.openxmlformats.org/officeDocument/2006/relationships/image" Target="../media/image785.png"/><Relationship Id="rId113" Type="http://schemas.openxmlformats.org/officeDocument/2006/relationships/image" Target="../media/image807.png"/><Relationship Id="rId134" Type="http://schemas.openxmlformats.org/officeDocument/2006/relationships/customXml" Target="../ink/ink866.xml"/><Relationship Id="rId320" Type="http://schemas.openxmlformats.org/officeDocument/2006/relationships/image" Target="../media/image907.png"/><Relationship Id="rId80" Type="http://schemas.openxmlformats.org/officeDocument/2006/relationships/customXml" Target="../ink/ink838.xml"/><Relationship Id="rId155" Type="http://schemas.openxmlformats.org/officeDocument/2006/relationships/customXml" Target="../ink/ink877.xml"/><Relationship Id="rId176" Type="http://schemas.openxmlformats.org/officeDocument/2006/relationships/image" Target="../media/image835.png"/><Relationship Id="rId197" Type="http://schemas.openxmlformats.org/officeDocument/2006/relationships/customXml" Target="../ink/ink898.xml"/><Relationship Id="rId341" Type="http://schemas.openxmlformats.org/officeDocument/2006/relationships/customXml" Target="../ink/ink970.xml"/><Relationship Id="rId362" Type="http://schemas.openxmlformats.org/officeDocument/2006/relationships/image" Target="../media/image928.png"/><Relationship Id="rId383" Type="http://schemas.openxmlformats.org/officeDocument/2006/relationships/customXml" Target="../ink/ink991.xml"/><Relationship Id="rId201" Type="http://schemas.openxmlformats.org/officeDocument/2006/relationships/customXml" Target="../ink/ink900.xml"/><Relationship Id="rId222" Type="http://schemas.openxmlformats.org/officeDocument/2006/relationships/image" Target="../media/image858.png"/><Relationship Id="rId243" Type="http://schemas.openxmlformats.org/officeDocument/2006/relationships/customXml" Target="../ink/ink921.xml"/><Relationship Id="rId264" Type="http://schemas.openxmlformats.org/officeDocument/2006/relationships/image" Target="../media/image879.png"/><Relationship Id="rId285" Type="http://schemas.openxmlformats.org/officeDocument/2006/relationships/customXml" Target="../ink/ink942.xml"/><Relationship Id="rId17" Type="http://schemas.openxmlformats.org/officeDocument/2006/relationships/image" Target="../media/image759.png"/><Relationship Id="rId38" Type="http://schemas.openxmlformats.org/officeDocument/2006/relationships/customXml" Target="../ink/ink817.xml"/><Relationship Id="rId59" Type="http://schemas.openxmlformats.org/officeDocument/2006/relationships/image" Target="../media/image780.png"/><Relationship Id="rId103" Type="http://schemas.openxmlformats.org/officeDocument/2006/relationships/image" Target="../media/image802.png"/><Relationship Id="rId124" Type="http://schemas.openxmlformats.org/officeDocument/2006/relationships/customXml" Target="../ink/ink860.xml"/><Relationship Id="rId310" Type="http://schemas.openxmlformats.org/officeDocument/2006/relationships/image" Target="../media/image902.png"/><Relationship Id="rId70" Type="http://schemas.openxmlformats.org/officeDocument/2006/relationships/customXml" Target="../ink/ink833.xml"/><Relationship Id="rId91" Type="http://schemas.openxmlformats.org/officeDocument/2006/relationships/image" Target="../media/image796.png"/><Relationship Id="rId145" Type="http://schemas.openxmlformats.org/officeDocument/2006/relationships/image" Target="../media/image820.png"/><Relationship Id="rId166" Type="http://schemas.openxmlformats.org/officeDocument/2006/relationships/image" Target="../media/image830.png"/><Relationship Id="rId187" Type="http://schemas.openxmlformats.org/officeDocument/2006/relationships/customXml" Target="../ink/ink893.xml"/><Relationship Id="rId331" Type="http://schemas.openxmlformats.org/officeDocument/2006/relationships/customXml" Target="../ink/ink965.xml"/><Relationship Id="rId352" Type="http://schemas.openxmlformats.org/officeDocument/2006/relationships/image" Target="../media/image923.png"/><Relationship Id="rId373" Type="http://schemas.openxmlformats.org/officeDocument/2006/relationships/customXml" Target="../ink/ink986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853.png"/><Relationship Id="rId233" Type="http://schemas.openxmlformats.org/officeDocument/2006/relationships/customXml" Target="../ink/ink916.xml"/><Relationship Id="rId254" Type="http://schemas.openxmlformats.org/officeDocument/2006/relationships/image" Target="../media/image874.png"/><Relationship Id="rId28" Type="http://schemas.openxmlformats.org/officeDocument/2006/relationships/customXml" Target="../ink/ink812.xml"/><Relationship Id="rId49" Type="http://schemas.openxmlformats.org/officeDocument/2006/relationships/image" Target="../media/image775.png"/><Relationship Id="rId114" Type="http://schemas.openxmlformats.org/officeDocument/2006/relationships/customXml" Target="../ink/ink855.xml"/><Relationship Id="rId275" Type="http://schemas.openxmlformats.org/officeDocument/2006/relationships/customXml" Target="../ink/ink937.xml"/><Relationship Id="rId296" Type="http://schemas.openxmlformats.org/officeDocument/2006/relationships/image" Target="../media/image895.png"/><Relationship Id="rId300" Type="http://schemas.openxmlformats.org/officeDocument/2006/relationships/image" Target="../media/image897.png"/><Relationship Id="rId60" Type="http://schemas.openxmlformats.org/officeDocument/2006/relationships/customXml" Target="../ink/ink828.xml"/><Relationship Id="rId81" Type="http://schemas.openxmlformats.org/officeDocument/2006/relationships/image" Target="../media/image791.png"/><Relationship Id="rId135" Type="http://schemas.openxmlformats.org/officeDocument/2006/relationships/image" Target="../media/image815.png"/><Relationship Id="rId156" Type="http://schemas.openxmlformats.org/officeDocument/2006/relationships/image" Target="../media/image825.png"/><Relationship Id="rId177" Type="http://schemas.openxmlformats.org/officeDocument/2006/relationships/customXml" Target="../ink/ink888.xml"/><Relationship Id="rId198" Type="http://schemas.openxmlformats.org/officeDocument/2006/relationships/image" Target="../media/image846.png"/><Relationship Id="rId321" Type="http://schemas.openxmlformats.org/officeDocument/2006/relationships/customXml" Target="../ink/ink960.xml"/><Relationship Id="rId342" Type="http://schemas.openxmlformats.org/officeDocument/2006/relationships/image" Target="../media/image918.png"/><Relationship Id="rId363" Type="http://schemas.openxmlformats.org/officeDocument/2006/relationships/customXml" Target="../ink/ink981.xml"/><Relationship Id="rId384" Type="http://schemas.openxmlformats.org/officeDocument/2006/relationships/image" Target="../media/image939.png"/><Relationship Id="rId202" Type="http://schemas.openxmlformats.org/officeDocument/2006/relationships/image" Target="../media/image848.png"/><Relationship Id="rId223" Type="http://schemas.openxmlformats.org/officeDocument/2006/relationships/customXml" Target="../ink/ink911.xml"/><Relationship Id="rId244" Type="http://schemas.openxmlformats.org/officeDocument/2006/relationships/image" Target="../media/image869.png"/><Relationship Id="rId18" Type="http://schemas.openxmlformats.org/officeDocument/2006/relationships/customXml" Target="../ink/ink807.xml"/><Relationship Id="rId39" Type="http://schemas.openxmlformats.org/officeDocument/2006/relationships/image" Target="../media/image770.png"/><Relationship Id="rId265" Type="http://schemas.openxmlformats.org/officeDocument/2006/relationships/customXml" Target="../ink/ink932.xml"/><Relationship Id="rId286" Type="http://schemas.openxmlformats.org/officeDocument/2006/relationships/image" Target="../media/image890.png"/><Relationship Id="rId50" Type="http://schemas.openxmlformats.org/officeDocument/2006/relationships/customXml" Target="../ink/ink823.xml"/><Relationship Id="rId104" Type="http://schemas.openxmlformats.org/officeDocument/2006/relationships/customXml" Target="../ink/ink850.xml"/><Relationship Id="rId125" Type="http://schemas.openxmlformats.org/officeDocument/2006/relationships/image" Target="../media/image200.png"/><Relationship Id="rId146" Type="http://schemas.openxmlformats.org/officeDocument/2006/relationships/customXml" Target="../ink/ink872.xml"/><Relationship Id="rId167" Type="http://schemas.openxmlformats.org/officeDocument/2006/relationships/customXml" Target="../ink/ink883.xml"/><Relationship Id="rId188" Type="http://schemas.openxmlformats.org/officeDocument/2006/relationships/image" Target="../media/image841.png"/><Relationship Id="rId311" Type="http://schemas.openxmlformats.org/officeDocument/2006/relationships/customXml" Target="../ink/ink955.xml"/><Relationship Id="rId332" Type="http://schemas.openxmlformats.org/officeDocument/2006/relationships/image" Target="../media/image913.png"/><Relationship Id="rId353" Type="http://schemas.openxmlformats.org/officeDocument/2006/relationships/customXml" Target="../ink/ink976.xml"/><Relationship Id="rId374" Type="http://schemas.openxmlformats.org/officeDocument/2006/relationships/image" Target="../media/image934.png"/><Relationship Id="rId71" Type="http://schemas.openxmlformats.org/officeDocument/2006/relationships/image" Target="../media/image786.png"/><Relationship Id="rId92" Type="http://schemas.openxmlformats.org/officeDocument/2006/relationships/customXml" Target="../ink/ink844.xml"/><Relationship Id="rId213" Type="http://schemas.openxmlformats.org/officeDocument/2006/relationships/customXml" Target="../ink/ink906.xml"/><Relationship Id="rId234" Type="http://schemas.openxmlformats.org/officeDocument/2006/relationships/image" Target="../media/image864.png"/><Relationship Id="rId2" Type="http://schemas.openxmlformats.org/officeDocument/2006/relationships/customXml" Target="../ink/ink799.xml"/><Relationship Id="rId29" Type="http://schemas.openxmlformats.org/officeDocument/2006/relationships/image" Target="../media/image765.png"/><Relationship Id="rId255" Type="http://schemas.openxmlformats.org/officeDocument/2006/relationships/customXml" Target="../ink/ink927.xml"/><Relationship Id="rId276" Type="http://schemas.openxmlformats.org/officeDocument/2006/relationships/image" Target="../media/image885.png"/><Relationship Id="rId297" Type="http://schemas.openxmlformats.org/officeDocument/2006/relationships/customXml" Target="../ink/ink948.xml"/><Relationship Id="rId40" Type="http://schemas.openxmlformats.org/officeDocument/2006/relationships/customXml" Target="../ink/ink818.xml"/><Relationship Id="rId115" Type="http://schemas.openxmlformats.org/officeDocument/2006/relationships/image" Target="../media/image808.png"/><Relationship Id="rId136" Type="http://schemas.openxmlformats.org/officeDocument/2006/relationships/customXml" Target="../ink/ink867.xml"/><Relationship Id="rId157" Type="http://schemas.openxmlformats.org/officeDocument/2006/relationships/customXml" Target="../ink/ink878.xml"/><Relationship Id="rId178" Type="http://schemas.openxmlformats.org/officeDocument/2006/relationships/image" Target="../media/image836.png"/><Relationship Id="rId301" Type="http://schemas.openxmlformats.org/officeDocument/2006/relationships/customXml" Target="../ink/ink950.xml"/><Relationship Id="rId322" Type="http://schemas.openxmlformats.org/officeDocument/2006/relationships/image" Target="../media/image908.png"/><Relationship Id="rId343" Type="http://schemas.openxmlformats.org/officeDocument/2006/relationships/customXml" Target="../ink/ink971.xml"/><Relationship Id="rId364" Type="http://schemas.openxmlformats.org/officeDocument/2006/relationships/image" Target="../media/image929.png"/><Relationship Id="rId61" Type="http://schemas.openxmlformats.org/officeDocument/2006/relationships/image" Target="../media/image781.png"/><Relationship Id="rId82" Type="http://schemas.openxmlformats.org/officeDocument/2006/relationships/customXml" Target="../ink/ink839.xml"/><Relationship Id="rId199" Type="http://schemas.openxmlformats.org/officeDocument/2006/relationships/customXml" Target="../ink/ink899.xml"/><Relationship Id="rId203" Type="http://schemas.openxmlformats.org/officeDocument/2006/relationships/customXml" Target="../ink/ink901.xml"/><Relationship Id="rId385" Type="http://schemas.openxmlformats.org/officeDocument/2006/relationships/customXml" Target="../ink/ink992.xml"/><Relationship Id="rId19" Type="http://schemas.openxmlformats.org/officeDocument/2006/relationships/image" Target="../media/image760.png"/><Relationship Id="rId224" Type="http://schemas.openxmlformats.org/officeDocument/2006/relationships/image" Target="../media/image859.png"/><Relationship Id="rId245" Type="http://schemas.openxmlformats.org/officeDocument/2006/relationships/customXml" Target="../ink/ink922.xml"/><Relationship Id="rId266" Type="http://schemas.openxmlformats.org/officeDocument/2006/relationships/image" Target="../media/image880.png"/><Relationship Id="rId287" Type="http://schemas.openxmlformats.org/officeDocument/2006/relationships/customXml" Target="../ink/ink943.xml"/><Relationship Id="rId30" Type="http://schemas.openxmlformats.org/officeDocument/2006/relationships/customXml" Target="../ink/ink813.xml"/><Relationship Id="rId105" Type="http://schemas.openxmlformats.org/officeDocument/2006/relationships/image" Target="../media/image803.png"/><Relationship Id="rId126" Type="http://schemas.openxmlformats.org/officeDocument/2006/relationships/customXml" Target="../ink/ink861.xml"/><Relationship Id="rId147" Type="http://schemas.openxmlformats.org/officeDocument/2006/relationships/image" Target="../media/image821.png"/><Relationship Id="rId168" Type="http://schemas.openxmlformats.org/officeDocument/2006/relationships/image" Target="../media/image831.png"/><Relationship Id="rId312" Type="http://schemas.openxmlformats.org/officeDocument/2006/relationships/image" Target="../media/image903.png"/><Relationship Id="rId333" Type="http://schemas.openxmlformats.org/officeDocument/2006/relationships/customXml" Target="../ink/ink966.xml"/><Relationship Id="rId354" Type="http://schemas.openxmlformats.org/officeDocument/2006/relationships/image" Target="../media/image924.png"/><Relationship Id="rId51" Type="http://schemas.openxmlformats.org/officeDocument/2006/relationships/image" Target="../media/image776.png"/><Relationship Id="rId72" Type="http://schemas.openxmlformats.org/officeDocument/2006/relationships/customXml" Target="../ink/ink834.xml"/><Relationship Id="rId93" Type="http://schemas.openxmlformats.org/officeDocument/2006/relationships/image" Target="../media/image797.png"/><Relationship Id="rId189" Type="http://schemas.openxmlformats.org/officeDocument/2006/relationships/customXml" Target="../ink/ink894.xml"/><Relationship Id="rId375" Type="http://schemas.openxmlformats.org/officeDocument/2006/relationships/customXml" Target="../ink/ink987.xml"/><Relationship Id="rId3" Type="http://schemas.openxmlformats.org/officeDocument/2006/relationships/image" Target="../media/image752.png"/><Relationship Id="rId214" Type="http://schemas.openxmlformats.org/officeDocument/2006/relationships/image" Target="../media/image854.png"/><Relationship Id="rId235" Type="http://schemas.openxmlformats.org/officeDocument/2006/relationships/customXml" Target="../ink/ink917.xml"/><Relationship Id="rId256" Type="http://schemas.openxmlformats.org/officeDocument/2006/relationships/image" Target="../media/image875.png"/><Relationship Id="rId277" Type="http://schemas.openxmlformats.org/officeDocument/2006/relationships/customXml" Target="../ink/ink938.xml"/><Relationship Id="rId298" Type="http://schemas.openxmlformats.org/officeDocument/2006/relationships/image" Target="../media/image896.png"/><Relationship Id="rId116" Type="http://schemas.openxmlformats.org/officeDocument/2006/relationships/customXml" Target="../ink/ink856.xml"/><Relationship Id="rId137" Type="http://schemas.openxmlformats.org/officeDocument/2006/relationships/image" Target="../media/image816.png"/><Relationship Id="rId158" Type="http://schemas.openxmlformats.org/officeDocument/2006/relationships/image" Target="../media/image826.png"/><Relationship Id="rId302" Type="http://schemas.openxmlformats.org/officeDocument/2006/relationships/image" Target="../media/image898.png"/><Relationship Id="rId323" Type="http://schemas.openxmlformats.org/officeDocument/2006/relationships/customXml" Target="../ink/ink961.xml"/><Relationship Id="rId344" Type="http://schemas.openxmlformats.org/officeDocument/2006/relationships/image" Target="../media/image919.png"/><Relationship Id="rId20" Type="http://schemas.openxmlformats.org/officeDocument/2006/relationships/customXml" Target="../ink/ink808.xml"/><Relationship Id="rId41" Type="http://schemas.openxmlformats.org/officeDocument/2006/relationships/image" Target="../media/image771.png"/><Relationship Id="rId62" Type="http://schemas.openxmlformats.org/officeDocument/2006/relationships/customXml" Target="../ink/ink829.xml"/><Relationship Id="rId83" Type="http://schemas.openxmlformats.org/officeDocument/2006/relationships/image" Target="../media/image792.png"/><Relationship Id="rId179" Type="http://schemas.openxmlformats.org/officeDocument/2006/relationships/customXml" Target="../ink/ink889.xml"/><Relationship Id="rId365" Type="http://schemas.openxmlformats.org/officeDocument/2006/relationships/customXml" Target="../ink/ink982.xml"/><Relationship Id="rId386" Type="http://schemas.openxmlformats.org/officeDocument/2006/relationships/image" Target="../media/image940.png"/><Relationship Id="rId190" Type="http://schemas.openxmlformats.org/officeDocument/2006/relationships/image" Target="../media/image842.png"/><Relationship Id="rId204" Type="http://schemas.openxmlformats.org/officeDocument/2006/relationships/image" Target="../media/image849.png"/><Relationship Id="rId225" Type="http://schemas.openxmlformats.org/officeDocument/2006/relationships/customXml" Target="../ink/ink912.xml"/><Relationship Id="rId246" Type="http://schemas.openxmlformats.org/officeDocument/2006/relationships/image" Target="../media/image870.png"/><Relationship Id="rId267" Type="http://schemas.openxmlformats.org/officeDocument/2006/relationships/customXml" Target="../ink/ink933.xml"/><Relationship Id="rId288" Type="http://schemas.openxmlformats.org/officeDocument/2006/relationships/image" Target="../media/image891.png"/><Relationship Id="rId106" Type="http://schemas.openxmlformats.org/officeDocument/2006/relationships/customXml" Target="../ink/ink851.xml"/><Relationship Id="rId127" Type="http://schemas.openxmlformats.org/officeDocument/2006/relationships/image" Target="../media/image199.png"/><Relationship Id="rId313" Type="http://schemas.openxmlformats.org/officeDocument/2006/relationships/customXml" Target="../ink/ink956.xml"/><Relationship Id="rId10" Type="http://schemas.openxmlformats.org/officeDocument/2006/relationships/customXml" Target="../ink/ink803.xml"/><Relationship Id="rId31" Type="http://schemas.openxmlformats.org/officeDocument/2006/relationships/image" Target="../media/image766.png"/><Relationship Id="rId52" Type="http://schemas.openxmlformats.org/officeDocument/2006/relationships/customXml" Target="../ink/ink824.xml"/><Relationship Id="rId73" Type="http://schemas.openxmlformats.org/officeDocument/2006/relationships/image" Target="../media/image787.png"/><Relationship Id="rId94" Type="http://schemas.openxmlformats.org/officeDocument/2006/relationships/customXml" Target="../ink/ink845.xml"/><Relationship Id="rId148" Type="http://schemas.openxmlformats.org/officeDocument/2006/relationships/customXml" Target="../ink/ink873.xml"/><Relationship Id="rId169" Type="http://schemas.openxmlformats.org/officeDocument/2006/relationships/customXml" Target="../ink/ink884.xml"/><Relationship Id="rId334" Type="http://schemas.openxmlformats.org/officeDocument/2006/relationships/image" Target="../media/image914.png"/><Relationship Id="rId355" Type="http://schemas.openxmlformats.org/officeDocument/2006/relationships/customXml" Target="../ink/ink977.xml"/><Relationship Id="rId376" Type="http://schemas.openxmlformats.org/officeDocument/2006/relationships/image" Target="../media/image935.png"/><Relationship Id="rId4" Type="http://schemas.openxmlformats.org/officeDocument/2006/relationships/customXml" Target="../ink/ink800.xml"/><Relationship Id="rId180" Type="http://schemas.openxmlformats.org/officeDocument/2006/relationships/image" Target="../media/image837.png"/><Relationship Id="rId215" Type="http://schemas.openxmlformats.org/officeDocument/2006/relationships/customXml" Target="../ink/ink907.xml"/><Relationship Id="rId236" Type="http://schemas.openxmlformats.org/officeDocument/2006/relationships/image" Target="../media/image865.png"/><Relationship Id="rId257" Type="http://schemas.openxmlformats.org/officeDocument/2006/relationships/customXml" Target="../ink/ink928.xml"/><Relationship Id="rId278" Type="http://schemas.openxmlformats.org/officeDocument/2006/relationships/image" Target="../media/image886.png"/><Relationship Id="rId303" Type="http://schemas.openxmlformats.org/officeDocument/2006/relationships/customXml" Target="../ink/ink951.xml"/><Relationship Id="rId42" Type="http://schemas.openxmlformats.org/officeDocument/2006/relationships/customXml" Target="../ink/ink819.xml"/><Relationship Id="rId84" Type="http://schemas.openxmlformats.org/officeDocument/2006/relationships/customXml" Target="../ink/ink840.xml"/><Relationship Id="rId138" Type="http://schemas.openxmlformats.org/officeDocument/2006/relationships/customXml" Target="../ink/ink868.xml"/><Relationship Id="rId345" Type="http://schemas.openxmlformats.org/officeDocument/2006/relationships/customXml" Target="../ink/ink972.xml"/><Relationship Id="rId387" Type="http://schemas.openxmlformats.org/officeDocument/2006/relationships/customXml" Target="../ink/ink993.xml"/><Relationship Id="rId191" Type="http://schemas.openxmlformats.org/officeDocument/2006/relationships/customXml" Target="../ink/ink895.xml"/><Relationship Id="rId205" Type="http://schemas.openxmlformats.org/officeDocument/2006/relationships/customXml" Target="../ink/ink902.xml"/><Relationship Id="rId247" Type="http://schemas.openxmlformats.org/officeDocument/2006/relationships/customXml" Target="../ink/ink923.xml"/><Relationship Id="rId107" Type="http://schemas.openxmlformats.org/officeDocument/2006/relationships/image" Target="../media/image804.png"/><Relationship Id="rId289" Type="http://schemas.openxmlformats.org/officeDocument/2006/relationships/customXml" Target="../ink/ink944.xml"/><Relationship Id="rId11" Type="http://schemas.openxmlformats.org/officeDocument/2006/relationships/image" Target="../media/image756.png"/><Relationship Id="rId53" Type="http://schemas.openxmlformats.org/officeDocument/2006/relationships/image" Target="../media/image777.png"/><Relationship Id="rId149" Type="http://schemas.openxmlformats.org/officeDocument/2006/relationships/customXml" Target="../ink/ink874.xml"/><Relationship Id="rId314" Type="http://schemas.openxmlformats.org/officeDocument/2006/relationships/image" Target="../media/image904.png"/><Relationship Id="rId356" Type="http://schemas.openxmlformats.org/officeDocument/2006/relationships/image" Target="../media/image925.png"/><Relationship Id="rId95" Type="http://schemas.openxmlformats.org/officeDocument/2006/relationships/image" Target="../media/image798.png"/><Relationship Id="rId160" Type="http://schemas.openxmlformats.org/officeDocument/2006/relationships/image" Target="../media/image827.png"/><Relationship Id="rId216" Type="http://schemas.openxmlformats.org/officeDocument/2006/relationships/image" Target="../media/image855.png"/><Relationship Id="rId258" Type="http://schemas.openxmlformats.org/officeDocument/2006/relationships/image" Target="../media/image876.png"/><Relationship Id="rId22" Type="http://schemas.openxmlformats.org/officeDocument/2006/relationships/customXml" Target="../ink/ink809.xml"/><Relationship Id="rId64" Type="http://schemas.openxmlformats.org/officeDocument/2006/relationships/customXml" Target="../ink/ink830.xml"/><Relationship Id="rId118" Type="http://schemas.openxmlformats.org/officeDocument/2006/relationships/customXml" Target="../ink/ink857.xml"/><Relationship Id="rId325" Type="http://schemas.openxmlformats.org/officeDocument/2006/relationships/customXml" Target="../ink/ink962.xml"/><Relationship Id="rId367" Type="http://schemas.openxmlformats.org/officeDocument/2006/relationships/customXml" Target="../ink/ink983.xml"/><Relationship Id="rId171" Type="http://schemas.openxmlformats.org/officeDocument/2006/relationships/customXml" Target="../ink/ink885.xml"/><Relationship Id="rId227" Type="http://schemas.openxmlformats.org/officeDocument/2006/relationships/customXml" Target="../ink/ink913.xml"/><Relationship Id="rId269" Type="http://schemas.openxmlformats.org/officeDocument/2006/relationships/customXml" Target="../ink/ink934.xml"/><Relationship Id="rId33" Type="http://schemas.openxmlformats.org/officeDocument/2006/relationships/image" Target="../media/image767.png"/><Relationship Id="rId129" Type="http://schemas.openxmlformats.org/officeDocument/2006/relationships/customXml" Target="../ink/ink863.xml"/><Relationship Id="rId280" Type="http://schemas.openxmlformats.org/officeDocument/2006/relationships/image" Target="../media/image887.png"/><Relationship Id="rId336" Type="http://schemas.openxmlformats.org/officeDocument/2006/relationships/image" Target="../media/image915.png"/><Relationship Id="rId75" Type="http://schemas.openxmlformats.org/officeDocument/2006/relationships/image" Target="../media/image788.png"/><Relationship Id="rId140" Type="http://schemas.openxmlformats.org/officeDocument/2006/relationships/customXml" Target="../ink/ink869.xml"/><Relationship Id="rId182" Type="http://schemas.openxmlformats.org/officeDocument/2006/relationships/image" Target="../media/image838.png"/><Relationship Id="rId378" Type="http://schemas.openxmlformats.org/officeDocument/2006/relationships/image" Target="../media/image936.png"/><Relationship Id="rId6" Type="http://schemas.openxmlformats.org/officeDocument/2006/relationships/customXml" Target="../ink/ink801.xml"/><Relationship Id="rId238" Type="http://schemas.openxmlformats.org/officeDocument/2006/relationships/image" Target="../media/image866.png"/><Relationship Id="rId291" Type="http://schemas.openxmlformats.org/officeDocument/2006/relationships/customXml" Target="../ink/ink945.xml"/><Relationship Id="rId305" Type="http://schemas.openxmlformats.org/officeDocument/2006/relationships/customXml" Target="../ink/ink952.xml"/><Relationship Id="rId347" Type="http://schemas.openxmlformats.org/officeDocument/2006/relationships/customXml" Target="../ink/ink973.xml"/><Relationship Id="rId44" Type="http://schemas.openxmlformats.org/officeDocument/2006/relationships/customXml" Target="../ink/ink820.xml"/><Relationship Id="rId86" Type="http://schemas.openxmlformats.org/officeDocument/2006/relationships/customXml" Target="../ink/ink841.xml"/><Relationship Id="rId151" Type="http://schemas.openxmlformats.org/officeDocument/2006/relationships/customXml" Target="../ink/ink875.xml"/><Relationship Id="rId389" Type="http://schemas.openxmlformats.org/officeDocument/2006/relationships/customXml" Target="../ink/ink994.xml"/><Relationship Id="rId193" Type="http://schemas.openxmlformats.org/officeDocument/2006/relationships/customXml" Target="../ink/ink896.xml"/><Relationship Id="rId207" Type="http://schemas.openxmlformats.org/officeDocument/2006/relationships/customXml" Target="../ink/ink903.xml"/><Relationship Id="rId249" Type="http://schemas.openxmlformats.org/officeDocument/2006/relationships/customXml" Target="../ink/ink924.xml"/><Relationship Id="rId13" Type="http://schemas.openxmlformats.org/officeDocument/2006/relationships/image" Target="../media/image757.png"/><Relationship Id="rId109" Type="http://schemas.openxmlformats.org/officeDocument/2006/relationships/image" Target="../media/image805.png"/><Relationship Id="rId260" Type="http://schemas.openxmlformats.org/officeDocument/2006/relationships/image" Target="../media/image877.png"/><Relationship Id="rId316" Type="http://schemas.openxmlformats.org/officeDocument/2006/relationships/image" Target="../media/image905.png"/><Relationship Id="rId55" Type="http://schemas.openxmlformats.org/officeDocument/2006/relationships/image" Target="../media/image778.png"/><Relationship Id="rId97" Type="http://schemas.openxmlformats.org/officeDocument/2006/relationships/image" Target="../media/image799.png"/><Relationship Id="rId120" Type="http://schemas.openxmlformats.org/officeDocument/2006/relationships/customXml" Target="../ink/ink858.xml"/><Relationship Id="rId358" Type="http://schemas.openxmlformats.org/officeDocument/2006/relationships/image" Target="../media/image926.png"/><Relationship Id="rId162" Type="http://schemas.openxmlformats.org/officeDocument/2006/relationships/image" Target="../media/image828.png"/><Relationship Id="rId218" Type="http://schemas.openxmlformats.org/officeDocument/2006/relationships/image" Target="../media/image856.png"/><Relationship Id="rId271" Type="http://schemas.openxmlformats.org/officeDocument/2006/relationships/customXml" Target="../ink/ink935.xml"/><Relationship Id="rId24" Type="http://schemas.openxmlformats.org/officeDocument/2006/relationships/customXml" Target="../ink/ink810.xml"/><Relationship Id="rId66" Type="http://schemas.openxmlformats.org/officeDocument/2006/relationships/customXml" Target="../ink/ink831.xml"/><Relationship Id="rId131" Type="http://schemas.openxmlformats.org/officeDocument/2006/relationships/customXml" Target="../ink/ink864.xml"/><Relationship Id="rId327" Type="http://schemas.openxmlformats.org/officeDocument/2006/relationships/customXml" Target="../ink/ink963.xml"/><Relationship Id="rId369" Type="http://schemas.openxmlformats.org/officeDocument/2006/relationships/customXml" Target="../ink/ink984.xml"/><Relationship Id="rId173" Type="http://schemas.openxmlformats.org/officeDocument/2006/relationships/customXml" Target="../ink/ink886.xml"/><Relationship Id="rId229" Type="http://schemas.openxmlformats.org/officeDocument/2006/relationships/customXml" Target="../ink/ink914.xml"/><Relationship Id="rId380" Type="http://schemas.openxmlformats.org/officeDocument/2006/relationships/image" Target="../media/image937.png"/><Relationship Id="rId240" Type="http://schemas.openxmlformats.org/officeDocument/2006/relationships/image" Target="../media/image867.png"/><Relationship Id="rId35" Type="http://schemas.openxmlformats.org/officeDocument/2006/relationships/image" Target="../media/image768.png"/><Relationship Id="rId77" Type="http://schemas.openxmlformats.org/officeDocument/2006/relationships/image" Target="../media/image789.png"/><Relationship Id="rId100" Type="http://schemas.openxmlformats.org/officeDocument/2006/relationships/customXml" Target="../ink/ink848.xml"/><Relationship Id="rId282" Type="http://schemas.openxmlformats.org/officeDocument/2006/relationships/image" Target="../media/image888.png"/><Relationship Id="rId338" Type="http://schemas.openxmlformats.org/officeDocument/2006/relationships/image" Target="../media/image916.png"/><Relationship Id="rId8" Type="http://schemas.openxmlformats.org/officeDocument/2006/relationships/customXml" Target="../ink/ink802.xml"/><Relationship Id="rId142" Type="http://schemas.openxmlformats.org/officeDocument/2006/relationships/customXml" Target="../ink/ink870.xml"/><Relationship Id="rId184" Type="http://schemas.openxmlformats.org/officeDocument/2006/relationships/image" Target="../media/image839.png"/><Relationship Id="rId251" Type="http://schemas.openxmlformats.org/officeDocument/2006/relationships/customXml" Target="../ink/ink925.xml"/><Relationship Id="rId46" Type="http://schemas.openxmlformats.org/officeDocument/2006/relationships/customXml" Target="../ink/ink821.xml"/><Relationship Id="rId293" Type="http://schemas.openxmlformats.org/officeDocument/2006/relationships/customXml" Target="../ink/ink946.xml"/><Relationship Id="rId307" Type="http://schemas.openxmlformats.org/officeDocument/2006/relationships/customXml" Target="../ink/ink953.xml"/><Relationship Id="rId349" Type="http://schemas.openxmlformats.org/officeDocument/2006/relationships/customXml" Target="../ink/ink974.xml"/><Relationship Id="rId88" Type="http://schemas.openxmlformats.org/officeDocument/2006/relationships/customXml" Target="../ink/ink842.xml"/><Relationship Id="rId111" Type="http://schemas.openxmlformats.org/officeDocument/2006/relationships/image" Target="../media/image806.png"/><Relationship Id="rId153" Type="http://schemas.openxmlformats.org/officeDocument/2006/relationships/customXml" Target="../ink/ink876.xml"/><Relationship Id="rId195" Type="http://schemas.openxmlformats.org/officeDocument/2006/relationships/customXml" Target="../ink/ink897.xml"/><Relationship Id="rId209" Type="http://schemas.openxmlformats.org/officeDocument/2006/relationships/customXml" Target="../ink/ink904.xml"/><Relationship Id="rId360" Type="http://schemas.openxmlformats.org/officeDocument/2006/relationships/image" Target="../media/image927.png"/><Relationship Id="rId220" Type="http://schemas.openxmlformats.org/officeDocument/2006/relationships/image" Target="../media/image857.png"/><Relationship Id="rId15" Type="http://schemas.openxmlformats.org/officeDocument/2006/relationships/image" Target="../media/image758.png"/><Relationship Id="rId57" Type="http://schemas.openxmlformats.org/officeDocument/2006/relationships/image" Target="../media/image779.png"/><Relationship Id="rId262" Type="http://schemas.openxmlformats.org/officeDocument/2006/relationships/image" Target="../media/image878.png"/><Relationship Id="rId318" Type="http://schemas.openxmlformats.org/officeDocument/2006/relationships/image" Target="../media/image906.png"/><Relationship Id="rId99" Type="http://schemas.openxmlformats.org/officeDocument/2006/relationships/image" Target="../media/image800.png"/><Relationship Id="rId122" Type="http://schemas.openxmlformats.org/officeDocument/2006/relationships/customXml" Target="../ink/ink859.xml"/><Relationship Id="rId164" Type="http://schemas.openxmlformats.org/officeDocument/2006/relationships/image" Target="../media/image829.png"/><Relationship Id="rId371" Type="http://schemas.openxmlformats.org/officeDocument/2006/relationships/customXml" Target="../ink/ink985.xml"/><Relationship Id="rId26" Type="http://schemas.openxmlformats.org/officeDocument/2006/relationships/customXml" Target="../ink/ink811.xml"/><Relationship Id="rId231" Type="http://schemas.openxmlformats.org/officeDocument/2006/relationships/customXml" Target="../ink/ink915.xml"/><Relationship Id="rId273" Type="http://schemas.openxmlformats.org/officeDocument/2006/relationships/customXml" Target="../ink/ink936.xml"/><Relationship Id="rId329" Type="http://schemas.openxmlformats.org/officeDocument/2006/relationships/customXml" Target="../ink/ink964.xml"/><Relationship Id="rId68" Type="http://schemas.openxmlformats.org/officeDocument/2006/relationships/customXml" Target="../ink/ink832.xml"/><Relationship Id="rId133" Type="http://schemas.openxmlformats.org/officeDocument/2006/relationships/customXml" Target="../ink/ink865.xml"/><Relationship Id="rId175" Type="http://schemas.openxmlformats.org/officeDocument/2006/relationships/customXml" Target="../ink/ink887.xml"/><Relationship Id="rId340" Type="http://schemas.openxmlformats.org/officeDocument/2006/relationships/image" Target="../media/image917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53.xml"/><Relationship Id="rId299" Type="http://schemas.openxmlformats.org/officeDocument/2006/relationships/customXml" Target="../ink/ink1146.xml"/><Relationship Id="rId21" Type="http://schemas.openxmlformats.org/officeDocument/2006/relationships/image" Target="../media/image951.png"/><Relationship Id="rId63" Type="http://schemas.openxmlformats.org/officeDocument/2006/relationships/image" Target="../media/image972.png"/><Relationship Id="rId159" Type="http://schemas.openxmlformats.org/officeDocument/2006/relationships/image" Target="../media/image1015.png"/><Relationship Id="rId324" Type="http://schemas.openxmlformats.org/officeDocument/2006/relationships/image" Target="../media/image1097.png"/><Relationship Id="rId170" Type="http://schemas.openxmlformats.org/officeDocument/2006/relationships/customXml" Target="../ink/ink1081.xml"/><Relationship Id="rId226" Type="http://schemas.openxmlformats.org/officeDocument/2006/relationships/customXml" Target="../ink/ink1109.xml"/><Relationship Id="rId268" Type="http://schemas.openxmlformats.org/officeDocument/2006/relationships/image" Target="../media/image1069.png"/><Relationship Id="rId32" Type="http://schemas.openxmlformats.org/officeDocument/2006/relationships/customXml" Target="../ink/ink1010.xml"/><Relationship Id="rId74" Type="http://schemas.openxmlformats.org/officeDocument/2006/relationships/customXml" Target="../ink/ink1031.xml"/><Relationship Id="rId128" Type="http://schemas.openxmlformats.org/officeDocument/2006/relationships/customXml" Target="../ink/ink1060.xml"/><Relationship Id="rId335" Type="http://schemas.openxmlformats.org/officeDocument/2006/relationships/image" Target="../media/image1100.png"/><Relationship Id="rId5" Type="http://schemas.openxmlformats.org/officeDocument/2006/relationships/image" Target="../media/image943.png"/><Relationship Id="rId181" Type="http://schemas.openxmlformats.org/officeDocument/2006/relationships/image" Target="../media/image1026.png"/><Relationship Id="rId237" Type="http://schemas.openxmlformats.org/officeDocument/2006/relationships/customXml" Target="../ink/ink1115.xml"/><Relationship Id="rId279" Type="http://schemas.openxmlformats.org/officeDocument/2006/relationships/customXml" Target="../ink/ink1136.xml"/><Relationship Id="rId43" Type="http://schemas.openxmlformats.org/officeDocument/2006/relationships/image" Target="../media/image962.png"/><Relationship Id="rId139" Type="http://schemas.openxmlformats.org/officeDocument/2006/relationships/image" Target="../media/image1005.png"/><Relationship Id="rId290" Type="http://schemas.openxmlformats.org/officeDocument/2006/relationships/image" Target="../media/image1080.png"/><Relationship Id="rId304" Type="http://schemas.openxmlformats.org/officeDocument/2006/relationships/image" Target="../media/image1087.png"/><Relationship Id="rId85" Type="http://schemas.openxmlformats.org/officeDocument/2006/relationships/image" Target="../media/image983.png"/><Relationship Id="rId150" Type="http://schemas.openxmlformats.org/officeDocument/2006/relationships/customXml" Target="../ink/ink1071.xml"/><Relationship Id="rId192" Type="http://schemas.openxmlformats.org/officeDocument/2006/relationships/customXml" Target="../ink/ink1092.xml"/><Relationship Id="rId206" Type="http://schemas.openxmlformats.org/officeDocument/2006/relationships/customXml" Target="../ink/ink1099.xml"/><Relationship Id="rId248" Type="http://schemas.openxmlformats.org/officeDocument/2006/relationships/image" Target="../media/image1059.png"/><Relationship Id="rId12" Type="http://schemas.openxmlformats.org/officeDocument/2006/relationships/customXml" Target="../ink/ink1000.xml"/><Relationship Id="rId108" Type="http://schemas.openxmlformats.org/officeDocument/2006/relationships/customXml" Target="../ink/ink1048.xml"/><Relationship Id="rId315" Type="http://schemas.openxmlformats.org/officeDocument/2006/relationships/customXml" Target="../ink/ink1154.xml"/><Relationship Id="rId54" Type="http://schemas.openxmlformats.org/officeDocument/2006/relationships/customXml" Target="../ink/ink1021.xml"/><Relationship Id="rId96" Type="http://schemas.openxmlformats.org/officeDocument/2006/relationships/customXml" Target="../ink/ink1042.xml"/><Relationship Id="rId161" Type="http://schemas.openxmlformats.org/officeDocument/2006/relationships/image" Target="../media/image1016.png"/><Relationship Id="rId217" Type="http://schemas.openxmlformats.org/officeDocument/2006/relationships/image" Target="../media/image1044.png"/><Relationship Id="rId259" Type="http://schemas.openxmlformats.org/officeDocument/2006/relationships/customXml" Target="../ink/ink1126.xml"/><Relationship Id="rId23" Type="http://schemas.openxmlformats.org/officeDocument/2006/relationships/image" Target="../media/image952.png"/><Relationship Id="rId119" Type="http://schemas.openxmlformats.org/officeDocument/2006/relationships/customXml" Target="../ink/ink1054.xml"/><Relationship Id="rId270" Type="http://schemas.openxmlformats.org/officeDocument/2006/relationships/image" Target="../media/image1070.png"/><Relationship Id="rId326" Type="http://schemas.openxmlformats.org/officeDocument/2006/relationships/customXml" Target="../ink/ink1160.xml"/><Relationship Id="rId65" Type="http://schemas.openxmlformats.org/officeDocument/2006/relationships/image" Target="../media/image973.png"/><Relationship Id="rId130" Type="http://schemas.openxmlformats.org/officeDocument/2006/relationships/customXml" Target="../ink/ink1061.xml"/><Relationship Id="rId172" Type="http://schemas.openxmlformats.org/officeDocument/2006/relationships/customXml" Target="../ink/ink1082.xml"/><Relationship Id="rId228" Type="http://schemas.openxmlformats.org/officeDocument/2006/relationships/customXml" Target="../ink/ink1110.xml"/><Relationship Id="rId281" Type="http://schemas.openxmlformats.org/officeDocument/2006/relationships/customXml" Target="../ink/ink1137.xml"/><Relationship Id="rId337" Type="http://schemas.openxmlformats.org/officeDocument/2006/relationships/image" Target="../media/image1101.png"/><Relationship Id="rId34" Type="http://schemas.openxmlformats.org/officeDocument/2006/relationships/customXml" Target="../ink/ink1011.xml"/><Relationship Id="rId76" Type="http://schemas.openxmlformats.org/officeDocument/2006/relationships/customXml" Target="../ink/ink1032.xml"/><Relationship Id="rId141" Type="http://schemas.openxmlformats.org/officeDocument/2006/relationships/image" Target="../media/image1006.png"/><Relationship Id="rId7" Type="http://schemas.openxmlformats.org/officeDocument/2006/relationships/image" Target="../media/image944.png"/><Relationship Id="rId183" Type="http://schemas.openxmlformats.org/officeDocument/2006/relationships/image" Target="../media/image1027.png"/><Relationship Id="rId239" Type="http://schemas.openxmlformats.org/officeDocument/2006/relationships/customXml" Target="../ink/ink1116.xml"/><Relationship Id="rId250" Type="http://schemas.openxmlformats.org/officeDocument/2006/relationships/image" Target="../media/image1060.png"/><Relationship Id="rId292" Type="http://schemas.openxmlformats.org/officeDocument/2006/relationships/image" Target="../media/image1081.png"/><Relationship Id="rId306" Type="http://schemas.openxmlformats.org/officeDocument/2006/relationships/image" Target="../media/image1088.png"/><Relationship Id="rId45" Type="http://schemas.openxmlformats.org/officeDocument/2006/relationships/image" Target="../media/image963.png"/><Relationship Id="rId87" Type="http://schemas.openxmlformats.org/officeDocument/2006/relationships/image" Target="../media/image984.png"/><Relationship Id="rId110" Type="http://schemas.openxmlformats.org/officeDocument/2006/relationships/image" Target="../media/image199.png"/><Relationship Id="rId152" Type="http://schemas.openxmlformats.org/officeDocument/2006/relationships/customXml" Target="../ink/ink1072.xml"/><Relationship Id="rId194" Type="http://schemas.openxmlformats.org/officeDocument/2006/relationships/customXml" Target="../ink/ink1093.xml"/><Relationship Id="rId208" Type="http://schemas.openxmlformats.org/officeDocument/2006/relationships/customXml" Target="../ink/ink1100.xml"/><Relationship Id="rId240" Type="http://schemas.openxmlformats.org/officeDocument/2006/relationships/image" Target="../media/image1055.png"/><Relationship Id="rId261" Type="http://schemas.openxmlformats.org/officeDocument/2006/relationships/customXml" Target="../ink/ink1127.xml"/><Relationship Id="rId14" Type="http://schemas.openxmlformats.org/officeDocument/2006/relationships/customXml" Target="../ink/ink1001.xml"/><Relationship Id="rId35" Type="http://schemas.openxmlformats.org/officeDocument/2006/relationships/image" Target="../media/image958.png"/><Relationship Id="rId56" Type="http://schemas.openxmlformats.org/officeDocument/2006/relationships/customXml" Target="../ink/ink1022.xml"/><Relationship Id="rId77" Type="http://schemas.openxmlformats.org/officeDocument/2006/relationships/image" Target="../media/image979.png"/><Relationship Id="rId100" Type="http://schemas.openxmlformats.org/officeDocument/2006/relationships/customXml" Target="../ink/ink1044.xml"/><Relationship Id="rId282" Type="http://schemas.openxmlformats.org/officeDocument/2006/relationships/image" Target="../media/image1076.png"/><Relationship Id="rId317" Type="http://schemas.openxmlformats.org/officeDocument/2006/relationships/customXml" Target="../ink/ink1155.xml"/><Relationship Id="rId338" Type="http://schemas.openxmlformats.org/officeDocument/2006/relationships/customXml" Target="../ink/ink1168.xml"/><Relationship Id="rId8" Type="http://schemas.openxmlformats.org/officeDocument/2006/relationships/customXml" Target="../ink/ink998.xml"/><Relationship Id="rId98" Type="http://schemas.openxmlformats.org/officeDocument/2006/relationships/customXml" Target="../ink/ink1043.xml"/><Relationship Id="rId121" Type="http://schemas.openxmlformats.org/officeDocument/2006/relationships/customXml" Target="../ink/ink1055.xml"/><Relationship Id="rId142" Type="http://schemas.openxmlformats.org/officeDocument/2006/relationships/customXml" Target="../ink/ink1067.xml"/><Relationship Id="rId163" Type="http://schemas.openxmlformats.org/officeDocument/2006/relationships/image" Target="../media/image1017.png"/><Relationship Id="rId184" Type="http://schemas.openxmlformats.org/officeDocument/2006/relationships/customXml" Target="../ink/ink1088.xml"/><Relationship Id="rId219" Type="http://schemas.openxmlformats.org/officeDocument/2006/relationships/image" Target="../media/image1045.png"/><Relationship Id="rId230" Type="http://schemas.openxmlformats.org/officeDocument/2006/relationships/customXml" Target="../ink/ink1111.xml"/><Relationship Id="rId251" Type="http://schemas.openxmlformats.org/officeDocument/2006/relationships/customXml" Target="../ink/ink1122.xml"/><Relationship Id="rId25" Type="http://schemas.openxmlformats.org/officeDocument/2006/relationships/image" Target="../media/image953.png"/><Relationship Id="rId46" Type="http://schemas.openxmlformats.org/officeDocument/2006/relationships/customXml" Target="../ink/ink1017.xml"/><Relationship Id="rId67" Type="http://schemas.openxmlformats.org/officeDocument/2006/relationships/image" Target="../media/image974.png"/><Relationship Id="rId272" Type="http://schemas.openxmlformats.org/officeDocument/2006/relationships/image" Target="../media/image1071.png"/><Relationship Id="rId293" Type="http://schemas.openxmlformats.org/officeDocument/2006/relationships/customXml" Target="../ink/ink1143.xml"/><Relationship Id="rId307" Type="http://schemas.openxmlformats.org/officeDocument/2006/relationships/customXml" Target="../ink/ink1150.xml"/><Relationship Id="rId328" Type="http://schemas.openxmlformats.org/officeDocument/2006/relationships/customXml" Target="../ink/ink1161.xml"/><Relationship Id="rId88" Type="http://schemas.openxmlformats.org/officeDocument/2006/relationships/customXml" Target="../ink/ink1038.xml"/><Relationship Id="rId111" Type="http://schemas.openxmlformats.org/officeDocument/2006/relationships/customXml" Target="../ink/ink1050.xml"/><Relationship Id="rId132" Type="http://schemas.openxmlformats.org/officeDocument/2006/relationships/customXml" Target="../ink/ink1062.xml"/><Relationship Id="rId153" Type="http://schemas.openxmlformats.org/officeDocument/2006/relationships/image" Target="../media/image1012.png"/><Relationship Id="rId174" Type="http://schemas.openxmlformats.org/officeDocument/2006/relationships/customXml" Target="../ink/ink1083.xml"/><Relationship Id="rId195" Type="http://schemas.openxmlformats.org/officeDocument/2006/relationships/image" Target="../media/image1033.png"/><Relationship Id="rId209" Type="http://schemas.openxmlformats.org/officeDocument/2006/relationships/image" Target="../media/image1040.png"/><Relationship Id="rId220" Type="http://schemas.openxmlformats.org/officeDocument/2006/relationships/customXml" Target="../ink/ink1106.xml"/><Relationship Id="rId241" Type="http://schemas.openxmlformats.org/officeDocument/2006/relationships/customXml" Target="../ink/ink1117.xml"/><Relationship Id="rId15" Type="http://schemas.openxmlformats.org/officeDocument/2006/relationships/image" Target="../media/image948.png"/><Relationship Id="rId36" Type="http://schemas.openxmlformats.org/officeDocument/2006/relationships/customXml" Target="../ink/ink1012.xml"/><Relationship Id="rId57" Type="http://schemas.openxmlformats.org/officeDocument/2006/relationships/image" Target="../media/image969.png"/><Relationship Id="rId262" Type="http://schemas.openxmlformats.org/officeDocument/2006/relationships/image" Target="../media/image1066.png"/><Relationship Id="rId283" Type="http://schemas.openxmlformats.org/officeDocument/2006/relationships/customXml" Target="../ink/ink1138.xml"/><Relationship Id="rId318" Type="http://schemas.openxmlformats.org/officeDocument/2006/relationships/image" Target="../media/image1094.png"/><Relationship Id="rId339" Type="http://schemas.openxmlformats.org/officeDocument/2006/relationships/image" Target="../media/image1102.png"/><Relationship Id="rId78" Type="http://schemas.openxmlformats.org/officeDocument/2006/relationships/customXml" Target="../ink/ink1033.xml"/><Relationship Id="rId99" Type="http://schemas.openxmlformats.org/officeDocument/2006/relationships/image" Target="../media/image990.png"/><Relationship Id="rId101" Type="http://schemas.openxmlformats.org/officeDocument/2006/relationships/image" Target="../media/image991.png"/><Relationship Id="rId122" Type="http://schemas.openxmlformats.org/officeDocument/2006/relationships/customXml" Target="../ink/ink1056.xml"/><Relationship Id="rId143" Type="http://schemas.openxmlformats.org/officeDocument/2006/relationships/image" Target="../media/image1007.png"/><Relationship Id="rId164" Type="http://schemas.openxmlformats.org/officeDocument/2006/relationships/customXml" Target="../ink/ink1078.xml"/><Relationship Id="rId185" Type="http://schemas.openxmlformats.org/officeDocument/2006/relationships/image" Target="../media/image1028.png"/><Relationship Id="rId9" Type="http://schemas.openxmlformats.org/officeDocument/2006/relationships/image" Target="../media/image945.png"/><Relationship Id="rId210" Type="http://schemas.openxmlformats.org/officeDocument/2006/relationships/customXml" Target="../ink/ink1101.xml"/><Relationship Id="rId26" Type="http://schemas.openxmlformats.org/officeDocument/2006/relationships/customXml" Target="../ink/ink1007.xml"/><Relationship Id="rId231" Type="http://schemas.openxmlformats.org/officeDocument/2006/relationships/image" Target="../media/image1051.png"/><Relationship Id="rId252" Type="http://schemas.openxmlformats.org/officeDocument/2006/relationships/image" Target="../media/image1061.png"/><Relationship Id="rId273" Type="http://schemas.openxmlformats.org/officeDocument/2006/relationships/customXml" Target="../ink/ink1133.xml"/><Relationship Id="rId294" Type="http://schemas.openxmlformats.org/officeDocument/2006/relationships/image" Target="../media/image1082.png"/><Relationship Id="rId308" Type="http://schemas.openxmlformats.org/officeDocument/2006/relationships/image" Target="../media/image1089.png"/><Relationship Id="rId329" Type="http://schemas.openxmlformats.org/officeDocument/2006/relationships/customXml" Target="../ink/ink1162.xml"/><Relationship Id="rId47" Type="http://schemas.openxmlformats.org/officeDocument/2006/relationships/image" Target="../media/image964.png"/><Relationship Id="rId68" Type="http://schemas.openxmlformats.org/officeDocument/2006/relationships/customXml" Target="../ink/ink1028.xml"/><Relationship Id="rId89" Type="http://schemas.openxmlformats.org/officeDocument/2006/relationships/image" Target="../media/image985.png"/><Relationship Id="rId112" Type="http://schemas.openxmlformats.org/officeDocument/2006/relationships/image" Target="../media/image993.png"/><Relationship Id="rId133" Type="http://schemas.openxmlformats.org/officeDocument/2006/relationships/image" Target="../media/image1002.png"/><Relationship Id="rId154" Type="http://schemas.openxmlformats.org/officeDocument/2006/relationships/customXml" Target="../ink/ink1073.xml"/><Relationship Id="rId175" Type="http://schemas.openxmlformats.org/officeDocument/2006/relationships/image" Target="../media/image1023.png"/><Relationship Id="rId340" Type="http://schemas.openxmlformats.org/officeDocument/2006/relationships/customXml" Target="../ink/ink1169.xml"/><Relationship Id="rId196" Type="http://schemas.openxmlformats.org/officeDocument/2006/relationships/customXml" Target="../ink/ink1094.xml"/><Relationship Id="rId200" Type="http://schemas.openxmlformats.org/officeDocument/2006/relationships/customXml" Target="../ink/ink1096.xml"/><Relationship Id="rId16" Type="http://schemas.openxmlformats.org/officeDocument/2006/relationships/customXml" Target="../ink/ink1002.xml"/><Relationship Id="rId221" Type="http://schemas.openxmlformats.org/officeDocument/2006/relationships/image" Target="../media/image1046.png"/><Relationship Id="rId242" Type="http://schemas.openxmlformats.org/officeDocument/2006/relationships/image" Target="../media/image1056.png"/><Relationship Id="rId263" Type="http://schemas.openxmlformats.org/officeDocument/2006/relationships/customXml" Target="../ink/ink1128.xml"/><Relationship Id="rId284" Type="http://schemas.openxmlformats.org/officeDocument/2006/relationships/image" Target="../media/image1077.png"/><Relationship Id="rId319" Type="http://schemas.openxmlformats.org/officeDocument/2006/relationships/customXml" Target="../ink/ink1156.xml"/><Relationship Id="rId37" Type="http://schemas.openxmlformats.org/officeDocument/2006/relationships/image" Target="../media/image959.png"/><Relationship Id="rId58" Type="http://schemas.openxmlformats.org/officeDocument/2006/relationships/customXml" Target="../ink/ink1023.xml"/><Relationship Id="rId79" Type="http://schemas.openxmlformats.org/officeDocument/2006/relationships/image" Target="../media/image980.png"/><Relationship Id="rId102" Type="http://schemas.openxmlformats.org/officeDocument/2006/relationships/customXml" Target="../ink/ink1045.xml"/><Relationship Id="rId123" Type="http://schemas.openxmlformats.org/officeDocument/2006/relationships/customXml" Target="../ink/ink1057.xml"/><Relationship Id="rId144" Type="http://schemas.openxmlformats.org/officeDocument/2006/relationships/customXml" Target="../ink/ink1068.xml"/><Relationship Id="rId330" Type="http://schemas.openxmlformats.org/officeDocument/2006/relationships/image" Target="../media/image1099.png"/><Relationship Id="rId90" Type="http://schemas.openxmlformats.org/officeDocument/2006/relationships/customXml" Target="../ink/ink1039.xml"/><Relationship Id="rId165" Type="http://schemas.openxmlformats.org/officeDocument/2006/relationships/image" Target="../media/image1018.png"/><Relationship Id="rId186" Type="http://schemas.openxmlformats.org/officeDocument/2006/relationships/customXml" Target="../ink/ink1089.xml"/><Relationship Id="rId211" Type="http://schemas.openxmlformats.org/officeDocument/2006/relationships/image" Target="../media/image1041.png"/><Relationship Id="rId232" Type="http://schemas.openxmlformats.org/officeDocument/2006/relationships/customXml" Target="../ink/ink1112.xml"/><Relationship Id="rId253" Type="http://schemas.openxmlformats.org/officeDocument/2006/relationships/customXml" Target="../ink/ink1123.xml"/><Relationship Id="rId274" Type="http://schemas.openxmlformats.org/officeDocument/2006/relationships/image" Target="../media/image1072.png"/><Relationship Id="rId295" Type="http://schemas.openxmlformats.org/officeDocument/2006/relationships/customXml" Target="../ink/ink1144.xml"/><Relationship Id="rId309" Type="http://schemas.openxmlformats.org/officeDocument/2006/relationships/customXml" Target="../ink/ink1151.xml"/><Relationship Id="rId27" Type="http://schemas.openxmlformats.org/officeDocument/2006/relationships/image" Target="../media/image954.png"/><Relationship Id="rId48" Type="http://schemas.openxmlformats.org/officeDocument/2006/relationships/customXml" Target="../ink/ink1018.xml"/><Relationship Id="rId69" Type="http://schemas.openxmlformats.org/officeDocument/2006/relationships/image" Target="../media/image975.png"/><Relationship Id="rId113" Type="http://schemas.openxmlformats.org/officeDocument/2006/relationships/customXml" Target="../ink/ink1051.xml"/><Relationship Id="rId134" Type="http://schemas.openxmlformats.org/officeDocument/2006/relationships/customXml" Target="../ink/ink1063.xml"/><Relationship Id="rId320" Type="http://schemas.openxmlformats.org/officeDocument/2006/relationships/image" Target="../media/image1095.png"/><Relationship Id="rId80" Type="http://schemas.openxmlformats.org/officeDocument/2006/relationships/customXml" Target="../ink/ink1034.xml"/><Relationship Id="rId155" Type="http://schemas.openxmlformats.org/officeDocument/2006/relationships/image" Target="../media/image1013.png"/><Relationship Id="rId176" Type="http://schemas.openxmlformats.org/officeDocument/2006/relationships/customXml" Target="../ink/ink1084.xml"/><Relationship Id="rId197" Type="http://schemas.openxmlformats.org/officeDocument/2006/relationships/image" Target="../media/image1034.png"/><Relationship Id="rId341" Type="http://schemas.openxmlformats.org/officeDocument/2006/relationships/image" Target="../media/image1103.png"/><Relationship Id="rId201" Type="http://schemas.openxmlformats.org/officeDocument/2006/relationships/image" Target="../media/image1036.png"/><Relationship Id="rId222" Type="http://schemas.openxmlformats.org/officeDocument/2006/relationships/customXml" Target="../ink/ink1107.xml"/><Relationship Id="rId243" Type="http://schemas.openxmlformats.org/officeDocument/2006/relationships/customXml" Target="../ink/ink1118.xml"/><Relationship Id="rId264" Type="http://schemas.openxmlformats.org/officeDocument/2006/relationships/image" Target="../media/image1067.png"/><Relationship Id="rId285" Type="http://schemas.openxmlformats.org/officeDocument/2006/relationships/customXml" Target="../ink/ink1139.xml"/><Relationship Id="rId17" Type="http://schemas.openxmlformats.org/officeDocument/2006/relationships/image" Target="../media/image949.png"/><Relationship Id="rId38" Type="http://schemas.openxmlformats.org/officeDocument/2006/relationships/customXml" Target="../ink/ink1013.xml"/><Relationship Id="rId59" Type="http://schemas.openxmlformats.org/officeDocument/2006/relationships/image" Target="../media/image970.png"/><Relationship Id="rId103" Type="http://schemas.openxmlformats.org/officeDocument/2006/relationships/image" Target="../media/image992.png"/><Relationship Id="rId124" Type="http://schemas.openxmlformats.org/officeDocument/2006/relationships/customXml" Target="../ink/ink1058.xml"/><Relationship Id="rId310" Type="http://schemas.openxmlformats.org/officeDocument/2006/relationships/image" Target="../media/image1090.png"/><Relationship Id="rId70" Type="http://schemas.openxmlformats.org/officeDocument/2006/relationships/customXml" Target="../ink/ink1029.xml"/><Relationship Id="rId91" Type="http://schemas.openxmlformats.org/officeDocument/2006/relationships/image" Target="../media/image986.png"/><Relationship Id="rId145" Type="http://schemas.openxmlformats.org/officeDocument/2006/relationships/image" Target="../media/image1008.png"/><Relationship Id="rId166" Type="http://schemas.openxmlformats.org/officeDocument/2006/relationships/customXml" Target="../ink/ink1079.xml"/><Relationship Id="rId187" Type="http://schemas.openxmlformats.org/officeDocument/2006/relationships/image" Target="../media/image1029.png"/><Relationship Id="rId331" Type="http://schemas.openxmlformats.org/officeDocument/2006/relationships/customXml" Target="../ink/ink1163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02.xml"/><Relationship Id="rId233" Type="http://schemas.openxmlformats.org/officeDocument/2006/relationships/image" Target="../media/image1052.png"/><Relationship Id="rId254" Type="http://schemas.openxmlformats.org/officeDocument/2006/relationships/image" Target="../media/image1062.png"/><Relationship Id="rId28" Type="http://schemas.openxmlformats.org/officeDocument/2006/relationships/customXml" Target="../ink/ink1008.xml"/><Relationship Id="rId49" Type="http://schemas.openxmlformats.org/officeDocument/2006/relationships/image" Target="../media/image965.png"/><Relationship Id="rId114" Type="http://schemas.openxmlformats.org/officeDocument/2006/relationships/image" Target="../media/image994.png"/><Relationship Id="rId275" Type="http://schemas.openxmlformats.org/officeDocument/2006/relationships/customXml" Target="../ink/ink1134.xml"/><Relationship Id="rId296" Type="http://schemas.openxmlformats.org/officeDocument/2006/relationships/image" Target="../media/image1083.png"/><Relationship Id="rId300" Type="http://schemas.openxmlformats.org/officeDocument/2006/relationships/image" Target="../media/image1085.png"/><Relationship Id="rId60" Type="http://schemas.openxmlformats.org/officeDocument/2006/relationships/customXml" Target="../ink/ink1024.xml"/><Relationship Id="rId81" Type="http://schemas.openxmlformats.org/officeDocument/2006/relationships/image" Target="../media/image981.png"/><Relationship Id="rId135" Type="http://schemas.openxmlformats.org/officeDocument/2006/relationships/image" Target="../media/image1003.png"/><Relationship Id="rId156" Type="http://schemas.openxmlformats.org/officeDocument/2006/relationships/customXml" Target="../ink/ink1074.xml"/><Relationship Id="rId177" Type="http://schemas.openxmlformats.org/officeDocument/2006/relationships/image" Target="../media/image1024.png"/><Relationship Id="rId198" Type="http://schemas.openxmlformats.org/officeDocument/2006/relationships/customXml" Target="../ink/ink1095.xml"/><Relationship Id="rId321" Type="http://schemas.openxmlformats.org/officeDocument/2006/relationships/customXml" Target="../ink/ink1157.xml"/><Relationship Id="rId342" Type="http://schemas.openxmlformats.org/officeDocument/2006/relationships/customXml" Target="../ink/ink1170.xml"/><Relationship Id="rId202" Type="http://schemas.openxmlformats.org/officeDocument/2006/relationships/customXml" Target="../ink/ink1097.xml"/><Relationship Id="rId223" Type="http://schemas.openxmlformats.org/officeDocument/2006/relationships/image" Target="../media/image1047.png"/><Relationship Id="rId244" Type="http://schemas.openxmlformats.org/officeDocument/2006/relationships/image" Target="../media/image1057.png"/><Relationship Id="rId18" Type="http://schemas.openxmlformats.org/officeDocument/2006/relationships/customXml" Target="../ink/ink1003.xml"/><Relationship Id="rId39" Type="http://schemas.openxmlformats.org/officeDocument/2006/relationships/image" Target="../media/image960.png"/><Relationship Id="rId265" Type="http://schemas.openxmlformats.org/officeDocument/2006/relationships/customXml" Target="../ink/ink1129.xml"/><Relationship Id="rId286" Type="http://schemas.openxmlformats.org/officeDocument/2006/relationships/image" Target="../media/image1078.png"/><Relationship Id="rId50" Type="http://schemas.openxmlformats.org/officeDocument/2006/relationships/customXml" Target="../ink/ink1019.xml"/><Relationship Id="rId104" Type="http://schemas.openxmlformats.org/officeDocument/2006/relationships/customXml" Target="../ink/ink1046.xml"/><Relationship Id="rId125" Type="http://schemas.openxmlformats.org/officeDocument/2006/relationships/image" Target="../media/image998.png"/><Relationship Id="rId146" Type="http://schemas.openxmlformats.org/officeDocument/2006/relationships/customXml" Target="../ink/ink1069.xml"/><Relationship Id="rId167" Type="http://schemas.openxmlformats.org/officeDocument/2006/relationships/image" Target="../media/image1019.png"/><Relationship Id="rId188" Type="http://schemas.openxmlformats.org/officeDocument/2006/relationships/customXml" Target="../ink/ink1090.xml"/><Relationship Id="rId311" Type="http://schemas.openxmlformats.org/officeDocument/2006/relationships/customXml" Target="../ink/ink1152.xml"/><Relationship Id="rId332" Type="http://schemas.openxmlformats.org/officeDocument/2006/relationships/customXml" Target="../ink/ink1164.xml"/><Relationship Id="rId71" Type="http://schemas.openxmlformats.org/officeDocument/2006/relationships/image" Target="../media/image976.png"/><Relationship Id="rId92" Type="http://schemas.openxmlformats.org/officeDocument/2006/relationships/customXml" Target="../ink/ink1040.xml"/><Relationship Id="rId213" Type="http://schemas.openxmlformats.org/officeDocument/2006/relationships/image" Target="../media/image1042.png"/><Relationship Id="rId234" Type="http://schemas.openxmlformats.org/officeDocument/2006/relationships/customXml" Target="../ink/ink1113.xml"/><Relationship Id="rId2" Type="http://schemas.openxmlformats.org/officeDocument/2006/relationships/customXml" Target="../ink/ink995.xml"/><Relationship Id="rId29" Type="http://schemas.openxmlformats.org/officeDocument/2006/relationships/image" Target="../media/image955.png"/><Relationship Id="rId255" Type="http://schemas.openxmlformats.org/officeDocument/2006/relationships/customXml" Target="../ink/ink1124.xml"/><Relationship Id="rId276" Type="http://schemas.openxmlformats.org/officeDocument/2006/relationships/image" Target="../media/image1073.png"/><Relationship Id="rId297" Type="http://schemas.openxmlformats.org/officeDocument/2006/relationships/customXml" Target="../ink/ink1145.xml"/><Relationship Id="rId40" Type="http://schemas.openxmlformats.org/officeDocument/2006/relationships/customXml" Target="../ink/ink1014.xml"/><Relationship Id="rId115" Type="http://schemas.openxmlformats.org/officeDocument/2006/relationships/customXml" Target="../ink/ink1052.xml"/><Relationship Id="rId136" Type="http://schemas.openxmlformats.org/officeDocument/2006/relationships/customXml" Target="../ink/ink1064.xml"/><Relationship Id="rId157" Type="http://schemas.openxmlformats.org/officeDocument/2006/relationships/image" Target="../media/image1014.png"/><Relationship Id="rId178" Type="http://schemas.openxmlformats.org/officeDocument/2006/relationships/customXml" Target="../ink/ink1085.xml"/><Relationship Id="rId301" Type="http://schemas.openxmlformats.org/officeDocument/2006/relationships/customXml" Target="../ink/ink1147.xml"/><Relationship Id="rId322" Type="http://schemas.openxmlformats.org/officeDocument/2006/relationships/image" Target="../media/image1096.png"/><Relationship Id="rId343" Type="http://schemas.openxmlformats.org/officeDocument/2006/relationships/image" Target="../media/image1104.png"/><Relationship Id="rId61" Type="http://schemas.openxmlformats.org/officeDocument/2006/relationships/image" Target="../media/image971.png"/><Relationship Id="rId82" Type="http://schemas.openxmlformats.org/officeDocument/2006/relationships/customXml" Target="../ink/ink1035.xml"/><Relationship Id="rId199" Type="http://schemas.openxmlformats.org/officeDocument/2006/relationships/image" Target="../media/image1035.png"/><Relationship Id="rId203" Type="http://schemas.openxmlformats.org/officeDocument/2006/relationships/image" Target="../media/image1037.png"/><Relationship Id="rId19" Type="http://schemas.openxmlformats.org/officeDocument/2006/relationships/image" Target="../media/image950.png"/><Relationship Id="rId224" Type="http://schemas.openxmlformats.org/officeDocument/2006/relationships/customXml" Target="../ink/ink1108.xml"/><Relationship Id="rId245" Type="http://schemas.openxmlformats.org/officeDocument/2006/relationships/customXml" Target="../ink/ink1119.xml"/><Relationship Id="rId266" Type="http://schemas.openxmlformats.org/officeDocument/2006/relationships/image" Target="../media/image1068.png"/><Relationship Id="rId287" Type="http://schemas.openxmlformats.org/officeDocument/2006/relationships/customXml" Target="../ink/ink1140.xml"/><Relationship Id="rId30" Type="http://schemas.openxmlformats.org/officeDocument/2006/relationships/customXml" Target="../ink/ink1009.xml"/><Relationship Id="rId105" Type="http://schemas.openxmlformats.org/officeDocument/2006/relationships/image" Target="../media/image200.png"/><Relationship Id="rId126" Type="http://schemas.openxmlformats.org/officeDocument/2006/relationships/customXml" Target="../ink/ink1059.xml"/><Relationship Id="rId147" Type="http://schemas.openxmlformats.org/officeDocument/2006/relationships/image" Target="../media/image1009.png"/><Relationship Id="rId168" Type="http://schemas.openxmlformats.org/officeDocument/2006/relationships/customXml" Target="../ink/ink1080.xml"/><Relationship Id="rId312" Type="http://schemas.openxmlformats.org/officeDocument/2006/relationships/image" Target="../media/image1091.png"/><Relationship Id="rId333" Type="http://schemas.openxmlformats.org/officeDocument/2006/relationships/customXml" Target="../ink/ink1165.xml"/><Relationship Id="rId51" Type="http://schemas.openxmlformats.org/officeDocument/2006/relationships/image" Target="../media/image966.png"/><Relationship Id="rId72" Type="http://schemas.openxmlformats.org/officeDocument/2006/relationships/customXml" Target="../ink/ink1030.xml"/><Relationship Id="rId93" Type="http://schemas.openxmlformats.org/officeDocument/2006/relationships/image" Target="../media/image987.png"/><Relationship Id="rId189" Type="http://schemas.openxmlformats.org/officeDocument/2006/relationships/image" Target="../media/image1030.png"/><Relationship Id="rId3" Type="http://schemas.openxmlformats.org/officeDocument/2006/relationships/image" Target="../media/image942.png"/><Relationship Id="rId214" Type="http://schemas.openxmlformats.org/officeDocument/2006/relationships/customXml" Target="../ink/ink1103.xml"/><Relationship Id="rId235" Type="http://schemas.openxmlformats.org/officeDocument/2006/relationships/image" Target="../media/image1053.png"/><Relationship Id="rId256" Type="http://schemas.openxmlformats.org/officeDocument/2006/relationships/image" Target="../media/image1063.png"/><Relationship Id="rId277" Type="http://schemas.openxmlformats.org/officeDocument/2006/relationships/customXml" Target="../ink/ink1135.xml"/><Relationship Id="rId298" Type="http://schemas.openxmlformats.org/officeDocument/2006/relationships/image" Target="../media/image1084.png"/><Relationship Id="rId116" Type="http://schemas.openxmlformats.org/officeDocument/2006/relationships/image" Target="../media/image995.png"/><Relationship Id="rId137" Type="http://schemas.openxmlformats.org/officeDocument/2006/relationships/image" Target="../media/image1004.png"/><Relationship Id="rId158" Type="http://schemas.openxmlformats.org/officeDocument/2006/relationships/customXml" Target="../ink/ink1075.xml"/><Relationship Id="rId302" Type="http://schemas.openxmlformats.org/officeDocument/2006/relationships/image" Target="../media/image1086.png"/><Relationship Id="rId323" Type="http://schemas.openxmlformats.org/officeDocument/2006/relationships/customXml" Target="../ink/ink1158.xml"/><Relationship Id="rId344" Type="http://schemas.openxmlformats.org/officeDocument/2006/relationships/customXml" Target="../ink/ink1171.xml"/><Relationship Id="rId20" Type="http://schemas.openxmlformats.org/officeDocument/2006/relationships/customXml" Target="../ink/ink1004.xml"/><Relationship Id="rId41" Type="http://schemas.openxmlformats.org/officeDocument/2006/relationships/image" Target="../media/image961.png"/><Relationship Id="rId62" Type="http://schemas.openxmlformats.org/officeDocument/2006/relationships/customXml" Target="../ink/ink1025.xml"/><Relationship Id="rId83" Type="http://schemas.openxmlformats.org/officeDocument/2006/relationships/image" Target="../media/image982.png"/><Relationship Id="rId179" Type="http://schemas.openxmlformats.org/officeDocument/2006/relationships/image" Target="../media/image1025.png"/><Relationship Id="rId190" Type="http://schemas.openxmlformats.org/officeDocument/2006/relationships/customXml" Target="../ink/ink1091.xml"/><Relationship Id="rId204" Type="http://schemas.openxmlformats.org/officeDocument/2006/relationships/customXml" Target="../ink/ink1098.xml"/><Relationship Id="rId225" Type="http://schemas.openxmlformats.org/officeDocument/2006/relationships/image" Target="../media/image1048.png"/><Relationship Id="rId246" Type="http://schemas.openxmlformats.org/officeDocument/2006/relationships/image" Target="../media/image1058.png"/><Relationship Id="rId267" Type="http://schemas.openxmlformats.org/officeDocument/2006/relationships/customXml" Target="../ink/ink1130.xml"/><Relationship Id="rId288" Type="http://schemas.openxmlformats.org/officeDocument/2006/relationships/image" Target="../media/image1079.png"/><Relationship Id="rId106" Type="http://schemas.openxmlformats.org/officeDocument/2006/relationships/customXml" Target="../ink/ink1047.xml"/><Relationship Id="rId127" Type="http://schemas.openxmlformats.org/officeDocument/2006/relationships/image" Target="../media/image999.png"/><Relationship Id="rId313" Type="http://schemas.openxmlformats.org/officeDocument/2006/relationships/customXml" Target="../ink/ink1153.xml"/><Relationship Id="rId10" Type="http://schemas.openxmlformats.org/officeDocument/2006/relationships/customXml" Target="../ink/ink999.xml"/><Relationship Id="rId31" Type="http://schemas.openxmlformats.org/officeDocument/2006/relationships/image" Target="../media/image956.png"/><Relationship Id="rId52" Type="http://schemas.openxmlformats.org/officeDocument/2006/relationships/customXml" Target="../ink/ink1020.xml"/><Relationship Id="rId73" Type="http://schemas.openxmlformats.org/officeDocument/2006/relationships/image" Target="../media/image977.png"/><Relationship Id="rId94" Type="http://schemas.openxmlformats.org/officeDocument/2006/relationships/customXml" Target="../ink/ink1041.xml"/><Relationship Id="rId148" Type="http://schemas.openxmlformats.org/officeDocument/2006/relationships/customXml" Target="../ink/ink1070.xml"/><Relationship Id="rId169" Type="http://schemas.openxmlformats.org/officeDocument/2006/relationships/image" Target="../media/image1020.png"/><Relationship Id="rId334" Type="http://schemas.openxmlformats.org/officeDocument/2006/relationships/customXml" Target="../ink/ink1166.xml"/><Relationship Id="rId4" Type="http://schemas.openxmlformats.org/officeDocument/2006/relationships/customXml" Target="../ink/ink996.xml"/><Relationship Id="rId180" Type="http://schemas.openxmlformats.org/officeDocument/2006/relationships/customXml" Target="../ink/ink1086.xml"/><Relationship Id="rId215" Type="http://schemas.openxmlformats.org/officeDocument/2006/relationships/image" Target="../media/image1043.png"/><Relationship Id="rId236" Type="http://schemas.openxmlformats.org/officeDocument/2006/relationships/customXml" Target="../ink/ink1114.xml"/><Relationship Id="rId257" Type="http://schemas.openxmlformats.org/officeDocument/2006/relationships/customXml" Target="../ink/ink1125.xml"/><Relationship Id="rId278" Type="http://schemas.openxmlformats.org/officeDocument/2006/relationships/image" Target="../media/image1074.png"/><Relationship Id="rId303" Type="http://schemas.openxmlformats.org/officeDocument/2006/relationships/customXml" Target="../ink/ink1148.xml"/><Relationship Id="rId42" Type="http://schemas.openxmlformats.org/officeDocument/2006/relationships/customXml" Target="../ink/ink1015.xml"/><Relationship Id="rId84" Type="http://schemas.openxmlformats.org/officeDocument/2006/relationships/customXml" Target="../ink/ink1036.xml"/><Relationship Id="rId138" Type="http://schemas.openxmlformats.org/officeDocument/2006/relationships/customXml" Target="../ink/ink1065.xml"/><Relationship Id="rId191" Type="http://schemas.openxmlformats.org/officeDocument/2006/relationships/image" Target="../media/image1031.png"/><Relationship Id="rId205" Type="http://schemas.openxmlformats.org/officeDocument/2006/relationships/image" Target="../media/image1038.png"/><Relationship Id="rId247" Type="http://schemas.openxmlformats.org/officeDocument/2006/relationships/customXml" Target="../ink/ink1120.xml"/><Relationship Id="rId107" Type="http://schemas.openxmlformats.org/officeDocument/2006/relationships/image" Target="../media/image196.png"/><Relationship Id="rId289" Type="http://schemas.openxmlformats.org/officeDocument/2006/relationships/customXml" Target="../ink/ink1141.xml"/><Relationship Id="rId11" Type="http://schemas.openxmlformats.org/officeDocument/2006/relationships/image" Target="../media/image946.png"/><Relationship Id="rId53" Type="http://schemas.openxmlformats.org/officeDocument/2006/relationships/image" Target="../media/image967.png"/><Relationship Id="rId149" Type="http://schemas.openxmlformats.org/officeDocument/2006/relationships/image" Target="../media/image1010.png"/><Relationship Id="rId314" Type="http://schemas.openxmlformats.org/officeDocument/2006/relationships/image" Target="../media/image1092.png"/><Relationship Id="rId95" Type="http://schemas.openxmlformats.org/officeDocument/2006/relationships/image" Target="../media/image988.png"/><Relationship Id="rId160" Type="http://schemas.openxmlformats.org/officeDocument/2006/relationships/customXml" Target="../ink/ink1076.xml"/><Relationship Id="rId216" Type="http://schemas.openxmlformats.org/officeDocument/2006/relationships/customXml" Target="../ink/ink1104.xml"/><Relationship Id="rId258" Type="http://schemas.openxmlformats.org/officeDocument/2006/relationships/image" Target="../media/image1064.png"/><Relationship Id="rId22" Type="http://schemas.openxmlformats.org/officeDocument/2006/relationships/customXml" Target="../ink/ink1005.xml"/><Relationship Id="rId64" Type="http://schemas.openxmlformats.org/officeDocument/2006/relationships/customXml" Target="../ink/ink1026.xml"/><Relationship Id="rId118" Type="http://schemas.openxmlformats.org/officeDocument/2006/relationships/image" Target="../media/image996.png"/><Relationship Id="rId325" Type="http://schemas.openxmlformats.org/officeDocument/2006/relationships/customXml" Target="../ink/ink1159.xml"/><Relationship Id="rId171" Type="http://schemas.openxmlformats.org/officeDocument/2006/relationships/image" Target="../media/image1021.png"/><Relationship Id="rId227" Type="http://schemas.openxmlformats.org/officeDocument/2006/relationships/image" Target="../media/image1049.png"/><Relationship Id="rId269" Type="http://schemas.openxmlformats.org/officeDocument/2006/relationships/customXml" Target="../ink/ink1131.xml"/><Relationship Id="rId33" Type="http://schemas.openxmlformats.org/officeDocument/2006/relationships/image" Target="../media/image957.png"/><Relationship Id="rId129" Type="http://schemas.openxmlformats.org/officeDocument/2006/relationships/image" Target="../media/image1000.png"/><Relationship Id="rId280" Type="http://schemas.openxmlformats.org/officeDocument/2006/relationships/image" Target="../media/image1075.png"/><Relationship Id="rId336" Type="http://schemas.openxmlformats.org/officeDocument/2006/relationships/customXml" Target="../ink/ink1167.xml"/><Relationship Id="rId75" Type="http://schemas.openxmlformats.org/officeDocument/2006/relationships/image" Target="../media/image978.png"/><Relationship Id="rId140" Type="http://schemas.openxmlformats.org/officeDocument/2006/relationships/customXml" Target="../ink/ink1066.xml"/><Relationship Id="rId182" Type="http://schemas.openxmlformats.org/officeDocument/2006/relationships/customXml" Target="../ink/ink1087.xml"/><Relationship Id="rId6" Type="http://schemas.openxmlformats.org/officeDocument/2006/relationships/customXml" Target="../ink/ink997.xml"/><Relationship Id="rId238" Type="http://schemas.openxmlformats.org/officeDocument/2006/relationships/image" Target="../media/image1054.png"/><Relationship Id="rId291" Type="http://schemas.openxmlformats.org/officeDocument/2006/relationships/customXml" Target="../ink/ink1142.xml"/><Relationship Id="rId305" Type="http://schemas.openxmlformats.org/officeDocument/2006/relationships/customXml" Target="../ink/ink1149.xml"/><Relationship Id="rId44" Type="http://schemas.openxmlformats.org/officeDocument/2006/relationships/customXml" Target="../ink/ink1016.xml"/><Relationship Id="rId86" Type="http://schemas.openxmlformats.org/officeDocument/2006/relationships/customXml" Target="../ink/ink1037.xml"/><Relationship Id="rId151" Type="http://schemas.openxmlformats.org/officeDocument/2006/relationships/image" Target="../media/image1011.png"/><Relationship Id="rId193" Type="http://schemas.openxmlformats.org/officeDocument/2006/relationships/image" Target="../media/image1032.png"/><Relationship Id="rId207" Type="http://schemas.openxmlformats.org/officeDocument/2006/relationships/image" Target="../media/image1039.png"/><Relationship Id="rId249" Type="http://schemas.openxmlformats.org/officeDocument/2006/relationships/customXml" Target="../ink/ink1121.xml"/><Relationship Id="rId13" Type="http://schemas.openxmlformats.org/officeDocument/2006/relationships/image" Target="../media/image947.png"/><Relationship Id="rId109" Type="http://schemas.openxmlformats.org/officeDocument/2006/relationships/customXml" Target="../ink/ink1049.xml"/><Relationship Id="rId260" Type="http://schemas.openxmlformats.org/officeDocument/2006/relationships/image" Target="../media/image1065.png"/><Relationship Id="rId316" Type="http://schemas.openxmlformats.org/officeDocument/2006/relationships/image" Target="../media/image1093.png"/><Relationship Id="rId55" Type="http://schemas.openxmlformats.org/officeDocument/2006/relationships/image" Target="../media/image968.png"/><Relationship Id="rId97" Type="http://schemas.openxmlformats.org/officeDocument/2006/relationships/image" Target="../media/image989.png"/><Relationship Id="rId120" Type="http://schemas.openxmlformats.org/officeDocument/2006/relationships/image" Target="../media/image997.png"/><Relationship Id="rId162" Type="http://schemas.openxmlformats.org/officeDocument/2006/relationships/customXml" Target="../ink/ink1077.xml"/><Relationship Id="rId218" Type="http://schemas.openxmlformats.org/officeDocument/2006/relationships/customXml" Target="../ink/ink1105.xml"/><Relationship Id="rId271" Type="http://schemas.openxmlformats.org/officeDocument/2006/relationships/customXml" Target="../ink/ink1132.xml"/><Relationship Id="rId24" Type="http://schemas.openxmlformats.org/officeDocument/2006/relationships/customXml" Target="../ink/ink1006.xml"/><Relationship Id="rId66" Type="http://schemas.openxmlformats.org/officeDocument/2006/relationships/customXml" Target="../ink/ink1027.xml"/><Relationship Id="rId131" Type="http://schemas.openxmlformats.org/officeDocument/2006/relationships/image" Target="../media/image1001.png"/><Relationship Id="rId327" Type="http://schemas.openxmlformats.org/officeDocument/2006/relationships/image" Target="../media/image1098.png"/><Relationship Id="rId173" Type="http://schemas.openxmlformats.org/officeDocument/2006/relationships/image" Target="../media/image1022.png"/><Relationship Id="rId229" Type="http://schemas.openxmlformats.org/officeDocument/2006/relationships/image" Target="../media/image1050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9.png"/><Relationship Id="rId299" Type="http://schemas.openxmlformats.org/officeDocument/2006/relationships/customXml" Target="../ink/ink1321.xml"/><Relationship Id="rId21" Type="http://schemas.openxmlformats.org/officeDocument/2006/relationships/image" Target="../media/image1114.png"/><Relationship Id="rId63" Type="http://schemas.openxmlformats.org/officeDocument/2006/relationships/image" Target="../media/image1135.png"/><Relationship Id="rId159" Type="http://schemas.openxmlformats.org/officeDocument/2006/relationships/image" Target="../media/image1180.png"/><Relationship Id="rId324" Type="http://schemas.openxmlformats.org/officeDocument/2006/relationships/image" Target="../media/image1262.png"/><Relationship Id="rId366" Type="http://schemas.openxmlformats.org/officeDocument/2006/relationships/image" Target="../media/image1283.png"/><Relationship Id="rId170" Type="http://schemas.openxmlformats.org/officeDocument/2006/relationships/customXml" Target="../ink/ink1256.xml"/><Relationship Id="rId226" Type="http://schemas.openxmlformats.org/officeDocument/2006/relationships/customXml" Target="../ink/ink1284.xml"/><Relationship Id="rId433" Type="http://schemas.openxmlformats.org/officeDocument/2006/relationships/customXml" Target="../ink/ink1388.xml"/><Relationship Id="rId268" Type="http://schemas.openxmlformats.org/officeDocument/2006/relationships/image" Target="../media/image1234.png"/><Relationship Id="rId32" Type="http://schemas.openxmlformats.org/officeDocument/2006/relationships/customXml" Target="../ink/ink1187.xml"/><Relationship Id="rId74" Type="http://schemas.openxmlformats.org/officeDocument/2006/relationships/customXml" Target="../ink/ink1208.xml"/><Relationship Id="rId128" Type="http://schemas.openxmlformats.org/officeDocument/2006/relationships/customXml" Target="../ink/ink1235.xml"/><Relationship Id="rId335" Type="http://schemas.openxmlformats.org/officeDocument/2006/relationships/customXml" Target="../ink/ink1339.xml"/><Relationship Id="rId377" Type="http://schemas.openxmlformats.org/officeDocument/2006/relationships/customXml" Target="../ink/ink1360.xml"/><Relationship Id="rId5" Type="http://schemas.openxmlformats.org/officeDocument/2006/relationships/image" Target="../media/image1106.png"/><Relationship Id="rId181" Type="http://schemas.openxmlformats.org/officeDocument/2006/relationships/image" Target="../media/image1191.png"/><Relationship Id="rId237" Type="http://schemas.openxmlformats.org/officeDocument/2006/relationships/image" Target="../media/image1219.png"/><Relationship Id="rId402" Type="http://schemas.openxmlformats.org/officeDocument/2006/relationships/image" Target="../media/image1301.png"/><Relationship Id="rId279" Type="http://schemas.openxmlformats.org/officeDocument/2006/relationships/customXml" Target="../ink/ink1311.xml"/><Relationship Id="rId444" Type="http://schemas.openxmlformats.org/officeDocument/2006/relationships/image" Target="../media/image1321.png"/><Relationship Id="rId43" Type="http://schemas.openxmlformats.org/officeDocument/2006/relationships/image" Target="../media/image1125.png"/><Relationship Id="rId139" Type="http://schemas.openxmlformats.org/officeDocument/2006/relationships/image" Target="../media/image1170.png"/><Relationship Id="rId290" Type="http://schemas.openxmlformats.org/officeDocument/2006/relationships/image" Target="../media/image1245.png"/><Relationship Id="rId304" Type="http://schemas.openxmlformats.org/officeDocument/2006/relationships/image" Target="../media/image1252.png"/><Relationship Id="rId346" Type="http://schemas.openxmlformats.org/officeDocument/2006/relationships/image" Target="../media/image1273.png"/><Relationship Id="rId388" Type="http://schemas.openxmlformats.org/officeDocument/2006/relationships/image" Target="../media/image1294.png"/><Relationship Id="rId85" Type="http://schemas.openxmlformats.org/officeDocument/2006/relationships/image" Target="../media/image1145.png"/><Relationship Id="rId150" Type="http://schemas.openxmlformats.org/officeDocument/2006/relationships/customXml" Target="../ink/ink1246.xml"/><Relationship Id="rId192" Type="http://schemas.openxmlformats.org/officeDocument/2006/relationships/customXml" Target="../ink/ink1267.xml"/><Relationship Id="rId206" Type="http://schemas.openxmlformats.org/officeDocument/2006/relationships/customXml" Target="../ink/ink1274.xml"/><Relationship Id="rId413" Type="http://schemas.openxmlformats.org/officeDocument/2006/relationships/customXml" Target="../ink/ink1378.xml"/><Relationship Id="rId248" Type="http://schemas.openxmlformats.org/officeDocument/2006/relationships/customXml" Target="../ink/ink1295.xml"/><Relationship Id="rId455" Type="http://schemas.openxmlformats.org/officeDocument/2006/relationships/customXml" Target="../ink/ink1399.xml"/><Relationship Id="rId12" Type="http://schemas.openxmlformats.org/officeDocument/2006/relationships/customXml" Target="../ink/ink1177.xml"/><Relationship Id="rId108" Type="http://schemas.openxmlformats.org/officeDocument/2006/relationships/customXml" Target="../ink/ink1225.xml"/><Relationship Id="rId315" Type="http://schemas.openxmlformats.org/officeDocument/2006/relationships/customXml" Target="../ink/ink1329.xml"/><Relationship Id="rId357" Type="http://schemas.openxmlformats.org/officeDocument/2006/relationships/customXml" Target="../ink/ink1350.xml"/><Relationship Id="rId54" Type="http://schemas.openxmlformats.org/officeDocument/2006/relationships/customXml" Target="../ink/ink1198.xml"/><Relationship Id="rId96" Type="http://schemas.openxmlformats.org/officeDocument/2006/relationships/customXml" Target="../ink/ink1219.xml"/><Relationship Id="rId161" Type="http://schemas.openxmlformats.org/officeDocument/2006/relationships/image" Target="../media/image1181.png"/><Relationship Id="rId217" Type="http://schemas.openxmlformats.org/officeDocument/2006/relationships/image" Target="../media/image1209.png"/><Relationship Id="rId399" Type="http://schemas.openxmlformats.org/officeDocument/2006/relationships/customXml" Target="../ink/ink1371.xml"/><Relationship Id="rId259" Type="http://schemas.openxmlformats.org/officeDocument/2006/relationships/image" Target="../media/image1230.png"/><Relationship Id="rId424" Type="http://schemas.openxmlformats.org/officeDocument/2006/relationships/image" Target="../media/image1312.png"/><Relationship Id="rId23" Type="http://schemas.openxmlformats.org/officeDocument/2006/relationships/image" Target="../media/image1115.png"/><Relationship Id="rId119" Type="http://schemas.openxmlformats.org/officeDocument/2006/relationships/image" Target="../media/image1160.png"/><Relationship Id="rId270" Type="http://schemas.openxmlformats.org/officeDocument/2006/relationships/image" Target="../media/image1235.png"/><Relationship Id="rId326" Type="http://schemas.openxmlformats.org/officeDocument/2006/relationships/image" Target="../media/image1263.png"/><Relationship Id="rId65" Type="http://schemas.openxmlformats.org/officeDocument/2006/relationships/image" Target="../media/image1136.png"/><Relationship Id="rId130" Type="http://schemas.openxmlformats.org/officeDocument/2006/relationships/customXml" Target="../ink/ink1236.xml"/><Relationship Id="rId368" Type="http://schemas.openxmlformats.org/officeDocument/2006/relationships/image" Target="../media/image1284.png"/><Relationship Id="rId172" Type="http://schemas.openxmlformats.org/officeDocument/2006/relationships/customXml" Target="../ink/ink1257.xml"/><Relationship Id="rId228" Type="http://schemas.openxmlformats.org/officeDocument/2006/relationships/customXml" Target="../ink/ink1285.xml"/><Relationship Id="rId435" Type="http://schemas.openxmlformats.org/officeDocument/2006/relationships/customXml" Target="../ink/ink1389.xml"/><Relationship Id="rId281" Type="http://schemas.openxmlformats.org/officeDocument/2006/relationships/customXml" Target="../ink/ink1312.xml"/><Relationship Id="rId337" Type="http://schemas.openxmlformats.org/officeDocument/2006/relationships/customXml" Target="../ink/ink1340.xml"/><Relationship Id="rId34" Type="http://schemas.openxmlformats.org/officeDocument/2006/relationships/customXml" Target="../ink/ink1188.xml"/><Relationship Id="rId76" Type="http://schemas.openxmlformats.org/officeDocument/2006/relationships/customXml" Target="../ink/ink1209.xml"/><Relationship Id="rId141" Type="http://schemas.openxmlformats.org/officeDocument/2006/relationships/image" Target="../media/image1171.png"/><Relationship Id="rId379" Type="http://schemas.openxmlformats.org/officeDocument/2006/relationships/customXml" Target="../ink/ink1361.xml"/><Relationship Id="rId7" Type="http://schemas.openxmlformats.org/officeDocument/2006/relationships/image" Target="../media/image1107.png"/><Relationship Id="rId183" Type="http://schemas.openxmlformats.org/officeDocument/2006/relationships/image" Target="../media/image1192.png"/><Relationship Id="rId239" Type="http://schemas.openxmlformats.org/officeDocument/2006/relationships/image" Target="../media/image1220.png"/><Relationship Id="rId390" Type="http://schemas.openxmlformats.org/officeDocument/2006/relationships/image" Target="../media/image1295.png"/><Relationship Id="rId404" Type="http://schemas.openxmlformats.org/officeDocument/2006/relationships/image" Target="../media/image1302.png"/><Relationship Id="rId446" Type="http://schemas.openxmlformats.org/officeDocument/2006/relationships/image" Target="../media/image1322.png"/><Relationship Id="rId250" Type="http://schemas.openxmlformats.org/officeDocument/2006/relationships/customXml" Target="../ink/ink1296.xml"/><Relationship Id="rId292" Type="http://schemas.openxmlformats.org/officeDocument/2006/relationships/image" Target="../media/image1246.png"/><Relationship Id="rId306" Type="http://schemas.openxmlformats.org/officeDocument/2006/relationships/image" Target="../media/image1253.png"/><Relationship Id="rId45" Type="http://schemas.openxmlformats.org/officeDocument/2006/relationships/image" Target="../media/image1126.png"/><Relationship Id="rId87" Type="http://schemas.openxmlformats.org/officeDocument/2006/relationships/image" Target="../media/image1146.png"/><Relationship Id="rId110" Type="http://schemas.openxmlformats.org/officeDocument/2006/relationships/customXml" Target="../ink/ink1226.xml"/><Relationship Id="rId348" Type="http://schemas.openxmlformats.org/officeDocument/2006/relationships/image" Target="../media/image1274.png"/><Relationship Id="rId152" Type="http://schemas.openxmlformats.org/officeDocument/2006/relationships/customXml" Target="../ink/ink1247.xml"/><Relationship Id="rId194" Type="http://schemas.openxmlformats.org/officeDocument/2006/relationships/customXml" Target="../ink/ink1268.xml"/><Relationship Id="rId208" Type="http://schemas.openxmlformats.org/officeDocument/2006/relationships/customXml" Target="../ink/ink1275.xml"/><Relationship Id="rId415" Type="http://schemas.openxmlformats.org/officeDocument/2006/relationships/customXml" Target="../ink/ink1379.xml"/><Relationship Id="rId457" Type="http://schemas.openxmlformats.org/officeDocument/2006/relationships/customXml" Target="../ink/ink1400.xml"/><Relationship Id="rId261" Type="http://schemas.openxmlformats.org/officeDocument/2006/relationships/image" Target="../media/image1231.png"/><Relationship Id="rId14" Type="http://schemas.openxmlformats.org/officeDocument/2006/relationships/customXml" Target="../ink/ink1178.xml"/><Relationship Id="rId56" Type="http://schemas.openxmlformats.org/officeDocument/2006/relationships/customXml" Target="../ink/ink1199.xml"/><Relationship Id="rId317" Type="http://schemas.openxmlformats.org/officeDocument/2006/relationships/customXml" Target="../ink/ink1330.xml"/><Relationship Id="rId359" Type="http://schemas.openxmlformats.org/officeDocument/2006/relationships/customXml" Target="../ink/ink1351.xml"/><Relationship Id="rId98" Type="http://schemas.openxmlformats.org/officeDocument/2006/relationships/customXml" Target="../ink/ink1220.xml"/><Relationship Id="rId121" Type="http://schemas.openxmlformats.org/officeDocument/2006/relationships/image" Target="../media/image1161.png"/><Relationship Id="rId163" Type="http://schemas.openxmlformats.org/officeDocument/2006/relationships/image" Target="../media/image1182.png"/><Relationship Id="rId219" Type="http://schemas.openxmlformats.org/officeDocument/2006/relationships/image" Target="../media/image1210.png"/><Relationship Id="rId370" Type="http://schemas.openxmlformats.org/officeDocument/2006/relationships/image" Target="../media/image1285.png"/><Relationship Id="rId426" Type="http://schemas.openxmlformats.org/officeDocument/2006/relationships/image" Target="../media/image1313.png"/><Relationship Id="rId230" Type="http://schemas.openxmlformats.org/officeDocument/2006/relationships/customXml" Target="../ink/ink1286.xml"/><Relationship Id="rId25" Type="http://schemas.openxmlformats.org/officeDocument/2006/relationships/image" Target="../media/image1116.png"/><Relationship Id="rId67" Type="http://schemas.openxmlformats.org/officeDocument/2006/relationships/image" Target="../media/image1137.png"/><Relationship Id="rId272" Type="http://schemas.openxmlformats.org/officeDocument/2006/relationships/image" Target="../media/image1236.png"/><Relationship Id="rId328" Type="http://schemas.openxmlformats.org/officeDocument/2006/relationships/image" Target="../media/image1264.png"/><Relationship Id="rId132" Type="http://schemas.openxmlformats.org/officeDocument/2006/relationships/customXml" Target="../ink/ink1237.xml"/><Relationship Id="rId174" Type="http://schemas.openxmlformats.org/officeDocument/2006/relationships/customXml" Target="../ink/ink1258.xml"/><Relationship Id="rId381" Type="http://schemas.openxmlformats.org/officeDocument/2006/relationships/customXml" Target="../ink/ink1362.xml"/><Relationship Id="rId241" Type="http://schemas.openxmlformats.org/officeDocument/2006/relationships/image" Target="../media/image1221.png"/><Relationship Id="rId437" Type="http://schemas.openxmlformats.org/officeDocument/2006/relationships/customXml" Target="../ink/ink1390.xml"/><Relationship Id="rId36" Type="http://schemas.openxmlformats.org/officeDocument/2006/relationships/customXml" Target="../ink/ink1189.xml"/><Relationship Id="rId283" Type="http://schemas.openxmlformats.org/officeDocument/2006/relationships/customXml" Target="../ink/ink1313.xml"/><Relationship Id="rId339" Type="http://schemas.openxmlformats.org/officeDocument/2006/relationships/customXml" Target="../ink/ink1341.xml"/><Relationship Id="rId78" Type="http://schemas.openxmlformats.org/officeDocument/2006/relationships/customXml" Target="../ink/ink1210.xml"/><Relationship Id="rId101" Type="http://schemas.openxmlformats.org/officeDocument/2006/relationships/image" Target="../media/image1152.png"/><Relationship Id="rId143" Type="http://schemas.openxmlformats.org/officeDocument/2006/relationships/image" Target="../media/image1172.png"/><Relationship Id="rId185" Type="http://schemas.openxmlformats.org/officeDocument/2006/relationships/image" Target="../media/image1193.png"/><Relationship Id="rId350" Type="http://schemas.openxmlformats.org/officeDocument/2006/relationships/image" Target="../media/image1275.png"/><Relationship Id="rId406" Type="http://schemas.openxmlformats.org/officeDocument/2006/relationships/image" Target="../media/image1303.png"/><Relationship Id="rId9" Type="http://schemas.openxmlformats.org/officeDocument/2006/relationships/image" Target="../media/image1108.png"/><Relationship Id="rId210" Type="http://schemas.openxmlformats.org/officeDocument/2006/relationships/customXml" Target="../ink/ink1276.xml"/><Relationship Id="rId392" Type="http://schemas.openxmlformats.org/officeDocument/2006/relationships/image" Target="../media/image1296.png"/><Relationship Id="rId448" Type="http://schemas.openxmlformats.org/officeDocument/2006/relationships/image" Target="../media/image1323.png"/><Relationship Id="rId252" Type="http://schemas.openxmlformats.org/officeDocument/2006/relationships/customXml" Target="../ink/ink1297.xml"/><Relationship Id="rId294" Type="http://schemas.openxmlformats.org/officeDocument/2006/relationships/image" Target="../media/image1247.png"/><Relationship Id="rId308" Type="http://schemas.openxmlformats.org/officeDocument/2006/relationships/image" Target="../media/image1254.png"/><Relationship Id="rId47" Type="http://schemas.openxmlformats.org/officeDocument/2006/relationships/image" Target="../media/image1127.png"/><Relationship Id="rId89" Type="http://schemas.openxmlformats.org/officeDocument/2006/relationships/image" Target="../media/image196.png"/><Relationship Id="rId112" Type="http://schemas.openxmlformats.org/officeDocument/2006/relationships/customXml" Target="../ink/ink1227.xml"/><Relationship Id="rId154" Type="http://schemas.openxmlformats.org/officeDocument/2006/relationships/customXml" Target="../ink/ink1248.xml"/><Relationship Id="rId361" Type="http://schemas.openxmlformats.org/officeDocument/2006/relationships/customXml" Target="../ink/ink1352.xml"/><Relationship Id="rId196" Type="http://schemas.openxmlformats.org/officeDocument/2006/relationships/customXml" Target="../ink/ink1269.xml"/><Relationship Id="rId417" Type="http://schemas.openxmlformats.org/officeDocument/2006/relationships/customXml" Target="../ink/ink1380.xml"/><Relationship Id="rId459" Type="http://schemas.openxmlformats.org/officeDocument/2006/relationships/customXml" Target="../ink/ink1401.xml"/><Relationship Id="rId16" Type="http://schemas.openxmlformats.org/officeDocument/2006/relationships/customXml" Target="../ink/ink1179.xml"/><Relationship Id="rId221" Type="http://schemas.openxmlformats.org/officeDocument/2006/relationships/image" Target="../media/image1211.png"/><Relationship Id="rId263" Type="http://schemas.openxmlformats.org/officeDocument/2006/relationships/image" Target="../media/image1232.png"/><Relationship Id="rId319" Type="http://schemas.openxmlformats.org/officeDocument/2006/relationships/customXml" Target="../ink/ink1331.xml"/><Relationship Id="rId58" Type="http://schemas.openxmlformats.org/officeDocument/2006/relationships/customXml" Target="../ink/ink1200.xml"/><Relationship Id="rId123" Type="http://schemas.openxmlformats.org/officeDocument/2006/relationships/image" Target="../media/image1162.png"/><Relationship Id="rId330" Type="http://schemas.openxmlformats.org/officeDocument/2006/relationships/image" Target="../media/image1265.png"/><Relationship Id="rId165" Type="http://schemas.openxmlformats.org/officeDocument/2006/relationships/image" Target="../media/image1183.png"/><Relationship Id="rId372" Type="http://schemas.openxmlformats.org/officeDocument/2006/relationships/image" Target="../media/image1286.png"/><Relationship Id="rId428" Type="http://schemas.openxmlformats.org/officeDocument/2006/relationships/image" Target="../media/image1314.png"/><Relationship Id="rId232" Type="http://schemas.openxmlformats.org/officeDocument/2006/relationships/customXml" Target="../ink/ink1287.xml"/><Relationship Id="rId274" Type="http://schemas.openxmlformats.org/officeDocument/2006/relationships/image" Target="../media/image1237.png"/><Relationship Id="rId27" Type="http://schemas.openxmlformats.org/officeDocument/2006/relationships/image" Target="../media/image1117.png"/><Relationship Id="rId69" Type="http://schemas.openxmlformats.org/officeDocument/2006/relationships/image" Target="../media/image200.png"/><Relationship Id="rId134" Type="http://schemas.openxmlformats.org/officeDocument/2006/relationships/customXml" Target="../ink/ink1238.xml"/><Relationship Id="rId80" Type="http://schemas.openxmlformats.org/officeDocument/2006/relationships/customXml" Target="../ink/ink1211.xml"/><Relationship Id="rId176" Type="http://schemas.openxmlformats.org/officeDocument/2006/relationships/customXml" Target="../ink/ink1259.xml"/><Relationship Id="rId341" Type="http://schemas.openxmlformats.org/officeDocument/2006/relationships/customXml" Target="../ink/ink1342.xml"/><Relationship Id="rId383" Type="http://schemas.openxmlformats.org/officeDocument/2006/relationships/customXml" Target="../ink/ink1363.xml"/><Relationship Id="rId439" Type="http://schemas.openxmlformats.org/officeDocument/2006/relationships/customXml" Target="../ink/ink1391.xml"/><Relationship Id="rId201" Type="http://schemas.openxmlformats.org/officeDocument/2006/relationships/image" Target="../media/image1201.png"/><Relationship Id="rId243" Type="http://schemas.openxmlformats.org/officeDocument/2006/relationships/image" Target="../media/image1222.png"/><Relationship Id="rId285" Type="http://schemas.openxmlformats.org/officeDocument/2006/relationships/customXml" Target="../ink/ink1314.xml"/><Relationship Id="rId450" Type="http://schemas.openxmlformats.org/officeDocument/2006/relationships/image" Target="../media/image1324.png"/><Relationship Id="rId38" Type="http://schemas.openxmlformats.org/officeDocument/2006/relationships/customXml" Target="../ink/ink1190.xml"/><Relationship Id="rId103" Type="http://schemas.openxmlformats.org/officeDocument/2006/relationships/image" Target="../media/image1153.png"/><Relationship Id="rId310" Type="http://schemas.openxmlformats.org/officeDocument/2006/relationships/image" Target="../media/image1255.png"/><Relationship Id="rId91" Type="http://schemas.openxmlformats.org/officeDocument/2006/relationships/image" Target="../media/image1147.png"/><Relationship Id="rId145" Type="http://schemas.openxmlformats.org/officeDocument/2006/relationships/image" Target="../media/image1173.png"/><Relationship Id="rId187" Type="http://schemas.openxmlformats.org/officeDocument/2006/relationships/image" Target="../media/image1194.png"/><Relationship Id="rId352" Type="http://schemas.openxmlformats.org/officeDocument/2006/relationships/image" Target="../media/image1276.png"/><Relationship Id="rId394" Type="http://schemas.openxmlformats.org/officeDocument/2006/relationships/image" Target="../media/image1297.png"/><Relationship Id="rId408" Type="http://schemas.openxmlformats.org/officeDocument/2006/relationships/image" Target="../media/image1304.png"/><Relationship Id="rId212" Type="http://schemas.openxmlformats.org/officeDocument/2006/relationships/customXml" Target="../ink/ink1277.xml"/><Relationship Id="rId254" Type="http://schemas.openxmlformats.org/officeDocument/2006/relationships/customXml" Target="../ink/ink1298.xml"/><Relationship Id="rId49" Type="http://schemas.openxmlformats.org/officeDocument/2006/relationships/image" Target="../media/image1128.png"/><Relationship Id="rId114" Type="http://schemas.openxmlformats.org/officeDocument/2006/relationships/customXml" Target="../ink/ink1228.xml"/><Relationship Id="rId296" Type="http://schemas.openxmlformats.org/officeDocument/2006/relationships/image" Target="../media/image1248.png"/><Relationship Id="rId461" Type="http://schemas.openxmlformats.org/officeDocument/2006/relationships/image" Target="../media/image188.png"/><Relationship Id="rId60" Type="http://schemas.openxmlformats.org/officeDocument/2006/relationships/customXml" Target="../ink/ink1201.xml"/><Relationship Id="rId156" Type="http://schemas.openxmlformats.org/officeDocument/2006/relationships/customXml" Target="../ink/ink1249.xml"/><Relationship Id="rId198" Type="http://schemas.openxmlformats.org/officeDocument/2006/relationships/customXml" Target="../ink/ink1270.xml"/><Relationship Id="rId321" Type="http://schemas.openxmlformats.org/officeDocument/2006/relationships/customXml" Target="../ink/ink1332.xml"/><Relationship Id="rId363" Type="http://schemas.openxmlformats.org/officeDocument/2006/relationships/customXml" Target="../ink/ink1353.xml"/><Relationship Id="rId419" Type="http://schemas.openxmlformats.org/officeDocument/2006/relationships/customXml" Target="../ink/ink1381.xml"/><Relationship Id="rId223" Type="http://schemas.openxmlformats.org/officeDocument/2006/relationships/image" Target="../media/image1212.png"/><Relationship Id="rId430" Type="http://schemas.openxmlformats.org/officeDocument/2006/relationships/image" Target="../media/image1315.png"/><Relationship Id="rId18" Type="http://schemas.openxmlformats.org/officeDocument/2006/relationships/customXml" Target="../ink/ink1180.xml"/><Relationship Id="rId265" Type="http://schemas.openxmlformats.org/officeDocument/2006/relationships/image" Target="../media/image1233.png"/><Relationship Id="rId125" Type="http://schemas.openxmlformats.org/officeDocument/2006/relationships/image" Target="../media/image1163.png"/><Relationship Id="rId167" Type="http://schemas.openxmlformats.org/officeDocument/2006/relationships/image" Target="../media/image1184.png"/><Relationship Id="rId332" Type="http://schemas.openxmlformats.org/officeDocument/2006/relationships/image" Target="../media/image1266.png"/><Relationship Id="rId374" Type="http://schemas.openxmlformats.org/officeDocument/2006/relationships/image" Target="../media/image1287.png"/><Relationship Id="rId71" Type="http://schemas.openxmlformats.org/officeDocument/2006/relationships/image" Target="../media/image1138.png"/><Relationship Id="rId234" Type="http://schemas.openxmlformats.org/officeDocument/2006/relationships/customXml" Target="../ink/ink1288.xml"/><Relationship Id="rId2" Type="http://schemas.openxmlformats.org/officeDocument/2006/relationships/customXml" Target="../ink/ink1172.xml"/><Relationship Id="rId29" Type="http://schemas.openxmlformats.org/officeDocument/2006/relationships/image" Target="../media/image1118.png"/><Relationship Id="rId276" Type="http://schemas.openxmlformats.org/officeDocument/2006/relationships/image" Target="../media/image1238.png"/><Relationship Id="rId441" Type="http://schemas.openxmlformats.org/officeDocument/2006/relationships/customXml" Target="../ink/ink1392.xml"/><Relationship Id="rId40" Type="http://schemas.openxmlformats.org/officeDocument/2006/relationships/customXml" Target="../ink/ink1191.xml"/><Relationship Id="rId136" Type="http://schemas.openxmlformats.org/officeDocument/2006/relationships/customXml" Target="../ink/ink1239.xml"/><Relationship Id="rId178" Type="http://schemas.openxmlformats.org/officeDocument/2006/relationships/customXml" Target="../ink/ink1260.xml"/><Relationship Id="rId301" Type="http://schemas.openxmlformats.org/officeDocument/2006/relationships/customXml" Target="../ink/ink1322.xml"/><Relationship Id="rId343" Type="http://schemas.openxmlformats.org/officeDocument/2006/relationships/customXml" Target="../ink/ink1343.xml"/><Relationship Id="rId61" Type="http://schemas.openxmlformats.org/officeDocument/2006/relationships/image" Target="../media/image1134.png"/><Relationship Id="rId82" Type="http://schemas.openxmlformats.org/officeDocument/2006/relationships/customXml" Target="../ink/ink1212.xml"/><Relationship Id="rId199" Type="http://schemas.openxmlformats.org/officeDocument/2006/relationships/image" Target="../media/image1200.png"/><Relationship Id="rId203" Type="http://schemas.openxmlformats.org/officeDocument/2006/relationships/image" Target="../media/image1202.png"/><Relationship Id="rId385" Type="http://schemas.openxmlformats.org/officeDocument/2006/relationships/customXml" Target="../ink/ink1364.xml"/><Relationship Id="rId19" Type="http://schemas.openxmlformats.org/officeDocument/2006/relationships/image" Target="../media/image1113.png"/><Relationship Id="rId224" Type="http://schemas.openxmlformats.org/officeDocument/2006/relationships/customXml" Target="../ink/ink1283.xml"/><Relationship Id="rId245" Type="http://schemas.openxmlformats.org/officeDocument/2006/relationships/image" Target="../media/image1223.png"/><Relationship Id="rId266" Type="http://schemas.openxmlformats.org/officeDocument/2006/relationships/customXml" Target="../ink/ink1304.xml"/><Relationship Id="rId287" Type="http://schemas.openxmlformats.org/officeDocument/2006/relationships/customXml" Target="../ink/ink1315.xml"/><Relationship Id="rId410" Type="http://schemas.openxmlformats.org/officeDocument/2006/relationships/image" Target="../media/image1305.png"/><Relationship Id="rId431" Type="http://schemas.openxmlformats.org/officeDocument/2006/relationships/customXml" Target="../ink/ink1387.xml"/><Relationship Id="rId452" Type="http://schemas.openxmlformats.org/officeDocument/2006/relationships/image" Target="../media/image1325.png"/><Relationship Id="rId30" Type="http://schemas.openxmlformats.org/officeDocument/2006/relationships/customXml" Target="../ink/ink1186.xml"/><Relationship Id="rId105" Type="http://schemas.openxmlformats.org/officeDocument/2006/relationships/image" Target="../media/image1154.png"/><Relationship Id="rId126" Type="http://schemas.openxmlformats.org/officeDocument/2006/relationships/customXml" Target="../ink/ink1234.xml"/><Relationship Id="rId147" Type="http://schemas.openxmlformats.org/officeDocument/2006/relationships/image" Target="../media/image1174.png"/><Relationship Id="rId168" Type="http://schemas.openxmlformats.org/officeDocument/2006/relationships/customXml" Target="../ink/ink1255.xml"/><Relationship Id="rId312" Type="http://schemas.openxmlformats.org/officeDocument/2006/relationships/image" Target="../media/image1256.png"/><Relationship Id="rId333" Type="http://schemas.openxmlformats.org/officeDocument/2006/relationships/customXml" Target="../ink/ink1338.xml"/><Relationship Id="rId354" Type="http://schemas.openxmlformats.org/officeDocument/2006/relationships/image" Target="../media/image1277.png"/><Relationship Id="rId51" Type="http://schemas.openxmlformats.org/officeDocument/2006/relationships/image" Target="../media/image1129.png"/><Relationship Id="rId72" Type="http://schemas.openxmlformats.org/officeDocument/2006/relationships/customXml" Target="../ink/ink1207.xml"/><Relationship Id="rId93" Type="http://schemas.openxmlformats.org/officeDocument/2006/relationships/image" Target="../media/image1148.png"/><Relationship Id="rId189" Type="http://schemas.openxmlformats.org/officeDocument/2006/relationships/image" Target="../media/image1195.png"/><Relationship Id="rId375" Type="http://schemas.openxmlformats.org/officeDocument/2006/relationships/customXml" Target="../ink/ink1359.xml"/><Relationship Id="rId396" Type="http://schemas.openxmlformats.org/officeDocument/2006/relationships/image" Target="../media/image1298.png"/><Relationship Id="rId3" Type="http://schemas.openxmlformats.org/officeDocument/2006/relationships/image" Target="../media/image1105.png"/><Relationship Id="rId214" Type="http://schemas.openxmlformats.org/officeDocument/2006/relationships/customXml" Target="../ink/ink1278.xml"/><Relationship Id="rId235" Type="http://schemas.openxmlformats.org/officeDocument/2006/relationships/image" Target="../media/image1218.png"/><Relationship Id="rId256" Type="http://schemas.openxmlformats.org/officeDocument/2006/relationships/customXml" Target="../ink/ink1299.xml"/><Relationship Id="rId277" Type="http://schemas.openxmlformats.org/officeDocument/2006/relationships/customXml" Target="../ink/ink1310.xml"/><Relationship Id="rId298" Type="http://schemas.openxmlformats.org/officeDocument/2006/relationships/image" Target="../media/image1249.png"/><Relationship Id="rId400" Type="http://schemas.openxmlformats.org/officeDocument/2006/relationships/image" Target="../media/image1300.png"/><Relationship Id="rId421" Type="http://schemas.openxmlformats.org/officeDocument/2006/relationships/customXml" Target="../ink/ink1382.xml"/><Relationship Id="rId442" Type="http://schemas.openxmlformats.org/officeDocument/2006/relationships/image" Target="../media/image591.png"/><Relationship Id="rId463" Type="http://schemas.openxmlformats.org/officeDocument/2006/relationships/customXml" Target="../ink/ink1404.xml"/><Relationship Id="rId116" Type="http://schemas.openxmlformats.org/officeDocument/2006/relationships/customXml" Target="../ink/ink1229.xml"/><Relationship Id="rId137" Type="http://schemas.openxmlformats.org/officeDocument/2006/relationships/image" Target="../media/image1169.png"/><Relationship Id="rId158" Type="http://schemas.openxmlformats.org/officeDocument/2006/relationships/customXml" Target="../ink/ink1250.xml"/><Relationship Id="rId302" Type="http://schemas.openxmlformats.org/officeDocument/2006/relationships/image" Target="../media/image1251.png"/><Relationship Id="rId323" Type="http://schemas.openxmlformats.org/officeDocument/2006/relationships/customXml" Target="../ink/ink1333.xml"/><Relationship Id="rId344" Type="http://schemas.openxmlformats.org/officeDocument/2006/relationships/image" Target="../media/image1272.png"/><Relationship Id="rId20" Type="http://schemas.openxmlformats.org/officeDocument/2006/relationships/customXml" Target="../ink/ink1181.xml"/><Relationship Id="rId41" Type="http://schemas.openxmlformats.org/officeDocument/2006/relationships/image" Target="../media/image1124.png"/><Relationship Id="rId62" Type="http://schemas.openxmlformats.org/officeDocument/2006/relationships/customXml" Target="../ink/ink1202.xml"/><Relationship Id="rId83" Type="http://schemas.openxmlformats.org/officeDocument/2006/relationships/image" Target="../media/image1144.png"/><Relationship Id="rId179" Type="http://schemas.openxmlformats.org/officeDocument/2006/relationships/image" Target="../media/image1190.png"/><Relationship Id="rId365" Type="http://schemas.openxmlformats.org/officeDocument/2006/relationships/customXml" Target="../ink/ink1354.xml"/><Relationship Id="rId386" Type="http://schemas.openxmlformats.org/officeDocument/2006/relationships/image" Target="../media/image1293.png"/><Relationship Id="rId190" Type="http://schemas.openxmlformats.org/officeDocument/2006/relationships/customXml" Target="../ink/ink1266.xml"/><Relationship Id="rId204" Type="http://schemas.openxmlformats.org/officeDocument/2006/relationships/customXml" Target="../ink/ink1273.xml"/><Relationship Id="rId225" Type="http://schemas.openxmlformats.org/officeDocument/2006/relationships/image" Target="../media/image1213.png"/><Relationship Id="rId246" Type="http://schemas.openxmlformats.org/officeDocument/2006/relationships/customXml" Target="../ink/ink1294.xml"/><Relationship Id="rId267" Type="http://schemas.openxmlformats.org/officeDocument/2006/relationships/customXml" Target="../ink/ink1305.xml"/><Relationship Id="rId288" Type="http://schemas.openxmlformats.org/officeDocument/2006/relationships/image" Target="../media/image1244.png"/><Relationship Id="rId411" Type="http://schemas.openxmlformats.org/officeDocument/2006/relationships/customXml" Target="../ink/ink1377.xml"/><Relationship Id="rId432" Type="http://schemas.openxmlformats.org/officeDocument/2006/relationships/image" Target="../media/image1316.png"/><Relationship Id="rId453" Type="http://schemas.openxmlformats.org/officeDocument/2006/relationships/customXml" Target="../ink/ink1398.xml"/><Relationship Id="rId106" Type="http://schemas.openxmlformats.org/officeDocument/2006/relationships/customXml" Target="../ink/ink1224.xml"/><Relationship Id="rId127" Type="http://schemas.openxmlformats.org/officeDocument/2006/relationships/image" Target="../media/image1164.png"/><Relationship Id="rId313" Type="http://schemas.openxmlformats.org/officeDocument/2006/relationships/customXml" Target="../ink/ink1328.xml"/><Relationship Id="rId10" Type="http://schemas.openxmlformats.org/officeDocument/2006/relationships/customXml" Target="../ink/ink1176.xml"/><Relationship Id="rId31" Type="http://schemas.openxmlformats.org/officeDocument/2006/relationships/image" Target="../media/image1119.png"/><Relationship Id="rId52" Type="http://schemas.openxmlformats.org/officeDocument/2006/relationships/customXml" Target="../ink/ink1197.xml"/><Relationship Id="rId73" Type="http://schemas.openxmlformats.org/officeDocument/2006/relationships/image" Target="../media/image1139.png"/><Relationship Id="rId94" Type="http://schemas.openxmlformats.org/officeDocument/2006/relationships/customXml" Target="../ink/ink1218.xml"/><Relationship Id="rId148" Type="http://schemas.openxmlformats.org/officeDocument/2006/relationships/customXml" Target="../ink/ink1245.xml"/><Relationship Id="rId169" Type="http://schemas.openxmlformats.org/officeDocument/2006/relationships/image" Target="../media/image1185.png"/><Relationship Id="rId334" Type="http://schemas.openxmlformats.org/officeDocument/2006/relationships/image" Target="../media/image1267.png"/><Relationship Id="rId355" Type="http://schemas.openxmlformats.org/officeDocument/2006/relationships/customXml" Target="../ink/ink1349.xml"/><Relationship Id="rId376" Type="http://schemas.openxmlformats.org/officeDocument/2006/relationships/image" Target="../media/image1288.png"/><Relationship Id="rId397" Type="http://schemas.openxmlformats.org/officeDocument/2006/relationships/customXml" Target="../ink/ink1370.xml"/><Relationship Id="rId4" Type="http://schemas.openxmlformats.org/officeDocument/2006/relationships/customXml" Target="../ink/ink1173.xml"/><Relationship Id="rId180" Type="http://schemas.openxmlformats.org/officeDocument/2006/relationships/customXml" Target="../ink/ink1261.xml"/><Relationship Id="rId215" Type="http://schemas.openxmlformats.org/officeDocument/2006/relationships/image" Target="../media/image1208.png"/><Relationship Id="rId236" Type="http://schemas.openxmlformats.org/officeDocument/2006/relationships/customXml" Target="../ink/ink1289.xml"/><Relationship Id="rId257" Type="http://schemas.openxmlformats.org/officeDocument/2006/relationships/image" Target="../media/image1229.png"/><Relationship Id="rId278" Type="http://schemas.openxmlformats.org/officeDocument/2006/relationships/image" Target="../media/image1239.png"/><Relationship Id="rId401" Type="http://schemas.openxmlformats.org/officeDocument/2006/relationships/customXml" Target="../ink/ink1372.xml"/><Relationship Id="rId422" Type="http://schemas.openxmlformats.org/officeDocument/2006/relationships/image" Target="../media/image1311.png"/><Relationship Id="rId443" Type="http://schemas.openxmlformats.org/officeDocument/2006/relationships/customXml" Target="../ink/ink1393.xml"/><Relationship Id="rId464" Type="http://schemas.openxmlformats.org/officeDocument/2006/relationships/customXml" Target="../ink/ink1405.xml"/><Relationship Id="rId303" Type="http://schemas.openxmlformats.org/officeDocument/2006/relationships/customXml" Target="../ink/ink1323.xml"/><Relationship Id="rId42" Type="http://schemas.openxmlformats.org/officeDocument/2006/relationships/customXml" Target="../ink/ink1192.xml"/><Relationship Id="rId84" Type="http://schemas.openxmlformats.org/officeDocument/2006/relationships/customXml" Target="../ink/ink1213.xml"/><Relationship Id="rId138" Type="http://schemas.openxmlformats.org/officeDocument/2006/relationships/customXml" Target="../ink/ink1240.xml"/><Relationship Id="rId345" Type="http://schemas.openxmlformats.org/officeDocument/2006/relationships/customXml" Target="../ink/ink1344.xml"/><Relationship Id="rId387" Type="http://schemas.openxmlformats.org/officeDocument/2006/relationships/customXml" Target="../ink/ink1365.xml"/><Relationship Id="rId191" Type="http://schemas.openxmlformats.org/officeDocument/2006/relationships/image" Target="../media/image1196.png"/><Relationship Id="rId205" Type="http://schemas.openxmlformats.org/officeDocument/2006/relationships/image" Target="../media/image1203.png"/><Relationship Id="rId247" Type="http://schemas.openxmlformats.org/officeDocument/2006/relationships/image" Target="../media/image1224.png"/><Relationship Id="rId412" Type="http://schemas.openxmlformats.org/officeDocument/2006/relationships/image" Target="../media/image1306.png"/><Relationship Id="rId107" Type="http://schemas.openxmlformats.org/officeDocument/2006/relationships/image" Target="../media/image753.png"/><Relationship Id="rId289" Type="http://schemas.openxmlformats.org/officeDocument/2006/relationships/customXml" Target="../ink/ink1316.xml"/><Relationship Id="rId454" Type="http://schemas.openxmlformats.org/officeDocument/2006/relationships/image" Target="../media/image1326.png"/><Relationship Id="rId11" Type="http://schemas.openxmlformats.org/officeDocument/2006/relationships/image" Target="../media/image1109.png"/><Relationship Id="rId53" Type="http://schemas.openxmlformats.org/officeDocument/2006/relationships/image" Target="../media/image1130.png"/><Relationship Id="rId149" Type="http://schemas.openxmlformats.org/officeDocument/2006/relationships/image" Target="../media/image1175.png"/><Relationship Id="rId314" Type="http://schemas.openxmlformats.org/officeDocument/2006/relationships/image" Target="../media/image1257.png"/><Relationship Id="rId356" Type="http://schemas.openxmlformats.org/officeDocument/2006/relationships/image" Target="../media/image1278.png"/><Relationship Id="rId398" Type="http://schemas.openxmlformats.org/officeDocument/2006/relationships/image" Target="../media/image1299.png"/><Relationship Id="rId95" Type="http://schemas.openxmlformats.org/officeDocument/2006/relationships/image" Target="../media/image1149.png"/><Relationship Id="rId160" Type="http://schemas.openxmlformats.org/officeDocument/2006/relationships/customXml" Target="../ink/ink1251.xml"/><Relationship Id="rId216" Type="http://schemas.openxmlformats.org/officeDocument/2006/relationships/customXml" Target="../ink/ink1279.xml"/><Relationship Id="rId423" Type="http://schemas.openxmlformats.org/officeDocument/2006/relationships/customXml" Target="../ink/ink1383.xml"/><Relationship Id="rId258" Type="http://schemas.openxmlformats.org/officeDocument/2006/relationships/customXml" Target="../ink/ink1300.xml"/><Relationship Id="rId465" Type="http://schemas.openxmlformats.org/officeDocument/2006/relationships/image" Target="../media/image1329.png"/><Relationship Id="rId22" Type="http://schemas.openxmlformats.org/officeDocument/2006/relationships/customXml" Target="../ink/ink1182.xml"/><Relationship Id="rId64" Type="http://schemas.openxmlformats.org/officeDocument/2006/relationships/customXml" Target="../ink/ink1203.xml"/><Relationship Id="rId118" Type="http://schemas.openxmlformats.org/officeDocument/2006/relationships/customXml" Target="../ink/ink1230.xml"/><Relationship Id="rId325" Type="http://schemas.openxmlformats.org/officeDocument/2006/relationships/customXml" Target="../ink/ink1334.xml"/><Relationship Id="rId367" Type="http://schemas.openxmlformats.org/officeDocument/2006/relationships/customXml" Target="../ink/ink1355.xml"/><Relationship Id="rId171" Type="http://schemas.openxmlformats.org/officeDocument/2006/relationships/image" Target="../media/image1186.png"/><Relationship Id="rId227" Type="http://schemas.openxmlformats.org/officeDocument/2006/relationships/image" Target="../media/image1214.png"/><Relationship Id="rId269" Type="http://schemas.openxmlformats.org/officeDocument/2006/relationships/customXml" Target="../ink/ink1306.xml"/><Relationship Id="rId434" Type="http://schemas.openxmlformats.org/officeDocument/2006/relationships/image" Target="../media/image1317.png"/><Relationship Id="rId33" Type="http://schemas.openxmlformats.org/officeDocument/2006/relationships/image" Target="../media/image1120.png"/><Relationship Id="rId129" Type="http://schemas.openxmlformats.org/officeDocument/2006/relationships/image" Target="../media/image1165.png"/><Relationship Id="rId280" Type="http://schemas.openxmlformats.org/officeDocument/2006/relationships/image" Target="../media/image1240.png"/><Relationship Id="rId336" Type="http://schemas.openxmlformats.org/officeDocument/2006/relationships/image" Target="../media/image1268.png"/><Relationship Id="rId75" Type="http://schemas.openxmlformats.org/officeDocument/2006/relationships/image" Target="../media/image1140.png"/><Relationship Id="rId140" Type="http://schemas.openxmlformats.org/officeDocument/2006/relationships/customXml" Target="../ink/ink1241.xml"/><Relationship Id="rId182" Type="http://schemas.openxmlformats.org/officeDocument/2006/relationships/customXml" Target="../ink/ink1262.xml"/><Relationship Id="rId378" Type="http://schemas.openxmlformats.org/officeDocument/2006/relationships/image" Target="../media/image1289.png"/><Relationship Id="rId403" Type="http://schemas.openxmlformats.org/officeDocument/2006/relationships/customXml" Target="../ink/ink1373.xml"/><Relationship Id="rId6" Type="http://schemas.openxmlformats.org/officeDocument/2006/relationships/customXml" Target="../ink/ink1174.xml"/><Relationship Id="rId238" Type="http://schemas.openxmlformats.org/officeDocument/2006/relationships/customXml" Target="../ink/ink1290.xml"/><Relationship Id="rId445" Type="http://schemas.openxmlformats.org/officeDocument/2006/relationships/customXml" Target="../ink/ink1394.xml"/><Relationship Id="rId291" Type="http://schemas.openxmlformats.org/officeDocument/2006/relationships/customXml" Target="../ink/ink1317.xml"/><Relationship Id="rId305" Type="http://schemas.openxmlformats.org/officeDocument/2006/relationships/customXml" Target="../ink/ink1324.xml"/><Relationship Id="rId347" Type="http://schemas.openxmlformats.org/officeDocument/2006/relationships/customXml" Target="../ink/ink1345.xml"/><Relationship Id="rId44" Type="http://schemas.openxmlformats.org/officeDocument/2006/relationships/customXml" Target="../ink/ink1193.xml"/><Relationship Id="rId86" Type="http://schemas.openxmlformats.org/officeDocument/2006/relationships/customXml" Target="../ink/ink1214.xml"/><Relationship Id="rId151" Type="http://schemas.openxmlformats.org/officeDocument/2006/relationships/image" Target="../media/image1176.png"/><Relationship Id="rId389" Type="http://schemas.openxmlformats.org/officeDocument/2006/relationships/customXml" Target="../ink/ink1366.xml"/><Relationship Id="rId193" Type="http://schemas.openxmlformats.org/officeDocument/2006/relationships/image" Target="../media/image1197.png"/><Relationship Id="rId207" Type="http://schemas.openxmlformats.org/officeDocument/2006/relationships/image" Target="../media/image1204.png"/><Relationship Id="rId249" Type="http://schemas.openxmlformats.org/officeDocument/2006/relationships/image" Target="../media/image1225.png"/><Relationship Id="rId414" Type="http://schemas.openxmlformats.org/officeDocument/2006/relationships/image" Target="../media/image1307.png"/><Relationship Id="rId456" Type="http://schemas.openxmlformats.org/officeDocument/2006/relationships/image" Target="../media/image1327.png"/><Relationship Id="rId13" Type="http://schemas.openxmlformats.org/officeDocument/2006/relationships/image" Target="../media/image1110.png"/><Relationship Id="rId109" Type="http://schemas.openxmlformats.org/officeDocument/2006/relationships/image" Target="../media/image1155.png"/><Relationship Id="rId260" Type="http://schemas.openxmlformats.org/officeDocument/2006/relationships/customXml" Target="../ink/ink1301.xml"/><Relationship Id="rId316" Type="http://schemas.openxmlformats.org/officeDocument/2006/relationships/image" Target="../media/image1258.png"/><Relationship Id="rId55" Type="http://schemas.openxmlformats.org/officeDocument/2006/relationships/image" Target="../media/image1131.png"/><Relationship Id="rId97" Type="http://schemas.openxmlformats.org/officeDocument/2006/relationships/image" Target="../media/image1150.png"/><Relationship Id="rId120" Type="http://schemas.openxmlformats.org/officeDocument/2006/relationships/customXml" Target="../ink/ink1231.xml"/><Relationship Id="rId358" Type="http://schemas.openxmlformats.org/officeDocument/2006/relationships/image" Target="../media/image1279.png"/><Relationship Id="rId162" Type="http://schemas.openxmlformats.org/officeDocument/2006/relationships/customXml" Target="../ink/ink1252.xml"/><Relationship Id="rId218" Type="http://schemas.openxmlformats.org/officeDocument/2006/relationships/customXml" Target="../ink/ink1280.xml"/><Relationship Id="rId425" Type="http://schemas.openxmlformats.org/officeDocument/2006/relationships/customXml" Target="../ink/ink1384.xml"/><Relationship Id="rId271" Type="http://schemas.openxmlformats.org/officeDocument/2006/relationships/customXml" Target="../ink/ink1307.xml"/><Relationship Id="rId24" Type="http://schemas.openxmlformats.org/officeDocument/2006/relationships/customXml" Target="../ink/ink1183.xml"/><Relationship Id="rId66" Type="http://schemas.openxmlformats.org/officeDocument/2006/relationships/customXml" Target="../ink/ink1204.xml"/><Relationship Id="rId131" Type="http://schemas.openxmlformats.org/officeDocument/2006/relationships/image" Target="../media/image1166.png"/><Relationship Id="rId327" Type="http://schemas.openxmlformats.org/officeDocument/2006/relationships/customXml" Target="../ink/ink1335.xml"/><Relationship Id="rId369" Type="http://schemas.openxmlformats.org/officeDocument/2006/relationships/customXml" Target="../ink/ink1356.xml"/><Relationship Id="rId173" Type="http://schemas.openxmlformats.org/officeDocument/2006/relationships/image" Target="../media/image1187.png"/><Relationship Id="rId229" Type="http://schemas.openxmlformats.org/officeDocument/2006/relationships/image" Target="../media/image1215.png"/><Relationship Id="rId380" Type="http://schemas.openxmlformats.org/officeDocument/2006/relationships/image" Target="../media/image1290.png"/><Relationship Id="rId436" Type="http://schemas.openxmlformats.org/officeDocument/2006/relationships/image" Target="../media/image1318.png"/><Relationship Id="rId240" Type="http://schemas.openxmlformats.org/officeDocument/2006/relationships/customXml" Target="../ink/ink1291.xml"/><Relationship Id="rId35" Type="http://schemas.openxmlformats.org/officeDocument/2006/relationships/image" Target="../media/image1121.png"/><Relationship Id="rId77" Type="http://schemas.openxmlformats.org/officeDocument/2006/relationships/image" Target="../media/image1141.png"/><Relationship Id="rId100" Type="http://schemas.openxmlformats.org/officeDocument/2006/relationships/customXml" Target="../ink/ink1221.xml"/><Relationship Id="rId282" Type="http://schemas.openxmlformats.org/officeDocument/2006/relationships/image" Target="../media/image1241.png"/><Relationship Id="rId338" Type="http://schemas.openxmlformats.org/officeDocument/2006/relationships/image" Target="../media/image1269.png"/><Relationship Id="rId8" Type="http://schemas.openxmlformats.org/officeDocument/2006/relationships/customXml" Target="../ink/ink1175.xml"/><Relationship Id="rId142" Type="http://schemas.openxmlformats.org/officeDocument/2006/relationships/customXml" Target="../ink/ink1242.xml"/><Relationship Id="rId184" Type="http://schemas.openxmlformats.org/officeDocument/2006/relationships/customXml" Target="../ink/ink1263.xml"/><Relationship Id="rId391" Type="http://schemas.openxmlformats.org/officeDocument/2006/relationships/customXml" Target="../ink/ink1367.xml"/><Relationship Id="rId405" Type="http://schemas.openxmlformats.org/officeDocument/2006/relationships/customXml" Target="../ink/ink1374.xml"/><Relationship Id="rId447" Type="http://schemas.openxmlformats.org/officeDocument/2006/relationships/customXml" Target="../ink/ink1395.xml"/><Relationship Id="rId251" Type="http://schemas.openxmlformats.org/officeDocument/2006/relationships/image" Target="../media/image1226.png"/><Relationship Id="rId46" Type="http://schemas.openxmlformats.org/officeDocument/2006/relationships/customXml" Target="../ink/ink1194.xml"/><Relationship Id="rId293" Type="http://schemas.openxmlformats.org/officeDocument/2006/relationships/customXml" Target="../ink/ink1318.xml"/><Relationship Id="rId307" Type="http://schemas.openxmlformats.org/officeDocument/2006/relationships/customXml" Target="../ink/ink1325.xml"/><Relationship Id="rId349" Type="http://schemas.openxmlformats.org/officeDocument/2006/relationships/customXml" Target="../ink/ink1346.xml"/><Relationship Id="rId88" Type="http://schemas.openxmlformats.org/officeDocument/2006/relationships/customXml" Target="../ink/ink1215.xml"/><Relationship Id="rId111" Type="http://schemas.openxmlformats.org/officeDocument/2006/relationships/image" Target="../media/image1156.png"/><Relationship Id="rId153" Type="http://schemas.openxmlformats.org/officeDocument/2006/relationships/image" Target="../media/image1177.png"/><Relationship Id="rId195" Type="http://schemas.openxmlformats.org/officeDocument/2006/relationships/image" Target="../media/image1198.png"/><Relationship Id="rId209" Type="http://schemas.openxmlformats.org/officeDocument/2006/relationships/image" Target="../media/image1205.png"/><Relationship Id="rId360" Type="http://schemas.openxmlformats.org/officeDocument/2006/relationships/image" Target="../media/image1280.png"/><Relationship Id="rId416" Type="http://schemas.openxmlformats.org/officeDocument/2006/relationships/image" Target="../media/image1308.png"/><Relationship Id="rId220" Type="http://schemas.openxmlformats.org/officeDocument/2006/relationships/customXml" Target="../ink/ink1281.xml"/><Relationship Id="rId458" Type="http://schemas.openxmlformats.org/officeDocument/2006/relationships/image" Target="../media/image1328.png"/><Relationship Id="rId15" Type="http://schemas.openxmlformats.org/officeDocument/2006/relationships/image" Target="../media/image1111.png"/><Relationship Id="rId57" Type="http://schemas.openxmlformats.org/officeDocument/2006/relationships/image" Target="../media/image1132.png"/><Relationship Id="rId262" Type="http://schemas.openxmlformats.org/officeDocument/2006/relationships/customXml" Target="../ink/ink1302.xml"/><Relationship Id="rId318" Type="http://schemas.openxmlformats.org/officeDocument/2006/relationships/image" Target="../media/image1259.png"/><Relationship Id="rId99" Type="http://schemas.openxmlformats.org/officeDocument/2006/relationships/image" Target="../media/image1151.png"/><Relationship Id="rId122" Type="http://schemas.openxmlformats.org/officeDocument/2006/relationships/customXml" Target="../ink/ink1232.xml"/><Relationship Id="rId164" Type="http://schemas.openxmlformats.org/officeDocument/2006/relationships/customXml" Target="../ink/ink1253.xml"/><Relationship Id="rId371" Type="http://schemas.openxmlformats.org/officeDocument/2006/relationships/customXml" Target="../ink/ink1357.xml"/><Relationship Id="rId427" Type="http://schemas.openxmlformats.org/officeDocument/2006/relationships/customXml" Target="../ink/ink1385.xml"/><Relationship Id="rId26" Type="http://schemas.openxmlformats.org/officeDocument/2006/relationships/customXml" Target="../ink/ink1184.xml"/><Relationship Id="rId231" Type="http://schemas.openxmlformats.org/officeDocument/2006/relationships/image" Target="../media/image1216.png"/><Relationship Id="rId273" Type="http://schemas.openxmlformats.org/officeDocument/2006/relationships/customXml" Target="../ink/ink1308.xml"/><Relationship Id="rId329" Type="http://schemas.openxmlformats.org/officeDocument/2006/relationships/customXml" Target="../ink/ink1336.xml"/><Relationship Id="rId68" Type="http://schemas.openxmlformats.org/officeDocument/2006/relationships/customXml" Target="../ink/ink1205.xml"/><Relationship Id="rId133" Type="http://schemas.openxmlformats.org/officeDocument/2006/relationships/image" Target="../media/image1167.png"/><Relationship Id="rId175" Type="http://schemas.openxmlformats.org/officeDocument/2006/relationships/image" Target="../media/image1188.png"/><Relationship Id="rId340" Type="http://schemas.openxmlformats.org/officeDocument/2006/relationships/image" Target="../media/image1270.png"/><Relationship Id="rId200" Type="http://schemas.openxmlformats.org/officeDocument/2006/relationships/customXml" Target="../ink/ink1271.xml"/><Relationship Id="rId382" Type="http://schemas.openxmlformats.org/officeDocument/2006/relationships/image" Target="../media/image1291.png"/><Relationship Id="rId438" Type="http://schemas.openxmlformats.org/officeDocument/2006/relationships/image" Target="../media/image1319.png"/><Relationship Id="rId242" Type="http://schemas.openxmlformats.org/officeDocument/2006/relationships/customXml" Target="../ink/ink1292.xml"/><Relationship Id="rId284" Type="http://schemas.openxmlformats.org/officeDocument/2006/relationships/image" Target="../media/image1242.png"/><Relationship Id="rId37" Type="http://schemas.openxmlformats.org/officeDocument/2006/relationships/image" Target="../media/image1122.png"/><Relationship Id="rId79" Type="http://schemas.openxmlformats.org/officeDocument/2006/relationships/image" Target="../media/image1142.png"/><Relationship Id="rId102" Type="http://schemas.openxmlformats.org/officeDocument/2006/relationships/customXml" Target="../ink/ink1222.xml"/><Relationship Id="rId144" Type="http://schemas.openxmlformats.org/officeDocument/2006/relationships/customXml" Target="../ink/ink1243.xml"/><Relationship Id="rId90" Type="http://schemas.openxmlformats.org/officeDocument/2006/relationships/customXml" Target="../ink/ink1216.xml"/><Relationship Id="rId186" Type="http://schemas.openxmlformats.org/officeDocument/2006/relationships/customXml" Target="../ink/ink1264.xml"/><Relationship Id="rId351" Type="http://schemas.openxmlformats.org/officeDocument/2006/relationships/customXml" Target="../ink/ink1347.xml"/><Relationship Id="rId393" Type="http://schemas.openxmlformats.org/officeDocument/2006/relationships/customXml" Target="../ink/ink1368.xml"/><Relationship Id="rId407" Type="http://schemas.openxmlformats.org/officeDocument/2006/relationships/customXml" Target="../ink/ink1375.xml"/><Relationship Id="rId449" Type="http://schemas.openxmlformats.org/officeDocument/2006/relationships/customXml" Target="../ink/ink1396.xml"/><Relationship Id="rId211" Type="http://schemas.openxmlformats.org/officeDocument/2006/relationships/image" Target="../media/image1206.png"/><Relationship Id="rId253" Type="http://schemas.openxmlformats.org/officeDocument/2006/relationships/image" Target="../media/image1227.png"/><Relationship Id="rId295" Type="http://schemas.openxmlformats.org/officeDocument/2006/relationships/customXml" Target="../ink/ink1319.xml"/><Relationship Id="rId309" Type="http://schemas.openxmlformats.org/officeDocument/2006/relationships/customXml" Target="../ink/ink1326.xml"/><Relationship Id="rId460" Type="http://schemas.openxmlformats.org/officeDocument/2006/relationships/customXml" Target="../ink/ink1402.xml"/><Relationship Id="rId48" Type="http://schemas.openxmlformats.org/officeDocument/2006/relationships/customXml" Target="../ink/ink1195.xml"/><Relationship Id="rId113" Type="http://schemas.openxmlformats.org/officeDocument/2006/relationships/image" Target="../media/image1157.png"/><Relationship Id="rId320" Type="http://schemas.openxmlformats.org/officeDocument/2006/relationships/image" Target="../media/image1260.png"/><Relationship Id="rId155" Type="http://schemas.openxmlformats.org/officeDocument/2006/relationships/image" Target="../media/image1178.png"/><Relationship Id="rId197" Type="http://schemas.openxmlformats.org/officeDocument/2006/relationships/image" Target="../media/image1199.png"/><Relationship Id="rId362" Type="http://schemas.openxmlformats.org/officeDocument/2006/relationships/image" Target="../media/image1281.png"/><Relationship Id="rId418" Type="http://schemas.openxmlformats.org/officeDocument/2006/relationships/image" Target="../media/image1309.png"/><Relationship Id="rId222" Type="http://schemas.openxmlformats.org/officeDocument/2006/relationships/customXml" Target="../ink/ink1282.xml"/><Relationship Id="rId264" Type="http://schemas.openxmlformats.org/officeDocument/2006/relationships/customXml" Target="../ink/ink1303.xml"/><Relationship Id="rId17" Type="http://schemas.openxmlformats.org/officeDocument/2006/relationships/image" Target="../media/image1112.png"/><Relationship Id="rId59" Type="http://schemas.openxmlformats.org/officeDocument/2006/relationships/image" Target="../media/image1133.png"/><Relationship Id="rId124" Type="http://schemas.openxmlformats.org/officeDocument/2006/relationships/customXml" Target="../ink/ink1233.xml"/><Relationship Id="rId70" Type="http://schemas.openxmlformats.org/officeDocument/2006/relationships/customXml" Target="../ink/ink1206.xml"/><Relationship Id="rId166" Type="http://schemas.openxmlformats.org/officeDocument/2006/relationships/customXml" Target="../ink/ink1254.xml"/><Relationship Id="rId331" Type="http://schemas.openxmlformats.org/officeDocument/2006/relationships/customXml" Target="../ink/ink1337.xml"/><Relationship Id="rId373" Type="http://schemas.openxmlformats.org/officeDocument/2006/relationships/customXml" Target="../ink/ink1358.xml"/><Relationship Id="rId429" Type="http://schemas.openxmlformats.org/officeDocument/2006/relationships/customXml" Target="../ink/ink1386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217.png"/><Relationship Id="rId440" Type="http://schemas.openxmlformats.org/officeDocument/2006/relationships/image" Target="../media/image1320.png"/><Relationship Id="rId28" Type="http://schemas.openxmlformats.org/officeDocument/2006/relationships/customXml" Target="../ink/ink1185.xml"/><Relationship Id="rId275" Type="http://schemas.openxmlformats.org/officeDocument/2006/relationships/customXml" Target="../ink/ink1309.xml"/><Relationship Id="rId300" Type="http://schemas.openxmlformats.org/officeDocument/2006/relationships/image" Target="../media/image1250.png"/><Relationship Id="rId81" Type="http://schemas.openxmlformats.org/officeDocument/2006/relationships/image" Target="../media/image1143.png"/><Relationship Id="rId135" Type="http://schemas.openxmlformats.org/officeDocument/2006/relationships/image" Target="../media/image1168.png"/><Relationship Id="rId177" Type="http://schemas.openxmlformats.org/officeDocument/2006/relationships/image" Target="../media/image1189.png"/><Relationship Id="rId342" Type="http://schemas.openxmlformats.org/officeDocument/2006/relationships/image" Target="../media/image1271.png"/><Relationship Id="rId384" Type="http://schemas.openxmlformats.org/officeDocument/2006/relationships/image" Target="../media/image1292.png"/><Relationship Id="rId202" Type="http://schemas.openxmlformats.org/officeDocument/2006/relationships/customXml" Target="../ink/ink1272.xml"/><Relationship Id="rId244" Type="http://schemas.openxmlformats.org/officeDocument/2006/relationships/customXml" Target="../ink/ink1293.xml"/><Relationship Id="rId39" Type="http://schemas.openxmlformats.org/officeDocument/2006/relationships/image" Target="../media/image1123.png"/><Relationship Id="rId286" Type="http://schemas.openxmlformats.org/officeDocument/2006/relationships/image" Target="../media/image1243.png"/><Relationship Id="rId451" Type="http://schemas.openxmlformats.org/officeDocument/2006/relationships/customXml" Target="../ink/ink1397.xml"/><Relationship Id="rId50" Type="http://schemas.openxmlformats.org/officeDocument/2006/relationships/customXml" Target="../ink/ink1196.xml"/><Relationship Id="rId104" Type="http://schemas.openxmlformats.org/officeDocument/2006/relationships/customXml" Target="../ink/ink1223.xml"/><Relationship Id="rId146" Type="http://schemas.openxmlformats.org/officeDocument/2006/relationships/customXml" Target="../ink/ink1244.xml"/><Relationship Id="rId188" Type="http://schemas.openxmlformats.org/officeDocument/2006/relationships/customXml" Target="../ink/ink1265.xml"/><Relationship Id="rId311" Type="http://schemas.openxmlformats.org/officeDocument/2006/relationships/customXml" Target="../ink/ink1327.xml"/><Relationship Id="rId353" Type="http://schemas.openxmlformats.org/officeDocument/2006/relationships/customXml" Target="../ink/ink1348.xml"/><Relationship Id="rId395" Type="http://schemas.openxmlformats.org/officeDocument/2006/relationships/customXml" Target="../ink/ink1369.xml"/><Relationship Id="rId409" Type="http://schemas.openxmlformats.org/officeDocument/2006/relationships/customXml" Target="../ink/ink1376.xml"/><Relationship Id="rId92" Type="http://schemas.openxmlformats.org/officeDocument/2006/relationships/customXml" Target="../ink/ink1217.xml"/><Relationship Id="rId213" Type="http://schemas.openxmlformats.org/officeDocument/2006/relationships/image" Target="../media/image1207.png"/><Relationship Id="rId420" Type="http://schemas.openxmlformats.org/officeDocument/2006/relationships/image" Target="../media/image1310.png"/><Relationship Id="rId255" Type="http://schemas.openxmlformats.org/officeDocument/2006/relationships/image" Target="../media/image1228.png"/><Relationship Id="rId297" Type="http://schemas.openxmlformats.org/officeDocument/2006/relationships/customXml" Target="../ink/ink1320.xml"/><Relationship Id="rId462" Type="http://schemas.openxmlformats.org/officeDocument/2006/relationships/customXml" Target="../ink/ink1403.xml"/><Relationship Id="rId115" Type="http://schemas.openxmlformats.org/officeDocument/2006/relationships/image" Target="../media/image1158.png"/><Relationship Id="rId157" Type="http://schemas.openxmlformats.org/officeDocument/2006/relationships/image" Target="../media/image1179.png"/><Relationship Id="rId322" Type="http://schemas.openxmlformats.org/officeDocument/2006/relationships/image" Target="../media/image1261.png"/><Relationship Id="rId364" Type="http://schemas.openxmlformats.org/officeDocument/2006/relationships/image" Target="../media/image1282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84.png"/><Relationship Id="rId21" Type="http://schemas.openxmlformats.org/officeDocument/2006/relationships/image" Target="../media/image1336.png"/><Relationship Id="rId42" Type="http://schemas.openxmlformats.org/officeDocument/2006/relationships/customXml" Target="../ink/ink1426.xml"/><Relationship Id="rId63" Type="http://schemas.openxmlformats.org/officeDocument/2006/relationships/image" Target="../media/image1357.png"/><Relationship Id="rId84" Type="http://schemas.openxmlformats.org/officeDocument/2006/relationships/customXml" Target="../ink/ink1447.xml"/><Relationship Id="rId138" Type="http://schemas.openxmlformats.org/officeDocument/2006/relationships/customXml" Target="../ink/ink1474.xml"/><Relationship Id="rId159" Type="http://schemas.openxmlformats.org/officeDocument/2006/relationships/image" Target="../media/image1405.png"/><Relationship Id="rId170" Type="http://schemas.openxmlformats.org/officeDocument/2006/relationships/customXml" Target="../ink/ink1490.xml"/><Relationship Id="rId191" Type="http://schemas.openxmlformats.org/officeDocument/2006/relationships/image" Target="../media/image1421.png"/><Relationship Id="rId205" Type="http://schemas.openxmlformats.org/officeDocument/2006/relationships/image" Target="../media/image1428.png"/><Relationship Id="rId107" Type="http://schemas.openxmlformats.org/officeDocument/2006/relationships/image" Target="../media/image1379.png"/><Relationship Id="rId11" Type="http://schemas.openxmlformats.org/officeDocument/2006/relationships/image" Target="../media/image1334.png"/><Relationship Id="rId32" Type="http://schemas.openxmlformats.org/officeDocument/2006/relationships/customXml" Target="../ink/ink1421.xml"/><Relationship Id="rId53" Type="http://schemas.openxmlformats.org/officeDocument/2006/relationships/image" Target="../media/image1352.png"/><Relationship Id="rId74" Type="http://schemas.openxmlformats.org/officeDocument/2006/relationships/customXml" Target="../ink/ink1442.xml"/><Relationship Id="rId128" Type="http://schemas.openxmlformats.org/officeDocument/2006/relationships/customXml" Target="../ink/ink1469.xml"/><Relationship Id="rId149" Type="http://schemas.openxmlformats.org/officeDocument/2006/relationships/image" Target="../media/image1400.png"/><Relationship Id="rId5" Type="http://schemas.openxmlformats.org/officeDocument/2006/relationships/image" Target="../media/image1331.png"/><Relationship Id="rId95" Type="http://schemas.openxmlformats.org/officeDocument/2006/relationships/image" Target="../media/image1373.png"/><Relationship Id="rId160" Type="http://schemas.openxmlformats.org/officeDocument/2006/relationships/customXml" Target="../ink/ink1485.xml"/><Relationship Id="rId181" Type="http://schemas.openxmlformats.org/officeDocument/2006/relationships/image" Target="../media/image1416.png"/><Relationship Id="rId22" Type="http://schemas.openxmlformats.org/officeDocument/2006/relationships/customXml" Target="../ink/ink1416.xml"/><Relationship Id="rId43" Type="http://schemas.openxmlformats.org/officeDocument/2006/relationships/image" Target="../media/image1347.png"/><Relationship Id="rId64" Type="http://schemas.openxmlformats.org/officeDocument/2006/relationships/customXml" Target="../ink/ink1437.xml"/><Relationship Id="rId118" Type="http://schemas.openxmlformats.org/officeDocument/2006/relationships/customXml" Target="../ink/ink1464.xml"/><Relationship Id="rId139" Type="http://schemas.openxmlformats.org/officeDocument/2006/relationships/image" Target="../media/image1395.png"/><Relationship Id="rId85" Type="http://schemas.openxmlformats.org/officeDocument/2006/relationships/image" Target="../media/image1368.png"/><Relationship Id="rId150" Type="http://schemas.openxmlformats.org/officeDocument/2006/relationships/customXml" Target="../ink/ink1480.xml"/><Relationship Id="rId171" Type="http://schemas.openxmlformats.org/officeDocument/2006/relationships/image" Target="../media/image1411.png"/><Relationship Id="rId192" Type="http://schemas.openxmlformats.org/officeDocument/2006/relationships/customXml" Target="../ink/ink1501.xml"/><Relationship Id="rId206" Type="http://schemas.openxmlformats.org/officeDocument/2006/relationships/customXml" Target="../ink/ink1508.xml"/><Relationship Id="rId12" Type="http://schemas.openxmlformats.org/officeDocument/2006/relationships/customXml" Target="../ink/ink1411.xml"/><Relationship Id="rId33" Type="http://schemas.openxmlformats.org/officeDocument/2006/relationships/image" Target="../media/image1342.png"/><Relationship Id="rId108" Type="http://schemas.openxmlformats.org/officeDocument/2006/relationships/customXml" Target="../ink/ink1459.xml"/><Relationship Id="rId129" Type="http://schemas.openxmlformats.org/officeDocument/2006/relationships/image" Target="../media/image1390.png"/><Relationship Id="rId54" Type="http://schemas.openxmlformats.org/officeDocument/2006/relationships/customXml" Target="../ink/ink1432.xml"/><Relationship Id="rId75" Type="http://schemas.openxmlformats.org/officeDocument/2006/relationships/image" Target="../media/image1363.png"/><Relationship Id="rId96" Type="http://schemas.openxmlformats.org/officeDocument/2006/relationships/customXml" Target="../ink/ink1453.xml"/><Relationship Id="rId140" Type="http://schemas.openxmlformats.org/officeDocument/2006/relationships/customXml" Target="../ink/ink1475.xml"/><Relationship Id="rId161" Type="http://schemas.openxmlformats.org/officeDocument/2006/relationships/image" Target="../media/image1406.png"/><Relationship Id="rId182" Type="http://schemas.openxmlformats.org/officeDocument/2006/relationships/customXml" Target="../ink/ink1496.xml"/><Relationship Id="rId6" Type="http://schemas.openxmlformats.org/officeDocument/2006/relationships/customXml" Target="../ink/ink1408.xml"/><Relationship Id="rId23" Type="http://schemas.openxmlformats.org/officeDocument/2006/relationships/image" Target="../media/image1337.png"/><Relationship Id="rId119" Type="http://schemas.openxmlformats.org/officeDocument/2006/relationships/image" Target="../media/image1385.png"/><Relationship Id="rId44" Type="http://schemas.openxmlformats.org/officeDocument/2006/relationships/customXml" Target="../ink/ink1427.xml"/><Relationship Id="rId65" Type="http://schemas.openxmlformats.org/officeDocument/2006/relationships/image" Target="../media/image1358.png"/><Relationship Id="rId86" Type="http://schemas.openxmlformats.org/officeDocument/2006/relationships/customXml" Target="../ink/ink1448.xml"/><Relationship Id="rId130" Type="http://schemas.openxmlformats.org/officeDocument/2006/relationships/customXml" Target="../ink/ink1470.xml"/><Relationship Id="rId151" Type="http://schemas.openxmlformats.org/officeDocument/2006/relationships/image" Target="../media/image1401.png"/><Relationship Id="rId172" Type="http://schemas.openxmlformats.org/officeDocument/2006/relationships/customXml" Target="../ink/ink1491.xml"/><Relationship Id="rId193" Type="http://schemas.openxmlformats.org/officeDocument/2006/relationships/image" Target="../media/image1422.png"/><Relationship Id="rId207" Type="http://schemas.openxmlformats.org/officeDocument/2006/relationships/image" Target="../media/image1429.png"/><Relationship Id="rId13" Type="http://schemas.openxmlformats.org/officeDocument/2006/relationships/image" Target="../media/image817.png"/><Relationship Id="rId109" Type="http://schemas.openxmlformats.org/officeDocument/2006/relationships/image" Target="../media/image1380.png"/><Relationship Id="rId34" Type="http://schemas.openxmlformats.org/officeDocument/2006/relationships/customXml" Target="../ink/ink1422.xml"/><Relationship Id="rId55" Type="http://schemas.openxmlformats.org/officeDocument/2006/relationships/image" Target="../media/image1353.png"/><Relationship Id="rId76" Type="http://schemas.openxmlformats.org/officeDocument/2006/relationships/customXml" Target="../ink/ink1443.xml"/><Relationship Id="rId97" Type="http://schemas.openxmlformats.org/officeDocument/2006/relationships/image" Target="../media/image1374.png"/><Relationship Id="rId120" Type="http://schemas.openxmlformats.org/officeDocument/2006/relationships/customXml" Target="../ink/ink1465.xml"/><Relationship Id="rId141" Type="http://schemas.openxmlformats.org/officeDocument/2006/relationships/image" Target="../media/image1396.png"/><Relationship Id="rId7" Type="http://schemas.openxmlformats.org/officeDocument/2006/relationships/image" Target="../media/image1332.png"/><Relationship Id="rId162" Type="http://schemas.openxmlformats.org/officeDocument/2006/relationships/customXml" Target="../ink/ink1486.xml"/><Relationship Id="rId183" Type="http://schemas.openxmlformats.org/officeDocument/2006/relationships/image" Target="../media/image1417.png"/><Relationship Id="rId24" Type="http://schemas.openxmlformats.org/officeDocument/2006/relationships/customXml" Target="../ink/ink1417.xml"/><Relationship Id="rId40" Type="http://schemas.openxmlformats.org/officeDocument/2006/relationships/customXml" Target="../ink/ink1425.xml"/><Relationship Id="rId45" Type="http://schemas.openxmlformats.org/officeDocument/2006/relationships/image" Target="../media/image1348.png"/><Relationship Id="rId66" Type="http://schemas.openxmlformats.org/officeDocument/2006/relationships/customXml" Target="../ink/ink1438.xml"/><Relationship Id="rId87" Type="http://schemas.openxmlformats.org/officeDocument/2006/relationships/image" Target="../media/image1369.png"/><Relationship Id="rId110" Type="http://schemas.openxmlformats.org/officeDocument/2006/relationships/customXml" Target="../ink/ink1460.xml"/><Relationship Id="rId115" Type="http://schemas.openxmlformats.org/officeDocument/2006/relationships/image" Target="../media/image1383.png"/><Relationship Id="rId131" Type="http://schemas.openxmlformats.org/officeDocument/2006/relationships/image" Target="../media/image1391.png"/><Relationship Id="rId136" Type="http://schemas.openxmlformats.org/officeDocument/2006/relationships/customXml" Target="../ink/ink1473.xml"/><Relationship Id="rId157" Type="http://schemas.openxmlformats.org/officeDocument/2006/relationships/image" Target="../media/image1404.png"/><Relationship Id="rId178" Type="http://schemas.openxmlformats.org/officeDocument/2006/relationships/customXml" Target="../ink/ink1494.xml"/><Relationship Id="rId61" Type="http://schemas.openxmlformats.org/officeDocument/2006/relationships/image" Target="../media/image1356.png"/><Relationship Id="rId82" Type="http://schemas.openxmlformats.org/officeDocument/2006/relationships/customXml" Target="../ink/ink1446.xml"/><Relationship Id="rId152" Type="http://schemas.openxmlformats.org/officeDocument/2006/relationships/customXml" Target="../ink/ink1481.xml"/><Relationship Id="rId173" Type="http://schemas.openxmlformats.org/officeDocument/2006/relationships/image" Target="../media/image1412.png"/><Relationship Id="rId194" Type="http://schemas.openxmlformats.org/officeDocument/2006/relationships/customXml" Target="../ink/ink1502.xml"/><Relationship Id="rId199" Type="http://schemas.openxmlformats.org/officeDocument/2006/relationships/image" Target="../media/image1425.png"/><Relationship Id="rId203" Type="http://schemas.openxmlformats.org/officeDocument/2006/relationships/image" Target="../media/image1427.png"/><Relationship Id="rId19" Type="http://schemas.openxmlformats.org/officeDocument/2006/relationships/image" Target="../media/image1335.png"/><Relationship Id="rId14" Type="http://schemas.openxmlformats.org/officeDocument/2006/relationships/customXml" Target="../ink/ink1412.xml"/><Relationship Id="rId30" Type="http://schemas.openxmlformats.org/officeDocument/2006/relationships/customXml" Target="../ink/ink1420.xml"/><Relationship Id="rId35" Type="http://schemas.openxmlformats.org/officeDocument/2006/relationships/image" Target="../media/image1343.png"/><Relationship Id="rId56" Type="http://schemas.openxmlformats.org/officeDocument/2006/relationships/customXml" Target="../ink/ink1433.xml"/><Relationship Id="rId77" Type="http://schemas.openxmlformats.org/officeDocument/2006/relationships/image" Target="../media/image1364.png"/><Relationship Id="rId100" Type="http://schemas.openxmlformats.org/officeDocument/2006/relationships/customXml" Target="../ink/ink1455.xml"/><Relationship Id="rId105" Type="http://schemas.openxmlformats.org/officeDocument/2006/relationships/image" Target="../media/image1378.png"/><Relationship Id="rId126" Type="http://schemas.openxmlformats.org/officeDocument/2006/relationships/customXml" Target="../ink/ink1468.xml"/><Relationship Id="rId147" Type="http://schemas.openxmlformats.org/officeDocument/2006/relationships/image" Target="../media/image1399.png"/><Relationship Id="rId168" Type="http://schemas.openxmlformats.org/officeDocument/2006/relationships/customXml" Target="../ink/ink1489.xml"/><Relationship Id="rId8" Type="http://schemas.openxmlformats.org/officeDocument/2006/relationships/customXml" Target="../ink/ink1409.xml"/><Relationship Id="rId51" Type="http://schemas.openxmlformats.org/officeDocument/2006/relationships/image" Target="../media/image1351.png"/><Relationship Id="rId72" Type="http://schemas.openxmlformats.org/officeDocument/2006/relationships/customXml" Target="../ink/ink1441.xml"/><Relationship Id="rId93" Type="http://schemas.openxmlformats.org/officeDocument/2006/relationships/image" Target="../media/image1372.png"/><Relationship Id="rId98" Type="http://schemas.openxmlformats.org/officeDocument/2006/relationships/customXml" Target="../ink/ink1454.xml"/><Relationship Id="rId121" Type="http://schemas.openxmlformats.org/officeDocument/2006/relationships/image" Target="../media/image1386.png"/><Relationship Id="rId142" Type="http://schemas.openxmlformats.org/officeDocument/2006/relationships/customXml" Target="../ink/ink1476.xml"/><Relationship Id="rId163" Type="http://schemas.openxmlformats.org/officeDocument/2006/relationships/image" Target="../media/image1407.png"/><Relationship Id="rId184" Type="http://schemas.openxmlformats.org/officeDocument/2006/relationships/customXml" Target="../ink/ink1497.xml"/><Relationship Id="rId189" Type="http://schemas.openxmlformats.org/officeDocument/2006/relationships/image" Target="../media/image1420.png"/><Relationship Id="rId3" Type="http://schemas.openxmlformats.org/officeDocument/2006/relationships/image" Target="../media/image1330.png"/><Relationship Id="rId25" Type="http://schemas.openxmlformats.org/officeDocument/2006/relationships/image" Target="../media/image1338.png"/><Relationship Id="rId46" Type="http://schemas.openxmlformats.org/officeDocument/2006/relationships/customXml" Target="../ink/ink1428.xml"/><Relationship Id="rId67" Type="http://schemas.openxmlformats.org/officeDocument/2006/relationships/image" Target="../media/image1359.png"/><Relationship Id="rId116" Type="http://schemas.openxmlformats.org/officeDocument/2006/relationships/customXml" Target="../ink/ink1463.xml"/><Relationship Id="rId137" Type="http://schemas.openxmlformats.org/officeDocument/2006/relationships/image" Target="../media/image1394.png"/><Relationship Id="rId158" Type="http://schemas.openxmlformats.org/officeDocument/2006/relationships/customXml" Target="../ink/ink1484.xml"/><Relationship Id="rId20" Type="http://schemas.openxmlformats.org/officeDocument/2006/relationships/customXml" Target="../ink/ink1415.xml"/><Relationship Id="rId41" Type="http://schemas.openxmlformats.org/officeDocument/2006/relationships/image" Target="../media/image1346.png"/><Relationship Id="rId62" Type="http://schemas.openxmlformats.org/officeDocument/2006/relationships/customXml" Target="../ink/ink1436.xml"/><Relationship Id="rId83" Type="http://schemas.openxmlformats.org/officeDocument/2006/relationships/image" Target="../media/image1367.png"/><Relationship Id="rId88" Type="http://schemas.openxmlformats.org/officeDocument/2006/relationships/customXml" Target="../ink/ink1449.xml"/><Relationship Id="rId111" Type="http://schemas.openxmlformats.org/officeDocument/2006/relationships/image" Target="../media/image1381.png"/><Relationship Id="rId132" Type="http://schemas.openxmlformats.org/officeDocument/2006/relationships/customXml" Target="../ink/ink1471.xml"/><Relationship Id="rId153" Type="http://schemas.openxmlformats.org/officeDocument/2006/relationships/image" Target="../media/image1402.png"/><Relationship Id="rId174" Type="http://schemas.openxmlformats.org/officeDocument/2006/relationships/customXml" Target="../ink/ink1492.xml"/><Relationship Id="rId179" Type="http://schemas.openxmlformats.org/officeDocument/2006/relationships/image" Target="../media/image1415.png"/><Relationship Id="rId195" Type="http://schemas.openxmlformats.org/officeDocument/2006/relationships/image" Target="../media/image1423.png"/><Relationship Id="rId190" Type="http://schemas.openxmlformats.org/officeDocument/2006/relationships/customXml" Target="../ink/ink1500.xml"/><Relationship Id="rId204" Type="http://schemas.openxmlformats.org/officeDocument/2006/relationships/customXml" Target="../ink/ink1507.xml"/><Relationship Id="rId15" Type="http://schemas.openxmlformats.org/officeDocument/2006/relationships/image" Target="../media/image210.png"/><Relationship Id="rId36" Type="http://schemas.openxmlformats.org/officeDocument/2006/relationships/customXml" Target="../ink/ink1423.xml"/><Relationship Id="rId57" Type="http://schemas.openxmlformats.org/officeDocument/2006/relationships/image" Target="../media/image1354.png"/><Relationship Id="rId106" Type="http://schemas.openxmlformats.org/officeDocument/2006/relationships/customXml" Target="../ink/ink1458.xml"/><Relationship Id="rId127" Type="http://schemas.openxmlformats.org/officeDocument/2006/relationships/image" Target="../media/image1389.png"/><Relationship Id="rId10" Type="http://schemas.openxmlformats.org/officeDocument/2006/relationships/customXml" Target="../ink/ink1410.xml"/><Relationship Id="rId31" Type="http://schemas.openxmlformats.org/officeDocument/2006/relationships/image" Target="../media/image1341.png"/><Relationship Id="rId52" Type="http://schemas.openxmlformats.org/officeDocument/2006/relationships/customXml" Target="../ink/ink1431.xml"/><Relationship Id="rId73" Type="http://schemas.openxmlformats.org/officeDocument/2006/relationships/image" Target="../media/image1362.png"/><Relationship Id="rId78" Type="http://schemas.openxmlformats.org/officeDocument/2006/relationships/customXml" Target="../ink/ink1444.xml"/><Relationship Id="rId94" Type="http://schemas.openxmlformats.org/officeDocument/2006/relationships/customXml" Target="../ink/ink1452.xml"/><Relationship Id="rId99" Type="http://schemas.openxmlformats.org/officeDocument/2006/relationships/image" Target="../media/image1375.png"/><Relationship Id="rId101" Type="http://schemas.openxmlformats.org/officeDocument/2006/relationships/image" Target="../media/image1376.png"/><Relationship Id="rId122" Type="http://schemas.openxmlformats.org/officeDocument/2006/relationships/customXml" Target="../ink/ink1466.xml"/><Relationship Id="rId143" Type="http://schemas.openxmlformats.org/officeDocument/2006/relationships/image" Target="../media/image1397.png"/><Relationship Id="rId148" Type="http://schemas.openxmlformats.org/officeDocument/2006/relationships/customXml" Target="../ink/ink1479.xml"/><Relationship Id="rId164" Type="http://schemas.openxmlformats.org/officeDocument/2006/relationships/customXml" Target="../ink/ink1487.xml"/><Relationship Id="rId169" Type="http://schemas.openxmlformats.org/officeDocument/2006/relationships/image" Target="../media/image1410.png"/><Relationship Id="rId185" Type="http://schemas.openxmlformats.org/officeDocument/2006/relationships/image" Target="../media/image1418.png"/><Relationship Id="rId4" Type="http://schemas.openxmlformats.org/officeDocument/2006/relationships/customXml" Target="../ink/ink1407.xml"/><Relationship Id="rId9" Type="http://schemas.openxmlformats.org/officeDocument/2006/relationships/image" Target="../media/image1333.png"/><Relationship Id="rId180" Type="http://schemas.openxmlformats.org/officeDocument/2006/relationships/customXml" Target="../ink/ink1495.xml"/><Relationship Id="rId26" Type="http://schemas.openxmlformats.org/officeDocument/2006/relationships/customXml" Target="../ink/ink1418.xml"/><Relationship Id="rId47" Type="http://schemas.openxmlformats.org/officeDocument/2006/relationships/image" Target="../media/image1349.png"/><Relationship Id="rId68" Type="http://schemas.openxmlformats.org/officeDocument/2006/relationships/customXml" Target="../ink/ink1439.xml"/><Relationship Id="rId89" Type="http://schemas.openxmlformats.org/officeDocument/2006/relationships/image" Target="../media/image1370.png"/><Relationship Id="rId112" Type="http://schemas.openxmlformats.org/officeDocument/2006/relationships/customXml" Target="../ink/ink1461.xml"/><Relationship Id="rId133" Type="http://schemas.openxmlformats.org/officeDocument/2006/relationships/image" Target="../media/image1392.png"/><Relationship Id="rId154" Type="http://schemas.openxmlformats.org/officeDocument/2006/relationships/customXml" Target="../ink/ink1482.xml"/><Relationship Id="rId175" Type="http://schemas.openxmlformats.org/officeDocument/2006/relationships/image" Target="../media/image1413.png"/><Relationship Id="rId196" Type="http://schemas.openxmlformats.org/officeDocument/2006/relationships/customXml" Target="../ink/ink1503.xml"/><Relationship Id="rId200" Type="http://schemas.openxmlformats.org/officeDocument/2006/relationships/customXml" Target="../ink/ink1505.xml"/><Relationship Id="rId16" Type="http://schemas.openxmlformats.org/officeDocument/2006/relationships/customXml" Target="../ink/ink1413.xml"/><Relationship Id="rId37" Type="http://schemas.openxmlformats.org/officeDocument/2006/relationships/image" Target="../media/image1344.png"/><Relationship Id="rId58" Type="http://schemas.openxmlformats.org/officeDocument/2006/relationships/customXml" Target="../ink/ink1434.xml"/><Relationship Id="rId79" Type="http://schemas.openxmlformats.org/officeDocument/2006/relationships/image" Target="../media/image1365.png"/><Relationship Id="rId102" Type="http://schemas.openxmlformats.org/officeDocument/2006/relationships/customXml" Target="../ink/ink1456.xml"/><Relationship Id="rId123" Type="http://schemas.openxmlformats.org/officeDocument/2006/relationships/image" Target="../media/image1387.png"/><Relationship Id="rId144" Type="http://schemas.openxmlformats.org/officeDocument/2006/relationships/customXml" Target="../ink/ink1477.xml"/><Relationship Id="rId90" Type="http://schemas.openxmlformats.org/officeDocument/2006/relationships/customXml" Target="../ink/ink1450.xml"/><Relationship Id="rId165" Type="http://schemas.openxmlformats.org/officeDocument/2006/relationships/image" Target="../media/image1408.png"/><Relationship Id="rId186" Type="http://schemas.openxmlformats.org/officeDocument/2006/relationships/customXml" Target="../ink/ink1498.xml"/><Relationship Id="rId27" Type="http://schemas.openxmlformats.org/officeDocument/2006/relationships/image" Target="../media/image1339.png"/><Relationship Id="rId48" Type="http://schemas.openxmlformats.org/officeDocument/2006/relationships/customXml" Target="../ink/ink1429.xml"/><Relationship Id="rId69" Type="http://schemas.openxmlformats.org/officeDocument/2006/relationships/image" Target="../media/image1360.png"/><Relationship Id="rId113" Type="http://schemas.openxmlformats.org/officeDocument/2006/relationships/image" Target="../media/image1382.png"/><Relationship Id="rId134" Type="http://schemas.openxmlformats.org/officeDocument/2006/relationships/customXml" Target="../ink/ink1472.xml"/><Relationship Id="rId80" Type="http://schemas.openxmlformats.org/officeDocument/2006/relationships/customXml" Target="../ink/ink1445.xml"/><Relationship Id="rId155" Type="http://schemas.openxmlformats.org/officeDocument/2006/relationships/image" Target="../media/image1403.png"/><Relationship Id="rId176" Type="http://schemas.openxmlformats.org/officeDocument/2006/relationships/customXml" Target="../ink/ink1493.xml"/><Relationship Id="rId197" Type="http://schemas.openxmlformats.org/officeDocument/2006/relationships/image" Target="../media/image1424.png"/><Relationship Id="rId201" Type="http://schemas.openxmlformats.org/officeDocument/2006/relationships/image" Target="../media/image1426.png"/><Relationship Id="rId17" Type="http://schemas.openxmlformats.org/officeDocument/2006/relationships/image" Target="../media/image196.png"/><Relationship Id="rId38" Type="http://schemas.openxmlformats.org/officeDocument/2006/relationships/customXml" Target="../ink/ink1424.xml"/><Relationship Id="rId59" Type="http://schemas.openxmlformats.org/officeDocument/2006/relationships/image" Target="../media/image1355.png"/><Relationship Id="rId103" Type="http://schemas.openxmlformats.org/officeDocument/2006/relationships/image" Target="../media/image1377.png"/><Relationship Id="rId124" Type="http://schemas.openxmlformats.org/officeDocument/2006/relationships/customXml" Target="../ink/ink1467.xml"/><Relationship Id="rId70" Type="http://schemas.openxmlformats.org/officeDocument/2006/relationships/customXml" Target="../ink/ink1440.xml"/><Relationship Id="rId91" Type="http://schemas.openxmlformats.org/officeDocument/2006/relationships/image" Target="../media/image1371.png"/><Relationship Id="rId145" Type="http://schemas.openxmlformats.org/officeDocument/2006/relationships/image" Target="../media/image1398.png"/><Relationship Id="rId166" Type="http://schemas.openxmlformats.org/officeDocument/2006/relationships/customXml" Target="../ink/ink1488.xml"/><Relationship Id="rId187" Type="http://schemas.openxmlformats.org/officeDocument/2006/relationships/image" Target="../media/image1419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419.xml"/><Relationship Id="rId49" Type="http://schemas.openxmlformats.org/officeDocument/2006/relationships/image" Target="../media/image1350.png"/><Relationship Id="rId114" Type="http://schemas.openxmlformats.org/officeDocument/2006/relationships/customXml" Target="../ink/ink1462.xml"/><Relationship Id="rId60" Type="http://schemas.openxmlformats.org/officeDocument/2006/relationships/customXml" Target="../ink/ink1435.xml"/><Relationship Id="rId81" Type="http://schemas.openxmlformats.org/officeDocument/2006/relationships/image" Target="../media/image1366.png"/><Relationship Id="rId135" Type="http://schemas.openxmlformats.org/officeDocument/2006/relationships/image" Target="../media/image1393.png"/><Relationship Id="rId156" Type="http://schemas.openxmlformats.org/officeDocument/2006/relationships/customXml" Target="../ink/ink1483.xml"/><Relationship Id="rId177" Type="http://schemas.openxmlformats.org/officeDocument/2006/relationships/image" Target="../media/image1414.png"/><Relationship Id="rId198" Type="http://schemas.openxmlformats.org/officeDocument/2006/relationships/customXml" Target="../ink/ink1504.xml"/><Relationship Id="rId202" Type="http://schemas.openxmlformats.org/officeDocument/2006/relationships/customXml" Target="../ink/ink1506.xml"/><Relationship Id="rId18" Type="http://schemas.openxmlformats.org/officeDocument/2006/relationships/customXml" Target="../ink/ink1414.xml"/><Relationship Id="rId39" Type="http://schemas.openxmlformats.org/officeDocument/2006/relationships/image" Target="../media/image1345.png"/><Relationship Id="rId50" Type="http://schemas.openxmlformats.org/officeDocument/2006/relationships/customXml" Target="../ink/ink1430.xml"/><Relationship Id="rId104" Type="http://schemas.openxmlformats.org/officeDocument/2006/relationships/customXml" Target="../ink/ink1457.xml"/><Relationship Id="rId125" Type="http://schemas.openxmlformats.org/officeDocument/2006/relationships/image" Target="../media/image1388.png"/><Relationship Id="rId146" Type="http://schemas.openxmlformats.org/officeDocument/2006/relationships/customXml" Target="../ink/ink1478.xml"/><Relationship Id="rId167" Type="http://schemas.openxmlformats.org/officeDocument/2006/relationships/image" Target="../media/image1409.png"/><Relationship Id="rId188" Type="http://schemas.openxmlformats.org/officeDocument/2006/relationships/customXml" Target="../ink/ink1499.xml"/><Relationship Id="rId71" Type="http://schemas.openxmlformats.org/officeDocument/2006/relationships/image" Target="../media/image1361.png"/><Relationship Id="rId92" Type="http://schemas.openxmlformats.org/officeDocument/2006/relationships/customXml" Target="../ink/ink1451.xml"/><Relationship Id="rId2" Type="http://schemas.openxmlformats.org/officeDocument/2006/relationships/customXml" Target="../ink/ink1406.xml"/><Relationship Id="rId29" Type="http://schemas.openxmlformats.org/officeDocument/2006/relationships/image" Target="../media/image1340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90.png"/><Relationship Id="rId299" Type="http://schemas.openxmlformats.org/officeDocument/2006/relationships/customXml" Target="../ink/ink1659.xml"/><Relationship Id="rId21" Type="http://schemas.openxmlformats.org/officeDocument/2006/relationships/image" Target="../media/image1910.png"/><Relationship Id="rId63" Type="http://schemas.openxmlformats.org/officeDocument/2006/relationships/image" Target="../media/image2120.png"/><Relationship Id="rId159" Type="http://schemas.openxmlformats.org/officeDocument/2006/relationships/image" Target="../media/image2600.png"/><Relationship Id="rId324" Type="http://schemas.openxmlformats.org/officeDocument/2006/relationships/customXml" Target="../ink/ink1674.xml"/><Relationship Id="rId170" Type="http://schemas.openxmlformats.org/officeDocument/2006/relationships/customXml" Target="../ink/ink1593.xml"/><Relationship Id="rId226" Type="http://schemas.openxmlformats.org/officeDocument/2006/relationships/customXml" Target="../ink/ink1621.xml"/><Relationship Id="rId268" Type="http://schemas.openxmlformats.org/officeDocument/2006/relationships/customXml" Target="../ink/ink1642.xml"/><Relationship Id="rId32" Type="http://schemas.openxmlformats.org/officeDocument/2006/relationships/customXml" Target="../ink/ink1524.xml"/><Relationship Id="rId74" Type="http://schemas.openxmlformats.org/officeDocument/2006/relationships/customXml" Target="../ink/ink1545.xml"/><Relationship Id="rId128" Type="http://schemas.openxmlformats.org/officeDocument/2006/relationships/customXml" Target="../ink/ink1572.xml"/><Relationship Id="rId5" Type="http://schemas.openxmlformats.org/officeDocument/2006/relationships/image" Target="../media/image1830.png"/><Relationship Id="rId181" Type="http://schemas.openxmlformats.org/officeDocument/2006/relationships/image" Target="../media/image2710.png"/><Relationship Id="rId237" Type="http://schemas.openxmlformats.org/officeDocument/2006/relationships/image" Target="../media/image2980.png"/><Relationship Id="rId279" Type="http://schemas.openxmlformats.org/officeDocument/2006/relationships/image" Target="../media/image1431.png"/><Relationship Id="rId43" Type="http://schemas.openxmlformats.org/officeDocument/2006/relationships/image" Target="../media/image2020.png"/><Relationship Id="rId139" Type="http://schemas.openxmlformats.org/officeDocument/2006/relationships/image" Target="../media/image2500.png"/><Relationship Id="rId290" Type="http://schemas.openxmlformats.org/officeDocument/2006/relationships/customXml" Target="../ink/ink1654.xml"/><Relationship Id="rId304" Type="http://schemas.openxmlformats.org/officeDocument/2006/relationships/image" Target="../media/image1443.png"/><Relationship Id="rId85" Type="http://schemas.openxmlformats.org/officeDocument/2006/relationships/image" Target="../media/image2230.png"/><Relationship Id="rId150" Type="http://schemas.openxmlformats.org/officeDocument/2006/relationships/customXml" Target="../ink/ink1583.xml"/><Relationship Id="rId192" Type="http://schemas.openxmlformats.org/officeDocument/2006/relationships/customXml" Target="../ink/ink1604.xml"/><Relationship Id="rId206" Type="http://schemas.openxmlformats.org/officeDocument/2006/relationships/customXml" Target="../ink/ink1611.xml"/><Relationship Id="rId248" Type="http://schemas.openxmlformats.org/officeDocument/2006/relationships/customXml" Target="../ink/ink1632.xml"/><Relationship Id="rId12" Type="http://schemas.openxmlformats.org/officeDocument/2006/relationships/customXml" Target="../ink/ink1514.xml"/><Relationship Id="rId108" Type="http://schemas.openxmlformats.org/officeDocument/2006/relationships/customXml" Target="../ink/ink1562.xml"/><Relationship Id="rId315" Type="http://schemas.openxmlformats.org/officeDocument/2006/relationships/customXml" Target="../ink/ink1669.xml"/><Relationship Id="rId54" Type="http://schemas.openxmlformats.org/officeDocument/2006/relationships/customXml" Target="../ink/ink1535.xml"/><Relationship Id="rId96" Type="http://schemas.openxmlformats.org/officeDocument/2006/relationships/customXml" Target="../ink/ink1556.xml"/><Relationship Id="rId161" Type="http://schemas.openxmlformats.org/officeDocument/2006/relationships/image" Target="../media/image2610.png"/><Relationship Id="rId217" Type="http://schemas.openxmlformats.org/officeDocument/2006/relationships/image" Target="../media/image2880.png"/><Relationship Id="rId259" Type="http://schemas.openxmlformats.org/officeDocument/2006/relationships/image" Target="../media/image3090.png"/><Relationship Id="rId23" Type="http://schemas.openxmlformats.org/officeDocument/2006/relationships/image" Target="../media/image1920.png"/><Relationship Id="rId119" Type="http://schemas.openxmlformats.org/officeDocument/2006/relationships/image" Target="../media/image2400.png"/><Relationship Id="rId270" Type="http://schemas.openxmlformats.org/officeDocument/2006/relationships/customXml" Target="../ink/ink1643.xml"/><Relationship Id="rId326" Type="http://schemas.openxmlformats.org/officeDocument/2006/relationships/customXml" Target="../ink/ink1676.xml"/><Relationship Id="rId65" Type="http://schemas.openxmlformats.org/officeDocument/2006/relationships/image" Target="../media/image2130.png"/><Relationship Id="rId130" Type="http://schemas.openxmlformats.org/officeDocument/2006/relationships/customXml" Target="../ink/ink1573.xml"/><Relationship Id="rId172" Type="http://schemas.openxmlformats.org/officeDocument/2006/relationships/customXml" Target="../ink/ink1594.xml"/><Relationship Id="rId228" Type="http://schemas.openxmlformats.org/officeDocument/2006/relationships/customXml" Target="../ink/ink1622.xml"/><Relationship Id="rId281" Type="http://schemas.openxmlformats.org/officeDocument/2006/relationships/image" Target="../media/image1432.png"/><Relationship Id="rId34" Type="http://schemas.openxmlformats.org/officeDocument/2006/relationships/customXml" Target="../ink/ink1525.xml"/><Relationship Id="rId76" Type="http://schemas.openxmlformats.org/officeDocument/2006/relationships/customXml" Target="../ink/ink1546.xml"/><Relationship Id="rId141" Type="http://schemas.openxmlformats.org/officeDocument/2006/relationships/image" Target="../media/image2510.png"/><Relationship Id="rId7" Type="http://schemas.openxmlformats.org/officeDocument/2006/relationships/image" Target="../media/image1840.png"/><Relationship Id="rId162" Type="http://schemas.openxmlformats.org/officeDocument/2006/relationships/customXml" Target="../ink/ink1589.xml"/><Relationship Id="rId183" Type="http://schemas.openxmlformats.org/officeDocument/2006/relationships/image" Target="../media/image2720.png"/><Relationship Id="rId218" Type="http://schemas.openxmlformats.org/officeDocument/2006/relationships/customXml" Target="../ink/ink1617.xml"/><Relationship Id="rId239" Type="http://schemas.openxmlformats.org/officeDocument/2006/relationships/image" Target="../media/image2990.png"/><Relationship Id="rId250" Type="http://schemas.openxmlformats.org/officeDocument/2006/relationships/customXml" Target="../ink/ink1633.xml"/><Relationship Id="rId271" Type="http://schemas.openxmlformats.org/officeDocument/2006/relationships/customXml" Target="../ink/ink1644.xml"/><Relationship Id="rId292" Type="http://schemas.openxmlformats.org/officeDocument/2006/relationships/image" Target="../media/image1437.png"/><Relationship Id="rId306" Type="http://schemas.openxmlformats.org/officeDocument/2006/relationships/image" Target="../media/image1444.png"/><Relationship Id="rId24" Type="http://schemas.openxmlformats.org/officeDocument/2006/relationships/customXml" Target="../ink/ink1520.xml"/><Relationship Id="rId45" Type="http://schemas.openxmlformats.org/officeDocument/2006/relationships/image" Target="../media/image2030.png"/><Relationship Id="rId66" Type="http://schemas.openxmlformats.org/officeDocument/2006/relationships/customXml" Target="../ink/ink1541.xml"/><Relationship Id="rId87" Type="http://schemas.openxmlformats.org/officeDocument/2006/relationships/image" Target="../media/image2240.png"/><Relationship Id="rId110" Type="http://schemas.openxmlformats.org/officeDocument/2006/relationships/customXml" Target="../ink/ink1563.xml"/><Relationship Id="rId131" Type="http://schemas.openxmlformats.org/officeDocument/2006/relationships/image" Target="../media/image2460.png"/><Relationship Id="rId327" Type="http://schemas.openxmlformats.org/officeDocument/2006/relationships/image" Target="../media/image1449.png"/><Relationship Id="rId152" Type="http://schemas.openxmlformats.org/officeDocument/2006/relationships/customXml" Target="../ink/ink1584.xml"/><Relationship Id="rId173" Type="http://schemas.openxmlformats.org/officeDocument/2006/relationships/image" Target="../media/image2670.png"/><Relationship Id="rId194" Type="http://schemas.openxmlformats.org/officeDocument/2006/relationships/customXml" Target="../ink/ink1605.xml"/><Relationship Id="rId208" Type="http://schemas.openxmlformats.org/officeDocument/2006/relationships/customXml" Target="../ink/ink1612.xml"/><Relationship Id="rId229" Type="http://schemas.openxmlformats.org/officeDocument/2006/relationships/image" Target="../media/image2940.png"/><Relationship Id="rId240" Type="http://schemas.openxmlformats.org/officeDocument/2006/relationships/customXml" Target="../ink/ink1628.xml"/><Relationship Id="rId261" Type="http://schemas.openxmlformats.org/officeDocument/2006/relationships/image" Target="../media/image3100.png"/><Relationship Id="rId14" Type="http://schemas.openxmlformats.org/officeDocument/2006/relationships/customXml" Target="../ink/ink1515.xml"/><Relationship Id="rId35" Type="http://schemas.openxmlformats.org/officeDocument/2006/relationships/image" Target="../media/image1980.png"/><Relationship Id="rId56" Type="http://schemas.openxmlformats.org/officeDocument/2006/relationships/customXml" Target="../ink/ink1536.xml"/><Relationship Id="rId77" Type="http://schemas.openxmlformats.org/officeDocument/2006/relationships/image" Target="../media/image2190.png"/><Relationship Id="rId100" Type="http://schemas.openxmlformats.org/officeDocument/2006/relationships/customXml" Target="../ink/ink1558.xml"/><Relationship Id="rId282" Type="http://schemas.openxmlformats.org/officeDocument/2006/relationships/customXml" Target="../ink/ink1650.xml"/><Relationship Id="rId317" Type="http://schemas.openxmlformats.org/officeDocument/2006/relationships/customXml" Target="../ink/ink1670.xml"/><Relationship Id="rId8" Type="http://schemas.openxmlformats.org/officeDocument/2006/relationships/customXml" Target="../ink/ink1512.xml"/><Relationship Id="rId98" Type="http://schemas.openxmlformats.org/officeDocument/2006/relationships/customXml" Target="../ink/ink1557.xml"/><Relationship Id="rId121" Type="http://schemas.openxmlformats.org/officeDocument/2006/relationships/image" Target="../media/image2410.png"/><Relationship Id="rId142" Type="http://schemas.openxmlformats.org/officeDocument/2006/relationships/customXml" Target="../ink/ink1579.xml"/><Relationship Id="rId163" Type="http://schemas.openxmlformats.org/officeDocument/2006/relationships/image" Target="../media/image2620.png"/><Relationship Id="rId184" Type="http://schemas.openxmlformats.org/officeDocument/2006/relationships/customXml" Target="../ink/ink1600.xml"/><Relationship Id="rId219" Type="http://schemas.openxmlformats.org/officeDocument/2006/relationships/image" Target="../media/image2890.png"/><Relationship Id="rId230" Type="http://schemas.openxmlformats.org/officeDocument/2006/relationships/customXml" Target="../ink/ink1623.xml"/><Relationship Id="rId251" Type="http://schemas.openxmlformats.org/officeDocument/2006/relationships/image" Target="../media/image3050.png"/><Relationship Id="rId25" Type="http://schemas.openxmlformats.org/officeDocument/2006/relationships/image" Target="../media/image1930.png"/><Relationship Id="rId46" Type="http://schemas.openxmlformats.org/officeDocument/2006/relationships/customXml" Target="../ink/ink1531.xml"/><Relationship Id="rId67" Type="http://schemas.openxmlformats.org/officeDocument/2006/relationships/image" Target="../media/image2140.png"/><Relationship Id="rId272" Type="http://schemas.openxmlformats.org/officeDocument/2006/relationships/image" Target="../media/image3140.png"/><Relationship Id="rId293" Type="http://schemas.openxmlformats.org/officeDocument/2006/relationships/customXml" Target="../ink/ink1656.xml"/><Relationship Id="rId307" Type="http://schemas.openxmlformats.org/officeDocument/2006/relationships/customXml" Target="../ink/ink1663.xml"/><Relationship Id="rId88" Type="http://schemas.openxmlformats.org/officeDocument/2006/relationships/customXml" Target="../ink/ink1552.xml"/><Relationship Id="rId111" Type="http://schemas.openxmlformats.org/officeDocument/2006/relationships/image" Target="../media/image2360.png"/><Relationship Id="rId132" Type="http://schemas.openxmlformats.org/officeDocument/2006/relationships/customXml" Target="../ink/ink1574.xml"/><Relationship Id="rId153" Type="http://schemas.openxmlformats.org/officeDocument/2006/relationships/image" Target="../media/image2570.png"/><Relationship Id="rId174" Type="http://schemas.openxmlformats.org/officeDocument/2006/relationships/customXml" Target="../ink/ink1595.xml"/><Relationship Id="rId195" Type="http://schemas.openxmlformats.org/officeDocument/2006/relationships/image" Target="../media/image2780.png"/><Relationship Id="rId209" Type="http://schemas.openxmlformats.org/officeDocument/2006/relationships/image" Target="../media/image2850.png"/><Relationship Id="rId220" Type="http://schemas.openxmlformats.org/officeDocument/2006/relationships/customXml" Target="../ink/ink1618.xml"/><Relationship Id="rId241" Type="http://schemas.openxmlformats.org/officeDocument/2006/relationships/image" Target="../media/image3000.png"/><Relationship Id="rId15" Type="http://schemas.openxmlformats.org/officeDocument/2006/relationships/image" Target="../media/image1880.png"/><Relationship Id="rId36" Type="http://schemas.openxmlformats.org/officeDocument/2006/relationships/customXml" Target="../ink/ink1526.xml"/><Relationship Id="rId57" Type="http://schemas.openxmlformats.org/officeDocument/2006/relationships/image" Target="../media/image2090.png"/><Relationship Id="rId262" Type="http://schemas.openxmlformats.org/officeDocument/2006/relationships/customXml" Target="../ink/ink1639.xml"/><Relationship Id="rId283" Type="http://schemas.openxmlformats.org/officeDocument/2006/relationships/image" Target="../media/image1433.png"/><Relationship Id="rId318" Type="http://schemas.openxmlformats.org/officeDocument/2006/relationships/customXml" Target="../ink/ink1671.xml"/><Relationship Id="rId78" Type="http://schemas.openxmlformats.org/officeDocument/2006/relationships/customXml" Target="../ink/ink1547.xml"/><Relationship Id="rId99" Type="http://schemas.openxmlformats.org/officeDocument/2006/relationships/image" Target="../media/image2300.png"/><Relationship Id="rId101" Type="http://schemas.openxmlformats.org/officeDocument/2006/relationships/image" Target="../media/image2310.png"/><Relationship Id="rId122" Type="http://schemas.openxmlformats.org/officeDocument/2006/relationships/customXml" Target="../ink/ink1569.xml"/><Relationship Id="rId143" Type="http://schemas.openxmlformats.org/officeDocument/2006/relationships/image" Target="../media/image2520.png"/><Relationship Id="rId164" Type="http://schemas.openxmlformats.org/officeDocument/2006/relationships/customXml" Target="../ink/ink1590.xml"/><Relationship Id="rId185" Type="http://schemas.openxmlformats.org/officeDocument/2006/relationships/image" Target="../media/image2730.png"/><Relationship Id="rId9" Type="http://schemas.openxmlformats.org/officeDocument/2006/relationships/image" Target="../media/image1850.png"/><Relationship Id="rId210" Type="http://schemas.openxmlformats.org/officeDocument/2006/relationships/customXml" Target="../ink/ink1613.xml"/><Relationship Id="rId26" Type="http://schemas.openxmlformats.org/officeDocument/2006/relationships/customXml" Target="../ink/ink1521.xml"/><Relationship Id="rId231" Type="http://schemas.openxmlformats.org/officeDocument/2006/relationships/image" Target="../media/image2950.png"/><Relationship Id="rId252" Type="http://schemas.openxmlformats.org/officeDocument/2006/relationships/customXml" Target="../ink/ink1634.xml"/><Relationship Id="rId273" Type="http://schemas.openxmlformats.org/officeDocument/2006/relationships/customXml" Target="../ink/ink1645.xml"/><Relationship Id="rId294" Type="http://schemas.openxmlformats.org/officeDocument/2006/relationships/image" Target="../media/image1438.png"/><Relationship Id="rId308" Type="http://schemas.openxmlformats.org/officeDocument/2006/relationships/image" Target="../media/image1445.png"/><Relationship Id="rId47" Type="http://schemas.openxmlformats.org/officeDocument/2006/relationships/image" Target="../media/image2040.png"/><Relationship Id="rId68" Type="http://schemas.openxmlformats.org/officeDocument/2006/relationships/customXml" Target="../ink/ink1542.xml"/><Relationship Id="rId89" Type="http://schemas.openxmlformats.org/officeDocument/2006/relationships/image" Target="../media/image2250.png"/><Relationship Id="rId112" Type="http://schemas.openxmlformats.org/officeDocument/2006/relationships/customXml" Target="../ink/ink1564.xml"/><Relationship Id="rId133" Type="http://schemas.openxmlformats.org/officeDocument/2006/relationships/image" Target="../media/image2470.png"/><Relationship Id="rId154" Type="http://schemas.openxmlformats.org/officeDocument/2006/relationships/customXml" Target="../ink/ink1585.xml"/><Relationship Id="rId175" Type="http://schemas.openxmlformats.org/officeDocument/2006/relationships/image" Target="../media/image2680.png"/><Relationship Id="rId196" Type="http://schemas.openxmlformats.org/officeDocument/2006/relationships/customXml" Target="../ink/ink1606.xml"/><Relationship Id="rId200" Type="http://schemas.openxmlformats.org/officeDocument/2006/relationships/customXml" Target="../ink/ink1608.xml"/><Relationship Id="rId16" Type="http://schemas.openxmlformats.org/officeDocument/2006/relationships/customXml" Target="../ink/ink1516.xml"/><Relationship Id="rId221" Type="http://schemas.openxmlformats.org/officeDocument/2006/relationships/image" Target="../media/image2900.png"/><Relationship Id="rId242" Type="http://schemas.openxmlformats.org/officeDocument/2006/relationships/customXml" Target="../ink/ink1629.xml"/><Relationship Id="rId263" Type="http://schemas.openxmlformats.org/officeDocument/2006/relationships/image" Target="../media/image3110.png"/><Relationship Id="rId284" Type="http://schemas.openxmlformats.org/officeDocument/2006/relationships/customXml" Target="../ink/ink1651.xml"/><Relationship Id="rId319" Type="http://schemas.openxmlformats.org/officeDocument/2006/relationships/image" Target="../media/image1099.png"/><Relationship Id="rId37" Type="http://schemas.openxmlformats.org/officeDocument/2006/relationships/image" Target="../media/image1990.png"/><Relationship Id="rId58" Type="http://schemas.openxmlformats.org/officeDocument/2006/relationships/customXml" Target="../ink/ink1537.xml"/><Relationship Id="rId79" Type="http://schemas.openxmlformats.org/officeDocument/2006/relationships/image" Target="../media/image2200.png"/><Relationship Id="rId102" Type="http://schemas.openxmlformats.org/officeDocument/2006/relationships/customXml" Target="../ink/ink1559.xml"/><Relationship Id="rId123" Type="http://schemas.openxmlformats.org/officeDocument/2006/relationships/image" Target="../media/image2420.png"/><Relationship Id="rId144" Type="http://schemas.openxmlformats.org/officeDocument/2006/relationships/customXml" Target="../ink/ink1580.xml"/><Relationship Id="rId90" Type="http://schemas.openxmlformats.org/officeDocument/2006/relationships/customXml" Target="../ink/ink1553.xml"/><Relationship Id="rId165" Type="http://schemas.openxmlformats.org/officeDocument/2006/relationships/image" Target="../media/image2630.png"/><Relationship Id="rId186" Type="http://schemas.openxmlformats.org/officeDocument/2006/relationships/customXml" Target="../ink/ink1601.xml"/><Relationship Id="rId211" Type="http://schemas.openxmlformats.org/officeDocument/2006/relationships/image" Target="../media/image2860.png"/><Relationship Id="rId232" Type="http://schemas.openxmlformats.org/officeDocument/2006/relationships/customXml" Target="../ink/ink1624.xml"/><Relationship Id="rId253" Type="http://schemas.openxmlformats.org/officeDocument/2006/relationships/image" Target="../media/image3060.png"/><Relationship Id="rId274" Type="http://schemas.openxmlformats.org/officeDocument/2006/relationships/customXml" Target="../ink/ink1646.xml"/><Relationship Id="rId295" Type="http://schemas.openxmlformats.org/officeDocument/2006/relationships/customXml" Target="../ink/ink1657.xml"/><Relationship Id="rId309" Type="http://schemas.openxmlformats.org/officeDocument/2006/relationships/customXml" Target="../ink/ink1664.xml"/><Relationship Id="rId27" Type="http://schemas.openxmlformats.org/officeDocument/2006/relationships/image" Target="../media/image1940.png"/><Relationship Id="rId48" Type="http://schemas.openxmlformats.org/officeDocument/2006/relationships/customXml" Target="../ink/ink1532.xml"/><Relationship Id="rId69" Type="http://schemas.openxmlformats.org/officeDocument/2006/relationships/image" Target="../media/image2150.png"/><Relationship Id="rId113" Type="http://schemas.openxmlformats.org/officeDocument/2006/relationships/image" Target="../media/image2370.png"/><Relationship Id="rId134" Type="http://schemas.openxmlformats.org/officeDocument/2006/relationships/customXml" Target="../ink/ink1575.xml"/><Relationship Id="rId320" Type="http://schemas.openxmlformats.org/officeDocument/2006/relationships/customXml" Target="../ink/ink1672.xml"/><Relationship Id="rId80" Type="http://schemas.openxmlformats.org/officeDocument/2006/relationships/customXml" Target="../ink/ink1548.xml"/><Relationship Id="rId155" Type="http://schemas.openxmlformats.org/officeDocument/2006/relationships/image" Target="../media/image2580.png"/><Relationship Id="rId176" Type="http://schemas.openxmlformats.org/officeDocument/2006/relationships/customXml" Target="../ink/ink1596.xml"/><Relationship Id="rId197" Type="http://schemas.openxmlformats.org/officeDocument/2006/relationships/image" Target="../media/image2790.png"/><Relationship Id="rId201" Type="http://schemas.openxmlformats.org/officeDocument/2006/relationships/image" Target="../media/image2810.png"/><Relationship Id="rId222" Type="http://schemas.openxmlformats.org/officeDocument/2006/relationships/customXml" Target="../ink/ink1619.xml"/><Relationship Id="rId243" Type="http://schemas.openxmlformats.org/officeDocument/2006/relationships/image" Target="../media/image3010.png"/><Relationship Id="rId264" Type="http://schemas.openxmlformats.org/officeDocument/2006/relationships/customXml" Target="../ink/ink1640.xml"/><Relationship Id="rId285" Type="http://schemas.openxmlformats.org/officeDocument/2006/relationships/image" Target="../media/image1434.png"/><Relationship Id="rId17" Type="http://schemas.openxmlformats.org/officeDocument/2006/relationships/image" Target="../media/image1890.png"/><Relationship Id="rId38" Type="http://schemas.openxmlformats.org/officeDocument/2006/relationships/customXml" Target="../ink/ink1527.xml"/><Relationship Id="rId59" Type="http://schemas.openxmlformats.org/officeDocument/2006/relationships/image" Target="../media/image2100.png"/><Relationship Id="rId103" Type="http://schemas.openxmlformats.org/officeDocument/2006/relationships/image" Target="../media/image2320.png"/><Relationship Id="rId124" Type="http://schemas.openxmlformats.org/officeDocument/2006/relationships/customXml" Target="../ink/ink1570.xml"/><Relationship Id="rId310" Type="http://schemas.openxmlformats.org/officeDocument/2006/relationships/image" Target="../media/image1446.png"/><Relationship Id="rId70" Type="http://schemas.openxmlformats.org/officeDocument/2006/relationships/customXml" Target="../ink/ink1543.xml"/><Relationship Id="rId91" Type="http://schemas.openxmlformats.org/officeDocument/2006/relationships/image" Target="../media/image2260.png"/><Relationship Id="rId145" Type="http://schemas.openxmlformats.org/officeDocument/2006/relationships/image" Target="../media/image2530.png"/><Relationship Id="rId166" Type="http://schemas.openxmlformats.org/officeDocument/2006/relationships/customXml" Target="../ink/ink1591.xml"/><Relationship Id="rId187" Type="http://schemas.openxmlformats.org/officeDocument/2006/relationships/image" Target="../media/image274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614.xml"/><Relationship Id="rId233" Type="http://schemas.openxmlformats.org/officeDocument/2006/relationships/image" Target="../media/image2960.png"/><Relationship Id="rId254" Type="http://schemas.openxmlformats.org/officeDocument/2006/relationships/customXml" Target="../ink/ink1635.xml"/><Relationship Id="rId28" Type="http://schemas.openxmlformats.org/officeDocument/2006/relationships/customXml" Target="../ink/ink1522.xml"/><Relationship Id="rId49" Type="http://schemas.openxmlformats.org/officeDocument/2006/relationships/image" Target="../media/image2050.png"/><Relationship Id="rId114" Type="http://schemas.openxmlformats.org/officeDocument/2006/relationships/customXml" Target="../ink/ink1565.xml"/><Relationship Id="rId275" Type="http://schemas.openxmlformats.org/officeDocument/2006/relationships/image" Target="../media/image1430.png"/><Relationship Id="rId296" Type="http://schemas.openxmlformats.org/officeDocument/2006/relationships/image" Target="../media/image1439.png"/><Relationship Id="rId300" Type="http://schemas.openxmlformats.org/officeDocument/2006/relationships/image" Target="../media/image1441.png"/><Relationship Id="rId60" Type="http://schemas.openxmlformats.org/officeDocument/2006/relationships/customXml" Target="../ink/ink1538.xml"/><Relationship Id="rId81" Type="http://schemas.openxmlformats.org/officeDocument/2006/relationships/image" Target="../media/image2210.png"/><Relationship Id="rId135" Type="http://schemas.openxmlformats.org/officeDocument/2006/relationships/image" Target="../media/image2480.png"/><Relationship Id="rId156" Type="http://schemas.openxmlformats.org/officeDocument/2006/relationships/customXml" Target="../ink/ink1586.xml"/><Relationship Id="rId177" Type="http://schemas.openxmlformats.org/officeDocument/2006/relationships/image" Target="../media/image2690.png"/><Relationship Id="rId198" Type="http://schemas.openxmlformats.org/officeDocument/2006/relationships/customXml" Target="../ink/ink1607.xml"/><Relationship Id="rId321" Type="http://schemas.openxmlformats.org/officeDocument/2006/relationships/image" Target="../media/image1447.png"/><Relationship Id="rId202" Type="http://schemas.openxmlformats.org/officeDocument/2006/relationships/customXml" Target="../ink/ink1609.xml"/><Relationship Id="rId223" Type="http://schemas.openxmlformats.org/officeDocument/2006/relationships/image" Target="../media/image2910.png"/><Relationship Id="rId244" Type="http://schemas.openxmlformats.org/officeDocument/2006/relationships/customXml" Target="../ink/ink1630.xml"/><Relationship Id="rId18" Type="http://schemas.openxmlformats.org/officeDocument/2006/relationships/customXml" Target="../ink/ink1517.xml"/><Relationship Id="rId39" Type="http://schemas.openxmlformats.org/officeDocument/2006/relationships/image" Target="../media/image2000.png"/><Relationship Id="rId265" Type="http://schemas.openxmlformats.org/officeDocument/2006/relationships/image" Target="../media/image3120.png"/><Relationship Id="rId286" Type="http://schemas.openxmlformats.org/officeDocument/2006/relationships/customXml" Target="../ink/ink1652.xml"/><Relationship Id="rId50" Type="http://schemas.openxmlformats.org/officeDocument/2006/relationships/customXml" Target="../ink/ink1533.xml"/><Relationship Id="rId104" Type="http://schemas.openxmlformats.org/officeDocument/2006/relationships/customXml" Target="../ink/ink1560.xml"/><Relationship Id="rId125" Type="http://schemas.openxmlformats.org/officeDocument/2006/relationships/image" Target="../media/image2430.png"/><Relationship Id="rId146" Type="http://schemas.openxmlformats.org/officeDocument/2006/relationships/customXml" Target="../ink/ink1581.xml"/><Relationship Id="rId167" Type="http://schemas.openxmlformats.org/officeDocument/2006/relationships/image" Target="../media/image2640.png"/><Relationship Id="rId188" Type="http://schemas.openxmlformats.org/officeDocument/2006/relationships/customXml" Target="../ink/ink1602.xml"/><Relationship Id="rId311" Type="http://schemas.openxmlformats.org/officeDocument/2006/relationships/customXml" Target="../ink/ink1665.xml"/><Relationship Id="rId71" Type="http://schemas.openxmlformats.org/officeDocument/2006/relationships/image" Target="../media/image2160.png"/><Relationship Id="rId92" Type="http://schemas.openxmlformats.org/officeDocument/2006/relationships/customXml" Target="../ink/ink1554.xml"/><Relationship Id="rId213" Type="http://schemas.openxmlformats.org/officeDocument/2006/relationships/image" Target="../media/image2870.png"/><Relationship Id="rId234" Type="http://schemas.openxmlformats.org/officeDocument/2006/relationships/customXml" Target="../ink/ink1625.xml"/><Relationship Id="rId2" Type="http://schemas.openxmlformats.org/officeDocument/2006/relationships/customXml" Target="../ink/ink1509.xml"/><Relationship Id="rId29" Type="http://schemas.openxmlformats.org/officeDocument/2006/relationships/image" Target="../media/image1950.png"/><Relationship Id="rId255" Type="http://schemas.openxmlformats.org/officeDocument/2006/relationships/image" Target="../media/image3070.png"/><Relationship Id="rId276" Type="http://schemas.openxmlformats.org/officeDocument/2006/relationships/customXml" Target="../ink/ink1647.xml"/><Relationship Id="rId297" Type="http://schemas.openxmlformats.org/officeDocument/2006/relationships/customXml" Target="../ink/ink1658.xml"/><Relationship Id="rId40" Type="http://schemas.openxmlformats.org/officeDocument/2006/relationships/customXml" Target="../ink/ink1528.xml"/><Relationship Id="rId115" Type="http://schemas.openxmlformats.org/officeDocument/2006/relationships/image" Target="../media/image2380.png"/><Relationship Id="rId136" Type="http://schemas.openxmlformats.org/officeDocument/2006/relationships/customXml" Target="../ink/ink1576.xml"/><Relationship Id="rId157" Type="http://schemas.openxmlformats.org/officeDocument/2006/relationships/image" Target="../media/image2590.png"/><Relationship Id="rId178" Type="http://schemas.openxmlformats.org/officeDocument/2006/relationships/customXml" Target="../ink/ink1597.xml"/><Relationship Id="rId301" Type="http://schemas.openxmlformats.org/officeDocument/2006/relationships/customXml" Target="../ink/ink1660.xml"/><Relationship Id="rId322" Type="http://schemas.openxmlformats.org/officeDocument/2006/relationships/customXml" Target="../ink/ink1673.xml"/><Relationship Id="rId61" Type="http://schemas.openxmlformats.org/officeDocument/2006/relationships/image" Target="../media/image2110.png"/><Relationship Id="rId82" Type="http://schemas.openxmlformats.org/officeDocument/2006/relationships/customXml" Target="../ink/ink1549.xml"/><Relationship Id="rId199" Type="http://schemas.openxmlformats.org/officeDocument/2006/relationships/image" Target="../media/image2800.png"/><Relationship Id="rId203" Type="http://schemas.openxmlformats.org/officeDocument/2006/relationships/image" Target="../media/image2820.png"/><Relationship Id="rId19" Type="http://schemas.openxmlformats.org/officeDocument/2006/relationships/image" Target="../media/image1900.png"/><Relationship Id="rId224" Type="http://schemas.openxmlformats.org/officeDocument/2006/relationships/customXml" Target="../ink/ink1620.xml"/><Relationship Id="rId245" Type="http://schemas.openxmlformats.org/officeDocument/2006/relationships/image" Target="../media/image3020.png"/><Relationship Id="rId266" Type="http://schemas.openxmlformats.org/officeDocument/2006/relationships/customXml" Target="../ink/ink1641.xml"/><Relationship Id="rId287" Type="http://schemas.openxmlformats.org/officeDocument/2006/relationships/image" Target="../media/image1435.png"/><Relationship Id="rId30" Type="http://schemas.openxmlformats.org/officeDocument/2006/relationships/customXml" Target="../ink/ink1523.xml"/><Relationship Id="rId105" Type="http://schemas.openxmlformats.org/officeDocument/2006/relationships/image" Target="../media/image2330.png"/><Relationship Id="rId126" Type="http://schemas.openxmlformats.org/officeDocument/2006/relationships/customXml" Target="../ink/ink1571.xml"/><Relationship Id="rId147" Type="http://schemas.openxmlformats.org/officeDocument/2006/relationships/image" Target="../media/image2540.png"/><Relationship Id="rId168" Type="http://schemas.openxmlformats.org/officeDocument/2006/relationships/customXml" Target="../ink/ink1592.xml"/><Relationship Id="rId312" Type="http://schemas.openxmlformats.org/officeDocument/2006/relationships/customXml" Target="../ink/ink1666.xml"/><Relationship Id="rId51" Type="http://schemas.openxmlformats.org/officeDocument/2006/relationships/image" Target="../media/image2060.png"/><Relationship Id="rId72" Type="http://schemas.openxmlformats.org/officeDocument/2006/relationships/customXml" Target="../ink/ink1544.xml"/><Relationship Id="rId93" Type="http://schemas.openxmlformats.org/officeDocument/2006/relationships/image" Target="../media/image2270.png"/><Relationship Id="rId189" Type="http://schemas.openxmlformats.org/officeDocument/2006/relationships/image" Target="../media/image2750.png"/><Relationship Id="rId3" Type="http://schemas.openxmlformats.org/officeDocument/2006/relationships/image" Target="../media/image1820.png"/><Relationship Id="rId214" Type="http://schemas.openxmlformats.org/officeDocument/2006/relationships/customXml" Target="../ink/ink1615.xml"/><Relationship Id="rId235" Type="http://schemas.openxmlformats.org/officeDocument/2006/relationships/image" Target="../media/image2970.png"/><Relationship Id="rId256" Type="http://schemas.openxmlformats.org/officeDocument/2006/relationships/customXml" Target="../ink/ink1636.xml"/><Relationship Id="rId277" Type="http://schemas.openxmlformats.org/officeDocument/2006/relationships/image" Target="../media/image591.png"/><Relationship Id="rId298" Type="http://schemas.openxmlformats.org/officeDocument/2006/relationships/image" Target="../media/image1440.png"/><Relationship Id="rId116" Type="http://schemas.openxmlformats.org/officeDocument/2006/relationships/customXml" Target="../ink/ink1566.xml"/><Relationship Id="rId137" Type="http://schemas.openxmlformats.org/officeDocument/2006/relationships/image" Target="../media/image2490.png"/><Relationship Id="rId158" Type="http://schemas.openxmlformats.org/officeDocument/2006/relationships/customXml" Target="../ink/ink1587.xml"/><Relationship Id="rId302" Type="http://schemas.openxmlformats.org/officeDocument/2006/relationships/image" Target="../media/image1442.png"/><Relationship Id="rId323" Type="http://schemas.openxmlformats.org/officeDocument/2006/relationships/image" Target="../media/image1448.png"/><Relationship Id="rId20" Type="http://schemas.openxmlformats.org/officeDocument/2006/relationships/customXml" Target="../ink/ink1518.xml"/><Relationship Id="rId41" Type="http://schemas.openxmlformats.org/officeDocument/2006/relationships/image" Target="../media/image2010.png"/><Relationship Id="rId62" Type="http://schemas.openxmlformats.org/officeDocument/2006/relationships/customXml" Target="../ink/ink1539.xml"/><Relationship Id="rId83" Type="http://schemas.openxmlformats.org/officeDocument/2006/relationships/image" Target="../media/image2220.png"/><Relationship Id="rId179" Type="http://schemas.openxmlformats.org/officeDocument/2006/relationships/image" Target="../media/image2700.png"/><Relationship Id="rId190" Type="http://schemas.openxmlformats.org/officeDocument/2006/relationships/customXml" Target="../ink/ink1603.xml"/><Relationship Id="rId204" Type="http://schemas.openxmlformats.org/officeDocument/2006/relationships/customXml" Target="../ink/ink1610.xml"/><Relationship Id="rId225" Type="http://schemas.openxmlformats.org/officeDocument/2006/relationships/image" Target="../media/image2920.png"/><Relationship Id="rId246" Type="http://schemas.openxmlformats.org/officeDocument/2006/relationships/customXml" Target="../ink/ink1631.xml"/><Relationship Id="rId267" Type="http://schemas.openxmlformats.org/officeDocument/2006/relationships/image" Target="../media/image3130.png"/><Relationship Id="rId288" Type="http://schemas.openxmlformats.org/officeDocument/2006/relationships/customXml" Target="../ink/ink1653.xml"/><Relationship Id="rId106" Type="http://schemas.openxmlformats.org/officeDocument/2006/relationships/customXml" Target="../ink/ink1561.xml"/><Relationship Id="rId127" Type="http://schemas.openxmlformats.org/officeDocument/2006/relationships/image" Target="../media/image2440.png"/><Relationship Id="rId313" Type="http://schemas.openxmlformats.org/officeDocument/2006/relationships/customXml" Target="../ink/ink1667.xml"/><Relationship Id="rId10" Type="http://schemas.openxmlformats.org/officeDocument/2006/relationships/customXml" Target="../ink/ink1513.xml"/><Relationship Id="rId31" Type="http://schemas.openxmlformats.org/officeDocument/2006/relationships/image" Target="../media/image1960.png"/><Relationship Id="rId52" Type="http://schemas.openxmlformats.org/officeDocument/2006/relationships/customXml" Target="../ink/ink1534.xml"/><Relationship Id="rId73" Type="http://schemas.openxmlformats.org/officeDocument/2006/relationships/image" Target="../media/image2170.png"/><Relationship Id="rId94" Type="http://schemas.openxmlformats.org/officeDocument/2006/relationships/customXml" Target="../ink/ink1555.xml"/><Relationship Id="rId148" Type="http://schemas.openxmlformats.org/officeDocument/2006/relationships/customXml" Target="../ink/ink1582.xml"/><Relationship Id="rId169" Type="http://schemas.openxmlformats.org/officeDocument/2006/relationships/image" Target="../media/image2650.png"/><Relationship Id="rId4" Type="http://schemas.openxmlformats.org/officeDocument/2006/relationships/customXml" Target="../ink/ink1510.xml"/><Relationship Id="rId180" Type="http://schemas.openxmlformats.org/officeDocument/2006/relationships/customXml" Target="../ink/ink1598.xml"/><Relationship Id="rId215" Type="http://schemas.openxmlformats.org/officeDocument/2006/relationships/image" Target="../media/image93.png"/><Relationship Id="rId236" Type="http://schemas.openxmlformats.org/officeDocument/2006/relationships/customXml" Target="../ink/ink1626.xml"/><Relationship Id="rId257" Type="http://schemas.openxmlformats.org/officeDocument/2006/relationships/image" Target="../media/image3080.png"/><Relationship Id="rId278" Type="http://schemas.openxmlformats.org/officeDocument/2006/relationships/customXml" Target="../ink/ink1648.xml"/><Relationship Id="rId303" Type="http://schemas.openxmlformats.org/officeDocument/2006/relationships/customXml" Target="../ink/ink1661.xml"/><Relationship Id="rId42" Type="http://schemas.openxmlformats.org/officeDocument/2006/relationships/customXml" Target="../ink/ink1529.xml"/><Relationship Id="rId84" Type="http://schemas.openxmlformats.org/officeDocument/2006/relationships/customXml" Target="../ink/ink1550.xml"/><Relationship Id="rId138" Type="http://schemas.openxmlformats.org/officeDocument/2006/relationships/customXml" Target="../ink/ink1577.xml"/><Relationship Id="rId191" Type="http://schemas.openxmlformats.org/officeDocument/2006/relationships/image" Target="../media/image2760.png"/><Relationship Id="rId205" Type="http://schemas.openxmlformats.org/officeDocument/2006/relationships/image" Target="../media/image2830.png"/><Relationship Id="rId247" Type="http://schemas.openxmlformats.org/officeDocument/2006/relationships/image" Target="../media/image3030.png"/><Relationship Id="rId107" Type="http://schemas.openxmlformats.org/officeDocument/2006/relationships/image" Target="../media/image2340.png"/><Relationship Id="rId289" Type="http://schemas.openxmlformats.org/officeDocument/2006/relationships/image" Target="../media/image1436.png"/><Relationship Id="rId11" Type="http://schemas.openxmlformats.org/officeDocument/2006/relationships/image" Target="../media/image1860.png"/><Relationship Id="rId53" Type="http://schemas.openxmlformats.org/officeDocument/2006/relationships/image" Target="../media/image2070.png"/><Relationship Id="rId149" Type="http://schemas.openxmlformats.org/officeDocument/2006/relationships/image" Target="../media/image2550.png"/><Relationship Id="rId314" Type="http://schemas.openxmlformats.org/officeDocument/2006/relationships/customXml" Target="../ink/ink1668.xml"/><Relationship Id="rId95" Type="http://schemas.openxmlformats.org/officeDocument/2006/relationships/image" Target="../media/image2280.png"/><Relationship Id="rId160" Type="http://schemas.openxmlformats.org/officeDocument/2006/relationships/customXml" Target="../ink/ink1588.xml"/><Relationship Id="rId216" Type="http://schemas.openxmlformats.org/officeDocument/2006/relationships/customXml" Target="../ink/ink1616.xml"/><Relationship Id="rId258" Type="http://schemas.openxmlformats.org/officeDocument/2006/relationships/customXml" Target="../ink/ink1637.xml"/><Relationship Id="rId22" Type="http://schemas.openxmlformats.org/officeDocument/2006/relationships/customXml" Target="../ink/ink1519.xml"/><Relationship Id="rId64" Type="http://schemas.openxmlformats.org/officeDocument/2006/relationships/customXml" Target="../ink/ink1540.xml"/><Relationship Id="rId118" Type="http://schemas.openxmlformats.org/officeDocument/2006/relationships/customXml" Target="../ink/ink1567.xml"/><Relationship Id="rId325" Type="http://schemas.openxmlformats.org/officeDocument/2006/relationships/customXml" Target="../ink/ink1675.xml"/><Relationship Id="rId171" Type="http://schemas.openxmlformats.org/officeDocument/2006/relationships/image" Target="../media/image2660.png"/><Relationship Id="rId227" Type="http://schemas.openxmlformats.org/officeDocument/2006/relationships/image" Target="../media/image2930.png"/><Relationship Id="rId269" Type="http://schemas.openxmlformats.org/officeDocument/2006/relationships/image" Target="../media/image124.png"/><Relationship Id="rId33" Type="http://schemas.openxmlformats.org/officeDocument/2006/relationships/image" Target="../media/image1970.png"/><Relationship Id="rId129" Type="http://schemas.openxmlformats.org/officeDocument/2006/relationships/image" Target="../media/image2450.png"/><Relationship Id="rId280" Type="http://schemas.openxmlformats.org/officeDocument/2006/relationships/customXml" Target="../ink/ink1649.xml"/><Relationship Id="rId75" Type="http://schemas.openxmlformats.org/officeDocument/2006/relationships/image" Target="../media/image2180.png"/><Relationship Id="rId140" Type="http://schemas.openxmlformats.org/officeDocument/2006/relationships/customXml" Target="../ink/ink1578.xml"/><Relationship Id="rId182" Type="http://schemas.openxmlformats.org/officeDocument/2006/relationships/customXml" Target="../ink/ink1599.xml"/><Relationship Id="rId6" Type="http://schemas.openxmlformats.org/officeDocument/2006/relationships/customXml" Target="../ink/ink1511.xml"/><Relationship Id="rId238" Type="http://schemas.openxmlformats.org/officeDocument/2006/relationships/customXml" Target="../ink/ink1627.xml"/><Relationship Id="rId291" Type="http://schemas.openxmlformats.org/officeDocument/2006/relationships/customXml" Target="../ink/ink1655.xml"/><Relationship Id="rId305" Type="http://schemas.openxmlformats.org/officeDocument/2006/relationships/customXml" Target="../ink/ink1662.xml"/><Relationship Id="rId44" Type="http://schemas.openxmlformats.org/officeDocument/2006/relationships/customXml" Target="../ink/ink1530.xml"/><Relationship Id="rId86" Type="http://schemas.openxmlformats.org/officeDocument/2006/relationships/customXml" Target="../ink/ink1551.xml"/><Relationship Id="rId151" Type="http://schemas.openxmlformats.org/officeDocument/2006/relationships/image" Target="../media/image2560.png"/><Relationship Id="rId193" Type="http://schemas.openxmlformats.org/officeDocument/2006/relationships/image" Target="../media/image2770.png"/><Relationship Id="rId207" Type="http://schemas.openxmlformats.org/officeDocument/2006/relationships/image" Target="../media/image2840.png"/><Relationship Id="rId249" Type="http://schemas.openxmlformats.org/officeDocument/2006/relationships/image" Target="../media/image3040.png"/><Relationship Id="rId13" Type="http://schemas.openxmlformats.org/officeDocument/2006/relationships/image" Target="../media/image1870.png"/><Relationship Id="rId109" Type="http://schemas.openxmlformats.org/officeDocument/2006/relationships/image" Target="../media/image2350.png"/><Relationship Id="rId260" Type="http://schemas.openxmlformats.org/officeDocument/2006/relationships/customXml" Target="../ink/ink1638.xml"/><Relationship Id="rId316" Type="http://schemas.openxmlformats.org/officeDocument/2006/relationships/image" Target="../media/image770.png"/><Relationship Id="rId55" Type="http://schemas.openxmlformats.org/officeDocument/2006/relationships/image" Target="../media/image2080.png"/><Relationship Id="rId97" Type="http://schemas.openxmlformats.org/officeDocument/2006/relationships/image" Target="../media/image2290.png"/><Relationship Id="rId120" Type="http://schemas.openxmlformats.org/officeDocument/2006/relationships/customXml" Target="../ink/ink1568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20.png"/><Relationship Id="rId299" Type="http://schemas.openxmlformats.org/officeDocument/2006/relationships/image" Target="../media/image1450.png"/><Relationship Id="rId21" Type="http://schemas.openxmlformats.org/officeDocument/2006/relationships/image" Target="../media/image3240.png"/><Relationship Id="rId63" Type="http://schemas.openxmlformats.org/officeDocument/2006/relationships/image" Target="../media/image3450.png"/><Relationship Id="rId159" Type="http://schemas.openxmlformats.org/officeDocument/2006/relationships/image" Target="../media/image3930.png"/><Relationship Id="rId324" Type="http://schemas.openxmlformats.org/officeDocument/2006/relationships/image" Target="../media/image199.png"/><Relationship Id="rId170" Type="http://schemas.openxmlformats.org/officeDocument/2006/relationships/customXml" Target="../ink/ink1761.xml"/><Relationship Id="rId226" Type="http://schemas.openxmlformats.org/officeDocument/2006/relationships/customXml" Target="../ink/ink1789.xml"/><Relationship Id="rId268" Type="http://schemas.openxmlformats.org/officeDocument/2006/relationships/customXml" Target="../ink/ink1810.xml"/><Relationship Id="rId32" Type="http://schemas.openxmlformats.org/officeDocument/2006/relationships/customXml" Target="../ink/ink1692.xml"/><Relationship Id="rId74" Type="http://schemas.openxmlformats.org/officeDocument/2006/relationships/customXml" Target="../ink/ink1713.xml"/><Relationship Id="rId128" Type="http://schemas.openxmlformats.org/officeDocument/2006/relationships/customXml" Target="../ink/ink1740.xml"/><Relationship Id="rId335" Type="http://schemas.openxmlformats.org/officeDocument/2006/relationships/customXml" Target="../ink/ink1846.xml"/><Relationship Id="rId5" Type="http://schemas.openxmlformats.org/officeDocument/2006/relationships/image" Target="../media/image3160.png"/><Relationship Id="rId181" Type="http://schemas.openxmlformats.org/officeDocument/2006/relationships/image" Target="../media/image125.png"/><Relationship Id="rId237" Type="http://schemas.openxmlformats.org/officeDocument/2006/relationships/image" Target="../media/image4310.png"/><Relationship Id="rId279" Type="http://schemas.openxmlformats.org/officeDocument/2006/relationships/image" Target="../media/image4520.png"/><Relationship Id="rId43" Type="http://schemas.openxmlformats.org/officeDocument/2006/relationships/image" Target="../media/image3350.png"/><Relationship Id="rId139" Type="http://schemas.openxmlformats.org/officeDocument/2006/relationships/image" Target="../media/image3830.png"/><Relationship Id="rId290" Type="http://schemas.openxmlformats.org/officeDocument/2006/relationships/customXml" Target="../ink/ink1821.xml"/><Relationship Id="rId304" Type="http://schemas.openxmlformats.org/officeDocument/2006/relationships/customXml" Target="../ink/ink1828.xml"/><Relationship Id="rId346" Type="http://schemas.openxmlformats.org/officeDocument/2006/relationships/customXml" Target="../ink/ink1853.xml"/><Relationship Id="rId85" Type="http://schemas.openxmlformats.org/officeDocument/2006/relationships/image" Target="../media/image3560.png"/><Relationship Id="rId150" Type="http://schemas.openxmlformats.org/officeDocument/2006/relationships/customXml" Target="../ink/ink1751.xml"/><Relationship Id="rId192" Type="http://schemas.openxmlformats.org/officeDocument/2006/relationships/customXml" Target="../ink/ink1772.xml"/><Relationship Id="rId206" Type="http://schemas.openxmlformats.org/officeDocument/2006/relationships/customXml" Target="../ink/ink1779.xml"/><Relationship Id="rId248" Type="http://schemas.openxmlformats.org/officeDocument/2006/relationships/customXml" Target="../ink/ink1800.xml"/><Relationship Id="rId12" Type="http://schemas.openxmlformats.org/officeDocument/2006/relationships/customXml" Target="../ink/ink1682.xml"/><Relationship Id="rId108" Type="http://schemas.openxmlformats.org/officeDocument/2006/relationships/customXml" Target="../ink/ink1730.xml"/><Relationship Id="rId315" Type="http://schemas.openxmlformats.org/officeDocument/2006/relationships/customXml" Target="../ink/ink1834.xml"/><Relationship Id="rId54" Type="http://schemas.openxmlformats.org/officeDocument/2006/relationships/customXml" Target="../ink/ink1703.xml"/><Relationship Id="rId96" Type="http://schemas.openxmlformats.org/officeDocument/2006/relationships/customXml" Target="../ink/ink1724.xml"/><Relationship Id="rId161" Type="http://schemas.openxmlformats.org/officeDocument/2006/relationships/image" Target="../media/image3940.png"/><Relationship Id="rId217" Type="http://schemas.openxmlformats.org/officeDocument/2006/relationships/image" Target="../media/image4210.png"/><Relationship Id="rId259" Type="http://schemas.openxmlformats.org/officeDocument/2006/relationships/image" Target="../media/image4420.png"/><Relationship Id="rId23" Type="http://schemas.openxmlformats.org/officeDocument/2006/relationships/image" Target="../media/image3250.png"/><Relationship Id="rId119" Type="http://schemas.openxmlformats.org/officeDocument/2006/relationships/image" Target="../media/image3730.png"/><Relationship Id="rId270" Type="http://schemas.openxmlformats.org/officeDocument/2006/relationships/customXml" Target="../ink/ink1811.xml"/><Relationship Id="rId326" Type="http://schemas.openxmlformats.org/officeDocument/2006/relationships/customXml" Target="../ink/ink1840.xml"/><Relationship Id="rId65" Type="http://schemas.openxmlformats.org/officeDocument/2006/relationships/image" Target="../media/image3460.png"/><Relationship Id="rId130" Type="http://schemas.openxmlformats.org/officeDocument/2006/relationships/customXml" Target="../ink/ink1741.xml"/><Relationship Id="rId172" Type="http://schemas.openxmlformats.org/officeDocument/2006/relationships/customXml" Target="../ink/ink1762.xml"/><Relationship Id="rId228" Type="http://schemas.openxmlformats.org/officeDocument/2006/relationships/customXml" Target="../ink/ink1790.xml"/><Relationship Id="rId281" Type="http://schemas.openxmlformats.org/officeDocument/2006/relationships/image" Target="../media/image4530.png"/><Relationship Id="rId337" Type="http://schemas.openxmlformats.org/officeDocument/2006/relationships/image" Target="../media/image1458.png"/><Relationship Id="rId34" Type="http://schemas.openxmlformats.org/officeDocument/2006/relationships/customXml" Target="../ink/ink1693.xml"/><Relationship Id="rId76" Type="http://schemas.openxmlformats.org/officeDocument/2006/relationships/customXml" Target="../ink/ink1714.xml"/><Relationship Id="rId141" Type="http://schemas.openxmlformats.org/officeDocument/2006/relationships/image" Target="../media/image3840.png"/><Relationship Id="rId7" Type="http://schemas.openxmlformats.org/officeDocument/2006/relationships/image" Target="../media/image3170.png"/><Relationship Id="rId183" Type="http://schemas.openxmlformats.org/officeDocument/2006/relationships/image" Target="../media/image4040.png"/><Relationship Id="rId239" Type="http://schemas.openxmlformats.org/officeDocument/2006/relationships/image" Target="../media/image4320.png"/><Relationship Id="rId250" Type="http://schemas.openxmlformats.org/officeDocument/2006/relationships/customXml" Target="../ink/ink1801.xml"/><Relationship Id="rId292" Type="http://schemas.openxmlformats.org/officeDocument/2006/relationships/customXml" Target="../ink/ink1822.xml"/><Relationship Id="rId306" Type="http://schemas.openxmlformats.org/officeDocument/2006/relationships/customXml" Target="../ink/ink1829.xml"/><Relationship Id="rId45" Type="http://schemas.openxmlformats.org/officeDocument/2006/relationships/image" Target="../media/image3360.png"/><Relationship Id="rId87" Type="http://schemas.openxmlformats.org/officeDocument/2006/relationships/image" Target="../media/image3570.png"/><Relationship Id="rId110" Type="http://schemas.openxmlformats.org/officeDocument/2006/relationships/customXml" Target="../ink/ink1731.xml"/><Relationship Id="rId348" Type="http://schemas.openxmlformats.org/officeDocument/2006/relationships/customXml" Target="../ink/ink1854.xml"/><Relationship Id="rId152" Type="http://schemas.openxmlformats.org/officeDocument/2006/relationships/customXml" Target="../ink/ink1752.xml"/><Relationship Id="rId194" Type="http://schemas.openxmlformats.org/officeDocument/2006/relationships/customXml" Target="../ink/ink1773.xml"/><Relationship Id="rId208" Type="http://schemas.openxmlformats.org/officeDocument/2006/relationships/customXml" Target="../ink/ink1780.xml"/><Relationship Id="rId261" Type="http://schemas.openxmlformats.org/officeDocument/2006/relationships/image" Target="../media/image4430.png"/><Relationship Id="rId14" Type="http://schemas.openxmlformats.org/officeDocument/2006/relationships/customXml" Target="../ink/ink1683.xml"/><Relationship Id="rId56" Type="http://schemas.openxmlformats.org/officeDocument/2006/relationships/customXml" Target="../ink/ink1704.xml"/><Relationship Id="rId317" Type="http://schemas.openxmlformats.org/officeDocument/2006/relationships/customXml" Target="../ink/ink1835.xml"/><Relationship Id="rId8" Type="http://schemas.openxmlformats.org/officeDocument/2006/relationships/customXml" Target="../ink/ink1680.xml"/><Relationship Id="rId98" Type="http://schemas.openxmlformats.org/officeDocument/2006/relationships/customXml" Target="../ink/ink1725.xml"/><Relationship Id="rId121" Type="http://schemas.openxmlformats.org/officeDocument/2006/relationships/image" Target="../media/image3740.png"/><Relationship Id="rId142" Type="http://schemas.openxmlformats.org/officeDocument/2006/relationships/customXml" Target="../ink/ink1747.xml"/><Relationship Id="rId163" Type="http://schemas.openxmlformats.org/officeDocument/2006/relationships/image" Target="../media/image3950.png"/><Relationship Id="rId184" Type="http://schemas.openxmlformats.org/officeDocument/2006/relationships/customXml" Target="../ink/ink1768.xml"/><Relationship Id="rId219" Type="http://schemas.openxmlformats.org/officeDocument/2006/relationships/image" Target="../media/image4220.png"/><Relationship Id="rId230" Type="http://schemas.openxmlformats.org/officeDocument/2006/relationships/customXml" Target="../ink/ink1791.xml"/><Relationship Id="rId251" Type="http://schemas.openxmlformats.org/officeDocument/2006/relationships/image" Target="../media/image4380.png"/><Relationship Id="rId25" Type="http://schemas.openxmlformats.org/officeDocument/2006/relationships/image" Target="../media/image3260.png"/><Relationship Id="rId46" Type="http://schemas.openxmlformats.org/officeDocument/2006/relationships/customXml" Target="../ink/ink1699.xml"/><Relationship Id="rId67" Type="http://schemas.openxmlformats.org/officeDocument/2006/relationships/image" Target="../media/image3470.png"/><Relationship Id="rId272" Type="http://schemas.openxmlformats.org/officeDocument/2006/relationships/customXml" Target="../ink/ink1812.xml"/><Relationship Id="rId293" Type="http://schemas.openxmlformats.org/officeDocument/2006/relationships/image" Target="../media/image4590.png"/><Relationship Id="rId307" Type="http://schemas.openxmlformats.org/officeDocument/2006/relationships/image" Target="../media/image282.png"/><Relationship Id="rId328" Type="http://schemas.openxmlformats.org/officeDocument/2006/relationships/customXml" Target="../ink/ink1841.xml"/><Relationship Id="rId349" Type="http://schemas.openxmlformats.org/officeDocument/2006/relationships/image" Target="../media/image1459.png"/><Relationship Id="rId88" Type="http://schemas.openxmlformats.org/officeDocument/2006/relationships/customXml" Target="../ink/ink1720.xml"/><Relationship Id="rId111" Type="http://schemas.openxmlformats.org/officeDocument/2006/relationships/image" Target="../media/image3690.png"/><Relationship Id="rId132" Type="http://schemas.openxmlformats.org/officeDocument/2006/relationships/customXml" Target="../ink/ink1742.xml"/><Relationship Id="rId153" Type="http://schemas.openxmlformats.org/officeDocument/2006/relationships/image" Target="../media/image3900.png"/><Relationship Id="rId174" Type="http://schemas.openxmlformats.org/officeDocument/2006/relationships/customXml" Target="../ink/ink1763.xml"/><Relationship Id="rId195" Type="http://schemas.openxmlformats.org/officeDocument/2006/relationships/image" Target="../media/image4100.png"/><Relationship Id="rId209" Type="http://schemas.openxmlformats.org/officeDocument/2006/relationships/image" Target="../media/image4170.png"/><Relationship Id="rId220" Type="http://schemas.openxmlformats.org/officeDocument/2006/relationships/customXml" Target="../ink/ink1786.xml"/><Relationship Id="rId241" Type="http://schemas.openxmlformats.org/officeDocument/2006/relationships/image" Target="../media/image4330.png"/><Relationship Id="rId15" Type="http://schemas.openxmlformats.org/officeDocument/2006/relationships/image" Target="../media/image3210.png"/><Relationship Id="rId36" Type="http://schemas.openxmlformats.org/officeDocument/2006/relationships/customXml" Target="../ink/ink1694.xml"/><Relationship Id="rId57" Type="http://schemas.openxmlformats.org/officeDocument/2006/relationships/image" Target="../media/image3420.png"/><Relationship Id="rId262" Type="http://schemas.openxmlformats.org/officeDocument/2006/relationships/customXml" Target="../ink/ink1807.xml"/><Relationship Id="rId283" Type="http://schemas.openxmlformats.org/officeDocument/2006/relationships/image" Target="../media/image4540.png"/><Relationship Id="rId318" Type="http://schemas.openxmlformats.org/officeDocument/2006/relationships/image" Target="../media/image1454.png"/><Relationship Id="rId339" Type="http://schemas.openxmlformats.org/officeDocument/2006/relationships/image" Target="../media/image204.png"/><Relationship Id="rId78" Type="http://schemas.openxmlformats.org/officeDocument/2006/relationships/customXml" Target="../ink/ink1715.xml"/><Relationship Id="rId99" Type="http://schemas.openxmlformats.org/officeDocument/2006/relationships/image" Target="../media/image3630.png"/><Relationship Id="rId101" Type="http://schemas.openxmlformats.org/officeDocument/2006/relationships/image" Target="../media/image3640.png"/><Relationship Id="rId122" Type="http://schemas.openxmlformats.org/officeDocument/2006/relationships/customXml" Target="../ink/ink1737.xml"/><Relationship Id="rId143" Type="http://schemas.openxmlformats.org/officeDocument/2006/relationships/image" Target="../media/image3850.png"/><Relationship Id="rId164" Type="http://schemas.openxmlformats.org/officeDocument/2006/relationships/customXml" Target="../ink/ink1758.xml"/><Relationship Id="rId185" Type="http://schemas.openxmlformats.org/officeDocument/2006/relationships/image" Target="../media/image4050.png"/><Relationship Id="rId350" Type="http://schemas.openxmlformats.org/officeDocument/2006/relationships/customXml" Target="../ink/ink1855.xml"/><Relationship Id="rId9" Type="http://schemas.openxmlformats.org/officeDocument/2006/relationships/image" Target="../media/image3180.png"/><Relationship Id="rId210" Type="http://schemas.openxmlformats.org/officeDocument/2006/relationships/customXml" Target="../ink/ink1781.xml"/><Relationship Id="rId26" Type="http://schemas.openxmlformats.org/officeDocument/2006/relationships/customXml" Target="../ink/ink1689.xml"/><Relationship Id="rId231" Type="http://schemas.openxmlformats.org/officeDocument/2006/relationships/image" Target="../media/image4280.png"/><Relationship Id="rId252" Type="http://schemas.openxmlformats.org/officeDocument/2006/relationships/customXml" Target="../ink/ink1802.xml"/><Relationship Id="rId273" Type="http://schemas.openxmlformats.org/officeDocument/2006/relationships/image" Target="../media/image4490.png"/><Relationship Id="rId294" Type="http://schemas.openxmlformats.org/officeDocument/2006/relationships/customXml" Target="../ink/ink1823.xml"/><Relationship Id="rId308" Type="http://schemas.openxmlformats.org/officeDocument/2006/relationships/customXml" Target="../ink/ink1830.xml"/><Relationship Id="rId329" Type="http://schemas.openxmlformats.org/officeDocument/2006/relationships/customXml" Target="../ink/ink1842.xml"/><Relationship Id="rId47" Type="http://schemas.openxmlformats.org/officeDocument/2006/relationships/image" Target="../media/image3370.png"/><Relationship Id="rId68" Type="http://schemas.openxmlformats.org/officeDocument/2006/relationships/customXml" Target="../ink/ink1710.xml"/><Relationship Id="rId89" Type="http://schemas.openxmlformats.org/officeDocument/2006/relationships/image" Target="../media/image3580.png"/><Relationship Id="rId112" Type="http://schemas.openxmlformats.org/officeDocument/2006/relationships/customXml" Target="../ink/ink1732.xml"/><Relationship Id="rId133" Type="http://schemas.openxmlformats.org/officeDocument/2006/relationships/image" Target="../media/image3800.png"/><Relationship Id="rId154" Type="http://schemas.openxmlformats.org/officeDocument/2006/relationships/customXml" Target="../ink/ink1753.xml"/><Relationship Id="rId175" Type="http://schemas.openxmlformats.org/officeDocument/2006/relationships/image" Target="../media/image4010.png"/><Relationship Id="rId340" Type="http://schemas.openxmlformats.org/officeDocument/2006/relationships/customXml" Target="../ink/ink1849.xml"/><Relationship Id="rId196" Type="http://schemas.openxmlformats.org/officeDocument/2006/relationships/customXml" Target="../ink/ink1774.xml"/><Relationship Id="rId200" Type="http://schemas.openxmlformats.org/officeDocument/2006/relationships/customXml" Target="../ink/ink1776.xml"/><Relationship Id="rId16" Type="http://schemas.openxmlformats.org/officeDocument/2006/relationships/customXml" Target="../ink/ink1684.xml"/><Relationship Id="rId221" Type="http://schemas.openxmlformats.org/officeDocument/2006/relationships/image" Target="../media/image4230.png"/><Relationship Id="rId242" Type="http://schemas.openxmlformats.org/officeDocument/2006/relationships/customXml" Target="../ink/ink1797.xml"/><Relationship Id="rId263" Type="http://schemas.openxmlformats.org/officeDocument/2006/relationships/image" Target="../media/image4440.png"/><Relationship Id="rId284" Type="http://schemas.openxmlformats.org/officeDocument/2006/relationships/customXml" Target="../ink/ink1818.xml"/><Relationship Id="rId319" Type="http://schemas.openxmlformats.org/officeDocument/2006/relationships/customXml" Target="../ink/ink1836.xml"/><Relationship Id="rId37" Type="http://schemas.openxmlformats.org/officeDocument/2006/relationships/image" Target="../media/image3320.png"/><Relationship Id="rId58" Type="http://schemas.openxmlformats.org/officeDocument/2006/relationships/customXml" Target="../ink/ink1705.xml"/><Relationship Id="rId79" Type="http://schemas.openxmlformats.org/officeDocument/2006/relationships/image" Target="../media/image3530.png"/><Relationship Id="rId102" Type="http://schemas.openxmlformats.org/officeDocument/2006/relationships/customXml" Target="../ink/ink1727.xml"/><Relationship Id="rId123" Type="http://schemas.openxmlformats.org/officeDocument/2006/relationships/image" Target="../media/image3750.png"/><Relationship Id="rId144" Type="http://schemas.openxmlformats.org/officeDocument/2006/relationships/customXml" Target="../ink/ink1748.xml"/><Relationship Id="rId330" Type="http://schemas.openxmlformats.org/officeDocument/2006/relationships/customXml" Target="../ink/ink1843.xml"/><Relationship Id="rId90" Type="http://schemas.openxmlformats.org/officeDocument/2006/relationships/customXml" Target="../ink/ink1721.xml"/><Relationship Id="rId165" Type="http://schemas.openxmlformats.org/officeDocument/2006/relationships/image" Target="../media/image3960.png"/><Relationship Id="rId186" Type="http://schemas.openxmlformats.org/officeDocument/2006/relationships/customXml" Target="../ink/ink1769.xml"/><Relationship Id="rId351" Type="http://schemas.openxmlformats.org/officeDocument/2006/relationships/customXml" Target="../ink/ink1856.xml"/><Relationship Id="rId211" Type="http://schemas.openxmlformats.org/officeDocument/2006/relationships/image" Target="../media/image4180.png"/><Relationship Id="rId232" Type="http://schemas.openxmlformats.org/officeDocument/2006/relationships/customXml" Target="../ink/ink1792.xml"/><Relationship Id="rId253" Type="http://schemas.openxmlformats.org/officeDocument/2006/relationships/image" Target="../media/image4390.png"/><Relationship Id="rId274" Type="http://schemas.openxmlformats.org/officeDocument/2006/relationships/customXml" Target="../ink/ink1813.xml"/><Relationship Id="rId295" Type="http://schemas.openxmlformats.org/officeDocument/2006/relationships/image" Target="../media/image4600.png"/><Relationship Id="rId309" Type="http://schemas.openxmlformats.org/officeDocument/2006/relationships/customXml" Target="../ink/ink1831.xml"/><Relationship Id="rId27" Type="http://schemas.openxmlformats.org/officeDocument/2006/relationships/image" Target="../media/image3270.png"/><Relationship Id="rId48" Type="http://schemas.openxmlformats.org/officeDocument/2006/relationships/customXml" Target="../ink/ink1700.xml"/><Relationship Id="rId69" Type="http://schemas.openxmlformats.org/officeDocument/2006/relationships/image" Target="../media/image3480.png"/><Relationship Id="rId113" Type="http://schemas.openxmlformats.org/officeDocument/2006/relationships/image" Target="../media/image3700.png"/><Relationship Id="rId134" Type="http://schemas.openxmlformats.org/officeDocument/2006/relationships/customXml" Target="../ink/ink1743.xml"/><Relationship Id="rId320" Type="http://schemas.openxmlformats.org/officeDocument/2006/relationships/image" Target="../media/image1455.png"/><Relationship Id="rId80" Type="http://schemas.openxmlformats.org/officeDocument/2006/relationships/customXml" Target="../ink/ink1716.xml"/><Relationship Id="rId155" Type="http://schemas.openxmlformats.org/officeDocument/2006/relationships/image" Target="../media/image3910.png"/><Relationship Id="rId176" Type="http://schemas.openxmlformats.org/officeDocument/2006/relationships/customXml" Target="../ink/ink1764.xml"/><Relationship Id="rId197" Type="http://schemas.openxmlformats.org/officeDocument/2006/relationships/image" Target="../media/image4110.png"/><Relationship Id="rId341" Type="http://schemas.openxmlformats.org/officeDocument/2006/relationships/image" Target="../media/image1099.png"/><Relationship Id="rId201" Type="http://schemas.openxmlformats.org/officeDocument/2006/relationships/image" Target="../media/image4130.png"/><Relationship Id="rId222" Type="http://schemas.openxmlformats.org/officeDocument/2006/relationships/customXml" Target="../ink/ink1787.xml"/><Relationship Id="rId243" Type="http://schemas.openxmlformats.org/officeDocument/2006/relationships/image" Target="../media/image4340.png"/><Relationship Id="rId264" Type="http://schemas.openxmlformats.org/officeDocument/2006/relationships/customXml" Target="../ink/ink1808.xml"/><Relationship Id="rId285" Type="http://schemas.openxmlformats.org/officeDocument/2006/relationships/image" Target="../media/image4550.png"/><Relationship Id="rId17" Type="http://schemas.openxmlformats.org/officeDocument/2006/relationships/image" Target="../media/image3220.png"/><Relationship Id="rId38" Type="http://schemas.openxmlformats.org/officeDocument/2006/relationships/customXml" Target="../ink/ink1695.xml"/><Relationship Id="rId59" Type="http://schemas.openxmlformats.org/officeDocument/2006/relationships/image" Target="../media/image3430.png"/><Relationship Id="rId103" Type="http://schemas.openxmlformats.org/officeDocument/2006/relationships/image" Target="../media/image3650.png"/><Relationship Id="rId124" Type="http://schemas.openxmlformats.org/officeDocument/2006/relationships/customXml" Target="../ink/ink1738.xml"/><Relationship Id="rId310" Type="http://schemas.openxmlformats.org/officeDocument/2006/relationships/image" Target="../media/image208.png"/><Relationship Id="rId70" Type="http://schemas.openxmlformats.org/officeDocument/2006/relationships/customXml" Target="../ink/ink1711.xml"/><Relationship Id="rId91" Type="http://schemas.openxmlformats.org/officeDocument/2006/relationships/image" Target="../media/image3590.png"/><Relationship Id="rId145" Type="http://schemas.openxmlformats.org/officeDocument/2006/relationships/image" Target="../media/image3860.png"/><Relationship Id="rId166" Type="http://schemas.openxmlformats.org/officeDocument/2006/relationships/customXml" Target="../ink/ink1759.xml"/><Relationship Id="rId187" Type="http://schemas.openxmlformats.org/officeDocument/2006/relationships/image" Target="../media/image4060.png"/><Relationship Id="rId331" Type="http://schemas.openxmlformats.org/officeDocument/2006/relationships/image" Target="../media/image21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82.xml"/><Relationship Id="rId233" Type="http://schemas.openxmlformats.org/officeDocument/2006/relationships/image" Target="../media/image4290.png"/><Relationship Id="rId254" Type="http://schemas.openxmlformats.org/officeDocument/2006/relationships/customXml" Target="../ink/ink1803.xml"/><Relationship Id="rId28" Type="http://schemas.openxmlformats.org/officeDocument/2006/relationships/customXml" Target="../ink/ink1690.xml"/><Relationship Id="rId49" Type="http://schemas.openxmlformats.org/officeDocument/2006/relationships/image" Target="../media/image3380.png"/><Relationship Id="rId114" Type="http://schemas.openxmlformats.org/officeDocument/2006/relationships/customXml" Target="../ink/ink1733.xml"/><Relationship Id="rId275" Type="http://schemas.openxmlformats.org/officeDocument/2006/relationships/image" Target="../media/image4500.png"/><Relationship Id="rId296" Type="http://schemas.openxmlformats.org/officeDocument/2006/relationships/customXml" Target="../ink/ink1824.xml"/><Relationship Id="rId300" Type="http://schemas.openxmlformats.org/officeDocument/2006/relationships/customXml" Target="../ink/ink1826.xml"/><Relationship Id="rId60" Type="http://schemas.openxmlformats.org/officeDocument/2006/relationships/customXml" Target="../ink/ink1706.xml"/><Relationship Id="rId81" Type="http://schemas.openxmlformats.org/officeDocument/2006/relationships/image" Target="../media/image3540.png"/><Relationship Id="rId135" Type="http://schemas.openxmlformats.org/officeDocument/2006/relationships/image" Target="../media/image3810.png"/><Relationship Id="rId156" Type="http://schemas.openxmlformats.org/officeDocument/2006/relationships/customXml" Target="../ink/ink1754.xml"/><Relationship Id="rId177" Type="http://schemas.openxmlformats.org/officeDocument/2006/relationships/image" Target="../media/image4020.png"/><Relationship Id="rId198" Type="http://schemas.openxmlformats.org/officeDocument/2006/relationships/customXml" Target="../ink/ink1775.xml"/><Relationship Id="rId321" Type="http://schemas.openxmlformats.org/officeDocument/2006/relationships/customXml" Target="../ink/ink1837.xml"/><Relationship Id="rId342" Type="http://schemas.openxmlformats.org/officeDocument/2006/relationships/customXml" Target="../ink/ink1850.xml"/><Relationship Id="rId202" Type="http://schemas.openxmlformats.org/officeDocument/2006/relationships/customXml" Target="../ink/ink1777.xml"/><Relationship Id="rId223" Type="http://schemas.openxmlformats.org/officeDocument/2006/relationships/image" Target="../media/image4240.png"/><Relationship Id="rId244" Type="http://schemas.openxmlformats.org/officeDocument/2006/relationships/customXml" Target="../ink/ink1798.xml"/><Relationship Id="rId18" Type="http://schemas.openxmlformats.org/officeDocument/2006/relationships/customXml" Target="../ink/ink1685.xml"/><Relationship Id="rId39" Type="http://schemas.openxmlformats.org/officeDocument/2006/relationships/image" Target="../media/image3330.png"/><Relationship Id="rId265" Type="http://schemas.openxmlformats.org/officeDocument/2006/relationships/image" Target="../media/image4450.png"/><Relationship Id="rId286" Type="http://schemas.openxmlformats.org/officeDocument/2006/relationships/customXml" Target="../ink/ink1819.xml"/><Relationship Id="rId50" Type="http://schemas.openxmlformats.org/officeDocument/2006/relationships/customXml" Target="../ink/ink1701.xml"/><Relationship Id="rId104" Type="http://schemas.openxmlformats.org/officeDocument/2006/relationships/customXml" Target="../ink/ink1728.xml"/><Relationship Id="rId125" Type="http://schemas.openxmlformats.org/officeDocument/2006/relationships/image" Target="../media/image3760.png"/><Relationship Id="rId146" Type="http://schemas.openxmlformats.org/officeDocument/2006/relationships/customXml" Target="../ink/ink1749.xml"/><Relationship Id="rId167" Type="http://schemas.openxmlformats.org/officeDocument/2006/relationships/image" Target="../media/image3970.png"/><Relationship Id="rId188" Type="http://schemas.openxmlformats.org/officeDocument/2006/relationships/customXml" Target="../ink/ink1770.xml"/><Relationship Id="rId311" Type="http://schemas.openxmlformats.org/officeDocument/2006/relationships/customXml" Target="../ink/ink1832.xml"/><Relationship Id="rId332" Type="http://schemas.openxmlformats.org/officeDocument/2006/relationships/customXml" Target="../ink/ink1844.xml"/><Relationship Id="rId71" Type="http://schemas.openxmlformats.org/officeDocument/2006/relationships/image" Target="../media/image3490.png"/><Relationship Id="rId92" Type="http://schemas.openxmlformats.org/officeDocument/2006/relationships/customXml" Target="../ink/ink1722.xml"/><Relationship Id="rId213" Type="http://schemas.openxmlformats.org/officeDocument/2006/relationships/image" Target="../media/image4190.png"/><Relationship Id="rId234" Type="http://schemas.openxmlformats.org/officeDocument/2006/relationships/customXml" Target="../ink/ink1793.xml"/><Relationship Id="rId2" Type="http://schemas.openxmlformats.org/officeDocument/2006/relationships/customXml" Target="../ink/ink1677.xml"/><Relationship Id="rId29" Type="http://schemas.openxmlformats.org/officeDocument/2006/relationships/image" Target="../media/image3280.png"/><Relationship Id="rId255" Type="http://schemas.openxmlformats.org/officeDocument/2006/relationships/image" Target="../media/image4400.png"/><Relationship Id="rId276" Type="http://schemas.openxmlformats.org/officeDocument/2006/relationships/customXml" Target="../ink/ink1814.xml"/><Relationship Id="rId297" Type="http://schemas.openxmlformats.org/officeDocument/2006/relationships/image" Target="../media/image4610.png"/><Relationship Id="rId40" Type="http://schemas.openxmlformats.org/officeDocument/2006/relationships/customXml" Target="../ink/ink1696.xml"/><Relationship Id="rId115" Type="http://schemas.openxmlformats.org/officeDocument/2006/relationships/image" Target="../media/image3710.png"/><Relationship Id="rId136" Type="http://schemas.openxmlformats.org/officeDocument/2006/relationships/customXml" Target="../ink/ink1744.xml"/><Relationship Id="rId157" Type="http://schemas.openxmlformats.org/officeDocument/2006/relationships/image" Target="../media/image3920.png"/><Relationship Id="rId178" Type="http://schemas.openxmlformats.org/officeDocument/2006/relationships/customXml" Target="../ink/ink1765.xml"/><Relationship Id="rId301" Type="http://schemas.openxmlformats.org/officeDocument/2006/relationships/image" Target="../media/image1430.png"/><Relationship Id="rId322" Type="http://schemas.openxmlformats.org/officeDocument/2006/relationships/image" Target="../media/image1456.png"/><Relationship Id="rId343" Type="http://schemas.openxmlformats.org/officeDocument/2006/relationships/customXml" Target="../ink/ink1851.xml"/><Relationship Id="rId61" Type="http://schemas.openxmlformats.org/officeDocument/2006/relationships/image" Target="../media/image3440.png"/><Relationship Id="rId82" Type="http://schemas.openxmlformats.org/officeDocument/2006/relationships/customXml" Target="../ink/ink1717.xml"/><Relationship Id="rId199" Type="http://schemas.openxmlformats.org/officeDocument/2006/relationships/image" Target="../media/image4120.png"/><Relationship Id="rId203" Type="http://schemas.openxmlformats.org/officeDocument/2006/relationships/image" Target="../media/image4140.png"/><Relationship Id="rId19" Type="http://schemas.openxmlformats.org/officeDocument/2006/relationships/image" Target="../media/image3230.png"/><Relationship Id="rId224" Type="http://schemas.openxmlformats.org/officeDocument/2006/relationships/customXml" Target="../ink/ink1788.xml"/><Relationship Id="rId245" Type="http://schemas.openxmlformats.org/officeDocument/2006/relationships/image" Target="../media/image4350.png"/><Relationship Id="rId266" Type="http://schemas.openxmlformats.org/officeDocument/2006/relationships/customXml" Target="../ink/ink1809.xml"/><Relationship Id="rId287" Type="http://schemas.openxmlformats.org/officeDocument/2006/relationships/image" Target="../media/image4560.png"/><Relationship Id="rId30" Type="http://schemas.openxmlformats.org/officeDocument/2006/relationships/customXml" Target="../ink/ink1691.xml"/><Relationship Id="rId105" Type="http://schemas.openxmlformats.org/officeDocument/2006/relationships/image" Target="../media/image3660.png"/><Relationship Id="rId126" Type="http://schemas.openxmlformats.org/officeDocument/2006/relationships/customXml" Target="../ink/ink1739.xml"/><Relationship Id="rId147" Type="http://schemas.openxmlformats.org/officeDocument/2006/relationships/image" Target="../media/image3870.png"/><Relationship Id="rId168" Type="http://schemas.openxmlformats.org/officeDocument/2006/relationships/customXml" Target="../ink/ink1760.xml"/><Relationship Id="rId312" Type="http://schemas.openxmlformats.org/officeDocument/2006/relationships/image" Target="../media/image1451.png"/><Relationship Id="rId333" Type="http://schemas.openxmlformats.org/officeDocument/2006/relationships/customXml" Target="../ink/ink1845.xml"/><Relationship Id="rId51" Type="http://schemas.openxmlformats.org/officeDocument/2006/relationships/image" Target="../media/image3390.png"/><Relationship Id="rId72" Type="http://schemas.openxmlformats.org/officeDocument/2006/relationships/customXml" Target="../ink/ink1712.xml"/><Relationship Id="rId93" Type="http://schemas.openxmlformats.org/officeDocument/2006/relationships/image" Target="../media/image3600.png"/><Relationship Id="rId189" Type="http://schemas.openxmlformats.org/officeDocument/2006/relationships/image" Target="../media/image4070.png"/><Relationship Id="rId3" Type="http://schemas.openxmlformats.org/officeDocument/2006/relationships/image" Target="../media/image3150.png"/><Relationship Id="rId214" Type="http://schemas.openxmlformats.org/officeDocument/2006/relationships/customXml" Target="../ink/ink1783.xml"/><Relationship Id="rId235" Type="http://schemas.openxmlformats.org/officeDocument/2006/relationships/image" Target="../media/image4300.png"/><Relationship Id="rId256" Type="http://schemas.openxmlformats.org/officeDocument/2006/relationships/customXml" Target="../ink/ink1804.xml"/><Relationship Id="rId277" Type="http://schemas.openxmlformats.org/officeDocument/2006/relationships/image" Target="../media/image4510.png"/><Relationship Id="rId298" Type="http://schemas.openxmlformats.org/officeDocument/2006/relationships/customXml" Target="../ink/ink1825.xml"/><Relationship Id="rId116" Type="http://schemas.openxmlformats.org/officeDocument/2006/relationships/customXml" Target="../ink/ink1734.xml"/><Relationship Id="rId137" Type="http://schemas.openxmlformats.org/officeDocument/2006/relationships/image" Target="../media/image3820.png"/><Relationship Id="rId158" Type="http://schemas.openxmlformats.org/officeDocument/2006/relationships/customXml" Target="../ink/ink1755.xml"/><Relationship Id="rId302" Type="http://schemas.openxmlformats.org/officeDocument/2006/relationships/customXml" Target="../ink/ink1827.xml"/><Relationship Id="rId323" Type="http://schemas.openxmlformats.org/officeDocument/2006/relationships/customXml" Target="../ink/ink1838.xml"/><Relationship Id="rId344" Type="http://schemas.openxmlformats.org/officeDocument/2006/relationships/image" Target="../media/image992.png"/><Relationship Id="rId20" Type="http://schemas.openxmlformats.org/officeDocument/2006/relationships/customXml" Target="../ink/ink1686.xml"/><Relationship Id="rId41" Type="http://schemas.openxmlformats.org/officeDocument/2006/relationships/image" Target="../media/image3340.png"/><Relationship Id="rId62" Type="http://schemas.openxmlformats.org/officeDocument/2006/relationships/customXml" Target="../ink/ink1707.xml"/><Relationship Id="rId83" Type="http://schemas.openxmlformats.org/officeDocument/2006/relationships/image" Target="../media/image3550.png"/><Relationship Id="rId179" Type="http://schemas.openxmlformats.org/officeDocument/2006/relationships/image" Target="../media/image4030.png"/><Relationship Id="rId190" Type="http://schemas.openxmlformats.org/officeDocument/2006/relationships/customXml" Target="../ink/ink1771.xml"/><Relationship Id="rId204" Type="http://schemas.openxmlformats.org/officeDocument/2006/relationships/customXml" Target="../ink/ink1778.xml"/><Relationship Id="rId225" Type="http://schemas.openxmlformats.org/officeDocument/2006/relationships/image" Target="../media/image4250.png"/><Relationship Id="rId246" Type="http://schemas.openxmlformats.org/officeDocument/2006/relationships/customXml" Target="../ink/ink1799.xml"/><Relationship Id="rId267" Type="http://schemas.openxmlformats.org/officeDocument/2006/relationships/image" Target="../media/image4460.png"/><Relationship Id="rId288" Type="http://schemas.openxmlformats.org/officeDocument/2006/relationships/customXml" Target="../ink/ink1820.xml"/><Relationship Id="rId106" Type="http://schemas.openxmlformats.org/officeDocument/2006/relationships/customXml" Target="../ink/ink1729.xml"/><Relationship Id="rId127" Type="http://schemas.openxmlformats.org/officeDocument/2006/relationships/image" Target="../media/image3770.png"/><Relationship Id="rId313" Type="http://schemas.openxmlformats.org/officeDocument/2006/relationships/customXml" Target="../ink/ink1833.xml"/><Relationship Id="rId10" Type="http://schemas.openxmlformats.org/officeDocument/2006/relationships/customXml" Target="../ink/ink1681.xml"/><Relationship Id="rId31" Type="http://schemas.openxmlformats.org/officeDocument/2006/relationships/image" Target="../media/image3290.png"/><Relationship Id="rId52" Type="http://schemas.openxmlformats.org/officeDocument/2006/relationships/customXml" Target="../ink/ink1702.xml"/><Relationship Id="rId73" Type="http://schemas.openxmlformats.org/officeDocument/2006/relationships/image" Target="../media/image3500.png"/><Relationship Id="rId94" Type="http://schemas.openxmlformats.org/officeDocument/2006/relationships/customXml" Target="../ink/ink1723.xml"/><Relationship Id="rId148" Type="http://schemas.openxmlformats.org/officeDocument/2006/relationships/customXml" Target="../ink/ink1750.xml"/><Relationship Id="rId169" Type="http://schemas.openxmlformats.org/officeDocument/2006/relationships/image" Target="../media/image3980.png"/><Relationship Id="rId334" Type="http://schemas.openxmlformats.org/officeDocument/2006/relationships/image" Target="../media/image817.png"/><Relationship Id="rId4" Type="http://schemas.openxmlformats.org/officeDocument/2006/relationships/customXml" Target="../ink/ink1678.xml"/><Relationship Id="rId180" Type="http://schemas.openxmlformats.org/officeDocument/2006/relationships/customXml" Target="../ink/ink1766.xml"/><Relationship Id="rId215" Type="http://schemas.openxmlformats.org/officeDocument/2006/relationships/image" Target="../media/image4200.png"/><Relationship Id="rId236" Type="http://schemas.openxmlformats.org/officeDocument/2006/relationships/customXml" Target="../ink/ink1794.xml"/><Relationship Id="rId257" Type="http://schemas.openxmlformats.org/officeDocument/2006/relationships/image" Target="../media/image4410.png"/><Relationship Id="rId278" Type="http://schemas.openxmlformats.org/officeDocument/2006/relationships/customXml" Target="../ink/ink1815.xml"/><Relationship Id="rId303" Type="http://schemas.openxmlformats.org/officeDocument/2006/relationships/image" Target="../media/image200.png"/><Relationship Id="rId42" Type="http://schemas.openxmlformats.org/officeDocument/2006/relationships/customXml" Target="../ink/ink1697.xml"/><Relationship Id="rId84" Type="http://schemas.openxmlformats.org/officeDocument/2006/relationships/customXml" Target="../ink/ink1718.xml"/><Relationship Id="rId138" Type="http://schemas.openxmlformats.org/officeDocument/2006/relationships/customXml" Target="../ink/ink1745.xml"/><Relationship Id="rId345" Type="http://schemas.openxmlformats.org/officeDocument/2006/relationships/customXml" Target="../ink/ink1852.xml"/><Relationship Id="rId191" Type="http://schemas.openxmlformats.org/officeDocument/2006/relationships/image" Target="../media/image4080.png"/><Relationship Id="rId205" Type="http://schemas.openxmlformats.org/officeDocument/2006/relationships/image" Target="../media/image4150.png"/><Relationship Id="rId247" Type="http://schemas.openxmlformats.org/officeDocument/2006/relationships/image" Target="../media/image4360.png"/><Relationship Id="rId107" Type="http://schemas.openxmlformats.org/officeDocument/2006/relationships/image" Target="../media/image3670.png"/><Relationship Id="rId289" Type="http://schemas.openxmlformats.org/officeDocument/2006/relationships/image" Target="../media/image4570.png"/><Relationship Id="rId11" Type="http://schemas.openxmlformats.org/officeDocument/2006/relationships/image" Target="../media/image3190.png"/><Relationship Id="rId53" Type="http://schemas.openxmlformats.org/officeDocument/2006/relationships/image" Target="../media/image3400.png"/><Relationship Id="rId149" Type="http://schemas.openxmlformats.org/officeDocument/2006/relationships/image" Target="../media/image3880.png"/><Relationship Id="rId314" Type="http://schemas.openxmlformats.org/officeDocument/2006/relationships/image" Target="../media/image1452.png"/><Relationship Id="rId95" Type="http://schemas.openxmlformats.org/officeDocument/2006/relationships/image" Target="../media/image3610.png"/><Relationship Id="rId160" Type="http://schemas.openxmlformats.org/officeDocument/2006/relationships/customXml" Target="../ink/ink1756.xml"/><Relationship Id="rId216" Type="http://schemas.openxmlformats.org/officeDocument/2006/relationships/customXml" Target="../ink/ink1784.xml"/><Relationship Id="rId258" Type="http://schemas.openxmlformats.org/officeDocument/2006/relationships/customXml" Target="../ink/ink1805.xml"/><Relationship Id="rId22" Type="http://schemas.openxmlformats.org/officeDocument/2006/relationships/customXml" Target="../ink/ink1687.xml"/><Relationship Id="rId64" Type="http://schemas.openxmlformats.org/officeDocument/2006/relationships/customXml" Target="../ink/ink1708.xml"/><Relationship Id="rId118" Type="http://schemas.openxmlformats.org/officeDocument/2006/relationships/customXml" Target="../ink/ink1735.xml"/><Relationship Id="rId325" Type="http://schemas.openxmlformats.org/officeDocument/2006/relationships/customXml" Target="../ink/ink1839.xml"/><Relationship Id="rId171" Type="http://schemas.openxmlformats.org/officeDocument/2006/relationships/image" Target="../media/image3990.png"/><Relationship Id="rId227" Type="http://schemas.openxmlformats.org/officeDocument/2006/relationships/image" Target="../media/image4260.png"/><Relationship Id="rId269" Type="http://schemas.openxmlformats.org/officeDocument/2006/relationships/image" Target="../media/image4470.png"/><Relationship Id="rId33" Type="http://schemas.openxmlformats.org/officeDocument/2006/relationships/image" Target="../media/image3300.png"/><Relationship Id="rId129" Type="http://schemas.openxmlformats.org/officeDocument/2006/relationships/image" Target="../media/image3780.png"/><Relationship Id="rId280" Type="http://schemas.openxmlformats.org/officeDocument/2006/relationships/customXml" Target="../ink/ink1816.xml"/><Relationship Id="rId336" Type="http://schemas.openxmlformats.org/officeDocument/2006/relationships/customXml" Target="../ink/ink1847.xml"/><Relationship Id="rId75" Type="http://schemas.openxmlformats.org/officeDocument/2006/relationships/image" Target="../media/image3510.png"/><Relationship Id="rId140" Type="http://schemas.openxmlformats.org/officeDocument/2006/relationships/customXml" Target="../ink/ink1746.xml"/><Relationship Id="rId182" Type="http://schemas.openxmlformats.org/officeDocument/2006/relationships/customXml" Target="../ink/ink1767.xml"/><Relationship Id="rId6" Type="http://schemas.openxmlformats.org/officeDocument/2006/relationships/customXml" Target="../ink/ink1679.xml"/><Relationship Id="rId238" Type="http://schemas.openxmlformats.org/officeDocument/2006/relationships/customXml" Target="../ink/ink1795.xml"/><Relationship Id="rId291" Type="http://schemas.openxmlformats.org/officeDocument/2006/relationships/image" Target="../media/image4580.png"/><Relationship Id="rId305" Type="http://schemas.openxmlformats.org/officeDocument/2006/relationships/image" Target="../media/image203.png"/><Relationship Id="rId347" Type="http://schemas.openxmlformats.org/officeDocument/2006/relationships/image" Target="../media/image201.png"/><Relationship Id="rId44" Type="http://schemas.openxmlformats.org/officeDocument/2006/relationships/customXml" Target="../ink/ink1698.xml"/><Relationship Id="rId86" Type="http://schemas.openxmlformats.org/officeDocument/2006/relationships/customXml" Target="../ink/ink1719.xml"/><Relationship Id="rId151" Type="http://schemas.openxmlformats.org/officeDocument/2006/relationships/image" Target="../media/image3890.png"/><Relationship Id="rId193" Type="http://schemas.openxmlformats.org/officeDocument/2006/relationships/image" Target="../media/image4090.png"/><Relationship Id="rId207" Type="http://schemas.openxmlformats.org/officeDocument/2006/relationships/image" Target="../media/image4160.png"/><Relationship Id="rId249" Type="http://schemas.openxmlformats.org/officeDocument/2006/relationships/image" Target="../media/image4370.png"/><Relationship Id="rId13" Type="http://schemas.openxmlformats.org/officeDocument/2006/relationships/image" Target="../media/image3200.png"/><Relationship Id="rId109" Type="http://schemas.openxmlformats.org/officeDocument/2006/relationships/image" Target="../media/image3680.png"/><Relationship Id="rId260" Type="http://schemas.openxmlformats.org/officeDocument/2006/relationships/customXml" Target="../ink/ink1806.xml"/><Relationship Id="rId316" Type="http://schemas.openxmlformats.org/officeDocument/2006/relationships/image" Target="../media/image1453.png"/><Relationship Id="rId55" Type="http://schemas.openxmlformats.org/officeDocument/2006/relationships/image" Target="../media/image3410.png"/><Relationship Id="rId97" Type="http://schemas.openxmlformats.org/officeDocument/2006/relationships/image" Target="../media/image3620.png"/><Relationship Id="rId120" Type="http://schemas.openxmlformats.org/officeDocument/2006/relationships/customXml" Target="../ink/ink1736.xml"/><Relationship Id="rId162" Type="http://schemas.openxmlformats.org/officeDocument/2006/relationships/customXml" Target="../ink/ink1757.xml"/><Relationship Id="rId218" Type="http://schemas.openxmlformats.org/officeDocument/2006/relationships/customXml" Target="../ink/ink1785.xml"/><Relationship Id="rId271" Type="http://schemas.openxmlformats.org/officeDocument/2006/relationships/image" Target="../media/image4480.png"/><Relationship Id="rId24" Type="http://schemas.openxmlformats.org/officeDocument/2006/relationships/customXml" Target="../ink/ink1688.xml"/><Relationship Id="rId66" Type="http://schemas.openxmlformats.org/officeDocument/2006/relationships/customXml" Target="../ink/ink1709.xml"/><Relationship Id="rId131" Type="http://schemas.openxmlformats.org/officeDocument/2006/relationships/image" Target="../media/image3790.png"/><Relationship Id="rId327" Type="http://schemas.openxmlformats.org/officeDocument/2006/relationships/image" Target="../media/image1457.png"/><Relationship Id="rId173" Type="http://schemas.openxmlformats.org/officeDocument/2006/relationships/image" Target="../media/image4000.png"/><Relationship Id="rId229" Type="http://schemas.openxmlformats.org/officeDocument/2006/relationships/image" Target="../media/image4270.png"/><Relationship Id="rId240" Type="http://schemas.openxmlformats.org/officeDocument/2006/relationships/customXml" Target="../ink/ink1796.xml"/><Relationship Id="rId35" Type="http://schemas.openxmlformats.org/officeDocument/2006/relationships/image" Target="../media/image3310.png"/><Relationship Id="rId77" Type="http://schemas.openxmlformats.org/officeDocument/2006/relationships/image" Target="../media/image3520.png"/><Relationship Id="rId100" Type="http://schemas.openxmlformats.org/officeDocument/2006/relationships/customXml" Target="../ink/ink1726.xml"/><Relationship Id="rId282" Type="http://schemas.openxmlformats.org/officeDocument/2006/relationships/customXml" Target="../ink/ink1817.xml"/><Relationship Id="rId338" Type="http://schemas.openxmlformats.org/officeDocument/2006/relationships/customXml" Target="../ink/ink1848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90.png"/><Relationship Id="rId299" Type="http://schemas.openxmlformats.org/officeDocument/2006/relationships/image" Target="../media/image6090.png"/><Relationship Id="rId21" Type="http://schemas.openxmlformats.org/officeDocument/2006/relationships/image" Target="../media/image4710.png"/><Relationship Id="rId63" Type="http://schemas.openxmlformats.org/officeDocument/2006/relationships/image" Target="../media/image4920.png"/><Relationship Id="rId159" Type="http://schemas.openxmlformats.org/officeDocument/2006/relationships/image" Target="../media/image5400.png"/><Relationship Id="rId324" Type="http://schemas.openxmlformats.org/officeDocument/2006/relationships/customXml" Target="../ink/ink2018.xml"/><Relationship Id="rId366" Type="http://schemas.openxmlformats.org/officeDocument/2006/relationships/image" Target="../media/image1463.png"/><Relationship Id="rId170" Type="http://schemas.openxmlformats.org/officeDocument/2006/relationships/customXml" Target="../ink/ink1941.xml"/><Relationship Id="rId226" Type="http://schemas.openxmlformats.org/officeDocument/2006/relationships/customXml" Target="../ink/ink1969.xml"/><Relationship Id="rId268" Type="http://schemas.openxmlformats.org/officeDocument/2006/relationships/customXml" Target="../ink/ink1990.xml"/><Relationship Id="rId32" Type="http://schemas.openxmlformats.org/officeDocument/2006/relationships/customXml" Target="../ink/ink1872.xml"/><Relationship Id="rId74" Type="http://schemas.openxmlformats.org/officeDocument/2006/relationships/customXml" Target="../ink/ink1893.xml"/><Relationship Id="rId128" Type="http://schemas.openxmlformats.org/officeDocument/2006/relationships/customXml" Target="../ink/ink1920.xml"/><Relationship Id="rId335" Type="http://schemas.openxmlformats.org/officeDocument/2006/relationships/image" Target="../media/image6270.png"/><Relationship Id="rId5" Type="http://schemas.openxmlformats.org/officeDocument/2006/relationships/image" Target="../media/image4630.png"/><Relationship Id="rId181" Type="http://schemas.openxmlformats.org/officeDocument/2006/relationships/image" Target="../media/image5500.png"/><Relationship Id="rId237" Type="http://schemas.openxmlformats.org/officeDocument/2006/relationships/image" Target="../media/image5780.png"/><Relationship Id="rId279" Type="http://schemas.openxmlformats.org/officeDocument/2006/relationships/image" Target="../media/image5990.png"/><Relationship Id="rId43" Type="http://schemas.openxmlformats.org/officeDocument/2006/relationships/image" Target="../media/image4820.png"/><Relationship Id="rId139" Type="http://schemas.openxmlformats.org/officeDocument/2006/relationships/image" Target="../media/image5300.png"/><Relationship Id="rId290" Type="http://schemas.openxmlformats.org/officeDocument/2006/relationships/customXml" Target="../ink/ink2001.xml"/><Relationship Id="rId304" Type="http://schemas.openxmlformats.org/officeDocument/2006/relationships/customXml" Target="../ink/ink2008.xml"/><Relationship Id="rId346" Type="http://schemas.openxmlformats.org/officeDocument/2006/relationships/customXml" Target="../ink/ink2029.xml"/><Relationship Id="rId85" Type="http://schemas.openxmlformats.org/officeDocument/2006/relationships/image" Target="../media/image5030.png"/><Relationship Id="rId150" Type="http://schemas.openxmlformats.org/officeDocument/2006/relationships/customXml" Target="../ink/ink1931.xml"/><Relationship Id="rId192" Type="http://schemas.openxmlformats.org/officeDocument/2006/relationships/customXml" Target="../ink/ink1952.xml"/><Relationship Id="rId206" Type="http://schemas.openxmlformats.org/officeDocument/2006/relationships/customXml" Target="../ink/ink1959.xml"/><Relationship Id="rId248" Type="http://schemas.openxmlformats.org/officeDocument/2006/relationships/customXml" Target="../ink/ink1980.xml"/><Relationship Id="rId12" Type="http://schemas.openxmlformats.org/officeDocument/2006/relationships/customXml" Target="../ink/ink1862.xml"/><Relationship Id="rId108" Type="http://schemas.openxmlformats.org/officeDocument/2006/relationships/customXml" Target="../ink/ink1910.xml"/><Relationship Id="rId315" Type="http://schemas.openxmlformats.org/officeDocument/2006/relationships/image" Target="../media/image6170.png"/><Relationship Id="rId357" Type="http://schemas.openxmlformats.org/officeDocument/2006/relationships/image" Target="../media/image200.png"/><Relationship Id="rId54" Type="http://schemas.openxmlformats.org/officeDocument/2006/relationships/customXml" Target="../ink/ink1883.xml"/><Relationship Id="rId96" Type="http://schemas.openxmlformats.org/officeDocument/2006/relationships/customXml" Target="../ink/ink1904.xml"/><Relationship Id="rId161" Type="http://schemas.openxmlformats.org/officeDocument/2006/relationships/image" Target="../media/image5410.png"/><Relationship Id="rId217" Type="http://schemas.openxmlformats.org/officeDocument/2006/relationships/image" Target="../media/image5680.png"/><Relationship Id="rId259" Type="http://schemas.openxmlformats.org/officeDocument/2006/relationships/image" Target="../media/image5890.png"/><Relationship Id="rId23" Type="http://schemas.openxmlformats.org/officeDocument/2006/relationships/image" Target="../media/image4720.png"/><Relationship Id="rId119" Type="http://schemas.openxmlformats.org/officeDocument/2006/relationships/image" Target="../media/image5200.png"/><Relationship Id="rId270" Type="http://schemas.openxmlformats.org/officeDocument/2006/relationships/customXml" Target="../ink/ink1991.xml"/><Relationship Id="rId326" Type="http://schemas.openxmlformats.org/officeDocument/2006/relationships/customXml" Target="../ink/ink2019.xml"/><Relationship Id="rId65" Type="http://schemas.openxmlformats.org/officeDocument/2006/relationships/image" Target="../media/image4930.png"/><Relationship Id="rId130" Type="http://schemas.openxmlformats.org/officeDocument/2006/relationships/customXml" Target="../ink/ink1921.xml"/><Relationship Id="rId368" Type="http://schemas.openxmlformats.org/officeDocument/2006/relationships/image" Target="../media/image1464.png"/><Relationship Id="rId172" Type="http://schemas.openxmlformats.org/officeDocument/2006/relationships/customXml" Target="../ink/ink1942.xml"/><Relationship Id="rId228" Type="http://schemas.openxmlformats.org/officeDocument/2006/relationships/customXml" Target="../ink/ink1970.xml"/><Relationship Id="rId281" Type="http://schemas.openxmlformats.org/officeDocument/2006/relationships/image" Target="../media/image6000.png"/><Relationship Id="rId337" Type="http://schemas.openxmlformats.org/officeDocument/2006/relationships/image" Target="../media/image6280.png"/><Relationship Id="rId34" Type="http://schemas.openxmlformats.org/officeDocument/2006/relationships/customXml" Target="../ink/ink1873.xml"/><Relationship Id="rId76" Type="http://schemas.openxmlformats.org/officeDocument/2006/relationships/customXml" Target="../ink/ink1894.xml"/><Relationship Id="rId141" Type="http://schemas.openxmlformats.org/officeDocument/2006/relationships/image" Target="../media/image5310.png"/><Relationship Id="rId7" Type="http://schemas.openxmlformats.org/officeDocument/2006/relationships/image" Target="../media/image4640.png"/><Relationship Id="rId183" Type="http://schemas.openxmlformats.org/officeDocument/2006/relationships/image" Target="../media/image5510.png"/><Relationship Id="rId239" Type="http://schemas.openxmlformats.org/officeDocument/2006/relationships/image" Target="../media/image5790.png"/><Relationship Id="rId250" Type="http://schemas.openxmlformats.org/officeDocument/2006/relationships/customXml" Target="../ink/ink1981.xml"/><Relationship Id="rId292" Type="http://schemas.openxmlformats.org/officeDocument/2006/relationships/customXml" Target="../ink/ink2002.xml"/><Relationship Id="rId306" Type="http://schemas.openxmlformats.org/officeDocument/2006/relationships/customXml" Target="../ink/ink2009.xml"/><Relationship Id="rId45" Type="http://schemas.openxmlformats.org/officeDocument/2006/relationships/image" Target="../media/image4830.png"/><Relationship Id="rId87" Type="http://schemas.openxmlformats.org/officeDocument/2006/relationships/image" Target="../media/image5040.png"/><Relationship Id="rId110" Type="http://schemas.openxmlformats.org/officeDocument/2006/relationships/customXml" Target="../ink/ink1911.xml"/><Relationship Id="rId348" Type="http://schemas.openxmlformats.org/officeDocument/2006/relationships/customXml" Target="../ink/ink2030.xml"/><Relationship Id="rId152" Type="http://schemas.openxmlformats.org/officeDocument/2006/relationships/customXml" Target="../ink/ink1932.xml"/><Relationship Id="rId194" Type="http://schemas.openxmlformats.org/officeDocument/2006/relationships/customXml" Target="../ink/ink1953.xml"/><Relationship Id="rId208" Type="http://schemas.openxmlformats.org/officeDocument/2006/relationships/customXml" Target="../ink/ink1960.xml"/><Relationship Id="rId261" Type="http://schemas.openxmlformats.org/officeDocument/2006/relationships/image" Target="../media/image5900.png"/><Relationship Id="rId14" Type="http://schemas.openxmlformats.org/officeDocument/2006/relationships/customXml" Target="../ink/ink1863.xml"/><Relationship Id="rId56" Type="http://schemas.openxmlformats.org/officeDocument/2006/relationships/customXml" Target="../ink/ink1884.xml"/><Relationship Id="rId317" Type="http://schemas.openxmlformats.org/officeDocument/2006/relationships/image" Target="../media/image6180.png"/><Relationship Id="rId359" Type="http://schemas.openxmlformats.org/officeDocument/2006/relationships/customXml" Target="../ink/ink2037.xml"/><Relationship Id="rId98" Type="http://schemas.openxmlformats.org/officeDocument/2006/relationships/customXml" Target="../ink/ink1905.xml"/><Relationship Id="rId121" Type="http://schemas.openxmlformats.org/officeDocument/2006/relationships/image" Target="../media/image5210.png"/><Relationship Id="rId163" Type="http://schemas.openxmlformats.org/officeDocument/2006/relationships/image" Target="../media/image5420.png"/><Relationship Id="rId219" Type="http://schemas.openxmlformats.org/officeDocument/2006/relationships/image" Target="../media/image5690.png"/><Relationship Id="rId370" Type="http://schemas.openxmlformats.org/officeDocument/2006/relationships/customXml" Target="../ink/ink2043.xml"/><Relationship Id="rId230" Type="http://schemas.openxmlformats.org/officeDocument/2006/relationships/customXml" Target="../ink/ink1971.xml"/><Relationship Id="rId25" Type="http://schemas.openxmlformats.org/officeDocument/2006/relationships/image" Target="../media/image4730.png"/><Relationship Id="rId67" Type="http://schemas.openxmlformats.org/officeDocument/2006/relationships/image" Target="../media/image4940.png"/><Relationship Id="rId272" Type="http://schemas.openxmlformats.org/officeDocument/2006/relationships/customXml" Target="../ink/ink1992.xml"/><Relationship Id="rId328" Type="http://schemas.openxmlformats.org/officeDocument/2006/relationships/customXml" Target="../ink/ink2020.xml"/><Relationship Id="rId132" Type="http://schemas.openxmlformats.org/officeDocument/2006/relationships/customXml" Target="../ink/ink1922.xml"/><Relationship Id="rId174" Type="http://schemas.openxmlformats.org/officeDocument/2006/relationships/customXml" Target="../ink/ink1943.xml"/><Relationship Id="rId241" Type="http://schemas.openxmlformats.org/officeDocument/2006/relationships/image" Target="../media/image5800.png"/><Relationship Id="rId36" Type="http://schemas.openxmlformats.org/officeDocument/2006/relationships/customXml" Target="../ink/ink1874.xml"/><Relationship Id="rId283" Type="http://schemas.openxmlformats.org/officeDocument/2006/relationships/image" Target="../media/image6010.png"/><Relationship Id="rId339" Type="http://schemas.openxmlformats.org/officeDocument/2006/relationships/image" Target="../media/image6290.png"/><Relationship Id="rId78" Type="http://schemas.openxmlformats.org/officeDocument/2006/relationships/customXml" Target="../ink/ink1895.xml"/><Relationship Id="rId99" Type="http://schemas.openxmlformats.org/officeDocument/2006/relationships/image" Target="../media/image5100.png"/><Relationship Id="rId101" Type="http://schemas.openxmlformats.org/officeDocument/2006/relationships/image" Target="../media/image5110.png"/><Relationship Id="rId122" Type="http://schemas.openxmlformats.org/officeDocument/2006/relationships/customXml" Target="../ink/ink1917.xml"/><Relationship Id="rId143" Type="http://schemas.openxmlformats.org/officeDocument/2006/relationships/image" Target="../media/image5320.png"/><Relationship Id="rId164" Type="http://schemas.openxmlformats.org/officeDocument/2006/relationships/customXml" Target="../ink/ink1938.xml"/><Relationship Id="rId185" Type="http://schemas.openxmlformats.org/officeDocument/2006/relationships/image" Target="../media/image5520.png"/><Relationship Id="rId350" Type="http://schemas.openxmlformats.org/officeDocument/2006/relationships/customXml" Target="../ink/ink2031.xml"/><Relationship Id="rId371" Type="http://schemas.openxmlformats.org/officeDocument/2006/relationships/image" Target="../media/image1465.png"/><Relationship Id="rId9" Type="http://schemas.openxmlformats.org/officeDocument/2006/relationships/image" Target="../media/image4650.png"/><Relationship Id="rId210" Type="http://schemas.openxmlformats.org/officeDocument/2006/relationships/customXml" Target="../ink/ink1961.xml"/><Relationship Id="rId26" Type="http://schemas.openxmlformats.org/officeDocument/2006/relationships/customXml" Target="../ink/ink1869.xml"/><Relationship Id="rId231" Type="http://schemas.openxmlformats.org/officeDocument/2006/relationships/image" Target="../media/image5750.png"/><Relationship Id="rId252" Type="http://schemas.openxmlformats.org/officeDocument/2006/relationships/customXml" Target="../ink/ink1982.xml"/><Relationship Id="rId273" Type="http://schemas.openxmlformats.org/officeDocument/2006/relationships/image" Target="../media/image5960.png"/><Relationship Id="rId294" Type="http://schemas.openxmlformats.org/officeDocument/2006/relationships/customXml" Target="../ink/ink2003.xml"/><Relationship Id="rId308" Type="http://schemas.openxmlformats.org/officeDocument/2006/relationships/customXml" Target="../ink/ink2010.xml"/><Relationship Id="rId329" Type="http://schemas.openxmlformats.org/officeDocument/2006/relationships/image" Target="../media/image6240.png"/><Relationship Id="rId47" Type="http://schemas.openxmlformats.org/officeDocument/2006/relationships/image" Target="../media/image4840.png"/><Relationship Id="rId68" Type="http://schemas.openxmlformats.org/officeDocument/2006/relationships/customXml" Target="../ink/ink1890.xml"/><Relationship Id="rId89" Type="http://schemas.openxmlformats.org/officeDocument/2006/relationships/image" Target="../media/image5050.png"/><Relationship Id="rId112" Type="http://schemas.openxmlformats.org/officeDocument/2006/relationships/customXml" Target="../ink/ink1912.xml"/><Relationship Id="rId133" Type="http://schemas.openxmlformats.org/officeDocument/2006/relationships/image" Target="../media/image5270.png"/><Relationship Id="rId154" Type="http://schemas.openxmlformats.org/officeDocument/2006/relationships/customXml" Target="../ink/ink1933.xml"/><Relationship Id="rId175" Type="http://schemas.openxmlformats.org/officeDocument/2006/relationships/image" Target="../media/image5470.png"/><Relationship Id="rId340" Type="http://schemas.openxmlformats.org/officeDocument/2006/relationships/customXml" Target="../ink/ink2026.xml"/><Relationship Id="rId361" Type="http://schemas.openxmlformats.org/officeDocument/2006/relationships/customXml" Target="../ink/ink2038.xml"/><Relationship Id="rId196" Type="http://schemas.openxmlformats.org/officeDocument/2006/relationships/customXml" Target="../ink/ink1954.xml"/><Relationship Id="rId200" Type="http://schemas.openxmlformats.org/officeDocument/2006/relationships/customXml" Target="../ink/ink1956.xml"/><Relationship Id="rId16" Type="http://schemas.openxmlformats.org/officeDocument/2006/relationships/customXml" Target="../ink/ink1864.xml"/><Relationship Id="rId221" Type="http://schemas.openxmlformats.org/officeDocument/2006/relationships/image" Target="../media/image5700.png"/><Relationship Id="rId242" Type="http://schemas.openxmlformats.org/officeDocument/2006/relationships/customXml" Target="../ink/ink1977.xml"/><Relationship Id="rId263" Type="http://schemas.openxmlformats.org/officeDocument/2006/relationships/image" Target="../media/image5910.png"/><Relationship Id="rId284" Type="http://schemas.openxmlformats.org/officeDocument/2006/relationships/customXml" Target="../ink/ink1998.xml"/><Relationship Id="rId319" Type="http://schemas.openxmlformats.org/officeDocument/2006/relationships/image" Target="../media/image6190.png"/><Relationship Id="rId37" Type="http://schemas.openxmlformats.org/officeDocument/2006/relationships/image" Target="../media/image4790.png"/><Relationship Id="rId58" Type="http://schemas.openxmlformats.org/officeDocument/2006/relationships/customXml" Target="../ink/ink1885.xml"/><Relationship Id="rId79" Type="http://schemas.openxmlformats.org/officeDocument/2006/relationships/image" Target="../media/image5000.png"/><Relationship Id="rId102" Type="http://schemas.openxmlformats.org/officeDocument/2006/relationships/customXml" Target="../ink/ink1907.xml"/><Relationship Id="rId123" Type="http://schemas.openxmlformats.org/officeDocument/2006/relationships/image" Target="../media/image5220.png"/><Relationship Id="rId144" Type="http://schemas.openxmlformats.org/officeDocument/2006/relationships/customXml" Target="../ink/ink1928.xml"/><Relationship Id="rId330" Type="http://schemas.openxmlformats.org/officeDocument/2006/relationships/customXml" Target="../ink/ink2021.xml"/><Relationship Id="rId90" Type="http://schemas.openxmlformats.org/officeDocument/2006/relationships/customXml" Target="../ink/ink1901.xml"/><Relationship Id="rId165" Type="http://schemas.openxmlformats.org/officeDocument/2006/relationships/image" Target="../media/image5430.png"/><Relationship Id="rId186" Type="http://schemas.openxmlformats.org/officeDocument/2006/relationships/customXml" Target="../ink/ink1949.xml"/><Relationship Id="rId351" Type="http://schemas.openxmlformats.org/officeDocument/2006/relationships/image" Target="../media/image4010.png"/><Relationship Id="rId372" Type="http://schemas.openxmlformats.org/officeDocument/2006/relationships/customXml" Target="../ink/ink2044.xml"/><Relationship Id="rId211" Type="http://schemas.openxmlformats.org/officeDocument/2006/relationships/image" Target="../media/image5650.png"/><Relationship Id="rId232" Type="http://schemas.openxmlformats.org/officeDocument/2006/relationships/customXml" Target="../ink/ink1972.xml"/><Relationship Id="rId253" Type="http://schemas.openxmlformats.org/officeDocument/2006/relationships/image" Target="../media/image5860.png"/><Relationship Id="rId274" Type="http://schemas.openxmlformats.org/officeDocument/2006/relationships/customXml" Target="../ink/ink1993.xml"/><Relationship Id="rId295" Type="http://schemas.openxmlformats.org/officeDocument/2006/relationships/image" Target="../media/image6070.png"/><Relationship Id="rId309" Type="http://schemas.openxmlformats.org/officeDocument/2006/relationships/image" Target="../media/image6140.png"/><Relationship Id="rId27" Type="http://schemas.openxmlformats.org/officeDocument/2006/relationships/image" Target="../media/image4740.png"/><Relationship Id="rId48" Type="http://schemas.openxmlformats.org/officeDocument/2006/relationships/customXml" Target="../ink/ink1880.xml"/><Relationship Id="rId69" Type="http://schemas.openxmlformats.org/officeDocument/2006/relationships/image" Target="../media/image4950.png"/><Relationship Id="rId113" Type="http://schemas.openxmlformats.org/officeDocument/2006/relationships/image" Target="../media/image5170.png"/><Relationship Id="rId134" Type="http://schemas.openxmlformats.org/officeDocument/2006/relationships/customXml" Target="../ink/ink1923.xml"/><Relationship Id="rId320" Type="http://schemas.openxmlformats.org/officeDocument/2006/relationships/customXml" Target="../ink/ink2016.xml"/><Relationship Id="rId80" Type="http://schemas.openxmlformats.org/officeDocument/2006/relationships/customXml" Target="../ink/ink1896.xml"/><Relationship Id="rId155" Type="http://schemas.openxmlformats.org/officeDocument/2006/relationships/image" Target="../media/image5380.png"/><Relationship Id="rId176" Type="http://schemas.openxmlformats.org/officeDocument/2006/relationships/customXml" Target="../ink/ink1944.xml"/><Relationship Id="rId197" Type="http://schemas.openxmlformats.org/officeDocument/2006/relationships/image" Target="../media/image5580.png"/><Relationship Id="rId341" Type="http://schemas.openxmlformats.org/officeDocument/2006/relationships/image" Target="../media/image6300.png"/><Relationship Id="rId362" Type="http://schemas.openxmlformats.org/officeDocument/2006/relationships/image" Target="../media/image1462.png"/><Relationship Id="rId201" Type="http://schemas.openxmlformats.org/officeDocument/2006/relationships/image" Target="../media/image5600.png"/><Relationship Id="rId222" Type="http://schemas.openxmlformats.org/officeDocument/2006/relationships/customXml" Target="../ink/ink1967.xml"/><Relationship Id="rId243" Type="http://schemas.openxmlformats.org/officeDocument/2006/relationships/image" Target="../media/image5810.png"/><Relationship Id="rId264" Type="http://schemas.openxmlformats.org/officeDocument/2006/relationships/customXml" Target="../ink/ink1988.xml"/><Relationship Id="rId285" Type="http://schemas.openxmlformats.org/officeDocument/2006/relationships/image" Target="../media/image6020.png"/><Relationship Id="rId17" Type="http://schemas.openxmlformats.org/officeDocument/2006/relationships/image" Target="../media/image4690.png"/><Relationship Id="rId38" Type="http://schemas.openxmlformats.org/officeDocument/2006/relationships/customXml" Target="../ink/ink1875.xml"/><Relationship Id="rId59" Type="http://schemas.openxmlformats.org/officeDocument/2006/relationships/image" Target="../media/image4900.png"/><Relationship Id="rId103" Type="http://schemas.openxmlformats.org/officeDocument/2006/relationships/image" Target="../media/image5120.png"/><Relationship Id="rId124" Type="http://schemas.openxmlformats.org/officeDocument/2006/relationships/customXml" Target="../ink/ink1918.xml"/><Relationship Id="rId310" Type="http://schemas.openxmlformats.org/officeDocument/2006/relationships/customXml" Target="../ink/ink2011.xml"/><Relationship Id="rId70" Type="http://schemas.openxmlformats.org/officeDocument/2006/relationships/customXml" Target="../ink/ink1891.xml"/><Relationship Id="rId91" Type="http://schemas.openxmlformats.org/officeDocument/2006/relationships/image" Target="../media/image5060.png"/><Relationship Id="rId145" Type="http://schemas.openxmlformats.org/officeDocument/2006/relationships/image" Target="../media/image5330.png"/><Relationship Id="rId166" Type="http://schemas.openxmlformats.org/officeDocument/2006/relationships/customXml" Target="../ink/ink1939.xml"/><Relationship Id="rId187" Type="http://schemas.openxmlformats.org/officeDocument/2006/relationships/image" Target="../media/image5530.png"/><Relationship Id="rId331" Type="http://schemas.openxmlformats.org/officeDocument/2006/relationships/image" Target="../media/image6250.png"/><Relationship Id="rId352" Type="http://schemas.openxmlformats.org/officeDocument/2006/relationships/customXml" Target="../ink/ink2032.xml"/><Relationship Id="rId373" Type="http://schemas.openxmlformats.org/officeDocument/2006/relationships/image" Target="../media/image19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62.xml"/><Relationship Id="rId233" Type="http://schemas.openxmlformats.org/officeDocument/2006/relationships/image" Target="../media/image5760.png"/><Relationship Id="rId254" Type="http://schemas.openxmlformats.org/officeDocument/2006/relationships/customXml" Target="../ink/ink1983.xml"/><Relationship Id="rId28" Type="http://schemas.openxmlformats.org/officeDocument/2006/relationships/customXml" Target="../ink/ink1870.xml"/><Relationship Id="rId49" Type="http://schemas.openxmlformats.org/officeDocument/2006/relationships/image" Target="../media/image4850.png"/><Relationship Id="rId114" Type="http://schemas.openxmlformats.org/officeDocument/2006/relationships/customXml" Target="../ink/ink1913.xml"/><Relationship Id="rId275" Type="http://schemas.openxmlformats.org/officeDocument/2006/relationships/image" Target="../media/image5970.png"/><Relationship Id="rId296" Type="http://schemas.openxmlformats.org/officeDocument/2006/relationships/customXml" Target="../ink/ink2004.xml"/><Relationship Id="rId300" Type="http://schemas.openxmlformats.org/officeDocument/2006/relationships/customXml" Target="../ink/ink2006.xml"/><Relationship Id="rId60" Type="http://schemas.openxmlformats.org/officeDocument/2006/relationships/customXml" Target="../ink/ink1886.xml"/><Relationship Id="rId81" Type="http://schemas.openxmlformats.org/officeDocument/2006/relationships/image" Target="../media/image5010.png"/><Relationship Id="rId135" Type="http://schemas.openxmlformats.org/officeDocument/2006/relationships/image" Target="../media/image5280.png"/><Relationship Id="rId156" Type="http://schemas.openxmlformats.org/officeDocument/2006/relationships/customXml" Target="../ink/ink1934.xml"/><Relationship Id="rId177" Type="http://schemas.openxmlformats.org/officeDocument/2006/relationships/image" Target="../media/image5480.png"/><Relationship Id="rId198" Type="http://schemas.openxmlformats.org/officeDocument/2006/relationships/customXml" Target="../ink/ink1955.xml"/><Relationship Id="rId321" Type="http://schemas.openxmlformats.org/officeDocument/2006/relationships/image" Target="../media/image6200.png"/><Relationship Id="rId342" Type="http://schemas.openxmlformats.org/officeDocument/2006/relationships/customXml" Target="../ink/ink2027.xml"/><Relationship Id="rId363" Type="http://schemas.openxmlformats.org/officeDocument/2006/relationships/customXml" Target="../ink/ink2039.xml"/><Relationship Id="rId202" Type="http://schemas.openxmlformats.org/officeDocument/2006/relationships/customXml" Target="../ink/ink1957.xml"/><Relationship Id="rId223" Type="http://schemas.openxmlformats.org/officeDocument/2006/relationships/image" Target="../media/image5710.png"/><Relationship Id="rId244" Type="http://schemas.openxmlformats.org/officeDocument/2006/relationships/customXml" Target="../ink/ink1978.xml"/><Relationship Id="rId18" Type="http://schemas.openxmlformats.org/officeDocument/2006/relationships/customXml" Target="../ink/ink1865.xml"/><Relationship Id="rId39" Type="http://schemas.openxmlformats.org/officeDocument/2006/relationships/image" Target="../media/image4800.png"/><Relationship Id="rId265" Type="http://schemas.openxmlformats.org/officeDocument/2006/relationships/image" Target="../media/image5920.png"/><Relationship Id="rId286" Type="http://schemas.openxmlformats.org/officeDocument/2006/relationships/customXml" Target="../ink/ink1999.xml"/><Relationship Id="rId50" Type="http://schemas.openxmlformats.org/officeDocument/2006/relationships/customXml" Target="../ink/ink1881.xml"/><Relationship Id="rId104" Type="http://schemas.openxmlformats.org/officeDocument/2006/relationships/customXml" Target="../ink/ink1908.xml"/><Relationship Id="rId125" Type="http://schemas.openxmlformats.org/officeDocument/2006/relationships/image" Target="../media/image5230.png"/><Relationship Id="rId146" Type="http://schemas.openxmlformats.org/officeDocument/2006/relationships/customXml" Target="../ink/ink1929.xml"/><Relationship Id="rId167" Type="http://schemas.openxmlformats.org/officeDocument/2006/relationships/image" Target="../media/image5440.png"/><Relationship Id="rId188" Type="http://schemas.openxmlformats.org/officeDocument/2006/relationships/customXml" Target="../ink/ink1950.xml"/><Relationship Id="rId311" Type="http://schemas.openxmlformats.org/officeDocument/2006/relationships/image" Target="../media/image6150.png"/><Relationship Id="rId332" Type="http://schemas.openxmlformats.org/officeDocument/2006/relationships/customXml" Target="../ink/ink2022.xml"/><Relationship Id="rId353" Type="http://schemas.openxmlformats.org/officeDocument/2006/relationships/customXml" Target="../ink/ink2033.xml"/><Relationship Id="rId374" Type="http://schemas.openxmlformats.org/officeDocument/2006/relationships/customXml" Target="../ink/ink2045.xml"/><Relationship Id="rId71" Type="http://schemas.openxmlformats.org/officeDocument/2006/relationships/image" Target="../media/image4960.png"/><Relationship Id="rId92" Type="http://schemas.openxmlformats.org/officeDocument/2006/relationships/customXml" Target="../ink/ink1902.xml"/><Relationship Id="rId213" Type="http://schemas.openxmlformats.org/officeDocument/2006/relationships/image" Target="../media/image5660.png"/><Relationship Id="rId234" Type="http://schemas.openxmlformats.org/officeDocument/2006/relationships/customXml" Target="../ink/ink1973.xml"/><Relationship Id="rId2" Type="http://schemas.openxmlformats.org/officeDocument/2006/relationships/customXml" Target="../ink/ink1857.xml"/><Relationship Id="rId29" Type="http://schemas.openxmlformats.org/officeDocument/2006/relationships/image" Target="../media/image4750.png"/><Relationship Id="rId255" Type="http://schemas.openxmlformats.org/officeDocument/2006/relationships/image" Target="../media/image5870.png"/><Relationship Id="rId276" Type="http://schemas.openxmlformats.org/officeDocument/2006/relationships/customXml" Target="../ink/ink1994.xml"/><Relationship Id="rId297" Type="http://schemas.openxmlformats.org/officeDocument/2006/relationships/image" Target="../media/image6080.png"/><Relationship Id="rId40" Type="http://schemas.openxmlformats.org/officeDocument/2006/relationships/customXml" Target="../ink/ink1876.xml"/><Relationship Id="rId115" Type="http://schemas.openxmlformats.org/officeDocument/2006/relationships/image" Target="../media/image5180.png"/><Relationship Id="rId136" Type="http://schemas.openxmlformats.org/officeDocument/2006/relationships/customXml" Target="../ink/ink1924.xml"/><Relationship Id="rId157" Type="http://schemas.openxmlformats.org/officeDocument/2006/relationships/image" Target="../media/image5390.png"/><Relationship Id="rId178" Type="http://schemas.openxmlformats.org/officeDocument/2006/relationships/customXml" Target="../ink/ink1945.xml"/><Relationship Id="rId301" Type="http://schemas.openxmlformats.org/officeDocument/2006/relationships/image" Target="../media/image6100.png"/><Relationship Id="rId322" Type="http://schemas.openxmlformats.org/officeDocument/2006/relationships/customXml" Target="../ink/ink2017.xml"/><Relationship Id="rId343" Type="http://schemas.openxmlformats.org/officeDocument/2006/relationships/image" Target="../media/image2890.png"/><Relationship Id="rId364" Type="http://schemas.openxmlformats.org/officeDocument/2006/relationships/image" Target="../media/image815.png"/><Relationship Id="rId61" Type="http://schemas.openxmlformats.org/officeDocument/2006/relationships/image" Target="../media/image4910.png"/><Relationship Id="rId82" Type="http://schemas.openxmlformats.org/officeDocument/2006/relationships/customXml" Target="../ink/ink1897.xml"/><Relationship Id="rId199" Type="http://schemas.openxmlformats.org/officeDocument/2006/relationships/image" Target="../media/image5590.png"/><Relationship Id="rId203" Type="http://schemas.openxmlformats.org/officeDocument/2006/relationships/image" Target="../media/image5610.png"/><Relationship Id="rId19" Type="http://schemas.openxmlformats.org/officeDocument/2006/relationships/image" Target="../media/image4700.png"/><Relationship Id="rId224" Type="http://schemas.openxmlformats.org/officeDocument/2006/relationships/customXml" Target="../ink/ink1968.xml"/><Relationship Id="rId245" Type="http://schemas.openxmlformats.org/officeDocument/2006/relationships/image" Target="../media/image5820.png"/><Relationship Id="rId266" Type="http://schemas.openxmlformats.org/officeDocument/2006/relationships/customXml" Target="../ink/ink1989.xml"/><Relationship Id="rId287" Type="http://schemas.openxmlformats.org/officeDocument/2006/relationships/image" Target="../media/image6030.png"/><Relationship Id="rId30" Type="http://schemas.openxmlformats.org/officeDocument/2006/relationships/customXml" Target="../ink/ink1871.xml"/><Relationship Id="rId105" Type="http://schemas.openxmlformats.org/officeDocument/2006/relationships/image" Target="../media/image5130.png"/><Relationship Id="rId126" Type="http://schemas.openxmlformats.org/officeDocument/2006/relationships/customXml" Target="../ink/ink1919.xml"/><Relationship Id="rId147" Type="http://schemas.openxmlformats.org/officeDocument/2006/relationships/image" Target="../media/image5340.png"/><Relationship Id="rId168" Type="http://schemas.openxmlformats.org/officeDocument/2006/relationships/customXml" Target="../ink/ink1940.xml"/><Relationship Id="rId312" Type="http://schemas.openxmlformats.org/officeDocument/2006/relationships/customXml" Target="../ink/ink2012.xml"/><Relationship Id="rId333" Type="http://schemas.openxmlformats.org/officeDocument/2006/relationships/image" Target="../media/image6260.png"/><Relationship Id="rId354" Type="http://schemas.openxmlformats.org/officeDocument/2006/relationships/customXml" Target="../ink/ink2034.xml"/><Relationship Id="rId51" Type="http://schemas.openxmlformats.org/officeDocument/2006/relationships/image" Target="../media/image4860.png"/><Relationship Id="rId72" Type="http://schemas.openxmlformats.org/officeDocument/2006/relationships/customXml" Target="../ink/ink1892.xml"/><Relationship Id="rId93" Type="http://schemas.openxmlformats.org/officeDocument/2006/relationships/image" Target="../media/image5070.png"/><Relationship Id="rId189" Type="http://schemas.openxmlformats.org/officeDocument/2006/relationships/image" Target="../media/image5540.png"/><Relationship Id="rId375" Type="http://schemas.openxmlformats.org/officeDocument/2006/relationships/image" Target="../media/image1466.png"/><Relationship Id="rId3" Type="http://schemas.openxmlformats.org/officeDocument/2006/relationships/image" Target="../media/image4620.png"/><Relationship Id="rId214" Type="http://schemas.openxmlformats.org/officeDocument/2006/relationships/customXml" Target="../ink/ink1963.xml"/><Relationship Id="rId235" Type="http://schemas.openxmlformats.org/officeDocument/2006/relationships/image" Target="../media/image5770.png"/><Relationship Id="rId256" Type="http://schemas.openxmlformats.org/officeDocument/2006/relationships/customXml" Target="../ink/ink1984.xml"/><Relationship Id="rId277" Type="http://schemas.openxmlformats.org/officeDocument/2006/relationships/image" Target="../media/image5980.png"/><Relationship Id="rId298" Type="http://schemas.openxmlformats.org/officeDocument/2006/relationships/customXml" Target="../ink/ink2005.xml"/><Relationship Id="rId116" Type="http://schemas.openxmlformats.org/officeDocument/2006/relationships/customXml" Target="../ink/ink1914.xml"/><Relationship Id="rId137" Type="http://schemas.openxmlformats.org/officeDocument/2006/relationships/image" Target="../media/image5290.png"/><Relationship Id="rId158" Type="http://schemas.openxmlformats.org/officeDocument/2006/relationships/customXml" Target="../ink/ink1935.xml"/><Relationship Id="rId302" Type="http://schemas.openxmlformats.org/officeDocument/2006/relationships/customXml" Target="../ink/ink2007.xml"/><Relationship Id="rId323" Type="http://schemas.openxmlformats.org/officeDocument/2006/relationships/image" Target="../media/image6210.png"/><Relationship Id="rId344" Type="http://schemas.openxmlformats.org/officeDocument/2006/relationships/customXml" Target="../ink/ink2028.xml"/><Relationship Id="rId20" Type="http://schemas.openxmlformats.org/officeDocument/2006/relationships/customXml" Target="../ink/ink1866.xml"/><Relationship Id="rId41" Type="http://schemas.openxmlformats.org/officeDocument/2006/relationships/image" Target="../media/image4810.png"/><Relationship Id="rId62" Type="http://schemas.openxmlformats.org/officeDocument/2006/relationships/customXml" Target="../ink/ink1887.xml"/><Relationship Id="rId83" Type="http://schemas.openxmlformats.org/officeDocument/2006/relationships/image" Target="../media/image5020.png"/><Relationship Id="rId179" Type="http://schemas.openxmlformats.org/officeDocument/2006/relationships/image" Target="../media/image5490.png"/><Relationship Id="rId365" Type="http://schemas.openxmlformats.org/officeDocument/2006/relationships/customXml" Target="../ink/ink2040.xml"/><Relationship Id="rId190" Type="http://schemas.openxmlformats.org/officeDocument/2006/relationships/customXml" Target="../ink/ink1951.xml"/><Relationship Id="rId204" Type="http://schemas.openxmlformats.org/officeDocument/2006/relationships/customXml" Target="../ink/ink1958.xml"/><Relationship Id="rId225" Type="http://schemas.openxmlformats.org/officeDocument/2006/relationships/image" Target="../media/image5720.png"/><Relationship Id="rId246" Type="http://schemas.openxmlformats.org/officeDocument/2006/relationships/customXml" Target="../ink/ink1979.xml"/><Relationship Id="rId267" Type="http://schemas.openxmlformats.org/officeDocument/2006/relationships/image" Target="../media/image5930.png"/><Relationship Id="rId288" Type="http://schemas.openxmlformats.org/officeDocument/2006/relationships/customXml" Target="../ink/ink2000.xml"/><Relationship Id="rId106" Type="http://schemas.openxmlformats.org/officeDocument/2006/relationships/customXml" Target="../ink/ink1909.xml"/><Relationship Id="rId127" Type="http://schemas.openxmlformats.org/officeDocument/2006/relationships/image" Target="../media/image5240.png"/><Relationship Id="rId313" Type="http://schemas.openxmlformats.org/officeDocument/2006/relationships/image" Target="../media/image6160.png"/><Relationship Id="rId10" Type="http://schemas.openxmlformats.org/officeDocument/2006/relationships/customXml" Target="../ink/ink1861.xml"/><Relationship Id="rId31" Type="http://schemas.openxmlformats.org/officeDocument/2006/relationships/image" Target="../media/image4760.png"/><Relationship Id="rId52" Type="http://schemas.openxmlformats.org/officeDocument/2006/relationships/customXml" Target="../ink/ink1882.xml"/><Relationship Id="rId73" Type="http://schemas.openxmlformats.org/officeDocument/2006/relationships/image" Target="../media/image4970.png"/><Relationship Id="rId94" Type="http://schemas.openxmlformats.org/officeDocument/2006/relationships/customXml" Target="../ink/ink1903.xml"/><Relationship Id="rId148" Type="http://schemas.openxmlformats.org/officeDocument/2006/relationships/customXml" Target="../ink/ink1930.xml"/><Relationship Id="rId169" Type="http://schemas.openxmlformats.org/officeDocument/2006/relationships/image" Target="../media/image5450.png"/><Relationship Id="rId334" Type="http://schemas.openxmlformats.org/officeDocument/2006/relationships/customXml" Target="../ink/ink2023.xml"/><Relationship Id="rId355" Type="http://schemas.openxmlformats.org/officeDocument/2006/relationships/image" Target="../media/image1460.png"/><Relationship Id="rId4" Type="http://schemas.openxmlformats.org/officeDocument/2006/relationships/customXml" Target="../ink/ink1858.xml"/><Relationship Id="rId180" Type="http://schemas.openxmlformats.org/officeDocument/2006/relationships/customXml" Target="../ink/ink1946.xml"/><Relationship Id="rId215" Type="http://schemas.openxmlformats.org/officeDocument/2006/relationships/image" Target="../media/image5670.png"/><Relationship Id="rId236" Type="http://schemas.openxmlformats.org/officeDocument/2006/relationships/customXml" Target="../ink/ink1974.xml"/><Relationship Id="rId257" Type="http://schemas.openxmlformats.org/officeDocument/2006/relationships/image" Target="../media/image5880.png"/><Relationship Id="rId278" Type="http://schemas.openxmlformats.org/officeDocument/2006/relationships/customXml" Target="../ink/ink1995.xml"/><Relationship Id="rId303" Type="http://schemas.openxmlformats.org/officeDocument/2006/relationships/image" Target="../media/image6110.png"/><Relationship Id="rId42" Type="http://schemas.openxmlformats.org/officeDocument/2006/relationships/customXml" Target="../ink/ink1877.xml"/><Relationship Id="rId84" Type="http://schemas.openxmlformats.org/officeDocument/2006/relationships/customXml" Target="../ink/ink1898.xml"/><Relationship Id="rId138" Type="http://schemas.openxmlformats.org/officeDocument/2006/relationships/customXml" Target="../ink/ink1925.xml"/><Relationship Id="rId345" Type="http://schemas.openxmlformats.org/officeDocument/2006/relationships/image" Target="../media/image93.png"/><Relationship Id="rId191" Type="http://schemas.openxmlformats.org/officeDocument/2006/relationships/image" Target="../media/image5550.png"/><Relationship Id="rId205" Type="http://schemas.openxmlformats.org/officeDocument/2006/relationships/image" Target="../media/image5620.png"/><Relationship Id="rId247" Type="http://schemas.openxmlformats.org/officeDocument/2006/relationships/image" Target="../media/image5830.png"/><Relationship Id="rId107" Type="http://schemas.openxmlformats.org/officeDocument/2006/relationships/image" Target="../media/image5140.png"/><Relationship Id="rId289" Type="http://schemas.openxmlformats.org/officeDocument/2006/relationships/image" Target="../media/image6040.png"/><Relationship Id="rId11" Type="http://schemas.openxmlformats.org/officeDocument/2006/relationships/image" Target="../media/image4660.png"/><Relationship Id="rId53" Type="http://schemas.openxmlformats.org/officeDocument/2006/relationships/image" Target="../media/image4870.png"/><Relationship Id="rId149" Type="http://schemas.openxmlformats.org/officeDocument/2006/relationships/image" Target="../media/image5350.png"/><Relationship Id="rId314" Type="http://schemas.openxmlformats.org/officeDocument/2006/relationships/customXml" Target="../ink/ink2013.xml"/><Relationship Id="rId356" Type="http://schemas.openxmlformats.org/officeDocument/2006/relationships/customXml" Target="../ink/ink2035.xml"/><Relationship Id="rId95" Type="http://schemas.openxmlformats.org/officeDocument/2006/relationships/image" Target="../media/image5080.png"/><Relationship Id="rId160" Type="http://schemas.openxmlformats.org/officeDocument/2006/relationships/customXml" Target="../ink/ink1936.xml"/><Relationship Id="rId216" Type="http://schemas.openxmlformats.org/officeDocument/2006/relationships/customXml" Target="../ink/ink1964.xml"/><Relationship Id="rId258" Type="http://schemas.openxmlformats.org/officeDocument/2006/relationships/customXml" Target="../ink/ink1985.xml"/><Relationship Id="rId22" Type="http://schemas.openxmlformats.org/officeDocument/2006/relationships/customXml" Target="../ink/ink1867.xml"/><Relationship Id="rId64" Type="http://schemas.openxmlformats.org/officeDocument/2006/relationships/customXml" Target="../ink/ink1888.xml"/><Relationship Id="rId118" Type="http://schemas.openxmlformats.org/officeDocument/2006/relationships/customXml" Target="../ink/ink1915.xml"/><Relationship Id="rId325" Type="http://schemas.openxmlformats.org/officeDocument/2006/relationships/image" Target="../media/image6220.png"/><Relationship Id="rId367" Type="http://schemas.openxmlformats.org/officeDocument/2006/relationships/customXml" Target="../ink/ink2041.xml"/><Relationship Id="rId171" Type="http://schemas.openxmlformats.org/officeDocument/2006/relationships/image" Target="../media/image5460.png"/><Relationship Id="rId227" Type="http://schemas.openxmlformats.org/officeDocument/2006/relationships/image" Target="../media/image5730.png"/><Relationship Id="rId269" Type="http://schemas.openxmlformats.org/officeDocument/2006/relationships/image" Target="../media/image5940.png"/><Relationship Id="rId33" Type="http://schemas.openxmlformats.org/officeDocument/2006/relationships/image" Target="../media/image4770.png"/><Relationship Id="rId129" Type="http://schemas.openxmlformats.org/officeDocument/2006/relationships/image" Target="../media/image5250.png"/><Relationship Id="rId280" Type="http://schemas.openxmlformats.org/officeDocument/2006/relationships/customXml" Target="../ink/ink1996.xml"/><Relationship Id="rId336" Type="http://schemas.openxmlformats.org/officeDocument/2006/relationships/customXml" Target="../ink/ink2024.xml"/><Relationship Id="rId75" Type="http://schemas.openxmlformats.org/officeDocument/2006/relationships/image" Target="../media/image4980.png"/><Relationship Id="rId140" Type="http://schemas.openxmlformats.org/officeDocument/2006/relationships/customXml" Target="../ink/ink1926.xml"/><Relationship Id="rId182" Type="http://schemas.openxmlformats.org/officeDocument/2006/relationships/customXml" Target="../ink/ink1947.xml"/><Relationship Id="rId6" Type="http://schemas.openxmlformats.org/officeDocument/2006/relationships/customXml" Target="../ink/ink1859.xml"/><Relationship Id="rId238" Type="http://schemas.openxmlformats.org/officeDocument/2006/relationships/customXml" Target="../ink/ink1975.xml"/><Relationship Id="rId291" Type="http://schemas.openxmlformats.org/officeDocument/2006/relationships/image" Target="../media/image6050.png"/><Relationship Id="rId305" Type="http://schemas.openxmlformats.org/officeDocument/2006/relationships/image" Target="../media/image6120.png"/><Relationship Id="rId347" Type="http://schemas.openxmlformats.org/officeDocument/2006/relationships/image" Target="../media/image6310.png"/><Relationship Id="rId44" Type="http://schemas.openxmlformats.org/officeDocument/2006/relationships/customXml" Target="../ink/ink1878.xml"/><Relationship Id="rId86" Type="http://schemas.openxmlformats.org/officeDocument/2006/relationships/customXml" Target="../ink/ink1899.xml"/><Relationship Id="rId151" Type="http://schemas.openxmlformats.org/officeDocument/2006/relationships/image" Target="../media/image5360.png"/><Relationship Id="rId193" Type="http://schemas.openxmlformats.org/officeDocument/2006/relationships/image" Target="../media/image5560.png"/><Relationship Id="rId207" Type="http://schemas.openxmlformats.org/officeDocument/2006/relationships/image" Target="../media/image5630.png"/><Relationship Id="rId249" Type="http://schemas.openxmlformats.org/officeDocument/2006/relationships/image" Target="../media/image5840.png"/><Relationship Id="rId13" Type="http://schemas.openxmlformats.org/officeDocument/2006/relationships/image" Target="../media/image4670.png"/><Relationship Id="rId109" Type="http://schemas.openxmlformats.org/officeDocument/2006/relationships/image" Target="../media/image5150.png"/><Relationship Id="rId260" Type="http://schemas.openxmlformats.org/officeDocument/2006/relationships/customXml" Target="../ink/ink1986.xml"/><Relationship Id="rId316" Type="http://schemas.openxmlformats.org/officeDocument/2006/relationships/customXml" Target="../ink/ink2014.xml"/><Relationship Id="rId55" Type="http://schemas.openxmlformats.org/officeDocument/2006/relationships/image" Target="../media/image4880.png"/><Relationship Id="rId97" Type="http://schemas.openxmlformats.org/officeDocument/2006/relationships/image" Target="../media/image5090.png"/><Relationship Id="rId120" Type="http://schemas.openxmlformats.org/officeDocument/2006/relationships/customXml" Target="../ink/ink1916.xml"/><Relationship Id="rId358" Type="http://schemas.openxmlformats.org/officeDocument/2006/relationships/customXml" Target="../ink/ink2036.xml"/><Relationship Id="rId162" Type="http://schemas.openxmlformats.org/officeDocument/2006/relationships/customXml" Target="../ink/ink1937.xml"/><Relationship Id="rId218" Type="http://schemas.openxmlformats.org/officeDocument/2006/relationships/customXml" Target="../ink/ink1965.xml"/><Relationship Id="rId271" Type="http://schemas.openxmlformats.org/officeDocument/2006/relationships/image" Target="../media/image5950.png"/><Relationship Id="rId24" Type="http://schemas.openxmlformats.org/officeDocument/2006/relationships/customXml" Target="../ink/ink1868.xml"/><Relationship Id="rId66" Type="http://schemas.openxmlformats.org/officeDocument/2006/relationships/customXml" Target="../ink/ink1889.xml"/><Relationship Id="rId131" Type="http://schemas.openxmlformats.org/officeDocument/2006/relationships/image" Target="../media/image5260.png"/><Relationship Id="rId327" Type="http://schemas.openxmlformats.org/officeDocument/2006/relationships/image" Target="../media/image6230.png"/><Relationship Id="rId369" Type="http://schemas.openxmlformats.org/officeDocument/2006/relationships/customXml" Target="../ink/ink2042.xml"/><Relationship Id="rId173" Type="http://schemas.openxmlformats.org/officeDocument/2006/relationships/image" Target="../media/image124.png"/><Relationship Id="rId229" Type="http://schemas.openxmlformats.org/officeDocument/2006/relationships/image" Target="../media/image5740.png"/><Relationship Id="rId240" Type="http://schemas.openxmlformats.org/officeDocument/2006/relationships/customXml" Target="../ink/ink1976.xml"/><Relationship Id="rId35" Type="http://schemas.openxmlformats.org/officeDocument/2006/relationships/image" Target="../media/image4780.png"/><Relationship Id="rId77" Type="http://schemas.openxmlformats.org/officeDocument/2006/relationships/image" Target="../media/image4990.png"/><Relationship Id="rId100" Type="http://schemas.openxmlformats.org/officeDocument/2006/relationships/customXml" Target="../ink/ink1906.xml"/><Relationship Id="rId282" Type="http://schemas.openxmlformats.org/officeDocument/2006/relationships/customXml" Target="../ink/ink1997.xml"/><Relationship Id="rId338" Type="http://schemas.openxmlformats.org/officeDocument/2006/relationships/customXml" Target="../ink/ink2025.xml"/><Relationship Id="rId8" Type="http://schemas.openxmlformats.org/officeDocument/2006/relationships/customXml" Target="../ink/ink1860.xml"/><Relationship Id="rId142" Type="http://schemas.openxmlformats.org/officeDocument/2006/relationships/customXml" Target="../ink/ink1927.xml"/><Relationship Id="rId184" Type="http://schemas.openxmlformats.org/officeDocument/2006/relationships/customXml" Target="../ink/ink1948.xml"/><Relationship Id="rId251" Type="http://schemas.openxmlformats.org/officeDocument/2006/relationships/image" Target="../media/image5850.png"/><Relationship Id="rId46" Type="http://schemas.openxmlformats.org/officeDocument/2006/relationships/customXml" Target="../ink/ink1879.xml"/><Relationship Id="rId293" Type="http://schemas.openxmlformats.org/officeDocument/2006/relationships/image" Target="../media/image6060.png"/><Relationship Id="rId307" Type="http://schemas.openxmlformats.org/officeDocument/2006/relationships/image" Target="../media/image6130.png"/><Relationship Id="rId349" Type="http://schemas.openxmlformats.org/officeDocument/2006/relationships/image" Target="../media/image6320.png"/><Relationship Id="rId88" Type="http://schemas.openxmlformats.org/officeDocument/2006/relationships/customXml" Target="../ink/ink1900.xml"/><Relationship Id="rId111" Type="http://schemas.openxmlformats.org/officeDocument/2006/relationships/image" Target="../media/image5160.png"/><Relationship Id="rId153" Type="http://schemas.openxmlformats.org/officeDocument/2006/relationships/image" Target="../media/image5370.png"/><Relationship Id="rId195" Type="http://schemas.openxmlformats.org/officeDocument/2006/relationships/image" Target="../media/image5570.png"/><Relationship Id="rId209" Type="http://schemas.openxmlformats.org/officeDocument/2006/relationships/image" Target="../media/image5640.png"/><Relationship Id="rId360" Type="http://schemas.openxmlformats.org/officeDocument/2006/relationships/image" Target="../media/image1461.png"/><Relationship Id="rId220" Type="http://schemas.openxmlformats.org/officeDocument/2006/relationships/customXml" Target="../ink/ink1966.xml"/><Relationship Id="rId15" Type="http://schemas.openxmlformats.org/officeDocument/2006/relationships/image" Target="../media/image4680.png"/><Relationship Id="rId57" Type="http://schemas.openxmlformats.org/officeDocument/2006/relationships/image" Target="../media/image4890.png"/><Relationship Id="rId262" Type="http://schemas.openxmlformats.org/officeDocument/2006/relationships/customXml" Target="../ink/ink1987.xml"/><Relationship Id="rId318" Type="http://schemas.openxmlformats.org/officeDocument/2006/relationships/customXml" Target="../ink/ink2015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900.png"/><Relationship Id="rId299" Type="http://schemas.openxmlformats.org/officeDocument/2006/relationships/image" Target="../media/image7810.png"/><Relationship Id="rId21" Type="http://schemas.openxmlformats.org/officeDocument/2006/relationships/image" Target="../media/image6420.png"/><Relationship Id="rId63" Type="http://schemas.openxmlformats.org/officeDocument/2006/relationships/image" Target="../media/image6630.png"/><Relationship Id="rId159" Type="http://schemas.openxmlformats.org/officeDocument/2006/relationships/image" Target="../media/image7110.png"/><Relationship Id="rId324" Type="http://schemas.openxmlformats.org/officeDocument/2006/relationships/customXml" Target="../ink/ink2202.xml"/><Relationship Id="rId170" Type="http://schemas.openxmlformats.org/officeDocument/2006/relationships/customXml" Target="../ink/ink2130.xml"/><Relationship Id="rId226" Type="http://schemas.openxmlformats.org/officeDocument/2006/relationships/customXml" Target="../ink/ink2153.xml"/><Relationship Id="rId268" Type="http://schemas.openxmlformats.org/officeDocument/2006/relationships/customXml" Target="../ink/ink2174.xml"/><Relationship Id="rId32" Type="http://schemas.openxmlformats.org/officeDocument/2006/relationships/customXml" Target="../ink/ink2061.xml"/><Relationship Id="rId74" Type="http://schemas.openxmlformats.org/officeDocument/2006/relationships/customXml" Target="../ink/ink2082.xml"/><Relationship Id="rId128" Type="http://schemas.openxmlformats.org/officeDocument/2006/relationships/customXml" Target="../ink/ink2109.xml"/><Relationship Id="rId335" Type="http://schemas.openxmlformats.org/officeDocument/2006/relationships/image" Target="../media/image7990.png"/><Relationship Id="rId5" Type="http://schemas.openxmlformats.org/officeDocument/2006/relationships/image" Target="../media/image6340.png"/><Relationship Id="rId181" Type="http://schemas.openxmlformats.org/officeDocument/2006/relationships/image" Target="../media/image7220.png"/><Relationship Id="rId237" Type="http://schemas.openxmlformats.org/officeDocument/2006/relationships/image" Target="../media/image7500.png"/><Relationship Id="rId279" Type="http://schemas.openxmlformats.org/officeDocument/2006/relationships/image" Target="../media/image7710.png"/><Relationship Id="rId43" Type="http://schemas.openxmlformats.org/officeDocument/2006/relationships/image" Target="../media/image6530.png"/><Relationship Id="rId139" Type="http://schemas.openxmlformats.org/officeDocument/2006/relationships/image" Target="../media/image7010.png"/><Relationship Id="rId290" Type="http://schemas.openxmlformats.org/officeDocument/2006/relationships/customXml" Target="../ink/ink2185.xml"/><Relationship Id="rId304" Type="http://schemas.openxmlformats.org/officeDocument/2006/relationships/customXml" Target="../ink/ink2192.xml"/><Relationship Id="rId346" Type="http://schemas.openxmlformats.org/officeDocument/2006/relationships/customXml" Target="../ink/ink2213.xml"/><Relationship Id="rId85" Type="http://schemas.openxmlformats.org/officeDocument/2006/relationships/image" Target="../media/image6740.png"/><Relationship Id="rId150" Type="http://schemas.openxmlformats.org/officeDocument/2006/relationships/customXml" Target="../ink/ink2120.xml"/><Relationship Id="rId192" Type="http://schemas.openxmlformats.org/officeDocument/2006/relationships/customXml" Target="../ink/ink2141.xml"/><Relationship Id="rId206" Type="http://schemas.openxmlformats.org/officeDocument/2006/relationships/customXml" Target="../ink/ink2148.xml"/><Relationship Id="rId248" Type="http://schemas.openxmlformats.org/officeDocument/2006/relationships/customXml" Target="../ink/ink2164.xml"/><Relationship Id="rId12" Type="http://schemas.openxmlformats.org/officeDocument/2006/relationships/customXml" Target="../ink/ink2051.xml"/><Relationship Id="rId108" Type="http://schemas.openxmlformats.org/officeDocument/2006/relationships/customXml" Target="../ink/ink2099.xml"/><Relationship Id="rId315" Type="http://schemas.openxmlformats.org/officeDocument/2006/relationships/image" Target="../media/image7890.png"/><Relationship Id="rId357" Type="http://schemas.openxmlformats.org/officeDocument/2006/relationships/image" Target="../media/image1473.png"/><Relationship Id="rId54" Type="http://schemas.openxmlformats.org/officeDocument/2006/relationships/customXml" Target="../ink/ink2072.xml"/><Relationship Id="rId96" Type="http://schemas.openxmlformats.org/officeDocument/2006/relationships/customXml" Target="../ink/ink2093.xml"/><Relationship Id="rId161" Type="http://schemas.openxmlformats.org/officeDocument/2006/relationships/image" Target="../media/image7120.png"/><Relationship Id="rId259" Type="http://schemas.openxmlformats.org/officeDocument/2006/relationships/image" Target="../media/image7610.png"/><Relationship Id="rId23" Type="http://schemas.openxmlformats.org/officeDocument/2006/relationships/image" Target="../media/image6430.png"/><Relationship Id="rId119" Type="http://schemas.openxmlformats.org/officeDocument/2006/relationships/image" Target="../media/image6910.png"/><Relationship Id="rId270" Type="http://schemas.openxmlformats.org/officeDocument/2006/relationships/customXml" Target="../ink/ink2175.xml"/><Relationship Id="rId326" Type="http://schemas.openxmlformats.org/officeDocument/2006/relationships/customXml" Target="../ink/ink2203.xml"/><Relationship Id="rId65" Type="http://schemas.openxmlformats.org/officeDocument/2006/relationships/image" Target="../media/image6640.png"/><Relationship Id="rId130" Type="http://schemas.openxmlformats.org/officeDocument/2006/relationships/customXml" Target="../ink/ink2110.xml"/><Relationship Id="rId172" Type="http://schemas.openxmlformats.org/officeDocument/2006/relationships/customXml" Target="../ink/ink2131.xml"/><Relationship Id="rId228" Type="http://schemas.openxmlformats.org/officeDocument/2006/relationships/customXml" Target="../ink/ink2154.xml"/><Relationship Id="rId281" Type="http://schemas.openxmlformats.org/officeDocument/2006/relationships/image" Target="../media/image7720.png"/><Relationship Id="rId337" Type="http://schemas.openxmlformats.org/officeDocument/2006/relationships/image" Target="../media/image8000.png"/><Relationship Id="rId34" Type="http://schemas.openxmlformats.org/officeDocument/2006/relationships/customXml" Target="../ink/ink2062.xml"/><Relationship Id="rId76" Type="http://schemas.openxmlformats.org/officeDocument/2006/relationships/customXml" Target="../ink/ink2083.xml"/><Relationship Id="rId141" Type="http://schemas.openxmlformats.org/officeDocument/2006/relationships/image" Target="../media/image7020.png"/><Relationship Id="rId7" Type="http://schemas.openxmlformats.org/officeDocument/2006/relationships/image" Target="../media/image6350.png"/><Relationship Id="rId183" Type="http://schemas.openxmlformats.org/officeDocument/2006/relationships/image" Target="../media/image7230.png"/><Relationship Id="rId239" Type="http://schemas.openxmlformats.org/officeDocument/2006/relationships/image" Target="../media/image7510.png"/><Relationship Id="rId250" Type="http://schemas.openxmlformats.org/officeDocument/2006/relationships/customXml" Target="../ink/ink2165.xml"/><Relationship Id="rId292" Type="http://schemas.openxmlformats.org/officeDocument/2006/relationships/customXml" Target="../ink/ink2186.xml"/><Relationship Id="rId306" Type="http://schemas.openxmlformats.org/officeDocument/2006/relationships/customXml" Target="../ink/ink2193.xml"/><Relationship Id="rId45" Type="http://schemas.openxmlformats.org/officeDocument/2006/relationships/image" Target="../media/image6540.png"/><Relationship Id="rId87" Type="http://schemas.openxmlformats.org/officeDocument/2006/relationships/image" Target="../media/image6750.png"/><Relationship Id="rId110" Type="http://schemas.openxmlformats.org/officeDocument/2006/relationships/customXml" Target="../ink/ink2100.xml"/><Relationship Id="rId348" Type="http://schemas.openxmlformats.org/officeDocument/2006/relationships/customXml" Target="../ink/ink2214.xml"/><Relationship Id="rId152" Type="http://schemas.openxmlformats.org/officeDocument/2006/relationships/customXml" Target="../ink/ink2121.xml"/><Relationship Id="rId194" Type="http://schemas.openxmlformats.org/officeDocument/2006/relationships/customXml" Target="../ink/ink2142.xml"/><Relationship Id="rId208" Type="http://schemas.openxmlformats.org/officeDocument/2006/relationships/customXml" Target="../ink/ink2149.xml"/><Relationship Id="rId261" Type="http://schemas.openxmlformats.org/officeDocument/2006/relationships/image" Target="../media/image7620.png"/><Relationship Id="rId14" Type="http://schemas.openxmlformats.org/officeDocument/2006/relationships/customXml" Target="../ink/ink2052.xml"/><Relationship Id="rId56" Type="http://schemas.openxmlformats.org/officeDocument/2006/relationships/customXml" Target="../ink/ink2073.xml"/><Relationship Id="rId317" Type="http://schemas.openxmlformats.org/officeDocument/2006/relationships/image" Target="../media/image7900.png"/><Relationship Id="rId359" Type="http://schemas.openxmlformats.org/officeDocument/2006/relationships/image" Target="../media/image1474.png"/><Relationship Id="rId8" Type="http://schemas.openxmlformats.org/officeDocument/2006/relationships/customXml" Target="../ink/ink2049.xml"/><Relationship Id="rId98" Type="http://schemas.openxmlformats.org/officeDocument/2006/relationships/customXml" Target="../ink/ink2094.xml"/><Relationship Id="rId121" Type="http://schemas.openxmlformats.org/officeDocument/2006/relationships/image" Target="../media/image6920.png"/><Relationship Id="rId142" Type="http://schemas.openxmlformats.org/officeDocument/2006/relationships/customXml" Target="../ink/ink2116.xml"/><Relationship Id="rId163" Type="http://schemas.openxmlformats.org/officeDocument/2006/relationships/image" Target="../media/image7130.png"/><Relationship Id="rId184" Type="http://schemas.openxmlformats.org/officeDocument/2006/relationships/customXml" Target="../ink/ink2137.xml"/><Relationship Id="rId230" Type="http://schemas.openxmlformats.org/officeDocument/2006/relationships/customXml" Target="../ink/ink2155.xml"/><Relationship Id="rId251" Type="http://schemas.openxmlformats.org/officeDocument/2006/relationships/image" Target="../media/image7570.png"/><Relationship Id="rId25" Type="http://schemas.openxmlformats.org/officeDocument/2006/relationships/image" Target="../media/image6440.png"/><Relationship Id="rId46" Type="http://schemas.openxmlformats.org/officeDocument/2006/relationships/customXml" Target="../ink/ink2068.xml"/><Relationship Id="rId67" Type="http://schemas.openxmlformats.org/officeDocument/2006/relationships/image" Target="../media/image6650.png"/><Relationship Id="rId272" Type="http://schemas.openxmlformats.org/officeDocument/2006/relationships/customXml" Target="../ink/ink2176.xml"/><Relationship Id="rId293" Type="http://schemas.openxmlformats.org/officeDocument/2006/relationships/image" Target="../media/image7780.png"/><Relationship Id="rId307" Type="http://schemas.openxmlformats.org/officeDocument/2006/relationships/image" Target="../media/image7850.png"/><Relationship Id="rId328" Type="http://schemas.openxmlformats.org/officeDocument/2006/relationships/customXml" Target="../ink/ink2204.xml"/><Relationship Id="rId349" Type="http://schemas.openxmlformats.org/officeDocument/2006/relationships/image" Target="../media/image1470.png"/><Relationship Id="rId88" Type="http://schemas.openxmlformats.org/officeDocument/2006/relationships/customXml" Target="../ink/ink2089.xml"/><Relationship Id="rId111" Type="http://schemas.openxmlformats.org/officeDocument/2006/relationships/image" Target="../media/image6870.png"/><Relationship Id="rId132" Type="http://schemas.openxmlformats.org/officeDocument/2006/relationships/customXml" Target="../ink/ink2111.xml"/><Relationship Id="rId153" Type="http://schemas.openxmlformats.org/officeDocument/2006/relationships/image" Target="../media/image7080.png"/><Relationship Id="rId174" Type="http://schemas.openxmlformats.org/officeDocument/2006/relationships/customXml" Target="../ink/ink2132.xml"/><Relationship Id="rId195" Type="http://schemas.openxmlformats.org/officeDocument/2006/relationships/image" Target="../media/image7290.png"/><Relationship Id="rId241" Type="http://schemas.openxmlformats.org/officeDocument/2006/relationships/image" Target="../media/image7520.png"/><Relationship Id="rId15" Type="http://schemas.openxmlformats.org/officeDocument/2006/relationships/image" Target="../media/image6390.png"/><Relationship Id="rId36" Type="http://schemas.openxmlformats.org/officeDocument/2006/relationships/customXml" Target="../ink/ink2063.xml"/><Relationship Id="rId57" Type="http://schemas.openxmlformats.org/officeDocument/2006/relationships/image" Target="../media/image6600.png"/><Relationship Id="rId262" Type="http://schemas.openxmlformats.org/officeDocument/2006/relationships/customXml" Target="../ink/ink2171.xml"/><Relationship Id="rId283" Type="http://schemas.openxmlformats.org/officeDocument/2006/relationships/image" Target="../media/image7730.png"/><Relationship Id="rId318" Type="http://schemas.openxmlformats.org/officeDocument/2006/relationships/customXml" Target="../ink/ink2199.xml"/><Relationship Id="rId339" Type="http://schemas.openxmlformats.org/officeDocument/2006/relationships/image" Target="../media/image8010.png"/><Relationship Id="rId78" Type="http://schemas.openxmlformats.org/officeDocument/2006/relationships/customXml" Target="../ink/ink2084.xml"/><Relationship Id="rId99" Type="http://schemas.openxmlformats.org/officeDocument/2006/relationships/image" Target="../media/image6810.png"/><Relationship Id="rId101" Type="http://schemas.openxmlformats.org/officeDocument/2006/relationships/image" Target="../media/image6820.png"/><Relationship Id="rId122" Type="http://schemas.openxmlformats.org/officeDocument/2006/relationships/customXml" Target="../ink/ink2106.xml"/><Relationship Id="rId143" Type="http://schemas.openxmlformats.org/officeDocument/2006/relationships/image" Target="../media/image7030.png"/><Relationship Id="rId164" Type="http://schemas.openxmlformats.org/officeDocument/2006/relationships/customXml" Target="../ink/ink2127.xml"/><Relationship Id="rId185" Type="http://schemas.openxmlformats.org/officeDocument/2006/relationships/image" Target="../media/image7240.png"/><Relationship Id="rId350" Type="http://schemas.openxmlformats.org/officeDocument/2006/relationships/customXml" Target="../ink/ink2215.xml"/><Relationship Id="rId9" Type="http://schemas.openxmlformats.org/officeDocument/2006/relationships/image" Target="../media/image6360.png"/><Relationship Id="rId26" Type="http://schemas.openxmlformats.org/officeDocument/2006/relationships/customXml" Target="../ink/ink2058.xml"/><Relationship Id="rId231" Type="http://schemas.openxmlformats.org/officeDocument/2006/relationships/image" Target="../media/image7470.png"/><Relationship Id="rId252" Type="http://schemas.openxmlformats.org/officeDocument/2006/relationships/customXml" Target="../ink/ink2166.xml"/><Relationship Id="rId273" Type="http://schemas.openxmlformats.org/officeDocument/2006/relationships/image" Target="../media/image7680.png"/><Relationship Id="rId294" Type="http://schemas.openxmlformats.org/officeDocument/2006/relationships/customXml" Target="../ink/ink2187.xml"/><Relationship Id="rId308" Type="http://schemas.openxmlformats.org/officeDocument/2006/relationships/customXml" Target="../ink/ink2194.xml"/><Relationship Id="rId329" Type="http://schemas.openxmlformats.org/officeDocument/2006/relationships/image" Target="../media/image7960.png"/><Relationship Id="rId47" Type="http://schemas.openxmlformats.org/officeDocument/2006/relationships/image" Target="../media/image6550.png"/><Relationship Id="rId68" Type="http://schemas.openxmlformats.org/officeDocument/2006/relationships/customXml" Target="../ink/ink2079.xml"/><Relationship Id="rId89" Type="http://schemas.openxmlformats.org/officeDocument/2006/relationships/image" Target="../media/image6760.png"/><Relationship Id="rId112" Type="http://schemas.openxmlformats.org/officeDocument/2006/relationships/customXml" Target="../ink/ink2101.xml"/><Relationship Id="rId133" Type="http://schemas.openxmlformats.org/officeDocument/2006/relationships/image" Target="../media/image6980.png"/><Relationship Id="rId154" Type="http://schemas.openxmlformats.org/officeDocument/2006/relationships/customXml" Target="../ink/ink2122.xml"/><Relationship Id="rId175" Type="http://schemas.openxmlformats.org/officeDocument/2006/relationships/image" Target="../media/image7190.png"/><Relationship Id="rId340" Type="http://schemas.openxmlformats.org/officeDocument/2006/relationships/customXml" Target="../ink/ink2210.xml"/><Relationship Id="rId196" Type="http://schemas.openxmlformats.org/officeDocument/2006/relationships/customXml" Target="../ink/ink2143.xml"/><Relationship Id="rId200" Type="http://schemas.openxmlformats.org/officeDocument/2006/relationships/customXml" Target="../ink/ink2145.xml"/><Relationship Id="rId16" Type="http://schemas.openxmlformats.org/officeDocument/2006/relationships/customXml" Target="../ink/ink2053.xml"/><Relationship Id="rId242" Type="http://schemas.openxmlformats.org/officeDocument/2006/relationships/customXml" Target="../ink/ink2161.xml"/><Relationship Id="rId263" Type="http://schemas.openxmlformats.org/officeDocument/2006/relationships/image" Target="../media/image7630.png"/><Relationship Id="rId284" Type="http://schemas.openxmlformats.org/officeDocument/2006/relationships/customXml" Target="../ink/ink2182.xml"/><Relationship Id="rId319" Type="http://schemas.openxmlformats.org/officeDocument/2006/relationships/image" Target="../media/image7910.png"/><Relationship Id="rId37" Type="http://schemas.openxmlformats.org/officeDocument/2006/relationships/image" Target="../media/image6500.png"/><Relationship Id="rId58" Type="http://schemas.openxmlformats.org/officeDocument/2006/relationships/customXml" Target="../ink/ink2074.xml"/><Relationship Id="rId79" Type="http://schemas.openxmlformats.org/officeDocument/2006/relationships/image" Target="../media/image6710.png"/><Relationship Id="rId102" Type="http://schemas.openxmlformats.org/officeDocument/2006/relationships/customXml" Target="../ink/ink2096.xml"/><Relationship Id="rId123" Type="http://schemas.openxmlformats.org/officeDocument/2006/relationships/image" Target="../media/image6930.png"/><Relationship Id="rId144" Type="http://schemas.openxmlformats.org/officeDocument/2006/relationships/customXml" Target="../ink/ink2117.xml"/><Relationship Id="rId330" Type="http://schemas.openxmlformats.org/officeDocument/2006/relationships/customXml" Target="../ink/ink2205.xml"/><Relationship Id="rId90" Type="http://schemas.openxmlformats.org/officeDocument/2006/relationships/customXml" Target="../ink/ink2090.xml"/><Relationship Id="rId165" Type="http://schemas.openxmlformats.org/officeDocument/2006/relationships/image" Target="../media/image7140.png"/><Relationship Id="rId186" Type="http://schemas.openxmlformats.org/officeDocument/2006/relationships/customXml" Target="../ink/ink2138.xml"/><Relationship Id="rId351" Type="http://schemas.openxmlformats.org/officeDocument/2006/relationships/image" Target="../media/image1471.png"/><Relationship Id="rId232" Type="http://schemas.openxmlformats.org/officeDocument/2006/relationships/customXml" Target="../ink/ink2156.xml"/><Relationship Id="rId253" Type="http://schemas.openxmlformats.org/officeDocument/2006/relationships/image" Target="../media/image7580.png"/><Relationship Id="rId274" Type="http://schemas.openxmlformats.org/officeDocument/2006/relationships/customXml" Target="../ink/ink2177.xml"/><Relationship Id="rId295" Type="http://schemas.openxmlformats.org/officeDocument/2006/relationships/image" Target="../media/image7790.png"/><Relationship Id="rId309" Type="http://schemas.openxmlformats.org/officeDocument/2006/relationships/image" Target="../media/image7860.png"/><Relationship Id="rId27" Type="http://schemas.openxmlformats.org/officeDocument/2006/relationships/image" Target="../media/image6450.png"/><Relationship Id="rId48" Type="http://schemas.openxmlformats.org/officeDocument/2006/relationships/customXml" Target="../ink/ink2069.xml"/><Relationship Id="rId69" Type="http://schemas.openxmlformats.org/officeDocument/2006/relationships/image" Target="../media/image6660.png"/><Relationship Id="rId113" Type="http://schemas.openxmlformats.org/officeDocument/2006/relationships/image" Target="../media/image6880.png"/><Relationship Id="rId134" Type="http://schemas.openxmlformats.org/officeDocument/2006/relationships/customXml" Target="../ink/ink2112.xml"/><Relationship Id="rId320" Type="http://schemas.openxmlformats.org/officeDocument/2006/relationships/customXml" Target="../ink/ink2200.xml"/><Relationship Id="rId80" Type="http://schemas.openxmlformats.org/officeDocument/2006/relationships/customXml" Target="../ink/ink2085.xml"/><Relationship Id="rId155" Type="http://schemas.openxmlformats.org/officeDocument/2006/relationships/image" Target="../media/image7090.png"/><Relationship Id="rId176" Type="http://schemas.openxmlformats.org/officeDocument/2006/relationships/customXml" Target="../ink/ink2133.xml"/><Relationship Id="rId197" Type="http://schemas.openxmlformats.org/officeDocument/2006/relationships/image" Target="../media/image7300.png"/><Relationship Id="rId341" Type="http://schemas.openxmlformats.org/officeDocument/2006/relationships/image" Target="../media/image8020.png"/><Relationship Id="rId201" Type="http://schemas.openxmlformats.org/officeDocument/2006/relationships/image" Target="../media/image7320.png"/><Relationship Id="rId243" Type="http://schemas.openxmlformats.org/officeDocument/2006/relationships/image" Target="../media/image7530.png"/><Relationship Id="rId264" Type="http://schemas.openxmlformats.org/officeDocument/2006/relationships/customXml" Target="../ink/ink2172.xml"/><Relationship Id="rId285" Type="http://schemas.openxmlformats.org/officeDocument/2006/relationships/image" Target="../media/image7740.png"/><Relationship Id="rId17" Type="http://schemas.openxmlformats.org/officeDocument/2006/relationships/image" Target="../media/image6400.png"/><Relationship Id="rId38" Type="http://schemas.openxmlformats.org/officeDocument/2006/relationships/customXml" Target="../ink/ink2064.xml"/><Relationship Id="rId59" Type="http://schemas.openxmlformats.org/officeDocument/2006/relationships/image" Target="../media/image6610.png"/><Relationship Id="rId103" Type="http://schemas.openxmlformats.org/officeDocument/2006/relationships/image" Target="../media/image6830.png"/><Relationship Id="rId124" Type="http://schemas.openxmlformats.org/officeDocument/2006/relationships/customXml" Target="../ink/ink2107.xml"/><Relationship Id="rId310" Type="http://schemas.openxmlformats.org/officeDocument/2006/relationships/customXml" Target="../ink/ink2195.xml"/><Relationship Id="rId70" Type="http://schemas.openxmlformats.org/officeDocument/2006/relationships/customXml" Target="../ink/ink2080.xml"/><Relationship Id="rId91" Type="http://schemas.openxmlformats.org/officeDocument/2006/relationships/image" Target="../media/image6770.png"/><Relationship Id="rId145" Type="http://schemas.openxmlformats.org/officeDocument/2006/relationships/image" Target="../media/image7040.png"/><Relationship Id="rId166" Type="http://schemas.openxmlformats.org/officeDocument/2006/relationships/customXml" Target="../ink/ink2128.xml"/><Relationship Id="rId187" Type="http://schemas.openxmlformats.org/officeDocument/2006/relationships/image" Target="../media/image7250.png"/><Relationship Id="rId331" Type="http://schemas.openxmlformats.org/officeDocument/2006/relationships/image" Target="../media/image7970.png"/><Relationship Id="rId352" Type="http://schemas.openxmlformats.org/officeDocument/2006/relationships/customXml" Target="../ink/ink2216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7480.png"/><Relationship Id="rId254" Type="http://schemas.openxmlformats.org/officeDocument/2006/relationships/customXml" Target="../ink/ink2167.xml"/><Relationship Id="rId28" Type="http://schemas.openxmlformats.org/officeDocument/2006/relationships/customXml" Target="../ink/ink2059.xml"/><Relationship Id="rId49" Type="http://schemas.openxmlformats.org/officeDocument/2006/relationships/image" Target="../media/image6560.png"/><Relationship Id="rId114" Type="http://schemas.openxmlformats.org/officeDocument/2006/relationships/customXml" Target="../ink/ink2102.xml"/><Relationship Id="rId275" Type="http://schemas.openxmlformats.org/officeDocument/2006/relationships/image" Target="../media/image7690.png"/><Relationship Id="rId296" Type="http://schemas.openxmlformats.org/officeDocument/2006/relationships/customXml" Target="../ink/ink2188.xml"/><Relationship Id="rId300" Type="http://schemas.openxmlformats.org/officeDocument/2006/relationships/customXml" Target="../ink/ink2190.xml"/><Relationship Id="rId60" Type="http://schemas.openxmlformats.org/officeDocument/2006/relationships/customXml" Target="../ink/ink2075.xml"/><Relationship Id="rId81" Type="http://schemas.openxmlformats.org/officeDocument/2006/relationships/image" Target="../media/image6720.png"/><Relationship Id="rId135" Type="http://schemas.openxmlformats.org/officeDocument/2006/relationships/image" Target="../media/image6990.png"/><Relationship Id="rId156" Type="http://schemas.openxmlformats.org/officeDocument/2006/relationships/customXml" Target="../ink/ink2123.xml"/><Relationship Id="rId177" Type="http://schemas.openxmlformats.org/officeDocument/2006/relationships/image" Target="../media/image7200.png"/><Relationship Id="rId198" Type="http://schemas.openxmlformats.org/officeDocument/2006/relationships/customXml" Target="../ink/ink2144.xml"/><Relationship Id="rId321" Type="http://schemas.openxmlformats.org/officeDocument/2006/relationships/image" Target="../media/image7920.png"/><Relationship Id="rId342" Type="http://schemas.openxmlformats.org/officeDocument/2006/relationships/customXml" Target="../ink/ink2211.xml"/><Relationship Id="rId202" Type="http://schemas.openxmlformats.org/officeDocument/2006/relationships/customXml" Target="../ink/ink2146.xml"/><Relationship Id="rId223" Type="http://schemas.openxmlformats.org/officeDocument/2006/relationships/image" Target="../media/image7430.png"/><Relationship Id="rId244" Type="http://schemas.openxmlformats.org/officeDocument/2006/relationships/customXml" Target="../ink/ink2162.xml"/><Relationship Id="rId18" Type="http://schemas.openxmlformats.org/officeDocument/2006/relationships/customXml" Target="../ink/ink2054.xml"/><Relationship Id="rId39" Type="http://schemas.openxmlformats.org/officeDocument/2006/relationships/image" Target="../media/image6510.png"/><Relationship Id="rId265" Type="http://schemas.openxmlformats.org/officeDocument/2006/relationships/image" Target="../media/image7640.png"/><Relationship Id="rId286" Type="http://schemas.openxmlformats.org/officeDocument/2006/relationships/customXml" Target="../ink/ink2183.xml"/><Relationship Id="rId50" Type="http://schemas.openxmlformats.org/officeDocument/2006/relationships/customXml" Target="../ink/ink2070.xml"/><Relationship Id="rId104" Type="http://schemas.openxmlformats.org/officeDocument/2006/relationships/customXml" Target="../ink/ink2097.xml"/><Relationship Id="rId125" Type="http://schemas.openxmlformats.org/officeDocument/2006/relationships/image" Target="../media/image6940.png"/><Relationship Id="rId146" Type="http://schemas.openxmlformats.org/officeDocument/2006/relationships/customXml" Target="../ink/ink2118.xml"/><Relationship Id="rId167" Type="http://schemas.openxmlformats.org/officeDocument/2006/relationships/image" Target="../media/image7150.png"/><Relationship Id="rId188" Type="http://schemas.openxmlformats.org/officeDocument/2006/relationships/customXml" Target="../ink/ink2139.xml"/><Relationship Id="rId311" Type="http://schemas.openxmlformats.org/officeDocument/2006/relationships/image" Target="../media/image7870.png"/><Relationship Id="rId332" Type="http://schemas.openxmlformats.org/officeDocument/2006/relationships/customXml" Target="../ink/ink2206.xml"/><Relationship Id="rId353" Type="http://schemas.openxmlformats.org/officeDocument/2006/relationships/image" Target="../media/image1472.png"/><Relationship Id="rId71" Type="http://schemas.openxmlformats.org/officeDocument/2006/relationships/image" Target="../media/image6670.png"/><Relationship Id="rId92" Type="http://schemas.openxmlformats.org/officeDocument/2006/relationships/customXml" Target="../ink/ink2091.xml"/><Relationship Id="rId213" Type="http://schemas.openxmlformats.org/officeDocument/2006/relationships/image" Target="../media/image7380.png"/><Relationship Id="rId234" Type="http://schemas.openxmlformats.org/officeDocument/2006/relationships/customXml" Target="../ink/ink2157.xml"/><Relationship Id="rId2" Type="http://schemas.openxmlformats.org/officeDocument/2006/relationships/customXml" Target="../ink/ink2046.xml"/><Relationship Id="rId29" Type="http://schemas.openxmlformats.org/officeDocument/2006/relationships/image" Target="../media/image6460.png"/><Relationship Id="rId255" Type="http://schemas.openxmlformats.org/officeDocument/2006/relationships/image" Target="../media/image7590.png"/><Relationship Id="rId276" Type="http://schemas.openxmlformats.org/officeDocument/2006/relationships/customXml" Target="../ink/ink2178.xml"/><Relationship Id="rId297" Type="http://schemas.openxmlformats.org/officeDocument/2006/relationships/image" Target="../media/image7800.png"/><Relationship Id="rId40" Type="http://schemas.openxmlformats.org/officeDocument/2006/relationships/customXml" Target="../ink/ink2065.xml"/><Relationship Id="rId115" Type="http://schemas.openxmlformats.org/officeDocument/2006/relationships/image" Target="../media/image6890.png"/><Relationship Id="rId136" Type="http://schemas.openxmlformats.org/officeDocument/2006/relationships/customXml" Target="../ink/ink2113.xml"/><Relationship Id="rId157" Type="http://schemas.openxmlformats.org/officeDocument/2006/relationships/image" Target="../media/image7100.png"/><Relationship Id="rId178" Type="http://schemas.openxmlformats.org/officeDocument/2006/relationships/customXml" Target="../ink/ink2134.xml"/><Relationship Id="rId301" Type="http://schemas.openxmlformats.org/officeDocument/2006/relationships/image" Target="../media/image7820.png"/><Relationship Id="rId322" Type="http://schemas.openxmlformats.org/officeDocument/2006/relationships/customXml" Target="../ink/ink2201.xml"/><Relationship Id="rId343" Type="http://schemas.openxmlformats.org/officeDocument/2006/relationships/image" Target="../media/image8030.png"/><Relationship Id="rId61" Type="http://schemas.openxmlformats.org/officeDocument/2006/relationships/image" Target="../media/image6620.png"/><Relationship Id="rId82" Type="http://schemas.openxmlformats.org/officeDocument/2006/relationships/customXml" Target="../ink/ink2086.xml"/><Relationship Id="rId199" Type="http://schemas.openxmlformats.org/officeDocument/2006/relationships/image" Target="../media/image7310.png"/><Relationship Id="rId203" Type="http://schemas.openxmlformats.org/officeDocument/2006/relationships/image" Target="../media/image7330.png"/><Relationship Id="rId19" Type="http://schemas.openxmlformats.org/officeDocument/2006/relationships/image" Target="../media/image6410.png"/><Relationship Id="rId224" Type="http://schemas.openxmlformats.org/officeDocument/2006/relationships/customXml" Target="../ink/ink2152.xml"/><Relationship Id="rId245" Type="http://schemas.openxmlformats.org/officeDocument/2006/relationships/image" Target="../media/image7540.png"/><Relationship Id="rId266" Type="http://schemas.openxmlformats.org/officeDocument/2006/relationships/customXml" Target="../ink/ink2173.xml"/><Relationship Id="rId287" Type="http://schemas.openxmlformats.org/officeDocument/2006/relationships/image" Target="../media/image7750.png"/><Relationship Id="rId30" Type="http://schemas.openxmlformats.org/officeDocument/2006/relationships/customXml" Target="../ink/ink2060.xml"/><Relationship Id="rId105" Type="http://schemas.openxmlformats.org/officeDocument/2006/relationships/image" Target="../media/image6840.png"/><Relationship Id="rId126" Type="http://schemas.openxmlformats.org/officeDocument/2006/relationships/customXml" Target="../ink/ink2108.xml"/><Relationship Id="rId147" Type="http://schemas.openxmlformats.org/officeDocument/2006/relationships/image" Target="../media/image7050.png"/><Relationship Id="rId168" Type="http://schemas.openxmlformats.org/officeDocument/2006/relationships/customXml" Target="../ink/ink2129.xml"/><Relationship Id="rId312" Type="http://schemas.openxmlformats.org/officeDocument/2006/relationships/customXml" Target="../ink/ink2196.xml"/><Relationship Id="rId333" Type="http://schemas.openxmlformats.org/officeDocument/2006/relationships/image" Target="../media/image7980.png"/><Relationship Id="rId354" Type="http://schemas.openxmlformats.org/officeDocument/2006/relationships/customXml" Target="../ink/ink2217.xml"/><Relationship Id="rId51" Type="http://schemas.openxmlformats.org/officeDocument/2006/relationships/image" Target="../media/image6570.png"/><Relationship Id="rId72" Type="http://schemas.openxmlformats.org/officeDocument/2006/relationships/customXml" Target="../ink/ink2081.xml"/><Relationship Id="rId93" Type="http://schemas.openxmlformats.org/officeDocument/2006/relationships/image" Target="../media/image6780.png"/><Relationship Id="rId189" Type="http://schemas.openxmlformats.org/officeDocument/2006/relationships/image" Target="../media/image7260.png"/><Relationship Id="rId3" Type="http://schemas.openxmlformats.org/officeDocument/2006/relationships/image" Target="../media/image6330.png"/><Relationship Id="rId214" Type="http://schemas.openxmlformats.org/officeDocument/2006/relationships/customXml" Target="../ink/ink2150.xml"/><Relationship Id="rId235" Type="http://schemas.openxmlformats.org/officeDocument/2006/relationships/image" Target="../media/image7490.png"/><Relationship Id="rId256" Type="http://schemas.openxmlformats.org/officeDocument/2006/relationships/customXml" Target="../ink/ink2168.xml"/><Relationship Id="rId277" Type="http://schemas.openxmlformats.org/officeDocument/2006/relationships/image" Target="../media/image7700.png"/><Relationship Id="rId298" Type="http://schemas.openxmlformats.org/officeDocument/2006/relationships/customXml" Target="../ink/ink2189.xml"/><Relationship Id="rId116" Type="http://schemas.openxmlformats.org/officeDocument/2006/relationships/customXml" Target="../ink/ink2103.xml"/><Relationship Id="rId137" Type="http://schemas.openxmlformats.org/officeDocument/2006/relationships/image" Target="../media/image7000.png"/><Relationship Id="rId158" Type="http://schemas.openxmlformats.org/officeDocument/2006/relationships/customXml" Target="../ink/ink2124.xml"/><Relationship Id="rId302" Type="http://schemas.openxmlformats.org/officeDocument/2006/relationships/customXml" Target="../ink/ink2191.xml"/><Relationship Id="rId323" Type="http://schemas.openxmlformats.org/officeDocument/2006/relationships/image" Target="../media/image7930.png"/><Relationship Id="rId344" Type="http://schemas.openxmlformats.org/officeDocument/2006/relationships/customXml" Target="../ink/ink2212.xml"/><Relationship Id="rId20" Type="http://schemas.openxmlformats.org/officeDocument/2006/relationships/customXml" Target="../ink/ink2055.xml"/><Relationship Id="rId41" Type="http://schemas.openxmlformats.org/officeDocument/2006/relationships/image" Target="../media/image6520.png"/><Relationship Id="rId62" Type="http://schemas.openxmlformats.org/officeDocument/2006/relationships/customXml" Target="../ink/ink2076.xml"/><Relationship Id="rId83" Type="http://schemas.openxmlformats.org/officeDocument/2006/relationships/image" Target="../media/image6730.png"/><Relationship Id="rId179" Type="http://schemas.openxmlformats.org/officeDocument/2006/relationships/image" Target="../media/image7210.png"/><Relationship Id="rId190" Type="http://schemas.openxmlformats.org/officeDocument/2006/relationships/customXml" Target="../ink/ink2140.xml"/><Relationship Id="rId204" Type="http://schemas.openxmlformats.org/officeDocument/2006/relationships/customXml" Target="../ink/ink2147.xml"/><Relationship Id="rId225" Type="http://schemas.openxmlformats.org/officeDocument/2006/relationships/image" Target="../media/image7440.png"/><Relationship Id="rId246" Type="http://schemas.openxmlformats.org/officeDocument/2006/relationships/customXml" Target="../ink/ink2163.xml"/><Relationship Id="rId267" Type="http://schemas.openxmlformats.org/officeDocument/2006/relationships/image" Target="../media/image7650.png"/><Relationship Id="rId288" Type="http://schemas.openxmlformats.org/officeDocument/2006/relationships/customXml" Target="../ink/ink2184.xml"/><Relationship Id="rId106" Type="http://schemas.openxmlformats.org/officeDocument/2006/relationships/customXml" Target="../ink/ink2098.xml"/><Relationship Id="rId127" Type="http://schemas.openxmlformats.org/officeDocument/2006/relationships/image" Target="../media/image6950.png"/><Relationship Id="rId313" Type="http://schemas.openxmlformats.org/officeDocument/2006/relationships/image" Target="../media/image7880.png"/><Relationship Id="rId10" Type="http://schemas.openxmlformats.org/officeDocument/2006/relationships/customXml" Target="../ink/ink2050.xml"/><Relationship Id="rId31" Type="http://schemas.openxmlformats.org/officeDocument/2006/relationships/image" Target="../media/image6470.png"/><Relationship Id="rId52" Type="http://schemas.openxmlformats.org/officeDocument/2006/relationships/customXml" Target="../ink/ink2071.xml"/><Relationship Id="rId73" Type="http://schemas.openxmlformats.org/officeDocument/2006/relationships/image" Target="../media/image6680.png"/><Relationship Id="rId94" Type="http://schemas.openxmlformats.org/officeDocument/2006/relationships/customXml" Target="../ink/ink2092.xml"/><Relationship Id="rId148" Type="http://schemas.openxmlformats.org/officeDocument/2006/relationships/customXml" Target="../ink/ink2119.xml"/><Relationship Id="rId169" Type="http://schemas.openxmlformats.org/officeDocument/2006/relationships/image" Target="../media/image7160.png"/><Relationship Id="rId334" Type="http://schemas.openxmlformats.org/officeDocument/2006/relationships/customXml" Target="../ink/ink2207.xml"/><Relationship Id="rId355" Type="http://schemas.openxmlformats.org/officeDocument/2006/relationships/image" Target="../media/image200.png"/><Relationship Id="rId4" Type="http://schemas.openxmlformats.org/officeDocument/2006/relationships/customXml" Target="../ink/ink2047.xml"/><Relationship Id="rId180" Type="http://schemas.openxmlformats.org/officeDocument/2006/relationships/customXml" Target="../ink/ink2135.xml"/><Relationship Id="rId215" Type="http://schemas.openxmlformats.org/officeDocument/2006/relationships/image" Target="../media/image7390.png"/><Relationship Id="rId236" Type="http://schemas.openxmlformats.org/officeDocument/2006/relationships/customXml" Target="../ink/ink2158.xml"/><Relationship Id="rId257" Type="http://schemas.openxmlformats.org/officeDocument/2006/relationships/image" Target="../media/image7600.png"/><Relationship Id="rId278" Type="http://schemas.openxmlformats.org/officeDocument/2006/relationships/customXml" Target="../ink/ink2179.xml"/><Relationship Id="rId303" Type="http://schemas.openxmlformats.org/officeDocument/2006/relationships/image" Target="../media/image7830.png"/><Relationship Id="rId42" Type="http://schemas.openxmlformats.org/officeDocument/2006/relationships/customXml" Target="../ink/ink2066.xml"/><Relationship Id="rId84" Type="http://schemas.openxmlformats.org/officeDocument/2006/relationships/customXml" Target="../ink/ink2087.xml"/><Relationship Id="rId138" Type="http://schemas.openxmlformats.org/officeDocument/2006/relationships/customXml" Target="../ink/ink2114.xml"/><Relationship Id="rId345" Type="http://schemas.openxmlformats.org/officeDocument/2006/relationships/image" Target="../media/image1468.png"/><Relationship Id="rId191" Type="http://schemas.openxmlformats.org/officeDocument/2006/relationships/image" Target="../media/image7270.png"/><Relationship Id="rId205" Type="http://schemas.openxmlformats.org/officeDocument/2006/relationships/image" Target="../media/image7340.png"/><Relationship Id="rId247" Type="http://schemas.openxmlformats.org/officeDocument/2006/relationships/image" Target="../media/image7550.png"/><Relationship Id="rId107" Type="http://schemas.openxmlformats.org/officeDocument/2006/relationships/image" Target="../media/image6850.png"/><Relationship Id="rId289" Type="http://schemas.openxmlformats.org/officeDocument/2006/relationships/image" Target="../media/image7760.png"/><Relationship Id="rId11" Type="http://schemas.openxmlformats.org/officeDocument/2006/relationships/image" Target="../media/image6370.png"/><Relationship Id="rId53" Type="http://schemas.openxmlformats.org/officeDocument/2006/relationships/image" Target="../media/image6580.png"/><Relationship Id="rId149" Type="http://schemas.openxmlformats.org/officeDocument/2006/relationships/image" Target="../media/image7060.png"/><Relationship Id="rId314" Type="http://schemas.openxmlformats.org/officeDocument/2006/relationships/customXml" Target="../ink/ink2197.xml"/><Relationship Id="rId356" Type="http://schemas.openxmlformats.org/officeDocument/2006/relationships/customXml" Target="../ink/ink2218.xml"/><Relationship Id="rId95" Type="http://schemas.openxmlformats.org/officeDocument/2006/relationships/image" Target="../media/image6790.png"/><Relationship Id="rId160" Type="http://schemas.openxmlformats.org/officeDocument/2006/relationships/customXml" Target="../ink/ink2125.xml"/><Relationship Id="rId216" Type="http://schemas.openxmlformats.org/officeDocument/2006/relationships/customXml" Target="../ink/ink2151.xml"/><Relationship Id="rId258" Type="http://schemas.openxmlformats.org/officeDocument/2006/relationships/customXml" Target="../ink/ink2169.xml"/><Relationship Id="rId22" Type="http://schemas.openxmlformats.org/officeDocument/2006/relationships/customXml" Target="../ink/ink2056.xml"/><Relationship Id="rId64" Type="http://schemas.openxmlformats.org/officeDocument/2006/relationships/customXml" Target="../ink/ink2077.xml"/><Relationship Id="rId118" Type="http://schemas.openxmlformats.org/officeDocument/2006/relationships/customXml" Target="../ink/ink2104.xml"/><Relationship Id="rId325" Type="http://schemas.openxmlformats.org/officeDocument/2006/relationships/image" Target="../media/image7940.png"/><Relationship Id="rId171" Type="http://schemas.openxmlformats.org/officeDocument/2006/relationships/image" Target="../media/image7170.png"/><Relationship Id="rId227" Type="http://schemas.openxmlformats.org/officeDocument/2006/relationships/image" Target="../media/image7450.png"/><Relationship Id="rId269" Type="http://schemas.openxmlformats.org/officeDocument/2006/relationships/image" Target="../media/image7660.png"/><Relationship Id="rId33" Type="http://schemas.openxmlformats.org/officeDocument/2006/relationships/image" Target="../media/image6480.png"/><Relationship Id="rId129" Type="http://schemas.openxmlformats.org/officeDocument/2006/relationships/image" Target="../media/image6960.png"/><Relationship Id="rId280" Type="http://schemas.openxmlformats.org/officeDocument/2006/relationships/customXml" Target="../ink/ink2180.xml"/><Relationship Id="rId336" Type="http://schemas.openxmlformats.org/officeDocument/2006/relationships/customXml" Target="../ink/ink2208.xml"/><Relationship Id="rId75" Type="http://schemas.openxmlformats.org/officeDocument/2006/relationships/image" Target="../media/image6690.png"/><Relationship Id="rId140" Type="http://schemas.openxmlformats.org/officeDocument/2006/relationships/customXml" Target="../ink/ink2115.xml"/><Relationship Id="rId182" Type="http://schemas.openxmlformats.org/officeDocument/2006/relationships/customXml" Target="../ink/ink2136.xml"/><Relationship Id="rId6" Type="http://schemas.openxmlformats.org/officeDocument/2006/relationships/customXml" Target="../ink/ink2048.xml"/><Relationship Id="rId238" Type="http://schemas.openxmlformats.org/officeDocument/2006/relationships/customXml" Target="../ink/ink2159.xml"/><Relationship Id="rId291" Type="http://schemas.openxmlformats.org/officeDocument/2006/relationships/image" Target="../media/image7770.png"/><Relationship Id="rId305" Type="http://schemas.openxmlformats.org/officeDocument/2006/relationships/image" Target="../media/image7840.png"/><Relationship Id="rId347" Type="http://schemas.openxmlformats.org/officeDocument/2006/relationships/image" Target="../media/image1469.png"/><Relationship Id="rId44" Type="http://schemas.openxmlformats.org/officeDocument/2006/relationships/customXml" Target="../ink/ink2067.xml"/><Relationship Id="rId86" Type="http://schemas.openxmlformats.org/officeDocument/2006/relationships/customXml" Target="../ink/ink2088.xml"/><Relationship Id="rId151" Type="http://schemas.openxmlformats.org/officeDocument/2006/relationships/image" Target="../media/image7070.png"/><Relationship Id="rId193" Type="http://schemas.openxmlformats.org/officeDocument/2006/relationships/image" Target="../media/image7280.png"/><Relationship Id="rId207" Type="http://schemas.openxmlformats.org/officeDocument/2006/relationships/image" Target="../media/image1467.png"/><Relationship Id="rId249" Type="http://schemas.openxmlformats.org/officeDocument/2006/relationships/image" Target="../media/image7560.png"/><Relationship Id="rId13" Type="http://schemas.openxmlformats.org/officeDocument/2006/relationships/image" Target="../media/image6380.png"/><Relationship Id="rId109" Type="http://schemas.openxmlformats.org/officeDocument/2006/relationships/image" Target="../media/image6860.png"/><Relationship Id="rId260" Type="http://schemas.openxmlformats.org/officeDocument/2006/relationships/customXml" Target="../ink/ink2170.xml"/><Relationship Id="rId316" Type="http://schemas.openxmlformats.org/officeDocument/2006/relationships/customXml" Target="../ink/ink2198.xml"/><Relationship Id="rId55" Type="http://schemas.openxmlformats.org/officeDocument/2006/relationships/image" Target="../media/image6590.png"/><Relationship Id="rId97" Type="http://schemas.openxmlformats.org/officeDocument/2006/relationships/image" Target="../media/image6800.png"/><Relationship Id="rId120" Type="http://schemas.openxmlformats.org/officeDocument/2006/relationships/customXml" Target="../ink/ink2105.xml"/><Relationship Id="rId358" Type="http://schemas.openxmlformats.org/officeDocument/2006/relationships/customXml" Target="../ink/ink2219.xml"/><Relationship Id="rId162" Type="http://schemas.openxmlformats.org/officeDocument/2006/relationships/customXml" Target="../ink/ink2126.xml"/><Relationship Id="rId271" Type="http://schemas.openxmlformats.org/officeDocument/2006/relationships/image" Target="../media/image7670.png"/><Relationship Id="rId24" Type="http://schemas.openxmlformats.org/officeDocument/2006/relationships/customXml" Target="../ink/ink2057.xml"/><Relationship Id="rId66" Type="http://schemas.openxmlformats.org/officeDocument/2006/relationships/customXml" Target="../ink/ink2078.xml"/><Relationship Id="rId131" Type="http://schemas.openxmlformats.org/officeDocument/2006/relationships/image" Target="../media/image6970.png"/><Relationship Id="rId327" Type="http://schemas.openxmlformats.org/officeDocument/2006/relationships/image" Target="../media/image7950.png"/><Relationship Id="rId173" Type="http://schemas.openxmlformats.org/officeDocument/2006/relationships/image" Target="../media/image7180.png"/><Relationship Id="rId229" Type="http://schemas.openxmlformats.org/officeDocument/2006/relationships/image" Target="../media/image7460.png"/><Relationship Id="rId240" Type="http://schemas.openxmlformats.org/officeDocument/2006/relationships/customXml" Target="../ink/ink2160.xml"/><Relationship Id="rId35" Type="http://schemas.openxmlformats.org/officeDocument/2006/relationships/image" Target="../media/image6490.png"/><Relationship Id="rId77" Type="http://schemas.openxmlformats.org/officeDocument/2006/relationships/image" Target="../media/image6700.png"/><Relationship Id="rId100" Type="http://schemas.openxmlformats.org/officeDocument/2006/relationships/customXml" Target="../ink/ink2095.xml"/><Relationship Id="rId282" Type="http://schemas.openxmlformats.org/officeDocument/2006/relationships/customXml" Target="../ink/ink2181.xml"/><Relationship Id="rId338" Type="http://schemas.openxmlformats.org/officeDocument/2006/relationships/customXml" Target="../ink/ink2209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610.png"/><Relationship Id="rId21" Type="http://schemas.openxmlformats.org/officeDocument/2006/relationships/image" Target="../media/image8130.png"/><Relationship Id="rId42" Type="http://schemas.openxmlformats.org/officeDocument/2006/relationships/customXml" Target="../ink/ink2240.xml"/><Relationship Id="rId47" Type="http://schemas.openxmlformats.org/officeDocument/2006/relationships/image" Target="../media/image8260.png"/><Relationship Id="rId63" Type="http://schemas.openxmlformats.org/officeDocument/2006/relationships/image" Target="../media/image8340.png"/><Relationship Id="rId68" Type="http://schemas.openxmlformats.org/officeDocument/2006/relationships/customXml" Target="../ink/ink2253.xml"/><Relationship Id="rId84" Type="http://schemas.openxmlformats.org/officeDocument/2006/relationships/customXml" Target="../ink/ink2261.xml"/><Relationship Id="rId89" Type="http://schemas.openxmlformats.org/officeDocument/2006/relationships/image" Target="../media/image8470.png"/><Relationship Id="rId112" Type="http://schemas.openxmlformats.org/officeDocument/2006/relationships/customXml" Target="../ink/ink2275.xml"/><Relationship Id="rId16" Type="http://schemas.openxmlformats.org/officeDocument/2006/relationships/customXml" Target="../ink/ink2227.xml"/><Relationship Id="rId107" Type="http://schemas.openxmlformats.org/officeDocument/2006/relationships/image" Target="../media/image8560.png"/><Relationship Id="rId11" Type="http://schemas.openxmlformats.org/officeDocument/2006/relationships/image" Target="../media/image8080.png"/><Relationship Id="rId32" Type="http://schemas.openxmlformats.org/officeDocument/2006/relationships/customXml" Target="../ink/ink2235.xml"/><Relationship Id="rId37" Type="http://schemas.openxmlformats.org/officeDocument/2006/relationships/image" Target="../media/image8210.png"/><Relationship Id="rId53" Type="http://schemas.openxmlformats.org/officeDocument/2006/relationships/image" Target="../media/image8290.png"/><Relationship Id="rId58" Type="http://schemas.openxmlformats.org/officeDocument/2006/relationships/customXml" Target="../ink/ink2248.xml"/><Relationship Id="rId74" Type="http://schemas.openxmlformats.org/officeDocument/2006/relationships/customXml" Target="../ink/ink2256.xml"/><Relationship Id="rId79" Type="http://schemas.openxmlformats.org/officeDocument/2006/relationships/image" Target="../media/image8420.png"/><Relationship Id="rId102" Type="http://schemas.openxmlformats.org/officeDocument/2006/relationships/customXml" Target="../ink/ink2270.xml"/><Relationship Id="rId123" Type="http://schemas.openxmlformats.org/officeDocument/2006/relationships/image" Target="../media/image8640.png"/><Relationship Id="rId128" Type="http://schemas.openxmlformats.org/officeDocument/2006/relationships/customXml" Target="../ink/ink2283.xml"/><Relationship Id="rId5" Type="http://schemas.openxmlformats.org/officeDocument/2006/relationships/image" Target="../media/image8050.png"/><Relationship Id="rId90" Type="http://schemas.openxmlformats.org/officeDocument/2006/relationships/customXml" Target="../ink/ink2264.xml"/><Relationship Id="rId95" Type="http://schemas.openxmlformats.org/officeDocument/2006/relationships/image" Target="../media/image8500.png"/><Relationship Id="rId22" Type="http://schemas.openxmlformats.org/officeDocument/2006/relationships/customXml" Target="../ink/ink2230.xml"/><Relationship Id="rId27" Type="http://schemas.openxmlformats.org/officeDocument/2006/relationships/image" Target="../media/image8160.png"/><Relationship Id="rId43" Type="http://schemas.openxmlformats.org/officeDocument/2006/relationships/image" Target="../media/image8240.png"/><Relationship Id="rId48" Type="http://schemas.openxmlformats.org/officeDocument/2006/relationships/customXml" Target="../ink/ink2243.xml"/><Relationship Id="rId64" Type="http://schemas.openxmlformats.org/officeDocument/2006/relationships/customXml" Target="../ink/ink2251.xml"/><Relationship Id="rId69" Type="http://schemas.openxmlformats.org/officeDocument/2006/relationships/image" Target="../media/image8370.png"/><Relationship Id="rId113" Type="http://schemas.openxmlformats.org/officeDocument/2006/relationships/image" Target="../media/image8590.png"/><Relationship Id="rId118" Type="http://schemas.openxmlformats.org/officeDocument/2006/relationships/customXml" Target="../ink/ink2278.xml"/><Relationship Id="rId80" Type="http://schemas.openxmlformats.org/officeDocument/2006/relationships/customXml" Target="../ink/ink2259.xml"/><Relationship Id="rId85" Type="http://schemas.openxmlformats.org/officeDocument/2006/relationships/image" Target="../media/image8450.png"/><Relationship Id="rId12" Type="http://schemas.openxmlformats.org/officeDocument/2006/relationships/customXml" Target="../ink/ink2225.xml"/><Relationship Id="rId17" Type="http://schemas.openxmlformats.org/officeDocument/2006/relationships/image" Target="../media/image8110.png"/><Relationship Id="rId33" Type="http://schemas.openxmlformats.org/officeDocument/2006/relationships/image" Target="../media/image8190.png"/><Relationship Id="rId38" Type="http://schemas.openxmlformats.org/officeDocument/2006/relationships/customXml" Target="../ink/ink2238.xml"/><Relationship Id="rId59" Type="http://schemas.openxmlformats.org/officeDocument/2006/relationships/image" Target="../media/image8320.png"/><Relationship Id="rId103" Type="http://schemas.openxmlformats.org/officeDocument/2006/relationships/image" Target="../media/image8540.png"/><Relationship Id="rId108" Type="http://schemas.openxmlformats.org/officeDocument/2006/relationships/customXml" Target="../ink/ink2273.xml"/><Relationship Id="rId124" Type="http://schemas.openxmlformats.org/officeDocument/2006/relationships/customXml" Target="../ink/ink2281.xml"/><Relationship Id="rId129" Type="http://schemas.openxmlformats.org/officeDocument/2006/relationships/image" Target="../media/image1475.png"/><Relationship Id="rId54" Type="http://schemas.openxmlformats.org/officeDocument/2006/relationships/customXml" Target="../ink/ink2246.xml"/><Relationship Id="rId70" Type="http://schemas.openxmlformats.org/officeDocument/2006/relationships/customXml" Target="../ink/ink2254.xml"/><Relationship Id="rId75" Type="http://schemas.openxmlformats.org/officeDocument/2006/relationships/image" Target="../media/image8400.png"/><Relationship Id="rId91" Type="http://schemas.openxmlformats.org/officeDocument/2006/relationships/image" Target="../media/image8480.png"/><Relationship Id="rId96" Type="http://schemas.openxmlformats.org/officeDocument/2006/relationships/customXml" Target="../ink/ink226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22.xml"/><Relationship Id="rId23" Type="http://schemas.openxmlformats.org/officeDocument/2006/relationships/image" Target="../media/image8140.png"/><Relationship Id="rId28" Type="http://schemas.openxmlformats.org/officeDocument/2006/relationships/customXml" Target="../ink/ink2233.xml"/><Relationship Id="rId49" Type="http://schemas.openxmlformats.org/officeDocument/2006/relationships/image" Target="../media/image8270.png"/><Relationship Id="rId114" Type="http://schemas.openxmlformats.org/officeDocument/2006/relationships/customXml" Target="../ink/ink2276.xml"/><Relationship Id="rId119" Type="http://schemas.openxmlformats.org/officeDocument/2006/relationships/image" Target="../media/image8620.png"/><Relationship Id="rId44" Type="http://schemas.openxmlformats.org/officeDocument/2006/relationships/customXml" Target="../ink/ink2241.xml"/><Relationship Id="rId60" Type="http://schemas.openxmlformats.org/officeDocument/2006/relationships/customXml" Target="../ink/ink2249.xml"/><Relationship Id="rId65" Type="http://schemas.openxmlformats.org/officeDocument/2006/relationships/image" Target="../media/image8350.png"/><Relationship Id="rId81" Type="http://schemas.openxmlformats.org/officeDocument/2006/relationships/image" Target="../media/image8430.png"/><Relationship Id="rId86" Type="http://schemas.openxmlformats.org/officeDocument/2006/relationships/customXml" Target="../ink/ink2262.xml"/><Relationship Id="rId130" Type="http://schemas.openxmlformats.org/officeDocument/2006/relationships/customXml" Target="../ink/ink2284.xml"/><Relationship Id="rId13" Type="http://schemas.openxmlformats.org/officeDocument/2006/relationships/image" Target="../media/image8090.png"/><Relationship Id="rId18" Type="http://schemas.openxmlformats.org/officeDocument/2006/relationships/customXml" Target="../ink/ink2228.xml"/><Relationship Id="rId39" Type="http://schemas.openxmlformats.org/officeDocument/2006/relationships/image" Target="../media/image8220.png"/><Relationship Id="rId109" Type="http://schemas.openxmlformats.org/officeDocument/2006/relationships/image" Target="../media/image8570.png"/><Relationship Id="rId34" Type="http://schemas.openxmlformats.org/officeDocument/2006/relationships/customXml" Target="../ink/ink2236.xml"/><Relationship Id="rId50" Type="http://schemas.openxmlformats.org/officeDocument/2006/relationships/customXml" Target="../ink/ink2244.xml"/><Relationship Id="rId55" Type="http://schemas.openxmlformats.org/officeDocument/2006/relationships/image" Target="../media/image8300.png"/><Relationship Id="rId76" Type="http://schemas.openxmlformats.org/officeDocument/2006/relationships/customXml" Target="../ink/ink2257.xml"/><Relationship Id="rId97" Type="http://schemas.openxmlformats.org/officeDocument/2006/relationships/image" Target="../media/image8510.png"/><Relationship Id="rId104" Type="http://schemas.openxmlformats.org/officeDocument/2006/relationships/customXml" Target="../ink/ink2271.xml"/><Relationship Id="rId120" Type="http://schemas.openxmlformats.org/officeDocument/2006/relationships/customXml" Target="../ink/ink2279.xml"/><Relationship Id="rId125" Type="http://schemas.openxmlformats.org/officeDocument/2006/relationships/image" Target="../media/image8650.png"/><Relationship Id="rId7" Type="http://schemas.openxmlformats.org/officeDocument/2006/relationships/image" Target="../media/image8060.png"/><Relationship Id="rId71" Type="http://schemas.openxmlformats.org/officeDocument/2006/relationships/image" Target="../media/image8380.png"/><Relationship Id="rId92" Type="http://schemas.openxmlformats.org/officeDocument/2006/relationships/customXml" Target="../ink/ink2265.xml"/><Relationship Id="rId2" Type="http://schemas.openxmlformats.org/officeDocument/2006/relationships/customXml" Target="../ink/ink2220.xml"/><Relationship Id="rId29" Type="http://schemas.openxmlformats.org/officeDocument/2006/relationships/image" Target="../media/image8170.png"/><Relationship Id="rId24" Type="http://schemas.openxmlformats.org/officeDocument/2006/relationships/customXml" Target="../ink/ink2231.xml"/><Relationship Id="rId40" Type="http://schemas.openxmlformats.org/officeDocument/2006/relationships/customXml" Target="../ink/ink2239.xml"/><Relationship Id="rId45" Type="http://schemas.openxmlformats.org/officeDocument/2006/relationships/image" Target="../media/image8250.png"/><Relationship Id="rId66" Type="http://schemas.openxmlformats.org/officeDocument/2006/relationships/customXml" Target="../ink/ink2252.xml"/><Relationship Id="rId87" Type="http://schemas.openxmlformats.org/officeDocument/2006/relationships/image" Target="../media/image8460.png"/><Relationship Id="rId110" Type="http://schemas.openxmlformats.org/officeDocument/2006/relationships/customXml" Target="../ink/ink2274.xml"/><Relationship Id="rId115" Type="http://schemas.openxmlformats.org/officeDocument/2006/relationships/image" Target="../media/image8600.png"/><Relationship Id="rId131" Type="http://schemas.openxmlformats.org/officeDocument/2006/relationships/image" Target="../media/image1476.png"/><Relationship Id="rId61" Type="http://schemas.openxmlformats.org/officeDocument/2006/relationships/image" Target="../media/image8330.png"/><Relationship Id="rId82" Type="http://schemas.openxmlformats.org/officeDocument/2006/relationships/customXml" Target="../ink/ink2260.xml"/><Relationship Id="rId19" Type="http://schemas.openxmlformats.org/officeDocument/2006/relationships/image" Target="../media/image8120.png"/><Relationship Id="rId14" Type="http://schemas.openxmlformats.org/officeDocument/2006/relationships/customXml" Target="../ink/ink2226.xml"/><Relationship Id="rId30" Type="http://schemas.openxmlformats.org/officeDocument/2006/relationships/customXml" Target="../ink/ink2234.xml"/><Relationship Id="rId35" Type="http://schemas.openxmlformats.org/officeDocument/2006/relationships/image" Target="../media/image8200.png"/><Relationship Id="rId56" Type="http://schemas.openxmlformats.org/officeDocument/2006/relationships/customXml" Target="../ink/ink2247.xml"/><Relationship Id="rId77" Type="http://schemas.openxmlformats.org/officeDocument/2006/relationships/image" Target="../media/image8410.png"/><Relationship Id="rId100" Type="http://schemas.openxmlformats.org/officeDocument/2006/relationships/customXml" Target="../ink/ink2269.xml"/><Relationship Id="rId105" Type="http://schemas.openxmlformats.org/officeDocument/2006/relationships/image" Target="../media/image8550.png"/><Relationship Id="rId126" Type="http://schemas.openxmlformats.org/officeDocument/2006/relationships/customXml" Target="../ink/ink2282.xml"/><Relationship Id="rId8" Type="http://schemas.openxmlformats.org/officeDocument/2006/relationships/customXml" Target="../ink/ink2223.xml"/><Relationship Id="rId51" Type="http://schemas.openxmlformats.org/officeDocument/2006/relationships/image" Target="../media/image8280.png"/><Relationship Id="rId72" Type="http://schemas.openxmlformats.org/officeDocument/2006/relationships/customXml" Target="../ink/ink2255.xml"/><Relationship Id="rId93" Type="http://schemas.openxmlformats.org/officeDocument/2006/relationships/image" Target="../media/image8490.png"/><Relationship Id="rId98" Type="http://schemas.openxmlformats.org/officeDocument/2006/relationships/customXml" Target="../ink/ink2268.xml"/><Relationship Id="rId121" Type="http://schemas.openxmlformats.org/officeDocument/2006/relationships/image" Target="../media/image8630.png"/><Relationship Id="rId3" Type="http://schemas.openxmlformats.org/officeDocument/2006/relationships/image" Target="../media/image8040.png"/><Relationship Id="rId25" Type="http://schemas.openxmlformats.org/officeDocument/2006/relationships/image" Target="../media/image8150.png"/><Relationship Id="rId46" Type="http://schemas.openxmlformats.org/officeDocument/2006/relationships/customXml" Target="../ink/ink2242.xml"/><Relationship Id="rId67" Type="http://schemas.openxmlformats.org/officeDocument/2006/relationships/image" Target="../media/image8360.png"/><Relationship Id="rId116" Type="http://schemas.openxmlformats.org/officeDocument/2006/relationships/customXml" Target="../ink/ink2277.xml"/><Relationship Id="rId20" Type="http://schemas.openxmlformats.org/officeDocument/2006/relationships/customXml" Target="../ink/ink2229.xml"/><Relationship Id="rId41" Type="http://schemas.openxmlformats.org/officeDocument/2006/relationships/image" Target="../media/image8230.png"/><Relationship Id="rId62" Type="http://schemas.openxmlformats.org/officeDocument/2006/relationships/customXml" Target="../ink/ink2250.xml"/><Relationship Id="rId83" Type="http://schemas.openxmlformats.org/officeDocument/2006/relationships/image" Target="../media/image8440.png"/><Relationship Id="rId88" Type="http://schemas.openxmlformats.org/officeDocument/2006/relationships/customXml" Target="../ink/ink2263.xml"/><Relationship Id="rId111" Type="http://schemas.openxmlformats.org/officeDocument/2006/relationships/image" Target="../media/image8580.png"/><Relationship Id="rId15" Type="http://schemas.openxmlformats.org/officeDocument/2006/relationships/image" Target="../media/image8100.png"/><Relationship Id="rId36" Type="http://schemas.openxmlformats.org/officeDocument/2006/relationships/customXml" Target="../ink/ink2237.xml"/><Relationship Id="rId57" Type="http://schemas.openxmlformats.org/officeDocument/2006/relationships/image" Target="../media/image8310.png"/><Relationship Id="rId106" Type="http://schemas.openxmlformats.org/officeDocument/2006/relationships/customXml" Target="../ink/ink2272.xml"/><Relationship Id="rId127" Type="http://schemas.openxmlformats.org/officeDocument/2006/relationships/image" Target="../media/image8660.png"/><Relationship Id="rId10" Type="http://schemas.openxmlformats.org/officeDocument/2006/relationships/customXml" Target="../ink/ink2224.xml"/><Relationship Id="rId31" Type="http://schemas.openxmlformats.org/officeDocument/2006/relationships/image" Target="../media/image8180.png"/><Relationship Id="rId52" Type="http://schemas.openxmlformats.org/officeDocument/2006/relationships/customXml" Target="../ink/ink2245.xml"/><Relationship Id="rId73" Type="http://schemas.openxmlformats.org/officeDocument/2006/relationships/image" Target="../media/image8390.png"/><Relationship Id="rId78" Type="http://schemas.openxmlformats.org/officeDocument/2006/relationships/customXml" Target="../ink/ink2258.xml"/><Relationship Id="rId94" Type="http://schemas.openxmlformats.org/officeDocument/2006/relationships/customXml" Target="../ink/ink2266.xml"/><Relationship Id="rId99" Type="http://schemas.openxmlformats.org/officeDocument/2006/relationships/image" Target="../media/image8520.png"/><Relationship Id="rId101" Type="http://schemas.openxmlformats.org/officeDocument/2006/relationships/image" Target="../media/image8530.png"/><Relationship Id="rId122" Type="http://schemas.openxmlformats.org/officeDocument/2006/relationships/customXml" Target="../ink/ink2280.xml"/><Relationship Id="rId4" Type="http://schemas.openxmlformats.org/officeDocument/2006/relationships/customXml" Target="../ink/ink2221.xml"/><Relationship Id="rId9" Type="http://schemas.openxmlformats.org/officeDocument/2006/relationships/image" Target="../media/image8070.png"/><Relationship Id="rId26" Type="http://schemas.openxmlformats.org/officeDocument/2006/relationships/customXml" Target="../ink/ink2232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240.png"/><Relationship Id="rId299" Type="http://schemas.openxmlformats.org/officeDocument/2006/relationships/image" Target="../media/image1542.png"/><Relationship Id="rId21" Type="http://schemas.openxmlformats.org/officeDocument/2006/relationships/image" Target="../media/image8760.png"/><Relationship Id="rId63" Type="http://schemas.openxmlformats.org/officeDocument/2006/relationships/image" Target="../media/image8970.png"/><Relationship Id="rId159" Type="http://schemas.openxmlformats.org/officeDocument/2006/relationships/image" Target="../media/image9450.png"/><Relationship Id="rId170" Type="http://schemas.openxmlformats.org/officeDocument/2006/relationships/customXml" Target="../ink/ink2360.xml"/><Relationship Id="rId226" Type="http://schemas.openxmlformats.org/officeDocument/2006/relationships/customXml" Target="../ink/ink2388.xml"/><Relationship Id="rId268" Type="http://schemas.openxmlformats.org/officeDocument/2006/relationships/customXml" Target="../ink/ink2409.xml"/><Relationship Id="rId32" Type="http://schemas.openxmlformats.org/officeDocument/2006/relationships/customXml" Target="../ink/ink2300.xml"/><Relationship Id="rId74" Type="http://schemas.openxmlformats.org/officeDocument/2006/relationships/customXml" Target="../ink/ink2317.xml"/><Relationship Id="rId128" Type="http://schemas.openxmlformats.org/officeDocument/2006/relationships/customXml" Target="../ink/ink2344.xml"/><Relationship Id="rId5" Type="http://schemas.openxmlformats.org/officeDocument/2006/relationships/image" Target="../media/image8680.png"/><Relationship Id="rId181" Type="http://schemas.openxmlformats.org/officeDocument/2006/relationships/image" Target="../media/image1486.png"/><Relationship Id="rId237" Type="http://schemas.openxmlformats.org/officeDocument/2006/relationships/image" Target="../media/image1511.png"/><Relationship Id="rId279" Type="http://schemas.openxmlformats.org/officeDocument/2006/relationships/image" Target="../media/image1532.png"/><Relationship Id="rId43" Type="http://schemas.openxmlformats.org/officeDocument/2006/relationships/image" Target="../media/image8870.png"/><Relationship Id="rId290" Type="http://schemas.openxmlformats.org/officeDocument/2006/relationships/customXml" Target="../ink/ink2420.xml"/><Relationship Id="rId85" Type="http://schemas.openxmlformats.org/officeDocument/2006/relationships/image" Target="../media/image9080.png"/><Relationship Id="rId150" Type="http://schemas.openxmlformats.org/officeDocument/2006/relationships/customXml" Target="../ink/ink2352.xml"/><Relationship Id="rId171" Type="http://schemas.openxmlformats.org/officeDocument/2006/relationships/image" Target="../media/image1481.png"/><Relationship Id="rId192" Type="http://schemas.openxmlformats.org/officeDocument/2006/relationships/customXml" Target="../ink/ink2371.xml"/><Relationship Id="rId206" Type="http://schemas.openxmlformats.org/officeDocument/2006/relationships/customXml" Target="../ink/ink2378.xml"/><Relationship Id="rId227" Type="http://schemas.openxmlformats.org/officeDocument/2006/relationships/image" Target="../media/image1507.png"/><Relationship Id="rId248" Type="http://schemas.openxmlformats.org/officeDocument/2006/relationships/customXml" Target="../ink/ink2399.xml"/><Relationship Id="rId269" Type="http://schemas.openxmlformats.org/officeDocument/2006/relationships/image" Target="../media/image1527.png"/><Relationship Id="rId12" Type="http://schemas.openxmlformats.org/officeDocument/2006/relationships/customXml" Target="../ink/ink2290.xml"/><Relationship Id="rId33" Type="http://schemas.openxmlformats.org/officeDocument/2006/relationships/image" Target="../media/image8820.png"/><Relationship Id="rId108" Type="http://schemas.openxmlformats.org/officeDocument/2006/relationships/customXml" Target="../ink/ink2334.xml"/><Relationship Id="rId129" Type="http://schemas.openxmlformats.org/officeDocument/2006/relationships/image" Target="../media/image9300.png"/><Relationship Id="rId280" Type="http://schemas.openxmlformats.org/officeDocument/2006/relationships/customXml" Target="../ink/ink2415.xml"/><Relationship Id="rId75" Type="http://schemas.openxmlformats.org/officeDocument/2006/relationships/image" Target="../media/image9030.png"/><Relationship Id="rId96" Type="http://schemas.openxmlformats.org/officeDocument/2006/relationships/customXml" Target="../ink/ink2328.xml"/><Relationship Id="rId161" Type="http://schemas.openxmlformats.org/officeDocument/2006/relationships/image" Target="../media/image9460.png"/><Relationship Id="rId182" Type="http://schemas.openxmlformats.org/officeDocument/2006/relationships/customXml" Target="../ink/ink2366.xml"/><Relationship Id="rId217" Type="http://schemas.openxmlformats.org/officeDocument/2006/relationships/image" Target="../media/image1504.png"/><Relationship Id="rId6" Type="http://schemas.openxmlformats.org/officeDocument/2006/relationships/customXml" Target="../ink/ink2287.xml"/><Relationship Id="rId238" Type="http://schemas.openxmlformats.org/officeDocument/2006/relationships/customXml" Target="../ink/ink2394.xml"/><Relationship Id="rId259" Type="http://schemas.openxmlformats.org/officeDocument/2006/relationships/image" Target="../media/image1522.png"/><Relationship Id="rId23" Type="http://schemas.openxmlformats.org/officeDocument/2006/relationships/image" Target="../media/image8770.png"/><Relationship Id="rId119" Type="http://schemas.openxmlformats.org/officeDocument/2006/relationships/image" Target="../media/image9250.png"/><Relationship Id="rId270" Type="http://schemas.openxmlformats.org/officeDocument/2006/relationships/customXml" Target="../ink/ink2410.xml"/><Relationship Id="rId291" Type="http://schemas.openxmlformats.org/officeDocument/2006/relationships/image" Target="../media/image1538.png"/><Relationship Id="rId44" Type="http://schemas.openxmlformats.org/officeDocument/2006/relationships/customXml" Target="../ink/ink2306.xml"/><Relationship Id="rId65" Type="http://schemas.openxmlformats.org/officeDocument/2006/relationships/image" Target="../media/image8980.png"/><Relationship Id="rId86" Type="http://schemas.openxmlformats.org/officeDocument/2006/relationships/customXml" Target="../ink/ink2323.xml"/><Relationship Id="rId130" Type="http://schemas.openxmlformats.org/officeDocument/2006/relationships/customXml" Target="../ink/ink2345.xml"/><Relationship Id="rId151" Type="http://schemas.openxmlformats.org/officeDocument/2006/relationships/image" Target="../media/image9410.png"/><Relationship Id="rId172" Type="http://schemas.openxmlformats.org/officeDocument/2006/relationships/customXml" Target="../ink/ink2361.xml"/><Relationship Id="rId193" Type="http://schemas.openxmlformats.org/officeDocument/2006/relationships/image" Target="../media/image1492.png"/><Relationship Id="rId207" Type="http://schemas.openxmlformats.org/officeDocument/2006/relationships/image" Target="../media/image1499.png"/><Relationship Id="rId228" Type="http://schemas.openxmlformats.org/officeDocument/2006/relationships/customXml" Target="../ink/ink2389.xml"/><Relationship Id="rId249" Type="http://schemas.openxmlformats.org/officeDocument/2006/relationships/image" Target="../media/image1517.png"/><Relationship Id="rId13" Type="http://schemas.openxmlformats.org/officeDocument/2006/relationships/image" Target="../media/image8720.png"/><Relationship Id="rId109" Type="http://schemas.openxmlformats.org/officeDocument/2006/relationships/image" Target="../media/image9200.png"/><Relationship Id="rId260" Type="http://schemas.openxmlformats.org/officeDocument/2006/relationships/customXml" Target="../ink/ink2405.xml"/><Relationship Id="rId281" Type="http://schemas.openxmlformats.org/officeDocument/2006/relationships/image" Target="../media/image1533.png"/><Relationship Id="rId34" Type="http://schemas.openxmlformats.org/officeDocument/2006/relationships/customXml" Target="../ink/ink2301.xml"/><Relationship Id="rId55" Type="http://schemas.openxmlformats.org/officeDocument/2006/relationships/image" Target="../media/image8930.png"/><Relationship Id="rId76" Type="http://schemas.openxmlformats.org/officeDocument/2006/relationships/customXml" Target="../ink/ink2318.xml"/><Relationship Id="rId97" Type="http://schemas.openxmlformats.org/officeDocument/2006/relationships/image" Target="../media/image9140.png"/><Relationship Id="rId120" Type="http://schemas.openxmlformats.org/officeDocument/2006/relationships/customXml" Target="../ink/ink2340.xml"/><Relationship Id="rId7" Type="http://schemas.openxmlformats.org/officeDocument/2006/relationships/image" Target="../media/image8690.png"/><Relationship Id="rId162" Type="http://schemas.openxmlformats.org/officeDocument/2006/relationships/customXml" Target="../ink/ink2356.xml"/><Relationship Id="rId183" Type="http://schemas.openxmlformats.org/officeDocument/2006/relationships/image" Target="../media/image1487.png"/><Relationship Id="rId218" Type="http://schemas.openxmlformats.org/officeDocument/2006/relationships/customXml" Target="../ink/ink2384.xml"/><Relationship Id="rId239" Type="http://schemas.openxmlformats.org/officeDocument/2006/relationships/image" Target="../media/image1512.png"/><Relationship Id="rId250" Type="http://schemas.openxmlformats.org/officeDocument/2006/relationships/customXml" Target="../ink/ink2400.xml"/><Relationship Id="rId271" Type="http://schemas.openxmlformats.org/officeDocument/2006/relationships/image" Target="../media/image1528.png"/><Relationship Id="rId292" Type="http://schemas.openxmlformats.org/officeDocument/2006/relationships/customXml" Target="../ink/ink2421.xml"/><Relationship Id="rId24" Type="http://schemas.openxmlformats.org/officeDocument/2006/relationships/customXml" Target="../ink/ink2296.xml"/><Relationship Id="rId45" Type="http://schemas.openxmlformats.org/officeDocument/2006/relationships/image" Target="../media/image8880.png"/><Relationship Id="rId66" Type="http://schemas.openxmlformats.org/officeDocument/2006/relationships/customXml" Target="../ink/ink2313.xml"/><Relationship Id="rId87" Type="http://schemas.openxmlformats.org/officeDocument/2006/relationships/image" Target="../media/image9090.png"/><Relationship Id="rId110" Type="http://schemas.openxmlformats.org/officeDocument/2006/relationships/customXml" Target="../ink/ink2335.xml"/><Relationship Id="rId131" Type="http://schemas.openxmlformats.org/officeDocument/2006/relationships/image" Target="../media/image9310.png"/><Relationship Id="rId152" Type="http://schemas.openxmlformats.org/officeDocument/2006/relationships/customXml" Target="../ink/ink2353.xml"/><Relationship Id="rId173" Type="http://schemas.openxmlformats.org/officeDocument/2006/relationships/image" Target="../media/image1482.png"/><Relationship Id="rId194" Type="http://schemas.openxmlformats.org/officeDocument/2006/relationships/customXml" Target="../ink/ink2372.xml"/><Relationship Id="rId208" Type="http://schemas.openxmlformats.org/officeDocument/2006/relationships/customXml" Target="../ink/ink2379.xml"/><Relationship Id="rId229" Type="http://schemas.openxmlformats.org/officeDocument/2006/relationships/image" Target="../media/image1508.png"/><Relationship Id="rId240" Type="http://schemas.openxmlformats.org/officeDocument/2006/relationships/customXml" Target="../ink/ink2395.xml"/><Relationship Id="rId261" Type="http://schemas.openxmlformats.org/officeDocument/2006/relationships/image" Target="../media/image1523.png"/><Relationship Id="rId14" Type="http://schemas.openxmlformats.org/officeDocument/2006/relationships/customXml" Target="../ink/ink2291.xml"/><Relationship Id="rId35" Type="http://schemas.openxmlformats.org/officeDocument/2006/relationships/image" Target="../media/image8830.png"/><Relationship Id="rId56" Type="http://schemas.openxmlformats.org/officeDocument/2006/relationships/customXml" Target="../ink/ink2308.xml"/><Relationship Id="rId77" Type="http://schemas.openxmlformats.org/officeDocument/2006/relationships/image" Target="../media/image9040.png"/><Relationship Id="rId100" Type="http://schemas.openxmlformats.org/officeDocument/2006/relationships/customXml" Target="../ink/ink2330.xml"/><Relationship Id="rId282" Type="http://schemas.openxmlformats.org/officeDocument/2006/relationships/customXml" Target="../ink/ink2416.xml"/><Relationship Id="rId8" Type="http://schemas.openxmlformats.org/officeDocument/2006/relationships/customXml" Target="../ink/ink2288.xml"/><Relationship Id="rId98" Type="http://schemas.openxmlformats.org/officeDocument/2006/relationships/customXml" Target="../ink/ink2329.xml"/><Relationship Id="rId121" Type="http://schemas.openxmlformats.org/officeDocument/2006/relationships/image" Target="../media/image9260.png"/><Relationship Id="rId163" Type="http://schemas.openxmlformats.org/officeDocument/2006/relationships/image" Target="../media/image1477.png"/><Relationship Id="rId184" Type="http://schemas.openxmlformats.org/officeDocument/2006/relationships/customXml" Target="../ink/ink2367.xml"/><Relationship Id="rId219" Type="http://schemas.openxmlformats.org/officeDocument/2006/relationships/image" Target="../media/image200.png"/><Relationship Id="rId230" Type="http://schemas.openxmlformats.org/officeDocument/2006/relationships/customXml" Target="../ink/ink2390.xml"/><Relationship Id="rId251" Type="http://schemas.openxmlformats.org/officeDocument/2006/relationships/image" Target="../media/image1518.png"/><Relationship Id="rId25" Type="http://schemas.openxmlformats.org/officeDocument/2006/relationships/image" Target="../media/image8780.png"/><Relationship Id="rId46" Type="http://schemas.openxmlformats.org/officeDocument/2006/relationships/customXml" Target="../ink/ink2307.xml"/><Relationship Id="rId67" Type="http://schemas.openxmlformats.org/officeDocument/2006/relationships/image" Target="../media/image8990.png"/><Relationship Id="rId272" Type="http://schemas.openxmlformats.org/officeDocument/2006/relationships/customXml" Target="../ink/ink2411.xml"/><Relationship Id="rId293" Type="http://schemas.openxmlformats.org/officeDocument/2006/relationships/image" Target="../media/image1539.png"/><Relationship Id="rId88" Type="http://schemas.openxmlformats.org/officeDocument/2006/relationships/customXml" Target="../ink/ink2324.xml"/><Relationship Id="rId111" Type="http://schemas.openxmlformats.org/officeDocument/2006/relationships/image" Target="../media/image9210.png"/><Relationship Id="rId132" Type="http://schemas.openxmlformats.org/officeDocument/2006/relationships/customXml" Target="../ink/ink2346.xml"/><Relationship Id="rId174" Type="http://schemas.openxmlformats.org/officeDocument/2006/relationships/customXml" Target="../ink/ink2362.xml"/><Relationship Id="rId195" Type="http://schemas.openxmlformats.org/officeDocument/2006/relationships/image" Target="../media/image1493.png"/><Relationship Id="rId209" Type="http://schemas.openxmlformats.org/officeDocument/2006/relationships/image" Target="../media/image1500.png"/><Relationship Id="rId220" Type="http://schemas.openxmlformats.org/officeDocument/2006/relationships/customXml" Target="../ink/ink2385.xml"/><Relationship Id="rId241" Type="http://schemas.openxmlformats.org/officeDocument/2006/relationships/image" Target="../media/image1513.png"/><Relationship Id="rId15" Type="http://schemas.openxmlformats.org/officeDocument/2006/relationships/image" Target="../media/image8730.png"/><Relationship Id="rId36" Type="http://schemas.openxmlformats.org/officeDocument/2006/relationships/customXml" Target="../ink/ink2302.xml"/><Relationship Id="rId57" Type="http://schemas.openxmlformats.org/officeDocument/2006/relationships/image" Target="../media/image8940.png"/><Relationship Id="rId262" Type="http://schemas.openxmlformats.org/officeDocument/2006/relationships/customXml" Target="../ink/ink2406.xml"/><Relationship Id="rId283" Type="http://schemas.openxmlformats.org/officeDocument/2006/relationships/image" Target="../media/image1534.png"/><Relationship Id="rId78" Type="http://schemas.openxmlformats.org/officeDocument/2006/relationships/customXml" Target="../ink/ink2319.xml"/><Relationship Id="rId99" Type="http://schemas.openxmlformats.org/officeDocument/2006/relationships/image" Target="../media/image9150.png"/><Relationship Id="rId101" Type="http://schemas.openxmlformats.org/officeDocument/2006/relationships/image" Target="../media/image9160.png"/><Relationship Id="rId122" Type="http://schemas.openxmlformats.org/officeDocument/2006/relationships/customXml" Target="../ink/ink2341.xml"/><Relationship Id="rId164" Type="http://schemas.openxmlformats.org/officeDocument/2006/relationships/customXml" Target="../ink/ink2357.xml"/><Relationship Id="rId185" Type="http://schemas.openxmlformats.org/officeDocument/2006/relationships/image" Target="../media/image1488.png"/><Relationship Id="rId9" Type="http://schemas.openxmlformats.org/officeDocument/2006/relationships/image" Target="../media/image8700.png"/><Relationship Id="rId210" Type="http://schemas.openxmlformats.org/officeDocument/2006/relationships/customXml" Target="../ink/ink2380.xml"/><Relationship Id="rId26" Type="http://schemas.openxmlformats.org/officeDocument/2006/relationships/customXml" Target="../ink/ink2297.xml"/><Relationship Id="rId231" Type="http://schemas.openxmlformats.org/officeDocument/2006/relationships/image" Target="../media/image199.png"/><Relationship Id="rId252" Type="http://schemas.openxmlformats.org/officeDocument/2006/relationships/customXml" Target="../ink/ink2401.xml"/><Relationship Id="rId273" Type="http://schemas.openxmlformats.org/officeDocument/2006/relationships/image" Target="../media/image1529.png"/><Relationship Id="rId294" Type="http://schemas.openxmlformats.org/officeDocument/2006/relationships/customXml" Target="../ink/ink2422.xml"/><Relationship Id="rId68" Type="http://schemas.openxmlformats.org/officeDocument/2006/relationships/customXml" Target="../ink/ink2314.xml"/><Relationship Id="rId89" Type="http://schemas.openxmlformats.org/officeDocument/2006/relationships/image" Target="../media/image9100.png"/><Relationship Id="rId112" Type="http://schemas.openxmlformats.org/officeDocument/2006/relationships/customXml" Target="../ink/ink2336.xml"/><Relationship Id="rId133" Type="http://schemas.openxmlformats.org/officeDocument/2006/relationships/image" Target="../media/image9320.png"/><Relationship Id="rId175" Type="http://schemas.openxmlformats.org/officeDocument/2006/relationships/image" Target="../media/image1483.png"/><Relationship Id="rId196" Type="http://schemas.openxmlformats.org/officeDocument/2006/relationships/customXml" Target="../ink/ink2373.xml"/><Relationship Id="rId200" Type="http://schemas.openxmlformats.org/officeDocument/2006/relationships/customXml" Target="../ink/ink2375.xml"/><Relationship Id="rId16" Type="http://schemas.openxmlformats.org/officeDocument/2006/relationships/customXml" Target="../ink/ink2292.xml"/><Relationship Id="rId221" Type="http://schemas.openxmlformats.org/officeDocument/2006/relationships/image" Target="../media/image1505.png"/><Relationship Id="rId242" Type="http://schemas.openxmlformats.org/officeDocument/2006/relationships/customXml" Target="../ink/ink2396.xml"/><Relationship Id="rId263" Type="http://schemas.openxmlformats.org/officeDocument/2006/relationships/image" Target="../media/image1524.png"/><Relationship Id="rId284" Type="http://schemas.openxmlformats.org/officeDocument/2006/relationships/customXml" Target="../ink/ink2417.xml"/><Relationship Id="rId37" Type="http://schemas.openxmlformats.org/officeDocument/2006/relationships/image" Target="../media/image8840.png"/><Relationship Id="rId58" Type="http://schemas.openxmlformats.org/officeDocument/2006/relationships/customXml" Target="../ink/ink2309.xml"/><Relationship Id="rId79" Type="http://schemas.openxmlformats.org/officeDocument/2006/relationships/image" Target="../media/image9050.png"/><Relationship Id="rId102" Type="http://schemas.openxmlformats.org/officeDocument/2006/relationships/customXml" Target="../ink/ink2331.xml"/><Relationship Id="rId123" Type="http://schemas.openxmlformats.org/officeDocument/2006/relationships/image" Target="../media/image9270.png"/><Relationship Id="rId90" Type="http://schemas.openxmlformats.org/officeDocument/2006/relationships/customXml" Target="../ink/ink2325.xml"/><Relationship Id="rId165" Type="http://schemas.openxmlformats.org/officeDocument/2006/relationships/image" Target="../media/image1478.png"/><Relationship Id="rId186" Type="http://schemas.openxmlformats.org/officeDocument/2006/relationships/customXml" Target="../ink/ink2368.xml"/><Relationship Id="rId211" Type="http://schemas.openxmlformats.org/officeDocument/2006/relationships/image" Target="../media/image1501.png"/><Relationship Id="rId232" Type="http://schemas.openxmlformats.org/officeDocument/2006/relationships/customXml" Target="../ink/ink2391.xml"/><Relationship Id="rId253" Type="http://schemas.openxmlformats.org/officeDocument/2006/relationships/image" Target="../media/image1519.png"/><Relationship Id="rId274" Type="http://schemas.openxmlformats.org/officeDocument/2006/relationships/customXml" Target="../ink/ink2412.xml"/><Relationship Id="rId295" Type="http://schemas.openxmlformats.org/officeDocument/2006/relationships/image" Target="../media/image1540.png"/><Relationship Id="rId27" Type="http://schemas.openxmlformats.org/officeDocument/2006/relationships/image" Target="../media/image8790.png"/><Relationship Id="rId69" Type="http://schemas.openxmlformats.org/officeDocument/2006/relationships/image" Target="../media/image9000.png"/><Relationship Id="rId113" Type="http://schemas.openxmlformats.org/officeDocument/2006/relationships/image" Target="../media/image9220.png"/><Relationship Id="rId134" Type="http://schemas.openxmlformats.org/officeDocument/2006/relationships/customXml" Target="../ink/ink2347.xml"/><Relationship Id="rId80" Type="http://schemas.openxmlformats.org/officeDocument/2006/relationships/customXml" Target="../ink/ink2320.xml"/><Relationship Id="rId176" Type="http://schemas.openxmlformats.org/officeDocument/2006/relationships/customXml" Target="../ink/ink2363.xml"/><Relationship Id="rId197" Type="http://schemas.openxmlformats.org/officeDocument/2006/relationships/image" Target="../media/image1494.png"/><Relationship Id="rId201" Type="http://schemas.openxmlformats.org/officeDocument/2006/relationships/image" Target="../media/image1496.png"/><Relationship Id="rId222" Type="http://schemas.openxmlformats.org/officeDocument/2006/relationships/customXml" Target="../ink/ink2386.xml"/><Relationship Id="rId243" Type="http://schemas.openxmlformats.org/officeDocument/2006/relationships/image" Target="../media/image1514.png"/><Relationship Id="rId264" Type="http://schemas.openxmlformats.org/officeDocument/2006/relationships/customXml" Target="../ink/ink2407.xml"/><Relationship Id="rId285" Type="http://schemas.openxmlformats.org/officeDocument/2006/relationships/image" Target="../media/image1535.png"/><Relationship Id="rId17" Type="http://schemas.openxmlformats.org/officeDocument/2006/relationships/image" Target="../media/image8740.png"/><Relationship Id="rId38" Type="http://schemas.openxmlformats.org/officeDocument/2006/relationships/customXml" Target="../ink/ink2303.xml"/><Relationship Id="rId59" Type="http://schemas.openxmlformats.org/officeDocument/2006/relationships/image" Target="../media/image8950.png"/><Relationship Id="rId103" Type="http://schemas.openxmlformats.org/officeDocument/2006/relationships/image" Target="../media/image9170.png"/><Relationship Id="rId124" Type="http://schemas.openxmlformats.org/officeDocument/2006/relationships/customXml" Target="../ink/ink2342.xml"/><Relationship Id="rId70" Type="http://schemas.openxmlformats.org/officeDocument/2006/relationships/customXml" Target="../ink/ink2315.xml"/><Relationship Id="rId91" Type="http://schemas.openxmlformats.org/officeDocument/2006/relationships/image" Target="../media/image9110.png"/><Relationship Id="rId145" Type="http://schemas.openxmlformats.org/officeDocument/2006/relationships/image" Target="../media/image9380.png"/><Relationship Id="rId166" Type="http://schemas.openxmlformats.org/officeDocument/2006/relationships/customXml" Target="../ink/ink2358.xml"/><Relationship Id="rId187" Type="http://schemas.openxmlformats.org/officeDocument/2006/relationships/image" Target="../media/image148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81.xml"/><Relationship Id="rId233" Type="http://schemas.openxmlformats.org/officeDocument/2006/relationships/image" Target="../media/image1509.png"/><Relationship Id="rId254" Type="http://schemas.openxmlformats.org/officeDocument/2006/relationships/customXml" Target="../ink/ink2402.xml"/><Relationship Id="rId28" Type="http://schemas.openxmlformats.org/officeDocument/2006/relationships/customXml" Target="../ink/ink2298.xml"/><Relationship Id="rId114" Type="http://schemas.openxmlformats.org/officeDocument/2006/relationships/customXml" Target="../ink/ink2337.xml"/><Relationship Id="rId275" Type="http://schemas.openxmlformats.org/officeDocument/2006/relationships/image" Target="../media/image1530.png"/><Relationship Id="rId296" Type="http://schemas.openxmlformats.org/officeDocument/2006/relationships/customXml" Target="../ink/ink2423.xml"/><Relationship Id="rId300" Type="http://schemas.openxmlformats.org/officeDocument/2006/relationships/customXml" Target="../ink/ink2425.xml"/><Relationship Id="rId60" Type="http://schemas.openxmlformats.org/officeDocument/2006/relationships/customXml" Target="../ink/ink2310.xml"/><Relationship Id="rId81" Type="http://schemas.openxmlformats.org/officeDocument/2006/relationships/image" Target="../media/image9060.png"/><Relationship Id="rId135" Type="http://schemas.openxmlformats.org/officeDocument/2006/relationships/image" Target="../media/image9330.png"/><Relationship Id="rId177" Type="http://schemas.openxmlformats.org/officeDocument/2006/relationships/image" Target="../media/image1484.png"/><Relationship Id="rId198" Type="http://schemas.openxmlformats.org/officeDocument/2006/relationships/customXml" Target="../ink/ink2374.xml"/><Relationship Id="rId202" Type="http://schemas.openxmlformats.org/officeDocument/2006/relationships/customXml" Target="../ink/ink2376.xml"/><Relationship Id="rId223" Type="http://schemas.openxmlformats.org/officeDocument/2006/relationships/image" Target="../media/image1506.png"/><Relationship Id="rId244" Type="http://schemas.openxmlformats.org/officeDocument/2006/relationships/customXml" Target="../ink/ink2397.xml"/><Relationship Id="rId18" Type="http://schemas.openxmlformats.org/officeDocument/2006/relationships/customXml" Target="../ink/ink2293.xml"/><Relationship Id="rId39" Type="http://schemas.openxmlformats.org/officeDocument/2006/relationships/image" Target="../media/image8850.png"/><Relationship Id="rId265" Type="http://schemas.openxmlformats.org/officeDocument/2006/relationships/image" Target="../media/image1525.png"/><Relationship Id="rId286" Type="http://schemas.openxmlformats.org/officeDocument/2006/relationships/customXml" Target="../ink/ink2418.xml"/><Relationship Id="rId104" Type="http://schemas.openxmlformats.org/officeDocument/2006/relationships/customXml" Target="../ink/ink2332.xml"/><Relationship Id="rId125" Type="http://schemas.openxmlformats.org/officeDocument/2006/relationships/image" Target="../media/image9280.png"/><Relationship Id="rId146" Type="http://schemas.openxmlformats.org/officeDocument/2006/relationships/customXml" Target="../ink/ink2350.xml"/><Relationship Id="rId167" Type="http://schemas.openxmlformats.org/officeDocument/2006/relationships/image" Target="../media/image1479.png"/><Relationship Id="rId188" Type="http://schemas.openxmlformats.org/officeDocument/2006/relationships/customXml" Target="../ink/ink2369.xml"/><Relationship Id="rId71" Type="http://schemas.openxmlformats.org/officeDocument/2006/relationships/image" Target="../media/image9010.png"/><Relationship Id="rId92" Type="http://schemas.openxmlformats.org/officeDocument/2006/relationships/customXml" Target="../ink/ink2326.xml"/><Relationship Id="rId213" Type="http://schemas.openxmlformats.org/officeDocument/2006/relationships/image" Target="../media/image1502.png"/><Relationship Id="rId234" Type="http://schemas.openxmlformats.org/officeDocument/2006/relationships/customXml" Target="../ink/ink2392.xml"/><Relationship Id="rId2" Type="http://schemas.openxmlformats.org/officeDocument/2006/relationships/customXml" Target="../ink/ink2285.xml"/><Relationship Id="rId29" Type="http://schemas.openxmlformats.org/officeDocument/2006/relationships/image" Target="../media/image8800.png"/><Relationship Id="rId255" Type="http://schemas.openxmlformats.org/officeDocument/2006/relationships/image" Target="../media/image1520.png"/><Relationship Id="rId276" Type="http://schemas.openxmlformats.org/officeDocument/2006/relationships/customXml" Target="../ink/ink2413.xml"/><Relationship Id="rId297" Type="http://schemas.openxmlformats.org/officeDocument/2006/relationships/image" Target="../media/image1541.png"/><Relationship Id="rId40" Type="http://schemas.openxmlformats.org/officeDocument/2006/relationships/customXml" Target="../ink/ink2304.xml"/><Relationship Id="rId115" Type="http://schemas.openxmlformats.org/officeDocument/2006/relationships/image" Target="../media/image9230.png"/><Relationship Id="rId136" Type="http://schemas.openxmlformats.org/officeDocument/2006/relationships/customXml" Target="../ink/ink2348.xml"/><Relationship Id="rId157" Type="http://schemas.openxmlformats.org/officeDocument/2006/relationships/image" Target="../media/image9440.png"/><Relationship Id="rId178" Type="http://schemas.openxmlformats.org/officeDocument/2006/relationships/customXml" Target="../ink/ink2364.xml"/><Relationship Id="rId301" Type="http://schemas.openxmlformats.org/officeDocument/2006/relationships/image" Target="../media/image1543.png"/><Relationship Id="rId61" Type="http://schemas.openxmlformats.org/officeDocument/2006/relationships/image" Target="../media/image8960.png"/><Relationship Id="rId82" Type="http://schemas.openxmlformats.org/officeDocument/2006/relationships/customXml" Target="../ink/ink2321.xml"/><Relationship Id="rId199" Type="http://schemas.openxmlformats.org/officeDocument/2006/relationships/image" Target="../media/image1495.png"/><Relationship Id="rId203" Type="http://schemas.openxmlformats.org/officeDocument/2006/relationships/image" Target="../media/image1497.png"/><Relationship Id="rId19" Type="http://schemas.openxmlformats.org/officeDocument/2006/relationships/image" Target="../media/image8750.png"/><Relationship Id="rId224" Type="http://schemas.openxmlformats.org/officeDocument/2006/relationships/customXml" Target="../ink/ink2387.xml"/><Relationship Id="rId245" Type="http://schemas.openxmlformats.org/officeDocument/2006/relationships/image" Target="../media/image1515.png"/><Relationship Id="rId266" Type="http://schemas.openxmlformats.org/officeDocument/2006/relationships/customXml" Target="../ink/ink2408.xml"/><Relationship Id="rId287" Type="http://schemas.openxmlformats.org/officeDocument/2006/relationships/image" Target="../media/image1536.png"/><Relationship Id="rId30" Type="http://schemas.openxmlformats.org/officeDocument/2006/relationships/customXml" Target="../ink/ink2299.xml"/><Relationship Id="rId105" Type="http://schemas.openxmlformats.org/officeDocument/2006/relationships/image" Target="../media/image9180.png"/><Relationship Id="rId126" Type="http://schemas.openxmlformats.org/officeDocument/2006/relationships/customXml" Target="../ink/ink2343.xml"/><Relationship Id="rId147" Type="http://schemas.openxmlformats.org/officeDocument/2006/relationships/image" Target="../media/image9390.png"/><Relationship Id="rId168" Type="http://schemas.openxmlformats.org/officeDocument/2006/relationships/customXml" Target="../ink/ink2359.xml"/><Relationship Id="rId72" Type="http://schemas.openxmlformats.org/officeDocument/2006/relationships/customXml" Target="../ink/ink2316.xml"/><Relationship Id="rId93" Type="http://schemas.openxmlformats.org/officeDocument/2006/relationships/image" Target="../media/image9120.png"/><Relationship Id="rId189" Type="http://schemas.openxmlformats.org/officeDocument/2006/relationships/image" Target="../media/image1490.png"/><Relationship Id="rId3" Type="http://schemas.openxmlformats.org/officeDocument/2006/relationships/image" Target="../media/image8670.png"/><Relationship Id="rId214" Type="http://schemas.openxmlformats.org/officeDocument/2006/relationships/customXml" Target="../ink/ink2382.xml"/><Relationship Id="rId235" Type="http://schemas.openxmlformats.org/officeDocument/2006/relationships/image" Target="../media/image1510.png"/><Relationship Id="rId256" Type="http://schemas.openxmlformats.org/officeDocument/2006/relationships/customXml" Target="../ink/ink2403.xml"/><Relationship Id="rId277" Type="http://schemas.openxmlformats.org/officeDocument/2006/relationships/image" Target="../media/image1531.png"/><Relationship Id="rId298" Type="http://schemas.openxmlformats.org/officeDocument/2006/relationships/customXml" Target="../ink/ink2424.xml"/><Relationship Id="rId116" Type="http://schemas.openxmlformats.org/officeDocument/2006/relationships/customXml" Target="../ink/ink2338.xml"/><Relationship Id="rId137" Type="http://schemas.openxmlformats.org/officeDocument/2006/relationships/image" Target="../media/image9340.png"/><Relationship Id="rId158" Type="http://schemas.openxmlformats.org/officeDocument/2006/relationships/customXml" Target="../ink/ink2354.xml"/><Relationship Id="rId302" Type="http://schemas.openxmlformats.org/officeDocument/2006/relationships/customXml" Target="../ink/ink2426.xml"/><Relationship Id="rId20" Type="http://schemas.openxmlformats.org/officeDocument/2006/relationships/customXml" Target="../ink/ink2294.xml"/><Relationship Id="rId41" Type="http://schemas.openxmlformats.org/officeDocument/2006/relationships/image" Target="../media/image8860.png"/><Relationship Id="rId62" Type="http://schemas.openxmlformats.org/officeDocument/2006/relationships/customXml" Target="../ink/ink2311.xml"/><Relationship Id="rId83" Type="http://schemas.openxmlformats.org/officeDocument/2006/relationships/image" Target="../media/image9070.png"/><Relationship Id="rId179" Type="http://schemas.openxmlformats.org/officeDocument/2006/relationships/image" Target="../media/image1485.png"/><Relationship Id="rId190" Type="http://schemas.openxmlformats.org/officeDocument/2006/relationships/customXml" Target="../ink/ink2370.xml"/><Relationship Id="rId204" Type="http://schemas.openxmlformats.org/officeDocument/2006/relationships/customXml" Target="../ink/ink2377.xml"/><Relationship Id="rId225" Type="http://schemas.openxmlformats.org/officeDocument/2006/relationships/image" Target="../media/image204.png"/><Relationship Id="rId246" Type="http://schemas.openxmlformats.org/officeDocument/2006/relationships/customXml" Target="../ink/ink2398.xml"/><Relationship Id="rId267" Type="http://schemas.openxmlformats.org/officeDocument/2006/relationships/image" Target="../media/image1526.png"/><Relationship Id="rId288" Type="http://schemas.openxmlformats.org/officeDocument/2006/relationships/customXml" Target="../ink/ink2419.xml"/><Relationship Id="rId106" Type="http://schemas.openxmlformats.org/officeDocument/2006/relationships/customXml" Target="../ink/ink2333.xml"/><Relationship Id="rId127" Type="http://schemas.openxmlformats.org/officeDocument/2006/relationships/image" Target="../media/image9290.png"/><Relationship Id="rId10" Type="http://schemas.openxmlformats.org/officeDocument/2006/relationships/customXml" Target="../ink/ink2289.xml"/><Relationship Id="rId31" Type="http://schemas.openxmlformats.org/officeDocument/2006/relationships/image" Target="../media/image8810.png"/><Relationship Id="rId73" Type="http://schemas.openxmlformats.org/officeDocument/2006/relationships/image" Target="../media/image9020.png"/><Relationship Id="rId94" Type="http://schemas.openxmlformats.org/officeDocument/2006/relationships/customXml" Target="../ink/ink2327.xml"/><Relationship Id="rId148" Type="http://schemas.openxmlformats.org/officeDocument/2006/relationships/customXml" Target="../ink/ink2351.xml"/><Relationship Id="rId169" Type="http://schemas.openxmlformats.org/officeDocument/2006/relationships/image" Target="../media/image1480.png"/><Relationship Id="rId4" Type="http://schemas.openxmlformats.org/officeDocument/2006/relationships/customXml" Target="../ink/ink2286.xml"/><Relationship Id="rId180" Type="http://schemas.openxmlformats.org/officeDocument/2006/relationships/customXml" Target="../ink/ink2365.xml"/><Relationship Id="rId215" Type="http://schemas.openxmlformats.org/officeDocument/2006/relationships/image" Target="../media/image1503.png"/><Relationship Id="rId236" Type="http://schemas.openxmlformats.org/officeDocument/2006/relationships/customXml" Target="../ink/ink2393.xml"/><Relationship Id="rId257" Type="http://schemas.openxmlformats.org/officeDocument/2006/relationships/image" Target="../media/image1521.png"/><Relationship Id="rId278" Type="http://schemas.openxmlformats.org/officeDocument/2006/relationships/customXml" Target="../ink/ink2414.xml"/><Relationship Id="rId303" Type="http://schemas.openxmlformats.org/officeDocument/2006/relationships/image" Target="../media/image1544.png"/><Relationship Id="rId42" Type="http://schemas.openxmlformats.org/officeDocument/2006/relationships/customXml" Target="../ink/ink2305.xml"/><Relationship Id="rId84" Type="http://schemas.openxmlformats.org/officeDocument/2006/relationships/customXml" Target="../ink/ink2322.xml"/><Relationship Id="rId138" Type="http://schemas.openxmlformats.org/officeDocument/2006/relationships/customXml" Target="../ink/ink2349.xml"/><Relationship Id="rId191" Type="http://schemas.openxmlformats.org/officeDocument/2006/relationships/image" Target="../media/image1491.png"/><Relationship Id="rId205" Type="http://schemas.openxmlformats.org/officeDocument/2006/relationships/image" Target="../media/image1498.png"/><Relationship Id="rId247" Type="http://schemas.openxmlformats.org/officeDocument/2006/relationships/image" Target="../media/image1516.png"/><Relationship Id="rId107" Type="http://schemas.openxmlformats.org/officeDocument/2006/relationships/image" Target="../media/image9190.png"/><Relationship Id="rId289" Type="http://schemas.openxmlformats.org/officeDocument/2006/relationships/image" Target="../media/image1537.png"/><Relationship Id="rId11" Type="http://schemas.openxmlformats.org/officeDocument/2006/relationships/image" Target="../media/image8710.png"/><Relationship Id="rId149" Type="http://schemas.openxmlformats.org/officeDocument/2006/relationships/image" Target="../media/image9400.png"/><Relationship Id="rId95" Type="http://schemas.openxmlformats.org/officeDocument/2006/relationships/image" Target="../media/image9130.png"/><Relationship Id="rId160" Type="http://schemas.openxmlformats.org/officeDocument/2006/relationships/customXml" Target="../ink/ink2355.xml"/><Relationship Id="rId216" Type="http://schemas.openxmlformats.org/officeDocument/2006/relationships/customXml" Target="../ink/ink2383.xml"/><Relationship Id="rId258" Type="http://schemas.openxmlformats.org/officeDocument/2006/relationships/customXml" Target="../ink/ink2404.xml"/><Relationship Id="rId22" Type="http://schemas.openxmlformats.org/officeDocument/2006/relationships/customXml" Target="../ink/ink2295.xml"/><Relationship Id="rId64" Type="http://schemas.openxmlformats.org/officeDocument/2006/relationships/customXml" Target="../ink/ink2312.xml"/><Relationship Id="rId118" Type="http://schemas.openxmlformats.org/officeDocument/2006/relationships/customXml" Target="../ink/ink23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7A5684A1-DA48-AFFD-AB33-92785D940654}"/>
              </a:ext>
            </a:extLst>
          </p:cNvPr>
          <p:cNvGrpSpPr/>
          <p:nvPr/>
        </p:nvGrpSpPr>
        <p:grpSpPr>
          <a:xfrm>
            <a:off x="435126" y="325743"/>
            <a:ext cx="1556280" cy="878040"/>
            <a:chOff x="435126" y="325743"/>
            <a:chExt cx="1556280" cy="87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11AEC10-EFFC-78BC-498E-E743D3AA34FA}"/>
                    </a:ext>
                  </a:extLst>
                </p14:cNvPr>
                <p14:cNvContentPartPr/>
                <p14:nvPr/>
              </p14:nvContentPartPr>
              <p14:xfrm>
                <a:off x="435126" y="382263"/>
                <a:ext cx="263520" cy="204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11AEC10-EFFC-78BC-498E-E743D3AA34F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7486" y="364623"/>
                  <a:ext cx="2991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6989D9-43B9-201E-BED5-3A2D81E9D7FE}"/>
                    </a:ext>
                  </a:extLst>
                </p14:cNvPr>
                <p14:cNvContentPartPr/>
                <p14:nvPr/>
              </p14:nvContentPartPr>
              <p14:xfrm>
                <a:off x="573006" y="451383"/>
                <a:ext cx="15840" cy="341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6989D9-43B9-201E-BED5-3A2D81E9D7F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5366" y="433743"/>
                  <a:ext cx="514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7B79317-5C8F-172B-FB21-A01D89093971}"/>
                    </a:ext>
                  </a:extLst>
                </p14:cNvPr>
                <p14:cNvContentPartPr/>
                <p14:nvPr/>
              </p14:nvContentPartPr>
              <p14:xfrm>
                <a:off x="645006" y="587103"/>
                <a:ext cx="129600" cy="160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7B79317-5C8F-172B-FB21-A01D890939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7366" y="569463"/>
                  <a:ext cx="165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A96CC23-8563-B683-4953-500ED272ACFF}"/>
                    </a:ext>
                  </a:extLst>
                </p14:cNvPr>
                <p14:cNvContentPartPr/>
                <p14:nvPr/>
              </p14:nvContentPartPr>
              <p14:xfrm>
                <a:off x="823926" y="325743"/>
                <a:ext cx="927360" cy="878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A96CC23-8563-B683-4953-500ED272AC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6286" y="307743"/>
                  <a:ext cx="963000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0A8708F-4290-3A2B-9631-C80F2052DB3C}"/>
                    </a:ext>
                  </a:extLst>
                </p14:cNvPr>
                <p14:cNvContentPartPr/>
                <p14:nvPr/>
              </p14:nvContentPartPr>
              <p14:xfrm>
                <a:off x="1818966" y="488823"/>
                <a:ext cx="172440" cy="178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0A8708F-4290-3A2B-9631-C80F2052DB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00966" y="471183"/>
                  <a:ext cx="20808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35C143-341A-C8AD-6265-BFD22230960F}"/>
              </a:ext>
            </a:extLst>
          </p:cNvPr>
          <p:cNvGrpSpPr/>
          <p:nvPr/>
        </p:nvGrpSpPr>
        <p:grpSpPr>
          <a:xfrm>
            <a:off x="2575326" y="300183"/>
            <a:ext cx="707400" cy="428760"/>
            <a:chOff x="2575326" y="300183"/>
            <a:chExt cx="707400" cy="42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B482ED-BBF9-4480-CCA1-4A3441043E3D}"/>
                    </a:ext>
                  </a:extLst>
                </p14:cNvPr>
                <p14:cNvContentPartPr/>
                <p14:nvPr/>
              </p14:nvContentPartPr>
              <p14:xfrm>
                <a:off x="2575326" y="547503"/>
                <a:ext cx="12600" cy="181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B482ED-BBF9-4480-CCA1-4A3441043E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57686" y="529503"/>
                  <a:ext cx="482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975A1F7-8363-BCE1-3190-641AE279E4F0}"/>
                    </a:ext>
                  </a:extLst>
                </p14:cNvPr>
                <p14:cNvContentPartPr/>
                <p14:nvPr/>
              </p14:nvContentPartPr>
              <p14:xfrm>
                <a:off x="2684766" y="560823"/>
                <a:ext cx="203760" cy="124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975A1F7-8363-BCE1-3190-641AE279E4F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66766" y="542823"/>
                  <a:ext cx="2394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E8EF526-7115-A58A-EE09-B8CE7FBCB47C}"/>
                    </a:ext>
                  </a:extLst>
                </p14:cNvPr>
                <p14:cNvContentPartPr/>
                <p14:nvPr/>
              </p14:nvContentPartPr>
              <p14:xfrm>
                <a:off x="2615646" y="443823"/>
                <a:ext cx="74880" cy="7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E8EF526-7115-A58A-EE09-B8CE7FBCB47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98006" y="425823"/>
                  <a:ext cx="1105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23D5B14-AFC0-725B-248C-AD00D40332A0}"/>
                    </a:ext>
                  </a:extLst>
                </p14:cNvPr>
                <p14:cNvContentPartPr/>
                <p14:nvPr/>
              </p14:nvContentPartPr>
              <p14:xfrm>
                <a:off x="2975286" y="300183"/>
                <a:ext cx="30600" cy="354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23D5B14-AFC0-725B-248C-AD00D40332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57286" y="282183"/>
                  <a:ext cx="662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AEAA821-C3EB-FDF1-5B7F-F8A568D07A40}"/>
                    </a:ext>
                  </a:extLst>
                </p14:cNvPr>
                <p14:cNvContentPartPr/>
                <p14:nvPr/>
              </p14:nvContentPartPr>
              <p14:xfrm>
                <a:off x="3104166" y="545703"/>
                <a:ext cx="142920" cy="112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AEAA821-C3EB-FDF1-5B7F-F8A568D07A4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86166" y="527703"/>
                  <a:ext cx="178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66FFA8-EEA8-0B6D-6E8A-4232F079F5E1}"/>
                    </a:ext>
                  </a:extLst>
                </p14:cNvPr>
                <p14:cNvContentPartPr/>
                <p14:nvPr/>
              </p14:nvContentPartPr>
              <p14:xfrm>
                <a:off x="2964846" y="378663"/>
                <a:ext cx="317880" cy="82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66FFA8-EEA8-0B6D-6E8A-4232F079F5E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47206" y="360663"/>
                  <a:ext cx="353520" cy="11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DE5320C-B60F-F76B-068C-1FD049A7BA8F}"/>
                  </a:ext>
                </a:extLst>
              </p14:cNvPr>
              <p14:cNvContentPartPr/>
              <p14:nvPr/>
            </p14:nvContentPartPr>
            <p14:xfrm>
              <a:off x="3859086" y="514023"/>
              <a:ext cx="205560" cy="158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DE5320C-B60F-F76B-068C-1FD049A7BA8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41086" y="496023"/>
                <a:ext cx="241200" cy="19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88B68785-24B0-01A9-4050-3D98F8095793}"/>
              </a:ext>
            </a:extLst>
          </p:cNvPr>
          <p:cNvGrpSpPr/>
          <p:nvPr/>
        </p:nvGrpSpPr>
        <p:grpSpPr>
          <a:xfrm>
            <a:off x="4606446" y="378663"/>
            <a:ext cx="918000" cy="385560"/>
            <a:chOff x="4606446" y="378663"/>
            <a:chExt cx="91800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C9FB30E-12EA-3EF5-A2DE-E4970BCD5FC7}"/>
                    </a:ext>
                  </a:extLst>
                </p14:cNvPr>
                <p14:cNvContentPartPr/>
                <p14:nvPr/>
              </p14:nvContentPartPr>
              <p14:xfrm>
                <a:off x="4606446" y="600783"/>
                <a:ext cx="225720" cy="163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C9FB30E-12EA-3EF5-A2DE-E4970BCD5F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88446" y="582783"/>
                  <a:ext cx="2613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E6BA4CE-97CC-FE4A-B1B1-673C58EE183A}"/>
                    </a:ext>
                  </a:extLst>
                </p14:cNvPr>
                <p14:cNvContentPartPr/>
                <p14:nvPr/>
              </p14:nvContentPartPr>
              <p14:xfrm>
                <a:off x="4889766" y="614823"/>
                <a:ext cx="381240" cy="124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E6BA4CE-97CC-FE4A-B1B1-673C58EE18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72126" y="596823"/>
                  <a:ext cx="416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363FD1A-1BF7-B68F-5B59-07BB95CA85A4}"/>
                    </a:ext>
                  </a:extLst>
                </p14:cNvPr>
                <p14:cNvContentPartPr/>
                <p14:nvPr/>
              </p14:nvContentPartPr>
              <p14:xfrm>
                <a:off x="5218086" y="485943"/>
                <a:ext cx="36000" cy="16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363FD1A-1BF7-B68F-5B59-07BB95CA85A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00086" y="467943"/>
                  <a:ext cx="71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92ED8D0-D197-DE69-AFC9-5EEA85EB45F4}"/>
                    </a:ext>
                  </a:extLst>
                </p14:cNvPr>
                <p14:cNvContentPartPr/>
                <p14:nvPr/>
              </p14:nvContentPartPr>
              <p14:xfrm>
                <a:off x="5434446" y="378663"/>
                <a:ext cx="39960" cy="313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92ED8D0-D197-DE69-AFC9-5EEA85EB45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16446" y="361023"/>
                  <a:ext cx="756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A2C244-557B-8BA5-EB9E-2B13F5DE759B}"/>
                    </a:ext>
                  </a:extLst>
                </p14:cNvPr>
                <p14:cNvContentPartPr/>
                <p14:nvPr/>
              </p14:nvContentPartPr>
              <p14:xfrm>
                <a:off x="5388726" y="490623"/>
                <a:ext cx="135720" cy="29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A2C244-557B-8BA5-EB9E-2B13F5DE759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70726" y="472983"/>
                  <a:ext cx="17136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7106345-FDED-14D2-2DA0-32CD3BDFF80F}"/>
              </a:ext>
            </a:extLst>
          </p:cNvPr>
          <p:cNvGrpSpPr/>
          <p:nvPr/>
        </p:nvGrpSpPr>
        <p:grpSpPr>
          <a:xfrm>
            <a:off x="6120606" y="224583"/>
            <a:ext cx="1315800" cy="433800"/>
            <a:chOff x="6120606" y="224583"/>
            <a:chExt cx="131580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734882-52E0-5E16-D8C3-046705022FE7}"/>
                    </a:ext>
                  </a:extLst>
                </p14:cNvPr>
                <p14:cNvContentPartPr/>
                <p14:nvPr/>
              </p14:nvContentPartPr>
              <p14:xfrm>
                <a:off x="6120606" y="505383"/>
                <a:ext cx="302760" cy="153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734882-52E0-5E16-D8C3-046705022FE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02966" y="487743"/>
                  <a:ext cx="3384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72DAE6F-2B39-426A-DD09-BEA5881F3BD0}"/>
                    </a:ext>
                  </a:extLst>
                </p14:cNvPr>
                <p14:cNvContentPartPr/>
                <p14:nvPr/>
              </p14:nvContentPartPr>
              <p14:xfrm>
                <a:off x="6534966" y="497103"/>
                <a:ext cx="189000" cy="119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72DAE6F-2B39-426A-DD09-BEA5881F3BD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17326" y="479463"/>
                  <a:ext cx="224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12A3DB1-619D-05FB-EE97-9D029D96EFB3}"/>
                    </a:ext>
                  </a:extLst>
                </p14:cNvPr>
                <p14:cNvContentPartPr/>
                <p14:nvPr/>
              </p14:nvContentPartPr>
              <p14:xfrm>
                <a:off x="6792006" y="224583"/>
                <a:ext cx="37800" cy="384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12A3DB1-619D-05FB-EE97-9D029D96EFB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74006" y="206943"/>
                  <a:ext cx="734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C24CCBF-D029-04CE-C923-98DA033369B8}"/>
                    </a:ext>
                  </a:extLst>
                </p14:cNvPr>
                <p14:cNvContentPartPr/>
                <p14:nvPr/>
              </p14:nvContentPartPr>
              <p14:xfrm>
                <a:off x="6888126" y="440223"/>
                <a:ext cx="155880" cy="164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C24CCBF-D029-04CE-C923-98DA033369B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70126" y="422583"/>
                  <a:ext cx="191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15E5A5-0E7A-B79B-DEEB-196C7AEAD67F}"/>
                    </a:ext>
                  </a:extLst>
                </p14:cNvPr>
                <p14:cNvContentPartPr/>
                <p14:nvPr/>
              </p14:nvContentPartPr>
              <p14:xfrm>
                <a:off x="7104486" y="473343"/>
                <a:ext cx="19080" cy="152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15E5A5-0E7A-B79B-DEEB-196C7AEAD6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86846" y="455343"/>
                  <a:ext cx="54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673E222-18E8-D548-06A7-9FA86ACBEE60}"/>
                    </a:ext>
                  </a:extLst>
                </p14:cNvPr>
                <p14:cNvContentPartPr/>
                <p14:nvPr/>
              </p14:nvContentPartPr>
              <p14:xfrm>
                <a:off x="7236606" y="476583"/>
                <a:ext cx="199800" cy="127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673E222-18E8-D548-06A7-9FA86ACBEE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18606" y="458583"/>
                  <a:ext cx="235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A01B42F-59B7-04B4-B648-7BDE33586B0D}"/>
                    </a:ext>
                  </a:extLst>
                </p14:cNvPr>
                <p14:cNvContentPartPr/>
                <p14:nvPr/>
              </p14:nvContentPartPr>
              <p14:xfrm>
                <a:off x="7230846" y="308823"/>
                <a:ext cx="56520" cy="19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A01B42F-59B7-04B4-B648-7BDE33586B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13206" y="291183"/>
                  <a:ext cx="921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2AA0C5F-2831-5B5A-5B81-7E739231E946}"/>
                    </a:ext>
                  </a:extLst>
                </p14:cNvPr>
                <p14:cNvContentPartPr/>
                <p14:nvPr/>
              </p14:nvContentPartPr>
              <p14:xfrm>
                <a:off x="6505806" y="279663"/>
                <a:ext cx="250200" cy="18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2AA0C5F-2831-5B5A-5B81-7E739231E94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88166" y="261663"/>
                  <a:ext cx="28584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02CA5F8-E9C1-72EF-A6B6-0B856496D95A}"/>
                  </a:ext>
                </a:extLst>
              </p14:cNvPr>
              <p14:cNvContentPartPr/>
              <p14:nvPr/>
            </p14:nvContentPartPr>
            <p14:xfrm>
              <a:off x="8073606" y="422583"/>
              <a:ext cx="62640" cy="29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02CA5F8-E9C1-72EF-A6B6-0B856496D95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55966" y="404583"/>
                <a:ext cx="982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9144D93-E8E4-4023-7539-1BD95088AB7B}"/>
                  </a:ext>
                </a:extLst>
              </p14:cNvPr>
              <p14:cNvContentPartPr/>
              <p14:nvPr/>
            </p14:nvContentPartPr>
            <p14:xfrm>
              <a:off x="2847486" y="1346343"/>
              <a:ext cx="175680" cy="229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9144D93-E8E4-4023-7539-1BD95088AB7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829486" y="1328703"/>
                <a:ext cx="211320" cy="26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F3DEBA15-7278-5EF0-8AE7-348A785BD8BD}"/>
              </a:ext>
            </a:extLst>
          </p:cNvPr>
          <p:cNvGrpSpPr/>
          <p:nvPr/>
        </p:nvGrpSpPr>
        <p:grpSpPr>
          <a:xfrm>
            <a:off x="1679286" y="1189023"/>
            <a:ext cx="764280" cy="1637280"/>
            <a:chOff x="1679286" y="1189023"/>
            <a:chExt cx="764280" cy="163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181BED-8A49-ACC2-ED8C-1C6108660982}"/>
                    </a:ext>
                  </a:extLst>
                </p14:cNvPr>
                <p14:cNvContentPartPr/>
                <p14:nvPr/>
              </p14:nvContentPartPr>
              <p14:xfrm>
                <a:off x="1679286" y="1189023"/>
                <a:ext cx="389880" cy="1637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181BED-8A49-ACC2-ED8C-1C610866098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61646" y="1171383"/>
                  <a:ext cx="425520" cy="16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0A29818-0B62-F313-C2CE-0699AD07DA94}"/>
                    </a:ext>
                  </a:extLst>
                </p14:cNvPr>
                <p14:cNvContentPartPr/>
                <p14:nvPr/>
              </p14:nvContentPartPr>
              <p14:xfrm>
                <a:off x="2250246" y="1394583"/>
                <a:ext cx="21960" cy="182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0A29818-0B62-F313-C2CE-0699AD07DA9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32246" y="1376943"/>
                  <a:ext cx="576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EBC09AD-FD7E-6E62-DA79-269FEEDA0ABA}"/>
                    </a:ext>
                  </a:extLst>
                </p14:cNvPr>
                <p14:cNvContentPartPr/>
                <p14:nvPr/>
              </p14:nvContentPartPr>
              <p14:xfrm>
                <a:off x="2258886" y="1873743"/>
                <a:ext cx="184680" cy="184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EBC09AD-FD7E-6E62-DA79-269FEEDA0AB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40886" y="1856103"/>
                  <a:ext cx="220320" cy="21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7C36494-DE5E-DB8D-39A8-51511130C7E8}"/>
                  </a:ext>
                </a:extLst>
              </p14:cNvPr>
              <p14:cNvContentPartPr/>
              <p14:nvPr/>
            </p14:nvContentPartPr>
            <p14:xfrm>
              <a:off x="2831286" y="1847103"/>
              <a:ext cx="140040" cy="193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7C36494-DE5E-DB8D-39A8-51511130C7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813646" y="1829103"/>
                <a:ext cx="1756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1D78742-4650-D358-BD1D-E797A41BB959}"/>
                  </a:ext>
                </a:extLst>
              </p14:cNvPr>
              <p14:cNvContentPartPr/>
              <p14:nvPr/>
            </p14:nvContentPartPr>
            <p14:xfrm>
              <a:off x="2257446" y="2370543"/>
              <a:ext cx="174960" cy="2516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1D78742-4650-D358-BD1D-E797A41BB95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39446" y="2352903"/>
                <a:ext cx="21060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128CE84-2862-0F8D-01BB-FF50370F5392}"/>
                  </a:ext>
                </a:extLst>
              </p14:cNvPr>
              <p14:cNvContentPartPr/>
              <p14:nvPr/>
            </p14:nvContentPartPr>
            <p14:xfrm>
              <a:off x="2682246" y="2413383"/>
              <a:ext cx="142920" cy="2224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128CE84-2862-0F8D-01BB-FF50370F539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64246" y="2395383"/>
                <a:ext cx="178560" cy="25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04DEE581-E94F-46D5-6904-6F64C5E41D2F}"/>
              </a:ext>
            </a:extLst>
          </p:cNvPr>
          <p:cNvGrpSpPr/>
          <p:nvPr/>
        </p:nvGrpSpPr>
        <p:grpSpPr>
          <a:xfrm>
            <a:off x="3356886" y="1160223"/>
            <a:ext cx="708480" cy="1623240"/>
            <a:chOff x="3356886" y="1160223"/>
            <a:chExt cx="708480" cy="162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9200426-A94F-51F9-0213-50E467B26E1F}"/>
                    </a:ext>
                  </a:extLst>
                </p14:cNvPr>
                <p14:cNvContentPartPr/>
                <p14:nvPr/>
              </p14:nvContentPartPr>
              <p14:xfrm>
                <a:off x="3356886" y="1362903"/>
                <a:ext cx="175680" cy="210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9200426-A94F-51F9-0213-50E467B26E1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38886" y="1344903"/>
                  <a:ext cx="2113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ECC2B3-1454-0AB3-5922-07FFA3A66B8E}"/>
                    </a:ext>
                  </a:extLst>
                </p14:cNvPr>
                <p14:cNvContentPartPr/>
                <p14:nvPr/>
              </p14:nvContentPartPr>
              <p14:xfrm>
                <a:off x="3428166" y="1846383"/>
                <a:ext cx="37080" cy="19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ECC2B3-1454-0AB3-5922-07FFA3A66B8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10526" y="1828383"/>
                  <a:ext cx="727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29F488-D444-39DB-6FB3-0E6D93C46AA7}"/>
                    </a:ext>
                  </a:extLst>
                </p14:cNvPr>
                <p14:cNvContentPartPr/>
                <p14:nvPr/>
              </p14:nvContentPartPr>
              <p14:xfrm>
                <a:off x="3518886" y="1869783"/>
                <a:ext cx="185760" cy="151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29F488-D444-39DB-6FB3-0E6D93C46A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01246" y="1852143"/>
                  <a:ext cx="221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1CF8ACF-03D4-D6D5-3C28-32F67CBB863A}"/>
                    </a:ext>
                  </a:extLst>
                </p14:cNvPr>
                <p14:cNvContentPartPr/>
                <p14:nvPr/>
              </p14:nvContentPartPr>
              <p14:xfrm>
                <a:off x="3553086" y="2310783"/>
                <a:ext cx="121320" cy="28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1CF8ACF-03D4-D6D5-3C28-32F67CBB863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35446" y="2292783"/>
                  <a:ext cx="156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FFB3AD2-34B8-D134-F463-3CC327AE0AF9}"/>
                    </a:ext>
                  </a:extLst>
                </p14:cNvPr>
                <p14:cNvContentPartPr/>
                <p14:nvPr/>
              </p14:nvContentPartPr>
              <p14:xfrm>
                <a:off x="3676566" y="1160223"/>
                <a:ext cx="388800" cy="1623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FFB3AD2-34B8-D134-F463-3CC327AE0A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58566" y="1142583"/>
                  <a:ext cx="424440" cy="165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6B41D1E-041A-692D-B49B-95C6998C582F}"/>
              </a:ext>
            </a:extLst>
          </p:cNvPr>
          <p:cNvGrpSpPr/>
          <p:nvPr/>
        </p:nvGrpSpPr>
        <p:grpSpPr>
          <a:xfrm>
            <a:off x="4687806" y="1124583"/>
            <a:ext cx="1277640" cy="761760"/>
            <a:chOff x="4687806" y="1124583"/>
            <a:chExt cx="1277640" cy="76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CA2D429-1DCB-CD9F-9F65-D24240ACD987}"/>
                    </a:ext>
                  </a:extLst>
                </p14:cNvPr>
                <p14:cNvContentPartPr/>
                <p14:nvPr/>
              </p14:nvContentPartPr>
              <p14:xfrm>
                <a:off x="4724886" y="1651623"/>
                <a:ext cx="1240560" cy="234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CA2D429-1DCB-CD9F-9F65-D24240ACD98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06886" y="1633623"/>
                  <a:ext cx="12762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F25AE21-AE6E-3DB5-3215-DE95F0A3E7EB}"/>
                    </a:ext>
                  </a:extLst>
                </p14:cNvPr>
                <p14:cNvContentPartPr/>
                <p14:nvPr/>
              </p14:nvContentPartPr>
              <p14:xfrm>
                <a:off x="4718406" y="1216383"/>
                <a:ext cx="13320" cy="228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F25AE21-AE6E-3DB5-3215-DE95F0A3E7E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00406" y="1198743"/>
                  <a:ext cx="489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A9899D4-8021-9558-C1F4-B3BB84260885}"/>
                    </a:ext>
                  </a:extLst>
                </p14:cNvPr>
                <p14:cNvContentPartPr/>
                <p14:nvPr/>
              </p14:nvContentPartPr>
              <p14:xfrm>
                <a:off x="4707606" y="1219263"/>
                <a:ext cx="176400" cy="253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A9899D4-8021-9558-C1F4-B3BB8426088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89966" y="1201263"/>
                  <a:ext cx="212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CCFEF91-B87F-E657-652B-1FD396F36578}"/>
                    </a:ext>
                  </a:extLst>
                </p14:cNvPr>
                <p14:cNvContentPartPr/>
                <p14:nvPr/>
              </p14:nvContentPartPr>
              <p14:xfrm>
                <a:off x="4887966" y="1422303"/>
                <a:ext cx="154800" cy="120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CCFEF91-B87F-E657-652B-1FD396F365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70326" y="1404663"/>
                  <a:ext cx="1904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4F0A135-89F9-1E2B-99E6-B25149C1698E}"/>
                    </a:ext>
                  </a:extLst>
                </p14:cNvPr>
                <p14:cNvContentPartPr/>
                <p14:nvPr/>
              </p14:nvContentPartPr>
              <p14:xfrm>
                <a:off x="5118366" y="1328703"/>
                <a:ext cx="158040" cy="53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4F0A135-89F9-1E2B-99E6-B25149C1698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100726" y="1311063"/>
                  <a:ext cx="193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3B423B-14C4-6E86-9806-EB72B06AE304}"/>
                    </a:ext>
                  </a:extLst>
                </p14:cNvPr>
                <p14:cNvContentPartPr/>
                <p14:nvPr/>
              </p14:nvContentPartPr>
              <p14:xfrm>
                <a:off x="5378646" y="1172103"/>
                <a:ext cx="172440" cy="219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3B423B-14C4-6E86-9806-EB72B06AE30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60646" y="1154103"/>
                  <a:ext cx="2080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630AABD-9173-5F8D-F5AD-CCF596549CFE}"/>
                    </a:ext>
                  </a:extLst>
                </p14:cNvPr>
                <p14:cNvContentPartPr/>
                <p14:nvPr/>
              </p14:nvContentPartPr>
              <p14:xfrm>
                <a:off x="5616606" y="1195503"/>
                <a:ext cx="21600" cy="190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630AABD-9173-5F8D-F5AD-CCF596549CF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98966" y="1177863"/>
                  <a:ext cx="57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7F1033C-65C2-6EC6-4426-E8EE0831F2B8}"/>
                    </a:ext>
                  </a:extLst>
                </p14:cNvPr>
                <p14:cNvContentPartPr/>
                <p14:nvPr/>
              </p14:nvContentPartPr>
              <p14:xfrm>
                <a:off x="5614086" y="1124583"/>
                <a:ext cx="142200" cy="247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7F1033C-65C2-6EC6-4426-E8EE0831F2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96086" y="1106943"/>
                  <a:ext cx="1778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ED68A6-7E01-D265-EAD6-D5876B0BFEE8}"/>
                    </a:ext>
                  </a:extLst>
                </p14:cNvPr>
                <p14:cNvContentPartPr/>
                <p14:nvPr/>
              </p14:nvContentPartPr>
              <p14:xfrm>
                <a:off x="5850606" y="1325463"/>
                <a:ext cx="14760" cy="123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2ED68A6-7E01-D265-EAD6-D5876B0BFEE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32606" y="1307463"/>
                  <a:ext cx="50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C45A93D-1B58-E59E-8C17-16AEE9DE38B5}"/>
                    </a:ext>
                  </a:extLst>
                </p14:cNvPr>
                <p14:cNvContentPartPr/>
                <p14:nvPr/>
              </p14:nvContentPartPr>
              <p14:xfrm>
                <a:off x="4709766" y="1633983"/>
                <a:ext cx="24840" cy="200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C45A93D-1B58-E59E-8C17-16AEE9DE38B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91766" y="1615983"/>
                  <a:ext cx="60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CBD0096-42BD-1A98-0B56-185379115B8B}"/>
                    </a:ext>
                  </a:extLst>
                </p14:cNvPr>
                <p14:cNvContentPartPr/>
                <p14:nvPr/>
              </p14:nvContentPartPr>
              <p14:xfrm>
                <a:off x="4687806" y="1592583"/>
                <a:ext cx="148680" cy="176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CBD0096-42BD-1A98-0B56-185379115B8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70166" y="1574583"/>
                  <a:ext cx="1843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57A2082-F68D-4786-10E3-8ADD84564835}"/>
                    </a:ext>
                  </a:extLst>
                </p14:cNvPr>
                <p14:cNvContentPartPr/>
                <p14:nvPr/>
              </p14:nvContentPartPr>
              <p14:xfrm>
                <a:off x="4887966" y="1716423"/>
                <a:ext cx="87480" cy="150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57A2082-F68D-4786-10E3-8ADD8456483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69966" y="1698423"/>
                  <a:ext cx="1231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2199E10-50C2-9B6F-9CB3-A9B72F9910CE}"/>
                    </a:ext>
                  </a:extLst>
                </p14:cNvPr>
                <p14:cNvContentPartPr/>
                <p14:nvPr/>
              </p14:nvContentPartPr>
              <p14:xfrm>
                <a:off x="5037366" y="1677183"/>
                <a:ext cx="173520" cy="50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2199E10-50C2-9B6F-9CB3-A9B72F9910C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19726" y="1659543"/>
                  <a:ext cx="209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C59305C-874A-C423-87E9-B079A0E7629E}"/>
                    </a:ext>
                  </a:extLst>
                </p14:cNvPr>
                <p14:cNvContentPartPr/>
                <p14:nvPr/>
              </p14:nvContentPartPr>
              <p14:xfrm>
                <a:off x="5363526" y="1546863"/>
                <a:ext cx="128880" cy="181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C59305C-874A-C423-87E9-B079A0E7629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45886" y="1528863"/>
                  <a:ext cx="1645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95A29F4-44EE-65E6-72A5-DDB2A21638F9}"/>
                    </a:ext>
                  </a:extLst>
                </p14:cNvPr>
                <p14:cNvContentPartPr/>
                <p14:nvPr/>
              </p14:nvContentPartPr>
              <p14:xfrm>
                <a:off x="5583126" y="1515543"/>
                <a:ext cx="19080" cy="205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95A29F4-44EE-65E6-72A5-DDB2A21638F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65126" y="1497543"/>
                  <a:ext cx="54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71B2416-B6AD-D280-B90A-C14E9CD2AC2D}"/>
                    </a:ext>
                  </a:extLst>
                </p14:cNvPr>
                <p14:cNvContentPartPr/>
                <p14:nvPr/>
              </p14:nvContentPartPr>
              <p14:xfrm>
                <a:off x="5579526" y="1466583"/>
                <a:ext cx="127080" cy="204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71B2416-B6AD-D280-B90A-C14E9CD2AC2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61886" y="1448583"/>
                  <a:ext cx="162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9E0F299-DE23-1B21-1D7F-FCB0CD48DF9A}"/>
                    </a:ext>
                  </a:extLst>
                </p14:cNvPr>
                <p14:cNvContentPartPr/>
                <p14:nvPr/>
              </p14:nvContentPartPr>
              <p14:xfrm>
                <a:off x="5788326" y="1629663"/>
                <a:ext cx="23040" cy="86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9E0F299-DE23-1B21-1D7F-FCB0CD48DF9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70326" y="1612023"/>
                  <a:ext cx="58680" cy="12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1BC0D29-F086-EA80-7463-D1EB43216C90}"/>
                  </a:ext>
                </a:extLst>
              </p14:cNvPr>
              <p14:cNvContentPartPr/>
              <p14:nvPr/>
            </p14:nvContentPartPr>
            <p14:xfrm>
              <a:off x="6619926" y="896703"/>
              <a:ext cx="432000" cy="19044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1BC0D29-F086-EA80-7463-D1EB43216C9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601926" y="878703"/>
                <a:ext cx="467640" cy="19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49FCF8E-69B1-528A-F8CF-1AEEB6ECAC92}"/>
                  </a:ext>
                </a:extLst>
              </p14:cNvPr>
              <p14:cNvContentPartPr/>
              <p14:nvPr/>
            </p14:nvContentPartPr>
            <p14:xfrm>
              <a:off x="7287726" y="1111983"/>
              <a:ext cx="21600" cy="2329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49FCF8E-69B1-528A-F8CF-1AEEB6ECAC9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269726" y="1094343"/>
                <a:ext cx="572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22A73BA-7CCB-E80D-8C64-581BCB0BD5EA}"/>
                  </a:ext>
                </a:extLst>
              </p14:cNvPr>
              <p14:cNvContentPartPr/>
              <p14:nvPr/>
            </p14:nvContentPartPr>
            <p14:xfrm>
              <a:off x="7845366" y="1029903"/>
              <a:ext cx="180360" cy="2185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22A73BA-7CCB-E80D-8C64-581BCB0BD5E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827726" y="1011903"/>
                <a:ext cx="21600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B886D93-946B-F493-1EB4-48AF9AE33DD7}"/>
                  </a:ext>
                </a:extLst>
              </p14:cNvPr>
              <p14:cNvContentPartPr/>
              <p14:nvPr/>
            </p14:nvContentPartPr>
            <p14:xfrm>
              <a:off x="8274486" y="955743"/>
              <a:ext cx="255960" cy="2581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B886D93-946B-F493-1EB4-48AF9AE33DD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256846" y="937743"/>
                <a:ext cx="29160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B897A1B-D0F9-972E-2AE2-48C46AF23809}"/>
                  </a:ext>
                </a:extLst>
              </p14:cNvPr>
              <p14:cNvContentPartPr/>
              <p14:nvPr/>
            </p14:nvContentPartPr>
            <p14:xfrm>
              <a:off x="7188366" y="1582143"/>
              <a:ext cx="197640" cy="1976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B897A1B-D0F9-972E-2AE2-48C46AF2380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170366" y="1564143"/>
                <a:ext cx="2332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B3AF138-628F-A7B4-BB80-6FFC25520730}"/>
                  </a:ext>
                </a:extLst>
              </p14:cNvPr>
              <p14:cNvContentPartPr/>
              <p14:nvPr/>
            </p14:nvContentPartPr>
            <p14:xfrm>
              <a:off x="7248486" y="2105583"/>
              <a:ext cx="177840" cy="2581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B3AF138-628F-A7B4-BB80-6FFC2552073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230846" y="2087943"/>
                <a:ext cx="213480" cy="29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D5911CC6-78F0-17D5-2490-1501CADDC059}"/>
              </a:ext>
            </a:extLst>
          </p:cNvPr>
          <p:cNvGrpSpPr/>
          <p:nvPr/>
        </p:nvGrpSpPr>
        <p:grpSpPr>
          <a:xfrm>
            <a:off x="7844286" y="2079303"/>
            <a:ext cx="224640" cy="206280"/>
            <a:chOff x="7844286" y="2079303"/>
            <a:chExt cx="224640" cy="20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1C7E651-71C7-D595-6B5C-E6479EEAC064}"/>
                    </a:ext>
                  </a:extLst>
                </p14:cNvPr>
                <p14:cNvContentPartPr/>
                <p14:nvPr/>
              </p14:nvContentPartPr>
              <p14:xfrm>
                <a:off x="7844286" y="2176503"/>
                <a:ext cx="116640" cy="28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1C7E651-71C7-D595-6B5C-E6479EEAC06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26646" y="2158863"/>
                  <a:ext cx="152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CFBE205-7466-926B-3DB9-947BE2ECE6E1}"/>
                    </a:ext>
                  </a:extLst>
                </p14:cNvPr>
                <p14:cNvContentPartPr/>
                <p14:nvPr/>
              </p14:nvContentPartPr>
              <p14:xfrm>
                <a:off x="8053806" y="2079303"/>
                <a:ext cx="15120" cy="206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CFBE205-7466-926B-3DB9-947BE2ECE6E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035806" y="2061663"/>
                  <a:ext cx="50760" cy="24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E4C4EE7-FC16-8533-AF59-22E933CFEF81}"/>
                  </a:ext>
                </a:extLst>
              </p14:cNvPr>
              <p14:cNvContentPartPr/>
              <p14:nvPr/>
            </p14:nvContentPartPr>
            <p14:xfrm>
              <a:off x="8338566" y="2162463"/>
              <a:ext cx="121680" cy="349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E4C4EE7-FC16-8533-AF59-22E933CFEF8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320926" y="2144823"/>
                <a:ext cx="1573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28F8EA1-AAB8-F83D-249F-F27D1EAD987C}"/>
                  </a:ext>
                </a:extLst>
              </p14:cNvPr>
              <p14:cNvContentPartPr/>
              <p14:nvPr/>
            </p14:nvContentPartPr>
            <p14:xfrm>
              <a:off x="8619006" y="2064183"/>
              <a:ext cx="110520" cy="2138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28F8EA1-AAB8-F83D-249F-F27D1EAD987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601366" y="2046183"/>
                <a:ext cx="1461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D571CA60-923C-EE06-B214-9775E168261B}"/>
                  </a:ext>
                </a:extLst>
              </p14:cNvPr>
              <p14:cNvContentPartPr/>
              <p14:nvPr/>
            </p14:nvContentPartPr>
            <p14:xfrm>
              <a:off x="8696766" y="1988943"/>
              <a:ext cx="160200" cy="846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D571CA60-923C-EE06-B214-9775E168261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679126" y="1971303"/>
                <a:ext cx="1958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59649967-F0D2-725F-2D9D-33E48959AABF}"/>
                  </a:ext>
                </a:extLst>
              </p14:cNvPr>
              <p14:cNvContentPartPr/>
              <p14:nvPr/>
            </p14:nvContentPartPr>
            <p14:xfrm>
              <a:off x="8680926" y="740823"/>
              <a:ext cx="494640" cy="19119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59649967-F0D2-725F-2D9D-33E48959AAB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663286" y="723183"/>
                <a:ext cx="530280" cy="19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1CA68EFE-B325-FC8E-B82F-63AA84643FB6}"/>
              </a:ext>
            </a:extLst>
          </p:cNvPr>
          <p:cNvGrpSpPr/>
          <p:nvPr/>
        </p:nvGrpSpPr>
        <p:grpSpPr>
          <a:xfrm>
            <a:off x="662286" y="3453423"/>
            <a:ext cx="892080" cy="807480"/>
            <a:chOff x="662286" y="3453423"/>
            <a:chExt cx="892080" cy="80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14EA36B-1B34-2928-C74B-6722735A6381}"/>
                    </a:ext>
                  </a:extLst>
                </p14:cNvPr>
                <p14:cNvContentPartPr/>
                <p14:nvPr/>
              </p14:nvContentPartPr>
              <p14:xfrm>
                <a:off x="662286" y="3577623"/>
                <a:ext cx="145080" cy="19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14EA36B-1B34-2928-C74B-6722735A63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4286" y="3559623"/>
                  <a:ext cx="180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8E27C62-2369-CC60-8194-127E6B9618B7}"/>
                    </a:ext>
                  </a:extLst>
                </p14:cNvPr>
                <p14:cNvContentPartPr/>
                <p14:nvPr/>
              </p14:nvContentPartPr>
              <p14:xfrm>
                <a:off x="938406" y="3453423"/>
                <a:ext cx="13680" cy="261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8E27C62-2369-CC60-8194-127E6B9618B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0406" y="3435423"/>
                  <a:ext cx="493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EF0190B-13FC-46AE-5AC9-064498D3E9E5}"/>
                    </a:ext>
                  </a:extLst>
                </p14:cNvPr>
                <p14:cNvContentPartPr/>
                <p14:nvPr/>
              </p14:nvContentPartPr>
              <p14:xfrm>
                <a:off x="729966" y="3867783"/>
                <a:ext cx="283680" cy="75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EF0190B-13FC-46AE-5AC9-064498D3E9E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1966" y="3850143"/>
                  <a:ext cx="3193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A1B652C-392B-A111-1D09-589FA568B73A}"/>
                    </a:ext>
                  </a:extLst>
                </p14:cNvPr>
                <p14:cNvContentPartPr/>
                <p14:nvPr/>
              </p14:nvContentPartPr>
              <p14:xfrm>
                <a:off x="781086" y="4007463"/>
                <a:ext cx="290880" cy="253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A1B652C-392B-A111-1D09-589FA568B73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63086" y="3989463"/>
                  <a:ext cx="3265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D928828-C611-64C3-069B-5E242A81B011}"/>
                    </a:ext>
                  </a:extLst>
                </p14:cNvPr>
                <p14:cNvContentPartPr/>
                <p14:nvPr/>
              </p14:nvContentPartPr>
              <p14:xfrm>
                <a:off x="1156566" y="3548463"/>
                <a:ext cx="22320" cy="255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D928828-C611-64C3-069B-5E242A81B01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38926" y="3530823"/>
                  <a:ext cx="579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FDE2C53-26CC-B7AE-AFB7-3E996E360793}"/>
                    </a:ext>
                  </a:extLst>
                </p14:cNvPr>
                <p14:cNvContentPartPr/>
                <p14:nvPr/>
              </p14:nvContentPartPr>
              <p14:xfrm>
                <a:off x="1170606" y="3491943"/>
                <a:ext cx="168840" cy="273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FDE2C53-26CC-B7AE-AFB7-3E996E36079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52606" y="3474303"/>
                  <a:ext cx="2044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1592E75-6433-6F6E-EB6A-263BFB7C13A3}"/>
                    </a:ext>
                  </a:extLst>
                </p14:cNvPr>
                <p14:cNvContentPartPr/>
                <p14:nvPr/>
              </p14:nvContentPartPr>
              <p14:xfrm>
                <a:off x="1389486" y="3708303"/>
                <a:ext cx="164880" cy="167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1592E75-6433-6F6E-EB6A-263BFB7C13A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371486" y="3690663"/>
                  <a:ext cx="200520" cy="20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F02C7CD-43B8-C0EB-32CD-DE3F84E8BCF4}"/>
                  </a:ext>
                </a:extLst>
              </p14:cNvPr>
              <p14:cNvContentPartPr/>
              <p14:nvPr/>
            </p14:nvContentPartPr>
            <p14:xfrm>
              <a:off x="2925966" y="3384663"/>
              <a:ext cx="123120" cy="2469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F02C7CD-43B8-C0EB-32CD-DE3F84E8BCF4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907966" y="3366663"/>
                <a:ext cx="15876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3C48308-2ECF-573E-0F16-485E59FBE56B}"/>
                  </a:ext>
                </a:extLst>
              </p14:cNvPr>
              <p14:cNvContentPartPr/>
              <p14:nvPr/>
            </p14:nvContentPartPr>
            <p14:xfrm>
              <a:off x="3466686" y="3324183"/>
              <a:ext cx="253800" cy="2941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3C48308-2ECF-573E-0F16-485E59FBE56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448686" y="3306543"/>
                <a:ext cx="28944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7D377B8-8369-D59D-7DCA-CB3225586557}"/>
                  </a:ext>
                </a:extLst>
              </p14:cNvPr>
              <p14:cNvContentPartPr/>
              <p14:nvPr/>
            </p14:nvContentPartPr>
            <p14:xfrm>
              <a:off x="2938206" y="3910623"/>
              <a:ext cx="32040" cy="1789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7D377B8-8369-D59D-7DCA-CB322558655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920206" y="3892623"/>
                <a:ext cx="6768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4475B8D-A0CA-47D9-C2B5-F3A51BD622C7}"/>
                  </a:ext>
                </a:extLst>
              </p14:cNvPr>
              <p14:cNvContentPartPr/>
              <p14:nvPr/>
            </p14:nvContentPartPr>
            <p14:xfrm>
              <a:off x="3580086" y="3889383"/>
              <a:ext cx="9000" cy="201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4475B8D-A0CA-47D9-C2B5-F3A51BD622C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562086" y="3871383"/>
                <a:ext cx="4464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04BC558-E85A-AC16-B429-2DD59CC26332}"/>
              </a:ext>
            </a:extLst>
          </p:cNvPr>
          <p:cNvGrpSpPr/>
          <p:nvPr/>
        </p:nvGrpSpPr>
        <p:grpSpPr>
          <a:xfrm>
            <a:off x="7744926" y="1470183"/>
            <a:ext cx="916920" cy="246960"/>
            <a:chOff x="7744926" y="1470183"/>
            <a:chExt cx="916920" cy="2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755644-089C-80D5-3134-A5340A38F2B4}"/>
                    </a:ext>
                  </a:extLst>
                </p14:cNvPr>
                <p14:cNvContentPartPr/>
                <p14:nvPr/>
              </p14:nvContentPartPr>
              <p14:xfrm>
                <a:off x="7744926" y="1597983"/>
                <a:ext cx="103680" cy="30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755644-089C-80D5-3134-A5340A38F2B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26926" y="1579983"/>
                  <a:ext cx="1393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C282D04-7B19-8C99-E5D9-E26F1C17032F}"/>
                    </a:ext>
                  </a:extLst>
                </p14:cNvPr>
                <p14:cNvContentPartPr/>
                <p14:nvPr/>
              </p14:nvContentPartPr>
              <p14:xfrm>
                <a:off x="7908366" y="1533183"/>
                <a:ext cx="169560" cy="183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C282D04-7B19-8C99-E5D9-E26F1C17032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90726" y="1515183"/>
                  <a:ext cx="2052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2C98E53-7D90-870D-D4B2-D6CBBA05AE61}"/>
                    </a:ext>
                  </a:extLst>
                </p14:cNvPr>
                <p14:cNvContentPartPr/>
                <p14:nvPr/>
              </p14:nvContentPartPr>
              <p14:xfrm>
                <a:off x="8278806" y="1558023"/>
                <a:ext cx="135360" cy="32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2C98E53-7D90-870D-D4B2-D6CBBA05AE6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261166" y="1540383"/>
                  <a:ext cx="1710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1C1100C-012C-A01E-2A35-8DF6064275A9}"/>
                    </a:ext>
                  </a:extLst>
                </p14:cNvPr>
                <p14:cNvContentPartPr/>
                <p14:nvPr/>
              </p14:nvContentPartPr>
              <p14:xfrm>
                <a:off x="8555286" y="1470183"/>
                <a:ext cx="106560" cy="246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1C1100C-012C-A01E-2A35-8DF6064275A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537646" y="1452543"/>
                  <a:ext cx="1422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E5EB0D5-0856-5998-895D-218326BD42DB}"/>
                    </a:ext>
                  </a:extLst>
                </p14:cNvPr>
                <p14:cNvContentPartPr/>
                <p14:nvPr/>
              </p14:nvContentPartPr>
              <p14:xfrm>
                <a:off x="8352606" y="1491423"/>
                <a:ext cx="2160" cy="159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E5EB0D5-0856-5998-895D-218326BD42D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34966" y="1473423"/>
                  <a:ext cx="3780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FD4F8C2-B285-8E7C-BE7D-6233F9DAFBC7}"/>
              </a:ext>
            </a:extLst>
          </p:cNvPr>
          <p:cNvGrpSpPr/>
          <p:nvPr/>
        </p:nvGrpSpPr>
        <p:grpSpPr>
          <a:xfrm>
            <a:off x="3547326" y="3805143"/>
            <a:ext cx="381240" cy="237600"/>
            <a:chOff x="3547326" y="3805143"/>
            <a:chExt cx="38124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6675330-1FE2-B08C-C6F1-DA47AB0DDD0C}"/>
                    </a:ext>
                  </a:extLst>
                </p14:cNvPr>
                <p14:cNvContentPartPr/>
                <p14:nvPr/>
              </p14:nvContentPartPr>
              <p14:xfrm>
                <a:off x="3547326" y="3901623"/>
                <a:ext cx="122040" cy="7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6675330-1FE2-B08C-C6F1-DA47AB0DDD0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529686" y="3883983"/>
                  <a:ext cx="157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0EF0CE7-15C4-D716-8786-A13A1EB48189}"/>
                    </a:ext>
                  </a:extLst>
                </p14:cNvPr>
                <p14:cNvContentPartPr/>
                <p14:nvPr/>
              </p14:nvContentPartPr>
              <p14:xfrm>
                <a:off x="3758646" y="3805143"/>
                <a:ext cx="169920" cy="237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0EF0CE7-15C4-D716-8786-A13A1EB4818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741006" y="3787143"/>
                  <a:ext cx="20556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595515E-EE44-C6D2-60BD-EAE61663923F}"/>
              </a:ext>
            </a:extLst>
          </p:cNvPr>
          <p:cNvGrpSpPr/>
          <p:nvPr/>
        </p:nvGrpSpPr>
        <p:grpSpPr>
          <a:xfrm>
            <a:off x="2698086" y="4458903"/>
            <a:ext cx="318600" cy="252360"/>
            <a:chOff x="2698086" y="4458903"/>
            <a:chExt cx="31860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6D7766A-1F7E-721D-9AAF-E6B285542DA9}"/>
                    </a:ext>
                  </a:extLst>
                </p14:cNvPr>
                <p14:cNvContentPartPr/>
                <p14:nvPr/>
              </p14:nvContentPartPr>
              <p14:xfrm>
                <a:off x="2698086" y="4555383"/>
                <a:ext cx="123480" cy="2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6D7766A-1F7E-721D-9AAF-E6B285542DA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80446" y="4537383"/>
                  <a:ext cx="159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7060339-EA30-D75C-AE90-1D3666C47646}"/>
                    </a:ext>
                  </a:extLst>
                </p14:cNvPr>
                <p14:cNvContentPartPr/>
                <p14:nvPr/>
              </p14:nvContentPartPr>
              <p14:xfrm>
                <a:off x="2961246" y="4458903"/>
                <a:ext cx="4680" cy="29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7060339-EA30-D75C-AE90-1D3666C4764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43246" y="4441263"/>
                  <a:ext cx="40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B777FB5-2FF6-02D6-C551-8377E3912D63}"/>
                    </a:ext>
                  </a:extLst>
                </p14:cNvPr>
                <p14:cNvContentPartPr/>
                <p14:nvPr/>
              </p14:nvContentPartPr>
              <p14:xfrm>
                <a:off x="2978166" y="4466463"/>
                <a:ext cx="38520" cy="244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B777FB5-2FF6-02D6-C551-8377E3912D6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960166" y="4448823"/>
                  <a:ext cx="7416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3DD1284-3784-4861-70C8-6EA794B28225}"/>
              </a:ext>
            </a:extLst>
          </p:cNvPr>
          <p:cNvGrpSpPr/>
          <p:nvPr/>
        </p:nvGrpSpPr>
        <p:grpSpPr>
          <a:xfrm>
            <a:off x="3488286" y="4287543"/>
            <a:ext cx="327240" cy="332640"/>
            <a:chOff x="3488286" y="4287543"/>
            <a:chExt cx="32724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B55A9D7-22A3-FD6F-8D9E-0FF5E2080017}"/>
                    </a:ext>
                  </a:extLst>
                </p14:cNvPr>
                <p14:cNvContentPartPr/>
                <p14:nvPr/>
              </p14:nvContentPartPr>
              <p14:xfrm>
                <a:off x="3671166" y="4287543"/>
                <a:ext cx="144360" cy="38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B55A9D7-22A3-FD6F-8D9E-0FF5E208001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53166" y="4269543"/>
                  <a:ext cx="180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B9C76D1-09D0-3BF9-390F-0046ED386177}"/>
                    </a:ext>
                  </a:extLst>
                </p14:cNvPr>
                <p14:cNvContentPartPr/>
                <p14:nvPr/>
              </p14:nvContentPartPr>
              <p14:xfrm>
                <a:off x="3641286" y="4320303"/>
                <a:ext cx="150840" cy="299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B9C76D1-09D0-3BF9-390F-0046ED38617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23286" y="4302663"/>
                  <a:ext cx="1864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6458A9F-0C49-8BF8-CC68-458F4A37D76C}"/>
                    </a:ext>
                  </a:extLst>
                </p14:cNvPr>
                <p14:cNvContentPartPr/>
                <p14:nvPr/>
              </p14:nvContentPartPr>
              <p14:xfrm>
                <a:off x="3488286" y="4451703"/>
                <a:ext cx="139680" cy="40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6458A9F-0C49-8BF8-CC68-458F4A37D76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470646" y="4433703"/>
                  <a:ext cx="17532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33B49187-4985-450C-2B8B-89C6890555E0}"/>
                  </a:ext>
                </a:extLst>
              </p14:cNvPr>
              <p14:cNvContentPartPr/>
              <p14:nvPr/>
            </p14:nvContentPartPr>
            <p14:xfrm>
              <a:off x="4040886" y="3150303"/>
              <a:ext cx="402120" cy="13633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33B49187-4985-450C-2B8B-89C6890555E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022886" y="3132663"/>
                <a:ext cx="437760" cy="13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C14DE9FC-0F7B-0C88-167A-4D904C1DA67A}"/>
                  </a:ext>
                </a:extLst>
              </p14:cNvPr>
              <p14:cNvContentPartPr/>
              <p14:nvPr/>
            </p14:nvContentPartPr>
            <p14:xfrm>
              <a:off x="2963766" y="3930423"/>
              <a:ext cx="1440" cy="54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C14DE9FC-0F7B-0C88-167A-4D904C1DA67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945766" y="3912423"/>
                <a:ext cx="370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F3574CAC-B67C-A7FA-5D97-4EC2961B72FE}"/>
                  </a:ext>
                </a:extLst>
              </p14:cNvPr>
              <p14:cNvContentPartPr/>
              <p14:nvPr/>
            </p14:nvContentPartPr>
            <p14:xfrm>
              <a:off x="5031246" y="3730623"/>
              <a:ext cx="1004040" cy="2228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F3574CAC-B67C-A7FA-5D97-4EC2961B72F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013606" y="3712983"/>
                <a:ext cx="1039680" cy="25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24FF90D-C14E-6C79-771C-30F3BEBE0C4D}"/>
              </a:ext>
            </a:extLst>
          </p:cNvPr>
          <p:cNvGrpSpPr/>
          <p:nvPr/>
        </p:nvGrpSpPr>
        <p:grpSpPr>
          <a:xfrm>
            <a:off x="5120526" y="3156063"/>
            <a:ext cx="1190880" cy="450720"/>
            <a:chOff x="5120526" y="3156063"/>
            <a:chExt cx="1190880" cy="45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028FEDB-F74B-3C3B-3C89-AF28D6601D79}"/>
                    </a:ext>
                  </a:extLst>
                </p14:cNvPr>
                <p14:cNvContentPartPr/>
                <p14:nvPr/>
              </p14:nvContentPartPr>
              <p14:xfrm>
                <a:off x="5139606" y="3202503"/>
                <a:ext cx="32760" cy="290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028FEDB-F74B-3C3B-3C89-AF28D6601D7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121606" y="3184863"/>
                  <a:ext cx="684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700731B-D4D0-A6D4-54B0-4C6CEEADFD81}"/>
                    </a:ext>
                  </a:extLst>
                </p14:cNvPr>
                <p14:cNvContentPartPr/>
                <p14:nvPr/>
              </p14:nvContentPartPr>
              <p14:xfrm>
                <a:off x="5120526" y="3190263"/>
                <a:ext cx="159480" cy="276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700731B-D4D0-A6D4-54B0-4C6CEEADFD8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102526" y="3172263"/>
                  <a:ext cx="1951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C337F44-DD0D-0504-2F32-2AECFC8613D7}"/>
                    </a:ext>
                  </a:extLst>
                </p14:cNvPr>
                <p14:cNvContentPartPr/>
                <p14:nvPr/>
              </p14:nvContentPartPr>
              <p14:xfrm>
                <a:off x="5351646" y="3422103"/>
                <a:ext cx="6840" cy="184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C337F44-DD0D-0504-2F32-2AECFC8613D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334006" y="3404463"/>
                  <a:ext cx="42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359F45B-3C11-B678-A0FC-863CBE5C6BFD}"/>
                    </a:ext>
                  </a:extLst>
                </p14:cNvPr>
                <p14:cNvContentPartPr/>
                <p14:nvPr/>
              </p14:nvContentPartPr>
              <p14:xfrm>
                <a:off x="5470806" y="3332463"/>
                <a:ext cx="133920" cy="68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359F45B-3C11-B678-A0FC-863CBE5C6BF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453166" y="3314463"/>
                  <a:ext cx="169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EC9C81F-7CA1-7892-85F1-28079CEB395C}"/>
                    </a:ext>
                  </a:extLst>
                </p14:cNvPr>
                <p14:cNvContentPartPr/>
                <p14:nvPr/>
              </p14:nvContentPartPr>
              <p14:xfrm>
                <a:off x="5666646" y="3203583"/>
                <a:ext cx="131040" cy="221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EC9C81F-7CA1-7892-85F1-28079CEB395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649006" y="3185943"/>
                  <a:ext cx="166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A825973-5313-B15B-5BD7-E7DB3102409F}"/>
                    </a:ext>
                  </a:extLst>
                </p14:cNvPr>
                <p14:cNvContentPartPr/>
                <p14:nvPr/>
              </p14:nvContentPartPr>
              <p14:xfrm>
                <a:off x="5940246" y="3189543"/>
                <a:ext cx="11880" cy="2134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A825973-5313-B15B-5BD7-E7DB3102409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22246" y="3171543"/>
                  <a:ext cx="475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4207A3E-29CC-67C9-C2CA-5D01C2289A36}"/>
                    </a:ext>
                  </a:extLst>
                </p14:cNvPr>
                <p14:cNvContentPartPr/>
                <p14:nvPr/>
              </p14:nvContentPartPr>
              <p14:xfrm>
                <a:off x="5930526" y="3156063"/>
                <a:ext cx="167040" cy="246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4207A3E-29CC-67C9-C2CA-5D01C2289A3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12526" y="3138423"/>
                  <a:ext cx="2026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30CAE6E-A367-99F7-3FCC-F45DF0AECF9A}"/>
                    </a:ext>
                  </a:extLst>
                </p14:cNvPr>
                <p14:cNvContentPartPr/>
                <p14:nvPr/>
              </p14:nvContentPartPr>
              <p14:xfrm>
                <a:off x="6153726" y="3346503"/>
                <a:ext cx="157680" cy="117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30CAE6E-A367-99F7-3FCC-F45DF0AECF9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136086" y="3328503"/>
                  <a:ext cx="19332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BAD4CC6-4242-C276-BA48-AF3716EE43E8}"/>
              </a:ext>
            </a:extLst>
          </p:cNvPr>
          <p:cNvGrpSpPr/>
          <p:nvPr/>
        </p:nvGrpSpPr>
        <p:grpSpPr>
          <a:xfrm>
            <a:off x="5102886" y="4129863"/>
            <a:ext cx="1283760" cy="410400"/>
            <a:chOff x="5102886" y="4129863"/>
            <a:chExt cx="1283760" cy="4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035B78C-6297-6C7D-2344-2413A2978745}"/>
                    </a:ext>
                  </a:extLst>
                </p14:cNvPr>
                <p14:cNvContentPartPr/>
                <p14:nvPr/>
              </p14:nvContentPartPr>
              <p14:xfrm>
                <a:off x="5102886" y="4199343"/>
                <a:ext cx="35280" cy="273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035B78C-6297-6C7D-2344-2413A297874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084886" y="4181343"/>
                  <a:ext cx="709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C0923E1-3EBD-728F-CCF3-75DD11C7296A}"/>
                    </a:ext>
                  </a:extLst>
                </p14:cNvPr>
                <p14:cNvContentPartPr/>
                <p14:nvPr/>
              </p14:nvContentPartPr>
              <p14:xfrm>
                <a:off x="5130606" y="4129863"/>
                <a:ext cx="158760" cy="2761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C0923E1-3EBD-728F-CCF3-75DD11C7296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12606" y="4112223"/>
                  <a:ext cx="1944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C2B6A80-A1B1-4EC5-9A15-A65C8AC51BC5}"/>
                    </a:ext>
                  </a:extLst>
                </p14:cNvPr>
                <p14:cNvContentPartPr/>
                <p14:nvPr/>
              </p14:nvContentPartPr>
              <p14:xfrm>
                <a:off x="5289366" y="4306623"/>
                <a:ext cx="134280" cy="233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C2B6A80-A1B1-4EC5-9A15-A65C8AC51BC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71366" y="4288983"/>
                  <a:ext cx="1699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591DEA1-74FE-5EC0-A084-2578910235B7}"/>
                    </a:ext>
                  </a:extLst>
                </p14:cNvPr>
                <p14:cNvContentPartPr/>
                <p14:nvPr/>
              </p14:nvContentPartPr>
              <p14:xfrm>
                <a:off x="5577366" y="4284303"/>
                <a:ext cx="130680" cy="39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591DEA1-74FE-5EC0-A084-2578910235B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559366" y="4266663"/>
                  <a:ext cx="1663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1E3F34F-7FB6-19BC-85E0-A5F99017E796}"/>
                    </a:ext>
                  </a:extLst>
                </p14:cNvPr>
                <p14:cNvContentPartPr/>
                <p14:nvPr/>
              </p14:nvContentPartPr>
              <p14:xfrm>
                <a:off x="5663406" y="4219863"/>
                <a:ext cx="25560" cy="209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1E3F34F-7FB6-19BC-85E0-A5F99017E79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45766" y="4202223"/>
                  <a:ext cx="612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03995F6-BF34-48A5-D269-F9DD6B20F060}"/>
                    </a:ext>
                  </a:extLst>
                </p14:cNvPr>
                <p14:cNvContentPartPr/>
                <p14:nvPr/>
              </p14:nvContentPartPr>
              <p14:xfrm>
                <a:off x="5899206" y="4163703"/>
                <a:ext cx="11160" cy="227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03995F6-BF34-48A5-D269-F9DD6B20F06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881566" y="4145703"/>
                  <a:ext cx="468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134895B-D253-6B62-BC3B-943A17D0F050}"/>
                    </a:ext>
                  </a:extLst>
                </p14:cNvPr>
                <p14:cNvContentPartPr/>
                <p14:nvPr/>
              </p14:nvContentPartPr>
              <p14:xfrm>
                <a:off x="5893806" y="4144983"/>
                <a:ext cx="135000" cy="268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134895B-D253-6B62-BC3B-943A17D0F05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876166" y="4126983"/>
                  <a:ext cx="170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8F85E36-4607-F9B2-AD93-7B054AE7ED0E}"/>
                    </a:ext>
                  </a:extLst>
                </p14:cNvPr>
                <p14:cNvContentPartPr/>
                <p14:nvPr/>
              </p14:nvContentPartPr>
              <p14:xfrm>
                <a:off x="6099366" y="4323543"/>
                <a:ext cx="287280" cy="185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8F85E36-4607-F9B2-AD93-7B054AE7ED0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081726" y="4305903"/>
                  <a:ext cx="322920" cy="2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03825996-FC37-B85E-1A64-CA534E0A2229}"/>
                  </a:ext>
                </a:extLst>
              </p14:cNvPr>
              <p14:cNvContentPartPr/>
              <p14:nvPr/>
            </p14:nvContentPartPr>
            <p14:xfrm>
              <a:off x="6793086" y="3090543"/>
              <a:ext cx="346680" cy="15548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03825996-FC37-B85E-1A64-CA534E0A2229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775446" y="3072903"/>
                <a:ext cx="382320" cy="159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889201C9-5C71-270B-E9F2-3BAA96E6F07B}"/>
                  </a:ext>
                </a:extLst>
              </p14:cNvPr>
              <p14:cNvContentPartPr/>
              <p14:nvPr/>
            </p14:nvContentPartPr>
            <p14:xfrm>
              <a:off x="7185846" y="3293943"/>
              <a:ext cx="61920" cy="1810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889201C9-5C71-270B-E9F2-3BAA96E6F07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167846" y="3276303"/>
                <a:ext cx="975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3EC1AD34-0AB0-B1E7-B965-AFB433C7C44D}"/>
                  </a:ext>
                </a:extLst>
              </p14:cNvPr>
              <p14:cNvContentPartPr/>
              <p14:nvPr/>
            </p14:nvContentPartPr>
            <p14:xfrm>
              <a:off x="7531806" y="3232023"/>
              <a:ext cx="187920" cy="1936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3EC1AD34-0AB0-B1E7-B965-AFB433C7C44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513806" y="3214383"/>
                <a:ext cx="2235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2C088840-CB20-2420-2636-9975F65C4DF3}"/>
                  </a:ext>
                </a:extLst>
              </p14:cNvPr>
              <p14:cNvContentPartPr/>
              <p14:nvPr/>
            </p14:nvContentPartPr>
            <p14:xfrm>
              <a:off x="7149126" y="3682743"/>
              <a:ext cx="182520" cy="1828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2C088840-CB20-2420-2636-9975F65C4DF3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131486" y="3664743"/>
                <a:ext cx="2181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3D5F9426-0181-3760-A7EC-92FC2E6EE809}"/>
                  </a:ext>
                </a:extLst>
              </p14:cNvPr>
              <p14:cNvContentPartPr/>
              <p14:nvPr/>
            </p14:nvContentPartPr>
            <p14:xfrm>
              <a:off x="7701006" y="3639903"/>
              <a:ext cx="6480" cy="1951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3D5F9426-0181-3760-A7EC-92FC2E6EE809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7683006" y="3622263"/>
                <a:ext cx="4212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D315CE0A-94C9-2317-DF38-2FC478042C7D}"/>
                  </a:ext>
                </a:extLst>
              </p14:cNvPr>
              <p14:cNvContentPartPr/>
              <p14:nvPr/>
            </p14:nvContentPartPr>
            <p14:xfrm>
              <a:off x="7128966" y="4238223"/>
              <a:ext cx="192960" cy="2203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D315CE0A-94C9-2317-DF38-2FC478042C7D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111326" y="4220223"/>
                <a:ext cx="2286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6C88A76-46F8-19CF-3FD0-3CF82A2E0297}"/>
                  </a:ext>
                </a:extLst>
              </p14:cNvPr>
              <p14:cNvContentPartPr/>
              <p14:nvPr/>
            </p14:nvContentPartPr>
            <p14:xfrm>
              <a:off x="7551246" y="4191423"/>
              <a:ext cx="259200" cy="1958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6C88A76-46F8-19CF-3FD0-3CF82A2E0297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533606" y="4173423"/>
                <a:ext cx="294840" cy="23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75F6A9F-0BE3-03E0-7756-1E030FC0682C}"/>
              </a:ext>
            </a:extLst>
          </p:cNvPr>
          <p:cNvGrpSpPr/>
          <p:nvPr/>
        </p:nvGrpSpPr>
        <p:grpSpPr>
          <a:xfrm>
            <a:off x="8109966" y="2963463"/>
            <a:ext cx="914040" cy="1600920"/>
            <a:chOff x="8109966" y="2963463"/>
            <a:chExt cx="914040" cy="160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3934A7F-DDD0-B00A-A6A2-83DED4D9AF7B}"/>
                    </a:ext>
                  </a:extLst>
                </p14:cNvPr>
                <p14:cNvContentPartPr/>
                <p14:nvPr/>
              </p14:nvContentPartPr>
              <p14:xfrm>
                <a:off x="8195286" y="3232023"/>
                <a:ext cx="130680" cy="2314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3934A7F-DDD0-B00A-A6A2-83DED4D9AF7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177646" y="3214023"/>
                  <a:ext cx="1663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FEE010B-0BD8-973B-8F40-5491D5E83C20}"/>
                    </a:ext>
                  </a:extLst>
                </p14:cNvPr>
                <p14:cNvContentPartPr/>
                <p14:nvPr/>
              </p14:nvContentPartPr>
              <p14:xfrm>
                <a:off x="8109966" y="3689583"/>
                <a:ext cx="175320" cy="28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FEE010B-0BD8-973B-8F40-5491D5E83C2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91966" y="3671583"/>
                  <a:ext cx="2109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D52AA4E-6CA6-A793-A189-39D636CF8DB0}"/>
                    </a:ext>
                  </a:extLst>
                </p14:cNvPr>
                <p14:cNvContentPartPr/>
                <p14:nvPr/>
              </p14:nvContentPartPr>
              <p14:xfrm>
                <a:off x="8381046" y="3612543"/>
                <a:ext cx="224640" cy="171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D52AA4E-6CA6-A793-A189-39D636CF8DB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363406" y="3594543"/>
                  <a:ext cx="2602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A56CB17-CA29-2A2D-805C-67B3977C8204}"/>
                    </a:ext>
                  </a:extLst>
                </p14:cNvPr>
                <p14:cNvContentPartPr/>
                <p14:nvPr/>
              </p14:nvContentPartPr>
              <p14:xfrm>
                <a:off x="8335326" y="4090263"/>
                <a:ext cx="145800" cy="281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A56CB17-CA29-2A2D-805C-67B3977C820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317326" y="4072623"/>
                  <a:ext cx="1814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1534575-8967-740D-5CB9-DF51A1DCE49A}"/>
                    </a:ext>
                  </a:extLst>
                </p14:cNvPr>
                <p14:cNvContentPartPr/>
                <p14:nvPr/>
              </p14:nvContentPartPr>
              <p14:xfrm>
                <a:off x="8689926" y="2963463"/>
                <a:ext cx="334080" cy="16009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1534575-8967-740D-5CB9-DF51A1DCE49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672286" y="2945823"/>
                  <a:ext cx="369720" cy="163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86511EA4-FFC0-061B-D9C7-CC643406ABF0}"/>
                  </a:ext>
                </a:extLst>
              </p14:cNvPr>
              <p14:cNvContentPartPr/>
              <p14:nvPr/>
            </p14:nvContentPartPr>
            <p14:xfrm>
              <a:off x="7775886" y="4419303"/>
              <a:ext cx="3240" cy="187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86511EA4-FFC0-061B-D9C7-CC643406ABF0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758246" y="4401303"/>
                <a:ext cx="388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A536900-E5A4-190D-C705-1BD9B3CA5EA3}"/>
                  </a:ext>
                </a:extLst>
              </p14:cNvPr>
              <p14:cNvContentPartPr/>
              <p14:nvPr/>
            </p14:nvContentPartPr>
            <p14:xfrm>
              <a:off x="3591246" y="3490503"/>
              <a:ext cx="360" cy="3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A536900-E5A4-190D-C705-1BD9B3CA5EA3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573246" y="347250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C2392BB-BE08-71A5-84A6-B8F0BB1A1777}"/>
                  </a:ext>
                </a:extLst>
              </p14:cNvPr>
              <p14:cNvContentPartPr/>
              <p14:nvPr/>
            </p14:nvContentPartPr>
            <p14:xfrm>
              <a:off x="2956206" y="3604983"/>
              <a:ext cx="1440" cy="32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C2392BB-BE08-71A5-84A6-B8F0BB1A1777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938566" y="3587343"/>
                <a:ext cx="370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FD09F71-BCEF-97DA-F269-8D9BEE4DA7AB}"/>
              </a:ext>
            </a:extLst>
          </p:cNvPr>
          <p:cNvGrpSpPr/>
          <p:nvPr/>
        </p:nvGrpSpPr>
        <p:grpSpPr>
          <a:xfrm>
            <a:off x="1882326" y="3182343"/>
            <a:ext cx="577440" cy="1722240"/>
            <a:chOff x="1882326" y="3182343"/>
            <a:chExt cx="577440" cy="172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E03917F-98E4-9A59-2E5B-07E0A745855A}"/>
                    </a:ext>
                  </a:extLst>
                </p14:cNvPr>
                <p14:cNvContentPartPr/>
                <p14:nvPr/>
              </p14:nvContentPartPr>
              <p14:xfrm>
                <a:off x="1882326" y="3182343"/>
                <a:ext cx="304560" cy="1722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E03917F-98E4-9A59-2E5B-07E0A745855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864686" y="3164703"/>
                  <a:ext cx="340200" cy="17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252FE90-423D-E94E-AAF0-A30E19D0371F}"/>
                    </a:ext>
                  </a:extLst>
                </p14:cNvPr>
                <p14:cNvContentPartPr/>
                <p14:nvPr/>
              </p14:nvContentPartPr>
              <p14:xfrm>
                <a:off x="2435286" y="3379623"/>
                <a:ext cx="21600" cy="168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252FE90-423D-E94E-AAF0-A30E19D0371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417286" y="3361983"/>
                  <a:ext cx="57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3908E73-BD8F-852B-D451-BD20F4482A2E}"/>
                    </a:ext>
                  </a:extLst>
                </p14:cNvPr>
                <p14:cNvContentPartPr/>
                <p14:nvPr/>
              </p14:nvContentPartPr>
              <p14:xfrm>
                <a:off x="2299566" y="3922863"/>
                <a:ext cx="160200" cy="185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3908E73-BD8F-852B-D451-BD20F4482A2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281566" y="3904863"/>
                  <a:ext cx="195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A79E570-9C0A-5FB0-F163-8A5B383A4A87}"/>
                    </a:ext>
                  </a:extLst>
                </p14:cNvPr>
                <p14:cNvContentPartPr/>
                <p14:nvPr/>
              </p14:nvContentPartPr>
              <p14:xfrm>
                <a:off x="2283366" y="4432263"/>
                <a:ext cx="157320" cy="219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A79E570-9C0A-5FB0-F163-8A5B383A4A8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265366" y="4414263"/>
                  <a:ext cx="1929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037925B-2D57-977B-99B0-237E7BA5FB31}"/>
                    </a:ext>
                  </a:extLst>
                </p14:cNvPr>
                <p14:cNvContentPartPr/>
                <p14:nvPr/>
              </p14:nvContentPartPr>
              <p14:xfrm>
                <a:off x="2380926" y="3472143"/>
                <a:ext cx="360" cy="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037925B-2D57-977B-99B0-237E7BA5FB3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362926" y="34541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B664FB6-402F-BD24-880B-11BD9A849BD9}"/>
                    </a:ext>
                  </a:extLst>
                </p14:cNvPr>
                <p14:cNvContentPartPr/>
                <p14:nvPr/>
              </p14:nvContentPartPr>
              <p14:xfrm>
                <a:off x="2393166" y="3478623"/>
                <a:ext cx="6480" cy="1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B664FB6-402F-BD24-880B-11BD9A849BD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375166" y="3460983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A2CA9C5-2E98-C59F-224D-DFDC06540867}"/>
                  </a:ext>
                </a:extLst>
              </p14:cNvPr>
              <p14:cNvContentPartPr/>
              <p14:nvPr/>
            </p14:nvContentPartPr>
            <p14:xfrm>
              <a:off x="9231366" y="3554223"/>
              <a:ext cx="940680" cy="1713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A2CA9C5-2E98-C59F-224D-DFDC06540867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9213726" y="3536583"/>
                <a:ext cx="9763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2782010F-A99C-1696-79AF-94F3526AEDFE}"/>
                  </a:ext>
                </a:extLst>
              </p14:cNvPr>
              <p14:cNvContentPartPr/>
              <p14:nvPr/>
            </p14:nvContentPartPr>
            <p14:xfrm>
              <a:off x="9218766" y="3213303"/>
              <a:ext cx="142200" cy="151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2782010F-A99C-1696-79AF-94F3526AEDFE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9200766" y="3195663"/>
                <a:ext cx="1778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A08AC31-7EC1-09F1-E7C1-A141BCDBECA7}"/>
                  </a:ext>
                </a:extLst>
              </p14:cNvPr>
              <p14:cNvContentPartPr/>
              <p14:nvPr/>
            </p14:nvContentPartPr>
            <p14:xfrm>
              <a:off x="8225886" y="4252983"/>
              <a:ext cx="127440" cy="460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A08AC31-7EC1-09F1-E7C1-A141BCDBECA7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8208246" y="4234983"/>
                <a:ext cx="16308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2CA7EB1-1CED-28DD-AD59-C7C3B9AB6FE4}"/>
              </a:ext>
            </a:extLst>
          </p:cNvPr>
          <p:cNvGrpSpPr/>
          <p:nvPr/>
        </p:nvGrpSpPr>
        <p:grpSpPr>
          <a:xfrm>
            <a:off x="9365646" y="2990823"/>
            <a:ext cx="1258200" cy="1580040"/>
            <a:chOff x="9365646" y="2990823"/>
            <a:chExt cx="1258200" cy="158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0FFB8BE-7C80-7F22-F70B-BD0CB0DACADB}"/>
                    </a:ext>
                  </a:extLst>
                </p14:cNvPr>
                <p14:cNvContentPartPr/>
                <p14:nvPr/>
              </p14:nvContentPartPr>
              <p14:xfrm>
                <a:off x="9515406" y="3082623"/>
                <a:ext cx="59040" cy="249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0FFB8BE-7C80-7F22-F70B-BD0CB0DACAD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9497406" y="3064623"/>
                  <a:ext cx="946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6215C3F-145A-22BE-2C3D-7D4340F4B5F3}"/>
                    </a:ext>
                  </a:extLst>
                </p14:cNvPr>
                <p14:cNvContentPartPr/>
                <p14:nvPr/>
              </p14:nvContentPartPr>
              <p14:xfrm>
                <a:off x="9365646" y="3415983"/>
                <a:ext cx="209160" cy="388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6215C3F-145A-22BE-2C3D-7D4340F4B5F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348006" y="3397983"/>
                  <a:ext cx="2448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597F2DD-9D3E-9888-764E-35240C0ED2BE}"/>
                    </a:ext>
                  </a:extLst>
                </p14:cNvPr>
                <p14:cNvContentPartPr/>
                <p14:nvPr/>
              </p14:nvContentPartPr>
              <p14:xfrm>
                <a:off x="9424326" y="3476463"/>
                <a:ext cx="174960" cy="226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597F2DD-9D3E-9888-764E-35240C0ED2B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406686" y="3458463"/>
                  <a:ext cx="210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A484D7E-F780-CAA4-6173-AFAFF6F2B60E}"/>
                    </a:ext>
                  </a:extLst>
                </p14:cNvPr>
                <p14:cNvContentPartPr/>
                <p14:nvPr/>
              </p14:nvContentPartPr>
              <p14:xfrm>
                <a:off x="9780366" y="3058503"/>
                <a:ext cx="49320" cy="2404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A484D7E-F780-CAA4-6173-AFAFF6F2B60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762726" y="3040863"/>
                  <a:ext cx="84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31460D6-3FFD-176F-5B5F-269ED4854971}"/>
                    </a:ext>
                  </a:extLst>
                </p14:cNvPr>
                <p14:cNvContentPartPr/>
                <p14:nvPr/>
              </p14:nvContentPartPr>
              <p14:xfrm>
                <a:off x="9798726" y="3043383"/>
                <a:ext cx="208800" cy="306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31460D6-3FFD-176F-5B5F-269ED485497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780726" y="3025383"/>
                  <a:ext cx="2444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AC5CC21-6C86-93B1-9441-D5725D792830}"/>
                    </a:ext>
                  </a:extLst>
                </p14:cNvPr>
                <p14:cNvContentPartPr/>
                <p14:nvPr/>
              </p14:nvContentPartPr>
              <p14:xfrm>
                <a:off x="10088526" y="3279903"/>
                <a:ext cx="101160" cy="163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AC5CC21-6C86-93B1-9441-D5725D79283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070526" y="3261903"/>
                  <a:ext cx="136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34443E8-504B-D73F-182F-9D7E0DA2BA2F}"/>
                    </a:ext>
                  </a:extLst>
                </p14:cNvPr>
                <p14:cNvContentPartPr/>
                <p14:nvPr/>
              </p14:nvContentPartPr>
              <p14:xfrm>
                <a:off x="10314606" y="2990823"/>
                <a:ext cx="309240" cy="1580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34443E8-504B-D73F-182F-9D7E0DA2BA2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296966" y="2973183"/>
                  <a:ext cx="344880" cy="161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0A6138B0-398E-613F-7D68-6C5130BEC76A}"/>
                  </a:ext>
                </a:extLst>
              </p14:cNvPr>
              <p14:cNvContentPartPr/>
              <p14:nvPr/>
            </p14:nvContentPartPr>
            <p14:xfrm>
              <a:off x="10713486" y="3062103"/>
              <a:ext cx="16560" cy="2224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0A6138B0-398E-613F-7D68-6C5130BEC76A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0695486" y="3044103"/>
                <a:ext cx="52200" cy="25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26DEC2E-7550-068F-764F-ADF721B9D879}"/>
              </a:ext>
            </a:extLst>
          </p:cNvPr>
          <p:cNvGrpSpPr/>
          <p:nvPr/>
        </p:nvGrpSpPr>
        <p:grpSpPr>
          <a:xfrm>
            <a:off x="10546446" y="2967783"/>
            <a:ext cx="1458720" cy="1697760"/>
            <a:chOff x="10546446" y="2967783"/>
            <a:chExt cx="1458720" cy="169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ED3466D-12AF-3B18-E12B-D1B39019847F}"/>
                    </a:ext>
                  </a:extLst>
                </p14:cNvPr>
                <p14:cNvContentPartPr/>
                <p14:nvPr/>
              </p14:nvContentPartPr>
              <p14:xfrm>
                <a:off x="11010486" y="3081543"/>
                <a:ext cx="184680" cy="195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ED3466D-12AF-3B18-E12B-D1B39019847F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992846" y="3063903"/>
                  <a:ext cx="2203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B25DE3E-0851-3116-AE9A-2719394A8C60}"/>
                    </a:ext>
                  </a:extLst>
                </p14:cNvPr>
                <p14:cNvContentPartPr/>
                <p14:nvPr/>
              </p14:nvContentPartPr>
              <p14:xfrm>
                <a:off x="11406486" y="3072543"/>
                <a:ext cx="173880" cy="312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B25DE3E-0851-3116-AE9A-2719394A8C6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388486" y="3054543"/>
                  <a:ext cx="2095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D58E1B5-840B-BBC8-B8E7-E64C02934486}"/>
                    </a:ext>
                  </a:extLst>
                </p14:cNvPr>
                <p14:cNvContentPartPr/>
                <p14:nvPr/>
              </p14:nvContentPartPr>
              <p14:xfrm>
                <a:off x="10646166" y="3531183"/>
                <a:ext cx="170280" cy="185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D58E1B5-840B-BBC8-B8E7-E64C0293448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628526" y="3513543"/>
                  <a:ext cx="2059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A131A32-C1F2-BEC3-5E8C-AC1C8903AFC8}"/>
                    </a:ext>
                  </a:extLst>
                </p14:cNvPr>
                <p14:cNvContentPartPr/>
                <p14:nvPr/>
              </p14:nvContentPartPr>
              <p14:xfrm>
                <a:off x="11092206" y="3511383"/>
                <a:ext cx="19800" cy="194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A131A32-C1F2-BEC3-5E8C-AC1C8903AFC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074206" y="3493383"/>
                  <a:ext cx="554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7588C4F-CC6D-19CA-0DCA-3CE87F3E2013}"/>
                    </a:ext>
                  </a:extLst>
                </p14:cNvPr>
                <p14:cNvContentPartPr/>
                <p14:nvPr/>
              </p14:nvContentPartPr>
              <p14:xfrm>
                <a:off x="11382726" y="3586983"/>
                <a:ext cx="103320" cy="23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7588C4F-CC6D-19CA-0DCA-3CE87F3E201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365086" y="3568983"/>
                  <a:ext cx="138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3AF265D-5B81-3A61-96CA-E3CA14056871}"/>
                    </a:ext>
                  </a:extLst>
                </p14:cNvPr>
                <p14:cNvContentPartPr/>
                <p14:nvPr/>
              </p14:nvContentPartPr>
              <p14:xfrm>
                <a:off x="11603766" y="3470703"/>
                <a:ext cx="148680" cy="170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3AF265D-5B81-3A61-96CA-E3CA1405687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586126" y="3453063"/>
                  <a:ext cx="1843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1DB2C1F-CBC7-CB04-C78A-F6473BC66EAF}"/>
                    </a:ext>
                  </a:extLst>
                </p14:cNvPr>
                <p14:cNvContentPartPr/>
                <p14:nvPr/>
              </p14:nvContentPartPr>
              <p14:xfrm>
                <a:off x="10546446" y="4009263"/>
                <a:ext cx="200520" cy="2527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1DB2C1F-CBC7-CB04-C78A-F6473BC66EA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528446" y="3991623"/>
                  <a:ext cx="2361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F14EA92-4C86-6F33-31B9-9EAD738C206F}"/>
                    </a:ext>
                  </a:extLst>
                </p14:cNvPr>
                <p14:cNvContentPartPr/>
                <p14:nvPr/>
              </p14:nvContentPartPr>
              <p14:xfrm>
                <a:off x="11069166" y="3990183"/>
                <a:ext cx="152280" cy="195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F14EA92-4C86-6F33-31B9-9EAD738C206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051526" y="3972183"/>
                  <a:ext cx="187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82902EE-333B-23AC-5CDB-F9C4ED1A38B1}"/>
                    </a:ext>
                  </a:extLst>
                </p14:cNvPr>
                <p14:cNvContentPartPr/>
                <p14:nvPr/>
              </p14:nvContentPartPr>
              <p14:xfrm>
                <a:off x="11475966" y="4051383"/>
                <a:ext cx="118080" cy="10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82902EE-333B-23AC-5CDB-F9C4ED1A38B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458326" y="4033743"/>
                  <a:ext cx="153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8960BB6-147C-F309-D32B-27F6EB453839}"/>
                    </a:ext>
                  </a:extLst>
                </p14:cNvPr>
                <p14:cNvContentPartPr/>
                <p14:nvPr/>
              </p14:nvContentPartPr>
              <p14:xfrm>
                <a:off x="11551566" y="4009623"/>
                <a:ext cx="1800" cy="15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8960BB6-147C-F309-D32B-27F6EB45383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533926" y="3991623"/>
                  <a:ext cx="37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6D9212E-89E8-FCE3-1AEC-8F36E76702A1}"/>
                    </a:ext>
                  </a:extLst>
                </p14:cNvPr>
                <p14:cNvContentPartPr/>
                <p14:nvPr/>
              </p14:nvContentPartPr>
              <p14:xfrm>
                <a:off x="11498646" y="3966423"/>
                <a:ext cx="234360" cy="293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6D9212E-89E8-FCE3-1AEC-8F36E76702A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481006" y="3948423"/>
                  <a:ext cx="2700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4226042-D208-D7BC-AA43-3D7622C91669}"/>
                    </a:ext>
                  </a:extLst>
                </p14:cNvPr>
                <p14:cNvContentPartPr/>
                <p14:nvPr/>
              </p14:nvContentPartPr>
              <p14:xfrm>
                <a:off x="11736966" y="2967783"/>
                <a:ext cx="268200" cy="16977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4226042-D208-D7BC-AA43-3D7622C9166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718966" y="2949783"/>
                  <a:ext cx="303840" cy="173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A898FEA0-ED8B-1AC5-8DD6-41EAC702605C}"/>
              </a:ext>
            </a:extLst>
          </p:cNvPr>
          <p:cNvGrpSpPr/>
          <p:nvPr/>
        </p:nvGrpSpPr>
        <p:grpSpPr>
          <a:xfrm>
            <a:off x="2051526" y="5357103"/>
            <a:ext cx="1541520" cy="466200"/>
            <a:chOff x="2051526" y="5357103"/>
            <a:chExt cx="1541520" cy="46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A906E27-2C25-08F9-5B08-474509131E76}"/>
                    </a:ext>
                  </a:extLst>
                </p14:cNvPr>
                <p14:cNvContentPartPr/>
                <p14:nvPr/>
              </p14:nvContentPartPr>
              <p14:xfrm>
                <a:off x="2051526" y="5369343"/>
                <a:ext cx="30600" cy="2469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A906E27-2C25-08F9-5B08-474509131E76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033526" y="5351703"/>
                  <a:ext cx="662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E66EA30-307F-CC4A-D7EB-1303135CC575}"/>
                    </a:ext>
                  </a:extLst>
                </p14:cNvPr>
                <p14:cNvContentPartPr/>
                <p14:nvPr/>
              </p14:nvContentPartPr>
              <p14:xfrm>
                <a:off x="2067006" y="5357103"/>
                <a:ext cx="143280" cy="2858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E66EA30-307F-CC4A-D7EB-1303135CC57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049366" y="5339463"/>
                  <a:ext cx="1789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01CA0CD-00C4-F44B-F1E4-AB36F3C91BA3}"/>
                    </a:ext>
                  </a:extLst>
                </p14:cNvPr>
                <p14:cNvContentPartPr/>
                <p14:nvPr/>
              </p14:nvContentPartPr>
              <p14:xfrm>
                <a:off x="2279406" y="5588583"/>
                <a:ext cx="225720" cy="1742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01CA0CD-00C4-F44B-F1E4-AB36F3C91BA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261406" y="5570583"/>
                  <a:ext cx="2613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496F20D-DE0A-83BA-A3BA-F4B46F9DB232}"/>
                    </a:ext>
                  </a:extLst>
                </p14:cNvPr>
                <p14:cNvContentPartPr/>
                <p14:nvPr/>
              </p14:nvContentPartPr>
              <p14:xfrm>
                <a:off x="2568126" y="5531343"/>
                <a:ext cx="203760" cy="42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496F20D-DE0A-83BA-A3BA-F4B46F9DB23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550486" y="5513343"/>
                  <a:ext cx="239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1F4A234-C55D-C255-2FAC-23F9F10CEECC}"/>
                    </a:ext>
                  </a:extLst>
                </p14:cNvPr>
                <p14:cNvContentPartPr/>
                <p14:nvPr/>
              </p14:nvContentPartPr>
              <p14:xfrm>
                <a:off x="2681886" y="5469063"/>
                <a:ext cx="24840" cy="189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1F4A234-C55D-C255-2FAC-23F9F10CEEC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663886" y="5451423"/>
                  <a:ext cx="604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EBBA230-D350-4B29-2BD1-0769DD6DC56E}"/>
                    </a:ext>
                  </a:extLst>
                </p14:cNvPr>
                <p14:cNvContentPartPr/>
                <p14:nvPr/>
              </p14:nvContentPartPr>
              <p14:xfrm>
                <a:off x="2908686" y="5443863"/>
                <a:ext cx="189720" cy="218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EBBA230-D350-4B29-2BD1-0769DD6DC56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891046" y="5425863"/>
                  <a:ext cx="2253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95B09D8-E4E7-64B6-0926-8C5469631E96}"/>
                    </a:ext>
                  </a:extLst>
                </p14:cNvPr>
                <p14:cNvContentPartPr/>
                <p14:nvPr/>
              </p14:nvContentPartPr>
              <p14:xfrm>
                <a:off x="3221526" y="5395623"/>
                <a:ext cx="57960" cy="2764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95B09D8-E4E7-64B6-0926-8C5469631E9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203886" y="5377983"/>
                  <a:ext cx="93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4D9703E-4B58-BBD8-66DE-4500AD7D341B}"/>
                    </a:ext>
                  </a:extLst>
                </p14:cNvPr>
                <p14:cNvContentPartPr/>
                <p14:nvPr/>
              </p14:nvContentPartPr>
              <p14:xfrm>
                <a:off x="3205686" y="5377983"/>
                <a:ext cx="176400" cy="279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4D9703E-4B58-BBD8-66DE-4500AD7D341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188046" y="5360343"/>
                  <a:ext cx="2120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674E710-C9CE-3652-E9A0-AFC0F3638488}"/>
                    </a:ext>
                  </a:extLst>
                </p14:cNvPr>
                <p14:cNvContentPartPr/>
                <p14:nvPr/>
              </p14:nvContentPartPr>
              <p14:xfrm>
                <a:off x="3344646" y="5588223"/>
                <a:ext cx="248400" cy="2350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674E710-C9CE-3652-E9A0-AFC0F3638488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326646" y="5570223"/>
                  <a:ext cx="284040" cy="27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8ACB9E55-102B-F1C7-C021-20E2CD964566}"/>
                  </a:ext>
                </a:extLst>
              </p14:cNvPr>
              <p14:cNvContentPartPr/>
              <p14:nvPr/>
            </p14:nvContentPartPr>
            <p14:xfrm>
              <a:off x="4221606" y="5158743"/>
              <a:ext cx="499680" cy="14958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8ACB9E55-102B-F1C7-C021-20E2CD964566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4203606" y="5141103"/>
                <a:ext cx="535320" cy="15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5AC28EA7-5328-C552-EF9F-23451559268F}"/>
                  </a:ext>
                </a:extLst>
              </p14:cNvPr>
              <p14:cNvContentPartPr/>
              <p14:nvPr/>
            </p14:nvContentPartPr>
            <p14:xfrm>
              <a:off x="2033526" y="6093303"/>
              <a:ext cx="12960" cy="30852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5AC28EA7-5328-C552-EF9F-23451559268F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2015886" y="6075663"/>
                <a:ext cx="4860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09B62F1C-E26D-BB35-F862-0FB77B091C2C}"/>
                  </a:ext>
                </a:extLst>
              </p14:cNvPr>
              <p14:cNvContentPartPr/>
              <p14:nvPr/>
            </p14:nvContentPartPr>
            <p14:xfrm>
              <a:off x="2022726" y="6049743"/>
              <a:ext cx="193320" cy="34236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09B62F1C-E26D-BB35-F862-0FB77B091C2C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2004726" y="6032103"/>
                <a:ext cx="2289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0CF8A131-40B6-902E-0680-3C868831C7B5}"/>
                  </a:ext>
                </a:extLst>
              </p14:cNvPr>
              <p14:cNvContentPartPr/>
              <p14:nvPr/>
            </p14:nvContentPartPr>
            <p14:xfrm>
              <a:off x="2302806" y="6348183"/>
              <a:ext cx="20160" cy="1962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0CF8A131-40B6-902E-0680-3C868831C7B5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2285166" y="6330543"/>
                <a:ext cx="55800" cy="23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952A3FB4-58E8-8742-0848-26A91A842783}"/>
              </a:ext>
            </a:extLst>
          </p:cNvPr>
          <p:cNvGrpSpPr/>
          <p:nvPr/>
        </p:nvGrpSpPr>
        <p:grpSpPr>
          <a:xfrm>
            <a:off x="2563446" y="6110223"/>
            <a:ext cx="1036440" cy="491400"/>
            <a:chOff x="2563446" y="6110223"/>
            <a:chExt cx="1036440" cy="49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C06C955-6D51-931D-BE2A-14B54B493BE0}"/>
                    </a:ext>
                  </a:extLst>
                </p14:cNvPr>
                <p14:cNvContentPartPr/>
                <p14:nvPr/>
              </p14:nvContentPartPr>
              <p14:xfrm>
                <a:off x="2563446" y="6299943"/>
                <a:ext cx="165960" cy="158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C06C955-6D51-931D-BE2A-14B54B493BE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545446" y="6281943"/>
                  <a:ext cx="201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DB873AF-5B66-FFC1-C04E-269479971F0C}"/>
                    </a:ext>
                  </a:extLst>
                </p14:cNvPr>
                <p14:cNvContentPartPr/>
                <p14:nvPr/>
              </p14:nvContentPartPr>
              <p14:xfrm>
                <a:off x="2909766" y="6156303"/>
                <a:ext cx="124560" cy="2851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DB873AF-5B66-FFC1-C04E-269479971F0C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891766" y="6138663"/>
                  <a:ext cx="1602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D0727C0-F7E0-5391-7BA2-D5269E0A2294}"/>
                    </a:ext>
                  </a:extLst>
                </p14:cNvPr>
                <p14:cNvContentPartPr/>
                <p14:nvPr/>
              </p14:nvContentPartPr>
              <p14:xfrm>
                <a:off x="3246726" y="6138303"/>
                <a:ext cx="9720" cy="2847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D0727C0-F7E0-5391-7BA2-D5269E0A229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228726" y="6120663"/>
                  <a:ext cx="453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A6C3DDB-77FD-ADC8-06F6-CB72ABA8F233}"/>
                    </a:ext>
                  </a:extLst>
                </p14:cNvPr>
                <p14:cNvContentPartPr/>
                <p14:nvPr/>
              </p14:nvContentPartPr>
              <p14:xfrm>
                <a:off x="3211806" y="6110223"/>
                <a:ext cx="165240" cy="2991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A6C3DDB-77FD-ADC8-06F6-CB72ABA8F23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194166" y="6092223"/>
                  <a:ext cx="2008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EFB6B48-5325-C687-F014-44FED752E3C8}"/>
                    </a:ext>
                  </a:extLst>
                </p14:cNvPr>
                <p14:cNvContentPartPr/>
                <p14:nvPr/>
              </p14:nvContentPartPr>
              <p14:xfrm>
                <a:off x="3411606" y="6332703"/>
                <a:ext cx="188280" cy="2689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EFB6B48-5325-C687-F014-44FED752E3C8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393966" y="6314703"/>
                  <a:ext cx="223920" cy="30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E0684CEE-8C71-CFEC-712F-E521C99AB878}"/>
                  </a:ext>
                </a:extLst>
              </p14:cNvPr>
              <p14:cNvContentPartPr/>
              <p14:nvPr/>
            </p14:nvContentPartPr>
            <p14:xfrm>
              <a:off x="4640646" y="5232543"/>
              <a:ext cx="14400" cy="22824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E0684CEE-8C71-CFEC-712F-E521C99AB878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4623006" y="5214903"/>
                <a:ext cx="5004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9E8444C1-FE07-E2CE-C4ED-012A11F2D8E8}"/>
                  </a:ext>
                </a:extLst>
              </p14:cNvPr>
              <p14:cNvContentPartPr/>
              <p14:nvPr/>
            </p14:nvContentPartPr>
            <p14:xfrm>
              <a:off x="5147166" y="5271423"/>
              <a:ext cx="199080" cy="22392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9E8444C1-FE07-E2CE-C4ED-012A11F2D8E8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5129526" y="5253783"/>
                <a:ext cx="2347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1CF64E0E-E695-CE9E-B86E-14DBC838589F}"/>
                  </a:ext>
                </a:extLst>
              </p14:cNvPr>
              <p14:cNvContentPartPr/>
              <p14:nvPr/>
            </p14:nvContentPartPr>
            <p14:xfrm>
              <a:off x="4628406" y="5729703"/>
              <a:ext cx="204840" cy="2570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1CF64E0E-E695-CE9E-B86E-14DBC838589F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4610406" y="5712063"/>
                <a:ext cx="2404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1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C3EEA8DE-5D5C-D5BC-0026-C0F3A35ED75E}"/>
                  </a:ext>
                </a:extLst>
              </p14:cNvPr>
              <p14:cNvContentPartPr/>
              <p14:nvPr/>
            </p14:nvContentPartPr>
            <p14:xfrm>
              <a:off x="5228526" y="5746623"/>
              <a:ext cx="27000" cy="2685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C3EEA8DE-5D5C-D5BC-0026-C0F3A35ED75E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5210526" y="5728983"/>
                <a:ext cx="6264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0A6F6347-B0C8-4F3E-427A-5A6ACA83ED97}"/>
                  </a:ext>
                </a:extLst>
              </p14:cNvPr>
              <p14:cNvContentPartPr/>
              <p14:nvPr/>
            </p14:nvContentPartPr>
            <p14:xfrm>
              <a:off x="4777806" y="6253863"/>
              <a:ext cx="219240" cy="20844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0A6F6347-B0C8-4F3E-427A-5A6ACA83ED97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4759806" y="6236223"/>
                <a:ext cx="2548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9134C6BC-1661-74A9-8EE8-8B783D7CDDFE}"/>
                  </a:ext>
                </a:extLst>
              </p14:cNvPr>
              <p14:cNvContentPartPr/>
              <p14:nvPr/>
            </p14:nvContentPartPr>
            <p14:xfrm>
              <a:off x="5296926" y="6301743"/>
              <a:ext cx="122400" cy="20088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9134C6BC-1661-74A9-8EE8-8B783D7CDDFE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5278926" y="6284103"/>
                <a:ext cx="158040" cy="23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1F5F1984-AF11-3D48-F222-A660970BC91D}"/>
              </a:ext>
            </a:extLst>
          </p:cNvPr>
          <p:cNvGrpSpPr/>
          <p:nvPr/>
        </p:nvGrpSpPr>
        <p:grpSpPr>
          <a:xfrm>
            <a:off x="5692926" y="4963263"/>
            <a:ext cx="867600" cy="1890720"/>
            <a:chOff x="5692926" y="4963263"/>
            <a:chExt cx="867600" cy="189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B0970F0-8946-DBF5-8440-DE31D50FB5DD}"/>
                    </a:ext>
                  </a:extLst>
                </p14:cNvPr>
                <p14:cNvContentPartPr/>
                <p14:nvPr/>
              </p14:nvContentPartPr>
              <p14:xfrm>
                <a:off x="5750886" y="5226063"/>
                <a:ext cx="262440" cy="2034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B0970F0-8946-DBF5-8440-DE31D50FB5D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733246" y="5208423"/>
                  <a:ext cx="298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A3D088D-94C6-AB16-B91D-4F45A18CB4D3}"/>
                    </a:ext>
                  </a:extLst>
                </p14:cNvPr>
                <p14:cNvContentPartPr/>
                <p14:nvPr/>
              </p14:nvContentPartPr>
              <p14:xfrm>
                <a:off x="5692926" y="5720343"/>
                <a:ext cx="280080" cy="231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A3D088D-94C6-AB16-B91D-4F45A18CB4D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675286" y="5702343"/>
                  <a:ext cx="315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587280D-6F4E-9041-51D1-53F5E1AD92A5}"/>
                    </a:ext>
                  </a:extLst>
                </p14:cNvPr>
                <p14:cNvContentPartPr/>
                <p14:nvPr/>
              </p14:nvContentPartPr>
              <p14:xfrm>
                <a:off x="5918286" y="6252783"/>
                <a:ext cx="30240" cy="241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587280D-6F4E-9041-51D1-53F5E1AD92A5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900286" y="6234783"/>
                  <a:ext cx="658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B0EBDFC-E48C-3D99-6E94-99760788AF4F}"/>
                    </a:ext>
                  </a:extLst>
                </p14:cNvPr>
                <p14:cNvContentPartPr/>
                <p14:nvPr/>
              </p14:nvContentPartPr>
              <p14:xfrm>
                <a:off x="5862486" y="4963263"/>
                <a:ext cx="698040" cy="18907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B0EBDFC-E48C-3D99-6E94-99760788AF4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844846" y="4945623"/>
                  <a:ext cx="733680" cy="19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820402B-09A9-799D-9D84-9300491CA494}"/>
              </a:ext>
            </a:extLst>
          </p:cNvPr>
          <p:cNvGrpSpPr/>
          <p:nvPr/>
        </p:nvGrpSpPr>
        <p:grpSpPr>
          <a:xfrm>
            <a:off x="2261766" y="1826223"/>
            <a:ext cx="54000" cy="30240"/>
            <a:chOff x="2261766" y="1826223"/>
            <a:chExt cx="54000" cy="3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80242DA-8004-74E5-331C-3EFFB0319386}"/>
                    </a:ext>
                  </a:extLst>
                </p14:cNvPr>
                <p14:cNvContentPartPr/>
                <p14:nvPr/>
              </p14:nvContentPartPr>
              <p14:xfrm>
                <a:off x="2261766" y="1826223"/>
                <a:ext cx="54000" cy="18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80242DA-8004-74E5-331C-3EFFB031938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257446" y="1821903"/>
                  <a:ext cx="62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CED8E6-1392-8355-872B-A977E86BC375}"/>
                    </a:ext>
                  </a:extLst>
                </p14:cNvPr>
                <p14:cNvContentPartPr/>
                <p14:nvPr/>
              </p14:nvContentPartPr>
              <p14:xfrm>
                <a:off x="2291286" y="1856103"/>
                <a:ext cx="36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CED8E6-1392-8355-872B-A977E86BC37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2286966" y="185178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7C5F77D-250C-59C2-3259-4E7834550F66}"/>
                  </a:ext>
                </a:extLst>
              </p14:cNvPr>
              <p14:cNvContentPartPr/>
              <p14:nvPr/>
            </p14:nvContentPartPr>
            <p14:xfrm>
              <a:off x="2209926" y="2671503"/>
              <a:ext cx="2880" cy="338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7C5F77D-250C-59C2-3259-4E7834550F66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2205606" y="2667183"/>
                <a:ext cx="1152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0F9F99E-2CBB-A5D4-3BAB-4129742800DB}"/>
              </a:ext>
            </a:extLst>
          </p:cNvPr>
          <p:cNvGrpSpPr/>
          <p:nvPr/>
        </p:nvGrpSpPr>
        <p:grpSpPr>
          <a:xfrm>
            <a:off x="4745406" y="1406823"/>
            <a:ext cx="11160" cy="12600"/>
            <a:chOff x="4745406" y="1406823"/>
            <a:chExt cx="11160" cy="1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515D7BB-2A19-912C-C97A-8CA52F88C322}"/>
                    </a:ext>
                  </a:extLst>
                </p14:cNvPr>
                <p14:cNvContentPartPr/>
                <p14:nvPr/>
              </p14:nvContentPartPr>
              <p14:xfrm>
                <a:off x="4754766" y="1416543"/>
                <a:ext cx="1800" cy="2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515D7BB-2A19-912C-C97A-8CA52F88C32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750446" y="1412223"/>
                  <a:ext cx="1044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CC2481F-B168-C491-3E5B-3417325D345B}"/>
                    </a:ext>
                  </a:extLst>
                </p14:cNvPr>
                <p14:cNvContentPartPr/>
                <p14:nvPr/>
              </p14:nvContentPartPr>
              <p14:xfrm>
                <a:off x="4745406" y="1406823"/>
                <a:ext cx="2520" cy="2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CC2481F-B168-C491-3E5B-3417325D345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741086" y="1402503"/>
                  <a:ext cx="11160" cy="1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AEB8F169-2F21-1A21-1F2F-0817A630DC1B}"/>
                  </a:ext>
                </a:extLst>
              </p14:cNvPr>
              <p14:cNvContentPartPr/>
              <p14:nvPr/>
            </p14:nvContentPartPr>
            <p14:xfrm>
              <a:off x="5500686" y="1335903"/>
              <a:ext cx="360" cy="3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AEB8F169-2F21-1A21-1F2F-0817A630DC1B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5496366" y="133158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D156674-B767-9BA3-C613-44E8A29A1EA4}"/>
                  </a:ext>
                </a:extLst>
              </p14:cNvPr>
              <p14:cNvContentPartPr/>
              <p14:nvPr/>
            </p14:nvContentPartPr>
            <p14:xfrm>
              <a:off x="5946726" y="1329783"/>
              <a:ext cx="5040" cy="46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D156674-B767-9BA3-C613-44E8A29A1EA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5942406" y="1325463"/>
                <a:ext cx="1368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357DE275-8AA1-E622-EF5D-CE9953B56DF2}"/>
                  </a:ext>
                </a:extLst>
              </p14:cNvPr>
              <p14:cNvContentPartPr/>
              <p14:nvPr/>
            </p14:nvContentPartPr>
            <p14:xfrm>
              <a:off x="4943046" y="1832703"/>
              <a:ext cx="4680" cy="28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357DE275-8AA1-E622-EF5D-CE9953B56DF2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4938726" y="1828383"/>
                <a:ext cx="13320" cy="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E6A0B70-5D4A-EDFA-6DBD-3C9115A486FB}"/>
                  </a:ext>
                </a:extLst>
              </p14:cNvPr>
              <p14:cNvContentPartPr/>
              <p14:nvPr/>
            </p14:nvContentPartPr>
            <p14:xfrm>
              <a:off x="5304126" y="1797423"/>
              <a:ext cx="360" cy="3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E6A0B70-5D4A-EDFA-6DBD-3C9115A486FB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5299806" y="179310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67723E43-7238-C232-3E55-E894A12AE126}"/>
                  </a:ext>
                </a:extLst>
              </p14:cNvPr>
              <p14:cNvContentPartPr/>
              <p14:nvPr/>
            </p14:nvContentPartPr>
            <p14:xfrm>
              <a:off x="5967606" y="1741263"/>
              <a:ext cx="19800" cy="720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67723E43-7238-C232-3E55-E894A12AE126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5963286" y="1736943"/>
                <a:ext cx="2844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56C5913-A09B-21DA-639F-71952B742DBC}"/>
                  </a:ext>
                </a:extLst>
              </p14:cNvPr>
              <p14:cNvContentPartPr/>
              <p14:nvPr/>
            </p14:nvContentPartPr>
            <p14:xfrm>
              <a:off x="7334166" y="1793823"/>
              <a:ext cx="2160" cy="288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E56C5913-A09B-21DA-639F-71952B742DBC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7316166" y="1775823"/>
                <a:ext cx="3780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36B636A5-9B9B-20AA-48D8-53FFCC0E7B45}"/>
              </a:ext>
            </a:extLst>
          </p:cNvPr>
          <p:cNvGrpSpPr/>
          <p:nvPr/>
        </p:nvGrpSpPr>
        <p:grpSpPr>
          <a:xfrm>
            <a:off x="4195326" y="1224663"/>
            <a:ext cx="376200" cy="329400"/>
            <a:chOff x="4195326" y="1224663"/>
            <a:chExt cx="37620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2F2A206-3D4C-3115-AA6D-F8EA869F92B8}"/>
                    </a:ext>
                  </a:extLst>
                </p14:cNvPr>
                <p14:cNvContentPartPr/>
                <p14:nvPr/>
              </p14:nvContentPartPr>
              <p14:xfrm>
                <a:off x="4197126" y="1344543"/>
                <a:ext cx="3960" cy="1166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2F2A206-3D4C-3115-AA6D-F8EA869F92B8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179486" y="1326903"/>
                  <a:ext cx="396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E097442-9100-5719-B71F-CDEDD305C2D6}"/>
                    </a:ext>
                  </a:extLst>
                </p14:cNvPr>
                <p14:cNvContentPartPr/>
                <p14:nvPr/>
              </p14:nvContentPartPr>
              <p14:xfrm>
                <a:off x="4195326" y="1224663"/>
                <a:ext cx="114480" cy="2131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E097442-9100-5719-B71F-CDEDD305C2D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177686" y="1207023"/>
                  <a:ext cx="1501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2A55EAF-ED5F-867F-FC7E-441B47BE04E3}"/>
                    </a:ext>
                  </a:extLst>
                </p14:cNvPr>
                <p14:cNvContentPartPr/>
                <p14:nvPr/>
              </p14:nvContentPartPr>
              <p14:xfrm>
                <a:off x="4308006" y="1409703"/>
                <a:ext cx="141840" cy="1443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2A55EAF-ED5F-867F-FC7E-441B47BE04E3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290366" y="1392063"/>
                  <a:ext cx="1774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139571E-8006-7DD1-A6CF-6C485AAEEA03}"/>
                    </a:ext>
                  </a:extLst>
                </p14:cNvPr>
                <p14:cNvContentPartPr/>
                <p14:nvPr/>
              </p14:nvContentPartPr>
              <p14:xfrm>
                <a:off x="4462806" y="1347783"/>
                <a:ext cx="108720" cy="172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139571E-8006-7DD1-A6CF-6C485AAEEA03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444806" y="1330143"/>
                  <a:ext cx="14436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695226EF-299D-B43F-CAE9-952D020C3FB5}"/>
              </a:ext>
            </a:extLst>
          </p:cNvPr>
          <p:cNvGrpSpPr/>
          <p:nvPr/>
        </p:nvGrpSpPr>
        <p:grpSpPr>
          <a:xfrm>
            <a:off x="4121886" y="1670703"/>
            <a:ext cx="420480" cy="299880"/>
            <a:chOff x="4121886" y="1670703"/>
            <a:chExt cx="420480" cy="29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59419F8-5820-DAFF-BBF1-DFFDECB4E8F7}"/>
                    </a:ext>
                  </a:extLst>
                </p14:cNvPr>
                <p14:cNvContentPartPr/>
                <p14:nvPr/>
              </p14:nvContentPartPr>
              <p14:xfrm>
                <a:off x="4121886" y="1670703"/>
                <a:ext cx="119520" cy="259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59419F8-5820-DAFF-BBF1-DFFDECB4E8F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104246" y="1652703"/>
                  <a:ext cx="1551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BCAE8A6-9275-A6D8-082B-1E2D1B394684}"/>
                    </a:ext>
                  </a:extLst>
                </p14:cNvPr>
                <p14:cNvContentPartPr/>
                <p14:nvPr/>
              </p14:nvContentPartPr>
              <p14:xfrm>
                <a:off x="4238166" y="1808223"/>
                <a:ext cx="98640" cy="162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BCAE8A6-9275-A6D8-082B-1E2D1B394684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220526" y="1790583"/>
                  <a:ext cx="134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3BB1EC0-C8A5-2B64-7CD2-63838FBAD97D}"/>
                    </a:ext>
                  </a:extLst>
                </p14:cNvPr>
                <p14:cNvContentPartPr/>
                <p14:nvPr/>
              </p14:nvContentPartPr>
              <p14:xfrm>
                <a:off x="4401966" y="1750983"/>
                <a:ext cx="140400" cy="1065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3BB1EC0-C8A5-2B64-7CD2-63838FBAD97D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384326" y="1732983"/>
                  <a:ext cx="176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58DD800-56D6-CC26-0C7A-33BEBBA8B263}"/>
                    </a:ext>
                  </a:extLst>
                </p14:cNvPr>
                <p14:cNvContentPartPr/>
                <p14:nvPr/>
              </p14:nvContentPartPr>
              <p14:xfrm>
                <a:off x="4331406" y="1866543"/>
                <a:ext cx="2880" cy="28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58DD800-56D6-CC26-0C7A-33BEBBA8B263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313406" y="1848543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5408E09D-45A3-AFC5-28D7-221582C56EAE}"/>
                  </a:ext>
                </a:extLst>
              </p14:cNvPr>
              <p14:cNvContentPartPr/>
              <p14:nvPr/>
            </p14:nvContentPartPr>
            <p14:xfrm>
              <a:off x="8971446" y="2330943"/>
              <a:ext cx="7200" cy="900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5408E09D-45A3-AFC5-28D7-221582C56EAE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8953806" y="2312943"/>
                <a:ext cx="428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1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23B29BF-03AE-57D3-83E5-FB942A23A24D}"/>
                  </a:ext>
                </a:extLst>
              </p14:cNvPr>
              <p14:cNvContentPartPr/>
              <p14:nvPr/>
            </p14:nvContentPartPr>
            <p14:xfrm>
              <a:off x="546006" y="4244703"/>
              <a:ext cx="988560" cy="3592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23B29BF-03AE-57D3-83E5-FB942A23A24D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528366" y="4227063"/>
                <a:ext cx="102420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3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8950C34E-C8D2-C756-DA9E-464516F588B3}"/>
                  </a:ext>
                </a:extLst>
              </p14:cNvPr>
              <p14:cNvContentPartPr/>
              <p14:nvPr/>
            </p14:nvContentPartPr>
            <p14:xfrm>
              <a:off x="2840286" y="4115463"/>
              <a:ext cx="4680" cy="144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8950C34E-C8D2-C756-DA9E-464516F588B3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2822646" y="4097463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5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2C3DEEE6-689D-EB05-5DF6-71A2E74DE1CB}"/>
                  </a:ext>
                </a:extLst>
              </p14:cNvPr>
              <p14:cNvContentPartPr/>
              <p14:nvPr/>
            </p14:nvContentPartPr>
            <p14:xfrm>
              <a:off x="4033686" y="3866343"/>
              <a:ext cx="360" cy="36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2C3DEEE6-689D-EB05-5DF6-71A2E74DE1CB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4015686" y="384834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7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C9DCFEF0-4976-F277-C39C-13A0C6C70D9B}"/>
                  </a:ext>
                </a:extLst>
              </p14:cNvPr>
              <p14:cNvContentPartPr/>
              <p14:nvPr/>
            </p14:nvContentPartPr>
            <p14:xfrm>
              <a:off x="3009486" y="3278103"/>
              <a:ext cx="4680" cy="1368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C9DCFEF0-4976-F277-C39C-13A0C6C70D9B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2991486" y="3260103"/>
                <a:ext cx="403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9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EE1F35EB-0530-0407-D842-AA0DA12BA768}"/>
                  </a:ext>
                </a:extLst>
              </p14:cNvPr>
              <p14:cNvContentPartPr/>
              <p14:nvPr/>
            </p14:nvContentPartPr>
            <p14:xfrm>
              <a:off x="3103086" y="4404543"/>
              <a:ext cx="9720" cy="252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EE1F35EB-0530-0407-D842-AA0DA12BA768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3085446" y="4386903"/>
                <a:ext cx="453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C67F120F-A633-3057-33FB-4AC3BAE3AAF6}"/>
                  </a:ext>
                </a:extLst>
              </p14:cNvPr>
              <p14:cNvContentPartPr/>
              <p14:nvPr/>
            </p14:nvContentPartPr>
            <p14:xfrm>
              <a:off x="3087606" y="4498143"/>
              <a:ext cx="360" cy="36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C67F120F-A633-3057-33FB-4AC3BAE3AAF6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3069606" y="448014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06CC3974-F277-0C6A-FA95-D6C60C04D8EC}"/>
                  </a:ext>
                </a:extLst>
              </p14:cNvPr>
              <p14:cNvContentPartPr/>
              <p14:nvPr/>
            </p14:nvContentPartPr>
            <p14:xfrm>
              <a:off x="3113166" y="3652143"/>
              <a:ext cx="5040" cy="1476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06CC3974-F277-0C6A-FA95-D6C60C04D8EC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3095526" y="3634503"/>
                <a:ext cx="4068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F98F577A-F867-489E-6278-BE23AAE6982C}"/>
              </a:ext>
            </a:extLst>
          </p:cNvPr>
          <p:cNvGrpSpPr/>
          <p:nvPr/>
        </p:nvGrpSpPr>
        <p:grpSpPr>
          <a:xfrm>
            <a:off x="2969886" y="4051383"/>
            <a:ext cx="41400" cy="32760"/>
            <a:chOff x="2969886" y="4051383"/>
            <a:chExt cx="41400" cy="3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5C44E3B-B6AD-0FE4-8C32-E3CC72563D83}"/>
                    </a:ext>
                  </a:extLst>
                </p14:cNvPr>
                <p14:cNvContentPartPr/>
                <p14:nvPr/>
              </p14:nvContentPartPr>
              <p14:xfrm>
                <a:off x="3008406" y="4051383"/>
                <a:ext cx="2880" cy="21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5C44E3B-B6AD-0FE4-8C32-E3CC72563D8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990406" y="4033383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05B0595-992A-C607-6375-1CBF959069EA}"/>
                    </a:ext>
                  </a:extLst>
                </p14:cNvPr>
                <p14:cNvContentPartPr/>
                <p14:nvPr/>
              </p14:nvContentPartPr>
              <p14:xfrm>
                <a:off x="3007686" y="4056063"/>
                <a:ext cx="2160" cy="32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05B0595-992A-C607-6375-1CBF959069EA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989686" y="4038423"/>
                  <a:ext cx="37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0D69718-820F-CBFD-A374-418BBC626BC4}"/>
                    </a:ext>
                  </a:extLst>
                </p14:cNvPr>
                <p14:cNvContentPartPr/>
                <p14:nvPr/>
              </p14:nvContentPartPr>
              <p14:xfrm>
                <a:off x="2969886" y="4081263"/>
                <a:ext cx="4680" cy="28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0D69718-820F-CBFD-A374-418BBC626BC4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951886" y="4063263"/>
                  <a:ext cx="4032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7AFF2F61-4FB1-02BE-969B-73818842F556}"/>
                  </a:ext>
                </a:extLst>
              </p14:cNvPr>
              <p14:cNvContentPartPr/>
              <p14:nvPr/>
            </p14:nvContentPartPr>
            <p14:xfrm>
              <a:off x="7767246" y="3397623"/>
              <a:ext cx="4680" cy="540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7AFF2F61-4FB1-02BE-969B-73818842F556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7749606" y="3379983"/>
                <a:ext cx="403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077D4674-6633-AFBA-7173-53FA912A9A1C}"/>
                  </a:ext>
                </a:extLst>
              </p14:cNvPr>
              <p14:cNvContentPartPr/>
              <p14:nvPr/>
            </p14:nvContentPartPr>
            <p14:xfrm>
              <a:off x="7323726" y="3804783"/>
              <a:ext cx="18000" cy="756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077D4674-6633-AFBA-7173-53FA912A9A1C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7305726" y="3786783"/>
                <a:ext cx="536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ABEB7B54-050F-6CC6-4AEB-B6BB8927F903}"/>
                  </a:ext>
                </a:extLst>
              </p14:cNvPr>
              <p14:cNvContentPartPr/>
              <p14:nvPr/>
            </p14:nvContentPartPr>
            <p14:xfrm>
              <a:off x="7736286" y="3809103"/>
              <a:ext cx="10080" cy="1152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ABEB7B54-050F-6CC6-4AEB-B6BB8927F903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7718286" y="3791103"/>
                <a:ext cx="457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0FE3AA4-0668-9162-A92F-BE15F77B2651}"/>
                  </a:ext>
                </a:extLst>
              </p14:cNvPr>
              <p14:cNvContentPartPr/>
              <p14:nvPr/>
            </p14:nvContentPartPr>
            <p14:xfrm>
              <a:off x="7224366" y="4385823"/>
              <a:ext cx="21240" cy="648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0FE3AA4-0668-9162-A92F-BE15F77B2651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7206366" y="4367823"/>
                <a:ext cx="568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C98F2948-9FCC-ED4C-E3B3-E2871CAF9EF1}"/>
                  </a:ext>
                </a:extLst>
              </p14:cNvPr>
              <p14:cNvContentPartPr/>
              <p14:nvPr/>
            </p14:nvContentPartPr>
            <p14:xfrm>
              <a:off x="7739886" y="4361343"/>
              <a:ext cx="15120" cy="216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C98F2948-9FCC-ED4C-E3B3-E2871CAF9EF1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7722246" y="4343343"/>
                <a:ext cx="507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7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8F242B57-C48E-628D-70AC-DE0068E712DE}"/>
                  </a:ext>
                </a:extLst>
              </p14:cNvPr>
              <p14:cNvContentPartPr/>
              <p14:nvPr/>
            </p14:nvContentPartPr>
            <p14:xfrm>
              <a:off x="8390406" y="3296463"/>
              <a:ext cx="10800" cy="1260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8F242B57-C48E-628D-70AC-DE0068E712DE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8372766" y="3278463"/>
                <a:ext cx="464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F5460E48-19BC-BD52-E707-0DD900A426C2}"/>
                  </a:ext>
                </a:extLst>
              </p14:cNvPr>
              <p14:cNvContentPartPr/>
              <p14:nvPr/>
            </p14:nvContentPartPr>
            <p14:xfrm>
              <a:off x="8552406" y="4306983"/>
              <a:ext cx="7920" cy="576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F5460E48-19BC-BD52-E707-0DD900A426C2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8534406" y="4288983"/>
                <a:ext cx="435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Group 250">
            <a:extLst>
              <a:ext uri="{FF2B5EF4-FFF2-40B4-BE49-F238E27FC236}">
                <a16:creationId xmlns:a16="http://schemas.microsoft.com/office/drawing/2014/main" id="{D804A022-CF64-8CFB-2FF4-E22305112CED}"/>
              </a:ext>
            </a:extLst>
          </p:cNvPr>
          <p:cNvGrpSpPr/>
          <p:nvPr/>
        </p:nvGrpSpPr>
        <p:grpSpPr>
          <a:xfrm>
            <a:off x="4543806" y="3283863"/>
            <a:ext cx="423720" cy="369000"/>
            <a:chOff x="4543806" y="3283863"/>
            <a:chExt cx="42372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290365A-F9EB-4F12-616B-A2D284A1C657}"/>
                    </a:ext>
                  </a:extLst>
                </p14:cNvPr>
                <p14:cNvContentPartPr/>
                <p14:nvPr/>
              </p14:nvContentPartPr>
              <p14:xfrm>
                <a:off x="4543806" y="3283863"/>
                <a:ext cx="191520" cy="3690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290365A-F9EB-4F12-616B-A2D284A1C657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525806" y="3265863"/>
                  <a:ext cx="2271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CDC20AF-B643-CC1E-E95D-2125DF5FB988}"/>
                    </a:ext>
                  </a:extLst>
                </p14:cNvPr>
                <p14:cNvContentPartPr/>
                <p14:nvPr/>
              </p14:nvContentPartPr>
              <p14:xfrm>
                <a:off x="4812006" y="3443703"/>
                <a:ext cx="155520" cy="1018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CDC20AF-B643-CC1E-E95D-2125DF5FB98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794006" y="3426063"/>
                  <a:ext cx="19116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36DB588E-F837-294F-864B-98E58D77217F}"/>
              </a:ext>
            </a:extLst>
          </p:cNvPr>
          <p:cNvGrpSpPr/>
          <p:nvPr/>
        </p:nvGrpSpPr>
        <p:grpSpPr>
          <a:xfrm>
            <a:off x="4585206" y="4150023"/>
            <a:ext cx="308520" cy="433800"/>
            <a:chOff x="4585206" y="4150023"/>
            <a:chExt cx="308520" cy="43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18D58F8-098B-C7D2-44FA-A4CE9A571DF0}"/>
                    </a:ext>
                  </a:extLst>
                </p14:cNvPr>
                <p14:cNvContentPartPr/>
                <p14:nvPr/>
              </p14:nvContentPartPr>
              <p14:xfrm>
                <a:off x="4585206" y="4150023"/>
                <a:ext cx="124920" cy="3085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18D58F8-098B-C7D2-44FA-A4CE9A571DF0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567206" y="4132383"/>
                  <a:ext cx="1605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B2D0B7E-7E4D-2F8F-2153-10B9C9E6AC36}"/>
                    </a:ext>
                  </a:extLst>
                </p14:cNvPr>
                <p14:cNvContentPartPr/>
                <p14:nvPr/>
              </p14:nvContentPartPr>
              <p14:xfrm>
                <a:off x="4701846" y="4400943"/>
                <a:ext cx="91080" cy="1828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B2D0B7E-7E4D-2F8F-2153-10B9C9E6AC36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4684206" y="4383303"/>
                  <a:ext cx="126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5EA16D9-CC4A-27EF-BD74-1F6D32A180C8}"/>
                    </a:ext>
                  </a:extLst>
                </p14:cNvPr>
                <p14:cNvContentPartPr/>
                <p14:nvPr/>
              </p14:nvContentPartPr>
              <p14:xfrm>
                <a:off x="4787886" y="4369263"/>
                <a:ext cx="105840" cy="1638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5EA16D9-CC4A-27EF-BD74-1F6D32A180C8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769886" y="4351263"/>
                  <a:ext cx="141480" cy="19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1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63E0BDBA-3A36-C459-7FEE-41AD74CF2B24}"/>
                  </a:ext>
                </a:extLst>
              </p14:cNvPr>
              <p14:cNvContentPartPr/>
              <p14:nvPr/>
            </p14:nvContentPartPr>
            <p14:xfrm>
              <a:off x="4742166" y="4882623"/>
              <a:ext cx="5760" cy="36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63E0BDBA-3A36-C459-7FEE-41AD74CF2B24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4724166" y="4864623"/>
                <a:ext cx="41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479ADF9A-48FD-EFF0-BDF8-2245E321C57A}"/>
                  </a:ext>
                </a:extLst>
              </p14:cNvPr>
              <p14:cNvContentPartPr/>
              <p14:nvPr/>
            </p14:nvContentPartPr>
            <p14:xfrm>
              <a:off x="11872326" y="3775263"/>
              <a:ext cx="3960" cy="468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479ADF9A-48FD-EFF0-BDF8-2245E321C57A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11854686" y="3757623"/>
                <a:ext cx="396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CEB443A4-EE06-8C97-7015-2DB4B1011D68}"/>
                  </a:ext>
                </a:extLst>
              </p14:cNvPr>
              <p14:cNvContentPartPr/>
              <p14:nvPr/>
            </p14:nvContentPartPr>
            <p14:xfrm>
              <a:off x="11273646" y="4213023"/>
              <a:ext cx="3960" cy="144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CEB443A4-EE06-8C97-7015-2DB4B1011D68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11255646" y="4195023"/>
                <a:ext cx="396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E208B794-89C9-88EE-7768-BD1E731EC20E}"/>
                  </a:ext>
                </a:extLst>
              </p14:cNvPr>
              <p14:cNvContentPartPr/>
              <p14:nvPr/>
            </p14:nvContentPartPr>
            <p14:xfrm>
              <a:off x="11628966" y="3744303"/>
              <a:ext cx="5400" cy="900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E208B794-89C9-88EE-7768-BD1E731EC20E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11610966" y="3726303"/>
                <a:ext cx="410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1F0B5BA3-4FB3-2D09-5F15-AECE55F1E72C}"/>
                  </a:ext>
                </a:extLst>
              </p14:cNvPr>
              <p14:cNvContentPartPr/>
              <p14:nvPr/>
            </p14:nvContentPartPr>
            <p14:xfrm>
              <a:off x="11731926" y="3611823"/>
              <a:ext cx="360" cy="36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1F0B5BA3-4FB3-2D09-5F15-AECE55F1E72C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11714286" y="359418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8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4878E781-51CA-BE85-A63B-8D8016705EA8}"/>
                  </a:ext>
                </a:extLst>
              </p14:cNvPr>
              <p14:cNvContentPartPr/>
              <p14:nvPr/>
            </p14:nvContentPartPr>
            <p14:xfrm>
              <a:off x="11603046" y="4255143"/>
              <a:ext cx="360" cy="36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4878E781-51CA-BE85-A63B-8D8016705EA8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11585406" y="423714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F64CD5DD-364B-FF11-E223-C601285B0CE3}"/>
                  </a:ext>
                </a:extLst>
              </p14:cNvPr>
              <p14:cNvContentPartPr/>
              <p14:nvPr/>
            </p14:nvContentPartPr>
            <p14:xfrm>
              <a:off x="11721126" y="3162543"/>
              <a:ext cx="360" cy="36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F64CD5DD-364B-FF11-E223-C601285B0CE3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11703126" y="314490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086D59C-1A26-59F3-21F4-516345379462}"/>
              </a:ext>
            </a:extLst>
          </p:cNvPr>
          <p:cNvGrpSpPr/>
          <p:nvPr/>
        </p:nvGrpSpPr>
        <p:grpSpPr>
          <a:xfrm>
            <a:off x="11599086" y="4207623"/>
            <a:ext cx="5760" cy="20880"/>
            <a:chOff x="11599086" y="4207623"/>
            <a:chExt cx="5760" cy="2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317D1DD-0303-59DE-421B-326816C9D78A}"/>
                    </a:ext>
                  </a:extLst>
                </p14:cNvPr>
                <p14:cNvContentPartPr/>
                <p14:nvPr/>
              </p14:nvContentPartPr>
              <p14:xfrm>
                <a:off x="11599086" y="4207623"/>
                <a:ext cx="360" cy="3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317D1DD-0303-59DE-421B-326816C9D78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581086" y="41896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684BB6A-CCA1-147D-91FB-BB5C6309A708}"/>
                    </a:ext>
                  </a:extLst>
                </p14:cNvPr>
                <p14:cNvContentPartPr/>
                <p14:nvPr/>
              </p14:nvContentPartPr>
              <p14:xfrm>
                <a:off x="11604486" y="4228143"/>
                <a:ext cx="360" cy="3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684BB6A-CCA1-147D-91FB-BB5C6309A708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586486" y="42105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2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76C0BD03-F565-6C8C-EEFA-2FB0405937DA}"/>
                  </a:ext>
                </a:extLst>
              </p14:cNvPr>
              <p14:cNvContentPartPr/>
              <p14:nvPr/>
            </p14:nvContentPartPr>
            <p14:xfrm>
              <a:off x="11787006" y="3555663"/>
              <a:ext cx="360" cy="36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76C0BD03-F565-6C8C-EEFA-2FB0405937DA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11769006" y="353802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2B9C5FB1-92AA-6E28-A65E-68FFD766621F}"/>
                  </a:ext>
                </a:extLst>
              </p14:cNvPr>
              <p14:cNvContentPartPr/>
              <p14:nvPr/>
            </p14:nvContentPartPr>
            <p14:xfrm>
              <a:off x="11769726" y="3619743"/>
              <a:ext cx="4680" cy="144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2B9C5FB1-92AA-6E28-A65E-68FFD766621F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11752086" y="3602103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4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FF67302C-B49E-AE81-F64E-D45E59E81954}"/>
                  </a:ext>
                </a:extLst>
              </p14:cNvPr>
              <p14:cNvContentPartPr/>
              <p14:nvPr/>
            </p14:nvContentPartPr>
            <p14:xfrm>
              <a:off x="11734446" y="3678423"/>
              <a:ext cx="360" cy="36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FF67302C-B49E-AE81-F64E-D45E59E81954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11716446" y="366042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oup 271">
            <a:extLst>
              <a:ext uri="{FF2B5EF4-FFF2-40B4-BE49-F238E27FC236}">
                <a16:creationId xmlns:a16="http://schemas.microsoft.com/office/drawing/2014/main" id="{EF42AE09-32D2-7B8D-24A2-922AEDD783BC}"/>
              </a:ext>
            </a:extLst>
          </p:cNvPr>
          <p:cNvGrpSpPr/>
          <p:nvPr/>
        </p:nvGrpSpPr>
        <p:grpSpPr>
          <a:xfrm>
            <a:off x="1023366" y="5289423"/>
            <a:ext cx="632160" cy="576720"/>
            <a:chOff x="1023366" y="5289423"/>
            <a:chExt cx="632160" cy="57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8E5C565-D42E-F0F2-E8AB-EE81E2D63BD7}"/>
                    </a:ext>
                  </a:extLst>
                </p14:cNvPr>
                <p14:cNvContentPartPr/>
                <p14:nvPr/>
              </p14:nvContentPartPr>
              <p14:xfrm>
                <a:off x="1023366" y="5514063"/>
                <a:ext cx="103680" cy="1224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8E5C565-D42E-F0F2-E8AB-EE81E2D63BD7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05726" y="5496423"/>
                  <a:ext cx="1393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BACFAAA1-171F-004B-34F5-82EDAE0A8096}"/>
                    </a:ext>
                  </a:extLst>
                </p14:cNvPr>
                <p14:cNvContentPartPr/>
                <p14:nvPr/>
              </p14:nvContentPartPr>
              <p14:xfrm>
                <a:off x="1163766" y="5289423"/>
                <a:ext cx="169560" cy="4838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BACFAAA1-171F-004B-34F5-82EDAE0A8096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146126" y="5271423"/>
                  <a:ext cx="20520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3941D44-5CB7-004D-F5E9-DC9DB6C1CC5D}"/>
                    </a:ext>
                  </a:extLst>
                </p14:cNvPr>
                <p14:cNvContentPartPr/>
                <p14:nvPr/>
              </p14:nvContentPartPr>
              <p14:xfrm>
                <a:off x="1385526" y="5681463"/>
                <a:ext cx="179280" cy="1846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3941D44-5CB7-004D-F5E9-DC9DB6C1CC5D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367526" y="5663463"/>
                  <a:ext cx="214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206C554-C020-BFD7-99E1-CFDFE0C7601C}"/>
                    </a:ext>
                  </a:extLst>
                </p14:cNvPr>
                <p14:cNvContentPartPr/>
                <p14:nvPr/>
              </p14:nvContentPartPr>
              <p14:xfrm>
                <a:off x="1507206" y="5536383"/>
                <a:ext cx="148320" cy="2098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206C554-C020-BFD7-99E1-CFDFE0C7601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489206" y="5518743"/>
                  <a:ext cx="18396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E18EAD03-FEAE-28C1-7C7F-D56BA0603BE9}"/>
              </a:ext>
            </a:extLst>
          </p:cNvPr>
          <p:cNvGrpSpPr/>
          <p:nvPr/>
        </p:nvGrpSpPr>
        <p:grpSpPr>
          <a:xfrm>
            <a:off x="1092486" y="6148383"/>
            <a:ext cx="541800" cy="486360"/>
            <a:chOff x="1092486" y="6148383"/>
            <a:chExt cx="541800" cy="48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1F9C2D3-BC8B-CB45-AC58-0752A42FC00A}"/>
                    </a:ext>
                  </a:extLst>
                </p14:cNvPr>
                <p14:cNvContentPartPr/>
                <p14:nvPr/>
              </p14:nvContentPartPr>
              <p14:xfrm>
                <a:off x="1092486" y="6148383"/>
                <a:ext cx="204840" cy="3492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1F9C2D3-BC8B-CB45-AC58-0752A42FC00A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74846" y="6130743"/>
                  <a:ext cx="2404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8A76B5B-FFEC-DF42-7068-60683C99CCCC}"/>
                    </a:ext>
                  </a:extLst>
                </p14:cNvPr>
                <p14:cNvContentPartPr/>
                <p14:nvPr/>
              </p14:nvContentPartPr>
              <p14:xfrm>
                <a:off x="1376886" y="6468423"/>
                <a:ext cx="57960" cy="1663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8A76B5B-FFEC-DF42-7068-60683C99CCCC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359246" y="6450783"/>
                  <a:ext cx="936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B4ED89D-E71E-D942-143D-5D9AE836DC57}"/>
                    </a:ext>
                  </a:extLst>
                </p14:cNvPr>
                <p14:cNvContentPartPr/>
                <p14:nvPr/>
              </p14:nvContentPartPr>
              <p14:xfrm>
                <a:off x="1445286" y="6389943"/>
                <a:ext cx="189000" cy="2268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B4ED89D-E71E-D942-143D-5D9AE836DC57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427286" y="6371943"/>
                  <a:ext cx="224640" cy="2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9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D26D4E76-D831-B238-B395-41A000BB827A}"/>
                  </a:ext>
                </a:extLst>
              </p14:cNvPr>
              <p14:cNvContentPartPr/>
              <p14:nvPr/>
            </p14:nvContentPartPr>
            <p14:xfrm>
              <a:off x="6988926" y="6246303"/>
              <a:ext cx="256320" cy="28548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D26D4E76-D831-B238-B395-41A000BB827A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6971286" y="6228663"/>
                <a:ext cx="29196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9F8E9C81-85B5-A73C-835E-01A1168E1FF2}"/>
                  </a:ext>
                </a:extLst>
              </p14:cNvPr>
              <p14:cNvContentPartPr/>
              <p14:nvPr/>
            </p14:nvContentPartPr>
            <p14:xfrm>
              <a:off x="4815966" y="2445063"/>
              <a:ext cx="18720" cy="3888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9F8E9C81-85B5-A73C-835E-01A1168E1FF2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4797966" y="2427063"/>
                <a:ext cx="54360" cy="7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0262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B306E783-93C2-EBDB-D546-2589BC4416F5}"/>
              </a:ext>
            </a:extLst>
          </p:cNvPr>
          <p:cNvGrpSpPr/>
          <p:nvPr/>
        </p:nvGrpSpPr>
        <p:grpSpPr>
          <a:xfrm>
            <a:off x="376086" y="252303"/>
            <a:ext cx="1324080" cy="488520"/>
            <a:chOff x="376086" y="252303"/>
            <a:chExt cx="1324080" cy="48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1D7E503-C4D2-10F4-4E50-57D6AC6538FC}"/>
                    </a:ext>
                  </a:extLst>
                </p14:cNvPr>
                <p14:cNvContentPartPr/>
                <p14:nvPr/>
              </p14:nvContentPartPr>
              <p14:xfrm>
                <a:off x="404526" y="252303"/>
                <a:ext cx="310320" cy="176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1D7E503-C4D2-10F4-4E50-57D6AC6538F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6526" y="234303"/>
                  <a:ext cx="3459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DD2C69F-8EE2-FBCE-92E2-EB778EC1FB0A}"/>
                    </a:ext>
                  </a:extLst>
                </p14:cNvPr>
                <p14:cNvContentPartPr/>
                <p14:nvPr/>
              </p14:nvContentPartPr>
              <p14:xfrm>
                <a:off x="490566" y="347343"/>
                <a:ext cx="69120" cy="292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DD2C69F-8EE2-FBCE-92E2-EB778EC1FB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2926" y="329343"/>
                  <a:ext cx="1047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0A12202-91D0-7DBE-0B74-BFB1F2B67CE9}"/>
                    </a:ext>
                  </a:extLst>
                </p14:cNvPr>
                <p14:cNvContentPartPr/>
                <p14:nvPr/>
              </p14:nvContentPartPr>
              <p14:xfrm>
                <a:off x="376086" y="561543"/>
                <a:ext cx="398160" cy="128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0A12202-91D0-7DBE-0B74-BFB1F2B67C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8446" y="543903"/>
                  <a:ext cx="433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8A6F420-75CA-D83D-2E4D-70C12F97DF34}"/>
                    </a:ext>
                  </a:extLst>
                </p14:cNvPr>
                <p14:cNvContentPartPr/>
                <p14:nvPr/>
              </p14:nvContentPartPr>
              <p14:xfrm>
                <a:off x="788646" y="567663"/>
                <a:ext cx="705240" cy="173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8A6F420-75CA-D83D-2E4D-70C12F97DF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1006" y="550023"/>
                  <a:ext cx="7408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8591BF1-F5A9-46C2-65BA-20E0C8CDF207}"/>
                    </a:ext>
                  </a:extLst>
                </p14:cNvPr>
                <p14:cNvContentPartPr/>
                <p14:nvPr/>
              </p14:nvContentPartPr>
              <p14:xfrm>
                <a:off x="1547526" y="582423"/>
                <a:ext cx="152640" cy="138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8591BF1-F5A9-46C2-65BA-20E0C8CDF2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29886" y="564783"/>
                  <a:ext cx="188280" cy="17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1DD652A-3684-1393-44F7-989D359BE808}"/>
                  </a:ext>
                </a:extLst>
              </p14:cNvPr>
              <p14:cNvContentPartPr/>
              <p14:nvPr/>
            </p14:nvContentPartPr>
            <p14:xfrm>
              <a:off x="2077446" y="393783"/>
              <a:ext cx="341640" cy="747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1DD652A-3684-1393-44F7-989D359BE80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59806" y="375783"/>
                <a:ext cx="377280" cy="78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D09B253-9E24-C5AA-2B94-5074215453F7}"/>
              </a:ext>
            </a:extLst>
          </p:cNvPr>
          <p:cNvGrpSpPr/>
          <p:nvPr/>
        </p:nvGrpSpPr>
        <p:grpSpPr>
          <a:xfrm>
            <a:off x="2839206" y="293703"/>
            <a:ext cx="1866600" cy="364680"/>
            <a:chOff x="2839206" y="293703"/>
            <a:chExt cx="1866600" cy="36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BEC847D-9826-6913-A207-7C6E65AA76C6}"/>
                    </a:ext>
                  </a:extLst>
                </p14:cNvPr>
                <p14:cNvContentPartPr/>
                <p14:nvPr/>
              </p14:nvContentPartPr>
              <p14:xfrm>
                <a:off x="2839206" y="504663"/>
                <a:ext cx="186120" cy="153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BEC847D-9826-6913-A207-7C6E65AA76C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21206" y="487023"/>
                  <a:ext cx="2217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8A13C02-BF28-2476-0135-BFFBFB8D82B7}"/>
                    </a:ext>
                  </a:extLst>
                </p14:cNvPr>
                <p14:cNvContentPartPr/>
                <p14:nvPr/>
              </p14:nvContentPartPr>
              <p14:xfrm>
                <a:off x="3238806" y="528783"/>
                <a:ext cx="314280" cy="109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8A13C02-BF28-2476-0135-BFFBFB8D82B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20806" y="511143"/>
                  <a:ext cx="349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0B960F1-D2DD-A1AB-B8DD-D9331F3A8EA9}"/>
                    </a:ext>
                  </a:extLst>
                </p14:cNvPr>
                <p14:cNvContentPartPr/>
                <p14:nvPr/>
              </p14:nvContentPartPr>
              <p14:xfrm>
                <a:off x="3648846" y="300903"/>
                <a:ext cx="774360" cy="343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0B960F1-D2DD-A1AB-B8DD-D9331F3A8EA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31206" y="283263"/>
                  <a:ext cx="8100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E8CB71C-461B-4024-CA06-0181060BCE42}"/>
                    </a:ext>
                  </a:extLst>
                </p14:cNvPr>
                <p14:cNvContentPartPr/>
                <p14:nvPr/>
              </p14:nvContentPartPr>
              <p14:xfrm>
                <a:off x="4511406" y="503583"/>
                <a:ext cx="194400" cy="134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E8CB71C-461B-4024-CA06-0181060BCE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93766" y="485943"/>
                  <a:ext cx="230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3595986-768A-B350-50DE-7C11ECA65657}"/>
                    </a:ext>
                  </a:extLst>
                </p14:cNvPr>
                <p14:cNvContentPartPr/>
                <p14:nvPr/>
              </p14:nvContentPartPr>
              <p14:xfrm>
                <a:off x="4419606" y="326823"/>
                <a:ext cx="55080" cy="18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3595986-768A-B350-50DE-7C11ECA656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1606" y="309183"/>
                  <a:ext cx="90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425D01-C45E-620A-853E-383CE11C4EE8}"/>
                    </a:ext>
                  </a:extLst>
                </p14:cNvPr>
                <p14:cNvContentPartPr/>
                <p14:nvPr/>
              </p14:nvContentPartPr>
              <p14:xfrm>
                <a:off x="3821286" y="293703"/>
                <a:ext cx="205920" cy="21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A425D01-C45E-620A-853E-383CE11C4EE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03646" y="275703"/>
                  <a:ext cx="24156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D01843-6EEF-51BA-8048-AC123958EEBD}"/>
              </a:ext>
            </a:extLst>
          </p:cNvPr>
          <p:cNvGrpSpPr/>
          <p:nvPr/>
        </p:nvGrpSpPr>
        <p:grpSpPr>
          <a:xfrm>
            <a:off x="5197566" y="260943"/>
            <a:ext cx="5380560" cy="879840"/>
            <a:chOff x="5197566" y="260943"/>
            <a:chExt cx="5380560" cy="87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F17F2C0-8FA9-2FEC-350A-751425C86DA3}"/>
                    </a:ext>
                  </a:extLst>
                </p14:cNvPr>
                <p14:cNvContentPartPr/>
                <p14:nvPr/>
              </p14:nvContentPartPr>
              <p14:xfrm>
                <a:off x="5197566" y="260943"/>
                <a:ext cx="206640" cy="879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F17F2C0-8FA9-2FEC-350A-751425C86DA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79926" y="242943"/>
                  <a:ext cx="242280" cy="9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E227474-17A3-D1EB-09CF-9D7B772F7C6A}"/>
                    </a:ext>
                  </a:extLst>
                </p14:cNvPr>
                <p14:cNvContentPartPr/>
                <p14:nvPr/>
              </p14:nvContentPartPr>
              <p14:xfrm>
                <a:off x="5426886" y="488463"/>
                <a:ext cx="300960" cy="181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E227474-17A3-D1EB-09CF-9D7B772F7C6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08886" y="470823"/>
                  <a:ext cx="3366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958D8C-EAF4-7C61-E7B4-17D7E0167775}"/>
                    </a:ext>
                  </a:extLst>
                </p14:cNvPr>
                <p14:cNvContentPartPr/>
                <p14:nvPr/>
              </p14:nvContentPartPr>
              <p14:xfrm>
                <a:off x="5798046" y="553623"/>
                <a:ext cx="362880" cy="131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958D8C-EAF4-7C61-E7B4-17D7E016777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80046" y="535983"/>
                  <a:ext cx="3985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95352C-D8F5-9EEC-E01C-501DFA3667BC}"/>
                    </a:ext>
                  </a:extLst>
                </p14:cNvPr>
                <p14:cNvContentPartPr/>
                <p14:nvPr/>
              </p14:nvContentPartPr>
              <p14:xfrm>
                <a:off x="6402846" y="384063"/>
                <a:ext cx="1491120" cy="366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95352C-D8F5-9EEC-E01C-501DFA3667B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85206" y="366063"/>
                  <a:ext cx="15267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30046EF-2082-F231-B398-C500C3ABE3A2}"/>
                    </a:ext>
                  </a:extLst>
                </p14:cNvPr>
                <p14:cNvContentPartPr/>
                <p14:nvPr/>
              </p14:nvContentPartPr>
              <p14:xfrm>
                <a:off x="7717926" y="533463"/>
                <a:ext cx="164520" cy="15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30046EF-2082-F231-B398-C500C3ABE3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00286" y="515463"/>
                  <a:ext cx="200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DBBEB9B-147A-FB7D-2024-D56CB5D6EFF3}"/>
                    </a:ext>
                  </a:extLst>
                </p14:cNvPr>
                <p14:cNvContentPartPr/>
                <p14:nvPr/>
              </p14:nvContentPartPr>
              <p14:xfrm>
                <a:off x="7892526" y="539583"/>
                <a:ext cx="587880" cy="566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DBBEB9B-147A-FB7D-2024-D56CB5D6EF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74526" y="521943"/>
                  <a:ext cx="62352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4DC19B8-B904-40EB-A34C-DF44C096A8B5}"/>
                    </a:ext>
                  </a:extLst>
                </p14:cNvPr>
                <p14:cNvContentPartPr/>
                <p14:nvPr/>
              </p14:nvContentPartPr>
              <p14:xfrm>
                <a:off x="8887926" y="597543"/>
                <a:ext cx="328320" cy="172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4DC19B8-B904-40EB-A34C-DF44C096A8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69926" y="579543"/>
                  <a:ext cx="3639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8BE70D1-91BC-D715-8673-7ADA21B5C2F5}"/>
                    </a:ext>
                  </a:extLst>
                </p14:cNvPr>
                <p14:cNvContentPartPr/>
                <p14:nvPr/>
              </p14:nvContentPartPr>
              <p14:xfrm>
                <a:off x="9312006" y="413943"/>
                <a:ext cx="751680" cy="389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8BE70D1-91BC-D715-8673-7ADA21B5C2F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94366" y="395943"/>
                  <a:ext cx="7873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F5AF58E-0626-ED4D-51D2-E9316DDC3570}"/>
                    </a:ext>
                  </a:extLst>
                </p14:cNvPr>
                <p14:cNvContentPartPr/>
                <p14:nvPr/>
              </p14:nvContentPartPr>
              <p14:xfrm>
                <a:off x="10022286" y="499263"/>
                <a:ext cx="39600" cy="39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F5AF58E-0626-ED4D-51D2-E9316DDC357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04286" y="481263"/>
                  <a:ext cx="752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34E93F2-AA84-6B32-B41A-D8AE6424AC99}"/>
                    </a:ext>
                  </a:extLst>
                </p14:cNvPr>
                <p14:cNvContentPartPr/>
                <p14:nvPr/>
              </p14:nvContentPartPr>
              <p14:xfrm>
                <a:off x="9512166" y="541023"/>
                <a:ext cx="226080" cy="16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34E93F2-AA84-6B32-B41A-D8AE6424AC9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94526" y="523023"/>
                  <a:ext cx="261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04D6508-53ED-BDE0-4EE2-D518E52A259D}"/>
                    </a:ext>
                  </a:extLst>
                </p14:cNvPr>
                <p14:cNvContentPartPr/>
                <p14:nvPr/>
              </p14:nvContentPartPr>
              <p14:xfrm>
                <a:off x="9986286" y="661623"/>
                <a:ext cx="155520" cy="142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04D6508-53ED-BDE0-4EE2-D518E52A25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968646" y="643623"/>
                  <a:ext cx="1911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6DD461E-DCB1-2A5D-3B16-2FDAA5F36885}"/>
                    </a:ext>
                  </a:extLst>
                </p14:cNvPr>
                <p14:cNvContentPartPr/>
                <p14:nvPr/>
              </p14:nvContentPartPr>
              <p14:xfrm>
                <a:off x="10189686" y="642183"/>
                <a:ext cx="388440" cy="140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6DD461E-DCB1-2A5D-3B16-2FDAA5F3688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72046" y="624183"/>
                  <a:ext cx="424080" cy="17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C223C16-37E2-1D18-9970-2E25B1AE1E9E}"/>
                  </a:ext>
                </a:extLst>
              </p14:cNvPr>
              <p14:cNvContentPartPr/>
              <p14:nvPr/>
            </p14:nvContentPartPr>
            <p14:xfrm>
              <a:off x="11280486" y="808143"/>
              <a:ext cx="43560" cy="15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C223C16-37E2-1D18-9970-2E25B1AE1E9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262486" y="790503"/>
                <a:ext cx="7920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8CED55A4-CAAC-0AC9-E505-E052837C8E63}"/>
              </a:ext>
            </a:extLst>
          </p:cNvPr>
          <p:cNvGrpSpPr/>
          <p:nvPr/>
        </p:nvGrpSpPr>
        <p:grpSpPr>
          <a:xfrm>
            <a:off x="282486" y="974823"/>
            <a:ext cx="1612440" cy="576360"/>
            <a:chOff x="282486" y="974823"/>
            <a:chExt cx="1612440" cy="57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68BF66C-787B-F2CA-AE9A-67C21B448079}"/>
                    </a:ext>
                  </a:extLst>
                </p14:cNvPr>
                <p14:cNvContentPartPr/>
                <p14:nvPr/>
              </p14:nvContentPartPr>
              <p14:xfrm>
                <a:off x="282486" y="974823"/>
                <a:ext cx="434160" cy="576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68BF66C-787B-F2CA-AE9A-67C21B44807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4846" y="956823"/>
                  <a:ext cx="469800" cy="61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B3684B1-5A8B-B028-6F92-F2350247FEF7}"/>
                    </a:ext>
                  </a:extLst>
                </p14:cNvPr>
                <p14:cNvContentPartPr/>
                <p14:nvPr/>
              </p14:nvContentPartPr>
              <p14:xfrm>
                <a:off x="780006" y="1141143"/>
                <a:ext cx="237240" cy="366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B3684B1-5A8B-B028-6F92-F2350247FEF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2006" y="1123503"/>
                  <a:ext cx="27288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7CDC86D-660E-E8BF-52D1-E4D0F3045E0E}"/>
                    </a:ext>
                  </a:extLst>
                </p14:cNvPr>
                <p14:cNvContentPartPr/>
                <p14:nvPr/>
              </p14:nvContentPartPr>
              <p14:xfrm>
                <a:off x="1064046" y="1376223"/>
                <a:ext cx="401760" cy="144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7CDC86D-660E-E8BF-52D1-E4D0F3045E0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6046" y="1358583"/>
                  <a:ext cx="4374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385962A-B37F-A729-A5A2-CF5687813145}"/>
                    </a:ext>
                  </a:extLst>
                </p14:cNvPr>
                <p14:cNvContentPartPr/>
                <p14:nvPr/>
              </p14:nvContentPartPr>
              <p14:xfrm>
                <a:off x="1536006" y="1364343"/>
                <a:ext cx="187560" cy="183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385962A-B37F-A729-A5A2-CF568781314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18366" y="1346343"/>
                  <a:ext cx="223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EABBE03-B2D6-BA3C-3447-4F0553234838}"/>
                    </a:ext>
                  </a:extLst>
                </p14:cNvPr>
                <p14:cNvContentPartPr/>
                <p14:nvPr/>
              </p14:nvContentPartPr>
              <p14:xfrm>
                <a:off x="1830486" y="1431303"/>
                <a:ext cx="64440" cy="5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EABBE03-B2D6-BA3C-3447-4F055323483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12486" y="1413303"/>
                  <a:ext cx="10008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993857D-0C47-3B10-FB7A-738AFD20C74C}"/>
              </a:ext>
            </a:extLst>
          </p:cNvPr>
          <p:cNvGrpSpPr/>
          <p:nvPr/>
        </p:nvGrpSpPr>
        <p:grpSpPr>
          <a:xfrm>
            <a:off x="2323686" y="1174983"/>
            <a:ext cx="1632960" cy="397800"/>
            <a:chOff x="2323686" y="1174983"/>
            <a:chExt cx="163296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0A8A8C1-9480-B66D-73F4-AA44CE0207C6}"/>
                    </a:ext>
                  </a:extLst>
                </p14:cNvPr>
                <p14:cNvContentPartPr/>
                <p14:nvPr/>
              </p14:nvContentPartPr>
              <p14:xfrm>
                <a:off x="2338806" y="1229703"/>
                <a:ext cx="210960" cy="43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0A8A8C1-9480-B66D-73F4-AA44CE0207C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20806" y="1212063"/>
                  <a:ext cx="246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05A81BE-E29F-7C98-99A3-E4142D8ED59F}"/>
                    </a:ext>
                  </a:extLst>
                </p14:cNvPr>
                <p14:cNvContentPartPr/>
                <p14:nvPr/>
              </p14:nvContentPartPr>
              <p14:xfrm>
                <a:off x="2323686" y="1241583"/>
                <a:ext cx="168480" cy="292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05A81BE-E29F-7C98-99A3-E4142D8ED59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06046" y="1223583"/>
                  <a:ext cx="2041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361E841-FF83-E23D-7A1E-419203BCE9B8}"/>
                    </a:ext>
                  </a:extLst>
                </p14:cNvPr>
                <p14:cNvContentPartPr/>
                <p14:nvPr/>
              </p14:nvContentPartPr>
              <p14:xfrm>
                <a:off x="2664246" y="1384503"/>
                <a:ext cx="335160" cy="126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361E841-FF83-E23D-7A1E-419203BCE9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46246" y="1366503"/>
                  <a:ext cx="370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1A6ED76-66DC-8E32-453F-BA90E24DBCC7}"/>
                    </a:ext>
                  </a:extLst>
                </p14:cNvPr>
                <p14:cNvContentPartPr/>
                <p14:nvPr/>
              </p14:nvContentPartPr>
              <p14:xfrm>
                <a:off x="3138726" y="1174983"/>
                <a:ext cx="226800" cy="377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1A6ED76-66DC-8E32-453F-BA90E24DBC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20726" y="1156983"/>
                  <a:ext cx="26244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D3D93B9-1EB3-9CFF-E7B4-9B98975EFAAD}"/>
                    </a:ext>
                  </a:extLst>
                </p14:cNvPr>
                <p14:cNvContentPartPr/>
                <p14:nvPr/>
              </p14:nvContentPartPr>
              <p14:xfrm>
                <a:off x="3383886" y="1393503"/>
                <a:ext cx="181080" cy="145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D3D93B9-1EB3-9CFF-E7B4-9B98975EFAA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65886" y="1375503"/>
                  <a:ext cx="2167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16E376A-592C-ADDA-BA46-7A4791A3DABC}"/>
                    </a:ext>
                  </a:extLst>
                </p14:cNvPr>
                <p14:cNvContentPartPr/>
                <p14:nvPr/>
              </p14:nvContentPartPr>
              <p14:xfrm>
                <a:off x="3622926" y="1429863"/>
                <a:ext cx="333720" cy="142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16E376A-592C-ADDA-BA46-7A4791A3DAB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04926" y="1412223"/>
                  <a:ext cx="36936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F10ECF8-819A-B7E6-18A6-D5EC01711054}"/>
              </a:ext>
            </a:extLst>
          </p:cNvPr>
          <p:cNvGrpSpPr/>
          <p:nvPr/>
        </p:nvGrpSpPr>
        <p:grpSpPr>
          <a:xfrm>
            <a:off x="4281006" y="1204143"/>
            <a:ext cx="2260440" cy="593280"/>
            <a:chOff x="4281006" y="1204143"/>
            <a:chExt cx="2260440" cy="59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8D807E5-0CBA-9293-2560-3CE1B0FC6D70}"/>
                    </a:ext>
                  </a:extLst>
                </p14:cNvPr>
                <p14:cNvContentPartPr/>
                <p14:nvPr/>
              </p14:nvContentPartPr>
              <p14:xfrm>
                <a:off x="4281006" y="1204863"/>
                <a:ext cx="1244160" cy="379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8D807E5-0CBA-9293-2560-3CE1B0FC6D7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63366" y="1187223"/>
                  <a:ext cx="127980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5C98798-2400-4592-1BF7-2DA254E66230}"/>
                    </a:ext>
                  </a:extLst>
                </p14:cNvPr>
                <p14:cNvContentPartPr/>
                <p14:nvPr/>
              </p14:nvContentPartPr>
              <p14:xfrm>
                <a:off x="5627766" y="1204143"/>
                <a:ext cx="237960" cy="387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5C98798-2400-4592-1BF7-2DA254E6623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10126" y="1186503"/>
                  <a:ext cx="27360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D26F1C2-3C53-A2EE-0F4B-20CE84E21165}"/>
                    </a:ext>
                  </a:extLst>
                </p14:cNvPr>
                <p14:cNvContentPartPr/>
                <p14:nvPr/>
              </p14:nvContentPartPr>
              <p14:xfrm>
                <a:off x="4733526" y="1331943"/>
                <a:ext cx="218880" cy="6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D26F1C2-3C53-A2EE-0F4B-20CE84E2116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15886" y="1313943"/>
                  <a:ext cx="254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76E8A12-E38A-0653-879B-ADE5BA777E7E}"/>
                    </a:ext>
                  </a:extLst>
                </p14:cNvPr>
                <p14:cNvContentPartPr/>
                <p14:nvPr/>
              </p14:nvContentPartPr>
              <p14:xfrm>
                <a:off x="6337326" y="1222503"/>
                <a:ext cx="204120" cy="464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76E8A12-E38A-0653-879B-ADE5BA777E7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19686" y="1204503"/>
                  <a:ext cx="23976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2943319-065D-C14C-047A-C82CBFB24D56}"/>
                    </a:ext>
                  </a:extLst>
                </p14:cNvPr>
                <p14:cNvContentPartPr/>
                <p14:nvPr/>
              </p14:nvContentPartPr>
              <p14:xfrm>
                <a:off x="5981646" y="1772583"/>
                <a:ext cx="11520" cy="24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2943319-065D-C14C-047A-C82CBFB24D5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63646" y="1754583"/>
                  <a:ext cx="4716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61888DB-1871-DF5D-4DEB-B280EB03644E}"/>
              </a:ext>
            </a:extLst>
          </p:cNvPr>
          <p:cNvGrpSpPr/>
          <p:nvPr/>
        </p:nvGrpSpPr>
        <p:grpSpPr>
          <a:xfrm>
            <a:off x="3861966" y="2222943"/>
            <a:ext cx="196560" cy="316440"/>
            <a:chOff x="3861966" y="2222943"/>
            <a:chExt cx="19656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3D1EDB0-821D-6DC2-5D11-2CE87DB8FCF4}"/>
                    </a:ext>
                  </a:extLst>
                </p14:cNvPr>
                <p14:cNvContentPartPr/>
                <p14:nvPr/>
              </p14:nvContentPartPr>
              <p14:xfrm>
                <a:off x="3861966" y="2224743"/>
                <a:ext cx="83160" cy="306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3D1EDB0-821D-6DC2-5D11-2CE87DB8FCF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44326" y="2206743"/>
                  <a:ext cx="1188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C830E5-B1D6-9C9E-0C0D-22FFAE54122B}"/>
                    </a:ext>
                  </a:extLst>
                </p14:cNvPr>
                <p14:cNvContentPartPr/>
                <p14:nvPr/>
              </p14:nvContentPartPr>
              <p14:xfrm>
                <a:off x="3918846" y="2222943"/>
                <a:ext cx="139680" cy="316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C830E5-B1D6-9C9E-0C0D-22FFAE54122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00846" y="2204943"/>
                  <a:ext cx="1753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3C631D4-ADA6-E000-3BAF-E600B240431C}"/>
                    </a:ext>
                  </a:extLst>
                </p14:cNvPr>
                <p14:cNvContentPartPr/>
                <p14:nvPr/>
              </p14:nvContentPartPr>
              <p14:xfrm>
                <a:off x="3882126" y="2442543"/>
                <a:ext cx="68760" cy="18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3C631D4-ADA6-E000-3BAF-E600B240431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64486" y="2424543"/>
                  <a:ext cx="104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649A692-88EA-9BD1-3BBE-BBBA4C5E5C9B}"/>
                    </a:ext>
                  </a:extLst>
                </p14:cNvPr>
                <p14:cNvContentPartPr/>
                <p14:nvPr/>
              </p14:nvContentPartPr>
              <p14:xfrm>
                <a:off x="3923166" y="2433903"/>
                <a:ext cx="135000" cy="15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649A692-88EA-9BD1-3BBE-BBBA4C5E5C9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05166" y="2415903"/>
                  <a:ext cx="17064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9AE0B6-EB10-AE7F-9A60-EFF2636CE5BC}"/>
                  </a:ext>
                </a:extLst>
              </p14:cNvPr>
              <p14:cNvContentPartPr/>
              <p14:nvPr/>
            </p14:nvContentPartPr>
            <p14:xfrm>
              <a:off x="469326" y="3349383"/>
              <a:ext cx="360" cy="3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C9AE0B6-EB10-AE7F-9A60-EFF2636CE5B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51686" y="333174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C620D92B-3D46-2A2B-8CF6-6E8AE7598295}"/>
              </a:ext>
            </a:extLst>
          </p:cNvPr>
          <p:cNvGrpSpPr/>
          <p:nvPr/>
        </p:nvGrpSpPr>
        <p:grpSpPr>
          <a:xfrm>
            <a:off x="717726" y="3739983"/>
            <a:ext cx="122040" cy="104040"/>
            <a:chOff x="717726" y="3739983"/>
            <a:chExt cx="122040" cy="10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56BF05-D0B2-69B8-EB04-B04131194B19}"/>
                    </a:ext>
                  </a:extLst>
                </p14:cNvPr>
                <p14:cNvContentPartPr/>
                <p14:nvPr/>
              </p14:nvContentPartPr>
              <p14:xfrm>
                <a:off x="737886" y="3739983"/>
                <a:ext cx="75600" cy="16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356BF05-D0B2-69B8-EB04-B04131194B1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9886" y="3721983"/>
                  <a:ext cx="111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54F8762-F00C-E20E-C0D6-45C2EEC29893}"/>
                    </a:ext>
                  </a:extLst>
                </p14:cNvPr>
                <p14:cNvContentPartPr/>
                <p14:nvPr/>
              </p14:nvContentPartPr>
              <p14:xfrm>
                <a:off x="717726" y="3802623"/>
                <a:ext cx="122040" cy="41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54F8762-F00C-E20E-C0D6-45C2EEC2989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0086" y="3784623"/>
                  <a:ext cx="15768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4560C2A-46A9-4FF5-6DDC-6FAED109B7AA}"/>
              </a:ext>
            </a:extLst>
          </p:cNvPr>
          <p:cNvGrpSpPr/>
          <p:nvPr/>
        </p:nvGrpSpPr>
        <p:grpSpPr>
          <a:xfrm>
            <a:off x="462846" y="3009903"/>
            <a:ext cx="553680" cy="278280"/>
            <a:chOff x="462846" y="3009903"/>
            <a:chExt cx="55368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3D5590C-F014-B15D-CD04-0C2E9510AC94}"/>
                    </a:ext>
                  </a:extLst>
                </p14:cNvPr>
                <p14:cNvContentPartPr/>
                <p14:nvPr/>
              </p14:nvContentPartPr>
              <p14:xfrm>
                <a:off x="462846" y="3009903"/>
                <a:ext cx="64440" cy="267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3D5590C-F014-B15D-CD04-0C2E9510AC9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4846" y="2992263"/>
                  <a:ext cx="1000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21610B7-F91A-1B54-17DE-58BC2BA3360D}"/>
                    </a:ext>
                  </a:extLst>
                </p14:cNvPr>
                <p14:cNvContentPartPr/>
                <p14:nvPr/>
              </p14:nvContentPartPr>
              <p14:xfrm>
                <a:off x="487686" y="3041943"/>
                <a:ext cx="148680" cy="246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21610B7-F91A-1B54-17DE-58BC2BA3360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9686" y="3024303"/>
                  <a:ext cx="1843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91399AC-D74B-6789-8898-4B24D32D94B6}"/>
                    </a:ext>
                  </a:extLst>
                </p14:cNvPr>
                <p14:cNvContentPartPr/>
                <p14:nvPr/>
              </p14:nvContentPartPr>
              <p14:xfrm>
                <a:off x="510366" y="3195663"/>
                <a:ext cx="114840" cy="30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91399AC-D74B-6789-8898-4B24D32D94B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2726" y="3177663"/>
                  <a:ext cx="150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07664F-6D00-662C-13B3-EBADA79723CC}"/>
                    </a:ext>
                  </a:extLst>
                </p14:cNvPr>
                <p14:cNvContentPartPr/>
                <p14:nvPr/>
              </p14:nvContentPartPr>
              <p14:xfrm>
                <a:off x="841566" y="3157143"/>
                <a:ext cx="104040" cy="19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507664F-6D00-662C-13B3-EBADA79723C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23926" y="3139503"/>
                  <a:ext cx="139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510E51F-D777-559E-8C5A-1C48BC0C2435}"/>
                    </a:ext>
                  </a:extLst>
                </p14:cNvPr>
                <p14:cNvContentPartPr/>
                <p14:nvPr/>
              </p14:nvContentPartPr>
              <p14:xfrm>
                <a:off x="854526" y="3221943"/>
                <a:ext cx="162000" cy="48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510E51F-D777-559E-8C5A-1C48BC0C243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6526" y="3203943"/>
                  <a:ext cx="1976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541BC79-0DF9-1549-AE75-956D9CEE1675}"/>
                    </a:ext>
                  </a:extLst>
                </p14:cNvPr>
                <p14:cNvContentPartPr/>
                <p14:nvPr/>
              </p14:nvContentPartPr>
              <p14:xfrm>
                <a:off x="493086" y="3258303"/>
                <a:ext cx="4680" cy="1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541BC79-0DF9-1549-AE75-956D9CEE167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5446" y="3240663"/>
                  <a:ext cx="403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ABA5989-63E0-BF3A-A84F-ACF5752E8542}"/>
              </a:ext>
            </a:extLst>
          </p:cNvPr>
          <p:cNvGrpSpPr/>
          <p:nvPr/>
        </p:nvGrpSpPr>
        <p:grpSpPr>
          <a:xfrm>
            <a:off x="267366" y="3603903"/>
            <a:ext cx="178920" cy="287280"/>
            <a:chOff x="267366" y="3603903"/>
            <a:chExt cx="17892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6F65D38-5DEB-5953-6C39-BF44C27F3A9F}"/>
                    </a:ext>
                  </a:extLst>
                </p14:cNvPr>
                <p14:cNvContentPartPr/>
                <p14:nvPr/>
              </p14:nvContentPartPr>
              <p14:xfrm>
                <a:off x="267366" y="3606783"/>
                <a:ext cx="151200" cy="34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6F65D38-5DEB-5953-6C39-BF44C27F3A9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49366" y="3588783"/>
                  <a:ext cx="186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7B07EBD-A071-EAAF-D293-46078D75C314}"/>
                    </a:ext>
                  </a:extLst>
                </p14:cNvPr>
                <p14:cNvContentPartPr/>
                <p14:nvPr/>
              </p14:nvContentPartPr>
              <p14:xfrm>
                <a:off x="335766" y="3603903"/>
                <a:ext cx="7200" cy="252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7B07EBD-A071-EAAF-D293-46078D75C31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8126" y="3586263"/>
                  <a:ext cx="428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4546E09-4196-0AB2-17D7-80781BE2CEAE}"/>
                    </a:ext>
                  </a:extLst>
                </p14:cNvPr>
                <p14:cNvContentPartPr/>
                <p14:nvPr/>
              </p14:nvContentPartPr>
              <p14:xfrm>
                <a:off x="275286" y="3862743"/>
                <a:ext cx="171000" cy="28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4546E09-4196-0AB2-17D7-80781BE2CEA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7646" y="3844743"/>
                  <a:ext cx="2066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C050B7E-F99F-F0FE-86FD-728958019D72}"/>
                    </a:ext>
                  </a:extLst>
                </p14:cNvPr>
                <p14:cNvContentPartPr/>
                <p14:nvPr/>
              </p14:nvContentPartPr>
              <p14:xfrm>
                <a:off x="361326" y="3858423"/>
                <a:ext cx="5760" cy="2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C050B7E-F99F-F0FE-86FD-728958019D7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43326" y="3840423"/>
                  <a:ext cx="4140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55C0211-C35F-DC84-2841-1A2DD8CC5E52}"/>
              </a:ext>
            </a:extLst>
          </p:cNvPr>
          <p:cNvGrpSpPr/>
          <p:nvPr/>
        </p:nvGrpSpPr>
        <p:grpSpPr>
          <a:xfrm>
            <a:off x="1294086" y="3007023"/>
            <a:ext cx="654480" cy="340920"/>
            <a:chOff x="1294086" y="3007023"/>
            <a:chExt cx="65448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C7D7E0D-4E6C-7B30-D789-3827D91D8F94}"/>
                    </a:ext>
                  </a:extLst>
                </p14:cNvPr>
                <p14:cNvContentPartPr/>
                <p14:nvPr/>
              </p14:nvContentPartPr>
              <p14:xfrm>
                <a:off x="1321446" y="3051663"/>
                <a:ext cx="144360" cy="10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C7D7E0D-4E6C-7B30-D789-3827D91D8F9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303446" y="3033663"/>
                  <a:ext cx="180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C52DC6B-DF9F-F24E-241F-9E0542B88DFF}"/>
                    </a:ext>
                  </a:extLst>
                </p14:cNvPr>
                <p14:cNvContentPartPr/>
                <p14:nvPr/>
              </p14:nvContentPartPr>
              <p14:xfrm>
                <a:off x="1394886" y="3071823"/>
                <a:ext cx="14040" cy="214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C52DC6B-DF9F-F24E-241F-9E0542B88DF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377246" y="3053823"/>
                  <a:ext cx="496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6DCFE7-02E7-145C-8F06-9A7FC7E68194}"/>
                    </a:ext>
                  </a:extLst>
                </p14:cNvPr>
                <p14:cNvContentPartPr/>
                <p14:nvPr/>
              </p14:nvContentPartPr>
              <p14:xfrm>
                <a:off x="1294086" y="3289263"/>
                <a:ext cx="272880" cy="21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6DCFE7-02E7-145C-8F06-9A7FC7E6819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276086" y="3271263"/>
                  <a:ext cx="308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F86C7BB-AA6B-74E3-E5B5-EFAAC784E7C8}"/>
                    </a:ext>
                  </a:extLst>
                </p14:cNvPr>
                <p14:cNvContentPartPr/>
                <p14:nvPr/>
              </p14:nvContentPartPr>
              <p14:xfrm>
                <a:off x="1740126" y="3045183"/>
                <a:ext cx="208440" cy="285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F86C7BB-AA6B-74E3-E5B5-EFAAC784E7C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22126" y="3027543"/>
                  <a:ext cx="2440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D2EB10D-273A-388E-EDF7-F9ABC2CE3527}"/>
                    </a:ext>
                  </a:extLst>
                </p14:cNvPr>
                <p14:cNvContentPartPr/>
                <p14:nvPr/>
              </p14:nvContentPartPr>
              <p14:xfrm>
                <a:off x="1736526" y="3251823"/>
                <a:ext cx="160200" cy="23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D2EB10D-273A-388E-EDF7-F9ABC2CE352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18886" y="3233823"/>
                  <a:ext cx="195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18DE174-4BF4-E864-B878-6872E401C003}"/>
                    </a:ext>
                  </a:extLst>
                </p14:cNvPr>
                <p14:cNvContentPartPr/>
                <p14:nvPr/>
              </p14:nvContentPartPr>
              <p14:xfrm>
                <a:off x="1420086" y="3347583"/>
                <a:ext cx="360" cy="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18DE174-4BF4-E864-B878-6872E401C00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02446" y="33295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1AF5C83-E204-D0A1-0BA9-D74E9A8C44BD}"/>
                    </a:ext>
                  </a:extLst>
                </p14:cNvPr>
                <p14:cNvContentPartPr/>
                <p14:nvPr/>
              </p14:nvContentPartPr>
              <p14:xfrm>
                <a:off x="1498926" y="3007023"/>
                <a:ext cx="36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1AF5C83-E204-D0A1-0BA9-D74E9A8C44B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81286" y="29893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0B17737-79BA-802C-1B95-C7471AB66759}"/>
                  </a:ext>
                </a:extLst>
              </p14:cNvPr>
              <p14:cNvContentPartPr/>
              <p14:nvPr/>
            </p14:nvContentPartPr>
            <p14:xfrm>
              <a:off x="150726" y="4057863"/>
              <a:ext cx="360" cy="3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0B17737-79BA-802C-1B95-C7471AB6675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33086" y="404022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3ECE8ADD-4B2D-5B6C-3265-2D8A3C12A191}"/>
                  </a:ext>
                </a:extLst>
              </p14:cNvPr>
              <p14:cNvContentPartPr/>
              <p14:nvPr/>
            </p14:nvContentPartPr>
            <p14:xfrm>
              <a:off x="178806" y="4319943"/>
              <a:ext cx="207360" cy="2678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3ECE8ADD-4B2D-5B6C-3265-2D8A3C12A191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61166" y="4301943"/>
                <a:ext cx="24300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457F0FC7-A81D-4882-1711-56CB17792FDB}"/>
                  </a:ext>
                </a:extLst>
              </p14:cNvPr>
              <p14:cNvContentPartPr/>
              <p14:nvPr/>
            </p14:nvContentPartPr>
            <p14:xfrm>
              <a:off x="477606" y="4439103"/>
              <a:ext cx="115560" cy="1292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457F0FC7-A81D-4882-1711-56CB17792FDB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459606" y="4421103"/>
                <a:ext cx="1512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530B700-0ADE-044A-4581-CDA7237ECF4A}"/>
                  </a:ext>
                </a:extLst>
              </p14:cNvPr>
              <p14:cNvContentPartPr/>
              <p14:nvPr/>
            </p14:nvContentPartPr>
            <p14:xfrm>
              <a:off x="899166" y="4227063"/>
              <a:ext cx="24480" cy="3268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530B700-0ADE-044A-4581-CDA7237ECF4A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881526" y="4209063"/>
                <a:ext cx="6012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B9C35C5-2858-559A-07D6-B6746D2166DD}"/>
                  </a:ext>
                </a:extLst>
              </p14:cNvPr>
              <p14:cNvContentPartPr/>
              <p14:nvPr/>
            </p14:nvContentPartPr>
            <p14:xfrm>
              <a:off x="899526" y="4394103"/>
              <a:ext cx="162360" cy="1670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B9C35C5-2858-559A-07D6-B6746D2166DD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881526" y="4376463"/>
                <a:ext cx="19800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49809CD3-185C-C4F6-015E-C97B2D579C3C}"/>
                  </a:ext>
                </a:extLst>
              </p14:cNvPr>
              <p14:cNvContentPartPr/>
              <p14:nvPr/>
            </p14:nvContentPartPr>
            <p14:xfrm>
              <a:off x="1097886" y="4430463"/>
              <a:ext cx="324720" cy="1357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49809CD3-185C-C4F6-015E-C97B2D579C3C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080246" y="4412823"/>
                <a:ext cx="3603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17F3AA0B-477C-E06E-C32E-3E8EAE3F17A6}"/>
                  </a:ext>
                </a:extLst>
              </p14:cNvPr>
              <p14:cNvContentPartPr/>
              <p14:nvPr/>
            </p14:nvContentPartPr>
            <p14:xfrm>
              <a:off x="1483806" y="4369983"/>
              <a:ext cx="333720" cy="1987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17F3AA0B-477C-E06E-C32E-3E8EAE3F17A6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465806" y="4351983"/>
                <a:ext cx="3693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4839255-8282-F10E-7557-6A6965C70206}"/>
                  </a:ext>
                </a:extLst>
              </p14:cNvPr>
              <p14:cNvContentPartPr/>
              <p14:nvPr/>
            </p14:nvContentPartPr>
            <p14:xfrm>
              <a:off x="2235846" y="4202223"/>
              <a:ext cx="818640" cy="3376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4839255-8282-F10E-7557-6A6965C70206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2217846" y="4184223"/>
                <a:ext cx="85428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F6659A7-69E4-15A0-1263-AC52B25A1DE8}"/>
                  </a:ext>
                </a:extLst>
              </p14:cNvPr>
              <p14:cNvContentPartPr/>
              <p14:nvPr/>
            </p14:nvContentPartPr>
            <p14:xfrm>
              <a:off x="2950086" y="4306263"/>
              <a:ext cx="136440" cy="363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F6659A7-69E4-15A0-1263-AC52B25A1DE8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2932446" y="4288623"/>
                <a:ext cx="1720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55D0CD8-8A33-E56D-44DA-CAF204E1B32E}"/>
                  </a:ext>
                </a:extLst>
              </p14:cNvPr>
              <p14:cNvContentPartPr/>
              <p14:nvPr/>
            </p14:nvContentPartPr>
            <p14:xfrm>
              <a:off x="2040366" y="4369263"/>
              <a:ext cx="210960" cy="356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55D0CD8-8A33-E56D-44DA-CAF204E1B32E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2022366" y="4351263"/>
                <a:ext cx="24660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EBBC847-A31F-7BBC-E3BC-9E09BD4923B9}"/>
                  </a:ext>
                </a:extLst>
              </p14:cNvPr>
              <p14:cNvContentPartPr/>
              <p14:nvPr/>
            </p14:nvContentPartPr>
            <p14:xfrm>
              <a:off x="3879606" y="4245063"/>
              <a:ext cx="32760" cy="3686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EBBC847-A31F-7BBC-E3BC-9E09BD4923B9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861606" y="4227063"/>
                <a:ext cx="6840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DB6E618-2818-9726-07F3-B2E36746A06F}"/>
                  </a:ext>
                </a:extLst>
              </p14:cNvPr>
              <p14:cNvContentPartPr/>
              <p14:nvPr/>
            </p14:nvContentPartPr>
            <p14:xfrm>
              <a:off x="3868446" y="4201503"/>
              <a:ext cx="140040" cy="745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DB6E618-2818-9726-07F3-B2E36746A06F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3850446" y="4183863"/>
                <a:ext cx="175680" cy="11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07897AE-6818-2FF0-D0CA-6CEEF4D200A0}"/>
              </a:ext>
            </a:extLst>
          </p:cNvPr>
          <p:cNvGrpSpPr/>
          <p:nvPr/>
        </p:nvGrpSpPr>
        <p:grpSpPr>
          <a:xfrm>
            <a:off x="3718326" y="4394823"/>
            <a:ext cx="721440" cy="256320"/>
            <a:chOff x="3718326" y="4394823"/>
            <a:chExt cx="72144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787437E-7BDF-89D5-D89A-547953F17B91}"/>
                    </a:ext>
                  </a:extLst>
                </p14:cNvPr>
                <p14:cNvContentPartPr/>
                <p14:nvPr/>
              </p14:nvContentPartPr>
              <p14:xfrm>
                <a:off x="3718326" y="4522263"/>
                <a:ext cx="362520" cy="1288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787437E-7BDF-89D5-D89A-547953F17B9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700686" y="4504623"/>
                  <a:ext cx="3981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D7D8E6C-ACFD-F2D8-3721-8D5DD44DFE99}"/>
                    </a:ext>
                  </a:extLst>
                </p14:cNvPr>
                <p14:cNvContentPartPr/>
                <p14:nvPr/>
              </p14:nvContentPartPr>
              <p14:xfrm>
                <a:off x="4323846" y="4394823"/>
                <a:ext cx="74520" cy="19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D7D8E6C-ACFD-F2D8-3721-8D5DD44DFE9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305846" y="4377183"/>
                  <a:ext cx="1101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15A79A7-F621-EA57-63FF-E0571871E82B}"/>
                    </a:ext>
                  </a:extLst>
                </p14:cNvPr>
                <p14:cNvContentPartPr/>
                <p14:nvPr/>
              </p14:nvContentPartPr>
              <p14:xfrm>
                <a:off x="4304046" y="4508223"/>
                <a:ext cx="135720" cy="26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15A79A7-F621-EA57-63FF-E0571871E82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286406" y="4490583"/>
                  <a:ext cx="17136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B462544-6F62-EBEC-041B-00363A05C58D}"/>
              </a:ext>
            </a:extLst>
          </p:cNvPr>
          <p:cNvGrpSpPr/>
          <p:nvPr/>
        </p:nvGrpSpPr>
        <p:grpSpPr>
          <a:xfrm>
            <a:off x="4685286" y="4070463"/>
            <a:ext cx="835200" cy="587160"/>
            <a:chOff x="4685286" y="4070463"/>
            <a:chExt cx="835200" cy="58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35D1DE6-EE13-B81E-81DA-9433847DEDCF}"/>
                    </a:ext>
                  </a:extLst>
                </p14:cNvPr>
                <p14:cNvContentPartPr/>
                <p14:nvPr/>
              </p14:nvContentPartPr>
              <p14:xfrm>
                <a:off x="4685286" y="4285383"/>
                <a:ext cx="132840" cy="372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35D1DE6-EE13-B81E-81DA-9433847DEDC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667646" y="4267743"/>
                  <a:ext cx="1684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F7EC59F-8DAD-1860-C9BC-37CB7A28F436}"/>
                    </a:ext>
                  </a:extLst>
                </p14:cNvPr>
                <p14:cNvContentPartPr/>
                <p14:nvPr/>
              </p14:nvContentPartPr>
              <p14:xfrm>
                <a:off x="4789686" y="4270263"/>
                <a:ext cx="132120" cy="294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F7EC59F-8DAD-1860-C9BC-37CB7A28F43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772046" y="4252623"/>
                  <a:ext cx="1677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BF22678-0A61-3B7D-3CF4-35A6E7EFF89F}"/>
                    </a:ext>
                  </a:extLst>
                </p14:cNvPr>
                <p14:cNvContentPartPr/>
                <p14:nvPr/>
              </p14:nvContentPartPr>
              <p14:xfrm>
                <a:off x="4751166" y="4444863"/>
                <a:ext cx="108360" cy="39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BF22678-0A61-3B7D-3CF4-35A6E7EFF89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733526" y="4427223"/>
                  <a:ext cx="144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309F21A-2162-2351-66E1-7A14928C28FD}"/>
                    </a:ext>
                  </a:extLst>
                </p14:cNvPr>
                <p14:cNvContentPartPr/>
                <p14:nvPr/>
              </p14:nvContentPartPr>
              <p14:xfrm>
                <a:off x="4956726" y="4268463"/>
                <a:ext cx="96120" cy="43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309F21A-2162-2351-66E1-7A14928C28F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939086" y="4250823"/>
                  <a:ext cx="131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D116873-0844-F6E3-55CB-80BBDC5CF6A3}"/>
                    </a:ext>
                  </a:extLst>
                </p14:cNvPr>
                <p14:cNvContentPartPr/>
                <p14:nvPr/>
              </p14:nvContentPartPr>
              <p14:xfrm>
                <a:off x="5167326" y="4070463"/>
                <a:ext cx="30240" cy="231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D116873-0844-F6E3-55CB-80BBDC5CF6A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149686" y="4052823"/>
                  <a:ext cx="65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132B79E-4694-101E-5FCE-E00C4F99C114}"/>
                    </a:ext>
                  </a:extLst>
                </p14:cNvPr>
                <p14:cNvContentPartPr/>
                <p14:nvPr/>
              </p14:nvContentPartPr>
              <p14:xfrm>
                <a:off x="5316006" y="4243983"/>
                <a:ext cx="191880" cy="3409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132B79E-4694-101E-5FCE-E00C4F99C1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298006" y="4226343"/>
                  <a:ext cx="22752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29C7533-8BB6-56CB-634C-822D2A40C66D}"/>
                    </a:ext>
                  </a:extLst>
                </p14:cNvPr>
                <p14:cNvContentPartPr/>
                <p14:nvPr/>
              </p14:nvContentPartPr>
              <p14:xfrm>
                <a:off x="5376846" y="4441263"/>
                <a:ext cx="143640" cy="42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29C7533-8BB6-56CB-634C-822D2A40C66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358846" y="4423623"/>
                  <a:ext cx="179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5DA74B9-3E8D-5240-C4DA-8494DEF74003}"/>
                    </a:ext>
                  </a:extLst>
                </p14:cNvPr>
                <p14:cNvContentPartPr/>
                <p14:nvPr/>
              </p14:nvContentPartPr>
              <p14:xfrm>
                <a:off x="5497806" y="4478343"/>
                <a:ext cx="360" cy="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5DA74B9-3E8D-5240-C4DA-8494DEF7400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79806" y="44607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EAD5F29-C86D-28C7-63BD-26A4DAE4BAB9}"/>
                    </a:ext>
                  </a:extLst>
                </p14:cNvPr>
                <p14:cNvContentPartPr/>
                <p14:nvPr/>
              </p14:nvContentPartPr>
              <p14:xfrm>
                <a:off x="4953846" y="4504623"/>
                <a:ext cx="2160" cy="3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EAD5F29-C86D-28C7-63BD-26A4DAE4BAB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36206" y="4486983"/>
                  <a:ext cx="3780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A6E2C235-3BE3-15F9-EDB0-4240B51330D0}"/>
                  </a:ext>
                </a:extLst>
              </p14:cNvPr>
              <p14:cNvContentPartPr/>
              <p14:nvPr/>
            </p14:nvContentPartPr>
            <p14:xfrm>
              <a:off x="3635526" y="4525503"/>
              <a:ext cx="13320" cy="756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A6E2C235-3BE3-15F9-EDB0-4240B51330D0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3617886" y="4507503"/>
                <a:ext cx="489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21FAB403-800E-D81C-65CE-5B8532DE949D}"/>
                  </a:ext>
                </a:extLst>
              </p14:cNvPr>
              <p14:cNvContentPartPr/>
              <p14:nvPr/>
            </p14:nvContentPartPr>
            <p14:xfrm>
              <a:off x="1117686" y="4166223"/>
              <a:ext cx="189360" cy="435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21FAB403-800E-D81C-65CE-5B8532DE949D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1100046" y="4148223"/>
                <a:ext cx="2250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C72F585-9917-D5BA-4892-86602733B8FD}"/>
                  </a:ext>
                </a:extLst>
              </p14:cNvPr>
              <p14:cNvContentPartPr/>
              <p14:nvPr/>
            </p14:nvContentPartPr>
            <p14:xfrm>
              <a:off x="4891566" y="4829343"/>
              <a:ext cx="1066320" cy="223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C72F585-9917-D5BA-4892-86602733B8FD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4873566" y="4811343"/>
                <a:ext cx="110196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AF61A5C-1635-724F-5057-EFE924ABE81F}"/>
                  </a:ext>
                </a:extLst>
              </p14:cNvPr>
              <p14:cNvContentPartPr/>
              <p14:nvPr/>
            </p14:nvContentPartPr>
            <p14:xfrm>
              <a:off x="1381206" y="4092783"/>
              <a:ext cx="360" cy="36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AF61A5C-1635-724F-5057-EFE924ABE81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363206" y="407478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A92F6AB0-2C14-390B-BDE0-AF12535F1E4A}"/>
              </a:ext>
            </a:extLst>
          </p:cNvPr>
          <p:cNvGrpSpPr/>
          <p:nvPr/>
        </p:nvGrpSpPr>
        <p:grpSpPr>
          <a:xfrm>
            <a:off x="1087806" y="4974423"/>
            <a:ext cx="532440" cy="481680"/>
            <a:chOff x="1087806" y="4974423"/>
            <a:chExt cx="532440" cy="48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E466F6E-C788-3BD1-363D-B54506B22B07}"/>
                    </a:ext>
                  </a:extLst>
                </p14:cNvPr>
                <p14:cNvContentPartPr/>
                <p14:nvPr/>
              </p14:nvContentPartPr>
              <p14:xfrm>
                <a:off x="1087806" y="5132823"/>
                <a:ext cx="137880" cy="3232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E466F6E-C788-3BD1-363D-B54506B22B0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69806" y="5114823"/>
                  <a:ext cx="1735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B6E38C4-287A-49A0-5265-DA4BCEBFDD37}"/>
                    </a:ext>
                  </a:extLst>
                </p14:cNvPr>
                <p14:cNvContentPartPr/>
                <p14:nvPr/>
              </p14:nvContentPartPr>
              <p14:xfrm>
                <a:off x="1095006" y="5311023"/>
                <a:ext cx="187560" cy="46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B6E38C4-287A-49A0-5265-DA4BCEBFDD3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77006" y="5293023"/>
                  <a:ext cx="2232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2325D85-E55C-E36B-050A-2A8A9FCA6306}"/>
                    </a:ext>
                  </a:extLst>
                </p14:cNvPr>
                <p14:cNvContentPartPr/>
                <p14:nvPr/>
              </p14:nvContentPartPr>
              <p14:xfrm>
                <a:off x="1412886" y="5151543"/>
                <a:ext cx="115200" cy="45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2325D85-E55C-E36B-050A-2A8A9FCA630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95246" y="5133903"/>
                  <a:ext cx="150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DFB16EB-CB78-670E-A636-A0EEABF2256C}"/>
                    </a:ext>
                  </a:extLst>
                </p14:cNvPr>
                <p14:cNvContentPartPr/>
                <p14:nvPr/>
              </p14:nvContentPartPr>
              <p14:xfrm>
                <a:off x="1597926" y="4974423"/>
                <a:ext cx="22320" cy="217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DFB16EB-CB78-670E-A636-A0EEABF2256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79926" y="4956783"/>
                  <a:ext cx="5796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33144FC-F356-EA6D-832A-A9D93D6BB112}"/>
              </a:ext>
            </a:extLst>
          </p:cNvPr>
          <p:cNvGrpSpPr/>
          <p:nvPr/>
        </p:nvGrpSpPr>
        <p:grpSpPr>
          <a:xfrm>
            <a:off x="1497486" y="3598503"/>
            <a:ext cx="374040" cy="358920"/>
            <a:chOff x="1497486" y="3598503"/>
            <a:chExt cx="37404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9FD19AF-7D55-A42B-F9E9-DFA3C2BFB800}"/>
                    </a:ext>
                  </a:extLst>
                </p14:cNvPr>
                <p14:cNvContentPartPr/>
                <p14:nvPr/>
              </p14:nvContentPartPr>
              <p14:xfrm>
                <a:off x="1497486" y="3598503"/>
                <a:ext cx="251280" cy="358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9FD19AF-7D55-A42B-F9E9-DFA3C2BFB80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479486" y="3580863"/>
                  <a:ext cx="28692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C3F7EE4-4713-A363-2AF6-015D76CFE281}"/>
                    </a:ext>
                  </a:extLst>
                </p14:cNvPr>
                <p14:cNvContentPartPr/>
                <p14:nvPr/>
              </p14:nvContentPartPr>
              <p14:xfrm>
                <a:off x="1560126" y="3786783"/>
                <a:ext cx="93600" cy="33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C3F7EE4-4713-A363-2AF6-015D76CFE28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542486" y="3769143"/>
                  <a:ext cx="129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85C5315-5A77-AD0A-022A-6D83184ABC41}"/>
                    </a:ext>
                  </a:extLst>
                </p14:cNvPr>
                <p14:cNvContentPartPr/>
                <p14:nvPr/>
              </p14:nvContentPartPr>
              <p14:xfrm>
                <a:off x="1860006" y="3819183"/>
                <a:ext cx="11520" cy="144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85C5315-5A77-AD0A-022A-6D83184ABC4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842006" y="3801543"/>
                  <a:ext cx="4716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02EB877-18B3-35DF-A87E-F62F67CDBACD}"/>
              </a:ext>
            </a:extLst>
          </p:cNvPr>
          <p:cNvGrpSpPr/>
          <p:nvPr/>
        </p:nvGrpSpPr>
        <p:grpSpPr>
          <a:xfrm>
            <a:off x="450246" y="5047503"/>
            <a:ext cx="311400" cy="421560"/>
            <a:chOff x="450246" y="5047503"/>
            <a:chExt cx="311400" cy="4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F419B32-E1C0-C434-EB6F-7801F522101F}"/>
                    </a:ext>
                  </a:extLst>
                </p14:cNvPr>
                <p14:cNvContentPartPr/>
                <p14:nvPr/>
              </p14:nvContentPartPr>
              <p14:xfrm>
                <a:off x="450246" y="5081703"/>
                <a:ext cx="38880" cy="385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F419B32-E1C0-C434-EB6F-7801F522101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2246" y="5064063"/>
                  <a:ext cx="745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F9EDF4D-5EAC-36F1-5C85-3701A9269C4E}"/>
                    </a:ext>
                  </a:extLst>
                </p14:cNvPr>
                <p14:cNvContentPartPr/>
                <p14:nvPr/>
              </p14:nvContentPartPr>
              <p14:xfrm>
                <a:off x="491286" y="5047503"/>
                <a:ext cx="145080" cy="172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F9EDF4D-5EAC-36F1-5C85-3701A9269C4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73646" y="5029503"/>
                  <a:ext cx="1807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245FC1B-ABAC-CFE7-D031-356175DA52E5}"/>
                    </a:ext>
                  </a:extLst>
                </p14:cNvPr>
                <p14:cNvContentPartPr/>
                <p14:nvPr/>
              </p14:nvContentPartPr>
              <p14:xfrm>
                <a:off x="684246" y="5296263"/>
                <a:ext cx="77400" cy="18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245FC1B-ABAC-CFE7-D031-356175DA52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66246" y="5278263"/>
                  <a:ext cx="113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EF5F70C-2EFC-BEFE-8797-29BD97FB0438}"/>
                    </a:ext>
                  </a:extLst>
                </p14:cNvPr>
                <p14:cNvContentPartPr/>
                <p14:nvPr/>
              </p14:nvContentPartPr>
              <p14:xfrm>
                <a:off x="665886" y="5432343"/>
                <a:ext cx="90720" cy="36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EF5F70C-2EFC-BEFE-8797-29BD97FB043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47886" y="5414343"/>
                  <a:ext cx="126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BBCF4D3-C08A-9B50-5D9C-2E37966F3305}"/>
                    </a:ext>
                  </a:extLst>
                </p14:cNvPr>
                <p14:cNvContentPartPr/>
                <p14:nvPr/>
              </p14:nvContentPartPr>
              <p14:xfrm>
                <a:off x="612246" y="5273223"/>
                <a:ext cx="360" cy="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BBCF4D3-C08A-9B50-5D9C-2E37966F330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4246" y="52552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C5FA886-5770-82DF-FA06-8392D25AD04B}"/>
              </a:ext>
            </a:extLst>
          </p:cNvPr>
          <p:cNvGrpSpPr/>
          <p:nvPr/>
        </p:nvGrpSpPr>
        <p:grpSpPr>
          <a:xfrm>
            <a:off x="1070526" y="3578703"/>
            <a:ext cx="198720" cy="552240"/>
            <a:chOff x="1070526" y="3578703"/>
            <a:chExt cx="198720" cy="55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E6F23F4-CBC7-79F7-C8E6-A86785019906}"/>
                    </a:ext>
                  </a:extLst>
                </p14:cNvPr>
                <p14:cNvContentPartPr/>
                <p14:nvPr/>
              </p14:nvContentPartPr>
              <p14:xfrm>
                <a:off x="1140366" y="3578703"/>
                <a:ext cx="128880" cy="323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E6F23F4-CBC7-79F7-C8E6-A8678501990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22726" y="3561063"/>
                  <a:ext cx="1645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9DDF1DB-3324-A5C1-5882-5ED92CA74E1E}"/>
                    </a:ext>
                  </a:extLst>
                </p14:cNvPr>
                <p14:cNvContentPartPr/>
                <p14:nvPr/>
              </p14:nvContentPartPr>
              <p14:xfrm>
                <a:off x="1159086" y="3793983"/>
                <a:ext cx="10800" cy="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9DDF1DB-3324-A5C1-5882-5ED92CA74E1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41086" y="3775983"/>
                  <a:ext cx="46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582BF0F-3F8F-502B-287F-924C39C9E670}"/>
                    </a:ext>
                  </a:extLst>
                </p14:cNvPr>
                <p14:cNvContentPartPr/>
                <p14:nvPr/>
              </p14:nvContentPartPr>
              <p14:xfrm>
                <a:off x="1138926" y="3588783"/>
                <a:ext cx="30240" cy="542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582BF0F-3F8F-502B-287F-924C39C9E67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20926" y="3570783"/>
                  <a:ext cx="6588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53BA82D-1D2C-C115-5911-73F4B151334A}"/>
                    </a:ext>
                  </a:extLst>
                </p14:cNvPr>
                <p14:cNvContentPartPr/>
                <p14:nvPr/>
              </p14:nvContentPartPr>
              <p14:xfrm>
                <a:off x="1181046" y="3880383"/>
                <a:ext cx="82800" cy="33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53BA82D-1D2C-C115-5911-73F4B151334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63046" y="3862383"/>
                  <a:ext cx="118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9054280-C9B7-4856-9AEE-729EB6E7FB75}"/>
                    </a:ext>
                  </a:extLst>
                </p14:cNvPr>
                <p14:cNvContentPartPr/>
                <p14:nvPr/>
              </p14:nvContentPartPr>
              <p14:xfrm>
                <a:off x="1070526" y="3713703"/>
                <a:ext cx="360" cy="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9054280-C9B7-4856-9AEE-729EB6E7FB7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2526" y="36960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39869B1-EF86-14A5-5F6E-16AEC8ADE9AB}"/>
              </a:ext>
            </a:extLst>
          </p:cNvPr>
          <p:cNvGrpSpPr/>
          <p:nvPr/>
        </p:nvGrpSpPr>
        <p:grpSpPr>
          <a:xfrm>
            <a:off x="6771126" y="1565943"/>
            <a:ext cx="5451120" cy="1671480"/>
            <a:chOff x="6771126" y="1565943"/>
            <a:chExt cx="5451120" cy="167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C268DD9-A8EE-C2F5-F13E-7BF217988613}"/>
                    </a:ext>
                  </a:extLst>
                </p14:cNvPr>
                <p14:cNvContentPartPr/>
                <p14:nvPr/>
              </p14:nvContentPartPr>
              <p14:xfrm>
                <a:off x="9329286" y="2098023"/>
                <a:ext cx="1145160" cy="1139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C268DD9-A8EE-C2F5-F13E-7BF21798861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311286" y="2080383"/>
                  <a:ext cx="1180800" cy="11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49E8F11-A745-465F-17F0-D70FCC0B586D}"/>
                    </a:ext>
                  </a:extLst>
                </p14:cNvPr>
                <p14:cNvContentPartPr/>
                <p14:nvPr/>
              </p14:nvContentPartPr>
              <p14:xfrm>
                <a:off x="10564806" y="2035743"/>
                <a:ext cx="377280" cy="565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49E8F11-A745-465F-17F0-D70FCC0B586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547166" y="2018103"/>
                  <a:ext cx="41292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F08C178-E423-C012-D245-EBC582BAEB00}"/>
                    </a:ext>
                  </a:extLst>
                </p14:cNvPr>
                <p14:cNvContentPartPr/>
                <p14:nvPr/>
              </p14:nvContentPartPr>
              <p14:xfrm>
                <a:off x="11011926" y="2315463"/>
                <a:ext cx="601560" cy="2516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F08C178-E423-C012-D245-EBC582BAEB0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993926" y="2297823"/>
                  <a:ext cx="6372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956BDCB-05C4-828A-3B56-748C08D3658E}"/>
                    </a:ext>
                  </a:extLst>
                </p14:cNvPr>
                <p14:cNvContentPartPr/>
                <p14:nvPr/>
              </p14:nvContentPartPr>
              <p14:xfrm>
                <a:off x="11055486" y="2180103"/>
                <a:ext cx="87840" cy="11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956BDCB-05C4-828A-3B56-748C08D3658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037846" y="2162103"/>
                  <a:ext cx="123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333A9D6-4948-3944-504E-E31DBD573173}"/>
                    </a:ext>
                  </a:extLst>
                </p14:cNvPr>
                <p14:cNvContentPartPr/>
                <p14:nvPr/>
              </p14:nvContentPartPr>
              <p14:xfrm>
                <a:off x="10693686" y="2176863"/>
                <a:ext cx="263160" cy="208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333A9D6-4948-3944-504E-E31DBD57317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75686" y="2159223"/>
                  <a:ext cx="2988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37816B7-CC24-63EC-BC6A-0E7EA4BE0534}"/>
                    </a:ext>
                  </a:extLst>
                </p14:cNvPr>
                <p14:cNvContentPartPr/>
                <p14:nvPr/>
              </p14:nvContentPartPr>
              <p14:xfrm>
                <a:off x="6941046" y="2788503"/>
                <a:ext cx="5281200" cy="1029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37816B7-CC24-63EC-BC6A-0E7EA4BE053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23046" y="2770863"/>
                  <a:ext cx="5316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5094561-781B-2636-6AFA-0F9F8BADD1FB}"/>
                    </a:ext>
                  </a:extLst>
                </p14:cNvPr>
                <p14:cNvContentPartPr/>
                <p14:nvPr/>
              </p14:nvContentPartPr>
              <p14:xfrm>
                <a:off x="7050126" y="2117103"/>
                <a:ext cx="72000" cy="464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5094561-781B-2636-6AFA-0F9F8BADD1F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032126" y="2099103"/>
                  <a:ext cx="10764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9F482FD-B51B-21C4-B5B4-0D2FEDAD97B2}"/>
                    </a:ext>
                  </a:extLst>
                </p14:cNvPr>
                <p14:cNvContentPartPr/>
                <p14:nvPr/>
              </p14:nvContentPartPr>
              <p14:xfrm>
                <a:off x="6771126" y="2007303"/>
                <a:ext cx="574920" cy="589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9F482FD-B51B-21C4-B5B4-0D2FEDAD97B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753486" y="1989663"/>
                  <a:ext cx="61056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234191C-5A21-5300-11B3-EB07244C8D42}"/>
                    </a:ext>
                  </a:extLst>
                </p14:cNvPr>
                <p14:cNvContentPartPr/>
                <p14:nvPr/>
              </p14:nvContentPartPr>
              <p14:xfrm>
                <a:off x="7351086" y="2390703"/>
                <a:ext cx="185040" cy="187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234191C-5A21-5300-11B3-EB07244C8D4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333446" y="2372703"/>
                  <a:ext cx="2206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E3A563B-3B9B-BBFD-BB4F-B54FA8BFC838}"/>
                    </a:ext>
                  </a:extLst>
                </p14:cNvPr>
                <p14:cNvContentPartPr/>
                <p14:nvPr/>
              </p14:nvContentPartPr>
              <p14:xfrm>
                <a:off x="7631886" y="2362263"/>
                <a:ext cx="399600" cy="2077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E3A563B-3B9B-BBFD-BB4F-B54FA8BFC83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614246" y="2344263"/>
                  <a:ext cx="435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8624F9F-6017-FFB1-1840-58F0ADB6D934}"/>
                    </a:ext>
                  </a:extLst>
                </p14:cNvPr>
                <p14:cNvContentPartPr/>
                <p14:nvPr/>
              </p14:nvContentPartPr>
              <p14:xfrm>
                <a:off x="8564286" y="2092983"/>
                <a:ext cx="576360" cy="492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8624F9F-6017-FFB1-1840-58F0ADB6D93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546286" y="2074983"/>
                  <a:ext cx="61200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D9FB655-705A-0CE0-23C1-EFF664D940FF}"/>
                    </a:ext>
                  </a:extLst>
                </p14:cNvPr>
                <p14:cNvContentPartPr/>
                <p14:nvPr/>
              </p14:nvContentPartPr>
              <p14:xfrm>
                <a:off x="9078006" y="2388183"/>
                <a:ext cx="220680" cy="1767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D9FB655-705A-0CE0-23C1-EFF664D940F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060366" y="2370183"/>
                  <a:ext cx="2563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68C22DF-BB5E-616C-D141-8CF593FAA112}"/>
                    </a:ext>
                  </a:extLst>
                </p14:cNvPr>
                <p14:cNvContentPartPr/>
                <p14:nvPr/>
              </p14:nvContentPartPr>
              <p14:xfrm>
                <a:off x="8496837" y="2195223"/>
                <a:ext cx="326880" cy="36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68C22DF-BB5E-616C-D141-8CF593FAA11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478837" y="2177583"/>
                  <a:ext cx="362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3C68D15-A5E2-0EA4-9BFD-79DEBBA81F63}"/>
                    </a:ext>
                  </a:extLst>
                </p14:cNvPr>
                <p14:cNvContentPartPr/>
                <p14:nvPr/>
              </p14:nvContentPartPr>
              <p14:xfrm>
                <a:off x="7983837" y="1565943"/>
                <a:ext cx="1233360" cy="4737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3C68D15-A5E2-0EA4-9BFD-79DEBBA81F6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965837" y="1548303"/>
                  <a:ext cx="126900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8248ED3-7512-DCF5-8436-AD8E662D2AC0}"/>
                    </a:ext>
                  </a:extLst>
                </p14:cNvPr>
                <p14:cNvContentPartPr/>
                <p14:nvPr/>
              </p14:nvContentPartPr>
              <p14:xfrm>
                <a:off x="9274797" y="1732263"/>
                <a:ext cx="786240" cy="473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8248ED3-7512-DCF5-8436-AD8E662D2AC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257157" y="1714263"/>
                  <a:ext cx="82188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4F702DD-AFAA-FEC2-7FE4-7E24DF0FB32A}"/>
                    </a:ext>
                  </a:extLst>
                </p14:cNvPr>
                <p14:cNvContentPartPr/>
                <p14:nvPr/>
              </p14:nvContentPartPr>
              <p14:xfrm>
                <a:off x="8856477" y="1571703"/>
                <a:ext cx="420840" cy="45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4F702DD-AFAA-FEC2-7FE4-7E24DF0FB32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838477" y="1554063"/>
                  <a:ext cx="4564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37D320A-F660-E1B7-E028-59F0B502F7C7}"/>
              </a:ext>
            </a:extLst>
          </p:cNvPr>
          <p:cNvGrpSpPr/>
          <p:nvPr/>
        </p:nvGrpSpPr>
        <p:grpSpPr>
          <a:xfrm>
            <a:off x="5417757" y="2473143"/>
            <a:ext cx="995760" cy="664200"/>
            <a:chOff x="5417757" y="2473143"/>
            <a:chExt cx="995760" cy="66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D2073D1-1AAE-E591-C554-6CB67B10496E}"/>
                    </a:ext>
                  </a:extLst>
                </p14:cNvPr>
                <p14:cNvContentPartPr/>
                <p14:nvPr/>
              </p14:nvContentPartPr>
              <p14:xfrm>
                <a:off x="5417757" y="2629383"/>
                <a:ext cx="263160" cy="208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D2073D1-1AAE-E591-C554-6CB67B10496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99757" y="2611383"/>
                  <a:ext cx="298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C0E476B-7AC8-9D4C-B4D7-4B5060645689}"/>
                    </a:ext>
                  </a:extLst>
                </p14:cNvPr>
                <p14:cNvContentPartPr/>
                <p14:nvPr/>
              </p14:nvContentPartPr>
              <p14:xfrm>
                <a:off x="5725557" y="2654583"/>
                <a:ext cx="264960" cy="207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C0E476B-7AC8-9D4C-B4D7-4B506064568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707917" y="2636583"/>
                  <a:ext cx="3006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714BC2B-6DE9-D9E5-B85B-C8EB1348009F}"/>
                    </a:ext>
                  </a:extLst>
                </p14:cNvPr>
                <p14:cNvContentPartPr/>
                <p14:nvPr/>
              </p14:nvContentPartPr>
              <p14:xfrm>
                <a:off x="6054957" y="2473143"/>
                <a:ext cx="21960" cy="3866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714BC2B-6DE9-D9E5-B85B-C8EB1348009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037317" y="2455143"/>
                  <a:ext cx="576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7B7DE37-A34C-0435-1BED-A6AD66C67204}"/>
                    </a:ext>
                  </a:extLst>
                </p14:cNvPr>
                <p14:cNvContentPartPr/>
                <p14:nvPr/>
              </p14:nvContentPartPr>
              <p14:xfrm>
                <a:off x="6174117" y="2494023"/>
                <a:ext cx="20880" cy="375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7B7DE37-A34C-0435-1BED-A6AD66C6720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156477" y="2476383"/>
                  <a:ext cx="565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98A14F5-4341-7728-0169-52B3A6712FE9}"/>
                    </a:ext>
                  </a:extLst>
                </p14:cNvPr>
                <p14:cNvContentPartPr/>
                <p14:nvPr/>
              </p14:nvContentPartPr>
              <p14:xfrm>
                <a:off x="6227037" y="2691663"/>
                <a:ext cx="186480" cy="445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98A14F5-4341-7728-0169-52B3A6712FE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209037" y="2673663"/>
                  <a:ext cx="22212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51CE2F9-80CB-3A9E-F37E-A400287AFED1}"/>
                    </a:ext>
                  </a:extLst>
                </p14:cNvPr>
                <p14:cNvContentPartPr/>
                <p14:nvPr/>
              </p14:nvContentPartPr>
              <p14:xfrm>
                <a:off x="5976117" y="2549823"/>
                <a:ext cx="147960" cy="31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51CE2F9-80CB-3A9E-F37E-A400287AFED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958117" y="2532183"/>
                  <a:ext cx="183600" cy="6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09566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CF44410-1C1D-39FD-88F2-4C4729E4D015}"/>
              </a:ext>
            </a:extLst>
          </p:cNvPr>
          <p:cNvGrpSpPr/>
          <p:nvPr/>
        </p:nvGrpSpPr>
        <p:grpSpPr>
          <a:xfrm>
            <a:off x="551046" y="213063"/>
            <a:ext cx="267120" cy="468720"/>
            <a:chOff x="551046" y="213063"/>
            <a:chExt cx="26712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0054D2A-DA92-B67A-B1E2-60C06D74B785}"/>
                    </a:ext>
                  </a:extLst>
                </p14:cNvPr>
                <p14:cNvContentPartPr/>
                <p14:nvPr/>
              </p14:nvContentPartPr>
              <p14:xfrm>
                <a:off x="551046" y="331863"/>
                <a:ext cx="21240" cy="206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0054D2A-DA92-B67A-B1E2-60C06D74B7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3406" y="314223"/>
                  <a:ext cx="568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827E24F-62C8-584A-5F59-559C6E790ABA}"/>
                    </a:ext>
                  </a:extLst>
                </p14:cNvPr>
                <p14:cNvContentPartPr/>
                <p14:nvPr/>
              </p14:nvContentPartPr>
              <p14:xfrm>
                <a:off x="671286" y="213063"/>
                <a:ext cx="146880" cy="468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827E24F-62C8-584A-5F59-559C6E790A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3646" y="195423"/>
                  <a:ext cx="182520" cy="50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371FF09-200E-785C-0297-8025A21FC956}"/>
              </a:ext>
            </a:extLst>
          </p:cNvPr>
          <p:cNvGrpSpPr/>
          <p:nvPr/>
        </p:nvGrpSpPr>
        <p:grpSpPr>
          <a:xfrm>
            <a:off x="1762086" y="278943"/>
            <a:ext cx="403920" cy="325440"/>
            <a:chOff x="1762086" y="278943"/>
            <a:chExt cx="40392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B35738C-8156-C554-83EF-907979EAF2D8}"/>
                    </a:ext>
                  </a:extLst>
                </p14:cNvPr>
                <p14:cNvContentPartPr/>
                <p14:nvPr/>
              </p14:nvContentPartPr>
              <p14:xfrm>
                <a:off x="1762086" y="295503"/>
                <a:ext cx="46800" cy="300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B35738C-8156-C554-83EF-907979EAF2D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44086" y="277863"/>
                  <a:ext cx="824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3C773F3-1FFD-A613-7373-410651324A10}"/>
                    </a:ext>
                  </a:extLst>
                </p14:cNvPr>
                <p14:cNvContentPartPr/>
                <p14:nvPr/>
              </p14:nvContentPartPr>
              <p14:xfrm>
                <a:off x="1806006" y="278943"/>
                <a:ext cx="88560" cy="325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3C773F3-1FFD-A613-7373-410651324A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88006" y="261303"/>
                  <a:ext cx="1242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EC6D309-9DD6-6037-A49C-93AEB66A45E2}"/>
                    </a:ext>
                  </a:extLst>
                </p14:cNvPr>
                <p14:cNvContentPartPr/>
                <p14:nvPr/>
              </p14:nvContentPartPr>
              <p14:xfrm>
                <a:off x="1772526" y="460743"/>
                <a:ext cx="102240" cy="12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EC6D309-9DD6-6037-A49C-93AEB66A45E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54526" y="443103"/>
                  <a:ext cx="137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EAE08C7-5332-6689-6988-293498A137F5}"/>
                    </a:ext>
                  </a:extLst>
                </p14:cNvPr>
                <p14:cNvContentPartPr/>
                <p14:nvPr/>
              </p14:nvContentPartPr>
              <p14:xfrm>
                <a:off x="2021286" y="464703"/>
                <a:ext cx="96120" cy="9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EAE08C7-5332-6689-6988-293498A137F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03646" y="446703"/>
                  <a:ext cx="131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FC498D-0142-769C-4843-9A956CFCD746}"/>
                    </a:ext>
                  </a:extLst>
                </p14:cNvPr>
                <p14:cNvContentPartPr/>
                <p14:nvPr/>
              </p14:nvContentPartPr>
              <p14:xfrm>
                <a:off x="2055486" y="542823"/>
                <a:ext cx="110520" cy="29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FC498D-0142-769C-4843-9A956CFCD74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37486" y="524823"/>
                  <a:ext cx="14616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372FCC3-1ABE-2CD8-534F-D1C970A72040}"/>
                  </a:ext>
                </a:extLst>
              </p14:cNvPr>
              <p14:cNvContentPartPr/>
              <p14:nvPr/>
            </p14:nvContentPartPr>
            <p14:xfrm>
              <a:off x="2803926" y="269943"/>
              <a:ext cx="321480" cy="1094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372FCC3-1ABE-2CD8-534F-D1C970A7204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85926" y="252303"/>
                <a:ext cx="357120" cy="11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4F02674-AC1A-D8DE-7C73-45DED06C45D0}"/>
                  </a:ext>
                </a:extLst>
              </p14:cNvPr>
              <p14:cNvContentPartPr/>
              <p14:nvPr/>
            </p14:nvContentPartPr>
            <p14:xfrm>
              <a:off x="3367686" y="384063"/>
              <a:ext cx="148320" cy="208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4F02674-AC1A-D8DE-7C73-45DED06C45D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50046" y="366063"/>
                <a:ext cx="18396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7D5B3ADD-5C40-446A-F77B-58CDA32CF17E}"/>
              </a:ext>
            </a:extLst>
          </p:cNvPr>
          <p:cNvGrpSpPr/>
          <p:nvPr/>
        </p:nvGrpSpPr>
        <p:grpSpPr>
          <a:xfrm>
            <a:off x="3884646" y="416823"/>
            <a:ext cx="318240" cy="209880"/>
            <a:chOff x="3884646" y="416823"/>
            <a:chExt cx="3182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E3FD340-955B-8470-FC91-FECBFA921BDC}"/>
                    </a:ext>
                  </a:extLst>
                </p14:cNvPr>
                <p14:cNvContentPartPr/>
                <p14:nvPr/>
              </p14:nvContentPartPr>
              <p14:xfrm>
                <a:off x="3884646" y="515103"/>
                <a:ext cx="96840" cy="10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E3FD340-955B-8470-FC91-FECBFA921BD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66646" y="497463"/>
                  <a:ext cx="132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6990824-9A31-FBCB-36FB-A655B1D48DC1}"/>
                    </a:ext>
                  </a:extLst>
                </p14:cNvPr>
                <p14:cNvContentPartPr/>
                <p14:nvPr/>
              </p14:nvContentPartPr>
              <p14:xfrm>
                <a:off x="4047006" y="416823"/>
                <a:ext cx="155880" cy="209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6990824-9A31-FBCB-36FB-A655B1D48DC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29366" y="398823"/>
                  <a:ext cx="191520" cy="24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9200EFF-3BB6-4C98-B772-752AF0551850}"/>
                  </a:ext>
                </a:extLst>
              </p14:cNvPr>
              <p14:cNvContentPartPr/>
              <p14:nvPr/>
            </p14:nvContentPartPr>
            <p14:xfrm>
              <a:off x="4539126" y="357063"/>
              <a:ext cx="149760" cy="2336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9200EFF-3BB6-4C98-B772-752AF055185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21486" y="339063"/>
                <a:ext cx="185400" cy="26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F704B8EC-B86B-F127-EBB7-5AC04EB65B61}"/>
              </a:ext>
            </a:extLst>
          </p:cNvPr>
          <p:cNvGrpSpPr/>
          <p:nvPr/>
        </p:nvGrpSpPr>
        <p:grpSpPr>
          <a:xfrm>
            <a:off x="3995886" y="791943"/>
            <a:ext cx="300960" cy="222480"/>
            <a:chOff x="3995886" y="791943"/>
            <a:chExt cx="300960" cy="22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94F871-AA14-3AEA-B685-26D5A9553CC9}"/>
                    </a:ext>
                  </a:extLst>
                </p14:cNvPr>
                <p14:cNvContentPartPr/>
                <p14:nvPr/>
              </p14:nvContentPartPr>
              <p14:xfrm>
                <a:off x="3995886" y="899943"/>
                <a:ext cx="88560" cy="25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94F871-AA14-3AEA-B685-26D5A9553CC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78246" y="882303"/>
                  <a:ext cx="124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C072511-D6BA-1729-129E-94397AED2FB2}"/>
                    </a:ext>
                  </a:extLst>
                </p14:cNvPr>
                <p14:cNvContentPartPr/>
                <p14:nvPr/>
              </p14:nvContentPartPr>
              <p14:xfrm>
                <a:off x="4141686" y="791943"/>
                <a:ext cx="155160" cy="222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C072511-D6BA-1729-129E-94397AED2FB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23686" y="774303"/>
                  <a:ext cx="19080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A94AFCD-5609-3D7A-1678-1F4573C558D6}"/>
              </a:ext>
            </a:extLst>
          </p:cNvPr>
          <p:cNvGrpSpPr/>
          <p:nvPr/>
        </p:nvGrpSpPr>
        <p:grpSpPr>
          <a:xfrm>
            <a:off x="3387846" y="799143"/>
            <a:ext cx="245160" cy="572760"/>
            <a:chOff x="3387846" y="799143"/>
            <a:chExt cx="245160" cy="57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6DAF22-ACC8-9412-A5DB-2E24C7CF242F}"/>
                    </a:ext>
                  </a:extLst>
                </p14:cNvPr>
                <p14:cNvContentPartPr/>
                <p14:nvPr/>
              </p14:nvContentPartPr>
              <p14:xfrm>
                <a:off x="3387846" y="799143"/>
                <a:ext cx="245160" cy="206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6DAF22-ACC8-9412-A5DB-2E24C7CF242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70206" y="781503"/>
                  <a:ext cx="2808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A31C1C-6F15-03DD-1524-10D9774F54C6}"/>
                    </a:ext>
                  </a:extLst>
                </p14:cNvPr>
                <p14:cNvContentPartPr/>
                <p14:nvPr/>
              </p14:nvContentPartPr>
              <p14:xfrm>
                <a:off x="3405126" y="1142583"/>
                <a:ext cx="145080" cy="229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A31C1C-6F15-03DD-1524-10D9774F54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87486" y="1124943"/>
                  <a:ext cx="18072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9497B8C-8C55-195F-FC0C-FA681F17F272}"/>
              </a:ext>
            </a:extLst>
          </p:cNvPr>
          <p:cNvGrpSpPr/>
          <p:nvPr/>
        </p:nvGrpSpPr>
        <p:grpSpPr>
          <a:xfrm>
            <a:off x="4002006" y="1183623"/>
            <a:ext cx="225000" cy="179280"/>
            <a:chOff x="4002006" y="1183623"/>
            <a:chExt cx="225000" cy="1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43595D4-31E7-F764-CE5D-7FFB69A89EF9}"/>
                    </a:ext>
                  </a:extLst>
                </p14:cNvPr>
                <p14:cNvContentPartPr/>
                <p14:nvPr/>
              </p14:nvContentPartPr>
              <p14:xfrm>
                <a:off x="4002006" y="1256343"/>
                <a:ext cx="140760" cy="36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43595D4-31E7-F764-CE5D-7FFB69A89E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84006" y="1238343"/>
                  <a:ext cx="176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EB4930C-1E03-A68E-4609-D68405DB9BC7}"/>
                    </a:ext>
                  </a:extLst>
                </p14:cNvPr>
                <p14:cNvContentPartPr/>
                <p14:nvPr/>
              </p14:nvContentPartPr>
              <p14:xfrm>
                <a:off x="4213686" y="1183623"/>
                <a:ext cx="13320" cy="179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EB4930C-1E03-A68E-4609-D68405DB9BC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95686" y="1165623"/>
                  <a:ext cx="4896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F4706F-2508-A6E8-5280-AF1681A7AFCA}"/>
              </a:ext>
            </a:extLst>
          </p:cNvPr>
          <p:cNvGrpSpPr/>
          <p:nvPr/>
        </p:nvGrpSpPr>
        <p:grpSpPr>
          <a:xfrm>
            <a:off x="4588446" y="308823"/>
            <a:ext cx="480240" cy="1174320"/>
            <a:chOff x="4588446" y="308823"/>
            <a:chExt cx="480240" cy="11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6C8086-6D4A-008F-69AA-9EEE63A5CD78}"/>
                    </a:ext>
                  </a:extLst>
                </p14:cNvPr>
                <p14:cNvContentPartPr/>
                <p14:nvPr/>
              </p14:nvContentPartPr>
              <p14:xfrm>
                <a:off x="4588446" y="776823"/>
                <a:ext cx="148680" cy="239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6C8086-6D4A-008F-69AA-9EEE63A5CD7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70446" y="759183"/>
                  <a:ext cx="1843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8CC8AA9-CE96-968A-AF72-D27191199381}"/>
                    </a:ext>
                  </a:extLst>
                </p14:cNvPr>
                <p14:cNvContentPartPr/>
                <p14:nvPr/>
              </p14:nvContentPartPr>
              <p14:xfrm>
                <a:off x="4745766" y="1118103"/>
                <a:ext cx="28800" cy="210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8CC8AA9-CE96-968A-AF72-D2719119938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28126" y="1100463"/>
                  <a:ext cx="644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11C5F26-9082-2075-0DEB-F39F66DE83DB}"/>
                    </a:ext>
                  </a:extLst>
                </p14:cNvPr>
                <p14:cNvContentPartPr/>
                <p14:nvPr/>
              </p14:nvContentPartPr>
              <p14:xfrm>
                <a:off x="4774926" y="308823"/>
                <a:ext cx="293760" cy="1174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11C5F26-9082-2075-0DEB-F39F66DE83D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57286" y="291183"/>
                  <a:ext cx="329400" cy="120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D3D55A-476F-5DF6-E148-9CFA650770D2}"/>
              </a:ext>
            </a:extLst>
          </p:cNvPr>
          <p:cNvGrpSpPr/>
          <p:nvPr/>
        </p:nvGrpSpPr>
        <p:grpSpPr>
          <a:xfrm>
            <a:off x="6246966" y="377943"/>
            <a:ext cx="769680" cy="315720"/>
            <a:chOff x="6246966" y="377943"/>
            <a:chExt cx="76968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D427145-AC66-EB40-0F38-915B01F3162F}"/>
                    </a:ext>
                  </a:extLst>
                </p14:cNvPr>
                <p14:cNvContentPartPr/>
                <p14:nvPr/>
              </p14:nvContentPartPr>
              <p14:xfrm>
                <a:off x="6273246" y="404583"/>
                <a:ext cx="57240" cy="280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427145-AC66-EB40-0F38-915B01F3162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55606" y="386943"/>
                  <a:ext cx="928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7E33C1-9A3D-8165-2954-6770BC219F1B}"/>
                    </a:ext>
                  </a:extLst>
                </p14:cNvPr>
                <p14:cNvContentPartPr/>
                <p14:nvPr/>
              </p14:nvContentPartPr>
              <p14:xfrm>
                <a:off x="6273246" y="386583"/>
                <a:ext cx="179640" cy="97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7E33C1-9A3D-8165-2954-6770BC219F1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55606" y="368943"/>
                  <a:ext cx="215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2A764B1-F8E6-536A-37C7-D8CD2D2256CA}"/>
                    </a:ext>
                  </a:extLst>
                </p14:cNvPr>
                <p14:cNvContentPartPr/>
                <p14:nvPr/>
              </p14:nvContentPartPr>
              <p14:xfrm>
                <a:off x="6246966" y="542103"/>
                <a:ext cx="129240" cy="21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2A764B1-F8E6-536A-37C7-D8CD2D2256C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29326" y="524103"/>
                  <a:ext cx="1648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CD52881-5C67-C418-A5BF-F4E25ABA6364}"/>
                    </a:ext>
                  </a:extLst>
                </p14:cNvPr>
                <p14:cNvContentPartPr/>
                <p14:nvPr/>
              </p14:nvContentPartPr>
              <p14:xfrm>
                <a:off x="6478806" y="552903"/>
                <a:ext cx="34200" cy="132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CD52881-5C67-C418-A5BF-F4E25ABA63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61166" y="535263"/>
                  <a:ext cx="69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F40DF2E-B031-2A30-2140-0D9CD0D09D75}"/>
                    </a:ext>
                  </a:extLst>
                </p14:cNvPr>
                <p14:cNvContentPartPr/>
                <p14:nvPr/>
              </p14:nvContentPartPr>
              <p14:xfrm>
                <a:off x="6514446" y="481623"/>
                <a:ext cx="9360" cy="24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F40DF2E-B031-2A30-2140-0D9CD0D09D7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96446" y="463983"/>
                  <a:ext cx="45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792EB2C-49A9-0702-DE8C-DC811384C17D}"/>
                    </a:ext>
                  </a:extLst>
                </p14:cNvPr>
                <p14:cNvContentPartPr/>
                <p14:nvPr/>
              </p14:nvContentPartPr>
              <p14:xfrm>
                <a:off x="6586086" y="575583"/>
                <a:ext cx="108360" cy="118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792EB2C-49A9-0702-DE8C-DC811384C1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68086" y="557943"/>
                  <a:ext cx="1440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040907E-1714-C1B9-0248-66FACF89A6BE}"/>
                    </a:ext>
                  </a:extLst>
                </p14:cNvPr>
                <p14:cNvContentPartPr/>
                <p14:nvPr/>
              </p14:nvContentPartPr>
              <p14:xfrm>
                <a:off x="6767886" y="377943"/>
                <a:ext cx="248760" cy="311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040907E-1714-C1B9-0248-66FACF89A6B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49886" y="359943"/>
                  <a:ext cx="284400" cy="34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A4BC0D1-79FB-3F49-63CD-9C6510485376}"/>
              </a:ext>
            </a:extLst>
          </p:cNvPr>
          <p:cNvGrpSpPr/>
          <p:nvPr/>
        </p:nvGrpSpPr>
        <p:grpSpPr>
          <a:xfrm>
            <a:off x="7371246" y="317463"/>
            <a:ext cx="434160" cy="334800"/>
            <a:chOff x="7371246" y="317463"/>
            <a:chExt cx="43416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FB76C98-B17F-C80B-6B6E-A29FF26AC737}"/>
                    </a:ext>
                  </a:extLst>
                </p14:cNvPr>
                <p14:cNvContentPartPr/>
                <p14:nvPr/>
              </p14:nvContentPartPr>
              <p14:xfrm>
                <a:off x="7371246" y="446343"/>
                <a:ext cx="210600" cy="205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FB76C98-B17F-C80B-6B6E-A29FF26AC73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53246" y="428703"/>
                  <a:ext cx="2462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6C38DEA-E556-AE04-5903-66AE65A2CF16}"/>
                    </a:ext>
                  </a:extLst>
                </p14:cNvPr>
                <p14:cNvContentPartPr/>
                <p14:nvPr/>
              </p14:nvContentPartPr>
              <p14:xfrm>
                <a:off x="7546566" y="350223"/>
                <a:ext cx="33120" cy="18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6C38DEA-E556-AE04-5903-66AE65A2CF1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28926" y="332583"/>
                  <a:ext cx="687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1FF4D13-E4D8-6CD6-70CC-BD891AC8E1A7}"/>
                    </a:ext>
                  </a:extLst>
                </p14:cNvPr>
                <p14:cNvContentPartPr/>
                <p14:nvPr/>
              </p14:nvContentPartPr>
              <p14:xfrm>
                <a:off x="7665726" y="317463"/>
                <a:ext cx="12600" cy="305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1FF4D13-E4D8-6CD6-70CC-BD891AC8E1A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47726" y="299823"/>
                  <a:ext cx="482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1CFF915-97FE-C533-4FC8-B5A9C9078257}"/>
                    </a:ext>
                  </a:extLst>
                </p14:cNvPr>
                <p14:cNvContentPartPr/>
                <p14:nvPr/>
              </p14:nvContentPartPr>
              <p14:xfrm>
                <a:off x="7715046" y="485583"/>
                <a:ext cx="85680" cy="160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1CFF915-97FE-C533-4FC8-B5A9C907825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97046" y="467583"/>
                  <a:ext cx="1213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7D057C-FBE5-6CCF-D3BD-B480DB65C641}"/>
                    </a:ext>
                  </a:extLst>
                </p14:cNvPr>
                <p14:cNvContentPartPr/>
                <p14:nvPr/>
              </p14:nvContentPartPr>
              <p14:xfrm>
                <a:off x="7612806" y="406023"/>
                <a:ext cx="192600" cy="52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7D057C-FBE5-6CCF-D3BD-B480DB65C64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95166" y="388383"/>
                  <a:ext cx="22824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139934E-6208-B531-9079-F1097D4DFB4B}"/>
              </a:ext>
            </a:extLst>
          </p:cNvPr>
          <p:cNvGrpSpPr/>
          <p:nvPr/>
        </p:nvGrpSpPr>
        <p:grpSpPr>
          <a:xfrm>
            <a:off x="8353326" y="428703"/>
            <a:ext cx="1188000" cy="275760"/>
            <a:chOff x="8353326" y="428703"/>
            <a:chExt cx="118800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16A56A0-A91B-6AD2-540D-641893F4186D}"/>
                    </a:ext>
                  </a:extLst>
                </p14:cNvPr>
                <p14:cNvContentPartPr/>
                <p14:nvPr/>
              </p14:nvContentPartPr>
              <p14:xfrm>
                <a:off x="8353326" y="561543"/>
                <a:ext cx="28800" cy="122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16A56A0-A91B-6AD2-540D-641893F4186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35686" y="543903"/>
                  <a:ext cx="644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B04F135-C6E8-B111-4F45-236C995A3369}"/>
                    </a:ext>
                  </a:extLst>
                </p14:cNvPr>
                <p14:cNvContentPartPr/>
                <p14:nvPr/>
              </p14:nvContentPartPr>
              <p14:xfrm>
                <a:off x="8369166" y="428703"/>
                <a:ext cx="30960" cy="41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B04F135-C6E8-B111-4F45-236C995A33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51166" y="410703"/>
                  <a:ext cx="666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60AACF4-ACB3-5E9C-D9F7-D211C1EB067A}"/>
                    </a:ext>
                  </a:extLst>
                </p14:cNvPr>
                <p14:cNvContentPartPr/>
                <p14:nvPr/>
              </p14:nvContentPartPr>
              <p14:xfrm>
                <a:off x="8445846" y="577383"/>
                <a:ext cx="122760" cy="122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60AACF4-ACB3-5E9C-D9F7-D211C1EB067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28206" y="559743"/>
                  <a:ext cx="158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5B13A8B-2C1D-A3EB-7D3D-3165F40A65F9}"/>
                    </a:ext>
                  </a:extLst>
                </p14:cNvPr>
                <p14:cNvContentPartPr/>
                <p14:nvPr/>
              </p14:nvContentPartPr>
              <p14:xfrm>
                <a:off x="8640606" y="517263"/>
                <a:ext cx="900720" cy="187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5B13A8B-2C1D-A3EB-7D3D-3165F40A65F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22966" y="499263"/>
                  <a:ext cx="936360" cy="22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B862BEE-C6C4-8C5B-2304-CDE6FF7DB39E}"/>
                  </a:ext>
                </a:extLst>
              </p14:cNvPr>
              <p14:cNvContentPartPr/>
              <p14:nvPr/>
            </p14:nvContentPartPr>
            <p14:xfrm>
              <a:off x="9999246" y="668823"/>
              <a:ext cx="32040" cy="39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B862BEE-C6C4-8C5B-2304-CDE6FF7DB39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981606" y="650823"/>
                <a:ext cx="676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B65C30D8-FF20-E838-BB79-53766534CDC6}"/>
              </a:ext>
            </a:extLst>
          </p:cNvPr>
          <p:cNvGrpSpPr/>
          <p:nvPr/>
        </p:nvGrpSpPr>
        <p:grpSpPr>
          <a:xfrm>
            <a:off x="1365366" y="1812903"/>
            <a:ext cx="357480" cy="343440"/>
            <a:chOff x="1365366" y="1812903"/>
            <a:chExt cx="35748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65F8C2-F2A4-AE94-0AD0-C2FBF6D794B8}"/>
                    </a:ext>
                  </a:extLst>
                </p14:cNvPr>
                <p14:cNvContentPartPr/>
                <p14:nvPr/>
              </p14:nvContentPartPr>
              <p14:xfrm>
                <a:off x="1437366" y="1812903"/>
                <a:ext cx="285480" cy="29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565F8C2-F2A4-AE94-0AD0-C2FBF6D794B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19366" y="1794903"/>
                  <a:ext cx="3211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3CE70AB-84DC-3AEA-AB60-C94941F136FC}"/>
                    </a:ext>
                  </a:extLst>
                </p14:cNvPr>
                <p14:cNvContentPartPr/>
                <p14:nvPr/>
              </p14:nvContentPartPr>
              <p14:xfrm>
                <a:off x="1526286" y="1853943"/>
                <a:ext cx="90000" cy="270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3CE70AB-84DC-3AEA-AB60-C94941F136F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08646" y="1835943"/>
                  <a:ext cx="1256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2756A42-0F90-28B0-FB71-D89D42B1E604}"/>
                    </a:ext>
                  </a:extLst>
                </p14:cNvPr>
                <p14:cNvContentPartPr/>
                <p14:nvPr/>
              </p14:nvContentPartPr>
              <p14:xfrm>
                <a:off x="1365366" y="2133663"/>
                <a:ext cx="335880" cy="22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2756A42-0F90-28B0-FB71-D89D42B1E60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47366" y="2116023"/>
                  <a:ext cx="37152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E656170-DF3C-E58A-6734-E246877890CA}"/>
              </a:ext>
            </a:extLst>
          </p:cNvPr>
          <p:cNvGrpSpPr/>
          <p:nvPr/>
        </p:nvGrpSpPr>
        <p:grpSpPr>
          <a:xfrm>
            <a:off x="608286" y="1797063"/>
            <a:ext cx="590040" cy="376920"/>
            <a:chOff x="608286" y="1797063"/>
            <a:chExt cx="59004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43AFEEC-3525-413F-EA52-9D96056A8A6C}"/>
                    </a:ext>
                  </a:extLst>
                </p14:cNvPr>
                <p14:cNvContentPartPr/>
                <p14:nvPr/>
              </p14:nvContentPartPr>
              <p14:xfrm>
                <a:off x="608286" y="1822263"/>
                <a:ext cx="200880" cy="351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43AFEEC-3525-413F-EA52-9D96056A8A6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0286" y="1804263"/>
                  <a:ext cx="23652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70398CE-F2B4-0851-B9CA-F2696E941BFB}"/>
                    </a:ext>
                  </a:extLst>
                </p14:cNvPr>
                <p14:cNvContentPartPr/>
                <p14:nvPr/>
              </p14:nvContentPartPr>
              <p14:xfrm>
                <a:off x="776766" y="1797063"/>
                <a:ext cx="44640" cy="340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0398CE-F2B4-0851-B9CA-F2696E941BF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9126" y="1779423"/>
                  <a:ext cx="802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82B2BAD-720E-5B90-3C73-4DE078DF1BB9}"/>
                    </a:ext>
                  </a:extLst>
                </p14:cNvPr>
                <p14:cNvContentPartPr/>
                <p14:nvPr/>
              </p14:nvContentPartPr>
              <p14:xfrm>
                <a:off x="652566" y="2013423"/>
                <a:ext cx="137520" cy="25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82B2BAD-720E-5B90-3C73-4DE078DF1BB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4566" y="1995783"/>
                  <a:ext cx="173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115109C-84CE-7CFE-7C25-1E873384EA1E}"/>
                    </a:ext>
                  </a:extLst>
                </p14:cNvPr>
                <p14:cNvContentPartPr/>
                <p14:nvPr/>
              </p14:nvContentPartPr>
              <p14:xfrm>
                <a:off x="995646" y="1974543"/>
                <a:ext cx="121320" cy="14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115109C-84CE-7CFE-7C25-1E873384EA1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7646" y="1956543"/>
                  <a:ext cx="1569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F0091EB-2953-6D6E-00C1-D27511833B5A}"/>
                    </a:ext>
                  </a:extLst>
                </p14:cNvPr>
                <p14:cNvContentPartPr/>
                <p14:nvPr/>
              </p14:nvContentPartPr>
              <p14:xfrm>
                <a:off x="1030566" y="2061663"/>
                <a:ext cx="167760" cy="41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F0091EB-2953-6D6E-00C1-D27511833B5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2926" y="2044023"/>
                  <a:ext cx="20340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3E38704-9A7B-5D67-C6D5-6480E7C92B6A}"/>
              </a:ext>
            </a:extLst>
          </p:cNvPr>
          <p:cNvGrpSpPr/>
          <p:nvPr/>
        </p:nvGrpSpPr>
        <p:grpSpPr>
          <a:xfrm>
            <a:off x="1921926" y="1807863"/>
            <a:ext cx="347040" cy="357840"/>
            <a:chOff x="1921926" y="1807863"/>
            <a:chExt cx="34704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1907113-1D2B-763F-19F3-C5701DCC1E64}"/>
                    </a:ext>
                  </a:extLst>
                </p14:cNvPr>
                <p14:cNvContentPartPr/>
                <p14:nvPr/>
              </p14:nvContentPartPr>
              <p14:xfrm>
                <a:off x="1921926" y="1884543"/>
                <a:ext cx="109440" cy="281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1907113-1D2B-763F-19F3-C5701DCC1E6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04286" y="1866903"/>
                  <a:ext cx="1450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C525051-E675-743F-7D69-F2A2F97080D4}"/>
                    </a:ext>
                  </a:extLst>
                </p14:cNvPr>
                <p14:cNvContentPartPr/>
                <p14:nvPr/>
              </p14:nvContentPartPr>
              <p14:xfrm>
                <a:off x="2022006" y="1807863"/>
                <a:ext cx="246960" cy="288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C525051-E675-743F-7D69-F2A2F97080D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04006" y="1789863"/>
                  <a:ext cx="2826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7292C78-7BB3-A7D4-C19D-D4BC83D9EF66}"/>
                    </a:ext>
                  </a:extLst>
                </p14:cNvPr>
                <p14:cNvContentPartPr/>
                <p14:nvPr/>
              </p14:nvContentPartPr>
              <p14:xfrm>
                <a:off x="2016606" y="1997583"/>
                <a:ext cx="124200" cy="18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7292C78-7BB3-A7D4-C19D-D4BC83D9EF6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998606" y="1979943"/>
                  <a:ext cx="15984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DE3AE90-FB50-BB83-6B65-423BC3CBA389}"/>
              </a:ext>
            </a:extLst>
          </p:cNvPr>
          <p:cNvGrpSpPr/>
          <p:nvPr/>
        </p:nvGrpSpPr>
        <p:grpSpPr>
          <a:xfrm>
            <a:off x="1495326" y="2580423"/>
            <a:ext cx="283320" cy="211320"/>
            <a:chOff x="1495326" y="2580423"/>
            <a:chExt cx="283320" cy="2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E184576-AD7F-51F6-97F3-14AB4D078F76}"/>
                    </a:ext>
                  </a:extLst>
                </p14:cNvPr>
                <p14:cNvContentPartPr/>
                <p14:nvPr/>
              </p14:nvContentPartPr>
              <p14:xfrm>
                <a:off x="1495326" y="2683383"/>
                <a:ext cx="102240" cy="9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E184576-AD7F-51F6-97F3-14AB4D078F7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77326" y="2665383"/>
                  <a:ext cx="137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F5F18F5-4B73-8383-8ECC-A3B7D1EDF286}"/>
                    </a:ext>
                  </a:extLst>
                </p14:cNvPr>
                <p14:cNvContentPartPr/>
                <p14:nvPr/>
              </p14:nvContentPartPr>
              <p14:xfrm>
                <a:off x="1635726" y="2580423"/>
                <a:ext cx="142920" cy="211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F5F18F5-4B73-8383-8ECC-A3B7D1EDF28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17726" y="2562423"/>
                  <a:ext cx="17856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3BA24DC-9D80-8250-36E1-E7173FD7B7E3}"/>
              </a:ext>
            </a:extLst>
          </p:cNvPr>
          <p:cNvGrpSpPr/>
          <p:nvPr/>
        </p:nvGrpSpPr>
        <p:grpSpPr>
          <a:xfrm>
            <a:off x="1488126" y="2968143"/>
            <a:ext cx="324360" cy="204480"/>
            <a:chOff x="1488126" y="2968143"/>
            <a:chExt cx="324360" cy="20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2FB5FFC-40BF-DE5F-E1DC-4623F89EE7D8}"/>
                    </a:ext>
                  </a:extLst>
                </p14:cNvPr>
                <p14:cNvContentPartPr/>
                <p14:nvPr/>
              </p14:nvContentPartPr>
              <p14:xfrm>
                <a:off x="1488126" y="3064983"/>
                <a:ext cx="106560" cy="7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2FB5FFC-40BF-DE5F-E1DC-4623F89EE7D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70126" y="3047343"/>
                  <a:ext cx="1422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756E68C-411D-4765-70D7-F433257CF35C}"/>
                    </a:ext>
                  </a:extLst>
                </p14:cNvPr>
                <p14:cNvContentPartPr/>
                <p14:nvPr/>
              </p14:nvContentPartPr>
              <p14:xfrm>
                <a:off x="1653726" y="2968143"/>
                <a:ext cx="158760" cy="204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756E68C-411D-4765-70D7-F433257CF3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35726" y="2950143"/>
                  <a:ext cx="19440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DCCAB31-14B5-9222-0459-5E22391D0274}"/>
              </a:ext>
            </a:extLst>
          </p:cNvPr>
          <p:cNvGrpSpPr/>
          <p:nvPr/>
        </p:nvGrpSpPr>
        <p:grpSpPr>
          <a:xfrm>
            <a:off x="520446" y="2499783"/>
            <a:ext cx="499320" cy="1079640"/>
            <a:chOff x="520446" y="2499783"/>
            <a:chExt cx="499320" cy="107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C859069-F771-4211-4BFA-943AA929380C}"/>
                    </a:ext>
                  </a:extLst>
                </p14:cNvPr>
                <p14:cNvContentPartPr/>
                <p14:nvPr/>
              </p14:nvContentPartPr>
              <p14:xfrm>
                <a:off x="520446" y="2499783"/>
                <a:ext cx="244080" cy="1079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C859069-F771-4211-4BFA-943AA92938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2446" y="2482143"/>
                  <a:ext cx="279720" cy="11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F5087DA-ADEE-C8BB-FCFC-44E052C87205}"/>
                    </a:ext>
                  </a:extLst>
                </p14:cNvPr>
                <p14:cNvContentPartPr/>
                <p14:nvPr/>
              </p14:nvContentPartPr>
              <p14:xfrm>
                <a:off x="893046" y="2548023"/>
                <a:ext cx="126720" cy="221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F5087DA-ADEE-C8BB-FCFC-44E052C8720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5046" y="2530383"/>
                  <a:ext cx="1623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9A45A88-B1EC-81D8-7AF3-6426AB689EDF}"/>
                    </a:ext>
                  </a:extLst>
                </p14:cNvPr>
                <p14:cNvContentPartPr/>
                <p14:nvPr/>
              </p14:nvContentPartPr>
              <p14:xfrm>
                <a:off x="800166" y="2965623"/>
                <a:ext cx="218880" cy="190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9A45A88-B1EC-81D8-7AF3-6426AB689ED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2166" y="2947983"/>
                  <a:ext cx="2545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6079FDB-1719-C50D-28BA-39CC5A8987DF}"/>
                    </a:ext>
                  </a:extLst>
                </p14:cNvPr>
                <p14:cNvContentPartPr/>
                <p14:nvPr/>
              </p14:nvContentPartPr>
              <p14:xfrm>
                <a:off x="816366" y="3329583"/>
                <a:ext cx="147240" cy="192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6079FDB-1719-C50D-28BA-39CC5A8987D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8726" y="3311583"/>
                  <a:ext cx="18288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931AF11-2387-DDE9-46D1-D9A244DD01B4}"/>
              </a:ext>
            </a:extLst>
          </p:cNvPr>
          <p:cNvGrpSpPr/>
          <p:nvPr/>
        </p:nvGrpSpPr>
        <p:grpSpPr>
          <a:xfrm>
            <a:off x="1470126" y="3382143"/>
            <a:ext cx="234000" cy="180000"/>
            <a:chOff x="1470126" y="3382143"/>
            <a:chExt cx="234000" cy="18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65A9EDA-0653-2E11-4359-DA6AB1918F4D}"/>
                    </a:ext>
                  </a:extLst>
                </p14:cNvPr>
                <p14:cNvContentPartPr/>
                <p14:nvPr/>
              </p14:nvContentPartPr>
              <p14:xfrm>
                <a:off x="1470126" y="3468903"/>
                <a:ext cx="113400" cy="19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65A9EDA-0653-2E11-4359-DA6AB1918F4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52126" y="3451263"/>
                  <a:ext cx="149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B69B6DE-0F04-7C69-3F20-DD1022E84D80}"/>
                    </a:ext>
                  </a:extLst>
                </p14:cNvPr>
                <p14:cNvContentPartPr/>
                <p14:nvPr/>
              </p14:nvContentPartPr>
              <p14:xfrm>
                <a:off x="1690806" y="3382143"/>
                <a:ext cx="13320" cy="180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B69B6DE-0F04-7C69-3F20-DD1022E84D8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72806" y="3364503"/>
                  <a:ext cx="4896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906F09B-A562-3674-54C1-79D0D9D74C2A}"/>
              </a:ext>
            </a:extLst>
          </p:cNvPr>
          <p:cNvGrpSpPr/>
          <p:nvPr/>
        </p:nvGrpSpPr>
        <p:grpSpPr>
          <a:xfrm>
            <a:off x="2061246" y="2374863"/>
            <a:ext cx="565560" cy="1450800"/>
            <a:chOff x="2061246" y="2374863"/>
            <a:chExt cx="565560" cy="145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084DA2A-0DA2-0B33-7E0C-4C069B59FDD6}"/>
                    </a:ext>
                  </a:extLst>
                </p14:cNvPr>
                <p14:cNvContentPartPr/>
                <p14:nvPr/>
              </p14:nvContentPartPr>
              <p14:xfrm>
                <a:off x="2079606" y="2561343"/>
                <a:ext cx="128880" cy="240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084DA2A-0DA2-0B33-7E0C-4C069B59FDD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61966" y="2543703"/>
                  <a:ext cx="1645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1BD72CF-6630-1045-840D-6F3D11A8C0B8}"/>
                    </a:ext>
                  </a:extLst>
                </p14:cNvPr>
                <p14:cNvContentPartPr/>
                <p14:nvPr/>
              </p14:nvContentPartPr>
              <p14:xfrm>
                <a:off x="2061246" y="2936463"/>
                <a:ext cx="126000" cy="307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1BD72CF-6630-1045-840D-6F3D11A8C0B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043246" y="2918463"/>
                  <a:ext cx="1616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274DFE8-5790-7969-E18F-F6B5644C1C36}"/>
                    </a:ext>
                  </a:extLst>
                </p14:cNvPr>
                <p14:cNvContentPartPr/>
                <p14:nvPr/>
              </p14:nvContentPartPr>
              <p14:xfrm>
                <a:off x="2111646" y="3361983"/>
                <a:ext cx="12960" cy="173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274DFE8-5790-7969-E18F-F6B5644C1C3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94006" y="3343983"/>
                  <a:ext cx="486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794CCCD-856E-7E2A-7E41-10B730557101}"/>
                    </a:ext>
                  </a:extLst>
                </p14:cNvPr>
                <p14:cNvContentPartPr/>
                <p14:nvPr/>
              </p14:nvContentPartPr>
              <p14:xfrm>
                <a:off x="2246286" y="2374863"/>
                <a:ext cx="380520" cy="1450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794CCCD-856E-7E2A-7E41-10B73055710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28646" y="2357223"/>
                  <a:ext cx="416160" cy="148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553D747-4C9B-55C5-4E08-CA4744C94764}"/>
              </a:ext>
            </a:extLst>
          </p:cNvPr>
          <p:cNvGrpSpPr/>
          <p:nvPr/>
        </p:nvGrpSpPr>
        <p:grpSpPr>
          <a:xfrm>
            <a:off x="2851446" y="2432103"/>
            <a:ext cx="661320" cy="1181880"/>
            <a:chOff x="2851446" y="2432103"/>
            <a:chExt cx="661320" cy="11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971FD79-80D5-8D56-00C1-A5FFA8ABA61E}"/>
                    </a:ext>
                  </a:extLst>
                </p14:cNvPr>
                <p14:cNvContentPartPr/>
                <p14:nvPr/>
              </p14:nvContentPartPr>
              <p14:xfrm>
                <a:off x="2859366" y="2880663"/>
                <a:ext cx="89640" cy="22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971FD79-80D5-8D56-00C1-A5FFA8ABA61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41726" y="2863023"/>
                  <a:ext cx="125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029C061-ADF0-8D2D-F492-998292E4F5FC}"/>
                    </a:ext>
                  </a:extLst>
                </p14:cNvPr>
                <p14:cNvContentPartPr/>
                <p14:nvPr/>
              </p14:nvContentPartPr>
              <p14:xfrm>
                <a:off x="2851446" y="2968143"/>
                <a:ext cx="95400" cy="25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029C061-ADF0-8D2D-F492-998292E4F5F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33446" y="2950143"/>
                  <a:ext cx="1310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010B127-A50E-17F9-55DE-81A8CA67CF3E}"/>
                    </a:ext>
                  </a:extLst>
                </p14:cNvPr>
                <p14:cNvContentPartPr/>
                <p14:nvPr/>
              </p14:nvContentPartPr>
              <p14:xfrm>
                <a:off x="3054846" y="2432103"/>
                <a:ext cx="268920" cy="1181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010B127-A50E-17F9-55DE-81A8CA67CF3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36846" y="2414463"/>
                  <a:ext cx="304560" cy="12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65CF941-9E04-00C6-8861-DEBA25ADFB67}"/>
                    </a:ext>
                  </a:extLst>
                </p14:cNvPr>
                <p14:cNvContentPartPr/>
                <p14:nvPr/>
              </p14:nvContentPartPr>
              <p14:xfrm>
                <a:off x="3485406" y="2452263"/>
                <a:ext cx="27360" cy="212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65CF941-9E04-00C6-8861-DEBA25ADFB6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67766" y="2434263"/>
                  <a:ext cx="63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76267D7-6E22-578C-E4C4-BE6BFDC430FD}"/>
                    </a:ext>
                  </a:extLst>
                </p14:cNvPr>
                <p14:cNvContentPartPr/>
                <p14:nvPr/>
              </p14:nvContentPartPr>
              <p14:xfrm>
                <a:off x="3389646" y="2928903"/>
                <a:ext cx="112320" cy="187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76267D7-6E22-578C-E4C4-BE6BFDC430F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72006" y="2910903"/>
                  <a:ext cx="1479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7524875-5D66-D329-E1A1-2F619706122E}"/>
                    </a:ext>
                  </a:extLst>
                </p14:cNvPr>
                <p14:cNvContentPartPr/>
                <p14:nvPr/>
              </p14:nvContentPartPr>
              <p14:xfrm>
                <a:off x="3328446" y="3378183"/>
                <a:ext cx="103320" cy="160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7524875-5D66-D329-E1A1-2F619706122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10806" y="3360183"/>
                  <a:ext cx="13896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C388241-62F0-1FCB-91CA-CF66D2FD5DDE}"/>
              </a:ext>
            </a:extLst>
          </p:cNvPr>
          <p:cNvGrpSpPr/>
          <p:nvPr/>
        </p:nvGrpSpPr>
        <p:grpSpPr>
          <a:xfrm>
            <a:off x="3780966" y="2354703"/>
            <a:ext cx="930960" cy="1312920"/>
            <a:chOff x="3780966" y="2354703"/>
            <a:chExt cx="930960" cy="13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FD43BC6-64D6-54F0-A587-FFBDB9FFDD79}"/>
                    </a:ext>
                  </a:extLst>
                </p14:cNvPr>
                <p14:cNvContentPartPr/>
                <p14:nvPr/>
              </p14:nvContentPartPr>
              <p14:xfrm>
                <a:off x="3838926" y="2906943"/>
                <a:ext cx="25560" cy="186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FD43BC6-64D6-54F0-A587-FFBDB9FFDD7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20926" y="2888943"/>
                  <a:ext cx="612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6219D1E-F48C-4CDB-2A12-21FECD28CC11}"/>
                    </a:ext>
                  </a:extLst>
                </p14:cNvPr>
                <p14:cNvContentPartPr/>
                <p14:nvPr/>
              </p14:nvContentPartPr>
              <p14:xfrm>
                <a:off x="4205766" y="3329943"/>
                <a:ext cx="18720" cy="182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6219D1E-F48C-4CDB-2A12-21FECD28CC1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87766" y="3312303"/>
                  <a:ext cx="543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45401FC-5793-F966-87CB-B98F77F0E42A}"/>
                    </a:ext>
                  </a:extLst>
                </p14:cNvPr>
                <p14:cNvContentPartPr/>
                <p14:nvPr/>
              </p14:nvContentPartPr>
              <p14:xfrm>
                <a:off x="3780966" y="3386463"/>
                <a:ext cx="121320" cy="214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45401FC-5793-F966-87CB-B98F77F0E42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63326" y="3368463"/>
                  <a:ext cx="1569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BCEE4C-4BA6-187D-79E6-CCB7845F5541}"/>
                    </a:ext>
                  </a:extLst>
                </p14:cNvPr>
                <p14:cNvContentPartPr/>
                <p14:nvPr/>
              </p14:nvContentPartPr>
              <p14:xfrm>
                <a:off x="3850086" y="2449023"/>
                <a:ext cx="143640" cy="204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BCEE4C-4BA6-187D-79E6-CCB7845F554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32086" y="2431023"/>
                  <a:ext cx="179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047AE94-83A0-1B12-ED9D-26E0F9D4A8AA}"/>
                    </a:ext>
                  </a:extLst>
                </p14:cNvPr>
                <p14:cNvContentPartPr/>
                <p14:nvPr/>
              </p14:nvContentPartPr>
              <p14:xfrm>
                <a:off x="4166886" y="2533263"/>
                <a:ext cx="141120" cy="188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047AE94-83A0-1B12-ED9D-26E0F9D4A8A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49246" y="2515623"/>
                  <a:ext cx="1767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C9F511D-A667-393B-7F45-542D3C64D206}"/>
                    </a:ext>
                  </a:extLst>
                </p14:cNvPr>
                <p14:cNvContentPartPr/>
                <p14:nvPr/>
              </p14:nvContentPartPr>
              <p14:xfrm>
                <a:off x="4194606" y="2920623"/>
                <a:ext cx="123840" cy="186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C9F511D-A667-393B-7F45-542D3C64D20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176966" y="2902983"/>
                  <a:ext cx="159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EE57B58-8663-65A3-53D6-C1C197CE606E}"/>
                    </a:ext>
                  </a:extLst>
                </p14:cNvPr>
                <p14:cNvContentPartPr/>
                <p14:nvPr/>
              </p14:nvContentPartPr>
              <p14:xfrm>
                <a:off x="4341846" y="2354703"/>
                <a:ext cx="370080" cy="1312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EE57B58-8663-65A3-53D6-C1C197CE606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23846" y="2336703"/>
                  <a:ext cx="405720" cy="134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4FB0EC2-E0A4-FB9E-709D-E3978F3EBEA2}"/>
              </a:ext>
            </a:extLst>
          </p:cNvPr>
          <p:cNvGrpSpPr/>
          <p:nvPr/>
        </p:nvGrpSpPr>
        <p:grpSpPr>
          <a:xfrm>
            <a:off x="4876446" y="2646663"/>
            <a:ext cx="297720" cy="442800"/>
            <a:chOff x="4876446" y="2646663"/>
            <a:chExt cx="29772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6C477E5-D33F-07DD-A549-0AF8A5A3113A}"/>
                    </a:ext>
                  </a:extLst>
                </p14:cNvPr>
                <p14:cNvContentPartPr/>
                <p14:nvPr/>
              </p14:nvContentPartPr>
              <p14:xfrm>
                <a:off x="4886886" y="2646663"/>
                <a:ext cx="287280" cy="442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6C477E5-D33F-07DD-A549-0AF8A5A3113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68886" y="2629023"/>
                  <a:ext cx="32292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7AC131C-9A83-1DC6-74E4-5FB4B9A87554}"/>
                    </a:ext>
                  </a:extLst>
                </p14:cNvPr>
                <p14:cNvContentPartPr/>
                <p14:nvPr/>
              </p14:nvContentPartPr>
              <p14:xfrm>
                <a:off x="4876446" y="2887503"/>
                <a:ext cx="275040" cy="9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7AC131C-9A83-1DC6-74E4-5FB4B9A8755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58446" y="2869863"/>
                  <a:ext cx="3106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289DBA6-D60D-9BE2-8016-654B498540F9}"/>
              </a:ext>
            </a:extLst>
          </p:cNvPr>
          <p:cNvGrpSpPr/>
          <p:nvPr/>
        </p:nvGrpSpPr>
        <p:grpSpPr>
          <a:xfrm>
            <a:off x="82326" y="3994863"/>
            <a:ext cx="1166760" cy="1389600"/>
            <a:chOff x="82326" y="3994863"/>
            <a:chExt cx="1166760" cy="13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8A1BBA7-5C76-4361-A048-761BFD3C7459}"/>
                    </a:ext>
                  </a:extLst>
                </p14:cNvPr>
                <p14:cNvContentPartPr/>
                <p14:nvPr/>
              </p14:nvContentPartPr>
              <p14:xfrm>
                <a:off x="183846" y="4171623"/>
                <a:ext cx="30600" cy="239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8A1BBA7-5C76-4361-A048-761BFD3C745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66206" y="4153623"/>
                  <a:ext cx="662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EB0FF4F-4A1F-30ED-0FBD-185E1049B849}"/>
                    </a:ext>
                  </a:extLst>
                </p14:cNvPr>
                <p14:cNvContentPartPr/>
                <p14:nvPr/>
              </p14:nvContentPartPr>
              <p14:xfrm>
                <a:off x="82326" y="4461063"/>
                <a:ext cx="215280" cy="52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EB0FF4F-4A1F-30ED-0FBD-185E1049B84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4686" y="4443423"/>
                  <a:ext cx="250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BD13B9B-A045-9CE5-96A3-99B09F3FD59B}"/>
                    </a:ext>
                  </a:extLst>
                </p14:cNvPr>
                <p14:cNvContentPartPr/>
                <p14:nvPr/>
              </p14:nvContentPartPr>
              <p14:xfrm>
                <a:off x="130566" y="4614783"/>
                <a:ext cx="128880" cy="172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BD13B9B-A045-9CE5-96A3-99B09F3FD59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2926" y="4597143"/>
                  <a:ext cx="1645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5003341-151E-DA2D-3F49-A3CD105D07BE}"/>
                    </a:ext>
                  </a:extLst>
                </p14:cNvPr>
                <p14:cNvContentPartPr/>
                <p14:nvPr/>
              </p14:nvContentPartPr>
              <p14:xfrm>
                <a:off x="450606" y="4202583"/>
                <a:ext cx="30240" cy="245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5003341-151E-DA2D-3F49-A3CD105D07B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32966" y="4184943"/>
                  <a:ext cx="658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E5CE195-D6A5-1090-9F54-B59CB61792FF}"/>
                    </a:ext>
                  </a:extLst>
                </p14:cNvPr>
                <p14:cNvContentPartPr/>
                <p14:nvPr/>
              </p14:nvContentPartPr>
              <p14:xfrm>
                <a:off x="447726" y="4146783"/>
                <a:ext cx="149760" cy="279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E5CE195-D6A5-1090-9F54-B59CB61792F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30086" y="4129143"/>
                  <a:ext cx="1854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6A548C1-B6C9-22E4-3B11-D22B70598DBD}"/>
                    </a:ext>
                  </a:extLst>
                </p14:cNvPr>
                <p14:cNvContentPartPr/>
                <p14:nvPr/>
              </p14:nvContentPartPr>
              <p14:xfrm>
                <a:off x="711606" y="4369983"/>
                <a:ext cx="10800" cy="146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6A548C1-B6C9-22E4-3B11-D22B70598DB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3606" y="4351983"/>
                  <a:ext cx="464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C69A19B-8112-17CD-0959-412D1DB27593}"/>
                    </a:ext>
                  </a:extLst>
                </p14:cNvPr>
                <p14:cNvContentPartPr/>
                <p14:nvPr/>
              </p14:nvContentPartPr>
              <p14:xfrm>
                <a:off x="854886" y="3994863"/>
                <a:ext cx="238320" cy="1389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C69A19B-8112-17CD-0959-412D1DB2759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37246" y="3976863"/>
                  <a:ext cx="273960" cy="14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5A23905-D659-D0BB-1A82-E9D122CE3802}"/>
                    </a:ext>
                  </a:extLst>
                </p14:cNvPr>
                <p14:cNvContentPartPr/>
                <p14:nvPr/>
              </p14:nvContentPartPr>
              <p14:xfrm>
                <a:off x="1244406" y="4110423"/>
                <a:ext cx="4680" cy="224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5A23905-D659-D0BB-1A82-E9D122CE380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26766" y="4092423"/>
                  <a:ext cx="4032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B1FF692E-0820-4658-02B4-E2B17CA35E9A}"/>
              </a:ext>
            </a:extLst>
          </p:cNvPr>
          <p:cNvGrpSpPr/>
          <p:nvPr/>
        </p:nvGrpSpPr>
        <p:grpSpPr>
          <a:xfrm>
            <a:off x="1786566" y="4167663"/>
            <a:ext cx="265680" cy="217440"/>
            <a:chOff x="1786566" y="4167663"/>
            <a:chExt cx="265680" cy="2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C857684-82C2-89B3-FAE7-CD0A0CDA8926}"/>
                    </a:ext>
                  </a:extLst>
                </p14:cNvPr>
                <p14:cNvContentPartPr/>
                <p14:nvPr/>
              </p14:nvContentPartPr>
              <p14:xfrm>
                <a:off x="1786566" y="4243623"/>
                <a:ext cx="169200" cy="5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C857684-82C2-89B3-FAE7-CD0A0CDA892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768566" y="4225983"/>
                  <a:ext cx="204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EDD69DE-6FD1-279B-9C0B-D5850D426159}"/>
                    </a:ext>
                  </a:extLst>
                </p14:cNvPr>
                <p14:cNvContentPartPr/>
                <p14:nvPr/>
              </p14:nvContentPartPr>
              <p14:xfrm>
                <a:off x="2034606" y="4167663"/>
                <a:ext cx="17640" cy="217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EDD69DE-6FD1-279B-9C0B-D5850D42615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016966" y="4149663"/>
                  <a:ext cx="53280" cy="25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649296E-A1B8-8CBB-A3E2-5914477AE355}"/>
                  </a:ext>
                </a:extLst>
              </p14:cNvPr>
              <p14:cNvContentPartPr/>
              <p14:nvPr/>
            </p14:nvContentPartPr>
            <p14:xfrm>
              <a:off x="1088526" y="4691823"/>
              <a:ext cx="162360" cy="2232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649296E-A1B8-8CBB-A3E2-5914477AE35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70886" y="4674183"/>
                <a:ext cx="19800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67642B6-5403-D800-CE3E-DA2F8A0A2063}"/>
              </a:ext>
            </a:extLst>
          </p:cNvPr>
          <p:cNvGrpSpPr/>
          <p:nvPr/>
        </p:nvGrpSpPr>
        <p:grpSpPr>
          <a:xfrm>
            <a:off x="1781526" y="4661223"/>
            <a:ext cx="374400" cy="240840"/>
            <a:chOff x="1781526" y="4661223"/>
            <a:chExt cx="37440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EB1C95E-8F80-1481-A089-9984CB0B2BBD}"/>
                    </a:ext>
                  </a:extLst>
                </p14:cNvPr>
                <p14:cNvContentPartPr/>
                <p14:nvPr/>
              </p14:nvContentPartPr>
              <p14:xfrm>
                <a:off x="1781526" y="4756983"/>
                <a:ext cx="144360" cy="216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EB1C95E-8F80-1481-A089-9984CB0B2BB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63526" y="4738983"/>
                  <a:ext cx="180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BE787EB-E533-5CC9-5902-2189B0CFBC6E}"/>
                    </a:ext>
                  </a:extLst>
                </p14:cNvPr>
                <p14:cNvContentPartPr/>
                <p14:nvPr/>
              </p14:nvContentPartPr>
              <p14:xfrm>
                <a:off x="1988886" y="4661223"/>
                <a:ext cx="167040" cy="240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BE787EB-E533-5CC9-5902-2189B0CFBC6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70886" y="4643223"/>
                  <a:ext cx="202680" cy="27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81C2C054-8134-D55C-7CCD-77023AEAD76F}"/>
                  </a:ext>
                </a:extLst>
              </p14:cNvPr>
              <p14:cNvContentPartPr/>
              <p14:nvPr/>
            </p14:nvContentPartPr>
            <p14:xfrm>
              <a:off x="1148646" y="5116623"/>
              <a:ext cx="162000" cy="2037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81C2C054-8134-D55C-7CCD-77023AEAD76F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131006" y="5098983"/>
                <a:ext cx="197640" cy="23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5178884-D3AC-C660-AA7F-1668019C244C}"/>
              </a:ext>
            </a:extLst>
          </p:cNvPr>
          <p:cNvGrpSpPr/>
          <p:nvPr/>
        </p:nvGrpSpPr>
        <p:grpSpPr>
          <a:xfrm>
            <a:off x="1967286" y="5187903"/>
            <a:ext cx="251640" cy="203040"/>
            <a:chOff x="1967286" y="5187903"/>
            <a:chExt cx="25164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616313C-27A9-9D6E-C2B5-62543C77E093}"/>
                    </a:ext>
                  </a:extLst>
                </p14:cNvPr>
                <p14:cNvContentPartPr/>
                <p14:nvPr/>
              </p14:nvContentPartPr>
              <p14:xfrm>
                <a:off x="1967286" y="5276103"/>
                <a:ext cx="126360" cy="82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616313C-27A9-9D6E-C2B5-62543C77E09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949286" y="5258463"/>
                  <a:ext cx="1620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FABD425-3A8F-4D93-690E-F8CD21B123A7}"/>
                    </a:ext>
                  </a:extLst>
                </p14:cNvPr>
                <p14:cNvContentPartPr/>
                <p14:nvPr/>
              </p14:nvContentPartPr>
              <p14:xfrm>
                <a:off x="2207406" y="5187903"/>
                <a:ext cx="11520" cy="2030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FABD425-3A8F-4D93-690E-F8CD21B123A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189766" y="5169903"/>
                  <a:ext cx="4716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0AC27B14-A96B-2428-4F72-E4E6AA8A691D}"/>
              </a:ext>
            </a:extLst>
          </p:cNvPr>
          <p:cNvGrpSpPr/>
          <p:nvPr/>
        </p:nvGrpSpPr>
        <p:grpSpPr>
          <a:xfrm>
            <a:off x="5010726" y="3946263"/>
            <a:ext cx="614160" cy="1653120"/>
            <a:chOff x="5010726" y="3946263"/>
            <a:chExt cx="614160" cy="165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B78F777-AC98-784E-476A-9E966F86E61F}"/>
                    </a:ext>
                  </a:extLst>
                </p14:cNvPr>
                <p14:cNvContentPartPr/>
                <p14:nvPr/>
              </p14:nvContentPartPr>
              <p14:xfrm>
                <a:off x="5010726" y="4187103"/>
                <a:ext cx="182880" cy="2066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B78F777-AC98-784E-476A-9E966F86E61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992726" y="4169103"/>
                  <a:ext cx="218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24B2BF0-0CB3-C1B1-BF16-7798F702F921}"/>
                    </a:ext>
                  </a:extLst>
                </p14:cNvPr>
                <p14:cNvContentPartPr/>
                <p14:nvPr/>
              </p14:nvContentPartPr>
              <p14:xfrm>
                <a:off x="5046006" y="4724223"/>
                <a:ext cx="199800" cy="216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24B2BF0-0CB3-C1B1-BF16-7798F702F92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028366" y="4706583"/>
                  <a:ext cx="2354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4ACF14F-756B-3F66-E902-43617573A223}"/>
                    </a:ext>
                  </a:extLst>
                </p14:cNvPr>
                <p14:cNvContentPartPr/>
                <p14:nvPr/>
              </p14:nvContentPartPr>
              <p14:xfrm>
                <a:off x="5207646" y="5230383"/>
                <a:ext cx="7920" cy="241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4ACF14F-756B-3F66-E902-43617573A22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189646" y="5212383"/>
                  <a:ext cx="435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41CAC30-174B-C40F-B4D6-777F7EBB9D63}"/>
                    </a:ext>
                  </a:extLst>
                </p14:cNvPr>
                <p14:cNvContentPartPr/>
                <p14:nvPr/>
              </p14:nvContentPartPr>
              <p14:xfrm>
                <a:off x="5263446" y="3946263"/>
                <a:ext cx="361440" cy="1653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41CAC30-174B-C40F-B4D6-777F7EBB9D6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45446" y="3928623"/>
                  <a:ext cx="397080" cy="168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4D0E583-DCE6-5D7F-4110-9F8D7D4C9772}"/>
              </a:ext>
            </a:extLst>
          </p:cNvPr>
          <p:cNvGrpSpPr/>
          <p:nvPr/>
        </p:nvGrpSpPr>
        <p:grpSpPr>
          <a:xfrm>
            <a:off x="5917926" y="4356303"/>
            <a:ext cx="252360" cy="401400"/>
            <a:chOff x="5917926" y="4356303"/>
            <a:chExt cx="252360" cy="4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B7E60A9-6CB8-6ACC-D48E-BE4E44958409}"/>
                    </a:ext>
                  </a:extLst>
                </p14:cNvPr>
                <p14:cNvContentPartPr/>
                <p14:nvPr/>
              </p14:nvContentPartPr>
              <p14:xfrm>
                <a:off x="5943846" y="4356303"/>
                <a:ext cx="102960" cy="3445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B7E60A9-6CB8-6ACC-D48E-BE4E4495840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926206" y="4338663"/>
                  <a:ext cx="1386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E7E516F-5A16-DB2C-FF6B-4D8BD4E4D8FB}"/>
                    </a:ext>
                  </a:extLst>
                </p14:cNvPr>
                <p14:cNvContentPartPr/>
                <p14:nvPr/>
              </p14:nvContentPartPr>
              <p14:xfrm>
                <a:off x="6047526" y="4358823"/>
                <a:ext cx="80280" cy="3002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E7E516F-5A16-DB2C-FF6B-4D8BD4E4D8F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029886" y="4341183"/>
                  <a:ext cx="1159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02023BC-57F5-083E-D6EF-15B92EFC74E7}"/>
                    </a:ext>
                  </a:extLst>
                </p14:cNvPr>
                <p14:cNvContentPartPr/>
                <p14:nvPr/>
              </p14:nvContentPartPr>
              <p14:xfrm>
                <a:off x="5917926" y="4579863"/>
                <a:ext cx="86040" cy="47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02023BC-57F5-083E-D6EF-15B92EFC74E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00286" y="4562223"/>
                  <a:ext cx="121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6674A34-64E8-47ED-B0C7-52C2FBA40D2D}"/>
                    </a:ext>
                  </a:extLst>
                </p14:cNvPr>
                <p14:cNvContentPartPr/>
                <p14:nvPr/>
              </p14:nvContentPartPr>
              <p14:xfrm>
                <a:off x="5929806" y="4571223"/>
                <a:ext cx="240480" cy="255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6674A34-64E8-47ED-B0C7-52C2FBA40D2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912166" y="4553223"/>
                  <a:ext cx="2761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2C37BA0-9987-1216-F78E-8FAE3D2DA8FA}"/>
                    </a:ext>
                  </a:extLst>
                </p14:cNvPr>
                <p14:cNvContentPartPr/>
                <p14:nvPr/>
              </p14:nvContentPartPr>
              <p14:xfrm>
                <a:off x="6074526" y="4515783"/>
                <a:ext cx="16560" cy="2419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2C37BA0-9987-1216-F78E-8FAE3D2DA8F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056526" y="4498143"/>
                  <a:ext cx="5220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83040948-D78E-0DC2-2CB7-4597187D68EE}"/>
              </a:ext>
            </a:extLst>
          </p:cNvPr>
          <p:cNvGrpSpPr/>
          <p:nvPr/>
        </p:nvGrpSpPr>
        <p:grpSpPr>
          <a:xfrm>
            <a:off x="160446" y="5860383"/>
            <a:ext cx="1113120" cy="429840"/>
            <a:chOff x="160446" y="5860383"/>
            <a:chExt cx="111312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C5A61F4-9630-C105-1E9D-3601AE78BF0E}"/>
                    </a:ext>
                  </a:extLst>
                </p14:cNvPr>
                <p14:cNvContentPartPr/>
                <p14:nvPr/>
              </p14:nvContentPartPr>
              <p14:xfrm>
                <a:off x="160446" y="5903943"/>
                <a:ext cx="50400" cy="2250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C5A61F4-9630-C105-1E9D-3601AE78BF0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42806" y="5886303"/>
                  <a:ext cx="86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CE5DBB3-A0FA-34F7-5E38-5203844FF0D4}"/>
                    </a:ext>
                  </a:extLst>
                </p14:cNvPr>
                <p14:cNvContentPartPr/>
                <p14:nvPr/>
              </p14:nvContentPartPr>
              <p14:xfrm>
                <a:off x="173766" y="5860383"/>
                <a:ext cx="186840" cy="2415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CE5DBB3-A0FA-34F7-5E38-5203844FF0D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55766" y="5842743"/>
                  <a:ext cx="2224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8BAE84F-BE95-9D37-D62E-912CFB580930}"/>
                    </a:ext>
                  </a:extLst>
                </p14:cNvPr>
                <p14:cNvContentPartPr/>
                <p14:nvPr/>
              </p14:nvContentPartPr>
              <p14:xfrm>
                <a:off x="394446" y="6050463"/>
                <a:ext cx="117720" cy="1735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8BAE84F-BE95-9D37-D62E-912CFB58093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76446" y="6032463"/>
                  <a:ext cx="153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9A1CD0C-2464-47D2-D2E5-5F5E52E2C181}"/>
                    </a:ext>
                  </a:extLst>
                </p14:cNvPr>
                <p14:cNvContentPartPr/>
                <p14:nvPr/>
              </p14:nvContentPartPr>
              <p14:xfrm>
                <a:off x="663366" y="6017343"/>
                <a:ext cx="80640" cy="324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9A1CD0C-2464-47D2-D2E5-5F5E52E2C18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5366" y="5999703"/>
                  <a:ext cx="116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885FC1E-8824-CF89-1818-3482BF15E3DC}"/>
                    </a:ext>
                  </a:extLst>
                </p14:cNvPr>
                <p14:cNvContentPartPr/>
                <p14:nvPr/>
              </p14:nvContentPartPr>
              <p14:xfrm>
                <a:off x="792606" y="5867583"/>
                <a:ext cx="135360" cy="2736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885FC1E-8824-CF89-1818-3482BF15E3D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74966" y="5849583"/>
                  <a:ext cx="1710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13E5837-A4FC-E7C6-7945-7DC23684D331}"/>
                    </a:ext>
                  </a:extLst>
                </p14:cNvPr>
                <p14:cNvContentPartPr/>
                <p14:nvPr/>
              </p14:nvContentPartPr>
              <p14:xfrm>
                <a:off x="1020126" y="5945703"/>
                <a:ext cx="45720" cy="2232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13E5837-A4FC-E7C6-7945-7DC23684D33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02486" y="5927703"/>
                  <a:ext cx="81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7CF661F-A5FC-9D08-1C37-6E3BAA0EF303}"/>
                    </a:ext>
                  </a:extLst>
                </p14:cNvPr>
                <p14:cNvContentPartPr/>
                <p14:nvPr/>
              </p14:nvContentPartPr>
              <p14:xfrm>
                <a:off x="1045326" y="5901423"/>
                <a:ext cx="99000" cy="2566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7CF661F-A5FC-9D08-1C37-6E3BAA0EF30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7686" y="5883783"/>
                  <a:ext cx="1346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43418A2-9AAE-ABB4-CF28-6FAB31FDE5AA}"/>
                    </a:ext>
                  </a:extLst>
                </p14:cNvPr>
                <p14:cNvContentPartPr/>
                <p14:nvPr/>
              </p14:nvContentPartPr>
              <p14:xfrm>
                <a:off x="1247646" y="6106623"/>
                <a:ext cx="25920" cy="183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43418A2-9AAE-ABB4-CF28-6FAB31FDE5A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229646" y="6088983"/>
                  <a:ext cx="6156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A1ACCEF-8A65-CDE3-E79C-1CDD964004E9}"/>
              </a:ext>
            </a:extLst>
          </p:cNvPr>
          <p:cNvGrpSpPr/>
          <p:nvPr/>
        </p:nvGrpSpPr>
        <p:grpSpPr>
          <a:xfrm>
            <a:off x="1681806" y="5749143"/>
            <a:ext cx="471960" cy="1081440"/>
            <a:chOff x="1681806" y="5749143"/>
            <a:chExt cx="471960" cy="108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C534EE5-FA0B-5B59-8E31-B2CA934D75DE}"/>
                    </a:ext>
                  </a:extLst>
                </p14:cNvPr>
                <p14:cNvContentPartPr/>
                <p14:nvPr/>
              </p14:nvContentPartPr>
              <p14:xfrm>
                <a:off x="1681806" y="5749143"/>
                <a:ext cx="256320" cy="1081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C534EE5-FA0B-5B59-8E31-B2CA934D75D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664166" y="5731503"/>
                  <a:ext cx="291960" cy="11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931B7DC-DF65-E012-9F87-CB99E5D32803}"/>
                    </a:ext>
                  </a:extLst>
                </p14:cNvPr>
                <p14:cNvContentPartPr/>
                <p14:nvPr/>
              </p14:nvContentPartPr>
              <p14:xfrm>
                <a:off x="2089326" y="5827263"/>
                <a:ext cx="22320" cy="209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931B7DC-DF65-E012-9F87-CB99E5D3280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71326" y="5809623"/>
                  <a:ext cx="579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81DF00E-1751-FFF5-C8E8-6CEC03EAAEA2}"/>
                    </a:ext>
                  </a:extLst>
                </p14:cNvPr>
                <p14:cNvContentPartPr/>
                <p14:nvPr/>
              </p14:nvContentPartPr>
              <p14:xfrm>
                <a:off x="1956846" y="6195183"/>
                <a:ext cx="196920" cy="2224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81DF00E-1751-FFF5-C8E8-6CEC03EAAEA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938846" y="6177543"/>
                  <a:ext cx="232560" cy="25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B2820A30-75EC-062E-E268-1CB8EFFEE884}"/>
                  </a:ext>
                </a:extLst>
              </p14:cNvPr>
              <p14:cNvContentPartPr/>
              <p14:nvPr/>
            </p14:nvContentPartPr>
            <p14:xfrm>
              <a:off x="2005806" y="6632943"/>
              <a:ext cx="188280" cy="20340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B2820A30-75EC-062E-E268-1CB8EFFEE884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988166" y="6614943"/>
                <a:ext cx="2239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12A1142D-CB71-AF15-6662-B0987C813E6C}"/>
                  </a:ext>
                </a:extLst>
              </p14:cNvPr>
              <p14:cNvContentPartPr/>
              <p14:nvPr/>
            </p14:nvContentPartPr>
            <p14:xfrm>
              <a:off x="2586486" y="4671303"/>
              <a:ext cx="146880" cy="2775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12A1142D-CB71-AF15-6662-B0987C813E6C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2568846" y="4653663"/>
                <a:ext cx="1825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17D1EE1-2D40-A82F-1CCA-DCD4AF8468F7}"/>
                  </a:ext>
                </a:extLst>
              </p14:cNvPr>
              <p14:cNvContentPartPr/>
              <p14:nvPr/>
            </p14:nvContentPartPr>
            <p14:xfrm>
              <a:off x="2684046" y="5119863"/>
              <a:ext cx="14400" cy="1929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17D1EE1-2D40-A82F-1CCA-DCD4AF8468F7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2666046" y="5102223"/>
                <a:ext cx="500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6880FA6-1920-0705-91C9-FC21D150D5AE}"/>
                  </a:ext>
                </a:extLst>
              </p14:cNvPr>
              <p14:cNvContentPartPr/>
              <p14:nvPr/>
            </p14:nvContentPartPr>
            <p14:xfrm>
              <a:off x="2921286" y="3980103"/>
              <a:ext cx="335160" cy="141768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6880FA6-1920-0705-91C9-FC21D150D5A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903286" y="3962463"/>
                <a:ext cx="370800" cy="145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27416718-4FA5-DFAB-7F00-C735A47E09AF}"/>
                  </a:ext>
                </a:extLst>
              </p14:cNvPr>
              <p14:cNvContentPartPr/>
              <p14:nvPr/>
            </p14:nvContentPartPr>
            <p14:xfrm>
              <a:off x="4537686" y="4187823"/>
              <a:ext cx="128520" cy="1951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27416718-4FA5-DFAB-7F00-C735A47E09A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519686" y="4170183"/>
                <a:ext cx="1641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4577EBE6-F724-8548-BF63-1C64BDF33080}"/>
                  </a:ext>
                </a:extLst>
              </p14:cNvPr>
              <p14:cNvContentPartPr/>
              <p14:nvPr/>
            </p14:nvContentPartPr>
            <p14:xfrm>
              <a:off x="4633446" y="4725663"/>
              <a:ext cx="15840" cy="2347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4577EBE6-F724-8548-BF63-1C64BDF33080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4615806" y="4707663"/>
                <a:ext cx="5148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80372C6-6C68-B53D-ED2C-186663ED0E27}"/>
                  </a:ext>
                </a:extLst>
              </p14:cNvPr>
              <p14:cNvContentPartPr/>
              <p14:nvPr/>
            </p14:nvContentPartPr>
            <p14:xfrm>
              <a:off x="4626966" y="5257743"/>
              <a:ext cx="146520" cy="1929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80372C6-6C68-B53D-ED2C-186663ED0E27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4609326" y="5239743"/>
                <a:ext cx="1821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2F0288C5-9119-2C71-0922-D8430790CA6F}"/>
                  </a:ext>
                </a:extLst>
              </p14:cNvPr>
              <p14:cNvContentPartPr/>
              <p14:nvPr/>
            </p14:nvContentPartPr>
            <p14:xfrm>
              <a:off x="3507726" y="4622343"/>
              <a:ext cx="60840" cy="118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2F0288C5-9119-2C71-0922-D8430790CA6F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489726" y="4604703"/>
                <a:ext cx="964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D6FFC602-8523-0635-7B28-95D9B434446E}"/>
                  </a:ext>
                </a:extLst>
              </p14:cNvPr>
              <p14:cNvContentPartPr/>
              <p14:nvPr/>
            </p14:nvContentPartPr>
            <p14:xfrm>
              <a:off x="3467406" y="4737183"/>
              <a:ext cx="99360" cy="2952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D6FFC602-8523-0635-7B28-95D9B434446E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3449766" y="4719543"/>
                <a:ext cx="1350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24C7EBF1-FB69-4555-ED84-1BEFF9FB86CB}"/>
                  </a:ext>
                </a:extLst>
              </p14:cNvPr>
              <p14:cNvContentPartPr/>
              <p14:nvPr/>
            </p14:nvContentPartPr>
            <p14:xfrm>
              <a:off x="4027566" y="4078023"/>
              <a:ext cx="31680" cy="21204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24C7EBF1-FB69-4555-ED84-1BEFF9FB86CB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4009566" y="4060383"/>
                <a:ext cx="6732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D3A135C-539D-1C87-D030-22742B9386AC}"/>
                  </a:ext>
                </a:extLst>
              </p14:cNvPr>
              <p14:cNvContentPartPr/>
              <p14:nvPr/>
            </p14:nvContentPartPr>
            <p14:xfrm>
              <a:off x="4058166" y="4247223"/>
              <a:ext cx="69840" cy="1404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D3A135C-539D-1C87-D030-22742B9386A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040166" y="4229583"/>
                <a:ext cx="1054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FBB6965A-CB41-7A63-523E-E310182E874B}"/>
                  </a:ext>
                </a:extLst>
              </p14:cNvPr>
              <p14:cNvContentPartPr/>
              <p14:nvPr/>
            </p14:nvContentPartPr>
            <p14:xfrm>
              <a:off x="4101366" y="4368543"/>
              <a:ext cx="132840" cy="1767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FBB6965A-CB41-7A63-523E-E310182E874B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4083726" y="4350543"/>
                <a:ext cx="16848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0098ABF2-B194-D6FF-39C3-BAFC4F9DA0E0}"/>
                  </a:ext>
                </a:extLst>
              </p14:cNvPr>
              <p14:cNvContentPartPr/>
              <p14:nvPr/>
            </p14:nvContentPartPr>
            <p14:xfrm>
              <a:off x="4083726" y="4741863"/>
              <a:ext cx="190800" cy="19512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0098ABF2-B194-D6FF-39C3-BAFC4F9DA0E0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066086" y="4723863"/>
                <a:ext cx="2264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2767FE4-F8C7-AF2F-3E13-2E4F80F2986D}"/>
                  </a:ext>
                </a:extLst>
              </p14:cNvPr>
              <p14:cNvContentPartPr/>
              <p14:nvPr/>
            </p14:nvContentPartPr>
            <p14:xfrm>
              <a:off x="4081206" y="5240463"/>
              <a:ext cx="186480" cy="2214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2767FE4-F8C7-AF2F-3E13-2E4F80F2986D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4063566" y="5222463"/>
                <a:ext cx="22212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AB740914-55DA-8F26-A67D-B238025C0722}"/>
                  </a:ext>
                </a:extLst>
              </p14:cNvPr>
              <p14:cNvContentPartPr/>
              <p14:nvPr/>
            </p14:nvContentPartPr>
            <p14:xfrm>
              <a:off x="3717606" y="3950583"/>
              <a:ext cx="330480" cy="155052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AB740914-55DA-8F26-A67D-B238025C0722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3699606" y="3932583"/>
                <a:ext cx="366120" cy="158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A50EAD8C-E8E0-77B8-673D-DF54408C495B}"/>
                  </a:ext>
                </a:extLst>
              </p14:cNvPr>
              <p14:cNvContentPartPr/>
              <p14:nvPr/>
            </p14:nvContentPartPr>
            <p14:xfrm>
              <a:off x="2654526" y="6298503"/>
              <a:ext cx="111600" cy="3780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A50EAD8C-E8E0-77B8-673D-DF54408C495B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2636886" y="6280503"/>
                <a:ext cx="1472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7A83628E-8919-D52F-93A5-744A0FE95581}"/>
                  </a:ext>
                </a:extLst>
              </p14:cNvPr>
              <p14:cNvContentPartPr/>
              <p14:nvPr/>
            </p14:nvContentPartPr>
            <p14:xfrm>
              <a:off x="2851806" y="6226503"/>
              <a:ext cx="51480" cy="29340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7A83628E-8919-D52F-93A5-744A0FE95581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2833806" y="6208503"/>
                <a:ext cx="8712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F91F5B14-19D0-0D32-0809-197433158409}"/>
                  </a:ext>
                </a:extLst>
              </p14:cNvPr>
              <p14:cNvContentPartPr/>
              <p14:nvPr/>
            </p14:nvContentPartPr>
            <p14:xfrm>
              <a:off x="4767366" y="5778303"/>
              <a:ext cx="329040" cy="113508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F91F5B14-19D0-0D32-0809-197433158409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4749366" y="5760303"/>
                <a:ext cx="364680" cy="117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175D70AF-AECA-9C5A-CC57-5FDC766A278F}"/>
              </a:ext>
            </a:extLst>
          </p:cNvPr>
          <p:cNvGrpSpPr/>
          <p:nvPr/>
        </p:nvGrpSpPr>
        <p:grpSpPr>
          <a:xfrm>
            <a:off x="4973286" y="5847783"/>
            <a:ext cx="225360" cy="384480"/>
            <a:chOff x="4973286" y="5847783"/>
            <a:chExt cx="22536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8ED9B45-E1F4-C841-4565-A11D6782BB5C}"/>
                    </a:ext>
                  </a:extLst>
                </p14:cNvPr>
                <p14:cNvContentPartPr/>
                <p14:nvPr/>
              </p14:nvContentPartPr>
              <p14:xfrm>
                <a:off x="4973286" y="5847783"/>
                <a:ext cx="32760" cy="1591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8ED9B45-E1F4-C841-4565-A11D6782BB5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955646" y="5830143"/>
                  <a:ext cx="68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D4EAB33-1D86-BD0F-8108-3851CF148311}"/>
                    </a:ext>
                  </a:extLst>
                </p14:cNvPr>
                <p14:cNvContentPartPr/>
                <p14:nvPr/>
              </p14:nvContentPartPr>
              <p14:xfrm>
                <a:off x="5015046" y="5939223"/>
                <a:ext cx="71280" cy="1548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D4EAB33-1D86-BD0F-8108-3851CF14831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997046" y="5921583"/>
                  <a:ext cx="106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043E477-5564-36AF-FA1E-3588DAB1E9F2}"/>
                    </a:ext>
                  </a:extLst>
                </p14:cNvPr>
                <p14:cNvContentPartPr/>
                <p14:nvPr/>
              </p14:nvContentPartPr>
              <p14:xfrm>
                <a:off x="5051046" y="6046863"/>
                <a:ext cx="147600" cy="1854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043E477-5564-36AF-FA1E-3588DAB1E9F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033406" y="6029223"/>
                  <a:ext cx="18324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BC8364F0-DA61-DB30-575A-D9E541DAA7DA}"/>
                  </a:ext>
                </a:extLst>
              </p14:cNvPr>
              <p14:cNvContentPartPr/>
              <p14:nvPr/>
            </p14:nvContentPartPr>
            <p14:xfrm>
              <a:off x="5445966" y="5930943"/>
              <a:ext cx="130680" cy="17892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BC8364F0-DA61-DB30-575A-D9E541DAA7DA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5427966" y="5913303"/>
                <a:ext cx="16632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DB297A4B-31B1-8FF0-71CD-F214C43D3D22}"/>
                  </a:ext>
                </a:extLst>
              </p14:cNvPr>
              <p14:cNvContentPartPr/>
              <p14:nvPr/>
            </p14:nvContentPartPr>
            <p14:xfrm>
              <a:off x="5769966" y="5896743"/>
              <a:ext cx="294120" cy="15480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DB297A4B-31B1-8FF0-71CD-F214C43D3D22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5751966" y="5879103"/>
                <a:ext cx="329760" cy="19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3EE88F22-4184-C7DC-74FE-0ABF7444EAAC}"/>
              </a:ext>
            </a:extLst>
          </p:cNvPr>
          <p:cNvGrpSpPr/>
          <p:nvPr/>
        </p:nvGrpSpPr>
        <p:grpSpPr>
          <a:xfrm>
            <a:off x="4926846" y="6295623"/>
            <a:ext cx="495720" cy="313560"/>
            <a:chOff x="4926846" y="6295623"/>
            <a:chExt cx="49572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53830F1-2BDE-8ACA-4D42-553B60EBFD90}"/>
                    </a:ext>
                  </a:extLst>
                </p14:cNvPr>
                <p14:cNvContentPartPr/>
                <p14:nvPr/>
              </p14:nvContentPartPr>
              <p14:xfrm>
                <a:off x="4926846" y="6386703"/>
                <a:ext cx="111960" cy="338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53830F1-2BDE-8ACA-4D42-553B60EBFD9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909206" y="6369063"/>
                  <a:ext cx="1476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938DB14-D2BF-8023-BC8C-BD33E3EBD94E}"/>
                    </a:ext>
                  </a:extLst>
                </p14:cNvPr>
                <p14:cNvContentPartPr/>
                <p14:nvPr/>
              </p14:nvContentPartPr>
              <p14:xfrm>
                <a:off x="5123046" y="6295623"/>
                <a:ext cx="111960" cy="1882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938DB14-D2BF-8023-BC8C-BD33E3EBD94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105046" y="6277983"/>
                  <a:ext cx="1476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432C132-ACC7-2ABF-D28A-86640E316B52}"/>
                    </a:ext>
                  </a:extLst>
                </p14:cNvPr>
                <p14:cNvContentPartPr/>
                <p14:nvPr/>
              </p14:nvContentPartPr>
              <p14:xfrm>
                <a:off x="5253006" y="6413703"/>
                <a:ext cx="44280" cy="1353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432C132-ACC7-2ABF-D28A-86640E316B5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235006" y="6395703"/>
                  <a:ext cx="799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F886530-F64C-876C-7A81-4742727F995D}"/>
                    </a:ext>
                  </a:extLst>
                </p14:cNvPr>
                <p14:cNvContentPartPr/>
                <p14:nvPr/>
              </p14:nvContentPartPr>
              <p14:xfrm>
                <a:off x="5318166" y="6459423"/>
                <a:ext cx="104400" cy="1497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F886530-F64C-876C-7A81-4742727F995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300526" y="6441783"/>
                  <a:ext cx="140040" cy="18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BD760969-1B68-916A-38BC-338E3D2E29C1}"/>
                  </a:ext>
                </a:extLst>
              </p14:cNvPr>
              <p14:cNvContentPartPr/>
              <p14:nvPr/>
            </p14:nvContentPartPr>
            <p14:xfrm>
              <a:off x="5581326" y="6285183"/>
              <a:ext cx="55800" cy="19224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BD760969-1B68-916A-38BC-338E3D2E29C1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563326" y="6267543"/>
                <a:ext cx="914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28BE1632-541D-1FF3-B7EE-9C1A11C59181}"/>
                  </a:ext>
                </a:extLst>
              </p14:cNvPr>
              <p14:cNvContentPartPr/>
              <p14:nvPr/>
            </p14:nvContentPartPr>
            <p14:xfrm>
              <a:off x="5215206" y="6712863"/>
              <a:ext cx="132120" cy="15840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28BE1632-541D-1FF3-B7EE-9C1A11C59181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197206" y="6694863"/>
                <a:ext cx="16776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A2A4FBB9-453A-7F47-753C-28A842CF90BE}"/>
                  </a:ext>
                </a:extLst>
              </p14:cNvPr>
              <p14:cNvContentPartPr/>
              <p14:nvPr/>
            </p14:nvContentPartPr>
            <p14:xfrm>
              <a:off x="5711646" y="6675423"/>
              <a:ext cx="106560" cy="18504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A2A4FBB9-453A-7F47-753C-28A842CF90BE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694006" y="6657423"/>
                <a:ext cx="142200" cy="2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0F091881-03BD-F18E-B7C3-4A8CC9E1B295}"/>
              </a:ext>
            </a:extLst>
          </p:cNvPr>
          <p:cNvGrpSpPr/>
          <p:nvPr/>
        </p:nvGrpSpPr>
        <p:grpSpPr>
          <a:xfrm>
            <a:off x="6007926" y="5656263"/>
            <a:ext cx="559080" cy="1296000"/>
            <a:chOff x="6007926" y="5656263"/>
            <a:chExt cx="559080" cy="12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6567B51-ED29-4C7B-1F45-4DA435628541}"/>
                    </a:ext>
                  </a:extLst>
                </p14:cNvPr>
                <p14:cNvContentPartPr/>
                <p14:nvPr/>
              </p14:nvContentPartPr>
              <p14:xfrm>
                <a:off x="6007926" y="6223263"/>
                <a:ext cx="124200" cy="1900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6567B51-ED29-4C7B-1F45-4DA43562854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989926" y="6205263"/>
                  <a:ext cx="159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56535E1-4CF9-8EFC-3EFA-A62FF254913E}"/>
                    </a:ext>
                  </a:extLst>
                </p14:cNvPr>
                <p14:cNvContentPartPr/>
                <p14:nvPr/>
              </p14:nvContentPartPr>
              <p14:xfrm>
                <a:off x="6101166" y="6652383"/>
                <a:ext cx="48600" cy="2026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56535E1-4CF9-8EFC-3EFA-A62FF254913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083526" y="6634743"/>
                  <a:ext cx="842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FA7F68B-251D-C2E9-6B4E-E8295D4E201B}"/>
                    </a:ext>
                  </a:extLst>
                </p14:cNvPr>
                <p14:cNvContentPartPr/>
                <p14:nvPr/>
              </p14:nvContentPartPr>
              <p14:xfrm>
                <a:off x="6194406" y="5656263"/>
                <a:ext cx="372600" cy="12960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FA7F68B-251D-C2E9-6B4E-E8295D4E201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176406" y="5638623"/>
                  <a:ext cx="408240" cy="133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D2CF915D-05C1-0A98-23A5-E35133B371A5}"/>
              </a:ext>
            </a:extLst>
          </p:cNvPr>
          <p:cNvGrpSpPr/>
          <p:nvPr/>
        </p:nvGrpSpPr>
        <p:grpSpPr>
          <a:xfrm>
            <a:off x="2637246" y="5809263"/>
            <a:ext cx="228600" cy="196560"/>
            <a:chOff x="2637246" y="5809263"/>
            <a:chExt cx="22860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9986AFF-309F-A539-E12D-554C745E390A}"/>
                    </a:ext>
                  </a:extLst>
                </p14:cNvPr>
                <p14:cNvContentPartPr/>
                <p14:nvPr/>
              </p14:nvContentPartPr>
              <p14:xfrm>
                <a:off x="2637246" y="5897463"/>
                <a:ext cx="91440" cy="118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9986AFF-309F-A539-E12D-554C745E390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619246" y="5879463"/>
                  <a:ext cx="1270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C818361-3C4C-5764-828C-7B638E7C3A11}"/>
                    </a:ext>
                  </a:extLst>
                </p14:cNvPr>
                <p14:cNvContentPartPr/>
                <p14:nvPr/>
              </p14:nvContentPartPr>
              <p14:xfrm>
                <a:off x="2848926" y="5809263"/>
                <a:ext cx="16920" cy="1875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C818361-3C4C-5764-828C-7B638E7C3A1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831286" y="5791623"/>
                  <a:ext cx="52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BA583FC-BF3F-D114-6F5D-EB5C98233DAB}"/>
                    </a:ext>
                  </a:extLst>
                </p14:cNvPr>
                <p14:cNvContentPartPr/>
                <p14:nvPr/>
              </p14:nvContentPartPr>
              <p14:xfrm>
                <a:off x="2838126" y="6005463"/>
                <a:ext cx="360" cy="3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BA583FC-BF3F-D114-6F5D-EB5C98233DA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820126" y="59874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5BD47D2-2963-2E46-31B8-2369744FBB6E}"/>
              </a:ext>
            </a:extLst>
          </p:cNvPr>
          <p:cNvGrpSpPr/>
          <p:nvPr/>
        </p:nvGrpSpPr>
        <p:grpSpPr>
          <a:xfrm>
            <a:off x="2758926" y="6686223"/>
            <a:ext cx="224640" cy="299880"/>
            <a:chOff x="2758926" y="6686223"/>
            <a:chExt cx="224640" cy="29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29BDE51-4FC7-A7BF-5CEA-73F19829A9F1}"/>
                    </a:ext>
                  </a:extLst>
                </p14:cNvPr>
                <p14:cNvContentPartPr/>
                <p14:nvPr/>
              </p14:nvContentPartPr>
              <p14:xfrm>
                <a:off x="2758926" y="6775503"/>
                <a:ext cx="118440" cy="13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29BDE51-4FC7-A7BF-5CEA-73F19829A9F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740926" y="6757863"/>
                  <a:ext cx="1540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A4EA888-6D42-E967-3B1C-9F21FDBD24CA}"/>
                    </a:ext>
                  </a:extLst>
                </p14:cNvPr>
                <p14:cNvContentPartPr/>
                <p14:nvPr/>
              </p14:nvContentPartPr>
              <p14:xfrm>
                <a:off x="2956566" y="6686223"/>
                <a:ext cx="27000" cy="1753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A4EA888-6D42-E967-3B1C-9F21FDBD24C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938566" y="6668583"/>
                  <a:ext cx="626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E673176-AF53-2A37-6466-8C74A08E24EC}"/>
                    </a:ext>
                  </a:extLst>
                </p14:cNvPr>
                <p14:cNvContentPartPr/>
                <p14:nvPr/>
              </p14:nvContentPartPr>
              <p14:xfrm>
                <a:off x="2927766" y="6806103"/>
                <a:ext cx="6480" cy="126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E673176-AF53-2A37-6466-8C74A08E24E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909766" y="6788463"/>
                  <a:ext cx="42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AFFED2D-994B-6C5D-488C-567F20275198}"/>
                    </a:ext>
                  </a:extLst>
                </p14:cNvPr>
                <p14:cNvContentPartPr/>
                <p14:nvPr/>
              </p14:nvContentPartPr>
              <p14:xfrm>
                <a:off x="2930646" y="6925623"/>
                <a:ext cx="1080" cy="54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AFFED2D-994B-6C5D-488C-567F2027519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913006" y="6907983"/>
                  <a:ext cx="36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67B80A8-98E5-C504-850F-EB3EEEF188A1}"/>
                    </a:ext>
                  </a:extLst>
                </p14:cNvPr>
                <p14:cNvContentPartPr/>
                <p14:nvPr/>
              </p14:nvContentPartPr>
              <p14:xfrm>
                <a:off x="2927046" y="6983583"/>
                <a:ext cx="5760" cy="25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67B80A8-98E5-C504-850F-EB3EEEF188A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909406" y="6965943"/>
                  <a:ext cx="4140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008B3058-F78D-68FF-DBC6-6C772A51BE28}"/>
                  </a:ext>
                </a:extLst>
              </p14:cNvPr>
              <p14:cNvContentPartPr/>
              <p14:nvPr/>
            </p14:nvContentPartPr>
            <p14:xfrm>
              <a:off x="8025726" y="1647663"/>
              <a:ext cx="115560" cy="17460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008B3058-F78D-68FF-DBC6-6C772A51BE28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8007726" y="1629663"/>
                <a:ext cx="15120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227F3221-879A-8FAB-153F-2F4812E43228}"/>
                  </a:ext>
                </a:extLst>
              </p14:cNvPr>
              <p14:cNvContentPartPr/>
              <p14:nvPr/>
            </p14:nvContentPartPr>
            <p14:xfrm>
              <a:off x="8574366" y="1596183"/>
              <a:ext cx="12240" cy="18144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227F3221-879A-8FAB-153F-2F4812E43228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8556726" y="1578183"/>
                <a:ext cx="4788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DD34043B-C0CE-5D7E-C527-0805350300FA}"/>
                  </a:ext>
                </a:extLst>
              </p14:cNvPr>
              <p14:cNvContentPartPr/>
              <p14:nvPr/>
            </p14:nvContentPartPr>
            <p14:xfrm>
              <a:off x="7959846" y="2119983"/>
              <a:ext cx="143280" cy="20592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DD34043B-C0CE-5D7E-C527-0805350300FA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7941846" y="2102343"/>
                <a:ext cx="178920" cy="24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oup 266">
            <a:extLst>
              <a:ext uri="{FF2B5EF4-FFF2-40B4-BE49-F238E27FC236}">
                <a16:creationId xmlns:a16="http://schemas.microsoft.com/office/drawing/2014/main" id="{285404F7-5353-3B49-9B11-AA2B4749BCBD}"/>
              </a:ext>
            </a:extLst>
          </p:cNvPr>
          <p:cNvGrpSpPr/>
          <p:nvPr/>
        </p:nvGrpSpPr>
        <p:grpSpPr>
          <a:xfrm>
            <a:off x="8548086" y="2082903"/>
            <a:ext cx="191880" cy="223560"/>
            <a:chOff x="8548086" y="2082903"/>
            <a:chExt cx="19188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137A230-4E84-9102-4D02-5A1307422836}"/>
                    </a:ext>
                  </a:extLst>
                </p14:cNvPr>
                <p14:cNvContentPartPr/>
                <p14:nvPr/>
              </p14:nvContentPartPr>
              <p14:xfrm>
                <a:off x="8548086" y="2193423"/>
                <a:ext cx="73440" cy="162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137A230-4E84-9102-4D02-5A130742283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530086" y="2175783"/>
                  <a:ext cx="109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5E7B0C5-2D77-EF84-05FB-5E9BD8EB3E64}"/>
                    </a:ext>
                  </a:extLst>
                </p14:cNvPr>
                <p14:cNvContentPartPr/>
                <p14:nvPr/>
              </p14:nvContentPartPr>
              <p14:xfrm>
                <a:off x="8729886" y="2082903"/>
                <a:ext cx="10080" cy="223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5E7B0C5-2D77-EF84-05FB-5E9BD8EB3E64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711886" y="2064903"/>
                  <a:ext cx="45720" cy="25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E07D6D67-EA92-852A-C07D-193387568FA0}"/>
                  </a:ext>
                </a:extLst>
              </p14:cNvPr>
              <p14:cNvContentPartPr/>
              <p14:nvPr/>
            </p14:nvContentPartPr>
            <p14:xfrm>
              <a:off x="10985646" y="1185063"/>
              <a:ext cx="100080" cy="17748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E07D6D67-EA92-852A-C07D-193387568FA0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10967646" y="1167063"/>
                <a:ext cx="1357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14CDAFC2-832A-CA52-A247-83A68942695E}"/>
                  </a:ext>
                </a:extLst>
              </p14:cNvPr>
              <p14:cNvContentPartPr/>
              <p14:nvPr/>
            </p14:nvContentPartPr>
            <p14:xfrm>
              <a:off x="11351766" y="1082463"/>
              <a:ext cx="212400" cy="20268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14CDAFC2-832A-CA52-A247-83A68942695E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11333766" y="1064823"/>
                <a:ext cx="24804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5" name="Group 284">
            <a:extLst>
              <a:ext uri="{FF2B5EF4-FFF2-40B4-BE49-F238E27FC236}">
                <a16:creationId xmlns:a16="http://schemas.microsoft.com/office/drawing/2014/main" id="{A38D2FA2-31A2-72E0-47D6-5249FA035538}"/>
              </a:ext>
            </a:extLst>
          </p:cNvPr>
          <p:cNvGrpSpPr/>
          <p:nvPr/>
        </p:nvGrpSpPr>
        <p:grpSpPr>
          <a:xfrm>
            <a:off x="10120926" y="1109463"/>
            <a:ext cx="684360" cy="1271160"/>
            <a:chOff x="10120926" y="1109463"/>
            <a:chExt cx="684360" cy="12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1996C02-753B-A989-C225-BB6919573F26}"/>
                    </a:ext>
                  </a:extLst>
                </p14:cNvPr>
                <p14:cNvContentPartPr/>
                <p14:nvPr/>
              </p14:nvContentPartPr>
              <p14:xfrm>
                <a:off x="10120926" y="1109463"/>
                <a:ext cx="334440" cy="12711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1996C02-753B-A989-C225-BB6919573F2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103286" y="1091463"/>
                  <a:ext cx="370080" cy="13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0102AFE-A61C-2E8A-38EC-29C3679A0B45}"/>
                    </a:ext>
                  </a:extLst>
                </p14:cNvPr>
                <p14:cNvContentPartPr/>
                <p14:nvPr/>
              </p14:nvContentPartPr>
              <p14:xfrm>
                <a:off x="10474086" y="1162383"/>
                <a:ext cx="25920" cy="1753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0102AFE-A61C-2E8A-38EC-29C3679A0B45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456446" y="1144383"/>
                  <a:ext cx="615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730F022-AEB8-7D8C-D8F0-C9D7F9ACDFC7}"/>
                    </a:ext>
                  </a:extLst>
                </p14:cNvPr>
                <p14:cNvContentPartPr/>
                <p14:nvPr/>
              </p14:nvContentPartPr>
              <p14:xfrm>
                <a:off x="10529886" y="1284063"/>
                <a:ext cx="89280" cy="1371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730F022-AEB8-7D8C-D8F0-C9D7F9ACDFC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511886" y="1266423"/>
                  <a:ext cx="1249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4B9B78D1-27A8-7F6A-FECC-28FC6196BF88}"/>
                    </a:ext>
                  </a:extLst>
                </p14:cNvPr>
                <p14:cNvContentPartPr/>
                <p14:nvPr/>
              </p14:nvContentPartPr>
              <p14:xfrm>
                <a:off x="10592526" y="1406103"/>
                <a:ext cx="123840" cy="1789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4B9B78D1-27A8-7F6A-FECC-28FC6196BF88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574526" y="1388463"/>
                  <a:ext cx="159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A4D9B37-967E-EECA-A63B-91B6EDC13BBB}"/>
                    </a:ext>
                  </a:extLst>
                </p14:cNvPr>
                <p14:cNvContentPartPr/>
                <p14:nvPr/>
              </p14:nvContentPartPr>
              <p14:xfrm>
                <a:off x="10422606" y="1706703"/>
                <a:ext cx="151920" cy="1234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A4D9B37-967E-EECA-A63B-91B6EDC13BB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404606" y="1688703"/>
                  <a:ext cx="187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92D8EBF-E014-DC67-DF76-2E0BF8F433CA}"/>
                    </a:ext>
                  </a:extLst>
                </p14:cNvPr>
                <p14:cNvContentPartPr/>
                <p14:nvPr/>
              </p14:nvContentPartPr>
              <p14:xfrm>
                <a:off x="10599366" y="1718943"/>
                <a:ext cx="79560" cy="1580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92D8EBF-E014-DC67-DF76-2E0BF8F433CA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581726" y="1701303"/>
                  <a:ext cx="115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44A0E75-5EF0-42D2-CBD5-84FC28AE3B68}"/>
                    </a:ext>
                  </a:extLst>
                </p14:cNvPr>
                <p14:cNvContentPartPr/>
                <p14:nvPr/>
              </p14:nvContentPartPr>
              <p14:xfrm>
                <a:off x="10703046" y="1782663"/>
                <a:ext cx="102240" cy="1440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44A0E75-5EF0-42D2-CBD5-84FC28AE3B68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685046" y="1764663"/>
                  <a:ext cx="13788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D1B8161A-77F6-13EB-F590-D3B63BF18602}"/>
              </a:ext>
            </a:extLst>
          </p:cNvPr>
          <p:cNvGrpSpPr/>
          <p:nvPr/>
        </p:nvGrpSpPr>
        <p:grpSpPr>
          <a:xfrm>
            <a:off x="11067006" y="1658823"/>
            <a:ext cx="192960" cy="181080"/>
            <a:chOff x="11067006" y="1658823"/>
            <a:chExt cx="19296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A747F27-3DBD-5057-4E0B-8BA2AD62E300}"/>
                    </a:ext>
                  </a:extLst>
                </p14:cNvPr>
                <p14:cNvContentPartPr/>
                <p14:nvPr/>
              </p14:nvContentPartPr>
              <p14:xfrm>
                <a:off x="11067006" y="1751703"/>
                <a:ext cx="95400" cy="183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A747F27-3DBD-5057-4E0B-8BA2AD62E30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049006" y="1734063"/>
                  <a:ext cx="1310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05DEF1D-2DC0-774C-A485-FB3548793C53}"/>
                    </a:ext>
                  </a:extLst>
                </p14:cNvPr>
                <p14:cNvContentPartPr/>
                <p14:nvPr/>
              </p14:nvContentPartPr>
              <p14:xfrm>
                <a:off x="11248446" y="1658823"/>
                <a:ext cx="11520" cy="1810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05DEF1D-2DC0-774C-A485-FB3548793C5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230806" y="1641183"/>
                  <a:ext cx="4716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C4943601-2417-8121-8B52-28F2ADEBB714}"/>
                  </a:ext>
                </a:extLst>
              </p14:cNvPr>
              <p14:cNvContentPartPr/>
              <p14:nvPr/>
            </p14:nvContentPartPr>
            <p14:xfrm>
              <a:off x="11490726" y="1654143"/>
              <a:ext cx="155520" cy="16740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C4943601-2417-8121-8B52-28F2ADEBB714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11473086" y="1636503"/>
                <a:ext cx="19116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6A0B2918-91F8-AFB4-E3A8-75373642A159}"/>
                  </a:ext>
                </a:extLst>
              </p14:cNvPr>
              <p14:cNvContentPartPr/>
              <p14:nvPr/>
            </p14:nvContentPartPr>
            <p14:xfrm>
              <a:off x="10401006" y="2080383"/>
              <a:ext cx="129240" cy="15768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6A0B2918-91F8-AFB4-E3A8-75373642A159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10383006" y="2062383"/>
                <a:ext cx="1648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87EDBC6D-954F-23C6-10F8-D8B474A9974B}"/>
                  </a:ext>
                </a:extLst>
              </p14:cNvPr>
              <p14:cNvContentPartPr/>
              <p14:nvPr/>
            </p14:nvContentPartPr>
            <p14:xfrm>
              <a:off x="10996086" y="2117823"/>
              <a:ext cx="229320" cy="17496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87EDBC6D-954F-23C6-10F8-D8B474A9974B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10978086" y="2099823"/>
                <a:ext cx="264960" cy="21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E76439AB-3203-4057-FEE6-3A037E2D6FCD}"/>
              </a:ext>
            </a:extLst>
          </p:cNvPr>
          <p:cNvGrpSpPr/>
          <p:nvPr/>
        </p:nvGrpSpPr>
        <p:grpSpPr>
          <a:xfrm>
            <a:off x="11506926" y="1016223"/>
            <a:ext cx="415440" cy="1500840"/>
            <a:chOff x="11506926" y="1016223"/>
            <a:chExt cx="415440" cy="15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10AD27C-A4CC-CE00-5F21-58C90F9FF3A0}"/>
                    </a:ext>
                  </a:extLst>
                </p14:cNvPr>
                <p14:cNvContentPartPr/>
                <p14:nvPr/>
              </p14:nvContentPartPr>
              <p14:xfrm>
                <a:off x="11608806" y="2000103"/>
                <a:ext cx="21600" cy="2649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10AD27C-A4CC-CE00-5F21-58C90F9FF3A0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590806" y="1982103"/>
                  <a:ext cx="572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B486DCCB-BBBD-EE6D-9333-6737C15EE2D5}"/>
                    </a:ext>
                  </a:extLst>
                </p14:cNvPr>
                <p14:cNvContentPartPr/>
                <p14:nvPr/>
              </p14:nvContentPartPr>
              <p14:xfrm>
                <a:off x="11744886" y="1151943"/>
                <a:ext cx="9000" cy="406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B486DCCB-BBBD-EE6D-9333-6737C15EE2D5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726886" y="1133943"/>
                  <a:ext cx="446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2C0083C-223C-61BD-FD71-F5B32CDC68B7}"/>
                    </a:ext>
                  </a:extLst>
                </p14:cNvPr>
                <p14:cNvContentPartPr/>
                <p14:nvPr/>
              </p14:nvContentPartPr>
              <p14:xfrm>
                <a:off x="11506926" y="1016223"/>
                <a:ext cx="415440" cy="15008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2C0083C-223C-61BD-FD71-F5B32CDC68B7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1488926" y="998223"/>
                  <a:ext cx="451080" cy="153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BFC3DE80-36ED-E02D-4187-44809CDBEB71}"/>
              </a:ext>
            </a:extLst>
          </p:cNvPr>
          <p:cNvGrpSpPr/>
          <p:nvPr/>
        </p:nvGrpSpPr>
        <p:grpSpPr>
          <a:xfrm>
            <a:off x="11976006" y="1334103"/>
            <a:ext cx="144360" cy="307800"/>
            <a:chOff x="11976006" y="1334103"/>
            <a:chExt cx="144360" cy="3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4A77180-B36E-D583-C2DF-C84464FC3642}"/>
                    </a:ext>
                  </a:extLst>
                </p14:cNvPr>
                <p14:cNvContentPartPr/>
                <p14:nvPr/>
              </p14:nvContentPartPr>
              <p14:xfrm>
                <a:off x="11976006" y="1334103"/>
                <a:ext cx="135000" cy="3078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4A77180-B36E-D583-C2DF-C84464FC364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958366" y="1316463"/>
                  <a:ext cx="1706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BBB946F-BB2A-9B89-EAC1-621A2F69E68F}"/>
                    </a:ext>
                  </a:extLst>
                </p14:cNvPr>
                <p14:cNvContentPartPr/>
                <p14:nvPr/>
              </p14:nvContentPartPr>
              <p14:xfrm>
                <a:off x="12014886" y="1506903"/>
                <a:ext cx="105480" cy="273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BBB946F-BB2A-9B89-EAC1-621A2F69E68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997246" y="1489263"/>
                  <a:ext cx="14112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E81C875C-FB84-7B3B-F92B-E42F1B56DDE2}"/>
                  </a:ext>
                </a:extLst>
              </p14:cNvPr>
              <p14:cNvContentPartPr/>
              <p14:nvPr/>
            </p14:nvContentPartPr>
            <p14:xfrm>
              <a:off x="6940326" y="1455063"/>
              <a:ext cx="200880" cy="7920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E81C875C-FB84-7B3B-F92B-E42F1B56DDE2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6922326" y="1437063"/>
                <a:ext cx="23652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286C9717-710E-DCD4-0D3E-0ECBD2704FD1}"/>
                  </a:ext>
                </a:extLst>
              </p14:cNvPr>
              <p14:cNvContentPartPr/>
              <p14:nvPr/>
            </p14:nvContentPartPr>
            <p14:xfrm>
              <a:off x="7243446" y="1342023"/>
              <a:ext cx="28080" cy="30024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286C9717-710E-DCD4-0D3E-0ECBD2704FD1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7225806" y="1324023"/>
                <a:ext cx="637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1CD5DC1E-899C-51F5-0ABA-4FFDBD77313E}"/>
                  </a:ext>
                </a:extLst>
              </p14:cNvPr>
              <p14:cNvContentPartPr/>
              <p14:nvPr/>
            </p14:nvContentPartPr>
            <p14:xfrm>
              <a:off x="7242366" y="1324383"/>
              <a:ext cx="113040" cy="26388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1CD5DC1E-899C-51F5-0ABA-4FFDBD77313E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7224366" y="1306743"/>
                <a:ext cx="1486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691E31EC-A22A-4A03-B29C-91AE071750DD}"/>
                  </a:ext>
                </a:extLst>
              </p14:cNvPr>
              <p14:cNvContentPartPr/>
              <p14:nvPr/>
            </p14:nvContentPartPr>
            <p14:xfrm>
              <a:off x="7422726" y="1550823"/>
              <a:ext cx="137520" cy="13140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691E31EC-A22A-4A03-B29C-91AE071750DD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7404726" y="1533183"/>
                <a:ext cx="17316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E354AF54-7A21-FC7F-D2D2-0E3D4FD7148B}"/>
                  </a:ext>
                </a:extLst>
              </p14:cNvPr>
              <p14:cNvContentPartPr/>
              <p14:nvPr/>
            </p14:nvContentPartPr>
            <p14:xfrm>
              <a:off x="6573126" y="5948583"/>
              <a:ext cx="199440" cy="36864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E354AF54-7A21-FC7F-D2D2-0E3D4FD7148B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6555126" y="5930583"/>
                <a:ext cx="23508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DD340EE9-B017-BD22-C726-F72D42C446F8}"/>
                  </a:ext>
                </a:extLst>
              </p14:cNvPr>
              <p14:cNvContentPartPr/>
              <p14:nvPr/>
            </p14:nvContentPartPr>
            <p14:xfrm>
              <a:off x="6587166" y="6089703"/>
              <a:ext cx="141840" cy="11088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DD340EE9-B017-BD22-C726-F72D42C446F8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6569166" y="6071703"/>
                <a:ext cx="1774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4D927AF4-B5DA-9C92-4F04-F7EBD3F11A54}"/>
                  </a:ext>
                </a:extLst>
              </p14:cNvPr>
              <p14:cNvContentPartPr/>
              <p14:nvPr/>
            </p14:nvContentPartPr>
            <p14:xfrm>
              <a:off x="6340926" y="982023"/>
              <a:ext cx="810000" cy="602532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4D927AF4-B5DA-9C92-4F04-F7EBD3F11A54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6323286" y="964383"/>
                <a:ext cx="845640" cy="60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3D5F73A0-0886-CCF7-897D-593F4FF42C34}"/>
                  </a:ext>
                </a:extLst>
              </p14:cNvPr>
              <p14:cNvContentPartPr/>
              <p14:nvPr/>
            </p14:nvContentPartPr>
            <p14:xfrm>
              <a:off x="8704326" y="2443623"/>
              <a:ext cx="5400" cy="288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3D5F73A0-0886-CCF7-897D-593F4FF42C34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8686326" y="2425983"/>
                <a:ext cx="410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38B7B361-38BC-E54C-29F4-99BCB104F087}"/>
                  </a:ext>
                </a:extLst>
              </p14:cNvPr>
              <p14:cNvContentPartPr/>
              <p14:nvPr/>
            </p14:nvContentPartPr>
            <p14:xfrm>
              <a:off x="8810886" y="2387103"/>
              <a:ext cx="3960" cy="720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38B7B361-38BC-E54C-29F4-99BCB104F087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8793246" y="2369103"/>
                <a:ext cx="3960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0" name="Group 309">
            <a:extLst>
              <a:ext uri="{FF2B5EF4-FFF2-40B4-BE49-F238E27FC236}">
                <a16:creationId xmlns:a16="http://schemas.microsoft.com/office/drawing/2014/main" id="{5991A772-39EB-6D9B-7027-B240A49A9688}"/>
              </a:ext>
            </a:extLst>
          </p:cNvPr>
          <p:cNvGrpSpPr/>
          <p:nvPr/>
        </p:nvGrpSpPr>
        <p:grpSpPr>
          <a:xfrm>
            <a:off x="8558886" y="1654143"/>
            <a:ext cx="133560" cy="132120"/>
            <a:chOff x="8558886" y="1654143"/>
            <a:chExt cx="133560" cy="1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B81FD2A-28F8-3303-2CB9-4CA93E872573}"/>
                    </a:ext>
                  </a:extLst>
                </p14:cNvPr>
                <p14:cNvContentPartPr/>
                <p14:nvPr/>
              </p14:nvContentPartPr>
              <p14:xfrm>
                <a:off x="8558886" y="1654143"/>
                <a:ext cx="360" cy="3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B81FD2A-28F8-3303-2CB9-4CA93E87257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541246" y="16361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6B6E851-D249-AE92-7B3C-FBD9A7E8EC51}"/>
                    </a:ext>
                  </a:extLst>
                </p14:cNvPr>
                <p14:cNvContentPartPr/>
                <p14:nvPr/>
              </p14:nvContentPartPr>
              <p14:xfrm>
                <a:off x="8584806" y="1736223"/>
                <a:ext cx="5040" cy="25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6B6E851-D249-AE92-7B3C-FBD9A7E8EC5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567166" y="1718223"/>
                  <a:ext cx="40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0EFCC4A-FCAF-70F5-E27C-F7AA71C1AD5D}"/>
                    </a:ext>
                  </a:extLst>
                </p14:cNvPr>
                <p14:cNvContentPartPr/>
                <p14:nvPr/>
              </p14:nvContentPartPr>
              <p14:xfrm>
                <a:off x="8692086" y="1785903"/>
                <a:ext cx="360" cy="3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0EFCC4A-FCAF-70F5-E27C-F7AA71C1AD5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674086" y="17679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E3FD9B36-F477-BCBC-2726-E7C3F33882F5}"/>
              </a:ext>
            </a:extLst>
          </p:cNvPr>
          <p:cNvGrpSpPr/>
          <p:nvPr/>
        </p:nvGrpSpPr>
        <p:grpSpPr>
          <a:xfrm>
            <a:off x="6496806" y="2944383"/>
            <a:ext cx="875520" cy="397440"/>
            <a:chOff x="6496806" y="2944383"/>
            <a:chExt cx="875520" cy="39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F9DC5B3-878D-F473-C26F-A989312E8806}"/>
                    </a:ext>
                  </a:extLst>
                </p14:cNvPr>
                <p14:cNvContentPartPr/>
                <p14:nvPr/>
              </p14:nvContentPartPr>
              <p14:xfrm>
                <a:off x="6507246" y="3003423"/>
                <a:ext cx="21240" cy="2181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F9DC5B3-878D-F473-C26F-A989312E880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489246" y="2985423"/>
                  <a:ext cx="568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F2F1D71-68CC-6B36-0442-A4ACDB9901A7}"/>
                    </a:ext>
                  </a:extLst>
                </p14:cNvPr>
                <p14:cNvContentPartPr/>
                <p14:nvPr/>
              </p14:nvContentPartPr>
              <p14:xfrm>
                <a:off x="6496806" y="2951223"/>
                <a:ext cx="128520" cy="2610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F2F1D71-68CC-6B36-0442-A4ACDB9901A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479166" y="2933583"/>
                  <a:ext cx="1641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BBE819F-5E47-A740-6396-A4E623D3800A}"/>
                    </a:ext>
                  </a:extLst>
                </p14:cNvPr>
                <p14:cNvContentPartPr/>
                <p14:nvPr/>
              </p14:nvContentPartPr>
              <p14:xfrm>
                <a:off x="6656286" y="3148143"/>
                <a:ext cx="19800" cy="1936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BBE819F-5E47-A740-6396-A4E623D3800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638286" y="3130143"/>
                  <a:ext cx="554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199332C-DD1C-A505-F5A0-ADA7E369F740}"/>
                    </a:ext>
                  </a:extLst>
                </p14:cNvPr>
                <p14:cNvContentPartPr/>
                <p14:nvPr/>
              </p14:nvContentPartPr>
              <p14:xfrm>
                <a:off x="6765366" y="3093423"/>
                <a:ext cx="142560" cy="313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199332C-DD1C-A505-F5A0-ADA7E369F74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747726" y="3075423"/>
                  <a:ext cx="178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DCC7DAFA-2B76-21FC-AA8F-4A05D58E703F}"/>
                    </a:ext>
                  </a:extLst>
                </p14:cNvPr>
                <p14:cNvContentPartPr/>
                <p14:nvPr/>
              </p14:nvContentPartPr>
              <p14:xfrm>
                <a:off x="6807486" y="3040503"/>
                <a:ext cx="33840" cy="2113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DCC7DAFA-2B76-21FC-AA8F-4A05D58E703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789486" y="3022863"/>
                  <a:ext cx="694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64A2875-3DEC-95E4-C281-4AB5D304F7D9}"/>
                    </a:ext>
                  </a:extLst>
                </p14:cNvPr>
                <p14:cNvContentPartPr/>
                <p14:nvPr/>
              </p14:nvContentPartPr>
              <p14:xfrm>
                <a:off x="6973446" y="2944383"/>
                <a:ext cx="145440" cy="3297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64A2875-3DEC-95E4-C281-4AB5D304F7D9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955446" y="2926743"/>
                  <a:ext cx="1810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C581139-9269-358A-C782-BBAFABD3000B}"/>
                    </a:ext>
                  </a:extLst>
                </p14:cNvPr>
                <p14:cNvContentPartPr/>
                <p14:nvPr/>
              </p14:nvContentPartPr>
              <p14:xfrm>
                <a:off x="7193046" y="3170103"/>
                <a:ext cx="179280" cy="1245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C581139-9269-358A-C782-BBAFABD3000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175406" y="3152463"/>
                  <a:ext cx="21492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B0A0EB35-A642-3685-1BA9-72E46CF2C716}"/>
              </a:ext>
            </a:extLst>
          </p:cNvPr>
          <p:cNvGrpSpPr/>
          <p:nvPr/>
        </p:nvGrpSpPr>
        <p:grpSpPr>
          <a:xfrm>
            <a:off x="6499686" y="3592383"/>
            <a:ext cx="951480" cy="347760"/>
            <a:chOff x="6499686" y="3592383"/>
            <a:chExt cx="95148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3CA6BAD-C134-68A1-4CAB-FB7AE34B5819}"/>
                    </a:ext>
                  </a:extLst>
                </p14:cNvPr>
                <p14:cNvContentPartPr/>
                <p14:nvPr/>
              </p14:nvContentPartPr>
              <p14:xfrm>
                <a:off x="6504726" y="3726663"/>
                <a:ext cx="14400" cy="1256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3CA6BAD-C134-68A1-4CAB-FB7AE34B5819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486726" y="3708663"/>
                  <a:ext cx="50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858E1D3E-D991-BDAF-B5CC-7F23EA1B226D}"/>
                    </a:ext>
                  </a:extLst>
                </p14:cNvPr>
                <p14:cNvContentPartPr/>
                <p14:nvPr/>
              </p14:nvContentPartPr>
              <p14:xfrm>
                <a:off x="6499686" y="3648183"/>
                <a:ext cx="125640" cy="2044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858E1D3E-D991-BDAF-B5CC-7F23EA1B226D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481686" y="3630543"/>
                  <a:ext cx="161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D916C76-6DF1-2303-E468-337ACD2AB564}"/>
                    </a:ext>
                  </a:extLst>
                </p14:cNvPr>
                <p14:cNvContentPartPr/>
                <p14:nvPr/>
              </p14:nvContentPartPr>
              <p14:xfrm>
                <a:off x="6653406" y="3746823"/>
                <a:ext cx="136800" cy="1933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D916C76-6DF1-2303-E468-337ACD2AB56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635766" y="3729183"/>
                  <a:ext cx="1724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92F2A64-ABA7-45D3-D33A-800178DEA024}"/>
                    </a:ext>
                  </a:extLst>
                </p14:cNvPr>
                <p14:cNvContentPartPr/>
                <p14:nvPr/>
              </p14:nvContentPartPr>
              <p14:xfrm>
                <a:off x="6888126" y="3738543"/>
                <a:ext cx="97920" cy="172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92F2A64-ABA7-45D3-D33A-800178DEA02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870486" y="3720543"/>
                  <a:ext cx="1335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5A21ACD-B38B-531B-0BEA-9CCD97EAE4AC}"/>
                    </a:ext>
                  </a:extLst>
                </p14:cNvPr>
                <p14:cNvContentPartPr/>
                <p14:nvPr/>
              </p14:nvContentPartPr>
              <p14:xfrm>
                <a:off x="6946446" y="3665463"/>
                <a:ext cx="27720" cy="1638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5A21ACD-B38B-531B-0BEA-9CCD97EAE4A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928806" y="3647463"/>
                  <a:ext cx="63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BCEAFC8-9379-3256-0A33-449E14C02C92}"/>
                    </a:ext>
                  </a:extLst>
                </p14:cNvPr>
                <p14:cNvContentPartPr/>
                <p14:nvPr/>
              </p14:nvContentPartPr>
              <p14:xfrm>
                <a:off x="7083246" y="3646023"/>
                <a:ext cx="55800" cy="1735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BCEAFC8-9379-3256-0A33-449E14C02C92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065606" y="3628023"/>
                  <a:ext cx="91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D4665B7-CDCC-E393-E6C9-AA6040053DC9}"/>
                    </a:ext>
                  </a:extLst>
                </p14:cNvPr>
                <p14:cNvContentPartPr/>
                <p14:nvPr/>
              </p14:nvContentPartPr>
              <p14:xfrm>
                <a:off x="7091886" y="3592383"/>
                <a:ext cx="136080" cy="2631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D4665B7-CDCC-E393-E6C9-AA6040053DC9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073886" y="3574743"/>
                  <a:ext cx="1717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B96021F-538B-67B5-6152-019DCFA323C8}"/>
                    </a:ext>
                  </a:extLst>
                </p14:cNvPr>
                <p14:cNvContentPartPr/>
                <p14:nvPr/>
              </p14:nvContentPartPr>
              <p14:xfrm>
                <a:off x="7287726" y="3770223"/>
                <a:ext cx="163440" cy="1180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B96021F-538B-67B5-6152-019DCFA323C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269726" y="3752223"/>
                  <a:ext cx="19908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F43BB07-E3A0-9269-8F69-0336A64E19F2}"/>
              </a:ext>
            </a:extLst>
          </p:cNvPr>
          <p:cNvGrpSpPr/>
          <p:nvPr/>
        </p:nvGrpSpPr>
        <p:grpSpPr>
          <a:xfrm>
            <a:off x="7649886" y="2808303"/>
            <a:ext cx="389160" cy="1400040"/>
            <a:chOff x="7649886" y="2808303"/>
            <a:chExt cx="389160" cy="140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D0B27F72-C7A3-025B-7AB7-6FC6CA39CF3F}"/>
                    </a:ext>
                  </a:extLst>
                </p14:cNvPr>
                <p14:cNvContentPartPr/>
                <p14:nvPr/>
              </p14:nvContentPartPr>
              <p14:xfrm>
                <a:off x="7649886" y="2808303"/>
                <a:ext cx="170280" cy="140004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D0B27F72-C7A3-025B-7AB7-6FC6CA39CF3F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632246" y="2790303"/>
                  <a:ext cx="205920" cy="14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0050C89C-E07D-D8F2-7CC8-E56983D779EC}"/>
                    </a:ext>
                  </a:extLst>
                </p14:cNvPr>
                <p14:cNvContentPartPr/>
                <p14:nvPr/>
              </p14:nvContentPartPr>
              <p14:xfrm>
                <a:off x="7957326" y="2937183"/>
                <a:ext cx="63360" cy="2257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0050C89C-E07D-D8F2-7CC8-E56983D779E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939326" y="2919543"/>
                  <a:ext cx="990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609BD832-DE92-0DE0-B8AF-3D4BA715F086}"/>
                    </a:ext>
                  </a:extLst>
                </p14:cNvPr>
                <p14:cNvContentPartPr/>
                <p14:nvPr/>
              </p14:nvContentPartPr>
              <p14:xfrm>
                <a:off x="7901886" y="3375303"/>
                <a:ext cx="114480" cy="1659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609BD832-DE92-0DE0-B8AF-3D4BA715F08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883886" y="3357663"/>
                  <a:ext cx="150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5A46693A-9F4B-7DC0-369B-AAA8985FCFF1}"/>
                    </a:ext>
                  </a:extLst>
                </p14:cNvPr>
                <p14:cNvContentPartPr/>
                <p14:nvPr/>
              </p14:nvContentPartPr>
              <p14:xfrm>
                <a:off x="7896846" y="3819903"/>
                <a:ext cx="142200" cy="2217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5A46693A-9F4B-7DC0-369B-AAA8985FCFF1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878846" y="3802263"/>
                  <a:ext cx="1778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7A2A1B83-4B58-E4C9-E8E5-7D78BF260BD4}"/>
              </a:ext>
            </a:extLst>
          </p:cNvPr>
          <p:cNvGrpSpPr/>
          <p:nvPr/>
        </p:nvGrpSpPr>
        <p:grpSpPr>
          <a:xfrm>
            <a:off x="7731966" y="1096143"/>
            <a:ext cx="348120" cy="1402920"/>
            <a:chOff x="7731966" y="1096143"/>
            <a:chExt cx="348120" cy="140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57E5E92-8048-D8DF-F5A8-10354B5D40B3}"/>
                    </a:ext>
                  </a:extLst>
                </p14:cNvPr>
                <p14:cNvContentPartPr/>
                <p14:nvPr/>
              </p14:nvContentPartPr>
              <p14:xfrm>
                <a:off x="7731966" y="1096143"/>
                <a:ext cx="348120" cy="14029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57E5E92-8048-D8DF-F5A8-10354B5D40B3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714326" y="1078143"/>
                  <a:ext cx="383760" cy="14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509AE14-5E29-1E4F-E269-A59E8F535FD9}"/>
                    </a:ext>
                  </a:extLst>
                </p14:cNvPr>
                <p14:cNvContentPartPr/>
                <p14:nvPr/>
              </p14:nvContentPartPr>
              <p14:xfrm>
                <a:off x="8010246" y="1238343"/>
                <a:ext cx="17640" cy="1976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509AE14-5E29-1E4F-E269-A59E8F535FD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7992606" y="1220703"/>
                  <a:ext cx="532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0AA6312-04A0-CC14-85D2-05557DCBDDDB}"/>
                    </a:ext>
                  </a:extLst>
                </p14:cNvPr>
                <p14:cNvContentPartPr/>
                <p14:nvPr/>
              </p14:nvContentPartPr>
              <p14:xfrm>
                <a:off x="7986486" y="1501503"/>
                <a:ext cx="19440" cy="478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0AA6312-04A0-CC14-85D2-05557DCBDDD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968846" y="1483503"/>
                  <a:ext cx="5508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50FC0F10-DEC9-AFC8-8E9F-9DA7D1845E3C}"/>
              </a:ext>
            </a:extLst>
          </p:cNvPr>
          <p:cNvGrpSpPr/>
          <p:nvPr/>
        </p:nvGrpSpPr>
        <p:grpSpPr>
          <a:xfrm>
            <a:off x="8410206" y="1208463"/>
            <a:ext cx="300240" cy="204840"/>
            <a:chOff x="8410206" y="1208463"/>
            <a:chExt cx="300240" cy="2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113B03C-29D5-E2A5-A934-E6971EB8412E}"/>
                    </a:ext>
                  </a:extLst>
                </p14:cNvPr>
                <p14:cNvContentPartPr/>
                <p14:nvPr/>
              </p14:nvContentPartPr>
              <p14:xfrm>
                <a:off x="8410206" y="1333023"/>
                <a:ext cx="147960" cy="176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113B03C-29D5-E2A5-A934-E6971EB8412E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392206" y="1315023"/>
                  <a:ext cx="1836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E2D2059-88D5-8314-B8DA-8CC821BFF4F3}"/>
                    </a:ext>
                  </a:extLst>
                </p14:cNvPr>
                <p14:cNvContentPartPr/>
                <p14:nvPr/>
              </p14:nvContentPartPr>
              <p14:xfrm>
                <a:off x="8651046" y="1223943"/>
                <a:ext cx="3960" cy="1670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E2D2059-88D5-8314-B8DA-8CC821BFF4F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633406" y="1205943"/>
                  <a:ext cx="396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A980DBA-FC14-9C80-6502-3A4234BF85DC}"/>
                    </a:ext>
                  </a:extLst>
                </p14:cNvPr>
                <p14:cNvContentPartPr/>
                <p14:nvPr/>
              </p14:nvContentPartPr>
              <p14:xfrm>
                <a:off x="8678766" y="1208463"/>
                <a:ext cx="2880" cy="230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A980DBA-FC14-9C80-6502-3A4234BF85D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8660766" y="1190823"/>
                  <a:ext cx="38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CC281D6-97B8-A15A-34BB-B4723F294157}"/>
                    </a:ext>
                  </a:extLst>
                </p14:cNvPr>
                <p14:cNvContentPartPr/>
                <p14:nvPr/>
              </p14:nvContentPartPr>
              <p14:xfrm>
                <a:off x="8643846" y="1339503"/>
                <a:ext cx="5760" cy="97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CC281D6-97B8-A15A-34BB-B4723F29415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625846" y="1321503"/>
                  <a:ext cx="41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F6EB687D-F44D-12B2-2801-F181D49505F3}"/>
                    </a:ext>
                  </a:extLst>
                </p14:cNvPr>
                <p14:cNvContentPartPr/>
                <p14:nvPr/>
              </p14:nvContentPartPr>
              <p14:xfrm>
                <a:off x="8641326" y="1309263"/>
                <a:ext cx="3240" cy="417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F6EB687D-F44D-12B2-2801-F181D49505F3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623686" y="1291623"/>
                  <a:ext cx="388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1D79660-2628-9E35-2259-5FABE76E4F01}"/>
                    </a:ext>
                  </a:extLst>
                </p14:cNvPr>
                <p14:cNvContentPartPr/>
                <p14:nvPr/>
              </p14:nvContentPartPr>
              <p14:xfrm>
                <a:off x="8707206" y="1403943"/>
                <a:ext cx="3240" cy="93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1D79660-2628-9E35-2259-5FABE76E4F0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689566" y="1385943"/>
                  <a:ext cx="3888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4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9B59A668-113A-4362-BE8F-C9AA24FF8DFA}"/>
                  </a:ext>
                </a:extLst>
              </p14:cNvPr>
              <p14:cNvContentPartPr/>
              <p14:nvPr/>
            </p14:nvContentPartPr>
            <p14:xfrm>
              <a:off x="8478606" y="2941503"/>
              <a:ext cx="133200" cy="18072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9B59A668-113A-4362-BE8F-C9AA24FF8DFA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8460966" y="2923503"/>
                <a:ext cx="168840" cy="21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2" name="Group 341">
            <a:extLst>
              <a:ext uri="{FF2B5EF4-FFF2-40B4-BE49-F238E27FC236}">
                <a16:creationId xmlns:a16="http://schemas.microsoft.com/office/drawing/2014/main" id="{15EA9410-0B44-36F1-D1A2-ABDB048569CD}"/>
              </a:ext>
            </a:extLst>
          </p:cNvPr>
          <p:cNvGrpSpPr/>
          <p:nvPr/>
        </p:nvGrpSpPr>
        <p:grpSpPr>
          <a:xfrm>
            <a:off x="8999886" y="1117383"/>
            <a:ext cx="924840" cy="1321920"/>
            <a:chOff x="8999886" y="1117383"/>
            <a:chExt cx="924840" cy="132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43F3B9E-11DC-E362-C825-61C238A5C5BA}"/>
                    </a:ext>
                  </a:extLst>
                </p14:cNvPr>
                <p14:cNvContentPartPr/>
                <p14:nvPr/>
              </p14:nvContentPartPr>
              <p14:xfrm>
                <a:off x="8999886" y="1204503"/>
                <a:ext cx="104400" cy="1922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43F3B9E-11DC-E362-C825-61C238A5C5B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982246" y="1186863"/>
                  <a:ext cx="1400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541BA1D-B4BE-2B69-E775-B13724C9F6B2}"/>
                    </a:ext>
                  </a:extLst>
                </p14:cNvPr>
                <p14:cNvContentPartPr/>
                <p14:nvPr/>
              </p14:nvContentPartPr>
              <p14:xfrm>
                <a:off x="9114726" y="1360023"/>
                <a:ext cx="98640" cy="1497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541BA1D-B4BE-2B69-E775-B13724C9F6B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096726" y="1342023"/>
                  <a:ext cx="1342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853BAE3-9BEB-71E1-2631-5E5999D484FA}"/>
                    </a:ext>
                  </a:extLst>
                </p14:cNvPr>
                <p14:cNvContentPartPr/>
                <p14:nvPr/>
              </p14:nvContentPartPr>
              <p14:xfrm>
                <a:off x="9146046" y="1449663"/>
                <a:ext cx="224640" cy="1357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853BAE3-9BEB-71E1-2631-5E5999D484F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128406" y="1431663"/>
                  <a:ext cx="260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9D20FD4-72CB-8F18-077C-5747C97C699F}"/>
                    </a:ext>
                  </a:extLst>
                </p14:cNvPr>
                <p14:cNvContentPartPr/>
                <p14:nvPr/>
              </p14:nvContentPartPr>
              <p14:xfrm>
                <a:off x="9053886" y="1578903"/>
                <a:ext cx="95760" cy="2070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9D20FD4-72CB-8F18-077C-5747C97C699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035886" y="1561263"/>
                  <a:ext cx="1314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DDDF5AF-2615-4CC2-BF30-339A44422181}"/>
                    </a:ext>
                  </a:extLst>
                </p14:cNvPr>
                <p14:cNvContentPartPr/>
                <p14:nvPr/>
              </p14:nvContentPartPr>
              <p14:xfrm>
                <a:off x="9162246" y="1762503"/>
                <a:ext cx="79200" cy="982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DDDF5AF-2615-4CC2-BF30-339A4442218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144246" y="1744503"/>
                  <a:ext cx="114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D500AA1-4B4D-A7CE-E4DB-5799F86E5E35}"/>
                    </a:ext>
                  </a:extLst>
                </p14:cNvPr>
                <p14:cNvContentPartPr/>
                <p14:nvPr/>
              </p14:nvContentPartPr>
              <p14:xfrm>
                <a:off x="9231006" y="1763223"/>
                <a:ext cx="195480" cy="2059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D500AA1-4B4D-A7CE-E4DB-5799F86E5E35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213006" y="1745583"/>
                  <a:ext cx="2311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3F6F0D5-5E1F-C952-8E74-3AD3E5438DE9}"/>
                    </a:ext>
                  </a:extLst>
                </p14:cNvPr>
                <p14:cNvContentPartPr/>
                <p14:nvPr/>
              </p14:nvContentPartPr>
              <p14:xfrm>
                <a:off x="9186366" y="2087583"/>
                <a:ext cx="23040" cy="1947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3F6F0D5-5E1F-C952-8E74-3AD3E5438DE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168366" y="2069583"/>
                  <a:ext cx="586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33D8BD8-AFF6-44C8-28CA-126A264DAE90}"/>
                    </a:ext>
                  </a:extLst>
                </p14:cNvPr>
                <p14:cNvContentPartPr/>
                <p14:nvPr/>
              </p14:nvContentPartPr>
              <p14:xfrm>
                <a:off x="9390126" y="1117383"/>
                <a:ext cx="262800" cy="13219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33D8BD8-AFF6-44C8-28CA-126A264DAE9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372486" y="1099383"/>
                  <a:ext cx="298440" cy="13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481EBFA-1163-C05E-13E9-96E257E09497}"/>
                    </a:ext>
                  </a:extLst>
                </p14:cNvPr>
                <p14:cNvContentPartPr/>
                <p14:nvPr/>
              </p14:nvContentPartPr>
              <p14:xfrm>
                <a:off x="9801606" y="1570263"/>
                <a:ext cx="92520" cy="223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481EBFA-1163-C05E-13E9-96E257E09497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783606" y="1552623"/>
                  <a:ext cx="1281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F05B1C5-7248-C81A-3E31-5D25EFBF66D0}"/>
                    </a:ext>
                  </a:extLst>
                </p14:cNvPr>
                <p14:cNvContentPartPr/>
                <p14:nvPr/>
              </p14:nvContentPartPr>
              <p14:xfrm>
                <a:off x="9817446" y="1657023"/>
                <a:ext cx="107280" cy="385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F05B1C5-7248-C81A-3E31-5D25EFBF66D0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799446" y="1639383"/>
                  <a:ext cx="142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8533B6E5-C88F-770A-9AE5-CFD7BFCFC263}"/>
                    </a:ext>
                  </a:extLst>
                </p14:cNvPr>
                <p14:cNvContentPartPr/>
                <p14:nvPr/>
              </p14:nvContentPartPr>
              <p14:xfrm>
                <a:off x="9283926" y="1868343"/>
                <a:ext cx="5760" cy="504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8533B6E5-C88F-770A-9AE5-CFD7BFCFC26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9266286" y="1850343"/>
                  <a:ext cx="41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D2CC9132-26CD-148A-EDF7-2EC0887DF968}"/>
                    </a:ext>
                  </a:extLst>
                </p14:cNvPr>
                <p14:cNvContentPartPr/>
                <p14:nvPr/>
              </p14:nvContentPartPr>
              <p14:xfrm>
                <a:off x="9236406" y="1398183"/>
                <a:ext cx="360" cy="3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D2CC9132-26CD-148A-EDF7-2EC0887DF96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218766" y="13805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85708390-9538-BF3D-8DD0-91632752EBFB}"/>
              </a:ext>
            </a:extLst>
          </p:cNvPr>
          <p:cNvGrpSpPr/>
          <p:nvPr/>
        </p:nvGrpSpPr>
        <p:grpSpPr>
          <a:xfrm>
            <a:off x="2754966" y="4852383"/>
            <a:ext cx="17280" cy="30960"/>
            <a:chOff x="2754966" y="4852383"/>
            <a:chExt cx="17280" cy="3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03C3819-FF55-FDEE-1252-2C59488D46EF}"/>
                    </a:ext>
                  </a:extLst>
                </p14:cNvPr>
                <p14:cNvContentPartPr/>
                <p14:nvPr/>
              </p14:nvContentPartPr>
              <p14:xfrm>
                <a:off x="2754966" y="4852383"/>
                <a:ext cx="360" cy="3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03C3819-FF55-FDEE-1252-2C59488D46E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736966" y="48347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CB7A4181-34B1-FF75-7B36-1BFA8793CE6C}"/>
                    </a:ext>
                  </a:extLst>
                </p14:cNvPr>
                <p14:cNvContentPartPr/>
                <p14:nvPr/>
              </p14:nvContentPartPr>
              <p14:xfrm>
                <a:off x="2768286" y="4867503"/>
                <a:ext cx="3960" cy="158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CB7A4181-34B1-FF75-7B36-1BFA8793CE6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750286" y="4849503"/>
                  <a:ext cx="3960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1F139347-431F-FC5C-DEDD-3CBCE9077168}"/>
              </a:ext>
            </a:extLst>
          </p:cNvPr>
          <p:cNvGrpSpPr/>
          <p:nvPr/>
        </p:nvGrpSpPr>
        <p:grpSpPr>
          <a:xfrm>
            <a:off x="2457606" y="4103223"/>
            <a:ext cx="464040" cy="449640"/>
            <a:chOff x="2457606" y="4103223"/>
            <a:chExt cx="464040" cy="44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9580D6C-77D0-62F8-24C1-0AEA01771457}"/>
                    </a:ext>
                  </a:extLst>
                </p14:cNvPr>
                <p14:cNvContentPartPr/>
                <p14:nvPr/>
              </p14:nvContentPartPr>
              <p14:xfrm>
                <a:off x="2457606" y="4103223"/>
                <a:ext cx="160200" cy="290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9580D6C-77D0-62F8-24C1-0AEA01771457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439966" y="4085583"/>
                  <a:ext cx="1958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5BCED4B-1702-300F-2B11-E33311FA89D4}"/>
                    </a:ext>
                  </a:extLst>
                </p14:cNvPr>
                <p14:cNvContentPartPr/>
                <p14:nvPr/>
              </p14:nvContentPartPr>
              <p14:xfrm>
                <a:off x="2647326" y="4309863"/>
                <a:ext cx="120960" cy="182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5BCED4B-1702-300F-2B11-E33311FA89D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629326" y="4292223"/>
                  <a:ext cx="1566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5C16078-9CD6-BFA2-79F2-C6C04A3AAD87}"/>
                    </a:ext>
                  </a:extLst>
                </p14:cNvPr>
                <p14:cNvContentPartPr/>
                <p14:nvPr/>
              </p14:nvContentPartPr>
              <p14:xfrm>
                <a:off x="2693766" y="4393383"/>
                <a:ext cx="227880" cy="159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5C16078-9CD6-BFA2-79F2-C6C04A3AAD8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676126" y="4375743"/>
                  <a:ext cx="2635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E58E0DD-6610-A037-4883-7248C35313AF}"/>
                    </a:ext>
                  </a:extLst>
                </p14:cNvPr>
                <p14:cNvContentPartPr/>
                <p14:nvPr/>
              </p14:nvContentPartPr>
              <p14:xfrm>
                <a:off x="2654166" y="4239303"/>
                <a:ext cx="360" cy="3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E58E0DD-6610-A037-4883-7248C35313A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636526" y="42213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4D0170C1-7BA8-D3AE-B7BF-156CEC1F4C16}"/>
              </a:ext>
            </a:extLst>
          </p:cNvPr>
          <p:cNvGrpSpPr/>
          <p:nvPr/>
        </p:nvGrpSpPr>
        <p:grpSpPr>
          <a:xfrm>
            <a:off x="343326" y="925143"/>
            <a:ext cx="637920" cy="559080"/>
            <a:chOff x="343326" y="925143"/>
            <a:chExt cx="63792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43860EB5-D137-C4F1-9BAC-6A5024AA44F4}"/>
                    </a:ext>
                  </a:extLst>
                </p14:cNvPr>
                <p14:cNvContentPartPr/>
                <p14:nvPr/>
              </p14:nvContentPartPr>
              <p14:xfrm>
                <a:off x="343326" y="979143"/>
                <a:ext cx="102600" cy="2048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43860EB5-D137-C4F1-9BAC-6A5024AA44F4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325326" y="961143"/>
                  <a:ext cx="1382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2A936C52-5224-B8A2-AF28-5B24D38BC7CC}"/>
                    </a:ext>
                  </a:extLst>
                </p14:cNvPr>
                <p14:cNvContentPartPr/>
                <p14:nvPr/>
              </p14:nvContentPartPr>
              <p14:xfrm>
                <a:off x="554286" y="1080303"/>
                <a:ext cx="52920" cy="320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2A936C52-5224-B8A2-AF28-5B24D38BC7CC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536286" y="1062663"/>
                  <a:ext cx="885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DB6AEF9-2286-3B48-7B2E-8E23B139FFE0}"/>
                    </a:ext>
                  </a:extLst>
                </p14:cNvPr>
                <p14:cNvContentPartPr/>
                <p14:nvPr/>
              </p14:nvContentPartPr>
              <p14:xfrm>
                <a:off x="718446" y="925143"/>
                <a:ext cx="134280" cy="1843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DB6AEF9-2286-3B48-7B2E-8E23B139FFE0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700806" y="907503"/>
                  <a:ext cx="1699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7607684-F743-4189-7D92-EEE7FEB82833}"/>
                    </a:ext>
                  </a:extLst>
                </p14:cNvPr>
                <p14:cNvContentPartPr/>
                <p14:nvPr/>
              </p14:nvContentPartPr>
              <p14:xfrm>
                <a:off x="747606" y="1124223"/>
                <a:ext cx="233640" cy="928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7607684-F743-4189-7D92-EEE7FEB82833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729966" y="1106583"/>
                  <a:ext cx="269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7D821B8-AA1B-B8DB-6C3D-3C38FD8B4267}"/>
                    </a:ext>
                  </a:extLst>
                </p14:cNvPr>
                <p14:cNvContentPartPr/>
                <p14:nvPr/>
              </p14:nvContentPartPr>
              <p14:xfrm>
                <a:off x="778566" y="1296663"/>
                <a:ext cx="183960" cy="1875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7D821B8-AA1B-B8DB-6C3D-3C38FD8B4267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760926" y="1278663"/>
                  <a:ext cx="21960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1190922D-01D7-BAAB-B530-1B65D0DD1ADE}"/>
              </a:ext>
            </a:extLst>
          </p:cNvPr>
          <p:cNvGrpSpPr/>
          <p:nvPr/>
        </p:nvGrpSpPr>
        <p:grpSpPr>
          <a:xfrm>
            <a:off x="3172566" y="5612343"/>
            <a:ext cx="1240920" cy="1271520"/>
            <a:chOff x="3172566" y="5612343"/>
            <a:chExt cx="1240920" cy="12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EC68982-08BB-CDF9-C00C-9D6FEBE40C1B}"/>
                    </a:ext>
                  </a:extLst>
                </p14:cNvPr>
                <p14:cNvContentPartPr/>
                <p14:nvPr/>
              </p14:nvContentPartPr>
              <p14:xfrm>
                <a:off x="3172566" y="5759223"/>
                <a:ext cx="142560" cy="250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EC68982-08BB-CDF9-C00C-9D6FEBE40C1B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3154566" y="5741223"/>
                  <a:ext cx="1782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31A34D3-E150-6704-A2A8-154637ACAF35}"/>
                    </a:ext>
                  </a:extLst>
                </p14:cNvPr>
                <p14:cNvContentPartPr/>
                <p14:nvPr/>
              </p14:nvContentPartPr>
              <p14:xfrm>
                <a:off x="3342126" y="5866143"/>
                <a:ext cx="102960" cy="2005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31A34D3-E150-6704-A2A8-154637ACAF35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3324126" y="5848503"/>
                  <a:ext cx="1386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485D2BD-D6B7-6B10-29BB-F420A20F46B9}"/>
                    </a:ext>
                  </a:extLst>
                </p14:cNvPr>
                <p14:cNvContentPartPr/>
                <p14:nvPr/>
              </p14:nvContentPartPr>
              <p14:xfrm>
                <a:off x="3479286" y="5987823"/>
                <a:ext cx="181440" cy="1738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485D2BD-D6B7-6B10-29BB-F420A20F46B9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3461646" y="5970183"/>
                  <a:ext cx="217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65F9DD9-2789-F5A9-721E-4C0C93CC60A0}"/>
                    </a:ext>
                  </a:extLst>
                </p14:cNvPr>
                <p14:cNvContentPartPr/>
                <p14:nvPr/>
              </p14:nvContentPartPr>
              <p14:xfrm>
                <a:off x="3181566" y="6312903"/>
                <a:ext cx="148680" cy="169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65F9DD9-2789-F5A9-721E-4C0C93CC60A0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3163566" y="6295263"/>
                  <a:ext cx="1843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3EF0EB2-B60F-C7A7-8822-CA8092C7B8C8}"/>
                    </a:ext>
                  </a:extLst>
                </p14:cNvPr>
                <p14:cNvContentPartPr/>
                <p14:nvPr/>
              </p14:nvContentPartPr>
              <p14:xfrm>
                <a:off x="3398286" y="6206343"/>
                <a:ext cx="82440" cy="2599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3EF0EB2-B60F-C7A7-8822-CA8092C7B8C8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380286" y="6188703"/>
                  <a:ext cx="1180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9B0EE01-0A70-B1CE-4EB8-FECB2A030595}"/>
                    </a:ext>
                  </a:extLst>
                </p14:cNvPr>
                <p14:cNvContentPartPr/>
                <p14:nvPr/>
              </p14:nvContentPartPr>
              <p14:xfrm>
                <a:off x="3508086" y="6393183"/>
                <a:ext cx="95760" cy="1296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9B0EE01-0A70-B1CE-4EB8-FECB2A030595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490086" y="6375183"/>
                  <a:ext cx="1314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BC08FC6-C67E-8C79-5082-D44CD9FE3096}"/>
                    </a:ext>
                  </a:extLst>
                </p14:cNvPr>
                <p14:cNvContentPartPr/>
                <p14:nvPr/>
              </p14:nvContentPartPr>
              <p14:xfrm>
                <a:off x="3553806" y="6479943"/>
                <a:ext cx="208080" cy="1382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BC08FC6-C67E-8C79-5082-D44CD9FE3096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536166" y="6462303"/>
                  <a:ext cx="2437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9A3B4FE-F4A5-8E1E-D6DF-7A401E3EDA3B}"/>
                    </a:ext>
                  </a:extLst>
                </p14:cNvPr>
                <p14:cNvContentPartPr/>
                <p14:nvPr/>
              </p14:nvContentPartPr>
              <p14:xfrm>
                <a:off x="3429246" y="6712863"/>
                <a:ext cx="12240" cy="1375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9A3B4FE-F4A5-8E1E-D6DF-7A401E3EDA3B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411606" y="6694863"/>
                  <a:ext cx="47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EAF47E8-0325-7D05-1E50-393BA9165657}"/>
                    </a:ext>
                  </a:extLst>
                </p14:cNvPr>
                <p14:cNvContentPartPr/>
                <p14:nvPr/>
              </p14:nvContentPartPr>
              <p14:xfrm>
                <a:off x="3810126" y="5612343"/>
                <a:ext cx="354960" cy="12715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EAF47E8-0325-7D05-1E50-393BA9165657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792486" y="5594703"/>
                  <a:ext cx="390600" cy="13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66266B3-652C-BC9B-3D08-01CC431348EB}"/>
                    </a:ext>
                  </a:extLst>
                </p14:cNvPr>
                <p14:cNvContentPartPr/>
                <p14:nvPr/>
              </p14:nvContentPartPr>
              <p14:xfrm>
                <a:off x="4315566" y="6256383"/>
                <a:ext cx="74880" cy="165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66266B3-652C-BC9B-3D08-01CC431348EB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4297566" y="6238383"/>
                  <a:ext cx="110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4CF466D-1A37-0541-9A9E-F31DCA398B1A}"/>
                    </a:ext>
                  </a:extLst>
                </p14:cNvPr>
                <p14:cNvContentPartPr/>
                <p14:nvPr/>
              </p14:nvContentPartPr>
              <p14:xfrm>
                <a:off x="4277046" y="6361143"/>
                <a:ext cx="136440" cy="284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4CF466D-1A37-0541-9A9E-F31DCA398B1A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259406" y="6343503"/>
                  <a:ext cx="172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45EA47A-579D-FD64-5877-62FD4EF87E55}"/>
                    </a:ext>
                  </a:extLst>
                </p14:cNvPr>
                <p14:cNvContentPartPr/>
                <p14:nvPr/>
              </p14:nvContentPartPr>
              <p14:xfrm>
                <a:off x="3312606" y="6286623"/>
                <a:ext cx="360" cy="3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45EA47A-579D-FD64-5877-62FD4EF87E5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294966" y="62689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232079A-5E02-60F7-EB3B-8B25A5BA573F}"/>
                    </a:ext>
                  </a:extLst>
                </p14:cNvPr>
                <p14:cNvContentPartPr/>
                <p14:nvPr/>
              </p14:nvContentPartPr>
              <p14:xfrm>
                <a:off x="3325566" y="6321543"/>
                <a:ext cx="360" cy="3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232079A-5E02-60F7-EB3B-8B25A5BA573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307926" y="63035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7E523E4-E8C4-CB0A-5297-13AFE7B49674}"/>
                    </a:ext>
                  </a:extLst>
                </p14:cNvPr>
                <p14:cNvContentPartPr/>
                <p14:nvPr/>
              </p14:nvContentPartPr>
              <p14:xfrm>
                <a:off x="3368406" y="6294543"/>
                <a:ext cx="360" cy="3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7E523E4-E8C4-CB0A-5297-13AFE7B4967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350406" y="62769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9A71F25-BF94-AC68-A272-FBACF5DB4E99}"/>
                    </a:ext>
                  </a:extLst>
                </p14:cNvPr>
                <p14:cNvContentPartPr/>
                <p14:nvPr/>
              </p14:nvContentPartPr>
              <p14:xfrm>
                <a:off x="3392886" y="6316503"/>
                <a:ext cx="360" cy="32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9A71F25-BF94-AC68-A272-FBACF5DB4E99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3374886" y="6298863"/>
                  <a:ext cx="36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EC590E4-A8FB-5CE3-5991-C79B183680D5}"/>
                    </a:ext>
                  </a:extLst>
                </p14:cNvPr>
                <p14:cNvContentPartPr/>
                <p14:nvPr/>
              </p14:nvContentPartPr>
              <p14:xfrm>
                <a:off x="3264726" y="6216783"/>
                <a:ext cx="12960" cy="2602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EC590E4-A8FB-5CE3-5991-C79B183680D5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246726" y="6198783"/>
                  <a:ext cx="48600" cy="29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8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E0B6BE58-9CB7-B68C-0C23-FE0364C5AB25}"/>
                  </a:ext>
                </a:extLst>
              </p14:cNvPr>
              <p14:cNvContentPartPr/>
              <p14:nvPr/>
            </p14:nvContentPartPr>
            <p14:xfrm>
              <a:off x="8928966" y="1743063"/>
              <a:ext cx="62280" cy="1080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E0B6BE58-9CB7-B68C-0C23-FE0364C5AB25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8911326" y="1725423"/>
                <a:ext cx="979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0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11525078-62D1-ABD5-D7C5-06B74FD75295}"/>
                  </a:ext>
                </a:extLst>
              </p14:cNvPr>
              <p14:cNvContentPartPr/>
              <p14:nvPr/>
            </p14:nvContentPartPr>
            <p14:xfrm>
              <a:off x="9051366" y="2935383"/>
              <a:ext cx="182160" cy="14364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11525078-62D1-ABD5-D7C5-06B74FD75295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9033726" y="2917743"/>
                <a:ext cx="2178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2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1809B83B-9CD1-0A04-63C7-24CE05D2AAAE}"/>
                  </a:ext>
                </a:extLst>
              </p14:cNvPr>
              <p14:cNvContentPartPr/>
              <p14:nvPr/>
            </p14:nvContentPartPr>
            <p14:xfrm>
              <a:off x="8474286" y="3365583"/>
              <a:ext cx="32760" cy="21420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1809B83B-9CD1-0A04-63C7-24CE05D2AAAE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8456286" y="3347943"/>
                <a:ext cx="6840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1A6FD7D4-6615-DC9C-7061-36EEB1088FFA}"/>
                  </a:ext>
                </a:extLst>
              </p14:cNvPr>
              <p14:cNvContentPartPr/>
              <p14:nvPr/>
            </p14:nvContentPartPr>
            <p14:xfrm>
              <a:off x="8438286" y="3833943"/>
              <a:ext cx="128880" cy="19116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1A6FD7D4-6615-DC9C-7061-36EEB1088FFA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8420286" y="3816303"/>
                <a:ext cx="16452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6" name="Group 385">
            <a:extLst>
              <a:ext uri="{FF2B5EF4-FFF2-40B4-BE49-F238E27FC236}">
                <a16:creationId xmlns:a16="http://schemas.microsoft.com/office/drawing/2014/main" id="{BA802DE6-C978-B465-9C4D-AF465CF98549}"/>
              </a:ext>
            </a:extLst>
          </p:cNvPr>
          <p:cNvGrpSpPr/>
          <p:nvPr/>
        </p:nvGrpSpPr>
        <p:grpSpPr>
          <a:xfrm>
            <a:off x="10867926" y="2851863"/>
            <a:ext cx="236520" cy="236520"/>
            <a:chOff x="10867926" y="2851863"/>
            <a:chExt cx="23652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A61F1292-26BE-559A-497D-4AB5ED4B1722}"/>
                    </a:ext>
                  </a:extLst>
                </p14:cNvPr>
                <p14:cNvContentPartPr/>
                <p14:nvPr/>
              </p14:nvContentPartPr>
              <p14:xfrm>
                <a:off x="10867926" y="2986143"/>
                <a:ext cx="108720" cy="190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A61F1292-26BE-559A-497D-4AB5ED4B172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850286" y="2968503"/>
                  <a:ext cx="144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4D9B9AFA-7011-0031-702D-DD8B297FADAA}"/>
                    </a:ext>
                  </a:extLst>
                </p14:cNvPr>
                <p14:cNvContentPartPr/>
                <p14:nvPr/>
              </p14:nvContentPartPr>
              <p14:xfrm>
                <a:off x="11070606" y="2851863"/>
                <a:ext cx="33840" cy="23652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4D9B9AFA-7011-0031-702D-DD8B297FADA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1052606" y="2834223"/>
                  <a:ext cx="69480" cy="27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0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B9596E06-EE82-36BE-53E2-2B8FC265C60A}"/>
                  </a:ext>
                </a:extLst>
              </p14:cNvPr>
              <p14:cNvContentPartPr/>
              <p14:nvPr/>
            </p14:nvContentPartPr>
            <p14:xfrm>
              <a:off x="11387766" y="2906943"/>
              <a:ext cx="169920" cy="16704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B9596E06-EE82-36BE-53E2-2B8FC265C60A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11370126" y="2888943"/>
                <a:ext cx="205560" cy="20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9" name="Group 388">
            <a:extLst>
              <a:ext uri="{FF2B5EF4-FFF2-40B4-BE49-F238E27FC236}">
                <a16:creationId xmlns:a16="http://schemas.microsoft.com/office/drawing/2014/main" id="{849CACA2-DB97-42BD-126A-AE689BFCFD02}"/>
              </a:ext>
            </a:extLst>
          </p:cNvPr>
          <p:cNvGrpSpPr/>
          <p:nvPr/>
        </p:nvGrpSpPr>
        <p:grpSpPr>
          <a:xfrm>
            <a:off x="10894566" y="3417063"/>
            <a:ext cx="280440" cy="228600"/>
            <a:chOff x="10894566" y="3417063"/>
            <a:chExt cx="28044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CAEC2D20-D5EB-F70B-FD69-40E9865C8395}"/>
                    </a:ext>
                  </a:extLst>
                </p14:cNvPr>
                <p14:cNvContentPartPr/>
                <p14:nvPr/>
              </p14:nvContentPartPr>
              <p14:xfrm>
                <a:off x="10894566" y="3538023"/>
                <a:ext cx="106560" cy="273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CAEC2D20-D5EB-F70B-FD69-40E9865C8395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0876926" y="3520023"/>
                  <a:ext cx="142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BAD73069-792F-0765-8AC1-A2AA53849E57}"/>
                    </a:ext>
                  </a:extLst>
                </p14:cNvPr>
                <p14:cNvContentPartPr/>
                <p14:nvPr/>
              </p14:nvContentPartPr>
              <p14:xfrm>
                <a:off x="11149086" y="3417063"/>
                <a:ext cx="25920" cy="22860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BAD73069-792F-0765-8AC1-A2AA53849E57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1131446" y="3399423"/>
                  <a:ext cx="61560" cy="26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6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591A6325-5E59-EF61-90C6-9BD2AE7DC31C}"/>
                  </a:ext>
                </a:extLst>
              </p14:cNvPr>
              <p14:cNvContentPartPr/>
              <p14:nvPr/>
            </p14:nvContentPartPr>
            <p14:xfrm>
              <a:off x="11436006" y="3415263"/>
              <a:ext cx="164880" cy="15516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591A6325-5E59-EF61-90C6-9BD2AE7DC31C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11418006" y="3397623"/>
                <a:ext cx="200520" cy="19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7" name="Group 396">
            <a:extLst>
              <a:ext uri="{FF2B5EF4-FFF2-40B4-BE49-F238E27FC236}">
                <a16:creationId xmlns:a16="http://schemas.microsoft.com/office/drawing/2014/main" id="{7D23011C-86ED-9308-1F77-52877B1A3026}"/>
              </a:ext>
            </a:extLst>
          </p:cNvPr>
          <p:cNvGrpSpPr/>
          <p:nvPr/>
        </p:nvGrpSpPr>
        <p:grpSpPr>
          <a:xfrm>
            <a:off x="10970886" y="3949863"/>
            <a:ext cx="200520" cy="327600"/>
            <a:chOff x="10970886" y="3949863"/>
            <a:chExt cx="20052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3B4539CD-6896-7EC0-89DD-92EB07ED2B25}"/>
                    </a:ext>
                  </a:extLst>
                </p14:cNvPr>
                <p14:cNvContentPartPr/>
                <p14:nvPr/>
              </p14:nvContentPartPr>
              <p14:xfrm>
                <a:off x="10970886" y="4017183"/>
                <a:ext cx="106200" cy="3636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3B4539CD-6896-7EC0-89DD-92EB07ED2B25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953246" y="3999183"/>
                  <a:ext cx="1418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D8507AB-A68A-83A1-C5A8-C2B5C2F6F5C7}"/>
                    </a:ext>
                  </a:extLst>
                </p14:cNvPr>
                <p14:cNvContentPartPr/>
                <p14:nvPr/>
              </p14:nvContentPartPr>
              <p14:xfrm>
                <a:off x="11153766" y="3949863"/>
                <a:ext cx="17640" cy="32760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D8507AB-A68A-83A1-C5A8-C2B5C2F6F5C7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1136126" y="3931863"/>
                  <a:ext cx="53280" cy="36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4CD1C4DA-5C5F-DE17-081C-D94C2A465DA8}"/>
              </a:ext>
            </a:extLst>
          </p:cNvPr>
          <p:cNvGrpSpPr/>
          <p:nvPr/>
        </p:nvGrpSpPr>
        <p:grpSpPr>
          <a:xfrm>
            <a:off x="11433846" y="2748903"/>
            <a:ext cx="343440" cy="1744560"/>
            <a:chOff x="11433846" y="2748903"/>
            <a:chExt cx="343440" cy="174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9D2EE941-876F-2DD3-0824-4EEC41624543}"/>
                    </a:ext>
                  </a:extLst>
                </p14:cNvPr>
                <p14:cNvContentPartPr/>
                <p14:nvPr/>
              </p14:nvContentPartPr>
              <p14:xfrm>
                <a:off x="11475246" y="3984063"/>
                <a:ext cx="16560" cy="22932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9D2EE941-876F-2DD3-0824-4EEC41624543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1457606" y="3966423"/>
                  <a:ext cx="52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6909236E-17D5-C79C-7027-9C3B0FA11F7A}"/>
                    </a:ext>
                  </a:extLst>
                </p14:cNvPr>
                <p14:cNvContentPartPr/>
                <p14:nvPr/>
              </p14:nvContentPartPr>
              <p14:xfrm>
                <a:off x="11433846" y="2748903"/>
                <a:ext cx="343440" cy="174456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6909236E-17D5-C79C-7027-9C3B0FA11F7A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415846" y="2730903"/>
                  <a:ext cx="379080" cy="178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1B889ED4-C803-3188-EC52-A9CD5B1154DB}"/>
              </a:ext>
            </a:extLst>
          </p:cNvPr>
          <p:cNvGrpSpPr/>
          <p:nvPr/>
        </p:nvGrpSpPr>
        <p:grpSpPr>
          <a:xfrm>
            <a:off x="11955126" y="3409503"/>
            <a:ext cx="151920" cy="291960"/>
            <a:chOff x="11955126" y="3409503"/>
            <a:chExt cx="15192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0BB144C2-1B56-6595-3234-A83BC3928BA4}"/>
                    </a:ext>
                  </a:extLst>
                </p14:cNvPr>
                <p14:cNvContentPartPr/>
                <p14:nvPr/>
              </p14:nvContentPartPr>
              <p14:xfrm>
                <a:off x="11955126" y="3409503"/>
                <a:ext cx="151920" cy="29196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0BB144C2-1B56-6595-3234-A83BC3928BA4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1937486" y="3391503"/>
                  <a:ext cx="1875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C09E269F-5615-9F31-0591-AE03B03DABFA}"/>
                    </a:ext>
                  </a:extLst>
                </p14:cNvPr>
                <p14:cNvContentPartPr/>
                <p14:nvPr/>
              </p14:nvContentPartPr>
              <p14:xfrm>
                <a:off x="11970606" y="3622983"/>
                <a:ext cx="92520" cy="1836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C09E269F-5615-9F31-0591-AE03B03DABFA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1952966" y="3604983"/>
                  <a:ext cx="12816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0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62C06D36-BDF7-30E5-98EC-EC4EF61D7871}"/>
                  </a:ext>
                </a:extLst>
              </p14:cNvPr>
              <p14:cNvContentPartPr/>
              <p14:nvPr/>
            </p14:nvContentPartPr>
            <p14:xfrm>
              <a:off x="8914206" y="3419943"/>
              <a:ext cx="95760" cy="2196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62C06D36-BDF7-30E5-98EC-EC4EF61D7871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8896566" y="3401943"/>
                <a:ext cx="1314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2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9CD3DCB3-BA4C-658E-FCC7-4C3FB1AB6D84}"/>
                  </a:ext>
                </a:extLst>
              </p14:cNvPr>
              <p14:cNvContentPartPr/>
              <p14:nvPr/>
            </p14:nvContentPartPr>
            <p14:xfrm>
              <a:off x="9105366" y="3320943"/>
              <a:ext cx="95760" cy="23940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9CD3DCB3-BA4C-658E-FCC7-4C3FB1AB6D84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9087366" y="3302943"/>
                <a:ext cx="13140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4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EADCAB9D-7253-CE71-3B6F-F343FE591251}"/>
                  </a:ext>
                </a:extLst>
              </p14:cNvPr>
              <p14:cNvContentPartPr/>
              <p14:nvPr/>
            </p14:nvContentPartPr>
            <p14:xfrm>
              <a:off x="9203286" y="3473583"/>
              <a:ext cx="102960" cy="14760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EADCAB9D-7253-CE71-3B6F-F343FE591251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9185286" y="3455583"/>
                <a:ext cx="1386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6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02DACA51-A592-B791-2859-6243A0915EE6}"/>
                  </a:ext>
                </a:extLst>
              </p14:cNvPr>
              <p14:cNvContentPartPr/>
              <p14:nvPr/>
            </p14:nvContentPartPr>
            <p14:xfrm>
              <a:off x="9227766" y="3567903"/>
              <a:ext cx="195840" cy="17820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02DACA51-A592-B791-2859-6243A0915EE6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9210126" y="3549903"/>
                <a:ext cx="23148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8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F2BD4BD8-1C2F-A58D-6884-F5F02F376C92}"/>
                  </a:ext>
                </a:extLst>
              </p14:cNvPr>
              <p14:cNvContentPartPr/>
              <p14:nvPr/>
            </p14:nvContentPartPr>
            <p14:xfrm>
              <a:off x="8949486" y="3891183"/>
              <a:ext cx="124920" cy="2844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F2BD4BD8-1C2F-A58D-6884-F5F02F376C92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8931486" y="3873543"/>
                <a:ext cx="1605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0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630D70AA-A63D-63C3-85D2-7664C16F36B8}"/>
                  </a:ext>
                </a:extLst>
              </p14:cNvPr>
              <p14:cNvContentPartPr/>
              <p14:nvPr/>
            </p14:nvContentPartPr>
            <p14:xfrm>
              <a:off x="9106446" y="3799383"/>
              <a:ext cx="22680" cy="23940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630D70AA-A63D-63C3-85D2-7664C16F36B8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9088806" y="3781383"/>
                <a:ext cx="5832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2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92470D77-0C02-0070-01AE-A1A715C2EAC6}"/>
                  </a:ext>
                </a:extLst>
              </p14:cNvPr>
              <p14:cNvContentPartPr/>
              <p14:nvPr/>
            </p14:nvContentPartPr>
            <p14:xfrm>
              <a:off x="9090966" y="3953823"/>
              <a:ext cx="160560" cy="20160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92470D77-0C02-0070-01AE-A1A715C2EAC6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9072966" y="3935823"/>
                <a:ext cx="19620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4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82616AD3-EEA7-D494-6BA4-2968421C728E}"/>
                  </a:ext>
                </a:extLst>
              </p14:cNvPr>
              <p14:cNvContentPartPr/>
              <p14:nvPr/>
            </p14:nvContentPartPr>
            <p14:xfrm>
              <a:off x="9223086" y="4101423"/>
              <a:ext cx="136800" cy="17676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82616AD3-EEA7-D494-6BA4-2968421C728E}"/>
                  </a:ext>
                </a:extLst>
              </p:cNvPr>
              <p:cNvPicPr/>
              <p:nvPr/>
            </p:nvPicPr>
            <p:blipFill>
              <a:blip r:embed="rId555"/>
              <a:stretch>
                <a:fillRect/>
              </a:stretch>
            </p:blipFill>
            <p:spPr>
              <a:xfrm>
                <a:off x="9205446" y="4083423"/>
                <a:ext cx="1724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6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5FB32730-073E-9445-725D-C8ACF1D8C252}"/>
                  </a:ext>
                </a:extLst>
              </p14:cNvPr>
              <p14:cNvContentPartPr/>
              <p14:nvPr/>
            </p14:nvContentPartPr>
            <p14:xfrm>
              <a:off x="9428286" y="2670063"/>
              <a:ext cx="280800" cy="176904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5FB32730-073E-9445-725D-C8ACF1D8C252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9410646" y="2652423"/>
                <a:ext cx="316440" cy="180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8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742C0751-FD5C-1D85-E369-F6104622EB44}"/>
                  </a:ext>
                </a:extLst>
              </p14:cNvPr>
              <p14:cNvContentPartPr/>
              <p14:nvPr/>
            </p14:nvContentPartPr>
            <p14:xfrm>
              <a:off x="9777486" y="3318423"/>
              <a:ext cx="68760" cy="2268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742C0751-FD5C-1D85-E369-F6104622EB44}"/>
                  </a:ext>
                </a:extLst>
              </p:cNvPr>
              <p:cNvPicPr/>
              <p:nvPr/>
            </p:nvPicPr>
            <p:blipFill>
              <a:blip r:embed="rId559"/>
              <a:stretch>
                <a:fillRect/>
              </a:stretch>
            </p:blipFill>
            <p:spPr>
              <a:xfrm>
                <a:off x="9759846" y="3300423"/>
                <a:ext cx="1044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0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FA588559-469C-F769-4049-C7CC4219C0EB}"/>
                  </a:ext>
                </a:extLst>
              </p14:cNvPr>
              <p14:cNvContentPartPr/>
              <p14:nvPr/>
            </p14:nvContentPartPr>
            <p14:xfrm>
              <a:off x="9743646" y="3390423"/>
              <a:ext cx="131040" cy="5832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FA588559-469C-F769-4049-C7CC4219C0EB}"/>
                  </a:ext>
                </a:extLst>
              </p:cNvPr>
              <p:cNvPicPr/>
              <p:nvPr/>
            </p:nvPicPr>
            <p:blipFill>
              <a:blip r:embed="rId561"/>
              <a:stretch>
                <a:fillRect/>
              </a:stretch>
            </p:blipFill>
            <p:spPr>
              <a:xfrm>
                <a:off x="9725646" y="3372423"/>
                <a:ext cx="1666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2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6DA15767-DFA5-06EB-BBED-1BF0EEB89A54}"/>
                  </a:ext>
                </a:extLst>
              </p14:cNvPr>
              <p14:cNvContentPartPr/>
              <p14:nvPr/>
            </p14:nvContentPartPr>
            <p14:xfrm>
              <a:off x="10111566" y="2757543"/>
              <a:ext cx="396360" cy="163980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6DA15767-DFA5-06EB-BBED-1BF0EEB89A54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10093926" y="2739543"/>
                <a:ext cx="432000" cy="167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4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98C48729-9DD1-1E63-7973-BAD4A279DADF}"/>
                  </a:ext>
                </a:extLst>
              </p14:cNvPr>
              <p14:cNvContentPartPr/>
              <p14:nvPr/>
            </p14:nvContentPartPr>
            <p14:xfrm>
              <a:off x="10365366" y="2902983"/>
              <a:ext cx="38160" cy="27036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98C48729-9DD1-1E63-7973-BAD4A279DADF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10347366" y="2885343"/>
                <a:ext cx="738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6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CEBC828A-0CE1-6434-1529-5282C3866772}"/>
                  </a:ext>
                </a:extLst>
              </p14:cNvPr>
              <p14:cNvContentPartPr/>
              <p14:nvPr/>
            </p14:nvContentPartPr>
            <p14:xfrm>
              <a:off x="10315326" y="3355143"/>
              <a:ext cx="126360" cy="18108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CEBC828A-0CE1-6434-1529-5282C3866772}"/>
                  </a:ext>
                </a:extLst>
              </p:cNvPr>
              <p:cNvPicPr/>
              <p:nvPr/>
            </p:nvPicPr>
            <p:blipFill>
              <a:blip r:embed="rId567"/>
              <a:stretch>
                <a:fillRect/>
              </a:stretch>
            </p:blipFill>
            <p:spPr>
              <a:xfrm>
                <a:off x="10297326" y="3337143"/>
                <a:ext cx="1620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8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97AE6C4F-D31F-3E38-CADA-1A6533FC5F3D}"/>
                  </a:ext>
                </a:extLst>
              </p14:cNvPr>
              <p14:cNvContentPartPr/>
              <p14:nvPr/>
            </p14:nvContentPartPr>
            <p14:xfrm>
              <a:off x="10439166" y="3458103"/>
              <a:ext cx="104400" cy="21816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97AE6C4F-D31F-3E38-CADA-1A6533FC5F3D}"/>
                  </a:ext>
                </a:extLst>
              </p:cNvPr>
              <p:cNvPicPr/>
              <p:nvPr/>
            </p:nvPicPr>
            <p:blipFill>
              <a:blip r:embed="rId569"/>
              <a:stretch>
                <a:fillRect/>
              </a:stretch>
            </p:blipFill>
            <p:spPr>
              <a:xfrm>
                <a:off x="10421526" y="3440103"/>
                <a:ext cx="14004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0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CFE69899-4165-2510-AB39-DF5D6D5B33F3}"/>
                  </a:ext>
                </a:extLst>
              </p14:cNvPr>
              <p14:cNvContentPartPr/>
              <p14:nvPr/>
            </p14:nvContentPartPr>
            <p14:xfrm>
              <a:off x="10475886" y="3615423"/>
              <a:ext cx="125640" cy="15192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CFE69899-4165-2510-AB39-DF5D6D5B33F3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10458246" y="3597783"/>
                <a:ext cx="1612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2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171B0328-0BD3-7DC8-8020-0CE88E34FAA5}"/>
                  </a:ext>
                </a:extLst>
              </p14:cNvPr>
              <p14:cNvContentPartPr/>
              <p14:nvPr/>
            </p14:nvContentPartPr>
            <p14:xfrm>
              <a:off x="9743646" y="3306543"/>
              <a:ext cx="182520" cy="4680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171B0328-0BD3-7DC8-8020-0CE88E34FAA5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9725646" y="3288903"/>
                <a:ext cx="2181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4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76811C43-6D4D-D850-5D6F-D5B1CB1582F4}"/>
                  </a:ext>
                </a:extLst>
              </p14:cNvPr>
              <p14:cNvContentPartPr/>
              <p14:nvPr/>
            </p14:nvContentPartPr>
            <p14:xfrm>
              <a:off x="9746886" y="3384303"/>
              <a:ext cx="231120" cy="58320"/>
            </p14:xfrm>
          </p:contentPart>
        </mc:Choice>
        <mc:Fallback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76811C43-6D4D-D850-5D6F-D5B1CB1582F4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9728886" y="3366663"/>
                <a:ext cx="26676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6" name="Group 415">
            <a:extLst>
              <a:ext uri="{FF2B5EF4-FFF2-40B4-BE49-F238E27FC236}">
                <a16:creationId xmlns:a16="http://schemas.microsoft.com/office/drawing/2014/main" id="{E7BF149E-0022-15FA-6FF6-6A70C8600DFE}"/>
              </a:ext>
            </a:extLst>
          </p:cNvPr>
          <p:cNvGrpSpPr/>
          <p:nvPr/>
        </p:nvGrpSpPr>
        <p:grpSpPr>
          <a:xfrm>
            <a:off x="6692286" y="4836183"/>
            <a:ext cx="643680" cy="353160"/>
            <a:chOff x="6692286" y="4836183"/>
            <a:chExt cx="64368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553D95BE-C655-7157-38C0-D2F0915825E2}"/>
                    </a:ext>
                  </a:extLst>
                </p14:cNvPr>
                <p14:cNvContentPartPr/>
                <p14:nvPr/>
              </p14:nvContentPartPr>
              <p14:xfrm>
                <a:off x="6692286" y="4929423"/>
                <a:ext cx="77760" cy="468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553D95BE-C655-7157-38C0-D2F0915825E2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6674286" y="4911783"/>
                  <a:ext cx="113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6E669036-4863-28EF-0DDA-B5AB911341FB}"/>
                    </a:ext>
                  </a:extLst>
                </p14:cNvPr>
                <p14:cNvContentPartPr/>
                <p14:nvPr/>
              </p14:nvContentPartPr>
              <p14:xfrm>
                <a:off x="6812526" y="4836183"/>
                <a:ext cx="116640" cy="22788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6E669036-4863-28EF-0DDA-B5AB911341FB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6794526" y="4818183"/>
                  <a:ext cx="152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8703BEF-8444-E84F-95F8-410FC5048093}"/>
                    </a:ext>
                  </a:extLst>
                </p14:cNvPr>
                <p14:cNvContentPartPr/>
                <p14:nvPr/>
              </p14:nvContentPartPr>
              <p14:xfrm>
                <a:off x="7047966" y="4912143"/>
                <a:ext cx="5760" cy="19512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8703BEF-8444-E84F-95F8-410FC5048093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029966" y="4894503"/>
                  <a:ext cx="414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C882BE98-6D4B-5256-29ED-3301131D40B2}"/>
                    </a:ext>
                  </a:extLst>
                </p14:cNvPr>
                <p14:cNvContentPartPr/>
                <p14:nvPr/>
              </p14:nvContentPartPr>
              <p14:xfrm>
                <a:off x="7039686" y="4878303"/>
                <a:ext cx="115920" cy="20880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C882BE98-6D4B-5256-29ED-3301131D40B2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021686" y="4860663"/>
                  <a:ext cx="1515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6121CC88-7971-3AC7-CC6A-362800A93E39}"/>
                    </a:ext>
                  </a:extLst>
                </p14:cNvPr>
                <p14:cNvContentPartPr/>
                <p14:nvPr/>
              </p14:nvContentPartPr>
              <p14:xfrm>
                <a:off x="7216446" y="5003223"/>
                <a:ext cx="119520" cy="18612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6121CC88-7971-3AC7-CC6A-362800A93E39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7198446" y="4985583"/>
                  <a:ext cx="15516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6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EEE97900-8C05-7A12-3250-6865780FEF33}"/>
                  </a:ext>
                </a:extLst>
              </p14:cNvPr>
              <p14:cNvContentPartPr/>
              <p14:nvPr/>
            </p14:nvContentPartPr>
            <p14:xfrm>
              <a:off x="7741326" y="4650783"/>
              <a:ext cx="327600" cy="128196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EEE97900-8C05-7A12-3250-6865780FEF33}"/>
                  </a:ext>
                </a:extLst>
              </p:cNvPr>
              <p:cNvPicPr/>
              <p:nvPr/>
            </p:nvPicPr>
            <p:blipFill>
              <a:blip r:embed="rId587"/>
              <a:stretch>
                <a:fillRect/>
              </a:stretch>
            </p:blipFill>
            <p:spPr>
              <a:xfrm>
                <a:off x="7723326" y="4632783"/>
                <a:ext cx="363240" cy="13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8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1E7C490D-39DB-CB64-112C-9DE0E2B430AC}"/>
                  </a:ext>
                </a:extLst>
              </p14:cNvPr>
              <p14:cNvContentPartPr/>
              <p14:nvPr/>
            </p14:nvContentPartPr>
            <p14:xfrm>
              <a:off x="8278446" y="4691463"/>
              <a:ext cx="10440" cy="25956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1E7C490D-39DB-CB64-112C-9DE0E2B430AC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8260446" y="4673823"/>
                <a:ext cx="460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0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0BA827CC-E627-92A7-4FF2-45DA01EEA2A7}"/>
                  </a:ext>
                </a:extLst>
              </p14:cNvPr>
              <p14:cNvContentPartPr/>
              <p14:nvPr/>
            </p14:nvContentPartPr>
            <p14:xfrm>
              <a:off x="8674086" y="4753743"/>
              <a:ext cx="160560" cy="20592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0BA827CC-E627-92A7-4FF2-45DA01EEA2A7}"/>
                  </a:ext>
                </a:extLst>
              </p:cNvPr>
              <p:cNvPicPr/>
              <p:nvPr/>
            </p:nvPicPr>
            <p:blipFill>
              <a:blip r:embed="rId591"/>
              <a:stretch>
                <a:fillRect/>
              </a:stretch>
            </p:blipFill>
            <p:spPr>
              <a:xfrm>
                <a:off x="8656446" y="4735743"/>
                <a:ext cx="1962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2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DA8CBF4D-9C52-C3DA-5C48-B723F0910D55}"/>
                  </a:ext>
                </a:extLst>
              </p14:cNvPr>
              <p14:cNvContentPartPr/>
              <p14:nvPr/>
            </p14:nvContentPartPr>
            <p14:xfrm>
              <a:off x="8247486" y="5191143"/>
              <a:ext cx="144720" cy="17388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DA8CBF4D-9C52-C3DA-5C48-B723F0910D55}"/>
                  </a:ext>
                </a:extLst>
              </p:cNvPr>
              <p:cNvPicPr/>
              <p:nvPr/>
            </p:nvPicPr>
            <p:blipFill>
              <a:blip r:embed="rId593"/>
              <a:stretch>
                <a:fillRect/>
              </a:stretch>
            </p:blipFill>
            <p:spPr>
              <a:xfrm>
                <a:off x="8229846" y="5173143"/>
                <a:ext cx="1803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4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34333149-2E0F-7154-A02C-6F69EC643410}"/>
                  </a:ext>
                </a:extLst>
              </p14:cNvPr>
              <p14:cNvContentPartPr/>
              <p14:nvPr/>
            </p14:nvContentPartPr>
            <p14:xfrm>
              <a:off x="8768406" y="5185023"/>
              <a:ext cx="24480" cy="16344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34333149-2E0F-7154-A02C-6F69EC643410}"/>
                  </a:ext>
                </a:extLst>
              </p:cNvPr>
              <p:cNvPicPr/>
              <p:nvPr/>
            </p:nvPicPr>
            <p:blipFill>
              <a:blip r:embed="rId595"/>
              <a:stretch>
                <a:fillRect/>
              </a:stretch>
            </p:blipFill>
            <p:spPr>
              <a:xfrm>
                <a:off x="8750766" y="5167023"/>
                <a:ext cx="6012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6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BFBB71AF-47A9-870B-E98B-94C84182C17C}"/>
                  </a:ext>
                </a:extLst>
              </p14:cNvPr>
              <p14:cNvContentPartPr/>
              <p14:nvPr/>
            </p14:nvContentPartPr>
            <p14:xfrm>
              <a:off x="8118606" y="5597223"/>
              <a:ext cx="144000" cy="21492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BFBB71AF-47A9-870B-E98B-94C84182C17C}"/>
                  </a:ext>
                </a:extLst>
              </p:cNvPr>
              <p:cNvPicPr/>
              <p:nvPr/>
            </p:nvPicPr>
            <p:blipFill>
              <a:blip r:embed="rId597"/>
              <a:stretch>
                <a:fillRect/>
              </a:stretch>
            </p:blipFill>
            <p:spPr>
              <a:xfrm>
                <a:off x="8100606" y="5579583"/>
                <a:ext cx="17964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8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7975E9C1-9C4D-8644-9ACE-8EC3955CE83F}"/>
                  </a:ext>
                </a:extLst>
              </p14:cNvPr>
              <p14:cNvContentPartPr/>
              <p14:nvPr/>
            </p14:nvContentPartPr>
            <p14:xfrm>
              <a:off x="8701086" y="5556183"/>
              <a:ext cx="231120" cy="27756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7975E9C1-9C4D-8644-9ACE-8EC3955CE83F}"/>
                  </a:ext>
                </a:extLst>
              </p:cNvPr>
              <p:cNvPicPr/>
              <p:nvPr/>
            </p:nvPicPr>
            <p:blipFill>
              <a:blip r:embed="rId599"/>
              <a:stretch>
                <a:fillRect/>
              </a:stretch>
            </p:blipFill>
            <p:spPr>
              <a:xfrm>
                <a:off x="8683446" y="5538183"/>
                <a:ext cx="26676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0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F92D7A83-0F9A-B71C-6671-CB523461F87C}"/>
                  </a:ext>
                </a:extLst>
              </p14:cNvPr>
              <p14:cNvContentPartPr/>
              <p14:nvPr/>
            </p14:nvContentPartPr>
            <p14:xfrm>
              <a:off x="10707726" y="5743023"/>
              <a:ext cx="181080" cy="338400"/>
            </p14:xfrm>
          </p:contentPart>
        </mc:Choice>
        <mc:Fallback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F92D7A83-0F9A-B71C-6671-CB523461F87C}"/>
                  </a:ext>
                </a:extLst>
              </p:cNvPr>
              <p:cNvPicPr/>
              <p:nvPr/>
            </p:nvPicPr>
            <p:blipFill>
              <a:blip r:embed="rId601"/>
              <a:stretch>
                <a:fillRect/>
              </a:stretch>
            </p:blipFill>
            <p:spPr>
              <a:xfrm>
                <a:off x="10690086" y="5725383"/>
                <a:ext cx="216720" cy="37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8" name="Group 447">
            <a:extLst>
              <a:ext uri="{FF2B5EF4-FFF2-40B4-BE49-F238E27FC236}">
                <a16:creationId xmlns:a16="http://schemas.microsoft.com/office/drawing/2014/main" id="{C01F6683-9C4D-D207-45D7-19548FCBFB5D}"/>
              </a:ext>
            </a:extLst>
          </p:cNvPr>
          <p:cNvGrpSpPr/>
          <p:nvPr/>
        </p:nvGrpSpPr>
        <p:grpSpPr>
          <a:xfrm>
            <a:off x="10395606" y="3950223"/>
            <a:ext cx="231120" cy="494280"/>
            <a:chOff x="10395606" y="3950223"/>
            <a:chExt cx="231120" cy="49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CBFB996F-556E-2426-52A6-597135DD9677}"/>
                    </a:ext>
                  </a:extLst>
                </p14:cNvPr>
                <p14:cNvContentPartPr/>
                <p14:nvPr/>
              </p14:nvContentPartPr>
              <p14:xfrm>
                <a:off x="10395606" y="3950223"/>
                <a:ext cx="114840" cy="18828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CBFB996F-556E-2426-52A6-597135DD967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377606" y="3932583"/>
                  <a:ext cx="1504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E5D97854-0CCD-2389-A498-891970A9D255}"/>
                    </a:ext>
                  </a:extLst>
                </p14:cNvPr>
                <p14:cNvContentPartPr/>
                <p14:nvPr/>
              </p14:nvContentPartPr>
              <p14:xfrm>
                <a:off x="10457166" y="4126263"/>
                <a:ext cx="102240" cy="1936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E5D97854-0CCD-2389-A498-891970A9D255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439166" y="4108623"/>
                  <a:ext cx="1378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157BBCFC-E099-4636-66FE-46E932C49993}"/>
                    </a:ext>
                  </a:extLst>
                </p14:cNvPr>
                <p14:cNvContentPartPr/>
                <p14:nvPr/>
              </p14:nvContentPartPr>
              <p14:xfrm>
                <a:off x="10545366" y="4259463"/>
                <a:ext cx="81360" cy="1850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157BBCFC-E099-4636-66FE-46E932C49993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527726" y="4241823"/>
                  <a:ext cx="117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37948C9F-16E3-3821-E82C-3C3165075FE6}"/>
                    </a:ext>
                  </a:extLst>
                </p14:cNvPr>
                <p14:cNvContentPartPr/>
                <p14:nvPr/>
              </p14:nvContentPartPr>
              <p14:xfrm>
                <a:off x="10591446" y="4422183"/>
                <a:ext cx="360" cy="324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37948C9F-16E3-3821-E82C-3C3165075FE6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573446" y="4404543"/>
                  <a:ext cx="360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948A4632-5464-0A87-1711-0BE391F38350}"/>
              </a:ext>
            </a:extLst>
          </p:cNvPr>
          <p:cNvGrpSpPr/>
          <p:nvPr/>
        </p:nvGrpSpPr>
        <p:grpSpPr>
          <a:xfrm>
            <a:off x="10302726" y="4616943"/>
            <a:ext cx="1824840" cy="1574280"/>
            <a:chOff x="10302726" y="4616943"/>
            <a:chExt cx="1824840" cy="157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53573E15-6132-1E2E-5F8A-F67F141083E7}"/>
                    </a:ext>
                  </a:extLst>
                </p14:cNvPr>
                <p14:cNvContentPartPr/>
                <p14:nvPr/>
              </p14:nvContentPartPr>
              <p14:xfrm>
                <a:off x="10302726" y="4689303"/>
                <a:ext cx="299880" cy="139032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53573E15-6132-1E2E-5F8A-F67F141083E7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0284726" y="4671303"/>
                  <a:ext cx="335520" cy="14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769E5AED-5F02-8722-03D7-34BE33E6C1E6}"/>
                    </a:ext>
                  </a:extLst>
                </p14:cNvPr>
                <p14:cNvContentPartPr/>
                <p14:nvPr/>
              </p14:nvContentPartPr>
              <p14:xfrm>
                <a:off x="10529886" y="4929423"/>
                <a:ext cx="12240" cy="21708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769E5AED-5F02-8722-03D7-34BE33E6C1E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0512246" y="4911423"/>
                  <a:ext cx="478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D9758329-1B50-5066-0EBA-140EC501C648}"/>
                    </a:ext>
                  </a:extLst>
                </p14:cNvPr>
                <p14:cNvContentPartPr/>
                <p14:nvPr/>
              </p14:nvContentPartPr>
              <p14:xfrm>
                <a:off x="10829406" y="4968663"/>
                <a:ext cx="102960" cy="2700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D9758329-1B50-5066-0EBA-140EC501C648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10811406" y="4951023"/>
                  <a:ext cx="1386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83849F8E-9103-7458-7052-3DC537219845}"/>
                    </a:ext>
                  </a:extLst>
                </p14:cNvPr>
                <p14:cNvContentPartPr/>
                <p14:nvPr/>
              </p14:nvContentPartPr>
              <p14:xfrm>
                <a:off x="11050086" y="4875783"/>
                <a:ext cx="28440" cy="1861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83849F8E-9103-7458-7052-3DC537219845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1032446" y="4857783"/>
                  <a:ext cx="64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AC344F5B-9E96-4F98-8359-1122E51C4B18}"/>
                    </a:ext>
                  </a:extLst>
                </p14:cNvPr>
                <p14:cNvContentPartPr/>
                <p14:nvPr/>
              </p14:nvContentPartPr>
              <p14:xfrm>
                <a:off x="11400726" y="4832943"/>
                <a:ext cx="177840" cy="17208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AC344F5B-9E96-4F98-8359-1122E51C4B18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1382726" y="4814943"/>
                  <a:ext cx="2134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39C76BB7-B86A-6BB1-7755-A6C09C04CE92}"/>
                    </a:ext>
                  </a:extLst>
                </p14:cNvPr>
                <p14:cNvContentPartPr/>
                <p14:nvPr/>
              </p14:nvContentPartPr>
              <p14:xfrm>
                <a:off x="10538526" y="5290863"/>
                <a:ext cx="97560" cy="11484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39C76BB7-B86A-6BB1-7755-A6C09C04CE92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0520526" y="5272863"/>
                  <a:ext cx="1332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103E2656-2820-466E-849A-5702BD09A1D2}"/>
                    </a:ext>
                  </a:extLst>
                </p14:cNvPr>
                <p14:cNvContentPartPr/>
                <p14:nvPr/>
              </p14:nvContentPartPr>
              <p14:xfrm>
                <a:off x="10614846" y="5350263"/>
                <a:ext cx="119880" cy="16344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103E2656-2820-466E-849A-5702BD09A1D2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10597206" y="5332623"/>
                  <a:ext cx="155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1C148022-28CD-ED3C-4578-D8D7ACC2AF8C}"/>
                    </a:ext>
                  </a:extLst>
                </p14:cNvPr>
                <p14:cNvContentPartPr/>
                <p14:nvPr/>
              </p14:nvContentPartPr>
              <p14:xfrm>
                <a:off x="10658046" y="5469423"/>
                <a:ext cx="126000" cy="16848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1C148022-28CD-ED3C-4578-D8D7ACC2AF8C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10640046" y="5451783"/>
                  <a:ext cx="1616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6A0A4311-61A1-DAC5-15AB-69225215623E}"/>
                    </a:ext>
                  </a:extLst>
                </p14:cNvPr>
                <p14:cNvContentPartPr/>
                <p14:nvPr/>
              </p14:nvContentPartPr>
              <p14:xfrm>
                <a:off x="11085006" y="5371863"/>
                <a:ext cx="90720" cy="3132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6A0A4311-61A1-DAC5-15AB-69225215623E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11067366" y="5354223"/>
                  <a:ext cx="126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C13E205F-D13E-7580-BD8D-1591E006696F}"/>
                    </a:ext>
                  </a:extLst>
                </p14:cNvPr>
                <p14:cNvContentPartPr/>
                <p14:nvPr/>
              </p14:nvContentPartPr>
              <p14:xfrm>
                <a:off x="11248446" y="5301663"/>
                <a:ext cx="9720" cy="15372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C13E205F-D13E-7580-BD8D-1591E006696F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11230446" y="5283663"/>
                  <a:ext cx="453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F3E6DFDF-2435-9FB4-CE8E-FC6A8A789666}"/>
                    </a:ext>
                  </a:extLst>
                </p14:cNvPr>
                <p14:cNvContentPartPr/>
                <p14:nvPr/>
              </p14:nvContentPartPr>
              <p14:xfrm>
                <a:off x="11370486" y="5286543"/>
                <a:ext cx="237600" cy="12888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F3E6DFDF-2435-9FB4-CE8E-FC6A8A789666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11352846" y="5268543"/>
                  <a:ext cx="273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C9CA40F3-A2BB-02EB-CFFC-285002FAB181}"/>
                    </a:ext>
                  </a:extLst>
                </p14:cNvPr>
                <p14:cNvContentPartPr/>
                <p14:nvPr/>
              </p14:nvContentPartPr>
              <p14:xfrm>
                <a:off x="10517286" y="5863983"/>
                <a:ext cx="100080" cy="864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C9CA40F3-A2BB-02EB-CFFC-285002FAB181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10499646" y="5846343"/>
                  <a:ext cx="135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F948C4D1-1E21-730B-762D-8222131BCD36}"/>
                    </a:ext>
                  </a:extLst>
                </p14:cNvPr>
                <p14:cNvContentPartPr/>
                <p14:nvPr/>
              </p14:nvContentPartPr>
              <p14:xfrm>
                <a:off x="11073846" y="5719623"/>
                <a:ext cx="141120" cy="27504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F948C4D1-1E21-730B-762D-8222131BCD36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11055846" y="5701983"/>
                  <a:ext cx="176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98BAA3E4-4312-3586-CDD9-1F663209A268}"/>
                    </a:ext>
                  </a:extLst>
                </p14:cNvPr>
                <p14:cNvContentPartPr/>
                <p14:nvPr/>
              </p14:nvContentPartPr>
              <p14:xfrm>
                <a:off x="11434566" y="5870823"/>
                <a:ext cx="68040" cy="612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98BAA3E4-4312-3586-CDD9-1F663209A268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11416566" y="5852823"/>
                  <a:ext cx="103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8DA3507-C287-2EFC-873E-BE636D103B00}"/>
                    </a:ext>
                  </a:extLst>
                </p14:cNvPr>
                <p14:cNvContentPartPr/>
                <p14:nvPr/>
              </p14:nvContentPartPr>
              <p14:xfrm>
                <a:off x="11593326" y="5674983"/>
                <a:ext cx="128520" cy="25956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8DA3507-C287-2EFC-873E-BE636D103B00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11575686" y="5657343"/>
                  <a:ext cx="1641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3F09EE7C-0F46-50F8-1783-C8B400F1743F}"/>
                    </a:ext>
                  </a:extLst>
                </p14:cNvPr>
                <p14:cNvContentPartPr/>
                <p14:nvPr/>
              </p14:nvContentPartPr>
              <p14:xfrm>
                <a:off x="11598366" y="4616943"/>
                <a:ext cx="266040" cy="157428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3F09EE7C-0F46-50F8-1783-C8B400F1743F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11580366" y="4599303"/>
                  <a:ext cx="301680" cy="16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33795615-A520-BCB5-3232-DCCFD059734D}"/>
                    </a:ext>
                  </a:extLst>
                </p14:cNvPr>
                <p14:cNvContentPartPr/>
                <p14:nvPr/>
              </p14:nvContentPartPr>
              <p14:xfrm>
                <a:off x="11976006" y="5192943"/>
                <a:ext cx="151560" cy="28764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33795615-A520-BCB5-3232-DCCFD059734D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11958366" y="5174943"/>
                  <a:ext cx="1872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E99BAAB-AB0E-6C40-236E-67C645753906}"/>
                    </a:ext>
                  </a:extLst>
                </p14:cNvPr>
                <p14:cNvContentPartPr/>
                <p14:nvPr/>
              </p14:nvContentPartPr>
              <p14:xfrm>
                <a:off x="11979246" y="5381223"/>
                <a:ext cx="67680" cy="2448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E99BAAB-AB0E-6C40-236E-67C645753906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11961246" y="5363583"/>
                  <a:ext cx="10332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F28CE049-82FE-CE1E-DBE7-32FC6E94A4B5}"/>
              </a:ext>
            </a:extLst>
          </p:cNvPr>
          <p:cNvGrpSpPr/>
          <p:nvPr/>
        </p:nvGrpSpPr>
        <p:grpSpPr>
          <a:xfrm>
            <a:off x="9234246" y="4571943"/>
            <a:ext cx="891000" cy="1663560"/>
            <a:chOff x="9234246" y="4571943"/>
            <a:chExt cx="891000" cy="166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E266AC57-3E47-95D0-F713-D584166D59AD}"/>
                    </a:ext>
                  </a:extLst>
                </p14:cNvPr>
                <p14:cNvContentPartPr/>
                <p14:nvPr/>
              </p14:nvContentPartPr>
              <p14:xfrm>
                <a:off x="9261606" y="4759863"/>
                <a:ext cx="208080" cy="23256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E266AC57-3E47-95D0-F713-D584166D59AD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9243606" y="4742223"/>
                  <a:ext cx="2437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108D6DEF-D58A-BC7D-D957-AD8F85056AC9}"/>
                    </a:ext>
                  </a:extLst>
                </p14:cNvPr>
                <p14:cNvContentPartPr/>
                <p14:nvPr/>
              </p14:nvContentPartPr>
              <p14:xfrm>
                <a:off x="9234246" y="5276463"/>
                <a:ext cx="105840" cy="792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108D6DEF-D58A-BC7D-D957-AD8F85056AC9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9216606" y="5258463"/>
                  <a:ext cx="1414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E86FF535-D40E-F2AA-17DA-9B8618C55B90}"/>
                    </a:ext>
                  </a:extLst>
                </p14:cNvPr>
                <p14:cNvContentPartPr/>
                <p14:nvPr/>
              </p14:nvContentPartPr>
              <p14:xfrm>
                <a:off x="9460326" y="5139303"/>
                <a:ext cx="127800" cy="2836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E86FF535-D40E-F2AA-17DA-9B8618C55B90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9442686" y="5121303"/>
                  <a:ext cx="1634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C15281F2-B1EA-EEA2-3A4D-8C7EA830A155}"/>
                    </a:ext>
                  </a:extLst>
                </p14:cNvPr>
                <p14:cNvContentPartPr/>
                <p14:nvPr/>
              </p14:nvContentPartPr>
              <p14:xfrm>
                <a:off x="9558606" y="5649783"/>
                <a:ext cx="12600" cy="21744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C15281F2-B1EA-EEA2-3A4D-8C7EA830A155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9540966" y="5631783"/>
                  <a:ext cx="48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176C98FF-7724-5D54-82C7-76A95BB06E74}"/>
                    </a:ext>
                  </a:extLst>
                </p14:cNvPr>
                <p14:cNvContentPartPr/>
                <p14:nvPr/>
              </p14:nvContentPartPr>
              <p14:xfrm>
                <a:off x="9429726" y="4571943"/>
                <a:ext cx="456480" cy="166356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176C98FF-7724-5D54-82C7-76A95BB06E74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9412086" y="4553943"/>
                  <a:ext cx="492120" cy="169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2FDEFED-E1AC-F4E1-1E38-7BF7E009A5DE}"/>
                    </a:ext>
                  </a:extLst>
                </p14:cNvPr>
                <p14:cNvContentPartPr/>
                <p14:nvPr/>
              </p14:nvContentPartPr>
              <p14:xfrm>
                <a:off x="9606126" y="5301663"/>
                <a:ext cx="134280" cy="1994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2FDEFED-E1AC-F4E1-1E38-7BF7E009A5DE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9588126" y="5283663"/>
                  <a:ext cx="169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DD70CDF8-5A85-A283-FDCF-DD91B897876F}"/>
                    </a:ext>
                  </a:extLst>
                </p14:cNvPr>
                <p14:cNvContentPartPr/>
                <p14:nvPr/>
              </p14:nvContentPartPr>
              <p14:xfrm>
                <a:off x="9614766" y="5436303"/>
                <a:ext cx="149760" cy="13428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DD70CDF8-5A85-A283-FDCF-DD91B897876F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9597126" y="5418663"/>
                  <a:ext cx="1854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0C05CB8D-20B1-13FA-3BF3-4B33C7B1CC3C}"/>
                    </a:ext>
                  </a:extLst>
                </p14:cNvPr>
                <p14:cNvContentPartPr/>
                <p14:nvPr/>
              </p14:nvContentPartPr>
              <p14:xfrm>
                <a:off x="10016886" y="5189343"/>
                <a:ext cx="87480" cy="1188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0C05CB8D-20B1-13FA-3BF3-4B33C7B1CC3C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9999246" y="5171703"/>
                  <a:ext cx="123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76D12F92-F982-3B7D-AA8D-D32CEC06989C}"/>
                    </a:ext>
                  </a:extLst>
                </p14:cNvPr>
                <p14:cNvContentPartPr/>
                <p14:nvPr/>
              </p14:nvContentPartPr>
              <p14:xfrm>
                <a:off x="10047846" y="5289063"/>
                <a:ext cx="77400" cy="3996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76D12F92-F982-3B7D-AA8D-D32CEC06989C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0029846" y="5271063"/>
                  <a:ext cx="113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72B1636B-742D-FE42-3428-ACB65A594BE7}"/>
                    </a:ext>
                  </a:extLst>
                </p14:cNvPr>
                <p14:cNvContentPartPr/>
                <p14:nvPr/>
              </p14:nvContentPartPr>
              <p14:xfrm>
                <a:off x="9564726" y="5836983"/>
                <a:ext cx="720" cy="324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72B1636B-742D-FE42-3428-ACB65A594BE7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9547086" y="5819343"/>
                  <a:ext cx="36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9F88700A-347E-5AF3-C38F-EBBA769DDD70}"/>
                    </a:ext>
                  </a:extLst>
                </p14:cNvPr>
                <p14:cNvContentPartPr/>
                <p14:nvPr/>
              </p14:nvContentPartPr>
              <p14:xfrm>
                <a:off x="9593886" y="5277183"/>
                <a:ext cx="360" cy="36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9F88700A-347E-5AF3-C38F-EBBA769DDD7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576246" y="52595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BB54B034-CA7C-94E0-02EB-CD9BE5123457}"/>
                    </a:ext>
                  </a:extLst>
                </p14:cNvPr>
                <p14:cNvContentPartPr/>
                <p14:nvPr/>
              </p14:nvContentPartPr>
              <p14:xfrm>
                <a:off x="9788286" y="5169903"/>
                <a:ext cx="21600" cy="2484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BB54B034-CA7C-94E0-02EB-CD9BE512345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9770286" y="5152263"/>
                  <a:ext cx="57240" cy="60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11690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AEC360C-8536-884D-2F97-7D9DE90D7D8C}"/>
              </a:ext>
            </a:extLst>
          </p:cNvPr>
          <p:cNvGrpSpPr/>
          <p:nvPr/>
        </p:nvGrpSpPr>
        <p:grpSpPr>
          <a:xfrm>
            <a:off x="457086" y="460743"/>
            <a:ext cx="1408680" cy="864000"/>
            <a:chOff x="457086" y="460743"/>
            <a:chExt cx="1408680" cy="86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22805C4-5D2D-E62B-946C-8332464C974A}"/>
                    </a:ext>
                  </a:extLst>
                </p14:cNvPr>
                <p14:cNvContentPartPr/>
                <p14:nvPr/>
              </p14:nvContentPartPr>
              <p14:xfrm>
                <a:off x="457086" y="506463"/>
                <a:ext cx="65520" cy="303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22805C4-5D2D-E62B-946C-8332464C974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9446" y="488823"/>
                  <a:ext cx="1011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D6A7799-0507-E3E4-4379-05D6F0681F9E}"/>
                    </a:ext>
                  </a:extLst>
                </p14:cNvPr>
                <p14:cNvContentPartPr/>
                <p14:nvPr/>
              </p14:nvContentPartPr>
              <p14:xfrm>
                <a:off x="476166" y="460743"/>
                <a:ext cx="156960" cy="339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D6A7799-0507-E3E4-4379-05D6F0681F9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8166" y="442743"/>
                  <a:ext cx="1926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E558AC2-985A-D9D2-0C34-179601FECD9E}"/>
                    </a:ext>
                  </a:extLst>
                </p14:cNvPr>
                <p14:cNvContentPartPr/>
                <p14:nvPr/>
              </p14:nvContentPartPr>
              <p14:xfrm>
                <a:off x="634206" y="758463"/>
                <a:ext cx="130680" cy="190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E558AC2-985A-D9D2-0C34-179601FECD9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6206" y="740463"/>
                  <a:ext cx="166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12836C-2B78-5784-1F5A-53275254AFC1}"/>
                    </a:ext>
                  </a:extLst>
                </p14:cNvPr>
                <p14:cNvContentPartPr/>
                <p14:nvPr/>
              </p14:nvContentPartPr>
              <p14:xfrm>
                <a:off x="876846" y="737583"/>
                <a:ext cx="123480" cy="33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12836C-2B78-5784-1F5A-53275254AF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8846" y="719583"/>
                  <a:ext cx="1591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1555850-EB53-0240-564A-70A1BDE555E6}"/>
                    </a:ext>
                  </a:extLst>
                </p14:cNvPr>
                <p14:cNvContentPartPr/>
                <p14:nvPr/>
              </p14:nvContentPartPr>
              <p14:xfrm>
                <a:off x="915006" y="651183"/>
                <a:ext cx="44640" cy="192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1555850-EB53-0240-564A-70A1BDE555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7006" y="633183"/>
                  <a:ext cx="802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892BF47-ECF1-7C99-62C4-534F58F0E504}"/>
                    </a:ext>
                  </a:extLst>
                </p14:cNvPr>
                <p14:cNvContentPartPr/>
                <p14:nvPr/>
              </p14:nvContentPartPr>
              <p14:xfrm>
                <a:off x="1147926" y="554343"/>
                <a:ext cx="113400" cy="294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892BF47-ECF1-7C99-62C4-534F58F0E50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0286" y="536343"/>
                  <a:ext cx="1490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D768CB8-CC62-A0FB-926D-1CBECB4C331E}"/>
                    </a:ext>
                  </a:extLst>
                </p14:cNvPr>
                <p14:cNvContentPartPr/>
                <p14:nvPr/>
              </p14:nvContentPartPr>
              <p14:xfrm>
                <a:off x="1065486" y="919383"/>
                <a:ext cx="245520" cy="29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D768CB8-CC62-A0FB-926D-1CBECB4C331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47846" y="901383"/>
                  <a:ext cx="281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37F0A41-D12B-A9D1-5546-8CD2BECA7138}"/>
                    </a:ext>
                  </a:extLst>
                </p14:cNvPr>
                <p14:cNvContentPartPr/>
                <p14:nvPr/>
              </p14:nvContentPartPr>
              <p14:xfrm>
                <a:off x="1069806" y="1049343"/>
                <a:ext cx="173520" cy="275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37F0A41-D12B-A9D1-5546-8CD2BECA71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51806" y="1031343"/>
                  <a:ext cx="2091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50C44B-6880-B4B7-9551-0A2925B4BEF1}"/>
                    </a:ext>
                  </a:extLst>
                </p14:cNvPr>
                <p14:cNvContentPartPr/>
                <p14:nvPr/>
              </p14:nvContentPartPr>
              <p14:xfrm>
                <a:off x="1473366" y="650823"/>
                <a:ext cx="38880" cy="277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50C44B-6880-B4B7-9551-0A2925B4BEF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5366" y="632823"/>
                  <a:ext cx="745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B09C31B-7D82-6601-1DE6-2A23BBDFE792}"/>
                    </a:ext>
                  </a:extLst>
                </p14:cNvPr>
                <p14:cNvContentPartPr/>
                <p14:nvPr/>
              </p14:nvContentPartPr>
              <p14:xfrm>
                <a:off x="1489926" y="587463"/>
                <a:ext cx="152280" cy="291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B09C31B-7D82-6601-1DE6-2A23BBDFE7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71926" y="569823"/>
                  <a:ext cx="1879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FE38F47-C342-1721-F6FB-EA04A1BE7494}"/>
                    </a:ext>
                  </a:extLst>
                </p14:cNvPr>
                <p14:cNvContentPartPr/>
                <p14:nvPr/>
              </p14:nvContentPartPr>
              <p14:xfrm>
                <a:off x="1715646" y="811743"/>
                <a:ext cx="150120" cy="184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FE38F47-C342-1721-F6FB-EA04A1BE749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97646" y="793743"/>
                  <a:ext cx="18576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9AA3D8D-F5BF-DA8E-EEB0-789CC460272F}"/>
              </a:ext>
            </a:extLst>
          </p:cNvPr>
          <p:cNvGrpSpPr/>
          <p:nvPr/>
        </p:nvGrpSpPr>
        <p:grpSpPr>
          <a:xfrm>
            <a:off x="2255646" y="108663"/>
            <a:ext cx="2174040" cy="1688400"/>
            <a:chOff x="2255646" y="108663"/>
            <a:chExt cx="2174040" cy="168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0F4B4C-2B14-2ADD-4A68-DDDCBC7B2037}"/>
                    </a:ext>
                  </a:extLst>
                </p14:cNvPr>
                <p14:cNvContentPartPr/>
                <p14:nvPr/>
              </p14:nvContentPartPr>
              <p14:xfrm>
                <a:off x="2255646" y="143223"/>
                <a:ext cx="306720" cy="1644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0F4B4C-2B14-2ADD-4A68-DDDCBC7B203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8006" y="125583"/>
                  <a:ext cx="342360" cy="167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40E10C-2CAF-4FE0-C319-EAAA0A14BB2F}"/>
                    </a:ext>
                  </a:extLst>
                </p14:cNvPr>
                <p14:cNvContentPartPr/>
                <p14:nvPr/>
              </p14:nvContentPartPr>
              <p14:xfrm>
                <a:off x="2922726" y="314943"/>
                <a:ext cx="65520" cy="217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40E10C-2CAF-4FE0-C319-EAAA0A14BB2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05086" y="296943"/>
                  <a:ext cx="101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6FDB487-ED51-F78A-E903-B90D151F8DBA}"/>
                    </a:ext>
                  </a:extLst>
                </p14:cNvPr>
                <p14:cNvContentPartPr/>
                <p14:nvPr/>
              </p14:nvContentPartPr>
              <p14:xfrm>
                <a:off x="3250326" y="331503"/>
                <a:ext cx="181080" cy="239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6FDB487-ED51-F78A-E903-B90D151F8D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32686" y="313863"/>
                  <a:ext cx="216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21D254B-7180-27F2-D578-E5D06370EEE7}"/>
                    </a:ext>
                  </a:extLst>
                </p14:cNvPr>
                <p14:cNvContentPartPr/>
                <p14:nvPr/>
              </p14:nvContentPartPr>
              <p14:xfrm>
                <a:off x="3779526" y="327543"/>
                <a:ext cx="183240" cy="242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21D254B-7180-27F2-D578-E5D06370EEE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61886" y="309903"/>
                  <a:ext cx="218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56A1E8B-2B1F-3750-BD58-48C192EBE904}"/>
                    </a:ext>
                  </a:extLst>
                </p14:cNvPr>
                <p14:cNvContentPartPr/>
                <p14:nvPr/>
              </p14:nvContentPartPr>
              <p14:xfrm>
                <a:off x="2846046" y="794103"/>
                <a:ext cx="204480" cy="211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56A1E8B-2B1F-3750-BD58-48C192EBE9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28406" y="776103"/>
                  <a:ext cx="2401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34847CF-144A-D556-42FE-0C8F9880E57A}"/>
                    </a:ext>
                  </a:extLst>
                </p14:cNvPr>
                <p14:cNvContentPartPr/>
                <p14:nvPr/>
              </p14:nvContentPartPr>
              <p14:xfrm>
                <a:off x="3344646" y="833343"/>
                <a:ext cx="41400" cy="216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34847CF-144A-D556-42FE-0C8F9880E57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26646" y="815703"/>
                  <a:ext cx="770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A9031F-F7F4-BD74-FAD3-84133FE81E13}"/>
                    </a:ext>
                  </a:extLst>
                </p14:cNvPr>
                <p14:cNvContentPartPr/>
                <p14:nvPr/>
              </p14:nvContentPartPr>
              <p14:xfrm>
                <a:off x="3566766" y="809943"/>
                <a:ext cx="221760" cy="229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A9031F-F7F4-BD74-FAD3-84133FE81E1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48766" y="791943"/>
                  <a:ext cx="2574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C4E1065-375F-328B-DAF3-9D05EB275EB3}"/>
                    </a:ext>
                  </a:extLst>
                </p14:cNvPr>
                <p14:cNvContentPartPr/>
                <p14:nvPr/>
              </p14:nvContentPartPr>
              <p14:xfrm>
                <a:off x="2760366" y="1337343"/>
                <a:ext cx="210960" cy="226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C4E1065-375F-328B-DAF3-9D05EB275EB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42366" y="1319703"/>
                  <a:ext cx="246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9C9B8A6-2BF7-2574-B98D-827D062CBE82}"/>
                    </a:ext>
                  </a:extLst>
                </p14:cNvPr>
                <p14:cNvContentPartPr/>
                <p14:nvPr/>
              </p14:nvContentPartPr>
              <p14:xfrm>
                <a:off x="3350046" y="1316463"/>
                <a:ext cx="172800" cy="232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9C9B8A6-2BF7-2574-B98D-827D062CBE8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32406" y="1298463"/>
                  <a:ext cx="2084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EA092B-95E8-BAAD-1203-93CFACE5A455}"/>
                    </a:ext>
                  </a:extLst>
                </p14:cNvPr>
                <p14:cNvContentPartPr/>
                <p14:nvPr/>
              </p14:nvContentPartPr>
              <p14:xfrm>
                <a:off x="3718326" y="1287303"/>
                <a:ext cx="60120" cy="255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EA092B-95E8-BAAD-1203-93CFACE5A45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00326" y="1269303"/>
                  <a:ext cx="95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F606696-B514-C4D0-0071-CE07C592BBF2}"/>
                    </a:ext>
                  </a:extLst>
                </p14:cNvPr>
                <p14:cNvContentPartPr/>
                <p14:nvPr/>
              </p14:nvContentPartPr>
              <p14:xfrm>
                <a:off x="3858726" y="108663"/>
                <a:ext cx="570960" cy="1688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F606696-B514-C4D0-0071-CE07C592BBF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40726" y="91023"/>
                  <a:ext cx="606600" cy="172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8EC5E4C-9B6F-EC0A-A1EF-7AA7D4C46141}"/>
              </a:ext>
            </a:extLst>
          </p:cNvPr>
          <p:cNvGrpSpPr/>
          <p:nvPr/>
        </p:nvGrpSpPr>
        <p:grpSpPr>
          <a:xfrm>
            <a:off x="4671966" y="867543"/>
            <a:ext cx="218880" cy="174600"/>
            <a:chOff x="4671966" y="867543"/>
            <a:chExt cx="21888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1DF3626-D4CC-F51C-7B04-1A027DDD99CF}"/>
                    </a:ext>
                  </a:extLst>
                </p14:cNvPr>
                <p14:cNvContentPartPr/>
                <p14:nvPr/>
              </p14:nvContentPartPr>
              <p14:xfrm>
                <a:off x="4756206" y="867543"/>
                <a:ext cx="108360" cy="15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1DF3626-D4CC-F51C-7B04-1A027DDD99C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38206" y="849903"/>
                  <a:ext cx="1440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D1F0AD-7692-8173-5B14-E3E7EB7B96DD}"/>
                    </a:ext>
                  </a:extLst>
                </p14:cNvPr>
                <p14:cNvContentPartPr/>
                <p14:nvPr/>
              </p14:nvContentPartPr>
              <p14:xfrm>
                <a:off x="4671966" y="1013703"/>
                <a:ext cx="218880" cy="28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D1F0AD-7692-8173-5B14-E3E7EB7B96D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53966" y="996063"/>
                  <a:ext cx="25452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127637D-6C5F-B4C6-4FF4-2C4B79B78258}"/>
              </a:ext>
            </a:extLst>
          </p:cNvPr>
          <p:cNvGrpSpPr/>
          <p:nvPr/>
        </p:nvGrpSpPr>
        <p:grpSpPr>
          <a:xfrm>
            <a:off x="5433006" y="216663"/>
            <a:ext cx="983520" cy="1748520"/>
            <a:chOff x="5433006" y="216663"/>
            <a:chExt cx="983520" cy="174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8E7801E-40D4-815E-1428-B0136ED0700E}"/>
                    </a:ext>
                  </a:extLst>
                </p14:cNvPr>
                <p14:cNvContentPartPr/>
                <p14:nvPr/>
              </p14:nvContentPartPr>
              <p14:xfrm>
                <a:off x="5433006" y="216663"/>
                <a:ext cx="439920" cy="1748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8E7801E-40D4-815E-1428-B0136ED070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15006" y="199023"/>
                  <a:ext cx="475560" cy="178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D7CEFA1-BD70-63D5-CF8D-9E8B7E2D9FD3}"/>
                    </a:ext>
                  </a:extLst>
                </p14:cNvPr>
                <p14:cNvContentPartPr/>
                <p14:nvPr/>
              </p14:nvContentPartPr>
              <p14:xfrm>
                <a:off x="6210246" y="372543"/>
                <a:ext cx="62280" cy="201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D7CEFA1-BD70-63D5-CF8D-9E8B7E2D9FD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92606" y="354543"/>
                  <a:ext cx="97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9CD1945-E31E-1471-832E-745A54BD8061}"/>
                    </a:ext>
                  </a:extLst>
                </p14:cNvPr>
                <p14:cNvContentPartPr/>
                <p14:nvPr/>
              </p14:nvContentPartPr>
              <p14:xfrm>
                <a:off x="5975526" y="859623"/>
                <a:ext cx="146160" cy="18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9CD1945-E31E-1471-832E-745A54BD806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57886" y="841623"/>
                  <a:ext cx="181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891B60C-ED7A-7679-3EF8-CD2C249DACB0}"/>
                    </a:ext>
                  </a:extLst>
                </p14:cNvPr>
                <p14:cNvContentPartPr/>
                <p14:nvPr/>
              </p14:nvContentPartPr>
              <p14:xfrm>
                <a:off x="6196566" y="813183"/>
                <a:ext cx="188280" cy="165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891B60C-ED7A-7679-3EF8-CD2C249DACB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178566" y="795543"/>
                  <a:ext cx="223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663D86E-0BB6-B588-C805-7625578F7F87}"/>
                    </a:ext>
                  </a:extLst>
                </p14:cNvPr>
                <p14:cNvContentPartPr/>
                <p14:nvPr/>
              </p14:nvContentPartPr>
              <p14:xfrm>
                <a:off x="5996046" y="1404303"/>
                <a:ext cx="117720" cy="9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663D86E-0BB6-B588-C805-7625578F7F8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78406" y="1386663"/>
                  <a:ext cx="153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AAA9D3B-CD57-2070-3EEE-E686DB060DBA}"/>
                    </a:ext>
                  </a:extLst>
                </p14:cNvPr>
                <p14:cNvContentPartPr/>
                <p14:nvPr/>
              </p14:nvContentPartPr>
              <p14:xfrm>
                <a:off x="6225366" y="1300623"/>
                <a:ext cx="191160" cy="221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AAA9D3B-CD57-2070-3EEE-E686DB060DB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07726" y="1282623"/>
                  <a:ext cx="22680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A486324-F10F-47AD-E8D3-C929ACD13375}"/>
              </a:ext>
            </a:extLst>
          </p:cNvPr>
          <p:cNvGrpSpPr/>
          <p:nvPr/>
        </p:nvGrpSpPr>
        <p:grpSpPr>
          <a:xfrm>
            <a:off x="6813606" y="353823"/>
            <a:ext cx="308160" cy="659520"/>
            <a:chOff x="6813606" y="353823"/>
            <a:chExt cx="308160" cy="65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C7667C0-2D94-631D-3D86-EAC12C79E625}"/>
                    </a:ext>
                  </a:extLst>
                </p14:cNvPr>
                <p14:cNvContentPartPr/>
                <p14:nvPr/>
              </p14:nvContentPartPr>
              <p14:xfrm>
                <a:off x="6813606" y="522663"/>
                <a:ext cx="156960" cy="19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C7667C0-2D94-631D-3D86-EAC12C79E62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95966" y="504663"/>
                  <a:ext cx="192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ECC7373-FE59-30D2-3ACB-7D0A8FCC0D7A}"/>
                    </a:ext>
                  </a:extLst>
                </p14:cNvPr>
                <p14:cNvContentPartPr/>
                <p14:nvPr/>
              </p14:nvContentPartPr>
              <p14:xfrm>
                <a:off x="7083966" y="353823"/>
                <a:ext cx="37800" cy="266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ECC7373-FE59-30D2-3ACB-7D0A8FCC0D7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65966" y="335823"/>
                  <a:ext cx="73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5B5E51B-D70C-9BF5-BE63-A54D1F0A64F9}"/>
                    </a:ext>
                  </a:extLst>
                </p14:cNvPr>
                <p14:cNvContentPartPr/>
                <p14:nvPr/>
              </p14:nvContentPartPr>
              <p14:xfrm>
                <a:off x="6929886" y="799863"/>
                <a:ext cx="106200" cy="213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5B5E51B-D70C-9BF5-BE63-A54D1F0A64F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12246" y="782223"/>
                  <a:ext cx="141840" cy="24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AA3BAC0-E1CF-4D7A-7BD4-FEAB02A0A8A6}"/>
                  </a:ext>
                </a:extLst>
              </p14:cNvPr>
              <p14:cNvContentPartPr/>
              <p14:nvPr/>
            </p14:nvContentPartPr>
            <p14:xfrm>
              <a:off x="6888486" y="1227183"/>
              <a:ext cx="153360" cy="2480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AA3BAC0-E1CF-4D7A-7BD4-FEAB02A0A8A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870486" y="1209183"/>
                <a:ext cx="189000" cy="28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B683FD6F-1DC7-96FF-4977-58229DFB1D37}"/>
              </a:ext>
            </a:extLst>
          </p:cNvPr>
          <p:cNvGrpSpPr/>
          <p:nvPr/>
        </p:nvGrpSpPr>
        <p:grpSpPr>
          <a:xfrm>
            <a:off x="7536846" y="241143"/>
            <a:ext cx="1325160" cy="1623240"/>
            <a:chOff x="7536846" y="241143"/>
            <a:chExt cx="1325160" cy="162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C1742E8-DB8C-6A33-6008-83CDA0EBC867}"/>
                    </a:ext>
                  </a:extLst>
                </p14:cNvPr>
                <p14:cNvContentPartPr/>
                <p14:nvPr/>
              </p14:nvContentPartPr>
              <p14:xfrm>
                <a:off x="7750686" y="345903"/>
                <a:ext cx="128520" cy="195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C1742E8-DB8C-6A33-6008-83CDA0EBC8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33046" y="327903"/>
                  <a:ext cx="1641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FA5384A-1759-F3C2-83E3-F72AEC120B66}"/>
                    </a:ext>
                  </a:extLst>
                </p14:cNvPr>
                <p14:cNvContentPartPr/>
                <p14:nvPr/>
              </p14:nvContentPartPr>
              <p14:xfrm>
                <a:off x="7536846" y="838743"/>
                <a:ext cx="101160" cy="24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FA5384A-1759-F3C2-83E3-F72AEC120B6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19206" y="820743"/>
                  <a:ext cx="136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B9A0D10-7B33-F09D-A5C3-1D24ABB669A4}"/>
                    </a:ext>
                  </a:extLst>
                </p14:cNvPr>
                <p14:cNvContentPartPr/>
                <p14:nvPr/>
              </p14:nvContentPartPr>
              <p14:xfrm>
                <a:off x="7784166" y="705183"/>
                <a:ext cx="113400" cy="279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B9A0D10-7B33-F09D-A5C3-1D24ABB669A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66526" y="687183"/>
                  <a:ext cx="1490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866615A-450B-E4FF-C93C-AB7E2BD37A2D}"/>
                    </a:ext>
                  </a:extLst>
                </p14:cNvPr>
                <p14:cNvContentPartPr/>
                <p14:nvPr/>
              </p14:nvContentPartPr>
              <p14:xfrm>
                <a:off x="7555566" y="1402143"/>
                <a:ext cx="174240" cy="37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866615A-450B-E4FF-C93C-AB7E2BD37A2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537926" y="1384143"/>
                  <a:ext cx="2098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5878F92-3577-7CBD-B6DE-C18633783A6C}"/>
                    </a:ext>
                  </a:extLst>
                </p14:cNvPr>
                <p14:cNvContentPartPr/>
                <p14:nvPr/>
              </p14:nvContentPartPr>
              <p14:xfrm>
                <a:off x="7779486" y="1334463"/>
                <a:ext cx="123480" cy="221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5878F92-3577-7CBD-B6DE-C18633783A6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61846" y="1316823"/>
                  <a:ext cx="1591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2B04B94-12A4-F1C5-5135-D1206C341C19}"/>
                    </a:ext>
                  </a:extLst>
                </p14:cNvPr>
                <p14:cNvContentPartPr/>
                <p14:nvPr/>
              </p14:nvContentPartPr>
              <p14:xfrm>
                <a:off x="7977846" y="241143"/>
                <a:ext cx="533160" cy="1623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2B04B94-12A4-F1C5-5135-D1206C341C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60206" y="223503"/>
                  <a:ext cx="568800" cy="165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980BFBE-A4CD-67B2-3512-C9D70DD291FF}"/>
                    </a:ext>
                  </a:extLst>
                </p14:cNvPr>
                <p14:cNvContentPartPr/>
                <p14:nvPr/>
              </p14:nvContentPartPr>
              <p14:xfrm>
                <a:off x="8669046" y="695823"/>
                <a:ext cx="104760" cy="324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980BFBE-A4CD-67B2-3512-C9D70DD291F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51046" y="678183"/>
                  <a:ext cx="1404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3758617-B81A-1739-FD6D-32623FB4A6C2}"/>
                    </a:ext>
                  </a:extLst>
                </p14:cNvPr>
                <p14:cNvContentPartPr/>
                <p14:nvPr/>
              </p14:nvContentPartPr>
              <p14:xfrm>
                <a:off x="8753646" y="711663"/>
                <a:ext cx="108360" cy="308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3758617-B81A-1739-FD6D-32623FB4A6C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36006" y="694023"/>
                  <a:ext cx="1440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7FCD0E2-68C9-0575-A8E3-5748675E5E65}"/>
                    </a:ext>
                  </a:extLst>
                </p14:cNvPr>
                <p14:cNvContentPartPr/>
                <p14:nvPr/>
              </p14:nvContentPartPr>
              <p14:xfrm>
                <a:off x="8617566" y="930903"/>
                <a:ext cx="185760" cy="31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7FCD0E2-68C9-0575-A8E3-5748675E5E6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99566" y="912903"/>
                  <a:ext cx="22140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8DEA51A-4FA6-4406-17F8-EB6746023A32}"/>
                  </a:ext>
                </a:extLst>
              </p14:cNvPr>
              <p14:cNvContentPartPr/>
              <p14:nvPr/>
            </p14:nvContentPartPr>
            <p14:xfrm>
              <a:off x="3118566" y="1654143"/>
              <a:ext cx="1080" cy="39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8DEA51A-4FA6-4406-17F8-EB6746023A3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100926" y="1636143"/>
                <a:ext cx="367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B61A087E-760E-BF0B-05AD-ECC8C90FCDC4}"/>
              </a:ext>
            </a:extLst>
          </p:cNvPr>
          <p:cNvGrpSpPr/>
          <p:nvPr/>
        </p:nvGrpSpPr>
        <p:grpSpPr>
          <a:xfrm>
            <a:off x="2970606" y="2103783"/>
            <a:ext cx="417960" cy="536040"/>
            <a:chOff x="2970606" y="2103783"/>
            <a:chExt cx="417960" cy="53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3000FAE-D92A-D65D-8701-27439EDF9C0F}"/>
                    </a:ext>
                  </a:extLst>
                </p14:cNvPr>
                <p14:cNvContentPartPr/>
                <p14:nvPr/>
              </p14:nvContentPartPr>
              <p14:xfrm>
                <a:off x="2970606" y="2103783"/>
                <a:ext cx="394920" cy="96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3000FAE-D92A-D65D-8701-27439EDF9C0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52606" y="2085783"/>
                  <a:ext cx="4305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987700E-AEE5-395E-D049-C529DFFBF3D9}"/>
                    </a:ext>
                  </a:extLst>
                </p14:cNvPr>
                <p14:cNvContentPartPr/>
                <p14:nvPr/>
              </p14:nvContentPartPr>
              <p14:xfrm>
                <a:off x="3201006" y="2170383"/>
                <a:ext cx="69480" cy="336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987700E-AEE5-395E-D049-C529DFFBF3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83366" y="2152383"/>
                  <a:ext cx="1051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958EBF2-2ED0-C601-C882-442437844B52}"/>
                    </a:ext>
                  </a:extLst>
                </p14:cNvPr>
                <p14:cNvContentPartPr/>
                <p14:nvPr/>
              </p14:nvContentPartPr>
              <p14:xfrm>
                <a:off x="3014886" y="2562423"/>
                <a:ext cx="373680" cy="77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958EBF2-2ED0-C601-C882-442437844B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96886" y="2544783"/>
                  <a:ext cx="40932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BFCB7D8-127D-FEE5-9D5C-29FB5518AEAC}"/>
              </a:ext>
            </a:extLst>
          </p:cNvPr>
          <p:cNvGrpSpPr/>
          <p:nvPr/>
        </p:nvGrpSpPr>
        <p:grpSpPr>
          <a:xfrm>
            <a:off x="4660446" y="2394303"/>
            <a:ext cx="213840" cy="127800"/>
            <a:chOff x="4660446" y="2394303"/>
            <a:chExt cx="213840" cy="12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DC9BF1A-93B1-BF14-5CC3-3647CEE8E960}"/>
                    </a:ext>
                  </a:extLst>
                </p14:cNvPr>
                <p14:cNvContentPartPr/>
                <p14:nvPr/>
              </p14:nvContentPartPr>
              <p14:xfrm>
                <a:off x="4660446" y="2394303"/>
                <a:ext cx="99000" cy="18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DC9BF1A-93B1-BF14-5CC3-3647CEE8E96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42446" y="2376663"/>
                  <a:ext cx="134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F534AA1-3BE4-FA55-A2CD-8CB66165C520}"/>
                    </a:ext>
                  </a:extLst>
                </p14:cNvPr>
                <p14:cNvContentPartPr/>
                <p14:nvPr/>
              </p14:nvContentPartPr>
              <p14:xfrm>
                <a:off x="4685286" y="2476743"/>
                <a:ext cx="189000" cy="45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F534AA1-3BE4-FA55-A2CD-8CB66165C52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67646" y="2458743"/>
                  <a:ext cx="22464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B30BF8D-731D-B1C8-D263-7B59C0B58D81}"/>
              </a:ext>
            </a:extLst>
          </p:cNvPr>
          <p:cNvGrpSpPr/>
          <p:nvPr/>
        </p:nvGrpSpPr>
        <p:grpSpPr>
          <a:xfrm>
            <a:off x="6511566" y="2107383"/>
            <a:ext cx="142920" cy="324720"/>
            <a:chOff x="6511566" y="2107383"/>
            <a:chExt cx="14292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2DBD80-DDF4-0C33-1B97-2D27AAA3B4E7}"/>
                    </a:ext>
                  </a:extLst>
                </p14:cNvPr>
                <p14:cNvContentPartPr/>
                <p14:nvPr/>
              </p14:nvContentPartPr>
              <p14:xfrm>
                <a:off x="6511566" y="2108823"/>
                <a:ext cx="35640" cy="323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2DBD80-DDF4-0C33-1B97-2D27AAA3B4E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493566" y="2090823"/>
                  <a:ext cx="712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120E436-D9B6-8E36-DBE3-7A2F8B906DA7}"/>
                    </a:ext>
                  </a:extLst>
                </p14:cNvPr>
                <p14:cNvContentPartPr/>
                <p14:nvPr/>
              </p14:nvContentPartPr>
              <p14:xfrm>
                <a:off x="6518046" y="2107383"/>
                <a:ext cx="136440" cy="154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120E436-D9B6-8E36-DBE3-7A2F8B906DA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00406" y="2089743"/>
                  <a:ext cx="17208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AA9B0A0-9153-8358-8AB8-2F408CEFD64D}"/>
              </a:ext>
            </a:extLst>
          </p:cNvPr>
          <p:cNvGrpSpPr/>
          <p:nvPr/>
        </p:nvGrpSpPr>
        <p:grpSpPr>
          <a:xfrm>
            <a:off x="7424526" y="2139063"/>
            <a:ext cx="253080" cy="384840"/>
            <a:chOff x="7424526" y="2139063"/>
            <a:chExt cx="25308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8A99ABF-BBDE-C782-9BE9-9813C3B85A06}"/>
                    </a:ext>
                  </a:extLst>
                </p14:cNvPr>
                <p14:cNvContentPartPr/>
                <p14:nvPr/>
              </p14:nvContentPartPr>
              <p14:xfrm>
                <a:off x="7433886" y="2188383"/>
                <a:ext cx="64080" cy="335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8A99ABF-BBDE-C782-9BE9-9813C3B85A0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16246" y="2170383"/>
                  <a:ext cx="997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AE9715F-3EF9-2A32-1FEB-ECFB99637DA9}"/>
                    </a:ext>
                  </a:extLst>
                </p14:cNvPr>
                <p14:cNvContentPartPr/>
                <p14:nvPr/>
              </p14:nvContentPartPr>
              <p14:xfrm>
                <a:off x="7525686" y="2139063"/>
                <a:ext cx="136440" cy="271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AE9715F-3EF9-2A32-1FEB-ECFB99637DA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08046" y="2121423"/>
                  <a:ext cx="1720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8AD46EB-58EA-39EE-6D46-A02E3652CB99}"/>
                    </a:ext>
                  </a:extLst>
                </p14:cNvPr>
                <p14:cNvContentPartPr/>
                <p14:nvPr/>
              </p14:nvContentPartPr>
              <p14:xfrm>
                <a:off x="7424526" y="2337063"/>
                <a:ext cx="253080" cy="37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8AD46EB-58EA-39EE-6D46-A02E3652CB9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06526" y="2319063"/>
                  <a:ext cx="28872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8C54809-9E85-6E2D-DE4E-74F830CEA75A}"/>
              </a:ext>
            </a:extLst>
          </p:cNvPr>
          <p:cNvGrpSpPr/>
          <p:nvPr/>
        </p:nvGrpSpPr>
        <p:grpSpPr>
          <a:xfrm>
            <a:off x="1370766" y="3412383"/>
            <a:ext cx="142920" cy="476280"/>
            <a:chOff x="1370766" y="3412383"/>
            <a:chExt cx="14292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E4630AE-5837-9849-2F62-49B6A43D1AC3}"/>
                    </a:ext>
                  </a:extLst>
                </p14:cNvPr>
                <p14:cNvContentPartPr/>
                <p14:nvPr/>
              </p14:nvContentPartPr>
              <p14:xfrm>
                <a:off x="1411806" y="3432903"/>
                <a:ext cx="13680" cy="455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E4630AE-5837-9849-2F62-49B6A43D1AC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93806" y="3414903"/>
                  <a:ext cx="4932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0334CAF-5CF8-D292-4387-54EFE10FE043}"/>
                    </a:ext>
                  </a:extLst>
                </p14:cNvPr>
                <p14:cNvContentPartPr/>
                <p14:nvPr/>
              </p14:nvContentPartPr>
              <p14:xfrm>
                <a:off x="1370766" y="3412383"/>
                <a:ext cx="142920" cy="166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0334CAF-5CF8-D292-4387-54EFE10FE04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52766" y="3394743"/>
                  <a:ext cx="17856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7063027-B562-3794-8287-1428BADE3772}"/>
              </a:ext>
            </a:extLst>
          </p:cNvPr>
          <p:cNvGrpSpPr/>
          <p:nvPr/>
        </p:nvGrpSpPr>
        <p:grpSpPr>
          <a:xfrm>
            <a:off x="2164206" y="3450903"/>
            <a:ext cx="176760" cy="212400"/>
            <a:chOff x="2164206" y="3450903"/>
            <a:chExt cx="176760" cy="2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F639D46-BB91-14C1-53C3-41A37870703F}"/>
                    </a:ext>
                  </a:extLst>
                </p14:cNvPr>
                <p14:cNvContentPartPr/>
                <p14:nvPr/>
              </p14:nvContentPartPr>
              <p14:xfrm>
                <a:off x="2213526" y="3450903"/>
                <a:ext cx="72720" cy="21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F639D46-BB91-14C1-53C3-41A37870703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95886" y="3432903"/>
                  <a:ext cx="108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F0D174-D3A9-E70C-6E7C-E6D46427099F}"/>
                    </a:ext>
                  </a:extLst>
                </p14:cNvPr>
                <p14:cNvContentPartPr/>
                <p14:nvPr/>
              </p14:nvContentPartPr>
              <p14:xfrm>
                <a:off x="2164206" y="3600303"/>
                <a:ext cx="176760" cy="63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F0D174-D3A9-E70C-6E7C-E6D46427099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46206" y="3582303"/>
                  <a:ext cx="212400" cy="9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0C06330-A24F-9829-94AF-B20573DD825E}"/>
                  </a:ext>
                </a:extLst>
              </p14:cNvPr>
              <p14:cNvContentPartPr/>
              <p14:nvPr/>
            </p14:nvContentPartPr>
            <p14:xfrm>
              <a:off x="3325566" y="3027543"/>
              <a:ext cx="374400" cy="16084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0C06330-A24F-9829-94AF-B20573DD825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307566" y="3009903"/>
                <a:ext cx="410040" cy="164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A5D91E1-D460-3B24-7AA2-0BD71930AF47}"/>
                  </a:ext>
                </a:extLst>
              </p14:cNvPr>
              <p14:cNvContentPartPr/>
              <p14:nvPr/>
            </p14:nvContentPartPr>
            <p14:xfrm>
              <a:off x="4224126" y="3240303"/>
              <a:ext cx="19440" cy="2775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A5D91E1-D460-3B24-7AA2-0BD71930AF4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206126" y="3222303"/>
                <a:ext cx="55080" cy="31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4A9D22E8-F69D-4EA7-6B89-DC6DD0809FA6}"/>
              </a:ext>
            </a:extLst>
          </p:cNvPr>
          <p:cNvGrpSpPr/>
          <p:nvPr/>
        </p:nvGrpSpPr>
        <p:grpSpPr>
          <a:xfrm>
            <a:off x="3927846" y="3859143"/>
            <a:ext cx="522720" cy="123480"/>
            <a:chOff x="3927846" y="3859143"/>
            <a:chExt cx="522720" cy="12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59A0A7D-ECF2-8956-6D7C-5E6CFD8F99EA}"/>
                    </a:ext>
                  </a:extLst>
                </p14:cNvPr>
                <p14:cNvContentPartPr/>
                <p14:nvPr/>
              </p14:nvContentPartPr>
              <p14:xfrm>
                <a:off x="3927846" y="3918183"/>
                <a:ext cx="148320" cy="13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59A0A7D-ECF2-8956-6D7C-5E6CFD8F99E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10206" y="3900543"/>
                  <a:ext cx="183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8F02E7B-0306-323C-A258-265297687EEE}"/>
                    </a:ext>
                  </a:extLst>
                </p14:cNvPr>
                <p14:cNvContentPartPr/>
                <p14:nvPr/>
              </p14:nvContentPartPr>
              <p14:xfrm>
                <a:off x="4216566" y="3859143"/>
                <a:ext cx="234000" cy="123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8F02E7B-0306-323C-A258-265297687EE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198926" y="3841143"/>
                  <a:ext cx="26964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9039085-A554-DF80-0ACD-15D22BFCBB39}"/>
              </a:ext>
            </a:extLst>
          </p:cNvPr>
          <p:cNvGrpSpPr/>
          <p:nvPr/>
        </p:nvGrpSpPr>
        <p:grpSpPr>
          <a:xfrm>
            <a:off x="4107486" y="4157223"/>
            <a:ext cx="342000" cy="265680"/>
            <a:chOff x="4107486" y="4157223"/>
            <a:chExt cx="34200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AB0DA31-B471-1A82-8353-4F0392D4A0E7}"/>
                    </a:ext>
                  </a:extLst>
                </p14:cNvPr>
                <p14:cNvContentPartPr/>
                <p14:nvPr/>
              </p14:nvContentPartPr>
              <p14:xfrm>
                <a:off x="4107486" y="4225623"/>
                <a:ext cx="107640" cy="29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AB0DA31-B471-1A82-8353-4F0392D4A0E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89486" y="4207983"/>
                  <a:ext cx="143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C1E85DB-6D3E-90C8-FF23-4921479332CF}"/>
                    </a:ext>
                  </a:extLst>
                </p14:cNvPr>
                <p14:cNvContentPartPr/>
                <p14:nvPr/>
              </p14:nvContentPartPr>
              <p14:xfrm>
                <a:off x="4266606" y="4157223"/>
                <a:ext cx="182880" cy="265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C1E85DB-6D3E-90C8-FF23-4921479332C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248606" y="4139223"/>
                  <a:ext cx="21852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98A8429-9C3E-E9ED-29CF-A76574B8D99D}"/>
              </a:ext>
            </a:extLst>
          </p:cNvPr>
          <p:cNvGrpSpPr/>
          <p:nvPr/>
        </p:nvGrpSpPr>
        <p:grpSpPr>
          <a:xfrm>
            <a:off x="5176326" y="2966703"/>
            <a:ext cx="356760" cy="302040"/>
            <a:chOff x="5176326" y="2966703"/>
            <a:chExt cx="35676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9FA2BAB-DD23-555B-C539-7F4F398DAA5E}"/>
                    </a:ext>
                  </a:extLst>
                </p14:cNvPr>
                <p14:cNvContentPartPr/>
                <p14:nvPr/>
              </p14:nvContentPartPr>
              <p14:xfrm>
                <a:off x="5176326" y="3086223"/>
                <a:ext cx="212400" cy="15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9FA2BAB-DD23-555B-C539-7F4F398DAA5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58686" y="3068583"/>
                  <a:ext cx="248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4100552-37B2-C28A-11CB-E50229D5C71A}"/>
                    </a:ext>
                  </a:extLst>
                </p14:cNvPr>
                <p14:cNvContentPartPr/>
                <p14:nvPr/>
              </p14:nvContentPartPr>
              <p14:xfrm>
                <a:off x="5527686" y="2966703"/>
                <a:ext cx="5400" cy="302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4100552-37B2-C28A-11CB-E50229D5C71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509686" y="2948703"/>
                  <a:ext cx="41040" cy="33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6BEEB40-24AC-FCF6-2A29-89C6568B17A2}"/>
                  </a:ext>
                </a:extLst>
              </p14:cNvPr>
              <p14:cNvContentPartPr/>
              <p14:nvPr/>
            </p14:nvContentPartPr>
            <p14:xfrm>
              <a:off x="5317086" y="3647823"/>
              <a:ext cx="210960" cy="2052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6BEEB40-24AC-FCF6-2A29-89C6568B17A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299086" y="3629823"/>
                <a:ext cx="2466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3CE1E68B-F377-CAAF-914C-B25DD8810980}"/>
                  </a:ext>
                </a:extLst>
              </p14:cNvPr>
              <p14:cNvContentPartPr/>
              <p14:nvPr/>
            </p14:nvContentPartPr>
            <p14:xfrm>
              <a:off x="5337246" y="4031583"/>
              <a:ext cx="222120" cy="2070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3CE1E68B-F377-CAAF-914C-B25DD881098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319246" y="4013943"/>
                <a:ext cx="25776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134FEED-A98D-6BBB-D9CF-D02BD48E9F83}"/>
              </a:ext>
            </a:extLst>
          </p:cNvPr>
          <p:cNvGrpSpPr/>
          <p:nvPr/>
        </p:nvGrpSpPr>
        <p:grpSpPr>
          <a:xfrm>
            <a:off x="6200166" y="2857263"/>
            <a:ext cx="996120" cy="1468800"/>
            <a:chOff x="6200166" y="2857263"/>
            <a:chExt cx="996120" cy="146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5048940-611A-5A72-5364-949FC5B3E89A}"/>
                    </a:ext>
                  </a:extLst>
                </p14:cNvPr>
                <p14:cNvContentPartPr/>
                <p14:nvPr/>
              </p14:nvContentPartPr>
              <p14:xfrm>
                <a:off x="6373326" y="2922783"/>
                <a:ext cx="189000" cy="322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5048940-611A-5A72-5364-949FC5B3E89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355686" y="2905143"/>
                  <a:ext cx="224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121A12C-2C88-4261-EE6C-BB76D759600E}"/>
                    </a:ext>
                  </a:extLst>
                </p14:cNvPr>
                <p14:cNvContentPartPr/>
                <p14:nvPr/>
              </p14:nvContentPartPr>
              <p14:xfrm>
                <a:off x="6200166" y="3629103"/>
                <a:ext cx="162000" cy="44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121A12C-2C88-4261-EE6C-BB76D759600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82166" y="3611103"/>
                  <a:ext cx="197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9F6A983-C271-E203-AABF-CE8721ADC45E}"/>
                    </a:ext>
                  </a:extLst>
                </p14:cNvPr>
                <p14:cNvContentPartPr/>
                <p14:nvPr/>
              </p14:nvContentPartPr>
              <p14:xfrm>
                <a:off x="6501486" y="3498063"/>
                <a:ext cx="101880" cy="318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9F6A983-C271-E203-AABF-CE8721ADC45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83846" y="3480063"/>
                  <a:ext cx="1375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74EEF19-268A-5102-EC3F-2E5CB1F4B46A}"/>
                    </a:ext>
                  </a:extLst>
                </p14:cNvPr>
                <p14:cNvContentPartPr/>
                <p14:nvPr/>
              </p14:nvContentPartPr>
              <p14:xfrm>
                <a:off x="6289086" y="4035543"/>
                <a:ext cx="193320" cy="36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74EEF19-268A-5102-EC3F-2E5CB1F4B46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71446" y="4017543"/>
                  <a:ext cx="228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8051E1D-A787-3B5C-6877-6270D3B2F8A1}"/>
                    </a:ext>
                  </a:extLst>
                </p14:cNvPr>
                <p14:cNvContentPartPr/>
                <p14:nvPr/>
              </p14:nvContentPartPr>
              <p14:xfrm>
                <a:off x="6577446" y="3941223"/>
                <a:ext cx="163440" cy="202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8051E1D-A787-3B5C-6877-6270D3B2F8A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59446" y="3923583"/>
                  <a:ext cx="199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40EDD41-00C8-C5FF-03EE-A310729D6D6F}"/>
                    </a:ext>
                  </a:extLst>
                </p14:cNvPr>
                <p14:cNvContentPartPr/>
                <p14:nvPr/>
              </p14:nvContentPartPr>
              <p14:xfrm>
                <a:off x="6687246" y="2857263"/>
                <a:ext cx="509040" cy="1468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40EDD41-00C8-C5FF-03EE-A310729D6D6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69606" y="2839263"/>
                  <a:ext cx="544680" cy="150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A8E1522-B906-C6EC-176D-C88DC39FA4D8}"/>
              </a:ext>
            </a:extLst>
          </p:cNvPr>
          <p:cNvGrpSpPr/>
          <p:nvPr/>
        </p:nvGrpSpPr>
        <p:grpSpPr>
          <a:xfrm>
            <a:off x="8053806" y="3467823"/>
            <a:ext cx="257040" cy="182880"/>
            <a:chOff x="8053806" y="3467823"/>
            <a:chExt cx="257040" cy="18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0502864-E3F0-8779-9815-01C4B98940B0}"/>
                    </a:ext>
                  </a:extLst>
                </p14:cNvPr>
                <p14:cNvContentPartPr/>
                <p14:nvPr/>
              </p14:nvContentPartPr>
              <p14:xfrm>
                <a:off x="8053806" y="3467823"/>
                <a:ext cx="107640" cy="15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0502864-E3F0-8779-9815-01C4B98940B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36166" y="3449823"/>
                  <a:ext cx="1432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4EEF82E-3655-5D47-167C-4570D5D2D66D}"/>
                    </a:ext>
                  </a:extLst>
                </p14:cNvPr>
                <p14:cNvContentPartPr/>
                <p14:nvPr/>
              </p14:nvContentPartPr>
              <p14:xfrm>
                <a:off x="8054526" y="3595983"/>
                <a:ext cx="256320" cy="54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4EEF82E-3655-5D47-167C-4570D5D2D66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36886" y="3577983"/>
                  <a:ext cx="29196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7E8A42D-3747-0777-674A-2A832ACC5060}"/>
              </a:ext>
            </a:extLst>
          </p:cNvPr>
          <p:cNvGrpSpPr/>
          <p:nvPr/>
        </p:nvGrpSpPr>
        <p:grpSpPr>
          <a:xfrm>
            <a:off x="8595246" y="3027903"/>
            <a:ext cx="633600" cy="761400"/>
            <a:chOff x="8595246" y="3027903"/>
            <a:chExt cx="633600" cy="76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7728DBC-DD58-B5DC-2431-41CC96547BF2}"/>
                    </a:ext>
                  </a:extLst>
                </p14:cNvPr>
                <p14:cNvContentPartPr/>
                <p14:nvPr/>
              </p14:nvContentPartPr>
              <p14:xfrm>
                <a:off x="8595246" y="3380703"/>
                <a:ext cx="180720" cy="408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7728DBC-DD58-B5DC-2431-41CC96547BF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577606" y="3362703"/>
                  <a:ext cx="21636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1B6857E-834F-BA3C-4B7C-DDBDC99FAC71}"/>
                    </a:ext>
                  </a:extLst>
                </p14:cNvPr>
                <p14:cNvContentPartPr/>
                <p14:nvPr/>
              </p14:nvContentPartPr>
              <p14:xfrm>
                <a:off x="8696766" y="3370263"/>
                <a:ext cx="154800" cy="369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1B6857E-834F-BA3C-4B7C-DDBDC99FAC7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79126" y="3352623"/>
                  <a:ext cx="1904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9B25FC7-B216-F59A-3FD8-837AFE9934F8}"/>
                    </a:ext>
                  </a:extLst>
                </p14:cNvPr>
                <p14:cNvContentPartPr/>
                <p14:nvPr/>
              </p14:nvContentPartPr>
              <p14:xfrm>
                <a:off x="8618286" y="3559263"/>
                <a:ext cx="179280" cy="64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9B25FC7-B216-F59A-3FD8-837AFE9934F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00286" y="3541623"/>
                  <a:ext cx="214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2BB9012-F922-9149-8751-5A6F1F90A8F7}"/>
                    </a:ext>
                  </a:extLst>
                </p14:cNvPr>
                <p14:cNvContentPartPr/>
                <p14:nvPr/>
              </p14:nvContentPartPr>
              <p14:xfrm>
                <a:off x="8938686" y="3374583"/>
                <a:ext cx="119520" cy="51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2BB9012-F922-9149-8751-5A6F1F90A8F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920686" y="3356583"/>
                  <a:ext cx="1551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A6CCE51-A8B5-7109-2182-9D05EE1C939C}"/>
                    </a:ext>
                  </a:extLst>
                </p14:cNvPr>
                <p14:cNvContentPartPr/>
                <p14:nvPr/>
              </p14:nvContentPartPr>
              <p14:xfrm>
                <a:off x="9162606" y="3027903"/>
                <a:ext cx="66240" cy="369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A6CCE51-A8B5-7109-2182-9D05EE1C939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144606" y="3009903"/>
                  <a:ext cx="101880" cy="40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2650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15ED8BB-A5B9-FE60-D102-2DA99E663B42}"/>
              </a:ext>
            </a:extLst>
          </p:cNvPr>
          <p:cNvGrpSpPr/>
          <p:nvPr/>
        </p:nvGrpSpPr>
        <p:grpSpPr>
          <a:xfrm>
            <a:off x="218406" y="228903"/>
            <a:ext cx="310320" cy="325440"/>
            <a:chOff x="218406" y="228903"/>
            <a:chExt cx="31032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1FAB7F9-C589-FD50-0599-57E1F8FA400E}"/>
                    </a:ext>
                  </a:extLst>
                </p14:cNvPr>
                <p14:cNvContentPartPr/>
                <p14:nvPr/>
              </p14:nvContentPartPr>
              <p14:xfrm>
                <a:off x="218406" y="228903"/>
                <a:ext cx="223560" cy="325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1FAB7F9-C589-FD50-0599-57E1F8FA400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0766" y="211263"/>
                  <a:ext cx="2592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4D0E410-1C19-4177-A79A-1FC8167569E8}"/>
                    </a:ext>
                  </a:extLst>
                </p14:cNvPr>
                <p14:cNvContentPartPr/>
                <p14:nvPr/>
              </p14:nvContentPartPr>
              <p14:xfrm>
                <a:off x="523686" y="414663"/>
                <a:ext cx="5040" cy="23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4D0E410-1C19-4177-A79A-1FC8167569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5686" y="397023"/>
                  <a:ext cx="4068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4BB49B-204F-A139-A6A4-3FC37AF9F470}"/>
              </a:ext>
            </a:extLst>
          </p:cNvPr>
          <p:cNvGrpSpPr/>
          <p:nvPr/>
        </p:nvGrpSpPr>
        <p:grpSpPr>
          <a:xfrm>
            <a:off x="2904006" y="274263"/>
            <a:ext cx="301680" cy="235800"/>
            <a:chOff x="2904006" y="274263"/>
            <a:chExt cx="30168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5598E5D-7865-AAD4-13BE-F301983B699A}"/>
                    </a:ext>
                  </a:extLst>
                </p14:cNvPr>
                <p14:cNvContentPartPr/>
                <p14:nvPr/>
              </p14:nvContentPartPr>
              <p14:xfrm>
                <a:off x="2904006" y="370023"/>
                <a:ext cx="113400" cy="9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5598E5D-7865-AAD4-13BE-F301983B699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86366" y="352023"/>
                  <a:ext cx="149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D9CB0CB-F058-F772-CB6F-E4CD7730B802}"/>
                    </a:ext>
                  </a:extLst>
                </p14:cNvPr>
                <p14:cNvContentPartPr/>
                <p14:nvPr/>
              </p14:nvContentPartPr>
              <p14:xfrm>
                <a:off x="3114966" y="274263"/>
                <a:ext cx="90720" cy="235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D9CB0CB-F058-F772-CB6F-E4CD7730B80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97326" y="256263"/>
                  <a:ext cx="12636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185A7F-5C79-A79F-7790-3EC13CB91EAC}"/>
              </a:ext>
            </a:extLst>
          </p:cNvPr>
          <p:cNvGrpSpPr/>
          <p:nvPr/>
        </p:nvGrpSpPr>
        <p:grpSpPr>
          <a:xfrm>
            <a:off x="2835966" y="705543"/>
            <a:ext cx="452160" cy="234360"/>
            <a:chOff x="2835966" y="705543"/>
            <a:chExt cx="45216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061FD7A-6EDB-EB01-4DE2-3FB54EED432A}"/>
                    </a:ext>
                  </a:extLst>
                </p14:cNvPr>
                <p14:cNvContentPartPr/>
                <p14:nvPr/>
              </p14:nvContentPartPr>
              <p14:xfrm>
                <a:off x="2835966" y="811743"/>
                <a:ext cx="149040" cy="9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061FD7A-6EDB-EB01-4DE2-3FB54EED43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17966" y="794103"/>
                  <a:ext cx="184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994794D-A85E-D43C-791A-2A7A79E87444}"/>
                    </a:ext>
                  </a:extLst>
                </p14:cNvPr>
                <p14:cNvContentPartPr/>
                <p14:nvPr/>
              </p14:nvContentPartPr>
              <p14:xfrm>
                <a:off x="3062766" y="715983"/>
                <a:ext cx="13680" cy="180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994794D-A85E-D43C-791A-2A7A79E874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44766" y="697983"/>
                  <a:ext cx="49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13573FE-0FA1-16A6-BA0C-CA34CE78E587}"/>
                    </a:ext>
                  </a:extLst>
                </p14:cNvPr>
                <p14:cNvContentPartPr/>
                <p14:nvPr/>
              </p14:nvContentPartPr>
              <p14:xfrm>
                <a:off x="3138366" y="705543"/>
                <a:ext cx="149760" cy="234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13573FE-0FA1-16A6-BA0C-CA34CE78E58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20726" y="687543"/>
                  <a:ext cx="185400" cy="27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349CDE9-E6BA-BF85-70B0-1832D86E57E6}"/>
                  </a:ext>
                </a:extLst>
              </p14:cNvPr>
              <p14:cNvContentPartPr/>
              <p14:nvPr/>
            </p14:nvContentPartPr>
            <p14:xfrm>
              <a:off x="3079686" y="1114503"/>
              <a:ext cx="131400" cy="270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349CDE9-E6BA-BF85-70B0-1832D86E57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61686" y="1096863"/>
                <a:ext cx="1670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D79ECB5-F713-7EEF-0043-F45425C5B047}"/>
                  </a:ext>
                </a:extLst>
              </p14:cNvPr>
              <p14:cNvContentPartPr/>
              <p14:nvPr/>
            </p14:nvContentPartPr>
            <p14:xfrm>
              <a:off x="3154566" y="1588263"/>
              <a:ext cx="18720" cy="124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D79ECB5-F713-7EEF-0043-F45425C5B04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36926" y="1570263"/>
                <a:ext cx="5436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24F6F49-849C-FA67-3FD6-E28D35BDECD3}"/>
              </a:ext>
            </a:extLst>
          </p:cNvPr>
          <p:cNvGrpSpPr/>
          <p:nvPr/>
        </p:nvGrpSpPr>
        <p:grpSpPr>
          <a:xfrm>
            <a:off x="3801126" y="345543"/>
            <a:ext cx="443160" cy="216360"/>
            <a:chOff x="3801126" y="345543"/>
            <a:chExt cx="443160" cy="21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0C17E2F-846D-EC68-0327-7B34B9090A8A}"/>
                    </a:ext>
                  </a:extLst>
                </p14:cNvPr>
                <p14:cNvContentPartPr/>
                <p14:nvPr/>
              </p14:nvContentPartPr>
              <p14:xfrm>
                <a:off x="3801126" y="445983"/>
                <a:ext cx="156600" cy="30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0C17E2F-846D-EC68-0327-7B34B9090A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83486" y="427983"/>
                  <a:ext cx="192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2A22BB1-98CC-B56E-8CE4-90FB6272A1E7}"/>
                    </a:ext>
                  </a:extLst>
                </p14:cNvPr>
                <p14:cNvContentPartPr/>
                <p14:nvPr/>
              </p14:nvContentPartPr>
              <p14:xfrm>
                <a:off x="4061766" y="345543"/>
                <a:ext cx="182520" cy="216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2A22BB1-98CC-B56E-8CE4-90FB6272A1E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44126" y="327903"/>
                  <a:ext cx="21816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9C706AC-1215-A82E-3474-370831C08C59}"/>
              </a:ext>
            </a:extLst>
          </p:cNvPr>
          <p:cNvGrpSpPr/>
          <p:nvPr/>
        </p:nvGrpSpPr>
        <p:grpSpPr>
          <a:xfrm>
            <a:off x="4754406" y="200463"/>
            <a:ext cx="853560" cy="1771920"/>
            <a:chOff x="4754406" y="200463"/>
            <a:chExt cx="853560" cy="177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0E953F-0AF0-AB46-E594-BFC88FD00F94}"/>
                    </a:ext>
                  </a:extLst>
                </p14:cNvPr>
                <p14:cNvContentPartPr/>
                <p14:nvPr/>
              </p14:nvContentPartPr>
              <p14:xfrm>
                <a:off x="4826406" y="458943"/>
                <a:ext cx="143280" cy="16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0E953F-0AF0-AB46-E594-BFC88FD00F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08406" y="441303"/>
                  <a:ext cx="178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DF7135-5055-0DF8-5356-0D12AF3B5D47}"/>
                    </a:ext>
                  </a:extLst>
                </p14:cNvPr>
                <p14:cNvContentPartPr/>
                <p14:nvPr/>
              </p14:nvContentPartPr>
              <p14:xfrm>
                <a:off x="4939086" y="370383"/>
                <a:ext cx="177840" cy="270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DF7135-5055-0DF8-5356-0D12AF3B5D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21446" y="352383"/>
                  <a:ext cx="2134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A3F4CFE-2AA7-39C7-25C4-AC7D4D9FDBF0}"/>
                    </a:ext>
                  </a:extLst>
                </p14:cNvPr>
                <p14:cNvContentPartPr/>
                <p14:nvPr/>
              </p14:nvContentPartPr>
              <p14:xfrm>
                <a:off x="4754406" y="819663"/>
                <a:ext cx="148680" cy="29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A3F4CFE-2AA7-39C7-25C4-AC7D4D9FDB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36406" y="802023"/>
                  <a:ext cx="1843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B739993-501A-E032-47A6-203045F68796}"/>
                    </a:ext>
                  </a:extLst>
                </p14:cNvPr>
                <p14:cNvContentPartPr/>
                <p14:nvPr/>
              </p14:nvContentPartPr>
              <p14:xfrm>
                <a:off x="5001366" y="737583"/>
                <a:ext cx="133200" cy="246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B739993-501A-E032-47A6-203045F687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83726" y="719583"/>
                  <a:ext cx="1688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F4F1B61-D749-816E-E57C-1168E5EDCE3C}"/>
                    </a:ext>
                  </a:extLst>
                </p14:cNvPr>
                <p14:cNvContentPartPr/>
                <p14:nvPr/>
              </p14:nvContentPartPr>
              <p14:xfrm>
                <a:off x="4921446" y="1201623"/>
                <a:ext cx="185760" cy="174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F4F1B61-D749-816E-E57C-1168E5EDCE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03806" y="1183623"/>
                  <a:ext cx="2214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3CB3CB4-D1BC-989C-C3DD-FDB8734A946E}"/>
                    </a:ext>
                  </a:extLst>
                </p14:cNvPr>
                <p14:cNvContentPartPr/>
                <p14:nvPr/>
              </p14:nvContentPartPr>
              <p14:xfrm>
                <a:off x="4976526" y="1480623"/>
                <a:ext cx="7560" cy="183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3CB3CB4-D1BC-989C-C3DD-FDB8734A94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58526" y="1462983"/>
                  <a:ext cx="43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4F68751-EE79-AD45-DE59-B7229D16AF1C}"/>
                    </a:ext>
                  </a:extLst>
                </p14:cNvPr>
                <p14:cNvContentPartPr/>
                <p14:nvPr/>
              </p14:nvContentPartPr>
              <p14:xfrm>
                <a:off x="5109006" y="200463"/>
                <a:ext cx="498960" cy="1771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4F68751-EE79-AD45-DE59-B7229D16AF1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91006" y="182463"/>
                  <a:ext cx="534600" cy="180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FF47E3A-F8CA-EEC9-4322-15CB3B0CD0B3}"/>
                  </a:ext>
                </a:extLst>
              </p14:cNvPr>
              <p14:cNvContentPartPr/>
              <p14:nvPr/>
            </p14:nvContentPartPr>
            <p14:xfrm>
              <a:off x="6427326" y="645783"/>
              <a:ext cx="2160" cy="28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FF47E3A-F8CA-EEC9-4322-15CB3B0CD0B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09326" y="628143"/>
                <a:ext cx="3780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37177FD7-15EF-E9BF-7859-4C7EDD680543}"/>
              </a:ext>
            </a:extLst>
          </p:cNvPr>
          <p:cNvGrpSpPr/>
          <p:nvPr/>
        </p:nvGrpSpPr>
        <p:grpSpPr>
          <a:xfrm>
            <a:off x="5997486" y="972303"/>
            <a:ext cx="216360" cy="108360"/>
            <a:chOff x="5997486" y="972303"/>
            <a:chExt cx="216360" cy="1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53A7F24-4FD1-A82E-A343-42AC0FC745B9}"/>
                    </a:ext>
                  </a:extLst>
                </p14:cNvPr>
                <p14:cNvContentPartPr/>
                <p14:nvPr/>
              </p14:nvContentPartPr>
              <p14:xfrm>
                <a:off x="6007566" y="972303"/>
                <a:ext cx="154440" cy="11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53A7F24-4FD1-A82E-A343-42AC0FC745B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89926" y="954663"/>
                  <a:ext cx="1900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A209FA8-988B-2905-0479-B9454AA9255C}"/>
                    </a:ext>
                  </a:extLst>
                </p14:cNvPr>
                <p14:cNvContentPartPr/>
                <p14:nvPr/>
              </p14:nvContentPartPr>
              <p14:xfrm>
                <a:off x="5997486" y="1061943"/>
                <a:ext cx="216360" cy="18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A209FA8-988B-2905-0479-B9454AA9255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79846" y="1044303"/>
                  <a:ext cx="25200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84D4390-24B3-9EC9-AC7F-42210E7D9A70}"/>
                  </a:ext>
                </a:extLst>
              </p14:cNvPr>
              <p14:cNvContentPartPr/>
              <p14:nvPr/>
            </p14:nvContentPartPr>
            <p14:xfrm>
              <a:off x="6485286" y="248703"/>
              <a:ext cx="522000" cy="17348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84D4390-24B3-9EC9-AC7F-42210E7D9A7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467286" y="230703"/>
                <a:ext cx="557640" cy="177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64618ED-C3CA-93CA-38B8-B7ADBCEE289B}"/>
                  </a:ext>
                </a:extLst>
              </p14:cNvPr>
              <p14:cNvContentPartPr/>
              <p14:nvPr/>
            </p14:nvContentPartPr>
            <p14:xfrm>
              <a:off x="7292766" y="931983"/>
              <a:ext cx="5760" cy="46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64618ED-C3CA-93CA-38B8-B7ADBCEE289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274766" y="914343"/>
                <a:ext cx="414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0A70A53-F37C-4F80-9F65-CACE844A2530}"/>
                  </a:ext>
                </a:extLst>
              </p14:cNvPr>
              <p14:cNvContentPartPr/>
              <p14:nvPr/>
            </p14:nvContentPartPr>
            <p14:xfrm>
              <a:off x="6932406" y="398103"/>
              <a:ext cx="15120" cy="193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0A70A53-F37C-4F80-9F65-CACE844A253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914406" y="380103"/>
                <a:ext cx="507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92FDFE8-BCAA-7E40-742E-10788FC24D74}"/>
                  </a:ext>
                </a:extLst>
              </p14:cNvPr>
              <p14:cNvContentPartPr/>
              <p14:nvPr/>
            </p14:nvContentPartPr>
            <p14:xfrm>
              <a:off x="6923046" y="969783"/>
              <a:ext cx="86040" cy="1371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92FDFE8-BCAA-7E40-742E-10788FC24D7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905406" y="951783"/>
                <a:ext cx="12168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1C1CD2A-025A-C5A7-3330-9FEA71F3EE12}"/>
                  </a:ext>
                </a:extLst>
              </p14:cNvPr>
              <p14:cNvContentPartPr/>
              <p14:nvPr/>
            </p14:nvContentPartPr>
            <p14:xfrm>
              <a:off x="6907206" y="1340223"/>
              <a:ext cx="91800" cy="1569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1C1CD2A-025A-C5A7-3330-9FEA71F3EE1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889566" y="1322583"/>
                <a:ext cx="1274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3428CD4-15FF-D222-D17B-9B5864B05B94}"/>
                  </a:ext>
                </a:extLst>
              </p14:cNvPr>
              <p14:cNvContentPartPr/>
              <p14:nvPr/>
            </p14:nvContentPartPr>
            <p14:xfrm>
              <a:off x="6870846" y="1671783"/>
              <a:ext cx="98640" cy="1508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3428CD4-15FF-D222-D17B-9B5864B05B9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53206" y="1654143"/>
                <a:ext cx="1342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4B27535-DDDF-F2AB-4B0D-8273D2199A79}"/>
                  </a:ext>
                </a:extLst>
              </p14:cNvPr>
              <p14:cNvContentPartPr/>
              <p14:nvPr/>
            </p14:nvContentPartPr>
            <p14:xfrm>
              <a:off x="7384566" y="404943"/>
              <a:ext cx="132840" cy="2311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4B27535-DDDF-F2AB-4B0D-8273D2199A7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66926" y="387303"/>
                <a:ext cx="16848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DD71EEA-E934-75E2-DE1B-3C44F3E882A1}"/>
                  </a:ext>
                </a:extLst>
              </p14:cNvPr>
              <p14:cNvContentPartPr/>
              <p14:nvPr/>
            </p14:nvContentPartPr>
            <p14:xfrm>
              <a:off x="7410846" y="827223"/>
              <a:ext cx="16200" cy="2084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DD71EEA-E934-75E2-DE1B-3C44F3E882A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393206" y="809223"/>
                <a:ext cx="518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6BA3928-87C4-393D-D423-3FA62C28FA4B}"/>
                  </a:ext>
                </a:extLst>
              </p14:cNvPr>
              <p14:cNvContentPartPr/>
              <p14:nvPr/>
            </p14:nvContentPartPr>
            <p14:xfrm>
              <a:off x="7374126" y="1319703"/>
              <a:ext cx="111240" cy="1890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6BA3928-87C4-393D-D423-3FA62C28FA4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56126" y="1302063"/>
                <a:ext cx="1468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CD5B47F-AB98-10C4-FB07-3EB83883E472}"/>
                  </a:ext>
                </a:extLst>
              </p14:cNvPr>
              <p14:cNvContentPartPr/>
              <p14:nvPr/>
            </p14:nvContentPartPr>
            <p14:xfrm>
              <a:off x="7414086" y="1663863"/>
              <a:ext cx="109800" cy="1810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CD5B47F-AB98-10C4-FB07-3EB83883E47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96086" y="1645863"/>
                <a:ext cx="14544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2F3E92D-C3B6-57A7-8E72-DC5BC3FCF21B}"/>
                  </a:ext>
                </a:extLst>
              </p14:cNvPr>
              <p14:cNvContentPartPr/>
              <p14:nvPr/>
            </p14:nvContentPartPr>
            <p14:xfrm>
              <a:off x="8007366" y="451383"/>
              <a:ext cx="156600" cy="2199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2F3E92D-C3B6-57A7-8E72-DC5BC3FCF21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989366" y="433383"/>
                <a:ext cx="1922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0245867-777F-0BB0-9960-797B1B2BFD8E}"/>
                  </a:ext>
                </a:extLst>
              </p14:cNvPr>
              <p14:cNvContentPartPr/>
              <p14:nvPr/>
            </p14:nvContentPartPr>
            <p14:xfrm>
              <a:off x="7984686" y="870063"/>
              <a:ext cx="110160" cy="1321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0245867-777F-0BB0-9960-797B1B2BFD8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966686" y="852063"/>
                <a:ext cx="145800" cy="1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56BA0753-04A4-1462-39DC-314BDF97A76A}"/>
              </a:ext>
            </a:extLst>
          </p:cNvPr>
          <p:cNvGrpSpPr/>
          <p:nvPr/>
        </p:nvGrpSpPr>
        <p:grpSpPr>
          <a:xfrm>
            <a:off x="7990806" y="1338063"/>
            <a:ext cx="124200" cy="522000"/>
            <a:chOff x="7990806" y="1338063"/>
            <a:chExt cx="124200" cy="52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F3AA1E1-34F2-5705-2749-8C8E0FB6C4E6}"/>
                    </a:ext>
                  </a:extLst>
                </p14:cNvPr>
                <p14:cNvContentPartPr/>
                <p14:nvPr/>
              </p14:nvContentPartPr>
              <p14:xfrm>
                <a:off x="8061726" y="1338063"/>
                <a:ext cx="7920" cy="164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F3AA1E1-34F2-5705-2749-8C8E0FB6C4E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043726" y="1320423"/>
                  <a:ext cx="43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49B2B5E-E72E-C1E5-4649-0F9FB7A9511B}"/>
                    </a:ext>
                  </a:extLst>
                </p14:cNvPr>
                <p14:cNvContentPartPr/>
                <p14:nvPr/>
              </p14:nvContentPartPr>
              <p14:xfrm>
                <a:off x="7990806" y="1642623"/>
                <a:ext cx="124200" cy="217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49B2B5E-E72E-C1E5-4649-0F9FB7A9511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73166" y="1624983"/>
                  <a:ext cx="15984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0480619-8E1E-4309-3329-A400CA966159}"/>
              </a:ext>
            </a:extLst>
          </p:cNvPr>
          <p:cNvGrpSpPr/>
          <p:nvPr/>
        </p:nvGrpSpPr>
        <p:grpSpPr>
          <a:xfrm>
            <a:off x="8602446" y="194703"/>
            <a:ext cx="695160" cy="1681560"/>
            <a:chOff x="8602446" y="194703"/>
            <a:chExt cx="695160" cy="168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3BB27FB-8F57-4AE6-B503-0AC918CED81A}"/>
                    </a:ext>
                  </a:extLst>
                </p14:cNvPr>
                <p14:cNvContentPartPr/>
                <p14:nvPr/>
              </p14:nvContentPartPr>
              <p14:xfrm>
                <a:off x="8697486" y="470823"/>
                <a:ext cx="138960" cy="207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3BB27FB-8F57-4AE6-B503-0AC918CED81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79846" y="452823"/>
                  <a:ext cx="1746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CEF53E-E34D-7EB0-39CB-B6F515950450}"/>
                    </a:ext>
                  </a:extLst>
                </p14:cNvPr>
                <p14:cNvContentPartPr/>
                <p14:nvPr/>
              </p14:nvContentPartPr>
              <p14:xfrm>
                <a:off x="8660406" y="922263"/>
                <a:ext cx="140040" cy="135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CEF53E-E34D-7EB0-39CB-B6F51595045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42406" y="904623"/>
                  <a:ext cx="175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4AB407F-7B5B-EC2F-64EF-06AF5597BD85}"/>
                    </a:ext>
                  </a:extLst>
                </p14:cNvPr>
                <p14:cNvContentPartPr/>
                <p14:nvPr/>
              </p14:nvContentPartPr>
              <p14:xfrm>
                <a:off x="8602446" y="1381623"/>
                <a:ext cx="122760" cy="156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4AB407F-7B5B-EC2F-64EF-06AF5597BD8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84446" y="1363623"/>
                  <a:ext cx="1584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C7F76B7-0778-3A88-549A-DA1D82C81BA0}"/>
                    </a:ext>
                  </a:extLst>
                </p14:cNvPr>
                <p14:cNvContentPartPr/>
                <p14:nvPr/>
              </p14:nvContentPartPr>
              <p14:xfrm>
                <a:off x="8649966" y="1691583"/>
                <a:ext cx="6840" cy="174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C7F76B7-0778-3A88-549A-DA1D82C81BA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32326" y="1673583"/>
                  <a:ext cx="42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F71668C-F8EA-F65B-F328-5467CED9C55D}"/>
                    </a:ext>
                  </a:extLst>
                </p14:cNvPr>
                <p14:cNvContentPartPr/>
                <p14:nvPr/>
              </p14:nvContentPartPr>
              <p14:xfrm>
                <a:off x="8816646" y="194703"/>
                <a:ext cx="480960" cy="1681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F71668C-F8EA-F65B-F328-5467CED9C55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98646" y="177063"/>
                  <a:ext cx="516600" cy="171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E23B240-6FA0-C7DE-AB1A-5710A3EC5F37}"/>
              </a:ext>
            </a:extLst>
          </p:cNvPr>
          <p:cNvGrpSpPr/>
          <p:nvPr/>
        </p:nvGrpSpPr>
        <p:grpSpPr>
          <a:xfrm>
            <a:off x="9850926" y="813543"/>
            <a:ext cx="217080" cy="288360"/>
            <a:chOff x="9850926" y="813543"/>
            <a:chExt cx="21708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7076E49-5B82-E097-B684-566584974D35}"/>
                    </a:ext>
                  </a:extLst>
                </p14:cNvPr>
                <p14:cNvContentPartPr/>
                <p14:nvPr/>
              </p14:nvContentPartPr>
              <p14:xfrm>
                <a:off x="9887646" y="896703"/>
                <a:ext cx="44280" cy="205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7076E49-5B82-E097-B684-566584974D3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69646" y="878703"/>
                  <a:ext cx="799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16A2809-1CBD-5F86-2292-782C715BD999}"/>
                    </a:ext>
                  </a:extLst>
                </p14:cNvPr>
                <p14:cNvContentPartPr/>
                <p14:nvPr/>
              </p14:nvContentPartPr>
              <p14:xfrm>
                <a:off x="9969366" y="813543"/>
                <a:ext cx="84600" cy="278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16A2809-1CBD-5F86-2292-782C715BD99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51726" y="795543"/>
                  <a:ext cx="1202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CA75809-94DE-D857-CC0A-92E0F6474676}"/>
                    </a:ext>
                  </a:extLst>
                </p14:cNvPr>
                <p14:cNvContentPartPr/>
                <p14:nvPr/>
              </p14:nvContentPartPr>
              <p14:xfrm>
                <a:off x="9850926" y="976623"/>
                <a:ext cx="217080" cy="53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CA75809-94DE-D857-CC0A-92E0F647467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833286" y="958623"/>
                  <a:ext cx="25272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31A1938-6285-439C-A71A-C83AA4A66E36}"/>
              </a:ext>
            </a:extLst>
          </p:cNvPr>
          <p:cNvGrpSpPr/>
          <p:nvPr/>
        </p:nvGrpSpPr>
        <p:grpSpPr>
          <a:xfrm>
            <a:off x="4485846" y="86343"/>
            <a:ext cx="161280" cy="235440"/>
            <a:chOff x="4485846" y="86343"/>
            <a:chExt cx="16128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BCD410F-55D6-21E8-91D4-52EAB5CBFF3C}"/>
                    </a:ext>
                  </a:extLst>
                </p14:cNvPr>
                <p14:cNvContentPartPr/>
                <p14:nvPr/>
              </p14:nvContentPartPr>
              <p14:xfrm>
                <a:off x="4516446" y="100383"/>
                <a:ext cx="43560" cy="221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BCD410F-55D6-21E8-91D4-52EAB5CBFF3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498446" y="82383"/>
                  <a:ext cx="792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01882F0-3463-2A59-2D6F-4C6FBE8093EA}"/>
                    </a:ext>
                  </a:extLst>
                </p14:cNvPr>
                <p14:cNvContentPartPr/>
                <p14:nvPr/>
              </p14:nvContentPartPr>
              <p14:xfrm>
                <a:off x="4563246" y="86343"/>
                <a:ext cx="83880" cy="194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01882F0-3463-2A59-2D6F-4C6FBE8093E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45246" y="68703"/>
                  <a:ext cx="119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9E1732F-DF90-A8F0-3213-9CCE7AC95986}"/>
                    </a:ext>
                  </a:extLst>
                </p14:cNvPr>
                <p14:cNvContentPartPr/>
                <p14:nvPr/>
              </p14:nvContentPartPr>
              <p14:xfrm>
                <a:off x="4485846" y="241863"/>
                <a:ext cx="142560" cy="22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9E1732F-DF90-A8F0-3213-9CCE7AC9598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67846" y="223863"/>
                  <a:ext cx="17820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C9D324B-8393-67C2-8F7A-0DC8F51CCC46}"/>
              </a:ext>
            </a:extLst>
          </p:cNvPr>
          <p:cNvGrpSpPr/>
          <p:nvPr/>
        </p:nvGrpSpPr>
        <p:grpSpPr>
          <a:xfrm>
            <a:off x="5953566" y="238263"/>
            <a:ext cx="154800" cy="100800"/>
            <a:chOff x="5953566" y="238263"/>
            <a:chExt cx="154800" cy="10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AA00FC-D331-54C3-38E0-A9A518BEF46B}"/>
                    </a:ext>
                  </a:extLst>
                </p14:cNvPr>
                <p14:cNvContentPartPr/>
                <p14:nvPr/>
              </p14:nvContentPartPr>
              <p14:xfrm>
                <a:off x="5953566" y="238263"/>
                <a:ext cx="75240" cy="28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AA00FC-D331-54C3-38E0-A9A518BEF46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35926" y="220263"/>
                  <a:ext cx="110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FE3A0F1-B81B-0E29-479C-BF7966DE51ED}"/>
                    </a:ext>
                  </a:extLst>
                </p14:cNvPr>
                <p14:cNvContentPartPr/>
                <p14:nvPr/>
              </p14:nvContentPartPr>
              <p14:xfrm>
                <a:off x="5960766" y="305223"/>
                <a:ext cx="147600" cy="33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FE3A0F1-B81B-0E29-479C-BF7966DE51E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43126" y="287583"/>
                  <a:ext cx="18324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19EC21-D74C-B60A-06DC-ECB632C9792B}"/>
              </a:ext>
            </a:extLst>
          </p:cNvPr>
          <p:cNvGrpSpPr/>
          <p:nvPr/>
        </p:nvGrpSpPr>
        <p:grpSpPr>
          <a:xfrm>
            <a:off x="7302846" y="103263"/>
            <a:ext cx="262080" cy="192600"/>
            <a:chOff x="7302846" y="103263"/>
            <a:chExt cx="26208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AD3A479-5A02-DFE6-7A4C-7E48A640CDE1}"/>
                    </a:ext>
                  </a:extLst>
                </p14:cNvPr>
                <p14:cNvContentPartPr/>
                <p14:nvPr/>
              </p14:nvContentPartPr>
              <p14:xfrm>
                <a:off x="7320486" y="103263"/>
                <a:ext cx="130320" cy="25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AD3A479-5A02-DFE6-7A4C-7E48A640CDE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02846" y="85623"/>
                  <a:ext cx="165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002A166-504A-1F49-ED60-0EC2BB99008E}"/>
                    </a:ext>
                  </a:extLst>
                </p14:cNvPr>
                <p14:cNvContentPartPr/>
                <p14:nvPr/>
              </p14:nvContentPartPr>
              <p14:xfrm>
                <a:off x="7366566" y="156903"/>
                <a:ext cx="18720" cy="97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002A166-504A-1F49-ED60-0EC2BB99008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48566" y="139263"/>
                  <a:ext cx="54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F43E425-EE2E-F874-E66B-71FCA615C50B}"/>
                    </a:ext>
                  </a:extLst>
                </p14:cNvPr>
                <p14:cNvContentPartPr/>
                <p14:nvPr/>
              </p14:nvContentPartPr>
              <p14:xfrm>
                <a:off x="7302846" y="266703"/>
                <a:ext cx="262080" cy="29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F43E425-EE2E-F874-E66B-71FCA615C50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85206" y="249063"/>
                  <a:ext cx="29772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AB92809-3ADE-CE9F-D173-45CD90368F6A}"/>
              </a:ext>
            </a:extLst>
          </p:cNvPr>
          <p:cNvGrpSpPr/>
          <p:nvPr/>
        </p:nvGrpSpPr>
        <p:grpSpPr>
          <a:xfrm>
            <a:off x="9448806" y="69783"/>
            <a:ext cx="127080" cy="155520"/>
            <a:chOff x="9448806" y="69783"/>
            <a:chExt cx="127080" cy="15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DB54AB2-64CD-1393-11BA-F86E0AD8E674}"/>
                    </a:ext>
                  </a:extLst>
                </p14:cNvPr>
                <p14:cNvContentPartPr/>
                <p14:nvPr/>
              </p14:nvContentPartPr>
              <p14:xfrm>
                <a:off x="9462126" y="69783"/>
                <a:ext cx="53280" cy="154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DB54AB2-64CD-1393-11BA-F86E0AD8E67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44486" y="52143"/>
                  <a:ext cx="889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26586A3-2E47-C117-647E-91F891D080EC}"/>
                    </a:ext>
                  </a:extLst>
                </p14:cNvPr>
                <p14:cNvContentPartPr/>
                <p14:nvPr/>
              </p14:nvContentPartPr>
              <p14:xfrm>
                <a:off x="9485886" y="96783"/>
                <a:ext cx="90000" cy="123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26586A3-2E47-C117-647E-91F891D080E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68246" y="79143"/>
                  <a:ext cx="125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98CAA38-D980-B1B2-AA6A-0006578A8873}"/>
                    </a:ext>
                  </a:extLst>
                </p14:cNvPr>
                <p14:cNvContentPartPr/>
                <p14:nvPr/>
              </p14:nvContentPartPr>
              <p14:xfrm>
                <a:off x="9448806" y="211983"/>
                <a:ext cx="95040" cy="13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98CAA38-D980-B1B2-AA6A-0006578A887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30806" y="193983"/>
                  <a:ext cx="13068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A567D95-D382-B271-9096-DB0B226DB6F7}"/>
              </a:ext>
            </a:extLst>
          </p:cNvPr>
          <p:cNvGrpSpPr/>
          <p:nvPr/>
        </p:nvGrpSpPr>
        <p:grpSpPr>
          <a:xfrm>
            <a:off x="1422246" y="157263"/>
            <a:ext cx="893880" cy="1827720"/>
            <a:chOff x="1422246" y="157263"/>
            <a:chExt cx="893880" cy="182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FDB4D2-B5E7-D07E-68CA-BABB4BBAFFBC}"/>
                    </a:ext>
                  </a:extLst>
                </p14:cNvPr>
                <p14:cNvContentPartPr/>
                <p14:nvPr/>
              </p14:nvContentPartPr>
              <p14:xfrm>
                <a:off x="1422246" y="157263"/>
                <a:ext cx="356040" cy="1827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FDB4D2-B5E7-D07E-68CA-BABB4BBAFFB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404246" y="139623"/>
                  <a:ext cx="391680" cy="18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C0F4CAE-6803-C934-5B57-55332CC370E1}"/>
                    </a:ext>
                  </a:extLst>
                </p14:cNvPr>
                <p14:cNvContentPartPr/>
                <p14:nvPr/>
              </p14:nvContentPartPr>
              <p14:xfrm>
                <a:off x="2002206" y="345543"/>
                <a:ext cx="207360" cy="199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C0F4CAE-6803-C934-5B57-55332CC370E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984206" y="327903"/>
                  <a:ext cx="243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8121F33-A8F0-6A28-B0DC-88CA6700E247}"/>
                    </a:ext>
                  </a:extLst>
                </p14:cNvPr>
                <p14:cNvContentPartPr/>
                <p14:nvPr/>
              </p14:nvContentPartPr>
              <p14:xfrm>
                <a:off x="2139006" y="786903"/>
                <a:ext cx="102240" cy="46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8121F33-A8F0-6A28-B0DC-88CA6700E24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21006" y="769263"/>
                  <a:ext cx="137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DE4BB8-ECF6-A4B5-3B5D-4E039BA67A51}"/>
                    </a:ext>
                  </a:extLst>
                </p14:cNvPr>
                <p14:cNvContentPartPr/>
                <p14:nvPr/>
              </p14:nvContentPartPr>
              <p14:xfrm>
                <a:off x="2116686" y="816783"/>
                <a:ext cx="132120" cy="202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BDE4BB8-ECF6-A4B5-3B5D-4E039BA67A5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98686" y="798783"/>
                  <a:ext cx="1677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7F46725-00D7-73DB-E715-96DAD3AD0985}"/>
                    </a:ext>
                  </a:extLst>
                </p14:cNvPr>
                <p14:cNvContentPartPr/>
                <p14:nvPr/>
              </p14:nvContentPartPr>
              <p14:xfrm>
                <a:off x="2155566" y="1176423"/>
                <a:ext cx="15480" cy="179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7F46725-00D7-73DB-E715-96DAD3AD098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37926" y="1158423"/>
                  <a:ext cx="511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042CB3-1BDE-8980-9B21-9C0318A76763}"/>
                    </a:ext>
                  </a:extLst>
                </p14:cNvPr>
                <p14:cNvContentPartPr/>
                <p14:nvPr/>
              </p14:nvContentPartPr>
              <p14:xfrm>
                <a:off x="2151246" y="1516263"/>
                <a:ext cx="164880" cy="214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042CB3-1BDE-8980-9B21-9C0318A7676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33606" y="1498263"/>
                  <a:ext cx="2005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B457796-0B12-E932-501D-BBC4EF75EEDF}"/>
                    </a:ext>
                  </a:extLst>
                </p14:cNvPr>
                <p14:cNvContentPartPr/>
                <p14:nvPr/>
              </p14:nvContentPartPr>
              <p14:xfrm>
                <a:off x="1888446" y="1267143"/>
                <a:ext cx="128160" cy="47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B457796-0B12-E932-501D-BBC4EF75EED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70806" y="1249143"/>
                  <a:ext cx="163800" cy="8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2F29126-0B02-D2B6-F94F-804CBA95F6F6}"/>
                  </a:ext>
                </a:extLst>
              </p14:cNvPr>
              <p14:cNvContentPartPr/>
              <p14:nvPr/>
            </p14:nvContentPartPr>
            <p14:xfrm>
              <a:off x="3093726" y="521943"/>
              <a:ext cx="360" cy="3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2F29126-0B02-D2B6-F94F-804CBA95F6F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075726" y="50394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FA62127-7975-6448-E67E-E51940B64C03}"/>
                  </a:ext>
                </a:extLst>
              </p14:cNvPr>
              <p14:cNvContentPartPr/>
              <p14:nvPr/>
            </p14:nvContentPartPr>
            <p14:xfrm>
              <a:off x="5392686" y="659823"/>
              <a:ext cx="1440" cy="72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FA62127-7975-6448-E67E-E51940B64C0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375046" y="642183"/>
                <a:ext cx="370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C96FD400-DE50-B91F-A8E1-8C7407F04D46}"/>
                  </a:ext>
                </a:extLst>
              </p14:cNvPr>
              <p14:cNvContentPartPr/>
              <p14:nvPr/>
            </p14:nvContentPartPr>
            <p14:xfrm>
              <a:off x="3310806" y="919383"/>
              <a:ext cx="360" cy="3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C96FD400-DE50-B91F-A8E1-8C7407F04D4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293166" y="90138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936EDEA-3287-98AD-4F5C-F102801E5F75}"/>
                  </a:ext>
                </a:extLst>
              </p14:cNvPr>
              <p14:cNvContentPartPr/>
              <p14:nvPr/>
            </p14:nvContentPartPr>
            <p14:xfrm>
              <a:off x="3852966" y="829383"/>
              <a:ext cx="130320" cy="133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936EDEA-3287-98AD-4F5C-F102801E5F75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835326" y="811743"/>
                <a:ext cx="1659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2FEA555-E4A2-34A1-57A0-95A75F09E7EE}"/>
                  </a:ext>
                </a:extLst>
              </p14:cNvPr>
              <p14:cNvContentPartPr/>
              <p14:nvPr/>
            </p14:nvContentPartPr>
            <p14:xfrm>
              <a:off x="4091646" y="723183"/>
              <a:ext cx="132120" cy="205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2FEA555-E4A2-34A1-57A0-95A75F09E7EE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4073646" y="705543"/>
                <a:ext cx="1677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546B495B-E8A2-A7D9-2B1B-2A762F51EE1A}"/>
                  </a:ext>
                </a:extLst>
              </p14:cNvPr>
              <p14:cNvContentPartPr/>
              <p14:nvPr/>
            </p14:nvContentPartPr>
            <p14:xfrm>
              <a:off x="4251486" y="990663"/>
              <a:ext cx="360" cy="3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546B495B-E8A2-A7D9-2B1B-2A762F51EE1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233486" y="97266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C00A8435-2EDE-32AB-DDEE-163203785105}"/>
                  </a:ext>
                </a:extLst>
              </p14:cNvPr>
              <p14:cNvContentPartPr/>
              <p14:nvPr/>
            </p14:nvContentPartPr>
            <p14:xfrm>
              <a:off x="5357766" y="1062663"/>
              <a:ext cx="3960" cy="57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C00A8435-2EDE-32AB-DDEE-16320378510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340126" y="1044663"/>
                <a:ext cx="396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047620F-912C-19D0-25EF-752E42BD448B}"/>
                  </a:ext>
                </a:extLst>
              </p14:cNvPr>
              <p14:cNvContentPartPr/>
              <p14:nvPr/>
            </p14:nvContentPartPr>
            <p14:xfrm>
              <a:off x="2144046" y="1318983"/>
              <a:ext cx="4320" cy="147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047620F-912C-19D0-25EF-752E42BD448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126406" y="1300983"/>
                <a:ext cx="399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D191E51-4945-DA21-CB36-AD2C2A4A68C5}"/>
                  </a:ext>
                </a:extLst>
              </p14:cNvPr>
              <p14:cNvContentPartPr/>
              <p14:nvPr/>
            </p14:nvContentPartPr>
            <p14:xfrm>
              <a:off x="3096606" y="1269663"/>
              <a:ext cx="5040" cy="21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D191E51-4945-DA21-CB36-AD2C2A4A68C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078606" y="1251663"/>
                <a:ext cx="4068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4F39839-8997-90A7-A994-C47A1F6071F3}"/>
              </a:ext>
            </a:extLst>
          </p:cNvPr>
          <p:cNvGrpSpPr/>
          <p:nvPr/>
        </p:nvGrpSpPr>
        <p:grpSpPr>
          <a:xfrm>
            <a:off x="4102806" y="1069863"/>
            <a:ext cx="134640" cy="522720"/>
            <a:chOff x="4102806" y="1069863"/>
            <a:chExt cx="134640" cy="52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42C96F-E27C-249C-2C16-EF8E3FC6BB6B}"/>
                    </a:ext>
                  </a:extLst>
                </p14:cNvPr>
                <p14:cNvContentPartPr/>
                <p14:nvPr/>
              </p14:nvContentPartPr>
              <p14:xfrm>
                <a:off x="4102806" y="1393863"/>
                <a:ext cx="134640" cy="198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42C96F-E27C-249C-2C16-EF8E3FC6B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85166" y="1376223"/>
                  <a:ext cx="1702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709E40F-6964-8C16-F7EF-056E48B63FD9}"/>
                    </a:ext>
                  </a:extLst>
                </p14:cNvPr>
                <p14:cNvContentPartPr/>
                <p14:nvPr/>
              </p14:nvContentPartPr>
              <p14:xfrm>
                <a:off x="4169766" y="1069863"/>
                <a:ext cx="20880" cy="187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709E40F-6964-8C16-F7EF-056E48B63FD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52126" y="1052223"/>
                  <a:ext cx="56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C97057D-28B6-E728-4164-B4395E6E7DDE}"/>
                    </a:ext>
                  </a:extLst>
                </p14:cNvPr>
                <p14:cNvContentPartPr/>
                <p14:nvPr/>
              </p14:nvContentPartPr>
              <p14:xfrm>
                <a:off x="4173366" y="1355703"/>
                <a:ext cx="39960" cy="9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C97057D-28B6-E728-4164-B4395E6E7DD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55366" y="1337703"/>
                  <a:ext cx="7560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5200A47A-974D-ABB3-EDC7-791830B557A8}"/>
                  </a:ext>
                </a:extLst>
              </p14:cNvPr>
              <p14:cNvContentPartPr/>
              <p14:nvPr/>
            </p14:nvContentPartPr>
            <p14:xfrm>
              <a:off x="5202246" y="1497183"/>
              <a:ext cx="10800" cy="3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5200A47A-974D-ABB3-EDC7-791830B557A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184606" y="1479183"/>
                <a:ext cx="46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B943B58-A57C-6FDC-9000-26A23C81B22C}"/>
                  </a:ext>
                </a:extLst>
              </p14:cNvPr>
              <p14:cNvContentPartPr/>
              <p14:nvPr/>
            </p14:nvContentPartPr>
            <p14:xfrm>
              <a:off x="2142966" y="1734063"/>
              <a:ext cx="2880" cy="57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B943B58-A57C-6FDC-9000-26A23C81B22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124966" y="1716063"/>
                <a:ext cx="385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062EF30-5F5E-26C4-B907-D31FECFD0CE6}"/>
                  </a:ext>
                </a:extLst>
              </p14:cNvPr>
              <p14:cNvContentPartPr/>
              <p14:nvPr/>
            </p14:nvContentPartPr>
            <p14:xfrm>
              <a:off x="3150966" y="1754583"/>
              <a:ext cx="23040" cy="118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062EF30-5F5E-26C4-B907-D31FECFD0CE6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133326" y="1736943"/>
                <a:ext cx="586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ED50865-D6E3-ABF6-0BE3-A79CF29529EE}"/>
                  </a:ext>
                </a:extLst>
              </p14:cNvPr>
              <p14:cNvContentPartPr/>
              <p14:nvPr/>
            </p14:nvContentPartPr>
            <p14:xfrm>
              <a:off x="3887166" y="1860423"/>
              <a:ext cx="11520" cy="64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ED50865-D6E3-ABF6-0BE3-A79CF29529EE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3869166" y="1842423"/>
                <a:ext cx="471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66B652A1-BD61-2616-BE50-C1304EFF406D}"/>
                  </a:ext>
                </a:extLst>
              </p14:cNvPr>
              <p14:cNvContentPartPr/>
              <p14:nvPr/>
            </p14:nvContentPartPr>
            <p14:xfrm>
              <a:off x="5411046" y="1938903"/>
              <a:ext cx="19440" cy="46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66B652A1-BD61-2616-BE50-C1304EFF406D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5393046" y="1921263"/>
                <a:ext cx="5508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44D44FF-58A6-966A-7F15-79DF1DC1C131}"/>
              </a:ext>
            </a:extLst>
          </p:cNvPr>
          <p:cNvGrpSpPr/>
          <p:nvPr/>
        </p:nvGrpSpPr>
        <p:grpSpPr>
          <a:xfrm>
            <a:off x="1416846" y="2567103"/>
            <a:ext cx="297720" cy="222120"/>
            <a:chOff x="1416846" y="2567103"/>
            <a:chExt cx="29772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83D80AB-71E2-64F0-F973-BA677B434733}"/>
                    </a:ext>
                  </a:extLst>
                </p14:cNvPr>
                <p14:cNvContentPartPr/>
                <p14:nvPr/>
              </p14:nvContentPartPr>
              <p14:xfrm>
                <a:off x="1416846" y="2626143"/>
                <a:ext cx="107280" cy="15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83D80AB-71E2-64F0-F973-BA677B43473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399206" y="2608503"/>
                  <a:ext cx="1429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E087CBA-B931-EF38-076E-0FDC1B7C77E1}"/>
                    </a:ext>
                  </a:extLst>
                </p14:cNvPr>
                <p14:cNvContentPartPr/>
                <p14:nvPr/>
              </p14:nvContentPartPr>
              <p14:xfrm>
                <a:off x="1654446" y="2567103"/>
                <a:ext cx="60120" cy="222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E087CBA-B931-EF38-076E-0FDC1B7C77E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636446" y="2549103"/>
                  <a:ext cx="95760" cy="25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8997F4C-BC02-DBCE-8DB1-B0FF3B14850B}"/>
                  </a:ext>
                </a:extLst>
              </p14:cNvPr>
              <p14:cNvContentPartPr/>
              <p14:nvPr/>
            </p14:nvContentPartPr>
            <p14:xfrm>
              <a:off x="2464806" y="2606343"/>
              <a:ext cx="104400" cy="2642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8997F4C-BC02-DBCE-8DB1-B0FF3B14850B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446806" y="2588343"/>
                <a:ext cx="1400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8ABC4CC-C819-6790-01A4-15657C9A235B}"/>
                  </a:ext>
                </a:extLst>
              </p14:cNvPr>
              <p14:cNvContentPartPr/>
              <p14:nvPr/>
            </p14:nvContentPartPr>
            <p14:xfrm>
              <a:off x="3319086" y="2706423"/>
              <a:ext cx="42120" cy="1936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8ABC4CC-C819-6790-01A4-15657C9A235B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3301446" y="2688423"/>
                <a:ext cx="777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B68F26BF-2066-2C68-B4F1-452F1BF1F069}"/>
                  </a:ext>
                </a:extLst>
              </p14:cNvPr>
              <p14:cNvContentPartPr/>
              <p14:nvPr/>
            </p14:nvContentPartPr>
            <p14:xfrm>
              <a:off x="4181286" y="2698503"/>
              <a:ext cx="252360" cy="2116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B68F26BF-2066-2C68-B4F1-452F1BF1F06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4163646" y="2680863"/>
                <a:ext cx="288000" cy="24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2C66A65-DB9B-A1AF-7A8A-3277735DBD72}"/>
              </a:ext>
            </a:extLst>
          </p:cNvPr>
          <p:cNvGrpSpPr/>
          <p:nvPr/>
        </p:nvGrpSpPr>
        <p:grpSpPr>
          <a:xfrm>
            <a:off x="1484886" y="3102783"/>
            <a:ext cx="185400" cy="240840"/>
            <a:chOff x="1484886" y="3102783"/>
            <a:chExt cx="18540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9FF457C-3908-4F8F-CE58-4A3790F91507}"/>
                    </a:ext>
                  </a:extLst>
                </p14:cNvPr>
                <p14:cNvContentPartPr/>
                <p14:nvPr/>
              </p14:nvContentPartPr>
              <p14:xfrm>
                <a:off x="1543926" y="3102783"/>
                <a:ext cx="126360" cy="172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9FF457C-3908-4F8F-CE58-4A3790F9150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526286" y="3085143"/>
                  <a:ext cx="1620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8EEBA2D-BD1F-CC4F-5019-6C25F86E5D09}"/>
                    </a:ext>
                  </a:extLst>
                </p14:cNvPr>
                <p14:cNvContentPartPr/>
                <p14:nvPr/>
              </p14:nvContentPartPr>
              <p14:xfrm>
                <a:off x="1484886" y="3110343"/>
                <a:ext cx="140040" cy="233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8EEBA2D-BD1F-CC4F-5019-6C25F86E5D0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467246" y="3092343"/>
                  <a:ext cx="17568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E7BB9C6-5736-D55E-7219-799A431B30D0}"/>
              </a:ext>
            </a:extLst>
          </p:cNvPr>
          <p:cNvGrpSpPr/>
          <p:nvPr/>
        </p:nvGrpSpPr>
        <p:grpSpPr>
          <a:xfrm>
            <a:off x="2387406" y="3180543"/>
            <a:ext cx="471600" cy="253080"/>
            <a:chOff x="2387406" y="3180543"/>
            <a:chExt cx="47160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5A21435-4D1A-5F42-4788-6EA5758C0CD9}"/>
                    </a:ext>
                  </a:extLst>
                </p14:cNvPr>
                <p14:cNvContentPartPr/>
                <p14:nvPr/>
              </p14:nvContentPartPr>
              <p14:xfrm>
                <a:off x="2387406" y="3261543"/>
                <a:ext cx="145080" cy="8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5A21435-4D1A-5F42-4788-6EA5758C0CD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369766" y="3243543"/>
                  <a:ext cx="180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5AE497D-9F6A-0148-CF19-5A0B6D77C187}"/>
                    </a:ext>
                  </a:extLst>
                </p14:cNvPr>
                <p14:cNvContentPartPr/>
                <p14:nvPr/>
              </p14:nvContentPartPr>
              <p14:xfrm>
                <a:off x="2605926" y="3180543"/>
                <a:ext cx="56520" cy="187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5AE497D-9F6A-0148-CF19-5A0B6D77C18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587926" y="3162543"/>
                  <a:ext cx="921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7871ACA-C7E8-CBCF-F1D9-1E769C720CFF}"/>
                    </a:ext>
                  </a:extLst>
                </p14:cNvPr>
                <p14:cNvContentPartPr/>
                <p14:nvPr/>
              </p14:nvContentPartPr>
              <p14:xfrm>
                <a:off x="2717166" y="3219063"/>
                <a:ext cx="141840" cy="214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7871ACA-C7E8-CBCF-F1D9-1E769C720CF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699166" y="3201063"/>
                  <a:ext cx="17748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5CF5376-4E19-56AB-A384-FBBDAFBD2878}"/>
              </a:ext>
            </a:extLst>
          </p:cNvPr>
          <p:cNvGrpSpPr/>
          <p:nvPr/>
        </p:nvGrpSpPr>
        <p:grpSpPr>
          <a:xfrm>
            <a:off x="3290286" y="3206463"/>
            <a:ext cx="272880" cy="216360"/>
            <a:chOff x="3290286" y="3206463"/>
            <a:chExt cx="272880" cy="21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7533670-1C8F-510A-A961-BDD038704943}"/>
                    </a:ext>
                  </a:extLst>
                </p14:cNvPr>
                <p14:cNvContentPartPr/>
                <p14:nvPr/>
              </p14:nvContentPartPr>
              <p14:xfrm>
                <a:off x="3290286" y="3302583"/>
                <a:ext cx="114840" cy="14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7533670-1C8F-510A-A961-BDD03870494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272286" y="3284583"/>
                  <a:ext cx="1504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2BF81C0-27EA-1CB1-A228-44C8BF146620}"/>
                    </a:ext>
                  </a:extLst>
                </p14:cNvPr>
                <p14:cNvContentPartPr/>
                <p14:nvPr/>
              </p14:nvContentPartPr>
              <p14:xfrm>
                <a:off x="3491166" y="3206463"/>
                <a:ext cx="72000" cy="2163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2BF81C0-27EA-1CB1-A228-44C8BF14662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473166" y="3188823"/>
                  <a:ext cx="107640" cy="25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6EBF227D-3204-BD4C-2FBC-87430538D317}"/>
                  </a:ext>
                </a:extLst>
              </p14:cNvPr>
              <p14:cNvContentPartPr/>
              <p14:nvPr/>
            </p14:nvContentPartPr>
            <p14:xfrm>
              <a:off x="1310286" y="3664383"/>
              <a:ext cx="246960" cy="2138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6EBF227D-3204-BD4C-2FBC-87430538D317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292286" y="3646383"/>
                <a:ext cx="282600" cy="24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1A6F6A5-34C2-4C7F-6BB7-43E792D81154}"/>
              </a:ext>
            </a:extLst>
          </p:cNvPr>
          <p:cNvGrpSpPr/>
          <p:nvPr/>
        </p:nvGrpSpPr>
        <p:grpSpPr>
          <a:xfrm>
            <a:off x="2471286" y="3728823"/>
            <a:ext cx="384120" cy="210600"/>
            <a:chOff x="2471286" y="3728823"/>
            <a:chExt cx="38412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0E2307A-46FE-F313-3B7C-9BB6F21E5BF7}"/>
                    </a:ext>
                  </a:extLst>
                </p14:cNvPr>
                <p14:cNvContentPartPr/>
                <p14:nvPr/>
              </p14:nvContentPartPr>
              <p14:xfrm>
                <a:off x="2471286" y="3812343"/>
                <a:ext cx="129240" cy="8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0E2307A-46FE-F313-3B7C-9BB6F21E5BF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453286" y="3794703"/>
                  <a:ext cx="164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DEB23E0-A4A2-D8B1-8839-7F2379D5222C}"/>
                    </a:ext>
                  </a:extLst>
                </p14:cNvPr>
                <p14:cNvContentPartPr/>
                <p14:nvPr/>
              </p14:nvContentPartPr>
              <p14:xfrm>
                <a:off x="2704926" y="3728823"/>
                <a:ext cx="150480" cy="210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DEB23E0-A4A2-D8B1-8839-7F2379D5222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686926" y="3711183"/>
                  <a:ext cx="18612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F22C5CE-79C0-5E43-63EB-454E7FA497AA}"/>
              </a:ext>
            </a:extLst>
          </p:cNvPr>
          <p:cNvGrpSpPr/>
          <p:nvPr/>
        </p:nvGrpSpPr>
        <p:grpSpPr>
          <a:xfrm>
            <a:off x="3305046" y="3747543"/>
            <a:ext cx="349920" cy="202320"/>
            <a:chOff x="3305046" y="3747543"/>
            <a:chExt cx="349920" cy="20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94E2C21-6570-CED9-E2F5-A3EF8565DD7B}"/>
                    </a:ext>
                  </a:extLst>
                </p14:cNvPr>
                <p14:cNvContentPartPr/>
                <p14:nvPr/>
              </p14:nvContentPartPr>
              <p14:xfrm>
                <a:off x="3305046" y="3822783"/>
                <a:ext cx="113400" cy="6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94E2C21-6570-CED9-E2F5-A3EF8565DD7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287406" y="3804783"/>
                  <a:ext cx="149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A9835FF-FD2B-4FCB-9F55-7639D70BB18E}"/>
                    </a:ext>
                  </a:extLst>
                </p14:cNvPr>
                <p14:cNvContentPartPr/>
                <p14:nvPr/>
              </p14:nvContentPartPr>
              <p14:xfrm>
                <a:off x="3465246" y="3747543"/>
                <a:ext cx="189720" cy="2023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A9835FF-FD2B-4FCB-9F55-7639D70BB18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447606" y="3729543"/>
                  <a:ext cx="225360" cy="23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050A0E70-8EE2-93BD-ED6C-E6C21985A714}"/>
                  </a:ext>
                </a:extLst>
              </p14:cNvPr>
              <p14:cNvContentPartPr/>
              <p14:nvPr/>
            </p14:nvContentPartPr>
            <p14:xfrm>
              <a:off x="1259166" y="4156863"/>
              <a:ext cx="155520" cy="2523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050A0E70-8EE2-93BD-ED6C-E6C21985A714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241166" y="4138863"/>
                <a:ext cx="1911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6E16FEF-8E42-6EAF-C327-AB1AE48C1A93}"/>
                  </a:ext>
                </a:extLst>
              </p14:cNvPr>
              <p14:cNvContentPartPr/>
              <p14:nvPr/>
            </p14:nvContentPartPr>
            <p14:xfrm>
              <a:off x="2832726" y="4267023"/>
              <a:ext cx="41400" cy="2199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6E16FEF-8E42-6EAF-C327-AB1AE48C1A93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2814726" y="4249023"/>
                <a:ext cx="770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F540575C-2A36-DC80-A74B-E802C98DABE7}"/>
                  </a:ext>
                </a:extLst>
              </p14:cNvPr>
              <p14:cNvContentPartPr/>
              <p14:nvPr/>
            </p14:nvContentPartPr>
            <p14:xfrm>
              <a:off x="3440766" y="4279263"/>
              <a:ext cx="197640" cy="2448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F540575C-2A36-DC80-A74B-E802C98DABE7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3422766" y="4261623"/>
                <a:ext cx="23328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3CD145A-C526-3AE5-71D2-F5580B7C8D84}"/>
                  </a:ext>
                </a:extLst>
              </p14:cNvPr>
              <p14:cNvContentPartPr/>
              <p14:nvPr/>
            </p14:nvContentPartPr>
            <p14:xfrm>
              <a:off x="4319886" y="4273863"/>
              <a:ext cx="26640" cy="21168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3CD145A-C526-3AE5-71D2-F5580B7C8D84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4301886" y="4255863"/>
                <a:ext cx="622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1A41602F-76F9-E025-D2FC-463EF92C6E0C}"/>
                  </a:ext>
                </a:extLst>
              </p14:cNvPr>
              <p14:cNvContentPartPr/>
              <p14:nvPr/>
            </p14:nvContentPartPr>
            <p14:xfrm>
              <a:off x="660126" y="2373063"/>
              <a:ext cx="534600" cy="24238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1A41602F-76F9-E025-D2FC-463EF92C6E0C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642126" y="2355063"/>
                <a:ext cx="570240" cy="245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81292F39-EB03-15F8-59D7-F9E329C3B931}"/>
              </a:ext>
            </a:extLst>
          </p:cNvPr>
          <p:cNvGrpSpPr/>
          <p:nvPr/>
        </p:nvGrpSpPr>
        <p:grpSpPr>
          <a:xfrm>
            <a:off x="4079406" y="2566023"/>
            <a:ext cx="1071000" cy="2288160"/>
            <a:chOff x="4079406" y="2566023"/>
            <a:chExt cx="1071000" cy="228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E08E238-BEAF-C255-935C-865334CB5725}"/>
                    </a:ext>
                  </a:extLst>
                </p14:cNvPr>
                <p14:cNvContentPartPr/>
                <p14:nvPr/>
              </p14:nvContentPartPr>
              <p14:xfrm>
                <a:off x="4148166" y="3294663"/>
                <a:ext cx="115200" cy="8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E08E238-BEAF-C255-935C-865334CB572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130526" y="3276663"/>
                  <a:ext cx="150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7110DA9-033C-A7D2-EDB4-CB04626E5ADD}"/>
                    </a:ext>
                  </a:extLst>
                </p14:cNvPr>
                <p14:cNvContentPartPr/>
                <p14:nvPr/>
              </p14:nvContentPartPr>
              <p14:xfrm>
                <a:off x="4376046" y="3196383"/>
                <a:ext cx="166680" cy="325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7110DA9-033C-A7D2-EDB4-CB04626E5AD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358406" y="3178383"/>
                  <a:ext cx="2023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92FBD40-EBFF-077E-E226-0368AEF29C24}"/>
                    </a:ext>
                  </a:extLst>
                </p14:cNvPr>
                <p14:cNvContentPartPr/>
                <p14:nvPr/>
              </p14:nvContentPartPr>
              <p14:xfrm>
                <a:off x="4079406" y="3821343"/>
                <a:ext cx="177480" cy="79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92FBD40-EBFF-077E-E226-0368AEF29C2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061766" y="3803703"/>
                  <a:ext cx="213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49D1D09-B894-D804-F77C-D441867E6A3B}"/>
                    </a:ext>
                  </a:extLst>
                </p14:cNvPr>
                <p14:cNvContentPartPr/>
                <p14:nvPr/>
              </p14:nvContentPartPr>
              <p14:xfrm>
                <a:off x="4249686" y="3737103"/>
                <a:ext cx="223560" cy="226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49D1D09-B894-D804-F77C-D441867E6A3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231686" y="3719103"/>
                  <a:ext cx="2592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44D4519-3F51-33AD-58B6-72C55FF77C41}"/>
                    </a:ext>
                  </a:extLst>
                </p14:cNvPr>
                <p14:cNvContentPartPr/>
                <p14:nvPr/>
              </p14:nvContentPartPr>
              <p14:xfrm>
                <a:off x="4289286" y="2566023"/>
                <a:ext cx="861120" cy="22881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44D4519-3F51-33AD-58B6-72C55FF77C4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271286" y="2548383"/>
                  <a:ext cx="896760" cy="232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2B1A996-E9F6-E44D-D89E-81415006464D}"/>
              </a:ext>
            </a:extLst>
          </p:cNvPr>
          <p:cNvGrpSpPr/>
          <p:nvPr/>
        </p:nvGrpSpPr>
        <p:grpSpPr>
          <a:xfrm>
            <a:off x="5580606" y="3366663"/>
            <a:ext cx="194040" cy="153360"/>
            <a:chOff x="5580606" y="3366663"/>
            <a:chExt cx="194040" cy="1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0C06CDC-949A-ABE7-41D9-06E8032C4BDD}"/>
                    </a:ext>
                  </a:extLst>
                </p14:cNvPr>
                <p14:cNvContentPartPr/>
                <p14:nvPr/>
              </p14:nvContentPartPr>
              <p14:xfrm>
                <a:off x="5690766" y="3366663"/>
                <a:ext cx="83880" cy="234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0C06CDC-949A-ABE7-41D9-06E8032C4BD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672766" y="3348663"/>
                  <a:ext cx="1195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53F86FF-6A65-D749-EA71-1EBE13999A10}"/>
                    </a:ext>
                  </a:extLst>
                </p14:cNvPr>
                <p14:cNvContentPartPr/>
                <p14:nvPr/>
              </p14:nvContentPartPr>
              <p14:xfrm>
                <a:off x="5580606" y="3494823"/>
                <a:ext cx="85320" cy="25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53F86FF-6A65-D749-EA71-1EBE13999A1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562966" y="3476823"/>
                  <a:ext cx="12096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B951324F-0F8E-5D52-EBD7-1670D002B579}"/>
                  </a:ext>
                </a:extLst>
              </p14:cNvPr>
              <p14:cNvContentPartPr/>
              <p14:nvPr/>
            </p14:nvContentPartPr>
            <p14:xfrm>
              <a:off x="6091086" y="2576103"/>
              <a:ext cx="519840" cy="205632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B951324F-0F8E-5D52-EBD7-1670D002B579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6073446" y="2558463"/>
                <a:ext cx="555480" cy="209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A0F812B4-BB6F-7D22-533A-3B80ACFADD67}"/>
              </a:ext>
            </a:extLst>
          </p:cNvPr>
          <p:cNvGrpSpPr/>
          <p:nvPr/>
        </p:nvGrpSpPr>
        <p:grpSpPr>
          <a:xfrm>
            <a:off x="126246" y="2672223"/>
            <a:ext cx="506880" cy="565560"/>
            <a:chOff x="126246" y="2672223"/>
            <a:chExt cx="506880" cy="56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DB19F98-BEAF-D68C-A719-33A55A11422E}"/>
                    </a:ext>
                  </a:extLst>
                </p14:cNvPr>
                <p14:cNvContentPartPr/>
                <p14:nvPr/>
              </p14:nvContentPartPr>
              <p14:xfrm>
                <a:off x="126246" y="2672223"/>
                <a:ext cx="151200" cy="379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DB19F98-BEAF-D68C-A719-33A55A11422E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8606" y="2654223"/>
                  <a:ext cx="1868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729966D-4284-B777-00C0-592545EB111C}"/>
                    </a:ext>
                  </a:extLst>
                </p14:cNvPr>
                <p14:cNvContentPartPr/>
                <p14:nvPr/>
              </p14:nvContentPartPr>
              <p14:xfrm>
                <a:off x="360246" y="2994783"/>
                <a:ext cx="10800" cy="132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729966D-4284-B777-00C0-592545EB111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42246" y="2976783"/>
                  <a:ext cx="46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D7C65A9-FCFB-F59A-4C5D-DFF7DFB9D727}"/>
                    </a:ext>
                  </a:extLst>
                </p14:cNvPr>
                <p14:cNvContentPartPr/>
                <p14:nvPr/>
              </p14:nvContentPartPr>
              <p14:xfrm>
                <a:off x="426846" y="3137703"/>
                <a:ext cx="19800" cy="100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D7C65A9-FCFB-F59A-4C5D-DFF7DFB9D72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08846" y="3120063"/>
                  <a:ext cx="55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A291D01-E961-25EB-C4D7-F381D7A722D9}"/>
                    </a:ext>
                  </a:extLst>
                </p14:cNvPr>
                <p14:cNvContentPartPr/>
                <p14:nvPr/>
              </p14:nvContentPartPr>
              <p14:xfrm>
                <a:off x="522606" y="3018183"/>
                <a:ext cx="110520" cy="1620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A291D01-E961-25EB-C4D7-F381D7A722D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04606" y="3000183"/>
                  <a:ext cx="146160" cy="19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7C7DBF23-5C6B-A49E-E4A1-F2C1445F8C71}"/>
                  </a:ext>
                </a:extLst>
              </p14:cNvPr>
              <p14:cNvContentPartPr/>
              <p14:nvPr/>
            </p14:nvContentPartPr>
            <p14:xfrm>
              <a:off x="6714246" y="2822343"/>
              <a:ext cx="148680" cy="24516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7C7DBF23-5C6B-A49E-E4A1-F2C1445F8C71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6696246" y="2804343"/>
                <a:ext cx="18432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1C1A603-01D3-1BFE-DC7A-C93D900E1B5C}"/>
                  </a:ext>
                </a:extLst>
              </p14:cNvPr>
              <p14:cNvContentPartPr/>
              <p14:nvPr/>
            </p14:nvContentPartPr>
            <p14:xfrm>
              <a:off x="7504086" y="2776983"/>
              <a:ext cx="128520" cy="19872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1C1A603-01D3-1BFE-DC7A-C93D900E1B5C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7486086" y="2758983"/>
                <a:ext cx="1641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75FA5CC-3F1F-AAB1-EC25-6E12065353F7}"/>
                  </a:ext>
                </a:extLst>
              </p14:cNvPr>
              <p14:cNvContentPartPr/>
              <p14:nvPr/>
            </p14:nvContentPartPr>
            <p14:xfrm>
              <a:off x="8276646" y="2781663"/>
              <a:ext cx="6840" cy="2264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75FA5CC-3F1F-AAB1-EC25-6E12065353F7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8258646" y="2764023"/>
                <a:ext cx="424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C51B850-9490-B509-149A-EBF51C8FA717}"/>
                  </a:ext>
                </a:extLst>
              </p14:cNvPr>
              <p14:cNvContentPartPr/>
              <p14:nvPr/>
            </p14:nvContentPartPr>
            <p14:xfrm>
              <a:off x="6798846" y="3306903"/>
              <a:ext cx="191880" cy="2091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C51B850-9490-B509-149A-EBF51C8FA717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6781206" y="3289263"/>
                <a:ext cx="2275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3177EFFF-50FD-C865-709B-7CF136451DDD}"/>
                  </a:ext>
                </a:extLst>
              </p14:cNvPr>
              <p14:cNvContentPartPr/>
              <p14:nvPr/>
            </p14:nvContentPartPr>
            <p14:xfrm>
              <a:off x="7580046" y="3318423"/>
              <a:ext cx="24480" cy="19260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3177EFFF-50FD-C865-709B-7CF136451DDD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7562046" y="3300783"/>
                <a:ext cx="601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AF57F774-12BB-8C2E-E353-BC4550F0ACF0}"/>
                  </a:ext>
                </a:extLst>
              </p14:cNvPr>
              <p14:cNvContentPartPr/>
              <p14:nvPr/>
            </p14:nvContentPartPr>
            <p14:xfrm>
              <a:off x="8113926" y="3213303"/>
              <a:ext cx="185400" cy="2451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AF57F774-12BB-8C2E-E353-BC4550F0ACF0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8095926" y="3195303"/>
                <a:ext cx="22104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05583744-6C0F-B08C-D81E-930DC48C602B}"/>
                  </a:ext>
                </a:extLst>
              </p14:cNvPr>
              <p14:cNvContentPartPr/>
              <p14:nvPr/>
            </p14:nvContentPartPr>
            <p14:xfrm>
              <a:off x="6785526" y="3790743"/>
              <a:ext cx="21960" cy="2246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05583744-6C0F-B08C-D81E-930DC48C602B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6767526" y="3772743"/>
                <a:ext cx="576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6F3C360D-0815-3BD7-5AA7-FD72C55903F7}"/>
                  </a:ext>
                </a:extLst>
              </p14:cNvPr>
              <p14:cNvContentPartPr/>
              <p14:nvPr/>
            </p14:nvContentPartPr>
            <p14:xfrm>
              <a:off x="7544046" y="3737103"/>
              <a:ext cx="164880" cy="21924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6F3C360D-0815-3BD7-5AA7-FD72C55903F7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7526406" y="3719463"/>
                <a:ext cx="2005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D2CEB55-4586-4424-1847-9DE6D646DCB2}"/>
                  </a:ext>
                </a:extLst>
              </p14:cNvPr>
              <p14:cNvContentPartPr/>
              <p14:nvPr/>
            </p14:nvContentPartPr>
            <p14:xfrm>
              <a:off x="8194566" y="3730623"/>
              <a:ext cx="168120" cy="26748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ED2CEB55-4586-4424-1847-9DE6D646DCB2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8176926" y="3712623"/>
                <a:ext cx="20376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03CF2F08-A474-FD2C-7876-D8F94A13C672}"/>
                  </a:ext>
                </a:extLst>
              </p14:cNvPr>
              <p14:cNvContentPartPr/>
              <p14:nvPr/>
            </p14:nvContentPartPr>
            <p14:xfrm>
              <a:off x="6831246" y="4300863"/>
              <a:ext cx="144720" cy="21744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03CF2F08-A474-FD2C-7876-D8F94A13C672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6813246" y="4283223"/>
                <a:ext cx="18036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6704171A-2FF5-0FB0-3C50-A55A82D4BF38}"/>
                  </a:ext>
                </a:extLst>
              </p14:cNvPr>
              <p14:cNvContentPartPr/>
              <p14:nvPr/>
            </p14:nvContentPartPr>
            <p14:xfrm>
              <a:off x="7561326" y="4218423"/>
              <a:ext cx="199080" cy="26748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6704171A-2FF5-0FB0-3C50-A55A82D4BF38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7543326" y="4200783"/>
                <a:ext cx="2347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AC38542D-E139-3540-3CA9-E5724DC40D92}"/>
                  </a:ext>
                </a:extLst>
              </p14:cNvPr>
              <p14:cNvContentPartPr/>
              <p14:nvPr/>
            </p14:nvContentPartPr>
            <p14:xfrm>
              <a:off x="8445126" y="4211583"/>
              <a:ext cx="135360" cy="23940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AC38542D-E139-3540-3CA9-E5724DC40D92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8427486" y="4193943"/>
                <a:ext cx="171000" cy="27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5A05FB53-F532-A815-D4DA-96113553F04C}"/>
              </a:ext>
            </a:extLst>
          </p:cNvPr>
          <p:cNvGrpSpPr/>
          <p:nvPr/>
        </p:nvGrpSpPr>
        <p:grpSpPr>
          <a:xfrm>
            <a:off x="8793246" y="2612823"/>
            <a:ext cx="750240" cy="2119680"/>
            <a:chOff x="8793246" y="2612823"/>
            <a:chExt cx="750240" cy="21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E8A67DD-8D1E-548D-9304-94FD358EBFD5}"/>
                    </a:ext>
                  </a:extLst>
                </p14:cNvPr>
                <p14:cNvContentPartPr/>
                <p14:nvPr/>
              </p14:nvContentPartPr>
              <p14:xfrm>
                <a:off x="8793246" y="2710743"/>
                <a:ext cx="219960" cy="2674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E8A67DD-8D1E-548D-9304-94FD358EBFD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775606" y="2692743"/>
                  <a:ext cx="2556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281F077-A9B3-10DA-FDF9-7A7EF27FB9BE}"/>
                    </a:ext>
                  </a:extLst>
                </p14:cNvPr>
                <p14:cNvContentPartPr/>
                <p14:nvPr/>
              </p14:nvContentPartPr>
              <p14:xfrm>
                <a:off x="8842926" y="3188463"/>
                <a:ext cx="263160" cy="2556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281F077-A9B3-10DA-FDF9-7A7EF27FB9B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824926" y="3170823"/>
                  <a:ext cx="2988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6450E8D-C1B5-AF99-F5D2-5A4DF4DA96B5}"/>
                    </a:ext>
                  </a:extLst>
                </p14:cNvPr>
                <p14:cNvContentPartPr/>
                <p14:nvPr/>
              </p14:nvContentPartPr>
              <p14:xfrm>
                <a:off x="8866686" y="3696423"/>
                <a:ext cx="223200" cy="2304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6450E8D-C1B5-AF99-F5D2-5A4DF4DA96B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848686" y="3678423"/>
                  <a:ext cx="258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4764DB7-3E0A-B9E2-E809-0BABFFDE5A1F}"/>
                    </a:ext>
                  </a:extLst>
                </p14:cNvPr>
                <p14:cNvContentPartPr/>
                <p14:nvPr/>
              </p14:nvContentPartPr>
              <p14:xfrm>
                <a:off x="8992326" y="4165143"/>
                <a:ext cx="30240" cy="2653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4764DB7-3E0A-B9E2-E809-0BABFFDE5A1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974326" y="4147143"/>
                  <a:ext cx="658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EF84AE9-4275-AB83-B15D-22AA2C0F4C2E}"/>
                    </a:ext>
                  </a:extLst>
                </p14:cNvPr>
                <p14:cNvContentPartPr/>
                <p14:nvPr/>
              </p14:nvContentPartPr>
              <p14:xfrm>
                <a:off x="9091326" y="2612823"/>
                <a:ext cx="452160" cy="21196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EF84AE9-4275-AB83-B15D-22AA2C0F4C2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073326" y="2595183"/>
                  <a:ext cx="487800" cy="215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7E7BE9F-A5EE-9CEB-0128-10864B5ADC4D}"/>
              </a:ext>
            </a:extLst>
          </p:cNvPr>
          <p:cNvGrpSpPr/>
          <p:nvPr/>
        </p:nvGrpSpPr>
        <p:grpSpPr>
          <a:xfrm>
            <a:off x="10090686" y="3287463"/>
            <a:ext cx="216720" cy="363600"/>
            <a:chOff x="10090686" y="3287463"/>
            <a:chExt cx="216720" cy="36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483B191-304C-3CFC-A6D0-E7C809C41B2D}"/>
                    </a:ext>
                  </a:extLst>
                </p14:cNvPr>
                <p14:cNvContentPartPr/>
                <p14:nvPr/>
              </p14:nvContentPartPr>
              <p14:xfrm>
                <a:off x="10090686" y="3293583"/>
                <a:ext cx="117360" cy="3279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483B191-304C-3CFC-A6D0-E7C809C41B2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073046" y="3275583"/>
                  <a:ext cx="1530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2BC58E5-B37F-F40C-E2AE-5AA0947CD4D4}"/>
                    </a:ext>
                  </a:extLst>
                </p14:cNvPr>
                <p14:cNvContentPartPr/>
                <p14:nvPr/>
              </p14:nvContentPartPr>
              <p14:xfrm>
                <a:off x="10151886" y="3287463"/>
                <a:ext cx="155520" cy="363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2BC58E5-B37F-F40C-E2AE-5AA0947CD4D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133886" y="3269823"/>
                  <a:ext cx="1911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E5BE71A-E72F-A419-6C83-F6DA579F0B03}"/>
                    </a:ext>
                  </a:extLst>
                </p14:cNvPr>
                <p14:cNvContentPartPr/>
                <p14:nvPr/>
              </p14:nvContentPartPr>
              <p14:xfrm>
                <a:off x="10091406" y="3509583"/>
                <a:ext cx="162720" cy="226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E5BE71A-E72F-A419-6C83-F6DA579F0B0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073766" y="3491583"/>
                  <a:ext cx="19836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BBE7AD8-8006-A584-38D1-276E4A7BDAB3}"/>
              </a:ext>
            </a:extLst>
          </p:cNvPr>
          <p:cNvGrpSpPr/>
          <p:nvPr/>
        </p:nvGrpSpPr>
        <p:grpSpPr>
          <a:xfrm>
            <a:off x="122286" y="5116623"/>
            <a:ext cx="1348200" cy="565200"/>
            <a:chOff x="122286" y="5116623"/>
            <a:chExt cx="1348200" cy="56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A857DB3-AEF5-0C53-7C9E-E6339EB2E4FC}"/>
                    </a:ext>
                  </a:extLst>
                </p14:cNvPr>
                <p14:cNvContentPartPr/>
                <p14:nvPr/>
              </p14:nvContentPartPr>
              <p14:xfrm>
                <a:off x="122286" y="5116623"/>
                <a:ext cx="185400" cy="336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A857DB3-AEF5-0C53-7C9E-E6339EB2E4F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4646" y="5098983"/>
                  <a:ext cx="2210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8F64A15-0C5C-992D-D2E8-37DE66EE4B5E}"/>
                    </a:ext>
                  </a:extLst>
                </p14:cNvPr>
                <p14:cNvContentPartPr/>
                <p14:nvPr/>
              </p14:nvContentPartPr>
              <p14:xfrm>
                <a:off x="378246" y="5366823"/>
                <a:ext cx="193320" cy="2466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8F64A15-0C5C-992D-D2E8-37DE66EE4B5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60606" y="5349183"/>
                  <a:ext cx="2289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A6BBA30-BBAD-9CBB-3012-28BB22D776B3}"/>
                    </a:ext>
                  </a:extLst>
                </p14:cNvPr>
                <p14:cNvContentPartPr/>
                <p14:nvPr/>
              </p14:nvContentPartPr>
              <p14:xfrm>
                <a:off x="659046" y="5343063"/>
                <a:ext cx="119520" cy="183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A6BBA30-BBAD-9CBB-3012-28BB22D776B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41406" y="5325063"/>
                  <a:ext cx="1551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F5BCD23-45CF-91EF-55A0-1911C43B267A}"/>
                    </a:ext>
                  </a:extLst>
                </p14:cNvPr>
                <p14:cNvContentPartPr/>
                <p14:nvPr/>
              </p14:nvContentPartPr>
              <p14:xfrm>
                <a:off x="716286" y="5280423"/>
                <a:ext cx="22680" cy="2145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F5BCD23-45CF-91EF-55A0-1911C43B267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98286" y="5262423"/>
                  <a:ext cx="583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A1FECAA-BCFA-23BB-1189-E7D60C67EC93}"/>
                    </a:ext>
                  </a:extLst>
                </p14:cNvPr>
                <p14:cNvContentPartPr/>
                <p14:nvPr/>
              </p14:nvContentPartPr>
              <p14:xfrm>
                <a:off x="969006" y="5213463"/>
                <a:ext cx="86040" cy="464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A1FECAA-BCFA-23BB-1189-E7D60C67EC9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51366" y="5195823"/>
                  <a:ext cx="121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2DD254A-F199-51C3-9C04-F05A2EE527CB}"/>
                    </a:ext>
                  </a:extLst>
                </p14:cNvPr>
                <p14:cNvContentPartPr/>
                <p14:nvPr/>
              </p14:nvContentPartPr>
              <p14:xfrm>
                <a:off x="936246" y="5214903"/>
                <a:ext cx="133200" cy="2779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2DD254A-F199-51C3-9C04-F05A2EE527CB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18246" y="5197263"/>
                  <a:ext cx="168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A2D87EC-1827-75B1-DC69-DED6A09B4691}"/>
                    </a:ext>
                  </a:extLst>
                </p14:cNvPr>
                <p14:cNvContentPartPr/>
                <p14:nvPr/>
              </p14:nvContentPartPr>
              <p14:xfrm>
                <a:off x="1151526" y="5264583"/>
                <a:ext cx="28080" cy="232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A2D87EC-1827-75B1-DC69-DED6A09B469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33886" y="5246583"/>
                  <a:ext cx="637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AD9829F-A7F9-7EDB-CA68-7AA74C0C6E05}"/>
                    </a:ext>
                  </a:extLst>
                </p14:cNvPr>
                <p14:cNvContentPartPr/>
                <p14:nvPr/>
              </p14:nvContentPartPr>
              <p14:xfrm>
                <a:off x="1159806" y="5199063"/>
                <a:ext cx="181800" cy="320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AD9829F-A7F9-7EDB-CA68-7AA74C0C6E0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41806" y="5181423"/>
                  <a:ext cx="2174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8E1CC6F-1457-3727-58C9-4C5EE4BF6A1E}"/>
                    </a:ext>
                  </a:extLst>
                </p14:cNvPr>
                <p14:cNvContentPartPr/>
                <p14:nvPr/>
              </p14:nvContentPartPr>
              <p14:xfrm>
                <a:off x="1461126" y="5459343"/>
                <a:ext cx="9360" cy="2224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8E1CC6F-1457-3727-58C9-4C5EE4BF6A1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443126" y="5441343"/>
                  <a:ext cx="4500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EE2D87E7-6FB5-3581-D2D7-11E5D4A3A57F}"/>
              </a:ext>
            </a:extLst>
          </p:cNvPr>
          <p:cNvGrpSpPr/>
          <p:nvPr/>
        </p:nvGrpSpPr>
        <p:grpSpPr>
          <a:xfrm>
            <a:off x="87366" y="5909343"/>
            <a:ext cx="600840" cy="434520"/>
            <a:chOff x="87366" y="5909343"/>
            <a:chExt cx="600840" cy="43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6870009-DFCE-F994-3BF4-13BD31DC3519}"/>
                    </a:ext>
                  </a:extLst>
                </p14:cNvPr>
                <p14:cNvContentPartPr/>
                <p14:nvPr/>
              </p14:nvContentPartPr>
              <p14:xfrm>
                <a:off x="87366" y="5999343"/>
                <a:ext cx="34920" cy="2325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6870009-DFCE-F994-3BF4-13BD31DC351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9366" y="5981703"/>
                  <a:ext cx="705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5548CA1-CB5E-B593-8E1F-E987C7E2587E}"/>
                    </a:ext>
                  </a:extLst>
                </p14:cNvPr>
                <p14:cNvContentPartPr/>
                <p14:nvPr/>
              </p14:nvContentPartPr>
              <p14:xfrm>
                <a:off x="105726" y="5909343"/>
                <a:ext cx="139320" cy="2804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5548CA1-CB5E-B593-8E1F-E987C7E2587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8086" y="5891343"/>
                  <a:ext cx="1749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CE329C8-BCA2-2A68-D6AF-08EAF6F4B8CA}"/>
                    </a:ext>
                  </a:extLst>
                </p14:cNvPr>
                <p14:cNvContentPartPr/>
                <p14:nvPr/>
              </p14:nvContentPartPr>
              <p14:xfrm>
                <a:off x="282486" y="6110583"/>
                <a:ext cx="135360" cy="2332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CE329C8-BCA2-2A68-D6AF-08EAF6F4B8C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64846" y="6092943"/>
                  <a:ext cx="1710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74C0EA2-FB63-D5EB-D85F-ECC28D6AFBC6}"/>
                    </a:ext>
                  </a:extLst>
                </p14:cNvPr>
                <p14:cNvContentPartPr/>
                <p14:nvPr/>
              </p14:nvContentPartPr>
              <p14:xfrm>
                <a:off x="522606" y="6128223"/>
                <a:ext cx="165600" cy="11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74C0EA2-FB63-D5EB-D85F-ECC28D6AFBC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04606" y="6110223"/>
                  <a:ext cx="201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FE3E56A-D154-D855-9256-21465477F8E0}"/>
                    </a:ext>
                  </a:extLst>
                </p14:cNvPr>
                <p14:cNvContentPartPr/>
                <p14:nvPr/>
              </p14:nvContentPartPr>
              <p14:xfrm>
                <a:off x="586686" y="6060183"/>
                <a:ext cx="37440" cy="2343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FE3E56A-D154-D855-9256-21465477F8E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68686" y="6042543"/>
                  <a:ext cx="7308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157E74C-3F3D-4C85-02D4-0E241EB70B56}"/>
              </a:ext>
            </a:extLst>
          </p:cNvPr>
          <p:cNvGrpSpPr/>
          <p:nvPr/>
        </p:nvGrpSpPr>
        <p:grpSpPr>
          <a:xfrm>
            <a:off x="859206" y="5926623"/>
            <a:ext cx="607680" cy="380520"/>
            <a:chOff x="859206" y="5926623"/>
            <a:chExt cx="60768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532F7A0-46AD-927F-7D9C-10BAA8BD66E8}"/>
                    </a:ext>
                  </a:extLst>
                </p14:cNvPr>
                <p14:cNvContentPartPr/>
                <p14:nvPr/>
              </p14:nvContentPartPr>
              <p14:xfrm>
                <a:off x="859206" y="5966583"/>
                <a:ext cx="153360" cy="2314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532F7A0-46AD-927F-7D9C-10BAA8BD66E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41206" y="5948943"/>
                  <a:ext cx="1890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98093EA-7AB2-020B-2DBD-9C918E5D7238}"/>
                    </a:ext>
                  </a:extLst>
                </p14:cNvPr>
                <p14:cNvContentPartPr/>
                <p14:nvPr/>
              </p14:nvContentPartPr>
              <p14:xfrm>
                <a:off x="1137846" y="5972343"/>
                <a:ext cx="38160" cy="2386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98093EA-7AB2-020B-2DBD-9C918E5D723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19846" y="5954703"/>
                  <a:ext cx="738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33D5991-1D7E-A046-61AE-F689AABC244B}"/>
                    </a:ext>
                  </a:extLst>
                </p14:cNvPr>
                <p14:cNvContentPartPr/>
                <p14:nvPr/>
              </p14:nvContentPartPr>
              <p14:xfrm>
                <a:off x="1137846" y="5926623"/>
                <a:ext cx="163080" cy="277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33D5991-1D7E-A046-61AE-F689AABC244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19846" y="5908983"/>
                  <a:ext cx="1987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76528F5-4075-70DA-AF02-982601070ACE}"/>
                    </a:ext>
                  </a:extLst>
                </p14:cNvPr>
                <p14:cNvContentPartPr/>
                <p14:nvPr/>
              </p14:nvContentPartPr>
              <p14:xfrm>
                <a:off x="1456806" y="6159903"/>
                <a:ext cx="10080" cy="1472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76528F5-4075-70DA-AF02-982601070ACE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439166" y="6142263"/>
                  <a:ext cx="4572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8B40F8EB-46FC-7509-FCB3-BC29A3249098}"/>
              </a:ext>
            </a:extLst>
          </p:cNvPr>
          <p:cNvGrpSpPr/>
          <p:nvPr/>
        </p:nvGrpSpPr>
        <p:grpSpPr>
          <a:xfrm>
            <a:off x="2138646" y="5048943"/>
            <a:ext cx="690120" cy="1737360"/>
            <a:chOff x="2138646" y="5048943"/>
            <a:chExt cx="690120" cy="173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F607C1E-BF77-2A7C-030C-AA6CB9F05BE6}"/>
                    </a:ext>
                  </a:extLst>
                </p14:cNvPr>
                <p14:cNvContentPartPr/>
                <p14:nvPr/>
              </p14:nvContentPartPr>
              <p14:xfrm>
                <a:off x="2138646" y="5048943"/>
                <a:ext cx="234720" cy="17373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F607C1E-BF77-2A7C-030C-AA6CB9F05BE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120646" y="5030943"/>
                  <a:ext cx="270360" cy="177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692829C-0075-661A-9223-9B2A6B34EBF5}"/>
                    </a:ext>
                  </a:extLst>
                </p14:cNvPr>
                <p14:cNvContentPartPr/>
                <p14:nvPr/>
              </p14:nvContentPartPr>
              <p14:xfrm>
                <a:off x="2502606" y="5256663"/>
                <a:ext cx="185400" cy="25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692829C-0075-661A-9223-9B2A6B34EBF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484606" y="5238663"/>
                  <a:ext cx="2210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6C3265A-D4C9-9447-509F-DDA88E74A6A5}"/>
                    </a:ext>
                  </a:extLst>
                </p14:cNvPr>
                <p14:cNvContentPartPr/>
                <p14:nvPr/>
              </p14:nvContentPartPr>
              <p14:xfrm>
                <a:off x="2798886" y="5163063"/>
                <a:ext cx="29880" cy="2210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6C3265A-D4C9-9447-509F-DDA88E74A6A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781246" y="5145423"/>
                  <a:ext cx="6552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47B6E2EB-5F80-F550-4936-76DD3D0EFDE8}"/>
                  </a:ext>
                </a:extLst>
              </p14:cNvPr>
              <p14:cNvContentPartPr/>
              <p14:nvPr/>
            </p14:nvContentPartPr>
            <p14:xfrm>
              <a:off x="3368046" y="5120943"/>
              <a:ext cx="144360" cy="23976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47B6E2EB-5F80-F550-4936-76DD3D0EFDE8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3350406" y="5103303"/>
                <a:ext cx="18000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AEACA327-67AF-B2A8-450A-F785712533EA}"/>
                  </a:ext>
                </a:extLst>
              </p14:cNvPr>
              <p14:cNvContentPartPr/>
              <p14:nvPr/>
            </p14:nvContentPartPr>
            <p14:xfrm>
              <a:off x="4047366" y="5157303"/>
              <a:ext cx="12960" cy="18864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AEACA327-67AF-B2A8-450A-F785712533EA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4029366" y="5139663"/>
                <a:ext cx="486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6A81F592-BFDC-DD6E-8CCA-E34DEC3F9CED}"/>
                  </a:ext>
                </a:extLst>
              </p14:cNvPr>
              <p14:cNvContentPartPr/>
              <p14:nvPr/>
            </p14:nvContentPartPr>
            <p14:xfrm>
              <a:off x="4679886" y="5106543"/>
              <a:ext cx="293400" cy="23544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6A81F592-BFDC-DD6E-8CCA-E34DEC3F9CED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4661886" y="5088903"/>
                <a:ext cx="32904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3649C362-29D3-2285-BDC1-E14556B18E7A}"/>
                  </a:ext>
                </a:extLst>
              </p14:cNvPr>
              <p14:cNvContentPartPr/>
              <p14:nvPr/>
            </p14:nvContentPartPr>
            <p14:xfrm>
              <a:off x="2665686" y="5640063"/>
              <a:ext cx="160200" cy="25020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3649C362-29D3-2285-BDC1-E14556B18E7A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2647686" y="5622063"/>
                <a:ext cx="1958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51D5726B-CEE3-5F72-3412-9E9CB812D145}"/>
                  </a:ext>
                </a:extLst>
              </p14:cNvPr>
              <p14:cNvContentPartPr/>
              <p14:nvPr/>
            </p14:nvContentPartPr>
            <p14:xfrm>
              <a:off x="2693406" y="6070983"/>
              <a:ext cx="140400" cy="22968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51D5726B-CEE3-5F72-3412-9E9CB812D145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2675406" y="6053343"/>
                <a:ext cx="1760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F5FF20BD-3C81-E4EB-C176-B056881DEE4D}"/>
                  </a:ext>
                </a:extLst>
              </p14:cNvPr>
              <p14:cNvContentPartPr/>
              <p14:nvPr/>
            </p14:nvContentPartPr>
            <p14:xfrm>
              <a:off x="2584686" y="6535743"/>
              <a:ext cx="214920" cy="20664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F5FF20BD-3C81-E4EB-C176-B056881DEE4D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2566686" y="6517743"/>
                <a:ext cx="2505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2F745166-BE77-C72D-23D2-254C05C88F26}"/>
                  </a:ext>
                </a:extLst>
              </p14:cNvPr>
              <p14:cNvContentPartPr/>
              <p14:nvPr/>
            </p14:nvContentPartPr>
            <p14:xfrm>
              <a:off x="3235206" y="5583183"/>
              <a:ext cx="215280" cy="3603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2F745166-BE77-C72D-23D2-254C05C88F26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3217566" y="5565543"/>
                <a:ext cx="25092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AF786C3-442B-7D5B-6D24-4C5E2DDB9ED1}"/>
                  </a:ext>
                </a:extLst>
              </p14:cNvPr>
              <p14:cNvContentPartPr/>
              <p14:nvPr/>
            </p14:nvContentPartPr>
            <p14:xfrm>
              <a:off x="3959526" y="5598663"/>
              <a:ext cx="41400" cy="25380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AF786C3-442B-7D5B-6D24-4C5E2DDB9ED1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3941886" y="5581023"/>
                <a:ext cx="7704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1B86521E-3F9D-FA6E-940C-E550FAC1EE6C}"/>
                  </a:ext>
                </a:extLst>
              </p14:cNvPr>
              <p14:cNvContentPartPr/>
              <p14:nvPr/>
            </p14:nvContentPartPr>
            <p14:xfrm>
              <a:off x="4682046" y="5624583"/>
              <a:ext cx="167760" cy="21960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1B86521E-3F9D-FA6E-940C-E550FAC1EE6C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4664406" y="5606583"/>
                <a:ext cx="2034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D405A694-1A2F-F59F-DA42-CC091F36E4B2}"/>
                  </a:ext>
                </a:extLst>
              </p14:cNvPr>
              <p14:cNvContentPartPr/>
              <p14:nvPr/>
            </p14:nvContentPartPr>
            <p14:xfrm>
              <a:off x="3180486" y="6189783"/>
              <a:ext cx="214920" cy="21024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D405A694-1A2F-F59F-DA42-CC091F36E4B2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3162486" y="6172143"/>
                <a:ext cx="2505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2E3BFC7A-3C23-BBD3-F68A-9B800B88CE3A}"/>
                  </a:ext>
                </a:extLst>
              </p14:cNvPr>
              <p14:cNvContentPartPr/>
              <p14:nvPr/>
            </p14:nvContentPartPr>
            <p14:xfrm>
              <a:off x="3984006" y="6136503"/>
              <a:ext cx="163440" cy="17892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2E3BFC7A-3C23-BBD3-F68A-9B800B88CE3A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3966006" y="6118863"/>
                <a:ext cx="19908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95053EB3-0067-82A1-8D79-19220B80211B}"/>
                  </a:ext>
                </a:extLst>
              </p14:cNvPr>
              <p14:cNvContentPartPr/>
              <p14:nvPr/>
            </p14:nvContentPartPr>
            <p14:xfrm>
              <a:off x="4743246" y="6038583"/>
              <a:ext cx="9000" cy="23148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95053EB3-0067-82A1-8D79-19220B80211B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4725606" y="6020583"/>
                <a:ext cx="4464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E9E47DB3-2D06-F53D-DC79-1F793169A626}"/>
                  </a:ext>
                </a:extLst>
              </p14:cNvPr>
              <p14:cNvContentPartPr/>
              <p14:nvPr/>
            </p14:nvContentPartPr>
            <p14:xfrm>
              <a:off x="3294246" y="6608823"/>
              <a:ext cx="27360" cy="19908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E9E47DB3-2D06-F53D-DC79-1F793169A626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3276246" y="6591183"/>
                <a:ext cx="630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020FD0DB-FF63-51E3-9DB8-8D56F25D8B30}"/>
                  </a:ext>
                </a:extLst>
              </p14:cNvPr>
              <p14:cNvContentPartPr/>
              <p14:nvPr/>
            </p14:nvContentPartPr>
            <p14:xfrm>
              <a:off x="4058526" y="6541503"/>
              <a:ext cx="153000" cy="23184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020FD0DB-FF63-51E3-9DB8-8D56F25D8B30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4040886" y="6523863"/>
                <a:ext cx="18864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73539D52-56F4-A94D-CE40-B69A1F95E27B}"/>
                  </a:ext>
                </a:extLst>
              </p14:cNvPr>
              <p14:cNvContentPartPr/>
              <p14:nvPr/>
            </p14:nvContentPartPr>
            <p14:xfrm>
              <a:off x="4767726" y="6536103"/>
              <a:ext cx="17280" cy="18720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73539D52-56F4-A94D-CE40-B69A1F95E27B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4750086" y="6518463"/>
                <a:ext cx="529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82C4C9E-0CC0-A020-AAEF-FE0DEE023042}"/>
                  </a:ext>
                </a:extLst>
              </p14:cNvPr>
              <p14:cNvContentPartPr/>
              <p14:nvPr/>
            </p14:nvContentPartPr>
            <p14:xfrm>
              <a:off x="5088846" y="4989903"/>
              <a:ext cx="362160" cy="184392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82C4C9E-0CC0-A020-AAEF-FE0DEE023042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5070846" y="4971903"/>
                <a:ext cx="397800" cy="18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B89A1D29-FB73-5928-7A79-0134BDCF20E4}"/>
              </a:ext>
            </a:extLst>
          </p:cNvPr>
          <p:cNvGrpSpPr/>
          <p:nvPr/>
        </p:nvGrpSpPr>
        <p:grpSpPr>
          <a:xfrm>
            <a:off x="5745846" y="5809623"/>
            <a:ext cx="158400" cy="182520"/>
            <a:chOff x="5745846" y="5809623"/>
            <a:chExt cx="158400" cy="18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A76936A-7091-4304-D4AA-79083629DA50}"/>
                    </a:ext>
                  </a:extLst>
                </p14:cNvPr>
                <p14:cNvContentPartPr/>
                <p14:nvPr/>
              </p14:nvContentPartPr>
              <p14:xfrm>
                <a:off x="5750886" y="5809623"/>
                <a:ext cx="82080" cy="194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A76936A-7091-4304-D4AA-79083629DA5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733246" y="5791623"/>
                  <a:ext cx="117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48EBECB-DE30-5EDB-0957-F5A9588DFA48}"/>
                    </a:ext>
                  </a:extLst>
                </p14:cNvPr>
                <p14:cNvContentPartPr/>
                <p14:nvPr/>
              </p14:nvContentPartPr>
              <p14:xfrm>
                <a:off x="5745846" y="5951103"/>
                <a:ext cx="158400" cy="410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48EBECB-DE30-5EDB-0957-F5A9588DFA4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728206" y="5933103"/>
                  <a:ext cx="19404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97D90CE-F092-A4CF-879A-4D83144D9E5A}"/>
              </a:ext>
            </a:extLst>
          </p:cNvPr>
          <p:cNvGrpSpPr/>
          <p:nvPr/>
        </p:nvGrpSpPr>
        <p:grpSpPr>
          <a:xfrm>
            <a:off x="6463686" y="5005023"/>
            <a:ext cx="394920" cy="1743480"/>
            <a:chOff x="6463686" y="5005023"/>
            <a:chExt cx="394920" cy="174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9FBF1BF-C244-7B8F-03F4-1C34AC3E0228}"/>
                    </a:ext>
                  </a:extLst>
                </p14:cNvPr>
                <p14:cNvContentPartPr/>
                <p14:nvPr/>
              </p14:nvContentPartPr>
              <p14:xfrm>
                <a:off x="6463686" y="5005023"/>
                <a:ext cx="289440" cy="17434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9FBF1BF-C244-7B8F-03F4-1C34AC3E022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446046" y="4987383"/>
                  <a:ext cx="325080" cy="177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DAA42F2-E211-FA1A-21FE-9EED20088500}"/>
                    </a:ext>
                  </a:extLst>
                </p14:cNvPr>
                <p14:cNvContentPartPr/>
                <p14:nvPr/>
              </p14:nvContentPartPr>
              <p14:xfrm>
                <a:off x="6709926" y="5283303"/>
                <a:ext cx="148680" cy="1724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DAA42F2-E211-FA1A-21FE-9EED2008850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692286" y="5265663"/>
                  <a:ext cx="184320" cy="20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C65322D0-21F3-3B11-C090-AA34F0291DAB}"/>
                  </a:ext>
                </a:extLst>
              </p14:cNvPr>
              <p14:cNvContentPartPr/>
              <p14:nvPr/>
            </p14:nvContentPartPr>
            <p14:xfrm>
              <a:off x="7324446" y="5176383"/>
              <a:ext cx="141120" cy="19332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C65322D0-21F3-3B11-C090-AA34F0291DAB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7306446" y="5158383"/>
                <a:ext cx="1767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AC0F175D-B98B-218C-73FA-E96BB710301E}"/>
                  </a:ext>
                </a:extLst>
              </p14:cNvPr>
              <p14:cNvContentPartPr/>
              <p14:nvPr/>
            </p14:nvContentPartPr>
            <p14:xfrm>
              <a:off x="8194566" y="5128863"/>
              <a:ext cx="46080" cy="19476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AC0F175D-B98B-218C-73FA-E96BB710301E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8176926" y="5110863"/>
                <a:ext cx="817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D212EA64-398F-15D8-CED6-E1F9464B7B62}"/>
                  </a:ext>
                </a:extLst>
              </p14:cNvPr>
              <p14:cNvContentPartPr/>
              <p14:nvPr/>
            </p14:nvContentPartPr>
            <p14:xfrm>
              <a:off x="8768766" y="5116623"/>
              <a:ext cx="194040" cy="20808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D212EA64-398F-15D8-CED6-E1F9464B7B62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8750766" y="5098983"/>
                <a:ext cx="2296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751A384E-36A1-EF6A-CAAB-68139F51013E}"/>
                  </a:ext>
                </a:extLst>
              </p14:cNvPr>
              <p14:cNvContentPartPr/>
              <p14:nvPr/>
            </p14:nvContentPartPr>
            <p14:xfrm>
              <a:off x="6709566" y="5718903"/>
              <a:ext cx="137520" cy="18144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751A384E-36A1-EF6A-CAAB-68139F51013E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6691566" y="5701263"/>
                <a:ext cx="1731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A4A9DDB0-57CB-783C-3A25-43A03D64C131}"/>
                  </a:ext>
                </a:extLst>
              </p14:cNvPr>
              <p14:cNvContentPartPr/>
              <p14:nvPr/>
            </p14:nvContentPartPr>
            <p14:xfrm>
              <a:off x="7425606" y="5564103"/>
              <a:ext cx="104400" cy="2916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A4A9DDB0-57CB-783C-3A25-43A03D64C131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7407966" y="5546463"/>
                <a:ext cx="1400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2997661C-CA2C-1ACE-41AB-C54CC601D3BF}"/>
                  </a:ext>
                </a:extLst>
              </p14:cNvPr>
              <p14:cNvContentPartPr/>
              <p14:nvPr/>
            </p14:nvContentPartPr>
            <p14:xfrm>
              <a:off x="7415166" y="5524863"/>
              <a:ext cx="348120" cy="32220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2997661C-CA2C-1ACE-41AB-C54CC601D3BF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7397526" y="5507223"/>
                <a:ext cx="383760" cy="35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07A30177-2385-E2E0-41D2-060ED0E0C25F}"/>
              </a:ext>
            </a:extLst>
          </p:cNvPr>
          <p:cNvGrpSpPr/>
          <p:nvPr/>
        </p:nvGrpSpPr>
        <p:grpSpPr>
          <a:xfrm>
            <a:off x="8215806" y="5575623"/>
            <a:ext cx="146880" cy="192600"/>
            <a:chOff x="8215806" y="5575623"/>
            <a:chExt cx="14688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53E1A2F-8B8C-F920-291E-8487F74E4A39}"/>
                    </a:ext>
                  </a:extLst>
                </p14:cNvPr>
                <p14:cNvContentPartPr/>
                <p14:nvPr/>
              </p14:nvContentPartPr>
              <p14:xfrm>
                <a:off x="8247126" y="5575623"/>
                <a:ext cx="77400" cy="212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53E1A2F-8B8C-F920-291E-8487F74E4A3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229126" y="5557623"/>
                  <a:ext cx="113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2D451EF-A5B6-B0E7-96FA-8562C76EC58B}"/>
                    </a:ext>
                  </a:extLst>
                </p14:cNvPr>
                <p14:cNvContentPartPr/>
                <p14:nvPr/>
              </p14:nvContentPartPr>
              <p14:xfrm>
                <a:off x="8215806" y="5597583"/>
                <a:ext cx="146880" cy="170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2D451EF-A5B6-B0E7-96FA-8562C76EC58B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198166" y="5579943"/>
                  <a:ext cx="182520" cy="20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A4B309A2-6B66-A440-21B6-8CBAE536438B}"/>
                  </a:ext>
                </a:extLst>
              </p14:cNvPr>
              <p14:cNvContentPartPr/>
              <p14:nvPr/>
            </p14:nvContentPartPr>
            <p14:xfrm>
              <a:off x="8997006" y="5501103"/>
              <a:ext cx="262080" cy="22824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A4B309A2-6B66-A440-21B6-8CBAE536438B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8979366" y="5483103"/>
                <a:ext cx="2977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DBFAFAEA-8509-A4EC-005B-2535982AFAC5}"/>
                  </a:ext>
                </a:extLst>
              </p14:cNvPr>
              <p14:cNvContentPartPr/>
              <p14:nvPr/>
            </p14:nvContentPartPr>
            <p14:xfrm>
              <a:off x="6797766" y="6108063"/>
              <a:ext cx="26280" cy="20556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DBFAFAEA-8509-A4EC-005B-2535982AFAC5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6780126" y="6090423"/>
                <a:ext cx="6192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B54E1D2E-59CF-B471-1DF7-CE45813DF0B5}"/>
                  </a:ext>
                </a:extLst>
              </p14:cNvPr>
              <p14:cNvContentPartPr/>
              <p14:nvPr/>
            </p14:nvContentPartPr>
            <p14:xfrm>
              <a:off x="7472766" y="6102663"/>
              <a:ext cx="145080" cy="15624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B54E1D2E-59CF-B471-1DF7-CE45813DF0B5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7455126" y="6084663"/>
                <a:ext cx="1807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1FB22244-891E-FC2B-3CBD-3069F22A7BDF}"/>
                  </a:ext>
                </a:extLst>
              </p14:cNvPr>
              <p14:cNvContentPartPr/>
              <p14:nvPr/>
            </p14:nvContentPartPr>
            <p14:xfrm>
              <a:off x="6892446" y="6515223"/>
              <a:ext cx="123480" cy="17316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1FB22244-891E-FC2B-3CBD-3069F22A7BD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6874806" y="6497583"/>
                <a:ext cx="1591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DF7E83C0-B33C-1E35-44BE-B6B5375D58FC}"/>
                  </a:ext>
                </a:extLst>
              </p14:cNvPr>
              <p14:cNvContentPartPr/>
              <p14:nvPr/>
            </p14:nvContentPartPr>
            <p14:xfrm>
              <a:off x="7599126" y="6483903"/>
              <a:ext cx="141120" cy="16128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DF7E83C0-B33C-1E35-44BE-B6B5375D58FC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7581126" y="6465903"/>
                <a:ext cx="17676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166F3CAB-CB21-2F61-0C37-CCF62B97C68C}"/>
              </a:ext>
            </a:extLst>
          </p:cNvPr>
          <p:cNvGrpSpPr/>
          <p:nvPr/>
        </p:nvGrpSpPr>
        <p:grpSpPr>
          <a:xfrm>
            <a:off x="8318766" y="6039663"/>
            <a:ext cx="335520" cy="636480"/>
            <a:chOff x="8318766" y="6039663"/>
            <a:chExt cx="335520" cy="63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2901E4B-17C2-D808-952B-8CAD2C761A31}"/>
                    </a:ext>
                  </a:extLst>
                </p14:cNvPr>
                <p14:cNvContentPartPr/>
                <p14:nvPr/>
              </p14:nvContentPartPr>
              <p14:xfrm>
                <a:off x="8318766" y="6039663"/>
                <a:ext cx="228600" cy="2001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2901E4B-17C2-D808-952B-8CAD2C761A3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301126" y="6022023"/>
                  <a:ext cx="2642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340EF7C-B20C-325F-987D-978D2D38F673}"/>
                    </a:ext>
                  </a:extLst>
                </p14:cNvPr>
                <p14:cNvContentPartPr/>
                <p14:nvPr/>
              </p14:nvContentPartPr>
              <p14:xfrm>
                <a:off x="8464206" y="6423423"/>
                <a:ext cx="23760" cy="2149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340EF7C-B20C-325F-987D-978D2D38F67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446566" y="6405783"/>
                  <a:ext cx="594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8713C629-F488-642A-E42D-134657F61561}"/>
                    </a:ext>
                  </a:extLst>
                </p14:cNvPr>
                <p14:cNvContentPartPr/>
                <p14:nvPr/>
              </p14:nvContentPartPr>
              <p14:xfrm>
                <a:off x="8422086" y="6431343"/>
                <a:ext cx="232200" cy="2448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8713C629-F488-642A-E42D-134657F61561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404446" y="6413343"/>
                  <a:ext cx="26784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350FE3C0-C5BC-E3B3-9DDD-B21AEE29D054}"/>
              </a:ext>
            </a:extLst>
          </p:cNvPr>
          <p:cNvGrpSpPr/>
          <p:nvPr/>
        </p:nvGrpSpPr>
        <p:grpSpPr>
          <a:xfrm>
            <a:off x="9077286" y="5062983"/>
            <a:ext cx="648720" cy="1567800"/>
            <a:chOff x="9077286" y="5062983"/>
            <a:chExt cx="648720" cy="156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D002A7A-ED1E-27C1-D588-8E79132C747C}"/>
                    </a:ext>
                  </a:extLst>
                </p14:cNvPr>
                <p14:cNvContentPartPr/>
                <p14:nvPr/>
              </p14:nvContentPartPr>
              <p14:xfrm>
                <a:off x="9077286" y="6021303"/>
                <a:ext cx="263880" cy="1814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D002A7A-ED1E-27C1-D588-8E79132C747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059286" y="6003303"/>
                  <a:ext cx="299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0B2C225-5933-0199-BCA8-83311DF84FC6}"/>
                    </a:ext>
                  </a:extLst>
                </p14:cNvPr>
                <p14:cNvContentPartPr/>
                <p14:nvPr/>
              </p14:nvContentPartPr>
              <p14:xfrm>
                <a:off x="9314526" y="6378423"/>
                <a:ext cx="12960" cy="2368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0B2C225-5933-0199-BCA8-83311DF84FC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296886" y="6360783"/>
                  <a:ext cx="486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FA15F88-0FEA-4E12-A6DA-9FC540112C97}"/>
                    </a:ext>
                  </a:extLst>
                </p14:cNvPr>
                <p14:cNvContentPartPr/>
                <p14:nvPr/>
              </p14:nvContentPartPr>
              <p14:xfrm>
                <a:off x="9394446" y="5062983"/>
                <a:ext cx="331560" cy="15678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FA15F88-0FEA-4E12-A6DA-9FC540112C9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376446" y="5045343"/>
                  <a:ext cx="367200" cy="160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6E404891-4A29-69AC-43E3-B2068DF971AE}"/>
              </a:ext>
            </a:extLst>
          </p:cNvPr>
          <p:cNvGrpSpPr/>
          <p:nvPr/>
        </p:nvGrpSpPr>
        <p:grpSpPr>
          <a:xfrm>
            <a:off x="10128846" y="5735103"/>
            <a:ext cx="222840" cy="301680"/>
            <a:chOff x="10128846" y="5735103"/>
            <a:chExt cx="22284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C0F9E65-CB9F-1D42-0EEE-262A8B8CA46A}"/>
                    </a:ext>
                  </a:extLst>
                </p14:cNvPr>
                <p14:cNvContentPartPr/>
                <p14:nvPr/>
              </p14:nvContentPartPr>
              <p14:xfrm>
                <a:off x="10176726" y="5735103"/>
                <a:ext cx="52200" cy="3016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C0F9E65-CB9F-1D42-0EEE-262A8B8CA46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159086" y="5717103"/>
                  <a:ext cx="878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A5B3754-4508-9EC9-FD72-87FB4DE825BA}"/>
                    </a:ext>
                  </a:extLst>
                </p14:cNvPr>
                <p14:cNvContentPartPr/>
                <p14:nvPr/>
              </p14:nvContentPartPr>
              <p14:xfrm>
                <a:off x="10172766" y="5745903"/>
                <a:ext cx="178920" cy="2696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A5B3754-4508-9EC9-FD72-87FB4DE825BA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154766" y="5727903"/>
                  <a:ext cx="2145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F1D5D4F-8F53-A027-2387-EA3F4502D2FD}"/>
                    </a:ext>
                  </a:extLst>
                </p14:cNvPr>
                <p14:cNvContentPartPr/>
                <p14:nvPr/>
              </p14:nvContentPartPr>
              <p14:xfrm>
                <a:off x="10128846" y="5923743"/>
                <a:ext cx="170640" cy="334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F1D5D4F-8F53-A027-2387-EA3F4502D2F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110846" y="5905743"/>
                  <a:ext cx="20628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C6F38A2F-954F-8945-AD51-29ADDF67D807}"/>
                  </a:ext>
                </a:extLst>
              </p14:cNvPr>
              <p14:cNvContentPartPr/>
              <p14:nvPr/>
            </p14:nvContentPartPr>
            <p14:xfrm>
              <a:off x="2726886" y="5810703"/>
              <a:ext cx="1080" cy="324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C6F38A2F-954F-8945-AD51-29ADDF67D807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2708886" y="5793063"/>
                <a:ext cx="36720" cy="3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0300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BC75AB6-7D4B-27B3-957E-501E02B9B9C0}"/>
              </a:ext>
            </a:extLst>
          </p:cNvPr>
          <p:cNvGrpSpPr/>
          <p:nvPr/>
        </p:nvGrpSpPr>
        <p:grpSpPr>
          <a:xfrm>
            <a:off x="331806" y="429423"/>
            <a:ext cx="556200" cy="506880"/>
            <a:chOff x="331806" y="429423"/>
            <a:chExt cx="556200" cy="5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A8CAAB2-0166-1E0A-C9A4-7FA655477832}"/>
                    </a:ext>
                  </a:extLst>
                </p14:cNvPr>
                <p14:cNvContentPartPr/>
                <p14:nvPr/>
              </p14:nvContentPartPr>
              <p14:xfrm>
                <a:off x="331806" y="595023"/>
                <a:ext cx="181800" cy="13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A8CAAB2-0166-1E0A-C9A4-7FA65547783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4166" y="577383"/>
                  <a:ext cx="2174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144B6A3-CE1A-71C5-93B2-CBC0A5A49A37}"/>
                    </a:ext>
                  </a:extLst>
                </p14:cNvPr>
                <p14:cNvContentPartPr/>
                <p14:nvPr/>
              </p14:nvContentPartPr>
              <p14:xfrm>
                <a:off x="591726" y="509343"/>
                <a:ext cx="37440" cy="228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144B6A3-CE1A-71C5-93B2-CBC0A5A49A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3726" y="491343"/>
                  <a:ext cx="73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2F18E76-DC49-0555-A2BC-BD580CAB3B59}"/>
                    </a:ext>
                  </a:extLst>
                </p14:cNvPr>
                <p14:cNvContentPartPr/>
                <p14:nvPr/>
              </p14:nvContentPartPr>
              <p14:xfrm>
                <a:off x="587046" y="429423"/>
                <a:ext cx="189000" cy="300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2F18E76-DC49-0555-A2BC-BD580CAB3B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9046" y="411423"/>
                  <a:ext cx="2246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D2F35C-6FFC-080E-1E88-4DB4E8C0D761}"/>
                    </a:ext>
                  </a:extLst>
                </p14:cNvPr>
                <p14:cNvContentPartPr/>
                <p14:nvPr/>
              </p14:nvContentPartPr>
              <p14:xfrm>
                <a:off x="832206" y="695103"/>
                <a:ext cx="55800" cy="241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D2F35C-6FFC-080E-1E88-4DB4E8C0D7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4566" y="677463"/>
                  <a:ext cx="9144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807EDC-B30B-F793-9986-883A94D253AD}"/>
              </a:ext>
            </a:extLst>
          </p:cNvPr>
          <p:cNvGrpSpPr/>
          <p:nvPr/>
        </p:nvGrpSpPr>
        <p:grpSpPr>
          <a:xfrm>
            <a:off x="1260246" y="137103"/>
            <a:ext cx="436320" cy="1696680"/>
            <a:chOff x="1260246" y="137103"/>
            <a:chExt cx="436320" cy="169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B4ABEDF-5C3D-6180-5B02-01EE88809C45}"/>
                    </a:ext>
                  </a:extLst>
                </p14:cNvPr>
                <p14:cNvContentPartPr/>
                <p14:nvPr/>
              </p14:nvContentPartPr>
              <p14:xfrm>
                <a:off x="1260246" y="137103"/>
                <a:ext cx="356760" cy="1696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B4ABEDF-5C3D-6180-5B02-01EE88809C4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42606" y="119463"/>
                  <a:ext cx="392400" cy="173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FAC2A40-E1F2-BEBF-7417-F9836B2D29C2}"/>
                    </a:ext>
                  </a:extLst>
                </p14:cNvPr>
                <p14:cNvContentPartPr/>
                <p14:nvPr/>
              </p14:nvContentPartPr>
              <p14:xfrm>
                <a:off x="1679646" y="245463"/>
                <a:ext cx="16920" cy="165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FAC2A40-E1F2-BEBF-7417-F9836B2D29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61646" y="227463"/>
                  <a:ext cx="5256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8211918-6CBC-2C14-A2AA-3B92FD8467ED}"/>
                  </a:ext>
                </a:extLst>
              </p14:cNvPr>
              <p14:cNvContentPartPr/>
              <p14:nvPr/>
            </p14:nvContentPartPr>
            <p14:xfrm>
              <a:off x="2157006" y="376143"/>
              <a:ext cx="200160" cy="26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8211918-6CBC-2C14-A2AA-3B92FD8467E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39366" y="358143"/>
                <a:ext cx="2358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4DD89DA-16D7-D247-87E8-5DA45D25979C}"/>
                  </a:ext>
                </a:extLst>
              </p14:cNvPr>
              <p14:cNvContentPartPr/>
              <p14:nvPr/>
            </p14:nvContentPartPr>
            <p14:xfrm>
              <a:off x="2553726" y="253743"/>
              <a:ext cx="117000" cy="230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4DD89DA-16D7-D247-87E8-5DA45D25979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35726" y="235743"/>
                <a:ext cx="152640" cy="26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3539EBD-D4C3-21A2-2594-ED38A842088C}"/>
              </a:ext>
            </a:extLst>
          </p:cNvPr>
          <p:cNvGrpSpPr/>
          <p:nvPr/>
        </p:nvGrpSpPr>
        <p:grpSpPr>
          <a:xfrm>
            <a:off x="3163926" y="262023"/>
            <a:ext cx="272520" cy="225720"/>
            <a:chOff x="3163926" y="262023"/>
            <a:chExt cx="27252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EF2D1C0-68A8-89C5-14DF-F577FAF26C23}"/>
                    </a:ext>
                  </a:extLst>
                </p14:cNvPr>
                <p14:cNvContentPartPr/>
                <p14:nvPr/>
              </p14:nvContentPartPr>
              <p14:xfrm>
                <a:off x="3163926" y="357063"/>
                <a:ext cx="134640" cy="11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EF2D1C0-68A8-89C5-14DF-F577FAF26C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45926" y="339423"/>
                  <a:ext cx="170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BEEE27-DA8B-C8AA-688D-54C0FDAE67CE}"/>
                    </a:ext>
                  </a:extLst>
                </p14:cNvPr>
                <p14:cNvContentPartPr/>
                <p14:nvPr/>
              </p14:nvContentPartPr>
              <p14:xfrm>
                <a:off x="3420966" y="262023"/>
                <a:ext cx="15480" cy="225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BEEE27-DA8B-C8AA-688D-54C0FDAE67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02966" y="244023"/>
                  <a:ext cx="5112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F25CFD-C893-CBC2-1052-4A617413B716}"/>
              </a:ext>
            </a:extLst>
          </p:cNvPr>
          <p:cNvGrpSpPr/>
          <p:nvPr/>
        </p:nvGrpSpPr>
        <p:grpSpPr>
          <a:xfrm>
            <a:off x="3945126" y="260223"/>
            <a:ext cx="627480" cy="231480"/>
            <a:chOff x="3945126" y="260223"/>
            <a:chExt cx="62748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38B3DB9-610A-5C03-2360-5B1BA180B0D2}"/>
                    </a:ext>
                  </a:extLst>
                </p14:cNvPr>
                <p14:cNvContentPartPr/>
                <p14:nvPr/>
              </p14:nvContentPartPr>
              <p14:xfrm>
                <a:off x="3945126" y="370023"/>
                <a:ext cx="141120" cy="7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38B3DB9-610A-5C03-2360-5B1BA180B0D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27486" y="352023"/>
                  <a:ext cx="176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2114671-7432-C598-29AC-83124A71574F}"/>
                    </a:ext>
                  </a:extLst>
                </p14:cNvPr>
                <p14:cNvContentPartPr/>
                <p14:nvPr/>
              </p14:nvContentPartPr>
              <p14:xfrm>
                <a:off x="4269486" y="260223"/>
                <a:ext cx="303120" cy="231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2114671-7432-C598-29AC-83124A7157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51486" y="242223"/>
                  <a:ext cx="338760" cy="26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83E81A9-14FA-1FF2-8BFC-E26EE3D260F6}"/>
                  </a:ext>
                </a:extLst>
              </p14:cNvPr>
              <p14:cNvContentPartPr/>
              <p14:nvPr/>
            </p14:nvContentPartPr>
            <p14:xfrm>
              <a:off x="1685766" y="740103"/>
              <a:ext cx="131400" cy="1890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83E81A9-14FA-1FF2-8BFC-E26EE3D260F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68126" y="722463"/>
                <a:ext cx="1670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1F32985-39DA-AAD1-10B9-AFA0E07C952B}"/>
                  </a:ext>
                </a:extLst>
              </p14:cNvPr>
              <p14:cNvContentPartPr/>
              <p14:nvPr/>
            </p14:nvContentPartPr>
            <p14:xfrm>
              <a:off x="2510166" y="751983"/>
              <a:ext cx="131040" cy="2019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1F32985-39DA-AAD1-10B9-AFA0E07C952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92526" y="733983"/>
                <a:ext cx="1666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D969735-8D17-7C82-E54F-08BCEB16D648}"/>
                  </a:ext>
                </a:extLst>
              </p14:cNvPr>
              <p14:cNvContentPartPr/>
              <p14:nvPr/>
            </p14:nvContentPartPr>
            <p14:xfrm>
              <a:off x="3144486" y="733983"/>
              <a:ext cx="19440" cy="170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D969735-8D17-7C82-E54F-08BCEB16D64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26486" y="716343"/>
                <a:ext cx="5508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179723A-BB69-073B-B033-2990D332B748}"/>
                  </a:ext>
                </a:extLst>
              </p14:cNvPr>
              <p14:cNvContentPartPr/>
              <p14:nvPr/>
            </p14:nvContentPartPr>
            <p14:xfrm>
              <a:off x="4111806" y="661623"/>
              <a:ext cx="191160" cy="2156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179723A-BB69-073B-B033-2990D332B74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94166" y="643983"/>
                <a:ext cx="22680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BC6D5C-B737-BE46-AE9A-D1A9D1F32008}"/>
                  </a:ext>
                </a:extLst>
              </p14:cNvPr>
              <p14:cNvContentPartPr/>
              <p14:nvPr/>
            </p14:nvContentPartPr>
            <p14:xfrm>
              <a:off x="1739766" y="1182543"/>
              <a:ext cx="112320" cy="185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BC6D5C-B737-BE46-AE9A-D1A9D1F3200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22126" y="1164903"/>
                <a:ext cx="1479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AE15064-A1B9-AA3E-FDC8-1F4BF0C8C526}"/>
                  </a:ext>
                </a:extLst>
              </p14:cNvPr>
              <p14:cNvContentPartPr/>
              <p14:nvPr/>
            </p14:nvContentPartPr>
            <p14:xfrm>
              <a:off x="2581806" y="1179303"/>
              <a:ext cx="209880" cy="166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AE15064-A1B9-AA3E-FDC8-1F4BF0C8C52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64166" y="1161663"/>
                <a:ext cx="2455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D681534-79A9-08FE-2E40-0231A8CB7D4F}"/>
                  </a:ext>
                </a:extLst>
              </p14:cNvPr>
              <p14:cNvContentPartPr/>
              <p14:nvPr/>
            </p14:nvContentPartPr>
            <p14:xfrm>
              <a:off x="3250326" y="1139703"/>
              <a:ext cx="176400" cy="1789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D681534-79A9-08FE-2E40-0231A8CB7D4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32686" y="1122063"/>
                <a:ext cx="2120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B306400-6A30-F36D-7F32-ACEC30103492}"/>
                  </a:ext>
                </a:extLst>
              </p14:cNvPr>
              <p14:cNvContentPartPr/>
              <p14:nvPr/>
            </p14:nvContentPartPr>
            <p14:xfrm>
              <a:off x="4238166" y="1049343"/>
              <a:ext cx="37080" cy="2289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B306400-6A30-F36D-7F32-ACEC3010349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20166" y="1031343"/>
                <a:ext cx="727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7B48BE3-BE57-54C0-5163-3B6DE13184E0}"/>
                  </a:ext>
                </a:extLst>
              </p14:cNvPr>
              <p14:cNvContentPartPr/>
              <p14:nvPr/>
            </p14:nvContentPartPr>
            <p14:xfrm>
              <a:off x="1677486" y="1559103"/>
              <a:ext cx="201600" cy="2149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7B48BE3-BE57-54C0-5163-3B6DE13184E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659846" y="1541463"/>
                <a:ext cx="23724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AEAE83D-3F25-8502-6DAA-FB204C047AF4}"/>
                  </a:ext>
                </a:extLst>
              </p14:cNvPr>
              <p14:cNvContentPartPr/>
              <p14:nvPr/>
            </p14:nvContentPartPr>
            <p14:xfrm>
              <a:off x="2683686" y="1582863"/>
              <a:ext cx="8640" cy="1843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AEAE83D-3F25-8502-6DAA-FB204C047AF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665686" y="1565223"/>
                <a:ext cx="442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DAAA7FE-C347-0236-E05E-FC200F29DFD0}"/>
                  </a:ext>
                </a:extLst>
              </p14:cNvPr>
              <p14:cNvContentPartPr/>
              <p14:nvPr/>
            </p14:nvContentPartPr>
            <p14:xfrm>
              <a:off x="3286686" y="1546143"/>
              <a:ext cx="158400" cy="209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DAAA7FE-C347-0236-E05E-FC200F29DFD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68686" y="1528143"/>
                <a:ext cx="1940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AB440B7-2686-F4E9-EBBF-06747DD81A22}"/>
                  </a:ext>
                </a:extLst>
              </p14:cNvPr>
              <p14:cNvContentPartPr/>
              <p14:nvPr/>
            </p14:nvContentPartPr>
            <p14:xfrm>
              <a:off x="4268406" y="1458663"/>
              <a:ext cx="29520" cy="2448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AB440B7-2686-F4E9-EBBF-06747DD81A2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50766" y="1441023"/>
                <a:ext cx="6516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59DCA18-6D11-BF14-48B4-085F2E0A3ED2}"/>
                  </a:ext>
                </a:extLst>
              </p14:cNvPr>
              <p14:cNvContentPartPr/>
              <p14:nvPr/>
            </p14:nvContentPartPr>
            <p14:xfrm>
              <a:off x="4575486" y="130263"/>
              <a:ext cx="299160" cy="19792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59DCA18-6D11-BF14-48B4-085F2E0A3ED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557846" y="112263"/>
                <a:ext cx="334800" cy="201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000C0D2D-4CFD-0D7C-A961-3CD700827820}"/>
              </a:ext>
            </a:extLst>
          </p:cNvPr>
          <p:cNvGrpSpPr/>
          <p:nvPr/>
        </p:nvGrpSpPr>
        <p:grpSpPr>
          <a:xfrm>
            <a:off x="5276766" y="814983"/>
            <a:ext cx="248040" cy="191880"/>
            <a:chOff x="5276766" y="814983"/>
            <a:chExt cx="24804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7CB1AEB-CC12-46AD-B9F5-DAE43B137E51}"/>
                    </a:ext>
                  </a:extLst>
                </p14:cNvPr>
                <p14:cNvContentPartPr/>
                <p14:nvPr/>
              </p14:nvContentPartPr>
              <p14:xfrm>
                <a:off x="5286486" y="814983"/>
                <a:ext cx="156240" cy="29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7CB1AEB-CC12-46AD-B9F5-DAE43B137E5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68486" y="796983"/>
                  <a:ext cx="1918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5B26711-6F55-80FB-6557-3C1F32BB31DF}"/>
                    </a:ext>
                  </a:extLst>
                </p14:cNvPr>
                <p14:cNvContentPartPr/>
                <p14:nvPr/>
              </p14:nvContentPartPr>
              <p14:xfrm>
                <a:off x="5276766" y="975903"/>
                <a:ext cx="248040" cy="30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5B26711-6F55-80FB-6557-3C1F32BB31D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59126" y="958263"/>
                  <a:ext cx="28368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5938D6E-2825-431C-7A5C-D69EB14ADFE3}"/>
              </a:ext>
            </a:extLst>
          </p:cNvPr>
          <p:cNvGrpSpPr/>
          <p:nvPr/>
        </p:nvGrpSpPr>
        <p:grpSpPr>
          <a:xfrm>
            <a:off x="6083886" y="208383"/>
            <a:ext cx="642240" cy="1570320"/>
            <a:chOff x="6083886" y="208383"/>
            <a:chExt cx="642240" cy="157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4A6AA39-FAA3-3B6F-6178-1A016549397A}"/>
                    </a:ext>
                  </a:extLst>
                </p14:cNvPr>
                <p14:cNvContentPartPr/>
                <p14:nvPr/>
              </p14:nvContentPartPr>
              <p14:xfrm>
                <a:off x="6083886" y="208383"/>
                <a:ext cx="388080" cy="1570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4A6AA39-FAA3-3B6F-6178-1A016549397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66246" y="190743"/>
                  <a:ext cx="423720" cy="16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9ACDBFD-6C2F-665F-4D94-F74410B2C66B}"/>
                    </a:ext>
                  </a:extLst>
                </p14:cNvPr>
                <p14:cNvContentPartPr/>
                <p14:nvPr/>
              </p14:nvContentPartPr>
              <p14:xfrm>
                <a:off x="6596526" y="265263"/>
                <a:ext cx="129600" cy="188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9ACDBFD-6C2F-665F-4D94-F74410B2C6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78886" y="247263"/>
                  <a:ext cx="16524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259FC6E-C4D0-F913-2714-47D1518709C6}"/>
                  </a:ext>
                </a:extLst>
              </p14:cNvPr>
              <p14:cNvContentPartPr/>
              <p14:nvPr/>
            </p14:nvContentPartPr>
            <p14:xfrm>
              <a:off x="7098366" y="280743"/>
              <a:ext cx="202320" cy="2170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259FC6E-C4D0-F913-2714-47D1518709C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080366" y="263103"/>
                <a:ext cx="237960" cy="25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E6D32E53-A688-1891-136E-A5017C1A6747}"/>
              </a:ext>
            </a:extLst>
          </p:cNvPr>
          <p:cNvGrpSpPr/>
          <p:nvPr/>
        </p:nvGrpSpPr>
        <p:grpSpPr>
          <a:xfrm>
            <a:off x="7879926" y="260943"/>
            <a:ext cx="302760" cy="218160"/>
            <a:chOff x="7879926" y="260943"/>
            <a:chExt cx="302760" cy="2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1D95D5-7B33-2862-4D11-E02E0A7BA69B}"/>
                    </a:ext>
                  </a:extLst>
                </p14:cNvPr>
                <p14:cNvContentPartPr/>
                <p14:nvPr/>
              </p14:nvContentPartPr>
              <p14:xfrm>
                <a:off x="7879926" y="343023"/>
                <a:ext cx="138960" cy="17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1D95D5-7B33-2862-4D11-E02E0A7BA69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61926" y="325023"/>
                  <a:ext cx="1746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95F8CE9-5343-7017-09A6-38BEBF3CC287}"/>
                    </a:ext>
                  </a:extLst>
                </p14:cNvPr>
                <p14:cNvContentPartPr/>
                <p14:nvPr/>
              </p14:nvContentPartPr>
              <p14:xfrm>
                <a:off x="8170086" y="260943"/>
                <a:ext cx="12600" cy="218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95F8CE9-5343-7017-09A6-38BEBF3CC28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52446" y="243303"/>
                  <a:ext cx="4824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A0F62BF-AA45-DAC2-6DAF-9A6A319C213B}"/>
                  </a:ext>
                </a:extLst>
              </p14:cNvPr>
              <p14:cNvContentPartPr/>
              <p14:nvPr/>
            </p14:nvContentPartPr>
            <p14:xfrm>
              <a:off x="8672646" y="248703"/>
              <a:ext cx="240840" cy="209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A0F62BF-AA45-DAC2-6DAF-9A6A319C213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654646" y="231063"/>
                <a:ext cx="2764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0CADF89-B9D1-D5C6-4B57-A85859F92C31}"/>
                  </a:ext>
                </a:extLst>
              </p14:cNvPr>
              <p14:cNvContentPartPr/>
              <p14:nvPr/>
            </p14:nvContentPartPr>
            <p14:xfrm>
              <a:off x="6500766" y="822543"/>
              <a:ext cx="176760" cy="2116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0CADF89-B9D1-D5C6-4B57-A85859F92C3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483126" y="804903"/>
                <a:ext cx="2124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34E6350-EE79-5543-4725-B039E3D6A298}"/>
                  </a:ext>
                </a:extLst>
              </p14:cNvPr>
              <p14:cNvContentPartPr/>
              <p14:nvPr/>
            </p14:nvContentPartPr>
            <p14:xfrm>
              <a:off x="7147686" y="809583"/>
              <a:ext cx="7920" cy="2138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34E6350-EE79-5543-4725-B039E3D6A29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129686" y="791583"/>
                <a:ext cx="43560" cy="24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BCF3D8DC-05B3-4C72-1556-AAAADD0B142F}"/>
              </a:ext>
            </a:extLst>
          </p:cNvPr>
          <p:cNvGrpSpPr/>
          <p:nvPr/>
        </p:nvGrpSpPr>
        <p:grpSpPr>
          <a:xfrm>
            <a:off x="6453246" y="1222863"/>
            <a:ext cx="875880" cy="541080"/>
            <a:chOff x="6453246" y="1222863"/>
            <a:chExt cx="875880" cy="54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1F13320-6F0D-0DCD-6860-11F470C36093}"/>
                    </a:ext>
                  </a:extLst>
                </p14:cNvPr>
                <p14:cNvContentPartPr/>
                <p14:nvPr/>
              </p14:nvContentPartPr>
              <p14:xfrm>
                <a:off x="6453246" y="1222863"/>
                <a:ext cx="28800" cy="221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1F13320-6F0D-0DCD-6860-11F470C3609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35606" y="1204863"/>
                  <a:ext cx="644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87890D-8AFB-E408-B1C2-AEF0DC85933E}"/>
                    </a:ext>
                  </a:extLst>
                </p14:cNvPr>
                <p14:cNvContentPartPr/>
                <p14:nvPr/>
              </p14:nvContentPartPr>
              <p14:xfrm>
                <a:off x="6873726" y="1273623"/>
                <a:ext cx="159840" cy="145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87890D-8AFB-E408-B1C2-AEF0DC85933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55726" y="1255623"/>
                  <a:ext cx="1954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755981F-2D9E-5508-18CC-6D0981C09A96}"/>
                    </a:ext>
                  </a:extLst>
                </p14:cNvPr>
                <p14:cNvContentPartPr/>
                <p14:nvPr/>
              </p14:nvContentPartPr>
              <p14:xfrm>
                <a:off x="6521646" y="1539663"/>
                <a:ext cx="141840" cy="157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755981F-2D9E-5508-18CC-6D0981C09A9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04006" y="1522023"/>
                  <a:ext cx="1774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28A52A1-77F1-7EF0-D897-2E2DE06A2E2F}"/>
                    </a:ext>
                  </a:extLst>
                </p14:cNvPr>
                <p14:cNvContentPartPr/>
                <p14:nvPr/>
              </p14:nvContentPartPr>
              <p14:xfrm>
                <a:off x="7171806" y="1570623"/>
                <a:ext cx="157320" cy="193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28A52A1-77F1-7EF0-D897-2E2DE06A2E2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53806" y="1552983"/>
                  <a:ext cx="19296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1191C87-5338-1359-2753-A9051606EFBB}"/>
              </a:ext>
            </a:extLst>
          </p:cNvPr>
          <p:cNvGrpSpPr/>
          <p:nvPr/>
        </p:nvGrpSpPr>
        <p:grpSpPr>
          <a:xfrm>
            <a:off x="7892526" y="781863"/>
            <a:ext cx="349200" cy="960840"/>
            <a:chOff x="7892526" y="781863"/>
            <a:chExt cx="349200" cy="96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242B0C-1656-DFD4-E68C-17E5B77EC5BC}"/>
                    </a:ext>
                  </a:extLst>
                </p14:cNvPr>
                <p14:cNvContentPartPr/>
                <p14:nvPr/>
              </p14:nvContentPartPr>
              <p14:xfrm>
                <a:off x="8086926" y="786183"/>
                <a:ext cx="110160" cy="25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242B0C-1656-DFD4-E68C-17E5B77EC5B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68926" y="768543"/>
                  <a:ext cx="145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C848F68-0791-40A3-E478-8482EC2F4EE3}"/>
                    </a:ext>
                  </a:extLst>
                </p14:cNvPr>
                <p14:cNvContentPartPr/>
                <p14:nvPr/>
              </p14:nvContentPartPr>
              <p14:xfrm>
                <a:off x="8066406" y="781863"/>
                <a:ext cx="162360" cy="226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C848F68-0791-40A3-E478-8482EC2F4EE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48766" y="764223"/>
                  <a:ext cx="1980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D1CBD1-F576-EA34-45F0-3824E6F047B5}"/>
                    </a:ext>
                  </a:extLst>
                </p14:cNvPr>
                <p14:cNvContentPartPr/>
                <p14:nvPr/>
              </p14:nvContentPartPr>
              <p14:xfrm>
                <a:off x="7892526" y="1199103"/>
                <a:ext cx="306000" cy="173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D1CBD1-F576-EA34-45F0-3824E6F047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74526" y="1181103"/>
                  <a:ext cx="341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B15A7CA-B1B5-64C1-6549-2B3F7EF991B0}"/>
                    </a:ext>
                  </a:extLst>
                </p14:cNvPr>
                <p14:cNvContentPartPr/>
                <p14:nvPr/>
              </p14:nvContentPartPr>
              <p14:xfrm>
                <a:off x="8058126" y="1556943"/>
                <a:ext cx="183600" cy="185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B15A7CA-B1B5-64C1-6549-2B3F7EF991B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40486" y="1539303"/>
                  <a:ext cx="21924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CA9247C-99B0-C293-5EF8-0BF8468D482E}"/>
              </a:ext>
            </a:extLst>
          </p:cNvPr>
          <p:cNvGrpSpPr/>
          <p:nvPr/>
        </p:nvGrpSpPr>
        <p:grpSpPr>
          <a:xfrm>
            <a:off x="8667606" y="81303"/>
            <a:ext cx="918720" cy="1746360"/>
            <a:chOff x="8667606" y="81303"/>
            <a:chExt cx="918720" cy="174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2D9F18-E170-B0F5-13B0-A695C7BDB1E1}"/>
                    </a:ext>
                  </a:extLst>
                </p14:cNvPr>
                <p14:cNvContentPartPr/>
                <p14:nvPr/>
              </p14:nvContentPartPr>
              <p14:xfrm>
                <a:off x="8667606" y="712743"/>
                <a:ext cx="251280" cy="244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2D9F18-E170-B0F5-13B0-A695C7BDB1E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49606" y="695103"/>
                  <a:ext cx="2869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68D6859-0CC0-1348-1573-0F454492A7DE}"/>
                    </a:ext>
                  </a:extLst>
                </p14:cNvPr>
                <p14:cNvContentPartPr/>
                <p14:nvPr/>
              </p14:nvContentPartPr>
              <p14:xfrm>
                <a:off x="8838606" y="1130703"/>
                <a:ext cx="218160" cy="218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68D6859-0CC0-1348-1573-0F454492A7D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20606" y="1113063"/>
                  <a:ext cx="2538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C0BD967-978E-909E-DB5F-8B45095AE8C9}"/>
                    </a:ext>
                  </a:extLst>
                </p14:cNvPr>
                <p14:cNvContentPartPr/>
                <p14:nvPr/>
              </p14:nvContentPartPr>
              <p14:xfrm>
                <a:off x="8932926" y="1466943"/>
                <a:ext cx="39960" cy="246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C0BD967-978E-909E-DB5F-8B45095AE8C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15286" y="1449303"/>
                  <a:ext cx="756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856B7A8-BF52-B150-8482-21407EAE2E6D}"/>
                    </a:ext>
                  </a:extLst>
                </p14:cNvPr>
                <p14:cNvContentPartPr/>
                <p14:nvPr/>
              </p14:nvContentPartPr>
              <p14:xfrm>
                <a:off x="9136326" y="81303"/>
                <a:ext cx="450000" cy="1746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856B7A8-BF52-B150-8482-21407EAE2E6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18326" y="63303"/>
                  <a:ext cx="485640" cy="178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0D0F7C9-5895-75DF-DB13-494861936069}"/>
              </a:ext>
            </a:extLst>
          </p:cNvPr>
          <p:cNvGrpSpPr/>
          <p:nvPr/>
        </p:nvGrpSpPr>
        <p:grpSpPr>
          <a:xfrm>
            <a:off x="10228206" y="681783"/>
            <a:ext cx="261000" cy="335520"/>
            <a:chOff x="10228206" y="681783"/>
            <a:chExt cx="26100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15EBAF1-C4F0-A3D7-4626-D8ED46CBB412}"/>
                    </a:ext>
                  </a:extLst>
                </p14:cNvPr>
                <p14:cNvContentPartPr/>
                <p14:nvPr/>
              </p14:nvContentPartPr>
              <p14:xfrm>
                <a:off x="10236486" y="713463"/>
                <a:ext cx="72000" cy="303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15EBAF1-C4F0-A3D7-4626-D8ED46CBB41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18846" y="695823"/>
                  <a:ext cx="1076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64B9ECA-9218-1581-3F11-962D2F0CD975}"/>
                    </a:ext>
                  </a:extLst>
                </p14:cNvPr>
                <p14:cNvContentPartPr/>
                <p14:nvPr/>
              </p14:nvContentPartPr>
              <p14:xfrm>
                <a:off x="10278246" y="681783"/>
                <a:ext cx="144720" cy="311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4B9ECA-9218-1581-3F11-962D2F0CD97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60246" y="663783"/>
                  <a:ext cx="1803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AD54B47-D0FF-2F2C-801E-B62C4F989A02}"/>
                    </a:ext>
                  </a:extLst>
                </p14:cNvPr>
                <p14:cNvContentPartPr/>
                <p14:nvPr/>
              </p14:nvContentPartPr>
              <p14:xfrm>
                <a:off x="10228206" y="892383"/>
                <a:ext cx="261000" cy="42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AD54B47-D0FF-2F2C-801E-B62C4F989A0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210206" y="874383"/>
                  <a:ext cx="29664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ED2F1EB-2AD2-97AE-7AC3-5E9C29AAAB7E}"/>
                  </a:ext>
                </a:extLst>
              </p14:cNvPr>
              <p14:cNvContentPartPr/>
              <p14:nvPr/>
            </p14:nvContentPartPr>
            <p14:xfrm>
              <a:off x="2665686" y="966183"/>
              <a:ext cx="3240" cy="54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ED2F1EB-2AD2-97AE-7AC3-5E9C29AAAB7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648046" y="948543"/>
                <a:ext cx="388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EF48F6E-E9F2-404C-BBEF-1E041D8F62F9}"/>
                  </a:ext>
                </a:extLst>
              </p14:cNvPr>
              <p14:cNvContentPartPr/>
              <p14:nvPr/>
            </p14:nvContentPartPr>
            <p14:xfrm>
              <a:off x="2685846" y="1388463"/>
              <a:ext cx="360" cy="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EF48F6E-E9F2-404C-BBEF-1E041D8F62F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668206" y="137082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CFEEFB78-4D86-C184-5976-9E74C7195CF4}"/>
              </a:ext>
            </a:extLst>
          </p:cNvPr>
          <p:cNvGrpSpPr/>
          <p:nvPr/>
        </p:nvGrpSpPr>
        <p:grpSpPr>
          <a:xfrm>
            <a:off x="2631126" y="938823"/>
            <a:ext cx="45360" cy="24120"/>
            <a:chOff x="2631126" y="938823"/>
            <a:chExt cx="45360" cy="2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5A32DAC-CAB9-A0F3-FBBB-576AE5625C38}"/>
                    </a:ext>
                  </a:extLst>
                </p14:cNvPr>
                <p14:cNvContentPartPr/>
                <p14:nvPr/>
              </p14:nvContentPartPr>
              <p14:xfrm>
                <a:off x="2631126" y="938823"/>
                <a:ext cx="3240" cy="2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5A32DAC-CAB9-A0F3-FBBB-576AE5625C3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13126" y="920823"/>
                  <a:ext cx="38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F518618-BE88-F45E-A272-63B770B0367E}"/>
                    </a:ext>
                  </a:extLst>
                </p14:cNvPr>
                <p14:cNvContentPartPr/>
                <p14:nvPr/>
              </p14:nvContentPartPr>
              <p14:xfrm>
                <a:off x="2676126" y="962583"/>
                <a:ext cx="360" cy="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F518618-BE88-F45E-A272-63B770B0367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58486" y="9445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694D3B0-2DC6-59DC-8EBB-FBBF028DDD13}"/>
                  </a:ext>
                </a:extLst>
              </p14:cNvPr>
              <p14:cNvContentPartPr/>
              <p14:nvPr/>
            </p14:nvContentPartPr>
            <p14:xfrm>
              <a:off x="3093726" y="915063"/>
              <a:ext cx="2880" cy="57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694D3B0-2DC6-59DC-8EBB-FBBF028DDD1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3075726" y="897063"/>
                <a:ext cx="3852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8487844C-BBE9-E698-A09B-0AE03113F80F}"/>
              </a:ext>
            </a:extLst>
          </p:cNvPr>
          <p:cNvGrpSpPr/>
          <p:nvPr/>
        </p:nvGrpSpPr>
        <p:grpSpPr>
          <a:xfrm>
            <a:off x="152886" y="2496183"/>
            <a:ext cx="843480" cy="537120"/>
            <a:chOff x="152886" y="2496183"/>
            <a:chExt cx="843480" cy="53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D3CD0B3-C9E2-33DB-2127-323012675424}"/>
                    </a:ext>
                  </a:extLst>
                </p14:cNvPr>
                <p14:cNvContentPartPr/>
                <p14:nvPr/>
              </p14:nvContentPartPr>
              <p14:xfrm>
                <a:off x="170886" y="2564943"/>
                <a:ext cx="78480" cy="204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D3CD0B3-C9E2-33DB-2127-32301267542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53246" y="2546943"/>
                  <a:ext cx="1141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102DC42-FDAE-EEAD-9A4A-6B83E55EBA26}"/>
                    </a:ext>
                  </a:extLst>
                </p14:cNvPr>
                <p14:cNvContentPartPr/>
                <p14:nvPr/>
              </p14:nvContentPartPr>
              <p14:xfrm>
                <a:off x="152886" y="2496183"/>
                <a:ext cx="189360" cy="334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102DC42-FDAE-EEAD-9A4A-6B83E55EBA2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35246" y="2478183"/>
                  <a:ext cx="2250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02D05CA-252E-1A3B-C961-9E4BEA9D8932}"/>
                    </a:ext>
                  </a:extLst>
                </p14:cNvPr>
                <p14:cNvContentPartPr/>
                <p14:nvPr/>
              </p14:nvContentPartPr>
              <p14:xfrm>
                <a:off x="350166" y="2778423"/>
                <a:ext cx="88200" cy="153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02D05CA-252E-1A3B-C961-9E4BEA9D893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32526" y="2760783"/>
                  <a:ext cx="123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B4431D1-5E42-0797-0875-097B3C3D254B}"/>
                    </a:ext>
                  </a:extLst>
                </p14:cNvPr>
                <p14:cNvContentPartPr/>
                <p14:nvPr/>
              </p14:nvContentPartPr>
              <p14:xfrm>
                <a:off x="561486" y="2815143"/>
                <a:ext cx="82800" cy="132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B4431D1-5E42-0797-0875-097B3C3D254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43846" y="2797503"/>
                  <a:ext cx="1184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722A761-DD81-DD53-6007-420DC85D14C7}"/>
                    </a:ext>
                  </a:extLst>
                </p14:cNvPr>
                <p14:cNvContentPartPr/>
                <p14:nvPr/>
              </p14:nvContentPartPr>
              <p14:xfrm>
                <a:off x="691446" y="2789223"/>
                <a:ext cx="186840" cy="244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722A761-DD81-DD53-6007-420DC85D14C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73446" y="2771583"/>
                  <a:ext cx="2224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8E8DC7A-F8E7-84D9-2FCD-0CF40520E65A}"/>
                    </a:ext>
                  </a:extLst>
                </p14:cNvPr>
                <p14:cNvContentPartPr/>
                <p14:nvPr/>
              </p14:nvContentPartPr>
              <p14:xfrm>
                <a:off x="322806" y="2904063"/>
                <a:ext cx="1440" cy="1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8E8DC7A-F8E7-84D9-2FCD-0CF40520E65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5166" y="2886063"/>
                  <a:ext cx="37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222E033-5634-8749-0218-D101B742BA40}"/>
                    </a:ext>
                  </a:extLst>
                </p14:cNvPr>
                <p14:cNvContentPartPr/>
                <p14:nvPr/>
              </p14:nvContentPartPr>
              <p14:xfrm>
                <a:off x="357006" y="2956983"/>
                <a:ext cx="360" cy="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222E033-5634-8749-0218-D101B742BA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9366" y="29393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CA423F-BF20-11F9-5793-E088A97C68A1}"/>
                    </a:ext>
                  </a:extLst>
                </p14:cNvPr>
                <p14:cNvContentPartPr/>
                <p14:nvPr/>
              </p14:nvContentPartPr>
              <p14:xfrm>
                <a:off x="993126" y="2954463"/>
                <a:ext cx="3240" cy="5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CA423F-BF20-11F9-5793-E088A97C68A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5126" y="2936823"/>
                  <a:ext cx="3888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856134A-EADE-32F6-4044-59C1CD376A50}"/>
                  </a:ext>
                </a:extLst>
              </p14:cNvPr>
              <p14:cNvContentPartPr/>
              <p14:nvPr/>
            </p14:nvContentPartPr>
            <p14:xfrm>
              <a:off x="2498286" y="2518503"/>
              <a:ext cx="154800" cy="183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856134A-EADE-32F6-4044-59C1CD376A5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480286" y="2500503"/>
                <a:ext cx="19044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749B365-4D6C-E22B-C94C-CBDA58E1BBEB}"/>
                  </a:ext>
                </a:extLst>
              </p14:cNvPr>
              <p14:cNvContentPartPr/>
              <p14:nvPr/>
            </p14:nvContentPartPr>
            <p14:xfrm>
              <a:off x="2857566" y="2395743"/>
              <a:ext cx="105120" cy="2628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749B365-4D6C-E22B-C94C-CBDA58E1BBE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839566" y="2377743"/>
                <a:ext cx="140760" cy="29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07B653E4-9EF1-777B-66C2-DC4FA319369A}"/>
              </a:ext>
            </a:extLst>
          </p:cNvPr>
          <p:cNvGrpSpPr/>
          <p:nvPr/>
        </p:nvGrpSpPr>
        <p:grpSpPr>
          <a:xfrm>
            <a:off x="3356886" y="2416623"/>
            <a:ext cx="234000" cy="192240"/>
            <a:chOff x="3356886" y="2416623"/>
            <a:chExt cx="23400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B83D52A-5038-3E9D-B272-487CD0331115}"/>
                    </a:ext>
                  </a:extLst>
                </p14:cNvPr>
                <p14:cNvContentPartPr/>
                <p14:nvPr/>
              </p14:nvContentPartPr>
              <p14:xfrm>
                <a:off x="3356886" y="2511663"/>
                <a:ext cx="101520" cy="22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B83D52A-5038-3E9D-B272-487CD033111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39246" y="2493663"/>
                  <a:ext cx="1371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5CC432F-001E-3BD0-2F43-841311FF6D00}"/>
                    </a:ext>
                  </a:extLst>
                </p14:cNvPr>
                <p14:cNvContentPartPr/>
                <p14:nvPr/>
              </p14:nvContentPartPr>
              <p14:xfrm>
                <a:off x="3578286" y="2416623"/>
                <a:ext cx="12600" cy="192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5CC432F-001E-3BD0-2F43-841311FF6D0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60646" y="2398623"/>
                  <a:ext cx="4824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6136FF1-3206-3573-A487-C95EAEF5261A}"/>
              </a:ext>
            </a:extLst>
          </p:cNvPr>
          <p:cNvGrpSpPr/>
          <p:nvPr/>
        </p:nvGrpSpPr>
        <p:grpSpPr>
          <a:xfrm>
            <a:off x="4195326" y="2388183"/>
            <a:ext cx="615600" cy="194400"/>
            <a:chOff x="4195326" y="2388183"/>
            <a:chExt cx="615600" cy="1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5345F07-E49A-02ED-A54A-53F8F362931C}"/>
                    </a:ext>
                  </a:extLst>
                </p14:cNvPr>
                <p14:cNvContentPartPr/>
                <p14:nvPr/>
              </p14:nvContentPartPr>
              <p14:xfrm>
                <a:off x="4195326" y="2471343"/>
                <a:ext cx="111960" cy="12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5345F07-E49A-02ED-A54A-53F8F362931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77326" y="2453703"/>
                  <a:ext cx="147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FC6E435-42A2-D306-83C7-399B6E6BF070}"/>
                    </a:ext>
                  </a:extLst>
                </p14:cNvPr>
                <p14:cNvContentPartPr/>
                <p14:nvPr/>
              </p14:nvContentPartPr>
              <p14:xfrm>
                <a:off x="4484406" y="2388183"/>
                <a:ext cx="326520" cy="194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FC6E435-42A2-D306-83C7-399B6E6BF07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466406" y="2370543"/>
                  <a:ext cx="36216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A19724E-9EAF-4DE0-2D83-13721F5DD588}"/>
              </a:ext>
            </a:extLst>
          </p:cNvPr>
          <p:cNvGrpSpPr/>
          <p:nvPr/>
        </p:nvGrpSpPr>
        <p:grpSpPr>
          <a:xfrm>
            <a:off x="1401726" y="2235543"/>
            <a:ext cx="671400" cy="1795320"/>
            <a:chOff x="1401726" y="2235543"/>
            <a:chExt cx="671400" cy="179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0B3E94A-2F14-EC09-4542-CC9A0C48F9D9}"/>
                    </a:ext>
                  </a:extLst>
                </p14:cNvPr>
                <p14:cNvContentPartPr/>
                <p14:nvPr/>
              </p14:nvContentPartPr>
              <p14:xfrm>
                <a:off x="1401726" y="2235543"/>
                <a:ext cx="369000" cy="1795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0B3E94A-2F14-EC09-4542-CC9A0C48F9D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384086" y="2217903"/>
                  <a:ext cx="404640" cy="18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9FE0F24-999B-5121-532B-E0F51AA4311D}"/>
                    </a:ext>
                  </a:extLst>
                </p14:cNvPr>
                <p14:cNvContentPartPr/>
                <p14:nvPr/>
              </p14:nvContentPartPr>
              <p14:xfrm>
                <a:off x="1888086" y="2442183"/>
                <a:ext cx="23040" cy="22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9FE0F24-999B-5121-532B-E0F51AA4311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870086" y="2424183"/>
                  <a:ext cx="586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18BB4BE-8B7E-D227-D804-DB82F571AC78}"/>
                    </a:ext>
                  </a:extLst>
                </p14:cNvPr>
                <p14:cNvContentPartPr/>
                <p14:nvPr/>
              </p14:nvContentPartPr>
              <p14:xfrm>
                <a:off x="1893486" y="2985423"/>
                <a:ext cx="179640" cy="222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18BB4BE-8B7E-D227-D804-DB82F571AC7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875846" y="2967783"/>
                  <a:ext cx="215280" cy="25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F991907-40E3-CD07-4E88-CEDDDF90E7AE}"/>
                  </a:ext>
                </a:extLst>
              </p14:cNvPr>
              <p14:cNvContentPartPr/>
              <p14:nvPr/>
            </p14:nvContentPartPr>
            <p14:xfrm>
              <a:off x="2769726" y="2987223"/>
              <a:ext cx="220320" cy="1944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F991907-40E3-CD07-4E88-CEDDDF90E7A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752086" y="2969583"/>
                <a:ext cx="2559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AA34C0F-DC4E-9702-F833-B373F8501023}"/>
                  </a:ext>
                </a:extLst>
              </p14:cNvPr>
              <p14:cNvContentPartPr/>
              <p14:nvPr/>
            </p14:nvContentPartPr>
            <p14:xfrm>
              <a:off x="3418446" y="2978583"/>
              <a:ext cx="164160" cy="1533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AA34C0F-DC4E-9702-F833-B373F850102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400446" y="2960583"/>
                <a:ext cx="1998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36B8A72-E969-E5E2-5935-41A3CFEA533C}"/>
                  </a:ext>
                </a:extLst>
              </p14:cNvPr>
              <p14:cNvContentPartPr/>
              <p14:nvPr/>
            </p14:nvContentPartPr>
            <p14:xfrm>
              <a:off x="1947126" y="3423183"/>
              <a:ext cx="156600" cy="1670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36B8A72-E969-E5E2-5935-41A3CFEA533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929126" y="3405183"/>
                <a:ext cx="1922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4B54AE1-14A4-34A5-73E3-96E3E591660E}"/>
                  </a:ext>
                </a:extLst>
              </p14:cNvPr>
              <p14:cNvContentPartPr/>
              <p14:nvPr/>
            </p14:nvContentPartPr>
            <p14:xfrm>
              <a:off x="2783406" y="3372783"/>
              <a:ext cx="140400" cy="2131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4B54AE1-14A4-34A5-73E3-96E3E591660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765766" y="3354783"/>
                <a:ext cx="1760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6524FBF-47F8-D494-B66C-D42036806690}"/>
                  </a:ext>
                </a:extLst>
              </p14:cNvPr>
              <p14:cNvContentPartPr/>
              <p14:nvPr/>
            </p14:nvContentPartPr>
            <p14:xfrm>
              <a:off x="3432846" y="3372063"/>
              <a:ext cx="15480" cy="1443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6524FBF-47F8-D494-B66C-D4203680669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415206" y="3354063"/>
                <a:ext cx="51120" cy="18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4EB7DEC-1749-E30F-8DDD-AE493EF6734D}"/>
              </a:ext>
            </a:extLst>
          </p:cNvPr>
          <p:cNvGrpSpPr/>
          <p:nvPr/>
        </p:nvGrpSpPr>
        <p:grpSpPr>
          <a:xfrm>
            <a:off x="4105686" y="2880663"/>
            <a:ext cx="443160" cy="638280"/>
            <a:chOff x="4105686" y="2880663"/>
            <a:chExt cx="443160" cy="63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33A4D92-F0C1-2206-4902-5683D62889C6}"/>
                    </a:ext>
                  </a:extLst>
                </p14:cNvPr>
                <p14:cNvContentPartPr/>
                <p14:nvPr/>
              </p14:nvContentPartPr>
              <p14:xfrm>
                <a:off x="4526526" y="2880663"/>
                <a:ext cx="22320" cy="249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33A4D92-F0C1-2206-4902-5683D62889C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08886" y="2863023"/>
                  <a:ext cx="579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1C2C73D-9129-1F96-8F5C-179E5138E6C7}"/>
                    </a:ext>
                  </a:extLst>
                </p14:cNvPr>
                <p14:cNvContentPartPr/>
                <p14:nvPr/>
              </p14:nvContentPartPr>
              <p14:xfrm>
                <a:off x="4105686" y="3254343"/>
                <a:ext cx="253080" cy="264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1C2C73D-9129-1F96-8F5C-179E5138E6C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087686" y="3236703"/>
                  <a:ext cx="288720" cy="30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7613BE0-5521-A041-8FD1-C7071706ECE5}"/>
                  </a:ext>
                </a:extLst>
              </p14:cNvPr>
              <p14:cNvContentPartPr/>
              <p14:nvPr/>
            </p14:nvContentPartPr>
            <p14:xfrm>
              <a:off x="1930206" y="3777063"/>
              <a:ext cx="144720" cy="1922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7613BE0-5521-A041-8FD1-C7071706ECE5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912566" y="3759063"/>
                <a:ext cx="18036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24836D8-F7F7-0BB7-840F-B73FE3289FEB}"/>
                  </a:ext>
                </a:extLst>
              </p14:cNvPr>
              <p14:cNvContentPartPr/>
              <p14:nvPr/>
            </p14:nvContentPartPr>
            <p14:xfrm>
              <a:off x="2886726" y="3748983"/>
              <a:ext cx="23040" cy="1591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24836D8-F7F7-0BB7-840F-B73FE3289FE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869086" y="3731343"/>
                <a:ext cx="5868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6FEB804-E349-C06A-B02D-F3C88588508B}"/>
                  </a:ext>
                </a:extLst>
              </p14:cNvPr>
              <p14:cNvContentPartPr/>
              <p14:nvPr/>
            </p14:nvContentPartPr>
            <p14:xfrm>
              <a:off x="3414126" y="3724143"/>
              <a:ext cx="144720" cy="1918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6FEB804-E349-C06A-B02D-F3C88588508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396126" y="3706503"/>
                <a:ext cx="1803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8A11A27-379C-0CEB-E956-C105DCBF558F}"/>
                  </a:ext>
                </a:extLst>
              </p14:cNvPr>
              <p14:cNvContentPartPr/>
              <p14:nvPr/>
            </p14:nvContentPartPr>
            <p14:xfrm>
              <a:off x="4341126" y="3722343"/>
              <a:ext cx="28440" cy="1940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8A11A27-379C-0CEB-E956-C105DCBF558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323486" y="3704343"/>
                <a:ext cx="6408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3C3D4B8-AA76-779A-5F4E-999CA258DDC1}"/>
                  </a:ext>
                </a:extLst>
              </p14:cNvPr>
              <p14:cNvContentPartPr/>
              <p14:nvPr/>
            </p14:nvContentPartPr>
            <p14:xfrm>
              <a:off x="4866726" y="2281623"/>
              <a:ext cx="273240" cy="17996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3C3D4B8-AA76-779A-5F4E-999CA258DDC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848726" y="2263983"/>
                <a:ext cx="308880" cy="18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EA05D98-413C-5A61-C1ED-7DFB5F6C8943}"/>
                  </a:ext>
                </a:extLst>
              </p14:cNvPr>
              <p14:cNvContentPartPr/>
              <p14:nvPr/>
            </p14:nvContentPartPr>
            <p14:xfrm>
              <a:off x="5577006" y="3121503"/>
              <a:ext cx="164520" cy="1425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EA05D98-413C-5A61-C1ED-7DFB5F6C894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559366" y="3103863"/>
                <a:ext cx="200160" cy="17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F3AF1F7-D1FA-6618-0331-04CBEE65A9C8}"/>
              </a:ext>
            </a:extLst>
          </p:cNvPr>
          <p:cNvGrpSpPr/>
          <p:nvPr/>
        </p:nvGrpSpPr>
        <p:grpSpPr>
          <a:xfrm>
            <a:off x="6297006" y="2277663"/>
            <a:ext cx="559080" cy="1898640"/>
            <a:chOff x="6297006" y="2277663"/>
            <a:chExt cx="559080" cy="18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B4AC03E-B2F4-3935-1C55-BFD2670B9C01}"/>
                    </a:ext>
                  </a:extLst>
                </p14:cNvPr>
                <p14:cNvContentPartPr/>
                <p14:nvPr/>
              </p14:nvContentPartPr>
              <p14:xfrm>
                <a:off x="6297006" y="2277663"/>
                <a:ext cx="316440" cy="1898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B4AC03E-B2F4-3935-1C55-BFD2670B9C0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79366" y="2259663"/>
                  <a:ext cx="352080" cy="19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36C20A-B00F-9907-1F82-0F575B0296B6}"/>
                    </a:ext>
                  </a:extLst>
                </p14:cNvPr>
                <p14:cNvContentPartPr/>
                <p14:nvPr/>
              </p14:nvContentPartPr>
              <p14:xfrm>
                <a:off x="6652686" y="2378463"/>
                <a:ext cx="203400" cy="208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36C20A-B00F-9907-1F82-0F575B0296B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34686" y="2360463"/>
                  <a:ext cx="23904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4E869064-BC0A-D55E-9472-88617076DE00}"/>
                  </a:ext>
                </a:extLst>
              </p14:cNvPr>
              <p14:cNvContentPartPr/>
              <p14:nvPr/>
            </p14:nvContentPartPr>
            <p14:xfrm>
              <a:off x="7450086" y="2354703"/>
              <a:ext cx="218520" cy="2055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4E869064-BC0A-D55E-9472-88617076DE0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432086" y="2337063"/>
                <a:ext cx="25416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FC3E40A-CD7F-7482-8360-6FE32B068B3B}"/>
              </a:ext>
            </a:extLst>
          </p:cNvPr>
          <p:cNvGrpSpPr/>
          <p:nvPr/>
        </p:nvGrpSpPr>
        <p:grpSpPr>
          <a:xfrm>
            <a:off x="8089446" y="2328423"/>
            <a:ext cx="338760" cy="196560"/>
            <a:chOff x="8089446" y="2328423"/>
            <a:chExt cx="33876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8A67F65-02E4-934A-A135-A14EFD87FF89}"/>
                    </a:ext>
                  </a:extLst>
                </p14:cNvPr>
                <p14:cNvContentPartPr/>
                <p14:nvPr/>
              </p14:nvContentPartPr>
              <p14:xfrm>
                <a:off x="8089446" y="2438583"/>
                <a:ext cx="123840" cy="16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8A67F65-02E4-934A-A135-A14EFD87FF8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071446" y="2420583"/>
                  <a:ext cx="1594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84F38B2-238D-5350-B3EE-6FCDE316C340}"/>
                    </a:ext>
                  </a:extLst>
                </p14:cNvPr>
                <p14:cNvContentPartPr/>
                <p14:nvPr/>
              </p14:nvContentPartPr>
              <p14:xfrm>
                <a:off x="8385006" y="2328423"/>
                <a:ext cx="43200" cy="196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84F38B2-238D-5350-B3EE-6FCDE316C34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67366" y="2310423"/>
                  <a:ext cx="78840" cy="23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E3B1893-46D4-C638-D5C0-D4BFCE2D68F4}"/>
                  </a:ext>
                </a:extLst>
              </p14:cNvPr>
              <p14:cNvContentPartPr/>
              <p14:nvPr/>
            </p14:nvContentPartPr>
            <p14:xfrm>
              <a:off x="9031206" y="2271543"/>
              <a:ext cx="236520" cy="2444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E3B1893-46D4-C638-D5C0-D4BFCE2D68F4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013566" y="2253903"/>
                <a:ext cx="27216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F240560-5089-D114-3961-225C4FC8EAEE}"/>
                  </a:ext>
                </a:extLst>
              </p14:cNvPr>
              <p14:cNvContentPartPr/>
              <p14:nvPr/>
            </p14:nvContentPartPr>
            <p14:xfrm>
              <a:off x="6707766" y="2985423"/>
              <a:ext cx="21240" cy="23904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F240560-5089-D114-3961-225C4FC8EAE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690126" y="2967783"/>
                <a:ext cx="568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E2FEA57-CBF9-C82E-4CB3-3D91E0046FA3}"/>
                  </a:ext>
                </a:extLst>
              </p14:cNvPr>
              <p14:cNvContentPartPr/>
              <p14:nvPr/>
            </p14:nvContentPartPr>
            <p14:xfrm>
              <a:off x="7522806" y="2920263"/>
              <a:ext cx="154440" cy="2235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E2FEA57-CBF9-C82E-4CB3-3D91E0046FA3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504806" y="2902623"/>
                <a:ext cx="1900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789B1728-B361-D23B-C763-A8AA958A498A}"/>
                  </a:ext>
                </a:extLst>
              </p14:cNvPr>
              <p14:cNvContentPartPr/>
              <p14:nvPr/>
            </p14:nvContentPartPr>
            <p14:xfrm>
              <a:off x="8513886" y="2940783"/>
              <a:ext cx="275400" cy="1832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789B1728-B361-D23B-C763-A8AA958A498A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8495886" y="2922783"/>
                <a:ext cx="3110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322B6EA-84B8-1D0A-311B-F9B6A360FCC2}"/>
                  </a:ext>
                </a:extLst>
              </p14:cNvPr>
              <p14:cNvContentPartPr/>
              <p14:nvPr/>
            </p14:nvContentPartPr>
            <p14:xfrm>
              <a:off x="9372126" y="2895783"/>
              <a:ext cx="219960" cy="2336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322B6EA-84B8-1D0A-311B-F9B6A360FCC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354486" y="2877783"/>
                <a:ext cx="25560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DD88C17A-ECC4-53D5-74C4-6EF25C30C69D}"/>
                  </a:ext>
                </a:extLst>
              </p14:cNvPr>
              <p14:cNvContentPartPr/>
              <p14:nvPr/>
            </p14:nvContentPartPr>
            <p14:xfrm>
              <a:off x="6705606" y="3445503"/>
              <a:ext cx="245520" cy="1983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DD88C17A-ECC4-53D5-74C4-6EF25C30C69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687606" y="3427503"/>
                <a:ext cx="28116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CBF82F31-6172-C9FE-E181-ABBA89C5B56E}"/>
                  </a:ext>
                </a:extLst>
              </p14:cNvPr>
              <p14:cNvContentPartPr/>
              <p14:nvPr/>
            </p14:nvContentPartPr>
            <p14:xfrm>
              <a:off x="7647006" y="3428223"/>
              <a:ext cx="37800" cy="1760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CBF82F31-6172-C9FE-E181-ABBA89C5B56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629006" y="3410583"/>
                <a:ext cx="73440" cy="21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0376BAA-285B-F0C1-374E-58203FA46234}"/>
              </a:ext>
            </a:extLst>
          </p:cNvPr>
          <p:cNvGrpSpPr/>
          <p:nvPr/>
        </p:nvGrpSpPr>
        <p:grpSpPr>
          <a:xfrm>
            <a:off x="8468886" y="3299343"/>
            <a:ext cx="176040" cy="249120"/>
            <a:chOff x="8468886" y="3299343"/>
            <a:chExt cx="17604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DF73A63-DECC-F42B-D5D2-567F125F02DC}"/>
                    </a:ext>
                  </a:extLst>
                </p14:cNvPr>
                <p14:cNvContentPartPr/>
                <p14:nvPr/>
              </p14:nvContentPartPr>
              <p14:xfrm>
                <a:off x="8524686" y="3299343"/>
                <a:ext cx="115200" cy="31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DF73A63-DECC-F42B-D5D2-567F125F02D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07046" y="3281703"/>
                  <a:ext cx="150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DB0A589-F7C8-810E-FB3C-1403EF6F0807}"/>
                    </a:ext>
                  </a:extLst>
                </p14:cNvPr>
                <p14:cNvContentPartPr/>
                <p14:nvPr/>
              </p14:nvContentPartPr>
              <p14:xfrm>
                <a:off x="8468886" y="3329943"/>
                <a:ext cx="176040" cy="218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DB0A589-F7C8-810E-FB3C-1403EF6F080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50886" y="3311943"/>
                  <a:ext cx="21168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5561C785-4272-9F40-FFE1-06BB7B48034F}"/>
                  </a:ext>
                </a:extLst>
              </p14:cNvPr>
              <p14:cNvContentPartPr/>
              <p14:nvPr/>
            </p14:nvContentPartPr>
            <p14:xfrm>
              <a:off x="6670686" y="3892983"/>
              <a:ext cx="228240" cy="1926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5561C785-4272-9F40-FFE1-06BB7B48034F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652686" y="3875343"/>
                <a:ext cx="2638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EE7B429B-016C-D198-43E5-40D319D5E592}"/>
                  </a:ext>
                </a:extLst>
              </p14:cNvPr>
              <p14:cNvContentPartPr/>
              <p14:nvPr/>
            </p14:nvContentPartPr>
            <p14:xfrm>
              <a:off x="7783806" y="3869943"/>
              <a:ext cx="172080" cy="23112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EE7B429B-016C-D198-43E5-40D319D5E59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765806" y="3852303"/>
                <a:ext cx="20772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6899132D-F9E3-4DF0-F46F-E061BC6AEBF5}"/>
                  </a:ext>
                </a:extLst>
              </p14:cNvPr>
              <p14:cNvContentPartPr/>
              <p14:nvPr/>
            </p14:nvContentPartPr>
            <p14:xfrm>
              <a:off x="8572206" y="3860583"/>
              <a:ext cx="179280" cy="1947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6899132D-F9E3-4DF0-F46F-E061BC6AEBF5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554206" y="3842583"/>
                <a:ext cx="21492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C8AFE4-4A8E-8A9E-FDF3-713C5B331E34}"/>
              </a:ext>
            </a:extLst>
          </p:cNvPr>
          <p:cNvGrpSpPr/>
          <p:nvPr/>
        </p:nvGrpSpPr>
        <p:grpSpPr>
          <a:xfrm>
            <a:off x="9326046" y="2216103"/>
            <a:ext cx="809280" cy="1834200"/>
            <a:chOff x="9326046" y="2216103"/>
            <a:chExt cx="809280" cy="183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91D4BD7-708A-DD94-1FCC-982818D3009D}"/>
                    </a:ext>
                  </a:extLst>
                </p14:cNvPr>
                <p14:cNvContentPartPr/>
                <p14:nvPr/>
              </p14:nvContentPartPr>
              <p14:xfrm>
                <a:off x="9326046" y="3372783"/>
                <a:ext cx="298800" cy="188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91D4BD7-708A-DD94-1FCC-982818D3009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308406" y="3355143"/>
                  <a:ext cx="3344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A8E85AD-C0DB-3635-4A44-EA9E18485AF6}"/>
                    </a:ext>
                  </a:extLst>
                </p14:cNvPr>
                <p14:cNvContentPartPr/>
                <p14:nvPr/>
              </p14:nvContentPartPr>
              <p14:xfrm>
                <a:off x="9727446" y="3811623"/>
                <a:ext cx="14760" cy="2260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A8E85AD-C0DB-3635-4A44-EA9E18485AF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709806" y="3793623"/>
                  <a:ext cx="504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ECB4C40-0051-7A40-CC61-BD9D27E6E717}"/>
                    </a:ext>
                  </a:extLst>
                </p14:cNvPr>
                <p14:cNvContentPartPr/>
                <p14:nvPr/>
              </p14:nvContentPartPr>
              <p14:xfrm>
                <a:off x="9776046" y="2216103"/>
                <a:ext cx="359280" cy="1834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ECB4C40-0051-7A40-CC61-BD9D27E6E71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758046" y="2198463"/>
                  <a:ext cx="394920" cy="18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F836079-6A22-93C0-3702-BB11D0E8914A}"/>
              </a:ext>
            </a:extLst>
          </p:cNvPr>
          <p:cNvGrpSpPr/>
          <p:nvPr/>
        </p:nvGrpSpPr>
        <p:grpSpPr>
          <a:xfrm>
            <a:off x="10583526" y="2977863"/>
            <a:ext cx="258840" cy="304200"/>
            <a:chOff x="10583526" y="2977863"/>
            <a:chExt cx="25884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C6AF430-0133-3D88-0BD6-860475A208E2}"/>
                    </a:ext>
                  </a:extLst>
                </p14:cNvPr>
                <p14:cNvContentPartPr/>
                <p14:nvPr/>
              </p14:nvContentPartPr>
              <p14:xfrm>
                <a:off x="10619526" y="3060663"/>
                <a:ext cx="52200" cy="221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C6AF430-0133-3D88-0BD6-860475A208E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01526" y="3043023"/>
                  <a:ext cx="87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D25F2B3-27F1-731B-8FB6-EAAECC0BD591}"/>
                    </a:ext>
                  </a:extLst>
                </p14:cNvPr>
                <p14:cNvContentPartPr/>
                <p14:nvPr/>
              </p14:nvContentPartPr>
              <p14:xfrm>
                <a:off x="10652286" y="2977863"/>
                <a:ext cx="190080" cy="2944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D25F2B3-27F1-731B-8FB6-EAAECC0BD59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634646" y="2960223"/>
                  <a:ext cx="2257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BFA39FA-0A9A-37F1-BE57-C2673067B03C}"/>
                    </a:ext>
                  </a:extLst>
                </p14:cNvPr>
                <p14:cNvContentPartPr/>
                <p14:nvPr/>
              </p14:nvContentPartPr>
              <p14:xfrm>
                <a:off x="10583526" y="3176583"/>
                <a:ext cx="256680" cy="46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BFA39FA-0A9A-37F1-BE57-C2673067B03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565526" y="3158943"/>
                  <a:ext cx="29232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AFA9FAA-14D6-C85B-1FAD-DBC14C4496CD}"/>
              </a:ext>
            </a:extLst>
          </p:cNvPr>
          <p:cNvGrpSpPr/>
          <p:nvPr/>
        </p:nvGrpSpPr>
        <p:grpSpPr>
          <a:xfrm>
            <a:off x="85206" y="4590663"/>
            <a:ext cx="444960" cy="680040"/>
            <a:chOff x="85206" y="4590663"/>
            <a:chExt cx="444960" cy="68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39249AB-11A3-F2B9-99EC-BA26F3043922}"/>
                    </a:ext>
                  </a:extLst>
                </p14:cNvPr>
                <p14:cNvContentPartPr/>
                <p14:nvPr/>
              </p14:nvContentPartPr>
              <p14:xfrm>
                <a:off x="143526" y="4639983"/>
                <a:ext cx="34200" cy="189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39249AB-11A3-F2B9-99EC-BA26F304392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25886" y="4622343"/>
                  <a:ext cx="698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5FF0F67-0A2A-4A74-BFB8-313655855778}"/>
                    </a:ext>
                  </a:extLst>
                </p14:cNvPr>
                <p14:cNvContentPartPr/>
                <p14:nvPr/>
              </p14:nvContentPartPr>
              <p14:xfrm>
                <a:off x="138126" y="4590663"/>
                <a:ext cx="162360" cy="237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5FF0F67-0A2A-4A74-BFB8-31365585577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20126" y="4573023"/>
                  <a:ext cx="1980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C223FC2-C5A2-9F62-6D67-D520FAA741D5}"/>
                    </a:ext>
                  </a:extLst>
                </p14:cNvPr>
                <p14:cNvContentPartPr/>
                <p14:nvPr/>
              </p14:nvContentPartPr>
              <p14:xfrm>
                <a:off x="352686" y="4761663"/>
                <a:ext cx="126720" cy="102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C223FC2-C5A2-9F62-6D67-D520FAA741D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35046" y="4743663"/>
                  <a:ext cx="162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85867E3-474E-1FC9-FEBC-D95E86096985}"/>
                    </a:ext>
                  </a:extLst>
                </p14:cNvPr>
                <p14:cNvContentPartPr/>
                <p14:nvPr/>
              </p14:nvContentPartPr>
              <p14:xfrm>
                <a:off x="85206" y="4946343"/>
                <a:ext cx="444960" cy="799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85867E3-474E-1FC9-FEBC-D95E8609698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7206" y="4928343"/>
                  <a:ext cx="480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C94FD64-803B-C826-C133-A65070C62CBC}"/>
                    </a:ext>
                  </a:extLst>
                </p14:cNvPr>
                <p14:cNvContentPartPr/>
                <p14:nvPr/>
              </p14:nvContentPartPr>
              <p14:xfrm>
                <a:off x="219126" y="5111223"/>
                <a:ext cx="158400" cy="1594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C94FD64-803B-C826-C133-A65070C62CB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01486" y="5093583"/>
                  <a:ext cx="194040" cy="19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28B0F9C-9177-6AE7-38BE-F94956D9D194}"/>
                  </a:ext>
                </a:extLst>
              </p14:cNvPr>
              <p14:cNvContentPartPr/>
              <p14:nvPr/>
            </p14:nvContentPartPr>
            <p14:xfrm>
              <a:off x="1106526" y="4375743"/>
              <a:ext cx="237240" cy="15436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28B0F9C-9177-6AE7-38BE-F94956D9D194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088526" y="4357743"/>
                <a:ext cx="272880" cy="157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E0D0C21E-BA75-A27E-4264-68CAC5DFD8EB}"/>
                  </a:ext>
                </a:extLst>
              </p14:cNvPr>
              <p14:cNvContentPartPr/>
              <p14:nvPr/>
            </p14:nvContentPartPr>
            <p14:xfrm>
              <a:off x="1527726" y="4637103"/>
              <a:ext cx="6840" cy="1778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E0D0C21E-BA75-A27E-4264-68CAC5DFD8EB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510086" y="4619463"/>
                <a:ext cx="42480" cy="21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967A7E67-06D9-C107-1EDB-CC39A6932054}"/>
              </a:ext>
            </a:extLst>
          </p:cNvPr>
          <p:cNvGrpSpPr/>
          <p:nvPr/>
        </p:nvGrpSpPr>
        <p:grpSpPr>
          <a:xfrm>
            <a:off x="2022006" y="4583823"/>
            <a:ext cx="420840" cy="218880"/>
            <a:chOff x="2022006" y="4583823"/>
            <a:chExt cx="42084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4A5CB3D-9A79-7C18-EC4B-81469E4AF89E}"/>
                    </a:ext>
                  </a:extLst>
                </p14:cNvPr>
                <p14:cNvContentPartPr/>
                <p14:nvPr/>
              </p14:nvContentPartPr>
              <p14:xfrm>
                <a:off x="2022006" y="4680663"/>
                <a:ext cx="145080" cy="21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4A5CB3D-9A79-7C18-EC4B-81469E4AF89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004006" y="4663023"/>
                  <a:ext cx="1807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1F3CF61-0D76-E089-A571-BF98023EFE69}"/>
                    </a:ext>
                  </a:extLst>
                </p14:cNvPr>
                <p14:cNvContentPartPr/>
                <p14:nvPr/>
              </p14:nvContentPartPr>
              <p14:xfrm>
                <a:off x="2327286" y="4583823"/>
                <a:ext cx="115560" cy="218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1F3CF61-0D76-E089-A571-BF98023EFE6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309286" y="4566183"/>
                  <a:ext cx="151200" cy="25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13878CE-68E9-FCC5-44B8-AEF66DCC30DC}"/>
                  </a:ext>
                </a:extLst>
              </p14:cNvPr>
              <p14:cNvContentPartPr/>
              <p14:nvPr/>
            </p14:nvContentPartPr>
            <p14:xfrm>
              <a:off x="2882406" y="4705863"/>
              <a:ext cx="129600" cy="1980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13878CE-68E9-FCC5-44B8-AEF66DCC30DC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2864766" y="4688223"/>
                <a:ext cx="1652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102F582D-DBFA-9BF4-5B5D-BD40088DC6C6}"/>
                  </a:ext>
                </a:extLst>
              </p14:cNvPr>
              <p14:cNvContentPartPr/>
              <p14:nvPr/>
            </p14:nvContentPartPr>
            <p14:xfrm>
              <a:off x="3223686" y="4618023"/>
              <a:ext cx="14040" cy="18324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102F582D-DBFA-9BF4-5B5D-BD40088DC6C6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3205686" y="4600383"/>
                <a:ext cx="496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5F6C4FF-CD2A-C292-174E-10557DF342EF}"/>
                  </a:ext>
                </a:extLst>
              </p14:cNvPr>
              <p14:cNvContentPartPr/>
              <p14:nvPr/>
            </p14:nvContentPartPr>
            <p14:xfrm>
              <a:off x="3627606" y="4699383"/>
              <a:ext cx="139320" cy="165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5F6C4FF-CD2A-C292-174E-10557DF342E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609606" y="4681743"/>
                <a:ext cx="1749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92AD145-65A0-07F3-91A6-F8A4D8EA5023}"/>
                  </a:ext>
                </a:extLst>
              </p14:cNvPr>
              <p14:cNvContentPartPr/>
              <p14:nvPr/>
            </p14:nvContentPartPr>
            <p14:xfrm>
              <a:off x="3971406" y="4629183"/>
              <a:ext cx="261000" cy="15984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92AD145-65A0-07F3-91A6-F8A4D8EA5023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3953406" y="4611543"/>
                <a:ext cx="2966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6673A560-6A09-A2A7-490B-9343FB730441}"/>
                  </a:ext>
                </a:extLst>
              </p14:cNvPr>
              <p14:cNvContentPartPr/>
              <p14:nvPr/>
            </p14:nvContentPartPr>
            <p14:xfrm>
              <a:off x="1451766" y="5089263"/>
              <a:ext cx="168840" cy="2059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6673A560-6A09-A2A7-490B-9343FB730441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1433766" y="5071623"/>
                <a:ext cx="20448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5237B382-F5E3-4B10-D873-7603BBCE6469}"/>
                  </a:ext>
                </a:extLst>
              </p14:cNvPr>
              <p14:cNvContentPartPr/>
              <p14:nvPr/>
            </p14:nvContentPartPr>
            <p14:xfrm>
              <a:off x="2351046" y="5096103"/>
              <a:ext cx="28800" cy="2235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5237B382-F5E3-4B10-D873-7603BBCE6469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2333046" y="5078463"/>
                <a:ext cx="644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EEAA23C2-EEE3-4FB8-5FEB-EB58A83167CA}"/>
                  </a:ext>
                </a:extLst>
              </p14:cNvPr>
              <p14:cNvContentPartPr/>
              <p14:nvPr/>
            </p14:nvContentPartPr>
            <p14:xfrm>
              <a:off x="3145206" y="5091423"/>
              <a:ext cx="196560" cy="2030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EEAA23C2-EEE3-4FB8-5FEB-EB58A83167CA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3127206" y="5073783"/>
                <a:ext cx="23220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6B3B7AEB-FDBC-2D0B-E103-FCD62B627F7E}"/>
                  </a:ext>
                </a:extLst>
              </p14:cNvPr>
              <p14:cNvContentPartPr/>
              <p14:nvPr/>
            </p14:nvContentPartPr>
            <p14:xfrm>
              <a:off x="2182566" y="5554383"/>
              <a:ext cx="166680" cy="19008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6B3B7AEB-FDBC-2D0B-E103-FCD62B627F7E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2164566" y="5536743"/>
                <a:ext cx="20232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993BEAB8-0787-DEA1-CF7D-18194E9105A2}"/>
                  </a:ext>
                </a:extLst>
              </p14:cNvPr>
              <p14:cNvContentPartPr/>
              <p14:nvPr/>
            </p14:nvContentPartPr>
            <p14:xfrm>
              <a:off x="3230526" y="5584263"/>
              <a:ext cx="18000" cy="1587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993BEAB8-0787-DEA1-CF7D-18194E9105A2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3212526" y="5566263"/>
                <a:ext cx="536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D0437761-E255-A7E8-E0FF-86E8F9CB55AF}"/>
                  </a:ext>
                </a:extLst>
              </p14:cNvPr>
              <p14:cNvContentPartPr/>
              <p14:nvPr/>
            </p14:nvContentPartPr>
            <p14:xfrm>
              <a:off x="3962766" y="5587143"/>
              <a:ext cx="234000" cy="2692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D0437761-E255-A7E8-E0FF-86E8F9CB55AF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3944766" y="5569143"/>
                <a:ext cx="269640" cy="30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FA4FD49-F0E2-AE9B-8F39-E63F95873D6D}"/>
              </a:ext>
            </a:extLst>
          </p:cNvPr>
          <p:cNvGrpSpPr/>
          <p:nvPr/>
        </p:nvGrpSpPr>
        <p:grpSpPr>
          <a:xfrm>
            <a:off x="1074126" y="5539263"/>
            <a:ext cx="776160" cy="857160"/>
            <a:chOff x="1074126" y="5539263"/>
            <a:chExt cx="776160" cy="85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DEDBB44-7F8C-A960-E613-6A4B02A0D29C}"/>
                    </a:ext>
                  </a:extLst>
                </p14:cNvPr>
                <p14:cNvContentPartPr/>
                <p14:nvPr/>
              </p14:nvContentPartPr>
              <p14:xfrm>
                <a:off x="1511526" y="5539263"/>
                <a:ext cx="156960" cy="161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DEDBB44-7F8C-A960-E613-6A4B02A0D29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493526" y="5521623"/>
                  <a:ext cx="192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2295D68-2E62-24BE-4385-D353F40DFAFC}"/>
                    </a:ext>
                  </a:extLst>
                </p14:cNvPr>
                <p14:cNvContentPartPr/>
                <p14:nvPr/>
              </p14:nvContentPartPr>
              <p14:xfrm>
                <a:off x="1074126" y="5835543"/>
                <a:ext cx="426240" cy="560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2295D68-2E62-24BE-4385-D353F40DFAF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56486" y="5817543"/>
                  <a:ext cx="46188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2072689-00F6-0D47-C048-249BF2BC5439}"/>
                    </a:ext>
                  </a:extLst>
                </p14:cNvPr>
                <p14:cNvContentPartPr/>
                <p14:nvPr/>
              </p14:nvContentPartPr>
              <p14:xfrm>
                <a:off x="1672086" y="5992863"/>
                <a:ext cx="178200" cy="217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2072689-00F6-0D47-C048-249BF2BC543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654446" y="5974863"/>
                  <a:ext cx="213840" cy="25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3CCC431E-2D1B-979E-FE44-ED63B5CD20E0}"/>
                  </a:ext>
                </a:extLst>
              </p14:cNvPr>
              <p14:cNvContentPartPr/>
              <p14:nvPr/>
            </p14:nvContentPartPr>
            <p14:xfrm>
              <a:off x="2607006" y="5997903"/>
              <a:ext cx="31680" cy="2664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3CCC431E-2D1B-979E-FE44-ED63B5CD20E0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2589366" y="5980263"/>
                <a:ext cx="6732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B485E326-713B-2F47-ADF0-A613ABCEF099}"/>
                  </a:ext>
                </a:extLst>
              </p14:cNvPr>
              <p14:cNvContentPartPr/>
              <p14:nvPr/>
            </p14:nvContentPartPr>
            <p14:xfrm>
              <a:off x="3309366" y="6053703"/>
              <a:ext cx="147960" cy="18504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B485E326-713B-2F47-ADF0-A613ABCEF099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3291366" y="6035703"/>
                <a:ext cx="1836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1F293E22-5574-2281-983D-BC6FB8B58361}"/>
                  </a:ext>
                </a:extLst>
              </p14:cNvPr>
              <p14:cNvContentPartPr/>
              <p14:nvPr/>
            </p14:nvContentPartPr>
            <p14:xfrm>
              <a:off x="4179846" y="5995383"/>
              <a:ext cx="18000" cy="2170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1F293E22-5574-2281-983D-BC6FB8B58361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4162206" y="5977743"/>
                <a:ext cx="5364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0CE70021-CE6F-4B7F-9684-6730AA9F4773}"/>
                  </a:ext>
                </a:extLst>
              </p14:cNvPr>
              <p14:cNvContentPartPr/>
              <p14:nvPr/>
            </p14:nvContentPartPr>
            <p14:xfrm>
              <a:off x="4450926" y="4498503"/>
              <a:ext cx="391320" cy="199872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0CE70021-CE6F-4B7F-9684-6730AA9F4773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4432926" y="4480863"/>
                <a:ext cx="426960" cy="20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5440EB6-BFE0-C9AA-27F8-9F163714D99C}"/>
              </a:ext>
            </a:extLst>
          </p:cNvPr>
          <p:cNvGrpSpPr/>
          <p:nvPr/>
        </p:nvGrpSpPr>
        <p:grpSpPr>
          <a:xfrm>
            <a:off x="5372166" y="5301663"/>
            <a:ext cx="167400" cy="132120"/>
            <a:chOff x="5372166" y="5301663"/>
            <a:chExt cx="167400" cy="1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A617655-8BE6-30F2-4FAB-B754970D8DE0}"/>
                    </a:ext>
                  </a:extLst>
                </p14:cNvPr>
                <p14:cNvContentPartPr/>
                <p14:nvPr/>
              </p14:nvContentPartPr>
              <p14:xfrm>
                <a:off x="5372166" y="5301663"/>
                <a:ext cx="99000" cy="133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A617655-8BE6-30F2-4FAB-B754970D8DE0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354166" y="5283663"/>
                  <a:ext cx="134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B496DFE-7C98-9178-AEC7-8BA1E21E697F}"/>
                    </a:ext>
                  </a:extLst>
                </p14:cNvPr>
                <p14:cNvContentPartPr/>
                <p14:nvPr/>
              </p14:nvContentPartPr>
              <p14:xfrm>
                <a:off x="5390166" y="5384103"/>
                <a:ext cx="149400" cy="496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B496DFE-7C98-9178-AEC7-8BA1E21E697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372526" y="5366463"/>
                  <a:ext cx="18504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273BA4D2-01BA-EDD5-838C-51BD2124C1BC}"/>
              </a:ext>
            </a:extLst>
          </p:cNvPr>
          <p:cNvGrpSpPr/>
          <p:nvPr/>
        </p:nvGrpSpPr>
        <p:grpSpPr>
          <a:xfrm>
            <a:off x="5969046" y="4589583"/>
            <a:ext cx="569880" cy="1732320"/>
            <a:chOff x="5969046" y="4589583"/>
            <a:chExt cx="569880" cy="173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B3CA7DA-6EF7-C9B5-6E3B-B04272048572}"/>
                    </a:ext>
                  </a:extLst>
                </p14:cNvPr>
                <p14:cNvContentPartPr/>
                <p14:nvPr/>
              </p14:nvContentPartPr>
              <p14:xfrm>
                <a:off x="5969046" y="4589583"/>
                <a:ext cx="528120" cy="17323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B3CA7DA-6EF7-C9B5-6E3B-B0427204857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951406" y="4571583"/>
                  <a:ext cx="563760" cy="176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A392A9B-C231-45AE-59A6-BBDC1CB9ABFD}"/>
                    </a:ext>
                  </a:extLst>
                </p14:cNvPr>
                <p14:cNvContentPartPr/>
                <p14:nvPr/>
              </p14:nvContentPartPr>
              <p14:xfrm>
                <a:off x="6383406" y="4644663"/>
                <a:ext cx="155520" cy="212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A392A9B-C231-45AE-59A6-BBDC1CB9ABF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365766" y="4626663"/>
                  <a:ext cx="191160" cy="24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76B4E6C5-3160-D4E7-96BC-FE1B5886A3CC}"/>
                  </a:ext>
                </a:extLst>
              </p14:cNvPr>
              <p14:cNvContentPartPr/>
              <p14:nvPr/>
            </p14:nvContentPartPr>
            <p14:xfrm>
              <a:off x="7252086" y="4596423"/>
              <a:ext cx="188640" cy="2491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76B4E6C5-3160-D4E7-96BC-FE1B5886A3CC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7234446" y="4578423"/>
                <a:ext cx="224280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EF9CFCA-9E2A-53D5-3A9A-F59502666D79}"/>
              </a:ext>
            </a:extLst>
          </p:cNvPr>
          <p:cNvGrpSpPr/>
          <p:nvPr/>
        </p:nvGrpSpPr>
        <p:grpSpPr>
          <a:xfrm>
            <a:off x="8007006" y="4579143"/>
            <a:ext cx="292320" cy="257400"/>
            <a:chOff x="8007006" y="4579143"/>
            <a:chExt cx="29232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07000C6-1776-35E7-7799-0472FB9F3737}"/>
                    </a:ext>
                  </a:extLst>
                </p14:cNvPr>
                <p14:cNvContentPartPr/>
                <p14:nvPr/>
              </p14:nvContentPartPr>
              <p14:xfrm>
                <a:off x="8007006" y="4679223"/>
                <a:ext cx="144720" cy="9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07000C6-1776-35E7-7799-0472FB9F373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989006" y="4661583"/>
                  <a:ext cx="180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F0A3BAA-3584-DBB4-1653-B358851D1261}"/>
                    </a:ext>
                  </a:extLst>
                </p14:cNvPr>
                <p14:cNvContentPartPr/>
                <p14:nvPr/>
              </p14:nvContentPartPr>
              <p14:xfrm>
                <a:off x="8274486" y="4579143"/>
                <a:ext cx="24840" cy="257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F0A3BAA-3584-DBB4-1653-B358851D126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256846" y="4561503"/>
                  <a:ext cx="60480" cy="29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6B19A76F-673D-B1EF-B23C-4E2169EBAF3F}"/>
                  </a:ext>
                </a:extLst>
              </p14:cNvPr>
              <p14:cNvContentPartPr/>
              <p14:nvPr/>
            </p14:nvContentPartPr>
            <p14:xfrm>
              <a:off x="8977566" y="4574463"/>
              <a:ext cx="248040" cy="2574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6B19A76F-673D-B1EF-B23C-4E2169EBAF3F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8959926" y="4556463"/>
                <a:ext cx="2836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ED8E81FB-6663-F173-4784-BFE42A5A5343}"/>
                  </a:ext>
                </a:extLst>
              </p14:cNvPr>
              <p14:cNvContentPartPr/>
              <p14:nvPr/>
            </p14:nvContentPartPr>
            <p14:xfrm>
              <a:off x="7197366" y="5222463"/>
              <a:ext cx="171000" cy="13788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ED8E81FB-6663-F173-4784-BFE42A5A5343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7179366" y="5204463"/>
                <a:ext cx="2066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B829FEDB-80CC-DEA9-0FA4-56F965989620}"/>
                  </a:ext>
                </a:extLst>
              </p14:cNvPr>
              <p14:cNvContentPartPr/>
              <p14:nvPr/>
            </p14:nvContentPartPr>
            <p14:xfrm>
              <a:off x="8192766" y="5127063"/>
              <a:ext cx="20880" cy="18180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B829FEDB-80CC-DEA9-0FA4-56F965989620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8175126" y="5109423"/>
                <a:ext cx="565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5C41AEC7-35DD-B227-80C9-2497ABC72ED4}"/>
                  </a:ext>
                </a:extLst>
              </p14:cNvPr>
              <p14:cNvContentPartPr/>
              <p14:nvPr/>
            </p14:nvContentPartPr>
            <p14:xfrm>
              <a:off x="9014286" y="5070903"/>
              <a:ext cx="167760" cy="2206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5C41AEC7-35DD-B227-80C9-2497ABC72ED4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8996286" y="5052903"/>
                <a:ext cx="203400" cy="25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39E2D25-AFC4-27E0-EB6A-D56785E3793A}"/>
              </a:ext>
            </a:extLst>
          </p:cNvPr>
          <p:cNvGrpSpPr/>
          <p:nvPr/>
        </p:nvGrpSpPr>
        <p:grpSpPr>
          <a:xfrm>
            <a:off x="6298086" y="5122023"/>
            <a:ext cx="310320" cy="735840"/>
            <a:chOff x="6298086" y="5122023"/>
            <a:chExt cx="310320" cy="73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CA4F553-6C20-89B4-C449-08E7E872D26E}"/>
                    </a:ext>
                  </a:extLst>
                </p14:cNvPr>
                <p14:cNvContentPartPr/>
                <p14:nvPr/>
              </p14:nvContentPartPr>
              <p14:xfrm>
                <a:off x="6312126" y="5122023"/>
                <a:ext cx="9720" cy="1879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CA4F553-6C20-89B4-C449-08E7E872D26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294486" y="5104023"/>
                  <a:ext cx="453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B724150-3E7C-F82E-334B-EAAB1D7DCCE0}"/>
                    </a:ext>
                  </a:extLst>
                </p14:cNvPr>
                <p14:cNvContentPartPr/>
                <p14:nvPr/>
              </p14:nvContentPartPr>
              <p14:xfrm>
                <a:off x="6298086" y="5284023"/>
                <a:ext cx="159120" cy="1987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B724150-3E7C-F82E-334B-EAAB1D7DCCE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280086" y="5266383"/>
                  <a:ext cx="1947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7ED1B9D-5665-75E4-6236-AFBCD49EBAB8}"/>
                    </a:ext>
                  </a:extLst>
                </p14:cNvPr>
                <p14:cNvContentPartPr/>
                <p14:nvPr/>
              </p14:nvContentPartPr>
              <p14:xfrm>
                <a:off x="6412566" y="5437023"/>
                <a:ext cx="195840" cy="1486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7ED1B9D-5665-75E4-6236-AFBCD49EBAB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394566" y="5419383"/>
                  <a:ext cx="2314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A544F72-FD90-547F-89F4-DE361D3FCE0D}"/>
                    </a:ext>
                  </a:extLst>
                </p14:cNvPr>
                <p14:cNvContentPartPr/>
                <p14:nvPr/>
              </p14:nvContentPartPr>
              <p14:xfrm>
                <a:off x="6450006" y="5695503"/>
                <a:ext cx="154440" cy="1623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A544F72-FD90-547F-89F4-DE361D3FCE0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432366" y="5677863"/>
                  <a:ext cx="190080" cy="1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B087AA7-D289-C049-AE80-B8B55E9D039C}"/>
                  </a:ext>
                </a:extLst>
              </p14:cNvPr>
              <p14:cNvContentPartPr/>
              <p14:nvPr/>
            </p14:nvContentPartPr>
            <p14:xfrm>
              <a:off x="7184046" y="5675343"/>
              <a:ext cx="33840" cy="11844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B087AA7-D289-C049-AE80-B8B55E9D039C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7166046" y="5657343"/>
                <a:ext cx="6948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CA8D5F8-09A2-1C57-418F-8DD3EDB2F23B}"/>
              </a:ext>
            </a:extLst>
          </p:cNvPr>
          <p:cNvGrpSpPr/>
          <p:nvPr/>
        </p:nvGrpSpPr>
        <p:grpSpPr>
          <a:xfrm>
            <a:off x="8060286" y="5590023"/>
            <a:ext cx="246600" cy="241560"/>
            <a:chOff x="8060286" y="5590023"/>
            <a:chExt cx="24660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F7F957B-E3E2-0DD4-331B-049CCAA6604A}"/>
                    </a:ext>
                  </a:extLst>
                </p14:cNvPr>
                <p14:cNvContentPartPr/>
                <p14:nvPr/>
              </p14:nvContentPartPr>
              <p14:xfrm>
                <a:off x="8060286" y="5622423"/>
                <a:ext cx="91800" cy="2091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F7F957B-E3E2-0DD4-331B-049CCAA6604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042646" y="5604423"/>
                  <a:ext cx="127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4EC7231-4D53-2271-3455-0226451B842B}"/>
                    </a:ext>
                  </a:extLst>
                </p14:cNvPr>
                <p14:cNvContentPartPr/>
                <p14:nvPr/>
              </p14:nvContentPartPr>
              <p14:xfrm>
                <a:off x="8124366" y="5590023"/>
                <a:ext cx="182520" cy="460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4EC7231-4D53-2271-3455-0226451B842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106726" y="5572023"/>
                  <a:ext cx="218160" cy="8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D3788ED5-9CC8-7EDE-8554-4B0390D3321E}"/>
                  </a:ext>
                </a:extLst>
              </p14:cNvPr>
              <p14:cNvContentPartPr/>
              <p14:nvPr/>
            </p14:nvContentPartPr>
            <p14:xfrm>
              <a:off x="8826366" y="5567703"/>
              <a:ext cx="226440" cy="19980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D3788ED5-9CC8-7EDE-8554-4B0390D3321E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8808366" y="5549703"/>
                <a:ext cx="26208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2426FCBD-C59D-3BB0-3AFE-D79AA0C9CCF6}"/>
                  </a:ext>
                </a:extLst>
              </p14:cNvPr>
              <p14:cNvContentPartPr/>
              <p14:nvPr/>
            </p14:nvContentPartPr>
            <p14:xfrm>
              <a:off x="6384486" y="6085023"/>
              <a:ext cx="194040" cy="16308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2426FCBD-C59D-3BB0-3AFE-D79AA0C9CCF6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6366486" y="6067023"/>
                <a:ext cx="2296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4525B88D-5976-2A64-EBDA-AEC3B8DAB3DE}"/>
                  </a:ext>
                </a:extLst>
              </p14:cNvPr>
              <p14:cNvContentPartPr/>
              <p14:nvPr/>
            </p14:nvContentPartPr>
            <p14:xfrm>
              <a:off x="7280526" y="6072783"/>
              <a:ext cx="218160" cy="20520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4525B88D-5976-2A64-EBDA-AEC3B8DAB3DE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7262526" y="6054783"/>
                <a:ext cx="2538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7D715E81-BA89-F129-4558-352883DA30B1}"/>
                  </a:ext>
                </a:extLst>
              </p14:cNvPr>
              <p14:cNvContentPartPr/>
              <p14:nvPr/>
            </p14:nvContentPartPr>
            <p14:xfrm>
              <a:off x="8198886" y="6008343"/>
              <a:ext cx="174600" cy="20052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7D715E81-BA89-F129-4558-352883DA30B1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8180886" y="5990343"/>
                <a:ext cx="2102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62BB394B-90BC-65DE-F84A-D5FEB46CF172}"/>
                  </a:ext>
                </a:extLst>
              </p14:cNvPr>
              <p14:cNvContentPartPr/>
              <p14:nvPr/>
            </p14:nvContentPartPr>
            <p14:xfrm>
              <a:off x="9049206" y="6070263"/>
              <a:ext cx="82800" cy="30384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62BB394B-90BC-65DE-F84A-D5FEB46CF172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9031206" y="6052623"/>
                <a:ext cx="11844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D19E13F7-F0B0-A027-19A6-ABC7F0FF57EE}"/>
                  </a:ext>
                </a:extLst>
              </p14:cNvPr>
              <p14:cNvContentPartPr/>
              <p14:nvPr/>
            </p14:nvContentPartPr>
            <p14:xfrm>
              <a:off x="9352326" y="4453503"/>
              <a:ext cx="482400" cy="19818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D19E13F7-F0B0-A027-19A6-ABC7F0FF57EE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9334686" y="4435863"/>
                <a:ext cx="518040" cy="201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D46FE80-384D-12E1-B84D-A3AE5E7BEF96}"/>
              </a:ext>
            </a:extLst>
          </p:cNvPr>
          <p:cNvGrpSpPr/>
          <p:nvPr/>
        </p:nvGrpSpPr>
        <p:grpSpPr>
          <a:xfrm>
            <a:off x="10361046" y="5052543"/>
            <a:ext cx="307440" cy="447480"/>
            <a:chOff x="10361046" y="5052543"/>
            <a:chExt cx="30744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123D247-8B9A-00AC-FCB6-B931EF4220F1}"/>
                    </a:ext>
                  </a:extLst>
                </p14:cNvPr>
                <p14:cNvContentPartPr/>
                <p14:nvPr/>
              </p14:nvContentPartPr>
              <p14:xfrm>
                <a:off x="10386966" y="5237223"/>
                <a:ext cx="79560" cy="2628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123D247-8B9A-00AC-FCB6-B931EF4220F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368966" y="5219583"/>
                  <a:ext cx="1152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A4E7F07-2A76-9D89-302D-76883572A6C2}"/>
                    </a:ext>
                  </a:extLst>
                </p14:cNvPr>
                <p14:cNvContentPartPr/>
                <p14:nvPr/>
              </p14:nvContentPartPr>
              <p14:xfrm>
                <a:off x="10470486" y="5052543"/>
                <a:ext cx="151560" cy="3744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A4E7F07-2A76-9D89-302D-76883572A6C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452486" y="5034543"/>
                  <a:ext cx="1872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725992F-2743-1382-3534-7FB6E89A5CB4}"/>
                    </a:ext>
                  </a:extLst>
                </p14:cNvPr>
                <p14:cNvContentPartPr/>
                <p14:nvPr/>
              </p14:nvContentPartPr>
              <p14:xfrm>
                <a:off x="10361046" y="5284023"/>
                <a:ext cx="307440" cy="950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725992F-2743-1382-3534-7FB6E89A5CB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343406" y="5266383"/>
                  <a:ext cx="34308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4D2B8C27-E53F-31B1-754C-B688EED3737F}"/>
                  </a:ext>
                </a:extLst>
              </p14:cNvPr>
              <p14:cNvContentPartPr/>
              <p14:nvPr/>
            </p14:nvContentPartPr>
            <p14:xfrm>
              <a:off x="2186166" y="5033103"/>
              <a:ext cx="395640" cy="38556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4D2B8C27-E53F-31B1-754C-B688EED3737F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2168526" y="5015103"/>
                <a:ext cx="43128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98AD8D59-8C4D-E058-7404-0C02DEFD16EE}"/>
                  </a:ext>
                </a:extLst>
              </p14:cNvPr>
              <p14:cNvContentPartPr/>
              <p14:nvPr/>
            </p14:nvContentPartPr>
            <p14:xfrm>
              <a:off x="2449686" y="4692903"/>
              <a:ext cx="1800" cy="180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98AD8D59-8C4D-E058-7404-0C02DEFD16EE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2432046" y="4675263"/>
                <a:ext cx="374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E40CE980-4F72-5A08-C9BF-BA14D6245A02}"/>
                  </a:ext>
                </a:extLst>
              </p14:cNvPr>
              <p14:cNvContentPartPr/>
              <p14:nvPr/>
            </p14:nvContentPartPr>
            <p14:xfrm>
              <a:off x="2415486" y="5225343"/>
              <a:ext cx="1440" cy="216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E40CE980-4F72-5A08-C9BF-BA14D6245A02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2397846" y="5207703"/>
                <a:ext cx="3708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D4C1EEB-5F53-7F71-95FB-72B0ED98170E}"/>
              </a:ext>
            </a:extLst>
          </p:cNvPr>
          <p:cNvGrpSpPr/>
          <p:nvPr/>
        </p:nvGrpSpPr>
        <p:grpSpPr>
          <a:xfrm>
            <a:off x="2496126" y="4695063"/>
            <a:ext cx="22320" cy="5040"/>
            <a:chOff x="2496126" y="4695063"/>
            <a:chExt cx="22320" cy="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93D38D2-32D6-F363-B5A6-72ED950DDA91}"/>
                    </a:ext>
                  </a:extLst>
                </p14:cNvPr>
                <p14:cNvContentPartPr/>
                <p14:nvPr/>
              </p14:nvContentPartPr>
              <p14:xfrm>
                <a:off x="2496126" y="4697583"/>
                <a:ext cx="360" cy="3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93D38D2-32D6-F363-B5A6-72ED950DDA9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78486" y="46795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71E6F2C-E31A-4AD3-AEAF-B734CF150C55}"/>
                    </a:ext>
                  </a:extLst>
                </p14:cNvPr>
                <p14:cNvContentPartPr/>
                <p14:nvPr/>
              </p14:nvContentPartPr>
              <p14:xfrm>
                <a:off x="2500446" y="4695063"/>
                <a:ext cx="2880" cy="28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71E6F2C-E31A-4AD3-AEAF-B734CF150C5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482806" y="4677423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1D3215B-3DF6-D414-C756-9C5195EF9DDE}"/>
                    </a:ext>
                  </a:extLst>
                </p14:cNvPr>
                <p14:cNvContentPartPr/>
                <p14:nvPr/>
              </p14:nvContentPartPr>
              <p14:xfrm>
                <a:off x="2517366" y="4696863"/>
                <a:ext cx="1080" cy="32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1D3215B-3DF6-D414-C756-9C5195EF9DD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99726" y="4679223"/>
                  <a:ext cx="3672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214D6778-5902-AC95-2778-5E982CE51852}"/>
              </a:ext>
            </a:extLst>
          </p:cNvPr>
          <p:cNvGrpSpPr/>
          <p:nvPr/>
        </p:nvGrpSpPr>
        <p:grpSpPr>
          <a:xfrm>
            <a:off x="2425926" y="5676063"/>
            <a:ext cx="15120" cy="14040"/>
            <a:chOff x="2425926" y="5676063"/>
            <a:chExt cx="15120" cy="1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C36727D-A66E-4D37-B857-ECB35F8C3B33}"/>
                    </a:ext>
                  </a:extLst>
                </p14:cNvPr>
                <p14:cNvContentPartPr/>
                <p14:nvPr/>
              </p14:nvContentPartPr>
              <p14:xfrm>
                <a:off x="2425926" y="5676063"/>
                <a:ext cx="2160" cy="50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C36727D-A66E-4D37-B857-ECB35F8C3B3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407926" y="5658063"/>
                  <a:ext cx="37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87A4324-779D-BADD-77B5-DD5AA2D71F2C}"/>
                    </a:ext>
                  </a:extLst>
                </p14:cNvPr>
                <p14:cNvContentPartPr/>
                <p14:nvPr/>
              </p14:nvContentPartPr>
              <p14:xfrm>
                <a:off x="2440686" y="5689743"/>
                <a:ext cx="360" cy="3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87A4324-779D-BADD-77B5-DD5AA2D71F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22686" y="56721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328764ED-A3CA-171F-CDAE-DA2FABBC0A19}"/>
              </a:ext>
            </a:extLst>
          </p:cNvPr>
          <p:cNvGrpSpPr/>
          <p:nvPr/>
        </p:nvGrpSpPr>
        <p:grpSpPr>
          <a:xfrm>
            <a:off x="2658486" y="6475983"/>
            <a:ext cx="57240" cy="10080"/>
            <a:chOff x="2658486" y="6475983"/>
            <a:chExt cx="57240" cy="1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F315E75-2E2F-F8A2-92AB-E6F2354BC437}"/>
                    </a:ext>
                  </a:extLst>
                </p14:cNvPr>
                <p14:cNvContentPartPr/>
                <p14:nvPr/>
              </p14:nvContentPartPr>
              <p14:xfrm>
                <a:off x="2715366" y="6485703"/>
                <a:ext cx="360" cy="3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F315E75-2E2F-F8A2-92AB-E6F2354BC43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97366" y="64680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7D8CFC6-7DC2-D2B0-179D-3E301CF350FD}"/>
                    </a:ext>
                  </a:extLst>
                </p14:cNvPr>
                <p14:cNvContentPartPr/>
                <p14:nvPr/>
              </p14:nvContentPartPr>
              <p14:xfrm>
                <a:off x="2658486" y="6475983"/>
                <a:ext cx="2160" cy="32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7D8CFC6-7DC2-D2B0-179D-3E301CF350F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40846" y="6457983"/>
                  <a:ext cx="378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C40531A2-A2D5-E962-8CC2-E6249EDE4572}"/>
              </a:ext>
            </a:extLst>
          </p:cNvPr>
          <p:cNvGrpSpPr/>
          <p:nvPr/>
        </p:nvGrpSpPr>
        <p:grpSpPr>
          <a:xfrm>
            <a:off x="3835686" y="5068023"/>
            <a:ext cx="666000" cy="345960"/>
            <a:chOff x="3835686" y="5068023"/>
            <a:chExt cx="66600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16A4BF0-3BE6-4066-9B3E-E23145D27447}"/>
                    </a:ext>
                  </a:extLst>
                </p14:cNvPr>
                <p14:cNvContentPartPr/>
                <p14:nvPr/>
              </p14:nvContentPartPr>
              <p14:xfrm>
                <a:off x="3835686" y="5068023"/>
                <a:ext cx="70200" cy="2102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16A4BF0-3BE6-4066-9B3E-E23145D2744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818046" y="5050023"/>
                  <a:ext cx="1058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BE4E6A6-90FA-6740-87CD-B2FC221C89F3}"/>
                    </a:ext>
                  </a:extLst>
                </p14:cNvPr>
                <p14:cNvContentPartPr/>
                <p14:nvPr/>
              </p14:nvContentPartPr>
              <p14:xfrm>
                <a:off x="3905886" y="5167743"/>
                <a:ext cx="212760" cy="229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BE4E6A6-90FA-6740-87CD-B2FC221C89F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888246" y="5150103"/>
                  <a:ext cx="2484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2100656-3CED-D287-E463-FB1D3AB2ACA7}"/>
                    </a:ext>
                  </a:extLst>
                </p14:cNvPr>
                <p14:cNvContentPartPr/>
                <p14:nvPr/>
              </p14:nvContentPartPr>
              <p14:xfrm>
                <a:off x="4197126" y="5310663"/>
                <a:ext cx="304560" cy="103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2100656-3CED-D287-E463-FB1D3AB2ACA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179126" y="5293023"/>
                  <a:ext cx="340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2CA1708-75EA-9733-BBFB-C74FC99DBF9B}"/>
                    </a:ext>
                  </a:extLst>
                </p14:cNvPr>
                <p14:cNvContentPartPr/>
                <p14:nvPr/>
              </p14:nvContentPartPr>
              <p14:xfrm>
                <a:off x="3877806" y="5322543"/>
                <a:ext cx="4680" cy="100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2CA1708-75EA-9733-BBFB-C74FC99DBF9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860166" y="5304543"/>
                  <a:ext cx="40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08710B0-2E8D-2570-49E8-57018C11F375}"/>
                    </a:ext>
                  </a:extLst>
                </p14:cNvPr>
                <p14:cNvContentPartPr/>
                <p14:nvPr/>
              </p14:nvContentPartPr>
              <p14:xfrm>
                <a:off x="3956646" y="5259183"/>
                <a:ext cx="2880" cy="2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08710B0-2E8D-2570-49E8-57018C11F37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938646" y="5241183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E8346EDA-EBF0-F518-0F8B-78F11C0EADD6}"/>
                  </a:ext>
                </a:extLst>
              </p14:cNvPr>
              <p14:cNvContentPartPr/>
              <p14:nvPr/>
            </p14:nvContentPartPr>
            <p14:xfrm>
              <a:off x="6754926" y="4755543"/>
              <a:ext cx="360" cy="36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E8346EDA-EBF0-F518-0F8B-78F11C0EADD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736926" y="473754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8745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8ED2739-5295-E83B-E652-159727C93FC4}"/>
                  </a:ext>
                </a:extLst>
              </p14:cNvPr>
              <p14:cNvContentPartPr/>
              <p14:nvPr/>
            </p14:nvContentPartPr>
            <p14:xfrm>
              <a:off x="146046" y="337983"/>
              <a:ext cx="149040" cy="320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8ED2739-5295-E83B-E652-159727C93F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46" y="320343"/>
                <a:ext cx="184680" cy="35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B835E246-0354-909E-8F12-093690229E1E}"/>
              </a:ext>
            </a:extLst>
          </p:cNvPr>
          <p:cNvGrpSpPr/>
          <p:nvPr/>
        </p:nvGrpSpPr>
        <p:grpSpPr>
          <a:xfrm>
            <a:off x="170886" y="212343"/>
            <a:ext cx="1958760" cy="2133360"/>
            <a:chOff x="170886" y="212343"/>
            <a:chExt cx="1958760" cy="213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9F1AB60-C88A-7A7A-AF04-0AD4378D7D8E}"/>
                    </a:ext>
                  </a:extLst>
                </p14:cNvPr>
                <p14:cNvContentPartPr/>
                <p14:nvPr/>
              </p14:nvContentPartPr>
              <p14:xfrm>
                <a:off x="363486" y="586743"/>
                <a:ext cx="19800" cy="233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9F1AB60-C88A-7A7A-AF04-0AD4378D7D8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5486" y="568743"/>
                  <a:ext cx="554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50AAA1-8D9B-A97C-7714-94A52959745C}"/>
                    </a:ext>
                  </a:extLst>
                </p14:cNvPr>
                <p14:cNvContentPartPr/>
                <p14:nvPr/>
              </p14:nvContentPartPr>
              <p14:xfrm>
                <a:off x="535926" y="546783"/>
                <a:ext cx="181800" cy="19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50AAA1-8D9B-A97C-7714-94A5295974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7926" y="529143"/>
                  <a:ext cx="2174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2BE444-6547-55C6-9ABD-CBECA9B49108}"/>
                    </a:ext>
                  </a:extLst>
                </p14:cNvPr>
                <p14:cNvContentPartPr/>
                <p14:nvPr/>
              </p14:nvContentPartPr>
              <p14:xfrm>
                <a:off x="607926" y="465783"/>
                <a:ext cx="38520" cy="225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2BE444-6547-55C6-9ABD-CBECA9B491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0286" y="447783"/>
                  <a:ext cx="741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272AFCF-4F1A-8DE7-615D-1DF076741B8F}"/>
                    </a:ext>
                  </a:extLst>
                </p14:cNvPr>
                <p14:cNvContentPartPr/>
                <p14:nvPr/>
              </p14:nvContentPartPr>
              <p14:xfrm>
                <a:off x="805566" y="435903"/>
                <a:ext cx="127800" cy="258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272AFCF-4F1A-8DE7-615D-1DF076741B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7926" y="417903"/>
                  <a:ext cx="1634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BD307CD-8313-5AA7-1767-82D613C353CE}"/>
                    </a:ext>
                  </a:extLst>
                </p14:cNvPr>
                <p14:cNvContentPartPr/>
                <p14:nvPr/>
              </p14:nvContentPartPr>
              <p14:xfrm>
                <a:off x="1065486" y="477303"/>
                <a:ext cx="14760" cy="185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BD307CD-8313-5AA7-1767-82D613C353C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7846" y="459303"/>
                  <a:ext cx="504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0660ACC-DCFB-0B53-2B4F-248D1B701EBC}"/>
                    </a:ext>
                  </a:extLst>
                </p14:cNvPr>
                <p14:cNvContentPartPr/>
                <p14:nvPr/>
              </p14:nvContentPartPr>
              <p14:xfrm>
                <a:off x="1076286" y="332583"/>
                <a:ext cx="182520" cy="317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0660ACC-DCFB-0B53-2B4F-248D1B701EB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8286" y="314943"/>
                  <a:ext cx="2181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B150A2-5C6E-764E-5990-CAB29FFC1325}"/>
                    </a:ext>
                  </a:extLst>
                </p14:cNvPr>
                <p14:cNvContentPartPr/>
                <p14:nvPr/>
              </p14:nvContentPartPr>
              <p14:xfrm>
                <a:off x="1307046" y="597903"/>
                <a:ext cx="330120" cy="130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B150A2-5C6E-764E-5990-CAB29FFC132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89406" y="579903"/>
                  <a:ext cx="365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3E7870-D76B-DDE7-45B1-C5770568714D}"/>
                    </a:ext>
                  </a:extLst>
                </p14:cNvPr>
                <p14:cNvContentPartPr/>
                <p14:nvPr/>
              </p14:nvContentPartPr>
              <p14:xfrm>
                <a:off x="170886" y="950703"/>
                <a:ext cx="146160" cy="295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3E7870-D76B-DDE7-45B1-C5770568714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3246" y="932703"/>
                  <a:ext cx="1818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AAC35DD-CD7B-2FE7-8BC6-088781C1418A}"/>
                    </a:ext>
                  </a:extLst>
                </p14:cNvPr>
                <p14:cNvContentPartPr/>
                <p14:nvPr/>
              </p14:nvContentPartPr>
              <p14:xfrm>
                <a:off x="328926" y="1202703"/>
                <a:ext cx="118440" cy="238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AAC35DD-CD7B-2FE7-8BC6-088781C141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1286" y="1184703"/>
                  <a:ext cx="1540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830B98-EDFC-1489-A1CE-D53917ADF488}"/>
                    </a:ext>
                  </a:extLst>
                </p14:cNvPr>
                <p14:cNvContentPartPr/>
                <p14:nvPr/>
              </p14:nvContentPartPr>
              <p14:xfrm>
                <a:off x="562206" y="1162023"/>
                <a:ext cx="151560" cy="9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830B98-EDFC-1489-A1CE-D53917ADF48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4206" y="1144383"/>
                  <a:ext cx="187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46C6D88-6453-C0AD-91D3-781EA08F29A4}"/>
                    </a:ext>
                  </a:extLst>
                </p14:cNvPr>
                <p14:cNvContentPartPr/>
                <p14:nvPr/>
              </p14:nvContentPartPr>
              <p14:xfrm>
                <a:off x="812406" y="998943"/>
                <a:ext cx="180360" cy="273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46C6D88-6453-C0AD-91D3-781EA08F29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4406" y="981303"/>
                  <a:ext cx="2160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6D939B0-5C6F-8228-BAF3-1863ECE9AAF0}"/>
                    </a:ext>
                  </a:extLst>
                </p14:cNvPr>
                <p14:cNvContentPartPr/>
                <p14:nvPr/>
              </p14:nvContentPartPr>
              <p14:xfrm>
                <a:off x="1062606" y="948183"/>
                <a:ext cx="176040" cy="329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6D939B0-5C6F-8228-BAF3-1863ECE9AA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4606" y="930543"/>
                  <a:ext cx="2116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7B69343-1BE7-5F91-BAA3-C4C1A469F615}"/>
                    </a:ext>
                  </a:extLst>
                </p14:cNvPr>
                <p14:cNvContentPartPr/>
                <p14:nvPr/>
              </p14:nvContentPartPr>
              <p14:xfrm>
                <a:off x="1339086" y="1154463"/>
                <a:ext cx="208080" cy="170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7B69343-1BE7-5F91-BAA3-C4C1A469F61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21446" y="1136463"/>
                  <a:ext cx="243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A4210D7-823F-2F39-A0F1-B366719A0D71}"/>
                    </a:ext>
                  </a:extLst>
                </p14:cNvPr>
                <p14:cNvContentPartPr/>
                <p14:nvPr/>
              </p14:nvContentPartPr>
              <p14:xfrm>
                <a:off x="238206" y="1663863"/>
                <a:ext cx="36360" cy="219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A4210D7-823F-2F39-A0F1-B366719A0D7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0206" y="1646223"/>
                  <a:ext cx="72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36840BB-72AD-AA26-BEFE-CD4E1F881089}"/>
                    </a:ext>
                  </a:extLst>
                </p14:cNvPr>
                <p14:cNvContentPartPr/>
                <p14:nvPr/>
              </p14:nvContentPartPr>
              <p14:xfrm>
                <a:off x="254766" y="1601943"/>
                <a:ext cx="150840" cy="284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36840BB-72AD-AA26-BEFE-CD4E1F8810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6766" y="1583943"/>
                  <a:ext cx="1864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2334B65-872A-F8CF-BAD6-89ADBC8251FF}"/>
                    </a:ext>
                  </a:extLst>
                </p14:cNvPr>
                <p14:cNvContentPartPr/>
                <p14:nvPr/>
              </p14:nvContentPartPr>
              <p14:xfrm>
                <a:off x="499206" y="1803183"/>
                <a:ext cx="116280" cy="240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2334B65-872A-F8CF-BAD6-89ADBC8251F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1566" y="1785543"/>
                  <a:ext cx="1519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49ED5D2-321B-9148-8EA8-BE701AC1685E}"/>
                    </a:ext>
                  </a:extLst>
                </p14:cNvPr>
                <p14:cNvContentPartPr/>
                <p14:nvPr/>
              </p14:nvContentPartPr>
              <p14:xfrm>
                <a:off x="748326" y="1800303"/>
                <a:ext cx="128880" cy="49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49ED5D2-321B-9148-8EA8-BE701AC1685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0326" y="1782303"/>
                  <a:ext cx="1645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206134B-774A-FD91-089A-70A8FA6BEF71}"/>
                    </a:ext>
                  </a:extLst>
                </p14:cNvPr>
                <p14:cNvContentPartPr/>
                <p14:nvPr/>
              </p14:nvContentPartPr>
              <p14:xfrm>
                <a:off x="1022646" y="1700943"/>
                <a:ext cx="48240" cy="204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206134B-774A-FD91-089A-70A8FA6BEF7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04646" y="1682943"/>
                  <a:ext cx="838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EC4190B-DBCC-0E54-F3AB-F25C47A572EF}"/>
                    </a:ext>
                  </a:extLst>
                </p14:cNvPr>
                <p14:cNvContentPartPr/>
                <p14:nvPr/>
              </p14:nvContentPartPr>
              <p14:xfrm>
                <a:off x="1046766" y="1634703"/>
                <a:ext cx="143280" cy="280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EC4190B-DBCC-0E54-F3AB-F25C47A572E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8766" y="1616703"/>
                  <a:ext cx="1789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378FE08-CB7C-14E8-F61A-DE6EFFE89A8C}"/>
                    </a:ext>
                  </a:extLst>
                </p14:cNvPr>
                <p14:cNvContentPartPr/>
                <p14:nvPr/>
              </p14:nvContentPartPr>
              <p14:xfrm>
                <a:off x="1248726" y="1861863"/>
                <a:ext cx="164160" cy="139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378FE08-CB7C-14E8-F61A-DE6EFFE89A8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30726" y="1843863"/>
                  <a:ext cx="1998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8295914-3B07-DC34-BD62-960530C7C947}"/>
                    </a:ext>
                  </a:extLst>
                </p14:cNvPr>
                <p14:cNvContentPartPr/>
                <p14:nvPr/>
              </p14:nvContentPartPr>
              <p14:xfrm>
                <a:off x="1664166" y="212343"/>
                <a:ext cx="465480" cy="2133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8295914-3B07-DC34-BD62-960530C7C94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46526" y="194703"/>
                  <a:ext cx="501120" cy="21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2450D83-D172-C6A2-0074-77FEA1ACD657}"/>
                    </a:ext>
                  </a:extLst>
                </p14:cNvPr>
                <p14:cNvContentPartPr/>
                <p14:nvPr/>
              </p14:nvContentPartPr>
              <p14:xfrm>
                <a:off x="1040646" y="379023"/>
                <a:ext cx="35280" cy="266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2450D83-D172-C6A2-0074-77FEA1ACD65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22646" y="361383"/>
                  <a:ext cx="709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0C2490-C6AF-8904-B3BD-5BBFB55EDECA}"/>
                    </a:ext>
                  </a:extLst>
                </p14:cNvPr>
                <p14:cNvContentPartPr/>
                <p14:nvPr/>
              </p14:nvContentPartPr>
              <p14:xfrm>
                <a:off x="1111206" y="300183"/>
                <a:ext cx="78840" cy="174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0C2490-C6AF-8904-B3BD-5BBFB55EDEC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3566" y="282183"/>
                  <a:ext cx="1144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CC75565-C8AC-7DA6-7037-E35A5BD8F978}"/>
                    </a:ext>
                  </a:extLst>
                </p14:cNvPr>
                <p14:cNvContentPartPr/>
                <p14:nvPr/>
              </p14:nvContentPartPr>
              <p14:xfrm>
                <a:off x="1129926" y="334023"/>
                <a:ext cx="46080" cy="62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CC75565-C8AC-7DA6-7037-E35A5BD8F97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1926" y="316383"/>
                  <a:ext cx="817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DD29C03-4C03-DCC3-155C-DDC40E696541}"/>
                    </a:ext>
                  </a:extLst>
                </p14:cNvPr>
                <p14:cNvContentPartPr/>
                <p14:nvPr/>
              </p14:nvContentPartPr>
              <p14:xfrm>
                <a:off x="1068006" y="343023"/>
                <a:ext cx="102960" cy="73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DD29C03-4C03-DCC3-155C-DDC40E69654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0006" y="325383"/>
                  <a:ext cx="138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C8C6226-DE65-0DEE-B67F-C7BCC2A016CC}"/>
                    </a:ext>
                  </a:extLst>
                </p14:cNvPr>
                <p14:cNvContentPartPr/>
                <p14:nvPr/>
              </p14:nvContentPartPr>
              <p14:xfrm>
                <a:off x="1250526" y="467583"/>
                <a:ext cx="8280" cy="9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C8C6226-DE65-0DEE-B67F-C7BCC2A016C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32886" y="449943"/>
                  <a:ext cx="4392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B991885-DFF8-00FA-5C05-2A3B04206016}"/>
                  </a:ext>
                </a:extLst>
              </p14:cNvPr>
              <p14:cNvContentPartPr/>
              <p14:nvPr/>
            </p14:nvContentPartPr>
            <p14:xfrm>
              <a:off x="2292006" y="445263"/>
              <a:ext cx="30960" cy="1987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B991885-DFF8-00FA-5C05-2A3B0420601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74366" y="427263"/>
                <a:ext cx="666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CAF1C1F-138E-5D1D-F3E4-BBCC5FB5368D}"/>
                  </a:ext>
                </a:extLst>
              </p14:cNvPr>
              <p14:cNvContentPartPr/>
              <p14:nvPr/>
            </p14:nvContentPartPr>
            <p14:xfrm>
              <a:off x="2153406" y="942423"/>
              <a:ext cx="146160" cy="2354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CAF1C1F-138E-5D1D-F3E4-BBCC5FB5368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35766" y="924423"/>
                <a:ext cx="18180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B6C867C-8C54-4CD5-10C2-9E7B30C980B9}"/>
                  </a:ext>
                </a:extLst>
              </p14:cNvPr>
              <p14:cNvContentPartPr/>
              <p14:nvPr/>
            </p14:nvContentPartPr>
            <p14:xfrm>
              <a:off x="2075646" y="1585023"/>
              <a:ext cx="150480" cy="2170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B6C867C-8C54-4CD5-10C2-9E7B30C980B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057646" y="1567383"/>
                <a:ext cx="1861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BCE2E0F-BF48-0FEE-2A82-D59B111B6639}"/>
                  </a:ext>
                </a:extLst>
              </p14:cNvPr>
              <p14:cNvContentPartPr/>
              <p14:nvPr/>
            </p14:nvContentPartPr>
            <p14:xfrm>
              <a:off x="1997526" y="2082183"/>
              <a:ext cx="214920" cy="246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BCE2E0F-BF48-0FEE-2A82-D59B111B663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979886" y="2064543"/>
                <a:ext cx="2505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6F33DEE-BB1E-CED2-9D84-FB00366F821E}"/>
                  </a:ext>
                </a:extLst>
              </p14:cNvPr>
              <p14:cNvContentPartPr/>
              <p14:nvPr/>
            </p14:nvContentPartPr>
            <p14:xfrm>
              <a:off x="2771886" y="402423"/>
              <a:ext cx="242280" cy="2228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6F33DEE-BB1E-CED2-9D84-FB00366F821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753886" y="384783"/>
                <a:ext cx="27792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3D6244B-EB93-C115-4670-4BA1E4C6F930}"/>
                  </a:ext>
                </a:extLst>
              </p14:cNvPr>
              <p14:cNvContentPartPr/>
              <p14:nvPr/>
            </p14:nvContentPartPr>
            <p14:xfrm>
              <a:off x="4248966" y="370743"/>
              <a:ext cx="364320" cy="2476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3D6244B-EB93-C115-4670-4BA1E4C6F93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231326" y="352743"/>
                <a:ext cx="3999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B9332A3-0749-385F-A7CE-CDE0D0482BFD}"/>
                  </a:ext>
                </a:extLst>
              </p14:cNvPr>
              <p14:cNvContentPartPr/>
              <p14:nvPr/>
            </p14:nvContentPartPr>
            <p14:xfrm>
              <a:off x="3518886" y="580983"/>
              <a:ext cx="360" cy="3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B9332A3-0749-385F-A7CE-CDE0D0482BF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501246" y="56334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69D065A7-7919-F954-4B29-CCB56246A0BF}"/>
              </a:ext>
            </a:extLst>
          </p:cNvPr>
          <p:cNvGrpSpPr/>
          <p:nvPr/>
        </p:nvGrpSpPr>
        <p:grpSpPr>
          <a:xfrm>
            <a:off x="3593046" y="456783"/>
            <a:ext cx="267480" cy="213480"/>
            <a:chOff x="3593046" y="456783"/>
            <a:chExt cx="26748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DA3DA8E-4D0A-84B1-A76E-CEEA7466C175}"/>
                    </a:ext>
                  </a:extLst>
                </p14:cNvPr>
                <p14:cNvContentPartPr/>
                <p14:nvPr/>
              </p14:nvContentPartPr>
              <p14:xfrm>
                <a:off x="3593046" y="529863"/>
                <a:ext cx="158040" cy="30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DA3DA8E-4D0A-84B1-A76E-CEEA7466C1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75406" y="512223"/>
                  <a:ext cx="193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D66E33D-8C62-F719-9FE0-01CE72DB2D06}"/>
                    </a:ext>
                  </a:extLst>
                </p14:cNvPr>
                <p14:cNvContentPartPr/>
                <p14:nvPr/>
              </p14:nvContentPartPr>
              <p14:xfrm>
                <a:off x="3845046" y="456783"/>
                <a:ext cx="15480" cy="213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D66E33D-8C62-F719-9FE0-01CE72DB2D0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27406" y="438783"/>
                  <a:ext cx="5112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6504BDB-B388-C3DA-1196-C7FE375BAE70}"/>
              </a:ext>
            </a:extLst>
          </p:cNvPr>
          <p:cNvGrpSpPr/>
          <p:nvPr/>
        </p:nvGrpSpPr>
        <p:grpSpPr>
          <a:xfrm>
            <a:off x="3021006" y="996783"/>
            <a:ext cx="49320" cy="231120"/>
            <a:chOff x="3021006" y="996783"/>
            <a:chExt cx="4932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B0957B8-0374-8536-BD45-9353030CC7F3}"/>
                    </a:ext>
                  </a:extLst>
                </p14:cNvPr>
                <p14:cNvContentPartPr/>
                <p14:nvPr/>
              </p14:nvContentPartPr>
              <p14:xfrm>
                <a:off x="3054126" y="1003983"/>
                <a:ext cx="16200" cy="33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B0957B8-0374-8536-BD45-9353030CC7F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36126" y="986343"/>
                  <a:ext cx="51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6791422-D772-B9C3-260A-6A3AFF043BBF}"/>
                    </a:ext>
                  </a:extLst>
                </p14:cNvPr>
                <p14:cNvContentPartPr/>
                <p14:nvPr/>
              </p14:nvContentPartPr>
              <p14:xfrm>
                <a:off x="3021006" y="996783"/>
                <a:ext cx="29520" cy="231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6791422-D772-B9C3-260A-6A3AFF043B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03366" y="978783"/>
                  <a:ext cx="6516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AED76E0-03D7-A3E7-4A4B-19D70F42BDF4}"/>
                  </a:ext>
                </a:extLst>
              </p14:cNvPr>
              <p14:cNvContentPartPr/>
              <p14:nvPr/>
            </p14:nvContentPartPr>
            <p14:xfrm>
              <a:off x="3854406" y="974463"/>
              <a:ext cx="173880" cy="2044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AED76E0-03D7-A3E7-4A4B-19D70F42BDF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36406" y="956463"/>
                <a:ext cx="2095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4327779-B1B3-8A66-9FB1-D41E1158A527}"/>
                  </a:ext>
                </a:extLst>
              </p14:cNvPr>
              <p14:cNvContentPartPr/>
              <p14:nvPr/>
            </p14:nvContentPartPr>
            <p14:xfrm>
              <a:off x="3010926" y="1566303"/>
              <a:ext cx="144000" cy="2138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4327779-B1B3-8A66-9FB1-D41E1158A52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993286" y="1548303"/>
                <a:ext cx="1796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27AC699-59EF-52DA-B27B-C8853C013300}"/>
                  </a:ext>
                </a:extLst>
              </p14:cNvPr>
              <p14:cNvContentPartPr/>
              <p14:nvPr/>
            </p14:nvContentPartPr>
            <p14:xfrm>
              <a:off x="2908686" y="2099823"/>
              <a:ext cx="212040" cy="2228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27AC699-59EF-52DA-B27B-C8853C01330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891046" y="2081823"/>
                <a:ext cx="24768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5BAAF28-6700-D9EC-E54D-16B8723D70D5}"/>
                  </a:ext>
                </a:extLst>
              </p14:cNvPr>
              <p14:cNvContentPartPr/>
              <p14:nvPr/>
            </p14:nvContentPartPr>
            <p14:xfrm>
              <a:off x="3866286" y="1544343"/>
              <a:ext cx="12240" cy="1717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5BAAF28-6700-D9EC-E54D-16B8723D70D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848286" y="1526343"/>
                <a:ext cx="478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E9C7EDC-6D41-E2FB-5714-708F72411D1F}"/>
                  </a:ext>
                </a:extLst>
              </p14:cNvPr>
              <p14:cNvContentPartPr/>
              <p14:nvPr/>
            </p14:nvContentPartPr>
            <p14:xfrm>
              <a:off x="3661086" y="2057343"/>
              <a:ext cx="249480" cy="2001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E9C7EDC-6D41-E2FB-5714-708F72411D1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643446" y="2039343"/>
                <a:ext cx="2851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17732ED-74CF-DD77-D9FB-6786F00C2A28}"/>
                  </a:ext>
                </a:extLst>
              </p14:cNvPr>
              <p14:cNvContentPartPr/>
              <p14:nvPr/>
            </p14:nvContentPartPr>
            <p14:xfrm>
              <a:off x="3786366" y="2520663"/>
              <a:ext cx="1440" cy="39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17732ED-74CF-DD77-D9FB-6786F00C2A2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768726" y="2502663"/>
                <a:ext cx="370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A21ABFBD-8865-7B71-116E-A1E2968E2DF2}"/>
              </a:ext>
            </a:extLst>
          </p:cNvPr>
          <p:cNvGrpSpPr/>
          <p:nvPr/>
        </p:nvGrpSpPr>
        <p:grpSpPr>
          <a:xfrm>
            <a:off x="4413126" y="232863"/>
            <a:ext cx="943560" cy="2383920"/>
            <a:chOff x="4413126" y="232863"/>
            <a:chExt cx="943560" cy="238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9BCCA7F-262C-AE22-3827-A3244EAF45C4}"/>
                    </a:ext>
                  </a:extLst>
                </p14:cNvPr>
                <p14:cNvContentPartPr/>
                <p14:nvPr/>
              </p14:nvContentPartPr>
              <p14:xfrm>
                <a:off x="4482246" y="921183"/>
                <a:ext cx="17640" cy="204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9BCCA7F-262C-AE22-3827-A3244EAF45C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64246" y="903183"/>
                  <a:ext cx="53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9F38048-9FB9-EA98-E825-10BFC11E41C4}"/>
                    </a:ext>
                  </a:extLst>
                </p14:cNvPr>
                <p14:cNvContentPartPr/>
                <p14:nvPr/>
              </p14:nvContentPartPr>
              <p14:xfrm>
                <a:off x="4508526" y="1047903"/>
                <a:ext cx="152280" cy="184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9F38048-9FB9-EA98-E825-10BFC11E41C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90886" y="1030263"/>
                  <a:ext cx="1879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CF448EF-A8B4-2038-8801-9A6B1CE296DC}"/>
                    </a:ext>
                  </a:extLst>
                </p14:cNvPr>
                <p14:cNvContentPartPr/>
                <p14:nvPr/>
              </p14:nvContentPartPr>
              <p14:xfrm>
                <a:off x="4678806" y="1186503"/>
                <a:ext cx="271440" cy="151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CF448EF-A8B4-2038-8801-9A6B1CE296D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660806" y="1168863"/>
                  <a:ext cx="3070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26659E5-DE51-8613-761C-02791D2C3B5D}"/>
                    </a:ext>
                  </a:extLst>
                </p14:cNvPr>
                <p14:cNvContentPartPr/>
                <p14:nvPr/>
              </p14:nvContentPartPr>
              <p14:xfrm>
                <a:off x="4413126" y="1626063"/>
                <a:ext cx="147240" cy="26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26659E5-DE51-8613-761C-02791D2C3B5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95486" y="1608063"/>
                  <a:ext cx="182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CA6C6DC-D7F7-CCBE-F2DA-33668CD8E559}"/>
                    </a:ext>
                  </a:extLst>
                </p14:cNvPr>
                <p14:cNvContentPartPr/>
                <p14:nvPr/>
              </p14:nvContentPartPr>
              <p14:xfrm>
                <a:off x="4657926" y="1510503"/>
                <a:ext cx="22680" cy="232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CA6C6DC-D7F7-CCBE-F2DA-33668CD8E55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40286" y="1492503"/>
                  <a:ext cx="583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A797027-5541-EFDC-CBC7-9D846A98508D}"/>
                    </a:ext>
                  </a:extLst>
                </p14:cNvPr>
                <p14:cNvContentPartPr/>
                <p14:nvPr/>
              </p14:nvContentPartPr>
              <p14:xfrm>
                <a:off x="4657566" y="1654863"/>
                <a:ext cx="108360" cy="160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A797027-5541-EFDC-CBC7-9D846A98508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39926" y="1636863"/>
                  <a:ext cx="144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A5EB893-5757-CD19-A353-62925AC197B3}"/>
                    </a:ext>
                  </a:extLst>
                </p14:cNvPr>
                <p14:cNvContentPartPr/>
                <p14:nvPr/>
              </p14:nvContentPartPr>
              <p14:xfrm>
                <a:off x="4769526" y="1781943"/>
                <a:ext cx="194760" cy="126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A5EB893-5757-CD19-A353-62925AC197B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51886" y="1764303"/>
                  <a:ext cx="230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CBBB7B4-613B-12C5-36A6-F1EBEE7B41F8}"/>
                    </a:ext>
                  </a:extLst>
                </p14:cNvPr>
                <p14:cNvContentPartPr/>
                <p14:nvPr/>
              </p14:nvContentPartPr>
              <p14:xfrm>
                <a:off x="4442286" y="2143743"/>
                <a:ext cx="155520" cy="27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CBBB7B4-613B-12C5-36A6-F1EBEE7B41F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24646" y="2126103"/>
                  <a:ext cx="1911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E75C2D7-7F78-6A52-A1E1-210B9415EE7C}"/>
                    </a:ext>
                  </a:extLst>
                </p14:cNvPr>
                <p14:cNvContentPartPr/>
                <p14:nvPr/>
              </p14:nvContentPartPr>
              <p14:xfrm>
                <a:off x="4704366" y="2048343"/>
                <a:ext cx="2880" cy="24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E75C2D7-7F78-6A52-A1E1-210B9415EE7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86366" y="2030703"/>
                  <a:ext cx="38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3B86593-D333-7127-F0B5-97D92B17E88C}"/>
                    </a:ext>
                  </a:extLst>
                </p14:cNvPr>
                <p14:cNvContentPartPr/>
                <p14:nvPr/>
              </p14:nvContentPartPr>
              <p14:xfrm>
                <a:off x="4497006" y="2094783"/>
                <a:ext cx="29880" cy="163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3B86593-D333-7127-F0B5-97D92B17E88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79006" y="2077143"/>
                  <a:ext cx="65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68420A5-0FC9-FFD0-9925-905C909D4EFA}"/>
                    </a:ext>
                  </a:extLst>
                </p14:cNvPr>
                <p14:cNvContentPartPr/>
                <p14:nvPr/>
              </p14:nvContentPartPr>
              <p14:xfrm>
                <a:off x="4670166" y="2068143"/>
                <a:ext cx="9720" cy="195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68420A5-0FC9-FFD0-9925-905C909D4EF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52166" y="2050503"/>
                  <a:ext cx="45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1367D9F-22A1-4EE5-FDB0-1D0199FB5721}"/>
                    </a:ext>
                  </a:extLst>
                </p14:cNvPr>
                <p14:cNvContentPartPr/>
                <p14:nvPr/>
              </p14:nvContentPartPr>
              <p14:xfrm>
                <a:off x="4701486" y="2213583"/>
                <a:ext cx="119520" cy="174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1367D9F-22A1-4EE5-FDB0-1D0199FB572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83846" y="2195943"/>
                  <a:ext cx="155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248244B-94C4-4E2A-76A8-4BF8CB0EE24B}"/>
                    </a:ext>
                  </a:extLst>
                </p14:cNvPr>
                <p14:cNvContentPartPr/>
                <p14:nvPr/>
              </p14:nvContentPartPr>
              <p14:xfrm>
                <a:off x="4828926" y="2368383"/>
                <a:ext cx="243360" cy="111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248244B-94C4-4E2A-76A8-4BF8CB0EE24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10926" y="2350383"/>
                  <a:ext cx="279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783CC0A-1DDE-CB78-9772-68E44B130DD7}"/>
                    </a:ext>
                  </a:extLst>
                </p14:cNvPr>
                <p14:cNvContentPartPr/>
                <p14:nvPr/>
              </p14:nvContentPartPr>
              <p14:xfrm>
                <a:off x="4958886" y="232863"/>
                <a:ext cx="397800" cy="2383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783CC0A-1DDE-CB78-9772-68E44B130DD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940886" y="214863"/>
                  <a:ext cx="433440" cy="241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EBF7F3C-E385-89BE-850C-EEAC88AFAF31}"/>
              </a:ext>
            </a:extLst>
          </p:cNvPr>
          <p:cNvGrpSpPr/>
          <p:nvPr/>
        </p:nvGrpSpPr>
        <p:grpSpPr>
          <a:xfrm>
            <a:off x="5755926" y="1060863"/>
            <a:ext cx="260280" cy="164520"/>
            <a:chOff x="5755926" y="1060863"/>
            <a:chExt cx="260280" cy="16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83170B7-4F72-A422-8A3B-21E3852211E2}"/>
                    </a:ext>
                  </a:extLst>
                </p14:cNvPr>
                <p14:cNvContentPartPr/>
                <p14:nvPr/>
              </p14:nvContentPartPr>
              <p14:xfrm>
                <a:off x="5782206" y="1060863"/>
                <a:ext cx="90000" cy="11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83170B7-4F72-A422-8A3B-21E3852211E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64206" y="1042863"/>
                  <a:ext cx="125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B1BD31C-C757-C77F-0AD0-380BCD9AC45B}"/>
                    </a:ext>
                  </a:extLst>
                </p14:cNvPr>
                <p14:cNvContentPartPr/>
                <p14:nvPr/>
              </p14:nvContentPartPr>
              <p14:xfrm>
                <a:off x="5755926" y="1154103"/>
                <a:ext cx="260280" cy="71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B1BD31C-C757-C77F-0AD0-380BCD9AC45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37926" y="1136463"/>
                  <a:ext cx="29592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B452B84-B663-2D87-AACD-B663644A5C1A}"/>
                  </a:ext>
                </a:extLst>
              </p14:cNvPr>
              <p14:cNvContentPartPr/>
              <p14:nvPr/>
            </p14:nvContentPartPr>
            <p14:xfrm>
              <a:off x="6276486" y="163023"/>
              <a:ext cx="296280" cy="22492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B452B84-B663-2D87-AACD-B663644A5C1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258846" y="145383"/>
                <a:ext cx="331920" cy="22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8FA1D687-709C-4CDD-AF77-39ADEE7ECFBC}"/>
                  </a:ext>
                </a:extLst>
              </p14:cNvPr>
              <p14:cNvContentPartPr/>
              <p14:nvPr/>
            </p14:nvContentPartPr>
            <p14:xfrm>
              <a:off x="6594726" y="376863"/>
              <a:ext cx="321840" cy="2646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8FA1D687-709C-4CDD-AF77-39ADEE7ECFB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576726" y="359223"/>
                <a:ext cx="35748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33FD44F7-416E-12EC-534E-F7E8A1DE2FB9}"/>
                  </a:ext>
                </a:extLst>
              </p14:cNvPr>
              <p14:cNvContentPartPr/>
              <p14:nvPr/>
            </p14:nvContentPartPr>
            <p14:xfrm>
              <a:off x="7336686" y="327183"/>
              <a:ext cx="188640" cy="2512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33FD44F7-416E-12EC-534E-F7E8A1DE2FB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319046" y="309543"/>
                <a:ext cx="2242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FF27DBE-D250-215E-3AC6-C498BEC8CB0D}"/>
                  </a:ext>
                </a:extLst>
              </p14:cNvPr>
              <p14:cNvContentPartPr/>
              <p14:nvPr/>
            </p14:nvContentPartPr>
            <p14:xfrm>
              <a:off x="8136966" y="233223"/>
              <a:ext cx="198720" cy="2293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FF27DBE-D250-215E-3AC6-C498BEC8CB0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118966" y="215223"/>
                <a:ext cx="23436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6A79F75-CCFB-B146-8DD9-599009946EBA}"/>
                  </a:ext>
                </a:extLst>
              </p14:cNvPr>
              <p14:cNvContentPartPr/>
              <p14:nvPr/>
            </p14:nvContentPartPr>
            <p14:xfrm>
              <a:off x="8714406" y="287583"/>
              <a:ext cx="177840" cy="2109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6A79F75-CCFB-B146-8DD9-599009946EB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696766" y="269583"/>
                <a:ext cx="2134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54CE4A71-568C-DBC8-F61C-54D572F81547}"/>
                  </a:ext>
                </a:extLst>
              </p14:cNvPr>
              <p14:cNvContentPartPr/>
              <p14:nvPr/>
            </p14:nvContentPartPr>
            <p14:xfrm>
              <a:off x="9360246" y="157983"/>
              <a:ext cx="520920" cy="22449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54CE4A71-568C-DBC8-F61C-54D572F8154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342606" y="140343"/>
                <a:ext cx="556560" cy="228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5A95752-92B3-5D5A-694C-623B4874F120}"/>
              </a:ext>
            </a:extLst>
          </p:cNvPr>
          <p:cNvGrpSpPr/>
          <p:nvPr/>
        </p:nvGrpSpPr>
        <p:grpSpPr>
          <a:xfrm>
            <a:off x="10405326" y="1029543"/>
            <a:ext cx="255600" cy="381240"/>
            <a:chOff x="10405326" y="1029543"/>
            <a:chExt cx="25560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68D584C-439D-C846-B636-E2B6AFA44C22}"/>
                    </a:ext>
                  </a:extLst>
                </p14:cNvPr>
                <p14:cNvContentPartPr/>
                <p14:nvPr/>
              </p14:nvContentPartPr>
              <p14:xfrm>
                <a:off x="10405326" y="1134663"/>
                <a:ext cx="66600" cy="276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68D584C-439D-C846-B636-E2B6AFA44C2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387326" y="1117023"/>
                  <a:ext cx="1022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85D44E6-2112-E3EA-CC11-9219F943A424}"/>
                    </a:ext>
                  </a:extLst>
                </p14:cNvPr>
                <p14:cNvContentPartPr/>
                <p14:nvPr/>
              </p14:nvContentPartPr>
              <p14:xfrm>
                <a:off x="10482726" y="1029543"/>
                <a:ext cx="178200" cy="374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85D44E6-2112-E3EA-CC11-9219F943A42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464726" y="1011903"/>
                  <a:ext cx="2138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FB9D5D2-2C1E-A369-01CF-A2E576E31CF5}"/>
                    </a:ext>
                  </a:extLst>
                </p14:cNvPr>
                <p14:cNvContentPartPr/>
                <p14:nvPr/>
              </p14:nvContentPartPr>
              <p14:xfrm>
                <a:off x="10419366" y="1342743"/>
                <a:ext cx="171360" cy="27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FB9D5D2-2C1E-A369-01CF-A2E576E31CF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401366" y="1325103"/>
                  <a:ext cx="20700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4F96B04-D8E3-D2BD-0C56-C9654F17998C}"/>
              </a:ext>
            </a:extLst>
          </p:cNvPr>
          <p:cNvGrpSpPr/>
          <p:nvPr/>
        </p:nvGrpSpPr>
        <p:grpSpPr>
          <a:xfrm>
            <a:off x="6660966" y="914343"/>
            <a:ext cx="399960" cy="425160"/>
            <a:chOff x="6660966" y="914343"/>
            <a:chExt cx="399960" cy="4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E2A153D-5249-C5AE-A3A8-C21448F1C68C}"/>
                    </a:ext>
                  </a:extLst>
                </p14:cNvPr>
                <p14:cNvContentPartPr/>
                <p14:nvPr/>
              </p14:nvContentPartPr>
              <p14:xfrm>
                <a:off x="6660966" y="914343"/>
                <a:ext cx="26640" cy="200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E2A153D-5249-C5AE-A3A8-C21448F1C68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642966" y="896703"/>
                  <a:ext cx="622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99EE19E-EF8A-12AB-502F-DDF2A872B996}"/>
                    </a:ext>
                  </a:extLst>
                </p14:cNvPr>
                <p14:cNvContentPartPr/>
                <p14:nvPr/>
              </p14:nvContentPartPr>
              <p14:xfrm>
                <a:off x="6717846" y="1060143"/>
                <a:ext cx="116280" cy="1890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99EE19E-EF8A-12AB-502F-DDF2A872B99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00206" y="1042503"/>
                  <a:ext cx="1519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AF43141-8A61-4550-5628-722413440823}"/>
                    </a:ext>
                  </a:extLst>
                </p14:cNvPr>
                <p14:cNvContentPartPr/>
                <p14:nvPr/>
              </p14:nvContentPartPr>
              <p14:xfrm>
                <a:off x="6887766" y="1189383"/>
                <a:ext cx="173160" cy="150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AF43141-8A61-4550-5628-72241344082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69766" y="1171743"/>
                  <a:ext cx="208800" cy="18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687344D-BC04-69EB-DD28-9F5F3A8803BF}"/>
                  </a:ext>
                </a:extLst>
              </p14:cNvPr>
              <p14:cNvContentPartPr/>
              <p14:nvPr/>
            </p14:nvContentPartPr>
            <p14:xfrm>
              <a:off x="7405446" y="951423"/>
              <a:ext cx="110160" cy="1544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687344D-BC04-69EB-DD28-9F5F3A8803B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387806" y="933423"/>
                <a:ext cx="1458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6F4FC17B-9BEC-EDC5-B312-8EE41A631F77}"/>
                  </a:ext>
                </a:extLst>
              </p14:cNvPr>
              <p14:cNvContentPartPr/>
              <p14:nvPr/>
            </p14:nvContentPartPr>
            <p14:xfrm>
              <a:off x="8393646" y="793383"/>
              <a:ext cx="9720" cy="23652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6F4FC17B-9BEC-EDC5-B312-8EE41A631F7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375646" y="775743"/>
                <a:ext cx="4536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451267FF-2898-25CA-43F8-7ACD2E53CFD3}"/>
                  </a:ext>
                </a:extLst>
              </p14:cNvPr>
              <p14:cNvContentPartPr/>
              <p14:nvPr/>
            </p14:nvContentPartPr>
            <p14:xfrm>
              <a:off x="8779926" y="813543"/>
              <a:ext cx="223920" cy="2365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451267FF-2898-25CA-43F8-7ACD2E53CFD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761926" y="795543"/>
                <a:ext cx="259560" cy="27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8DEA41E-53F0-1D5D-A083-349E736F5E2C}"/>
              </a:ext>
            </a:extLst>
          </p:cNvPr>
          <p:cNvGrpSpPr/>
          <p:nvPr/>
        </p:nvGrpSpPr>
        <p:grpSpPr>
          <a:xfrm>
            <a:off x="6628206" y="1509063"/>
            <a:ext cx="701280" cy="369720"/>
            <a:chOff x="6628206" y="1509063"/>
            <a:chExt cx="70128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284D9A4-2205-73B2-2433-497C251C33DC}"/>
                    </a:ext>
                  </a:extLst>
                </p14:cNvPr>
                <p14:cNvContentPartPr/>
                <p14:nvPr/>
              </p14:nvContentPartPr>
              <p14:xfrm>
                <a:off x="6628206" y="1605903"/>
                <a:ext cx="107280" cy="313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284D9A4-2205-73B2-2433-497C251C33D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10566" y="1587903"/>
                  <a:ext cx="142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04775A6-2087-0BE3-8E8D-CB3C9621F9CE}"/>
                    </a:ext>
                  </a:extLst>
                </p14:cNvPr>
                <p14:cNvContentPartPr/>
                <p14:nvPr/>
              </p14:nvContentPartPr>
              <p14:xfrm>
                <a:off x="6878046" y="1509063"/>
                <a:ext cx="117360" cy="225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04775A6-2087-0BE3-8E8D-CB3C9621F9C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60406" y="1491423"/>
                  <a:ext cx="1530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27FE02E-3385-9AF0-14C6-C9006B5231D4}"/>
                    </a:ext>
                  </a:extLst>
                </p14:cNvPr>
                <p14:cNvContentPartPr/>
                <p14:nvPr/>
              </p14:nvContentPartPr>
              <p14:xfrm>
                <a:off x="7020606" y="1659543"/>
                <a:ext cx="86400" cy="1512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27FE02E-3385-9AF0-14C6-C9006B5231D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002606" y="1641903"/>
                  <a:ext cx="122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0749C25-B043-17D7-30E8-512E9E7348BF}"/>
                    </a:ext>
                  </a:extLst>
                </p14:cNvPr>
                <p14:cNvContentPartPr/>
                <p14:nvPr/>
              </p14:nvContentPartPr>
              <p14:xfrm>
                <a:off x="7133286" y="1747383"/>
                <a:ext cx="196200" cy="131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0749C25-B043-17D7-30E8-512E9E7348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15646" y="1729743"/>
                  <a:ext cx="231840" cy="16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217C1E3-3A8B-1DF3-7BD4-CF4B88396A45}"/>
                  </a:ext>
                </a:extLst>
              </p14:cNvPr>
              <p14:cNvContentPartPr/>
              <p14:nvPr/>
            </p14:nvContentPartPr>
            <p14:xfrm>
              <a:off x="7620366" y="1547943"/>
              <a:ext cx="33480" cy="2224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217C1E3-3A8B-1DF3-7BD4-CF4B88396A4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602366" y="1529943"/>
                <a:ext cx="69120" cy="25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5CC8EC6-3F59-C72E-7E66-760A405719DF}"/>
              </a:ext>
            </a:extLst>
          </p:cNvPr>
          <p:cNvGrpSpPr/>
          <p:nvPr/>
        </p:nvGrpSpPr>
        <p:grpSpPr>
          <a:xfrm>
            <a:off x="8429286" y="1446783"/>
            <a:ext cx="709560" cy="250200"/>
            <a:chOff x="8429286" y="1446783"/>
            <a:chExt cx="70956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4A6BFA7-2920-0FC8-349F-0933977C4E6F}"/>
                    </a:ext>
                  </a:extLst>
                </p14:cNvPr>
                <p14:cNvContentPartPr/>
                <p14:nvPr/>
              </p14:nvContentPartPr>
              <p14:xfrm>
                <a:off x="8429286" y="1540383"/>
                <a:ext cx="91440" cy="277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4A6BFA7-2920-0FC8-349F-0933977C4E6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411286" y="1522743"/>
                  <a:ext cx="1270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10295D8-FDB1-855B-D34B-F22BBEAB9C6A}"/>
                    </a:ext>
                  </a:extLst>
                </p14:cNvPr>
                <p14:cNvContentPartPr/>
                <p14:nvPr/>
              </p14:nvContentPartPr>
              <p14:xfrm>
                <a:off x="8599206" y="1471983"/>
                <a:ext cx="111240" cy="225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10295D8-FDB1-855B-D34B-F22BBEAB9C6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581566" y="1453983"/>
                  <a:ext cx="1468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1D679C6-F5DB-CC8B-CFC9-8C9B1261B601}"/>
                    </a:ext>
                  </a:extLst>
                </p14:cNvPr>
                <p14:cNvContentPartPr/>
                <p14:nvPr/>
              </p14:nvContentPartPr>
              <p14:xfrm>
                <a:off x="8899086" y="1446783"/>
                <a:ext cx="239760" cy="1821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1D679C6-F5DB-CC8B-CFC9-8C9B1261B60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81086" y="1428783"/>
                  <a:ext cx="27540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4A62E33-5941-E027-D5A1-4ED13395F6D8}"/>
              </a:ext>
            </a:extLst>
          </p:cNvPr>
          <p:cNvGrpSpPr/>
          <p:nvPr/>
        </p:nvGrpSpPr>
        <p:grpSpPr>
          <a:xfrm>
            <a:off x="6632166" y="2016663"/>
            <a:ext cx="618120" cy="410400"/>
            <a:chOff x="6632166" y="2016663"/>
            <a:chExt cx="618120" cy="4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866F925-D917-6E29-7220-4F430EA0F472}"/>
                    </a:ext>
                  </a:extLst>
                </p14:cNvPr>
                <p14:cNvContentPartPr/>
                <p14:nvPr/>
              </p14:nvContentPartPr>
              <p14:xfrm>
                <a:off x="6632166" y="2123943"/>
                <a:ext cx="155160" cy="12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866F925-D917-6E29-7220-4F430EA0F47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14526" y="2106303"/>
                  <a:ext cx="190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6D979AE-707B-002C-321E-C68E3B71E5DE}"/>
                    </a:ext>
                  </a:extLst>
                </p14:cNvPr>
                <p14:cNvContentPartPr/>
                <p14:nvPr/>
              </p14:nvContentPartPr>
              <p14:xfrm>
                <a:off x="6896406" y="2016663"/>
                <a:ext cx="16920" cy="203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6D979AE-707B-002C-321E-C68E3B71E5D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78766" y="1999023"/>
                  <a:ext cx="52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065E7D8-3AF5-B8D5-6132-44F99CF0E7B4}"/>
                    </a:ext>
                  </a:extLst>
                </p14:cNvPr>
                <p14:cNvContentPartPr/>
                <p14:nvPr/>
              </p14:nvContentPartPr>
              <p14:xfrm>
                <a:off x="6910806" y="2174703"/>
                <a:ext cx="105840" cy="141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065E7D8-3AF5-B8D5-6132-44F99CF0E7B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92806" y="2157063"/>
                  <a:ext cx="141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57166AB-DACB-BE30-9E64-8AC18653CD6E}"/>
                    </a:ext>
                  </a:extLst>
                </p14:cNvPr>
                <p14:cNvContentPartPr/>
                <p14:nvPr/>
              </p14:nvContentPartPr>
              <p14:xfrm>
                <a:off x="7028886" y="2239863"/>
                <a:ext cx="221400" cy="187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57166AB-DACB-BE30-9E64-8AC18653CD6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11246" y="2221863"/>
                  <a:ext cx="257040" cy="22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9D7941AB-E8F5-546C-CD1F-58A9398C277E}"/>
                  </a:ext>
                </a:extLst>
              </p14:cNvPr>
              <p14:cNvContentPartPr/>
              <p14:nvPr/>
            </p14:nvContentPartPr>
            <p14:xfrm>
              <a:off x="7696326" y="2128983"/>
              <a:ext cx="131760" cy="1724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9D7941AB-E8F5-546C-CD1F-58A9398C277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678326" y="2110983"/>
                <a:ext cx="167400" cy="20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E2F9DE32-FE36-FDFA-EDA2-37F32AE2668D}"/>
              </a:ext>
            </a:extLst>
          </p:cNvPr>
          <p:cNvGrpSpPr/>
          <p:nvPr/>
        </p:nvGrpSpPr>
        <p:grpSpPr>
          <a:xfrm>
            <a:off x="8262966" y="1998663"/>
            <a:ext cx="213840" cy="222120"/>
            <a:chOff x="8262966" y="1998663"/>
            <a:chExt cx="21384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9382E2A-7F57-C4F9-35C4-7D6F6E2F704B}"/>
                    </a:ext>
                  </a:extLst>
                </p14:cNvPr>
                <p14:cNvContentPartPr/>
                <p14:nvPr/>
              </p14:nvContentPartPr>
              <p14:xfrm>
                <a:off x="8262966" y="2101983"/>
                <a:ext cx="101880" cy="19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9382E2A-7F57-C4F9-35C4-7D6F6E2F704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245326" y="2083983"/>
                  <a:ext cx="137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6D44DBB-5AD7-0DFE-230E-6DE75531FF4A}"/>
                    </a:ext>
                  </a:extLst>
                </p14:cNvPr>
                <p14:cNvContentPartPr/>
                <p14:nvPr/>
              </p14:nvContentPartPr>
              <p14:xfrm>
                <a:off x="8458806" y="1998663"/>
                <a:ext cx="18000" cy="2221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6D44DBB-5AD7-0DFE-230E-6DE75531FF4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441166" y="1980663"/>
                  <a:ext cx="53640" cy="25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8D44598-199A-D7C2-6D46-7A943BCAE721}"/>
                  </a:ext>
                </a:extLst>
              </p14:cNvPr>
              <p14:cNvContentPartPr/>
              <p14:nvPr/>
            </p14:nvContentPartPr>
            <p14:xfrm>
              <a:off x="9173766" y="1938183"/>
              <a:ext cx="14040" cy="22644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8D44598-199A-D7C2-6D46-7A943BCAE721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156126" y="1920543"/>
                <a:ext cx="496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34EA0403-C434-EB78-F958-3E63BE5DEBDE}"/>
                  </a:ext>
                </a:extLst>
              </p14:cNvPr>
              <p14:cNvContentPartPr/>
              <p14:nvPr/>
            </p14:nvContentPartPr>
            <p14:xfrm>
              <a:off x="1793766" y="2955543"/>
              <a:ext cx="248760" cy="16480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34EA0403-C434-EB78-F958-3E63BE5DEBD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775766" y="2937543"/>
                <a:ext cx="284400" cy="168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955D903E-9366-66D2-2817-8F728F3F1B3C}"/>
                  </a:ext>
                </a:extLst>
              </p14:cNvPr>
              <p14:cNvContentPartPr/>
              <p14:nvPr/>
            </p14:nvContentPartPr>
            <p14:xfrm>
              <a:off x="2245206" y="3115023"/>
              <a:ext cx="13680" cy="21780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955D903E-9366-66D2-2817-8F728F3F1B3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227566" y="3097383"/>
                <a:ext cx="493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462C881D-7596-B30D-3322-11E92F75C1C7}"/>
                  </a:ext>
                </a:extLst>
              </p14:cNvPr>
              <p14:cNvContentPartPr/>
              <p14:nvPr/>
            </p14:nvContentPartPr>
            <p14:xfrm>
              <a:off x="2774046" y="3119703"/>
              <a:ext cx="192240" cy="1972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462C881D-7596-B30D-3322-11E92F75C1C7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756406" y="3102063"/>
                <a:ext cx="2278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418A63A9-D5EC-42BD-F940-84053E50816B}"/>
                  </a:ext>
                </a:extLst>
              </p14:cNvPr>
              <p14:cNvContentPartPr/>
              <p14:nvPr/>
            </p14:nvContentPartPr>
            <p14:xfrm>
              <a:off x="3703566" y="3013143"/>
              <a:ext cx="250920" cy="28152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418A63A9-D5EC-42BD-F940-84053E50816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685566" y="2995143"/>
                <a:ext cx="28656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0FBF8709-6AA2-8ADC-FBB0-C0196E87BB19}"/>
                  </a:ext>
                </a:extLst>
              </p14:cNvPr>
              <p14:cNvContentPartPr/>
              <p14:nvPr/>
            </p14:nvContentPartPr>
            <p14:xfrm>
              <a:off x="2190846" y="3563223"/>
              <a:ext cx="146160" cy="1994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0FBF8709-6AA2-8ADC-FBB0-C0196E87BB1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173206" y="3545583"/>
                <a:ext cx="1818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085D542B-8731-3445-6CE4-B8DDC39E430F}"/>
                  </a:ext>
                </a:extLst>
              </p14:cNvPr>
              <p14:cNvContentPartPr/>
              <p14:nvPr/>
            </p14:nvContentPartPr>
            <p14:xfrm>
              <a:off x="2925246" y="3597423"/>
              <a:ext cx="11160" cy="18828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085D542B-8731-3445-6CE4-B8DDC39E430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907606" y="3579423"/>
                <a:ext cx="468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EE3FD546-86A1-B508-5053-0EF8B9A03940}"/>
                  </a:ext>
                </a:extLst>
              </p14:cNvPr>
              <p14:cNvContentPartPr/>
              <p14:nvPr/>
            </p14:nvContentPartPr>
            <p14:xfrm>
              <a:off x="3633366" y="3614343"/>
              <a:ext cx="171360" cy="18252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EE3FD546-86A1-B508-5053-0EF8B9A0394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615366" y="3596343"/>
                <a:ext cx="2070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0CD8CC4D-0190-98A8-BA7E-F6DB4989CB66}"/>
                  </a:ext>
                </a:extLst>
              </p14:cNvPr>
              <p14:cNvContentPartPr/>
              <p14:nvPr/>
            </p14:nvContentPartPr>
            <p14:xfrm>
              <a:off x="2110566" y="3896583"/>
              <a:ext cx="136440" cy="21276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0CD8CC4D-0190-98A8-BA7E-F6DB4989CB6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2092566" y="3878583"/>
                <a:ext cx="1720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42F8A51F-824F-3110-C340-1C813AB12B12}"/>
                  </a:ext>
                </a:extLst>
              </p14:cNvPr>
              <p14:cNvContentPartPr/>
              <p14:nvPr/>
            </p14:nvContentPartPr>
            <p14:xfrm>
              <a:off x="2854686" y="4042743"/>
              <a:ext cx="158760" cy="17964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42F8A51F-824F-3110-C340-1C813AB12B12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836686" y="4024743"/>
                <a:ext cx="1944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FC044DA1-41AB-40B7-3511-BC6DF3803EC7}"/>
                  </a:ext>
                </a:extLst>
              </p14:cNvPr>
              <p14:cNvContentPartPr/>
              <p14:nvPr/>
            </p14:nvContentPartPr>
            <p14:xfrm>
              <a:off x="3832806" y="4047783"/>
              <a:ext cx="20160" cy="1522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FC044DA1-41AB-40B7-3511-BC6DF3803EC7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814806" y="4030143"/>
                <a:ext cx="558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5BF24A6A-0E3F-9C47-6C32-6078766025D2}"/>
                  </a:ext>
                </a:extLst>
              </p14:cNvPr>
              <p14:cNvContentPartPr/>
              <p14:nvPr/>
            </p14:nvContentPartPr>
            <p14:xfrm>
              <a:off x="2061246" y="4445943"/>
              <a:ext cx="177840" cy="20520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5BF24A6A-0E3F-9C47-6C32-6078766025D2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043606" y="4428303"/>
                <a:ext cx="2134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8372B019-7E7D-5EA6-E8DC-3E400915BDB3}"/>
                  </a:ext>
                </a:extLst>
              </p14:cNvPr>
              <p14:cNvContentPartPr/>
              <p14:nvPr/>
            </p14:nvContentPartPr>
            <p14:xfrm>
              <a:off x="2913726" y="4537023"/>
              <a:ext cx="146880" cy="17100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8372B019-7E7D-5EA6-E8DC-3E400915BDB3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896086" y="4519023"/>
                <a:ext cx="18252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824B1E47-5242-CBEE-B06A-7D31A793D112}"/>
                  </a:ext>
                </a:extLst>
              </p14:cNvPr>
              <p14:cNvContentPartPr/>
              <p14:nvPr/>
            </p14:nvContentPartPr>
            <p14:xfrm>
              <a:off x="3862686" y="4542423"/>
              <a:ext cx="155880" cy="25344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824B1E47-5242-CBEE-B06A-7D31A793D11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844686" y="4524423"/>
                <a:ext cx="191520" cy="28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820F22DC-1A66-A87F-C437-5E8DCCE86B36}"/>
              </a:ext>
            </a:extLst>
          </p:cNvPr>
          <p:cNvGrpSpPr/>
          <p:nvPr/>
        </p:nvGrpSpPr>
        <p:grpSpPr>
          <a:xfrm>
            <a:off x="4547046" y="2969943"/>
            <a:ext cx="1315080" cy="2280600"/>
            <a:chOff x="4547046" y="2969943"/>
            <a:chExt cx="1315080" cy="228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3486C29-FDCA-7CA5-1111-A820C857353A}"/>
                    </a:ext>
                  </a:extLst>
                </p14:cNvPr>
                <p14:cNvContentPartPr/>
                <p14:nvPr/>
              </p14:nvContentPartPr>
              <p14:xfrm>
                <a:off x="4563606" y="3077223"/>
                <a:ext cx="164880" cy="23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3486C29-FDCA-7CA5-1111-A820C857353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545966" y="3059583"/>
                  <a:ext cx="200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70F689B-6B54-FF69-EB1C-8BBEA1406354}"/>
                    </a:ext>
                  </a:extLst>
                </p14:cNvPr>
                <p14:cNvContentPartPr/>
                <p14:nvPr/>
              </p14:nvContentPartPr>
              <p14:xfrm>
                <a:off x="4854486" y="2969943"/>
                <a:ext cx="20160" cy="2062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70F689B-6B54-FF69-EB1C-8BBEA140635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836846" y="2952303"/>
                  <a:ext cx="558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0B6579D-D428-2BC7-44D0-F0A497564C67}"/>
                    </a:ext>
                  </a:extLst>
                </p14:cNvPr>
                <p14:cNvContentPartPr/>
                <p14:nvPr/>
              </p14:nvContentPartPr>
              <p14:xfrm>
                <a:off x="4835406" y="3105663"/>
                <a:ext cx="131760" cy="181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0B6579D-D428-2BC7-44D0-F0A497564C6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817406" y="3088023"/>
                  <a:ext cx="167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473C7B7-0854-1B6E-9AB7-0896D8C93014}"/>
                    </a:ext>
                  </a:extLst>
                </p14:cNvPr>
                <p14:cNvContentPartPr/>
                <p14:nvPr/>
              </p14:nvContentPartPr>
              <p14:xfrm>
                <a:off x="4978326" y="3251103"/>
                <a:ext cx="221760" cy="112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473C7B7-0854-1B6E-9AB7-0896D8C9301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960326" y="3233103"/>
                  <a:ext cx="257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12FEC63-DDAB-9AD5-A5F3-56CBE1534431}"/>
                    </a:ext>
                  </a:extLst>
                </p14:cNvPr>
                <p14:cNvContentPartPr/>
                <p14:nvPr/>
              </p14:nvContentPartPr>
              <p14:xfrm>
                <a:off x="4606446" y="3568623"/>
                <a:ext cx="41400" cy="164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12FEC63-DDAB-9AD5-A5F3-56CBE153443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88806" y="3550623"/>
                  <a:ext cx="77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A0656DE-FB7E-12F5-EBDC-C5475325E7F7}"/>
                    </a:ext>
                  </a:extLst>
                </p14:cNvPr>
                <p14:cNvContentPartPr/>
                <p14:nvPr/>
              </p14:nvContentPartPr>
              <p14:xfrm>
                <a:off x="4744326" y="3585543"/>
                <a:ext cx="139680" cy="234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A0656DE-FB7E-12F5-EBDC-C5475325E7F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726326" y="3567543"/>
                  <a:ext cx="1753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705A763-4B46-D10F-FE43-2DF1E05300E6}"/>
                    </a:ext>
                  </a:extLst>
                </p14:cNvPr>
                <p14:cNvContentPartPr/>
                <p14:nvPr/>
              </p14:nvContentPartPr>
              <p14:xfrm>
                <a:off x="4938726" y="3715503"/>
                <a:ext cx="352080" cy="1220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705A763-4B46-D10F-FE43-2DF1E05300E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920726" y="3697863"/>
                  <a:ext cx="3877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0F74433-A9AB-58F7-ECDF-51E4116F5BA4}"/>
                    </a:ext>
                  </a:extLst>
                </p14:cNvPr>
                <p14:cNvContentPartPr/>
                <p14:nvPr/>
              </p14:nvContentPartPr>
              <p14:xfrm>
                <a:off x="4547046" y="4162263"/>
                <a:ext cx="140040" cy="118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0F74433-A9AB-58F7-ECDF-51E4116F5BA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529406" y="4144623"/>
                  <a:ext cx="1756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774CF02-2C24-0199-062E-88F9EBE7B7D2}"/>
                    </a:ext>
                  </a:extLst>
                </p14:cNvPr>
                <p14:cNvContentPartPr/>
                <p14:nvPr/>
              </p14:nvContentPartPr>
              <p14:xfrm>
                <a:off x="4819566" y="4044183"/>
                <a:ext cx="50400" cy="2235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774CF02-2C24-0199-062E-88F9EBE7B7D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801926" y="4026543"/>
                  <a:ext cx="860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17969AE-CA54-D03E-E616-1F90E3BA8CE3}"/>
                    </a:ext>
                  </a:extLst>
                </p14:cNvPr>
                <p14:cNvContentPartPr/>
                <p14:nvPr/>
              </p14:nvContentPartPr>
              <p14:xfrm>
                <a:off x="4819566" y="4201863"/>
                <a:ext cx="161280" cy="1764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17969AE-CA54-D03E-E616-1F90E3BA8CE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801566" y="4183863"/>
                  <a:ext cx="1969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E94FB01-B556-0458-9A57-FC8502000CEC}"/>
                    </a:ext>
                  </a:extLst>
                </p14:cNvPr>
                <p14:cNvContentPartPr/>
                <p14:nvPr/>
              </p14:nvContentPartPr>
              <p14:xfrm>
                <a:off x="4994166" y="4277103"/>
                <a:ext cx="324360" cy="1299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E94FB01-B556-0458-9A57-FC8502000CE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76526" y="4259103"/>
                  <a:ext cx="360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303C1EE-B74D-175F-BD95-BD5D87CC4E32}"/>
                    </a:ext>
                  </a:extLst>
                </p14:cNvPr>
                <p14:cNvContentPartPr/>
                <p14:nvPr/>
              </p14:nvContentPartPr>
              <p14:xfrm>
                <a:off x="4729566" y="4641783"/>
                <a:ext cx="143640" cy="151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303C1EE-B74D-175F-BD95-BD5D87CC4E3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711566" y="4623783"/>
                  <a:ext cx="1792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FB4C33E-1649-EB00-30A3-CC0552850DFC}"/>
                    </a:ext>
                  </a:extLst>
                </p14:cNvPr>
                <p14:cNvContentPartPr/>
                <p14:nvPr/>
              </p14:nvContentPartPr>
              <p14:xfrm>
                <a:off x="4796886" y="4574823"/>
                <a:ext cx="26280" cy="199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FB4C33E-1649-EB00-30A3-CC0552850DF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78886" y="4557183"/>
                  <a:ext cx="619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385C514-6A6F-6802-D83A-D249B1C21DCD}"/>
                    </a:ext>
                  </a:extLst>
                </p14:cNvPr>
                <p14:cNvContentPartPr/>
                <p14:nvPr/>
              </p14:nvContentPartPr>
              <p14:xfrm>
                <a:off x="4984446" y="4633503"/>
                <a:ext cx="69840" cy="2066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385C514-6A6F-6802-D83A-D249B1C21DC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966806" y="4615503"/>
                  <a:ext cx="105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FA875F5-BEB3-4F96-C7AC-DC669CB8E976}"/>
                    </a:ext>
                  </a:extLst>
                </p14:cNvPr>
                <p14:cNvContentPartPr/>
                <p14:nvPr/>
              </p14:nvContentPartPr>
              <p14:xfrm>
                <a:off x="5017926" y="4792263"/>
                <a:ext cx="106200" cy="1382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FA875F5-BEB3-4F96-C7AC-DC669CB8E97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000286" y="4774623"/>
                  <a:ext cx="141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2F363AD-4038-BE54-2E9E-3C466724384C}"/>
                    </a:ext>
                  </a:extLst>
                </p14:cNvPr>
                <p14:cNvContentPartPr/>
                <p14:nvPr/>
              </p14:nvContentPartPr>
              <p14:xfrm>
                <a:off x="5128446" y="4863543"/>
                <a:ext cx="331200" cy="135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2F363AD-4038-BE54-2E9E-3C466724384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10446" y="4845903"/>
                  <a:ext cx="366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8338D6B-607C-0D4F-27A8-B6F81111D622}"/>
                    </a:ext>
                  </a:extLst>
                </p14:cNvPr>
                <p14:cNvContentPartPr/>
                <p14:nvPr/>
              </p14:nvContentPartPr>
              <p14:xfrm>
                <a:off x="5411046" y="2981103"/>
                <a:ext cx="451080" cy="22694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8338D6B-607C-0D4F-27A8-B6F81111D62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93046" y="2963103"/>
                  <a:ext cx="486720" cy="230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1880D1A5-BE77-54E4-629E-09B950A3D96B}"/>
              </a:ext>
            </a:extLst>
          </p:cNvPr>
          <p:cNvGrpSpPr/>
          <p:nvPr/>
        </p:nvGrpSpPr>
        <p:grpSpPr>
          <a:xfrm>
            <a:off x="6189726" y="3658263"/>
            <a:ext cx="275040" cy="129960"/>
            <a:chOff x="6189726" y="3658263"/>
            <a:chExt cx="275040" cy="12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0C19927-A571-B5DF-7006-1C38A34E26ED}"/>
                    </a:ext>
                  </a:extLst>
                </p14:cNvPr>
                <p14:cNvContentPartPr/>
                <p14:nvPr/>
              </p14:nvContentPartPr>
              <p14:xfrm>
                <a:off x="6189726" y="3658263"/>
                <a:ext cx="131400" cy="108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0C19927-A571-B5DF-7006-1C38A34E26E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172086" y="3640263"/>
                  <a:ext cx="167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C9ADBBC-50AC-F812-5579-AA0390EB7E36}"/>
                    </a:ext>
                  </a:extLst>
                </p14:cNvPr>
                <p14:cNvContentPartPr/>
                <p14:nvPr/>
              </p14:nvContentPartPr>
              <p14:xfrm>
                <a:off x="6237246" y="3716943"/>
                <a:ext cx="227520" cy="71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C9ADBBC-50AC-F812-5579-AA0390EB7E3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19606" y="3698943"/>
                  <a:ext cx="26316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B12FD014-AA48-4B8F-5C88-E9199AB34FFF}"/>
                  </a:ext>
                </a:extLst>
              </p14:cNvPr>
              <p14:cNvContentPartPr/>
              <p14:nvPr/>
            </p14:nvContentPartPr>
            <p14:xfrm>
              <a:off x="6719646" y="2930703"/>
              <a:ext cx="442080" cy="211752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B12FD014-AA48-4B8F-5C88-E9199AB34FFF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701646" y="2912703"/>
                <a:ext cx="477720" cy="21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F1CCB931-4E78-8D87-E841-8FA8EA0F2F45}"/>
              </a:ext>
            </a:extLst>
          </p:cNvPr>
          <p:cNvGrpSpPr/>
          <p:nvPr/>
        </p:nvGrpSpPr>
        <p:grpSpPr>
          <a:xfrm>
            <a:off x="232446" y="3024663"/>
            <a:ext cx="1092600" cy="525240"/>
            <a:chOff x="232446" y="3024663"/>
            <a:chExt cx="1092600" cy="52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7561FE3-90C8-E91F-7707-CB277F318995}"/>
                    </a:ext>
                  </a:extLst>
                </p14:cNvPr>
                <p14:cNvContentPartPr/>
                <p14:nvPr/>
              </p14:nvContentPartPr>
              <p14:xfrm>
                <a:off x="232446" y="3077223"/>
                <a:ext cx="15840" cy="2451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7561FE3-90C8-E91F-7707-CB277F31899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14446" y="3059223"/>
                  <a:ext cx="514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7F6D314-1580-3CB5-BF66-810375313C7C}"/>
                    </a:ext>
                  </a:extLst>
                </p14:cNvPr>
                <p14:cNvContentPartPr/>
                <p14:nvPr/>
              </p14:nvContentPartPr>
              <p14:xfrm>
                <a:off x="249006" y="3024663"/>
                <a:ext cx="164520" cy="3092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7F6D314-1580-3CB5-BF66-810375313C7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31366" y="3007023"/>
                  <a:ext cx="2001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8F26789-7476-55D0-612E-4094BBEACB9C}"/>
                    </a:ext>
                  </a:extLst>
                </p14:cNvPr>
                <p14:cNvContentPartPr/>
                <p14:nvPr/>
              </p14:nvContentPartPr>
              <p14:xfrm>
                <a:off x="512166" y="3251103"/>
                <a:ext cx="30600" cy="1818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8F26789-7476-55D0-612E-4094BBEACB9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94166" y="3233463"/>
                  <a:ext cx="662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3D7096C-0158-335E-A7B7-E24219E4DB03}"/>
                    </a:ext>
                  </a:extLst>
                </p14:cNvPr>
                <p14:cNvContentPartPr/>
                <p14:nvPr/>
              </p14:nvContentPartPr>
              <p14:xfrm>
                <a:off x="674886" y="3268743"/>
                <a:ext cx="132480" cy="432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3D7096C-0158-335E-A7B7-E24219E4DB0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57246" y="3251103"/>
                  <a:ext cx="1681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B6ABCBE-B93E-9517-5090-2C5461897C07}"/>
                    </a:ext>
                  </a:extLst>
                </p14:cNvPr>
                <p14:cNvContentPartPr/>
                <p14:nvPr/>
              </p14:nvContentPartPr>
              <p14:xfrm>
                <a:off x="764166" y="3194583"/>
                <a:ext cx="38880" cy="221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B6ABCBE-B93E-9517-5090-2C5461897C0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46166" y="3176583"/>
                  <a:ext cx="74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5A097A4-97A6-6165-4E1A-4CEE5E7BF340}"/>
                    </a:ext>
                  </a:extLst>
                </p14:cNvPr>
                <p14:cNvContentPartPr/>
                <p14:nvPr/>
              </p14:nvContentPartPr>
              <p14:xfrm>
                <a:off x="963606" y="3162183"/>
                <a:ext cx="30600" cy="237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5A097A4-97A6-6165-4E1A-4CEE5E7BF34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45966" y="3144183"/>
                  <a:ext cx="662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CB1FCB9-2A30-9A64-536A-4ABB0FE6B515}"/>
                    </a:ext>
                  </a:extLst>
                </p14:cNvPr>
                <p14:cNvContentPartPr/>
                <p14:nvPr/>
              </p14:nvContentPartPr>
              <p14:xfrm>
                <a:off x="945246" y="3085143"/>
                <a:ext cx="139680" cy="294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CB1FCB9-2A30-9A64-536A-4ABB0FE6B51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27606" y="3067143"/>
                  <a:ext cx="1753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3BC38DD-29FF-0976-F7C6-4EFC19CEAB91}"/>
                    </a:ext>
                  </a:extLst>
                </p14:cNvPr>
                <p14:cNvContentPartPr/>
                <p14:nvPr/>
              </p14:nvContentPartPr>
              <p14:xfrm>
                <a:off x="1137486" y="3280623"/>
                <a:ext cx="187560" cy="269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3BC38DD-29FF-0976-F7C6-4EFC19CEAB9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19486" y="3262623"/>
                  <a:ext cx="223200" cy="30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CA1A3B96-74FC-28EF-F355-C5DC24B4EC38}"/>
                  </a:ext>
                </a:extLst>
              </p14:cNvPr>
              <p14:cNvContentPartPr/>
              <p14:nvPr/>
            </p14:nvContentPartPr>
            <p14:xfrm>
              <a:off x="2132526" y="6266103"/>
              <a:ext cx="360" cy="36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CA1A3B96-74FC-28EF-F355-C5DC24B4EC3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114526" y="624810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62FB0291-69CA-1B41-2D65-120E3D7D7B7E}"/>
              </a:ext>
            </a:extLst>
          </p:cNvPr>
          <p:cNvGrpSpPr/>
          <p:nvPr/>
        </p:nvGrpSpPr>
        <p:grpSpPr>
          <a:xfrm>
            <a:off x="7047246" y="4399503"/>
            <a:ext cx="839520" cy="792720"/>
            <a:chOff x="7047246" y="4399503"/>
            <a:chExt cx="839520" cy="79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B000410-B19E-56C8-340C-BDF52A8AED68}"/>
                    </a:ext>
                  </a:extLst>
                </p14:cNvPr>
                <p14:cNvContentPartPr/>
                <p14:nvPr/>
              </p14:nvContentPartPr>
              <p14:xfrm>
                <a:off x="7047246" y="4569063"/>
                <a:ext cx="142560" cy="262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B000410-B19E-56C8-340C-BDF52A8AED6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029246" y="4551063"/>
                  <a:ext cx="178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BD2A627-3E0E-79D2-B1A6-974CC17EDDDC}"/>
                    </a:ext>
                  </a:extLst>
                </p14:cNvPr>
                <p14:cNvContentPartPr/>
                <p14:nvPr/>
              </p14:nvContentPartPr>
              <p14:xfrm>
                <a:off x="7281606" y="4435503"/>
                <a:ext cx="11160" cy="1519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BD2A627-3E0E-79D2-B1A6-974CC17EDDD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263966" y="4417863"/>
                  <a:ext cx="46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38909FB-E5DC-D2CB-774C-AB40949EA51A}"/>
                    </a:ext>
                  </a:extLst>
                </p14:cNvPr>
                <p14:cNvContentPartPr/>
                <p14:nvPr/>
              </p14:nvContentPartPr>
              <p14:xfrm>
                <a:off x="7186926" y="4399503"/>
                <a:ext cx="100800" cy="417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38909FB-E5DC-D2CB-774C-AB40949EA51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169286" y="4381863"/>
                  <a:ext cx="1364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1DC79EF-89A0-B231-D2A0-245794CF9888}"/>
                    </a:ext>
                  </a:extLst>
                </p14:cNvPr>
                <p14:cNvContentPartPr/>
                <p14:nvPr/>
              </p14:nvContentPartPr>
              <p14:xfrm>
                <a:off x="7336686" y="4448103"/>
                <a:ext cx="112680" cy="2307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1DC79EF-89A0-B231-D2A0-245794CF988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318686" y="4430463"/>
                  <a:ext cx="1483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F133896-FC27-AFBD-11A8-9BCC779EDAA4}"/>
                    </a:ext>
                  </a:extLst>
                </p14:cNvPr>
                <p14:cNvContentPartPr/>
                <p14:nvPr/>
              </p14:nvContentPartPr>
              <p14:xfrm>
                <a:off x="7491486" y="4576983"/>
                <a:ext cx="222120" cy="1490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F133896-FC27-AFBD-11A8-9BCC779EDAA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473846" y="4559343"/>
                  <a:ext cx="257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503C39D-4FA9-B65B-231C-2CE84C860ED7}"/>
                    </a:ext>
                  </a:extLst>
                </p14:cNvPr>
                <p14:cNvContentPartPr/>
                <p14:nvPr/>
              </p14:nvContentPartPr>
              <p14:xfrm>
                <a:off x="7293126" y="4879023"/>
                <a:ext cx="97920" cy="61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503C39D-4FA9-B65B-231C-2CE84C860ED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275486" y="4861023"/>
                  <a:ext cx="133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47AE7D3-097F-BB87-83D4-E77A30DBDB63}"/>
                    </a:ext>
                  </a:extLst>
                </p14:cNvPr>
                <p14:cNvContentPartPr/>
                <p14:nvPr/>
              </p14:nvContentPartPr>
              <p14:xfrm>
                <a:off x="7482486" y="4853823"/>
                <a:ext cx="33480" cy="1630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47AE7D3-097F-BB87-83D4-E77A30DBDB6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464486" y="4836183"/>
                  <a:ext cx="69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CFCB367-4AF4-F8ED-3AA8-399F110D6BE0}"/>
                    </a:ext>
                  </a:extLst>
                </p14:cNvPr>
                <p14:cNvContentPartPr/>
                <p14:nvPr/>
              </p14:nvContentPartPr>
              <p14:xfrm>
                <a:off x="7542606" y="4968303"/>
                <a:ext cx="91080" cy="1530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CFCB367-4AF4-F8ED-3AA8-399F110D6BE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524606" y="4950303"/>
                  <a:ext cx="1267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A3E8F83-F306-E33D-3A70-6EE932776B1E}"/>
                    </a:ext>
                  </a:extLst>
                </p14:cNvPr>
                <p14:cNvContentPartPr/>
                <p14:nvPr/>
              </p14:nvContentPartPr>
              <p14:xfrm>
                <a:off x="7665366" y="5083143"/>
                <a:ext cx="221400" cy="1090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A3E8F83-F306-E33D-3A70-6EE932776B1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647726" y="5065143"/>
                  <a:ext cx="25704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F4AA9EFE-2DE4-7BC7-1FFF-C51015CF9E80}"/>
              </a:ext>
            </a:extLst>
          </p:cNvPr>
          <p:cNvGrpSpPr/>
          <p:nvPr/>
        </p:nvGrpSpPr>
        <p:grpSpPr>
          <a:xfrm>
            <a:off x="8392566" y="2799303"/>
            <a:ext cx="1721160" cy="2215440"/>
            <a:chOff x="8392566" y="2799303"/>
            <a:chExt cx="1721160" cy="221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B5BE198-A84F-3C87-E071-2AFA07701BB6}"/>
                    </a:ext>
                  </a:extLst>
                </p14:cNvPr>
                <p14:cNvContentPartPr/>
                <p14:nvPr/>
              </p14:nvContentPartPr>
              <p14:xfrm>
                <a:off x="8695686" y="3169023"/>
                <a:ext cx="24120" cy="2599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B5BE198-A84F-3C87-E071-2AFA07701BB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677686" y="3151383"/>
                  <a:ext cx="597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E524927-BE4B-2D68-D1B1-ADD8532580BA}"/>
                    </a:ext>
                  </a:extLst>
                </p14:cNvPr>
                <p14:cNvContentPartPr/>
                <p14:nvPr/>
              </p14:nvContentPartPr>
              <p14:xfrm>
                <a:off x="9209046" y="3130863"/>
                <a:ext cx="255240" cy="2322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E524927-BE4B-2D68-D1B1-ADD8532580B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191046" y="3113223"/>
                  <a:ext cx="2908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1A7267E-C2E5-F8C1-B4D2-8737FDBEEC41}"/>
                    </a:ext>
                  </a:extLst>
                </p14:cNvPr>
                <p14:cNvContentPartPr/>
                <p14:nvPr/>
              </p14:nvContentPartPr>
              <p14:xfrm>
                <a:off x="8575446" y="3819183"/>
                <a:ext cx="24480" cy="166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1A7267E-C2E5-F8C1-B4D2-8737FDBEEC4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557806" y="3801183"/>
                  <a:ext cx="60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ABD2012-8B3A-23DC-FEB4-A0144644CE82}"/>
                    </a:ext>
                  </a:extLst>
                </p14:cNvPr>
                <p14:cNvContentPartPr/>
                <p14:nvPr/>
              </p14:nvContentPartPr>
              <p14:xfrm>
                <a:off x="9161166" y="3723783"/>
                <a:ext cx="288720" cy="2358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ABD2012-8B3A-23DC-FEB4-A0144644CE8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143526" y="3705783"/>
                  <a:ext cx="3243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9BEF5F0-4BD9-CA30-41EF-07AD5AA5E045}"/>
                    </a:ext>
                  </a:extLst>
                </p14:cNvPr>
                <p14:cNvContentPartPr/>
                <p14:nvPr/>
              </p14:nvContentPartPr>
              <p14:xfrm>
                <a:off x="8435766" y="4384743"/>
                <a:ext cx="7200" cy="1591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9BEF5F0-4BD9-CA30-41EF-07AD5AA5E04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417766" y="4367103"/>
                  <a:ext cx="428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177F214-8A38-51A0-B586-831B9C12D994}"/>
                    </a:ext>
                  </a:extLst>
                </p14:cNvPr>
                <p14:cNvContentPartPr/>
                <p14:nvPr/>
              </p14:nvContentPartPr>
              <p14:xfrm>
                <a:off x="8804766" y="4414263"/>
                <a:ext cx="91440" cy="176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177F214-8A38-51A0-B586-831B9C12D99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786766" y="4396623"/>
                  <a:ext cx="127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C9CDA36-8D56-53A3-96B9-5227AEB5DF5A}"/>
                    </a:ext>
                  </a:extLst>
                </p14:cNvPr>
                <p14:cNvContentPartPr/>
                <p14:nvPr/>
              </p14:nvContentPartPr>
              <p14:xfrm>
                <a:off x="8957406" y="4343343"/>
                <a:ext cx="146880" cy="1738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C9CDA36-8D56-53A3-96B9-5227AEB5DF5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939406" y="4325703"/>
                  <a:ext cx="182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C5E29FF-87D7-7510-91AF-32251713C548}"/>
                    </a:ext>
                  </a:extLst>
                </p14:cNvPr>
                <p14:cNvContentPartPr/>
                <p14:nvPr/>
              </p14:nvContentPartPr>
              <p14:xfrm>
                <a:off x="9253326" y="4287183"/>
                <a:ext cx="365040" cy="1879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C5E29FF-87D7-7510-91AF-32251713C548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235686" y="4269543"/>
                  <a:ext cx="4006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48BFE9B-C686-ED92-60E9-E69E23F82A3B}"/>
                    </a:ext>
                  </a:extLst>
                </p14:cNvPr>
                <p14:cNvContentPartPr/>
                <p14:nvPr/>
              </p14:nvContentPartPr>
              <p14:xfrm>
                <a:off x="8392566" y="4857063"/>
                <a:ext cx="155160" cy="1576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48BFE9B-C686-ED92-60E9-E69E23F82A3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374566" y="4839423"/>
                  <a:ext cx="1908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323966D-0605-A26E-02DB-5003206D36DD}"/>
                    </a:ext>
                  </a:extLst>
                </p14:cNvPr>
                <p14:cNvContentPartPr/>
                <p14:nvPr/>
              </p14:nvContentPartPr>
              <p14:xfrm>
                <a:off x="8950206" y="4870743"/>
                <a:ext cx="78480" cy="108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323966D-0605-A26E-02DB-5003206D36D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932206" y="4853103"/>
                  <a:ext cx="114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91E2C89-EFCD-4B75-9AC0-73D36E335AB1}"/>
                    </a:ext>
                  </a:extLst>
                </p14:cNvPr>
                <p14:cNvContentPartPr/>
                <p14:nvPr/>
              </p14:nvContentPartPr>
              <p14:xfrm>
                <a:off x="9130926" y="4776783"/>
                <a:ext cx="16560" cy="1774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91E2C89-EFCD-4B75-9AC0-73D36E335AB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112926" y="4758783"/>
                  <a:ext cx="52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D88703A-5512-2E0E-06E4-2AB6A3B1B79A}"/>
                    </a:ext>
                  </a:extLst>
                </p14:cNvPr>
                <p14:cNvContentPartPr/>
                <p14:nvPr/>
              </p14:nvContentPartPr>
              <p14:xfrm>
                <a:off x="9570846" y="4749063"/>
                <a:ext cx="19440" cy="1605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D88703A-5512-2E0E-06E4-2AB6A3B1B79A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553206" y="4731063"/>
                  <a:ext cx="55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8F28C27-A673-C393-7ACF-58E3E70020BD}"/>
                    </a:ext>
                  </a:extLst>
                </p14:cNvPr>
                <p14:cNvContentPartPr/>
                <p14:nvPr/>
              </p14:nvContentPartPr>
              <p14:xfrm>
                <a:off x="9748686" y="2799303"/>
                <a:ext cx="365040" cy="20998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8F28C27-A673-C393-7ACF-58E3E70020BD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731046" y="2781663"/>
                  <a:ext cx="400680" cy="213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BFEEB1BE-9988-BE1B-DFC2-60CDB250A0D8}"/>
              </a:ext>
            </a:extLst>
          </p:cNvPr>
          <p:cNvGrpSpPr/>
          <p:nvPr/>
        </p:nvGrpSpPr>
        <p:grpSpPr>
          <a:xfrm>
            <a:off x="302286" y="5436663"/>
            <a:ext cx="628920" cy="433440"/>
            <a:chOff x="302286" y="5436663"/>
            <a:chExt cx="628920" cy="43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33AFDE9-7800-3067-6EF2-6BE5282E6517}"/>
                    </a:ext>
                  </a:extLst>
                </p14:cNvPr>
                <p14:cNvContentPartPr/>
                <p14:nvPr/>
              </p14:nvContentPartPr>
              <p14:xfrm>
                <a:off x="302286" y="5474823"/>
                <a:ext cx="157680" cy="2696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33AFDE9-7800-3067-6EF2-6BE5282E651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84286" y="5457183"/>
                  <a:ext cx="1933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5456B82-E8B6-BC87-79B7-A360151C70A8}"/>
                    </a:ext>
                  </a:extLst>
                </p14:cNvPr>
                <p14:cNvContentPartPr/>
                <p14:nvPr/>
              </p14:nvContentPartPr>
              <p14:xfrm>
                <a:off x="602526" y="5493903"/>
                <a:ext cx="12960" cy="2181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5456B82-E8B6-BC87-79B7-A360151C70A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84526" y="5476263"/>
                  <a:ext cx="486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1E1DDE5-A42F-A920-AE88-6F51C2BD3C7D}"/>
                    </a:ext>
                  </a:extLst>
                </p14:cNvPr>
                <p14:cNvContentPartPr/>
                <p14:nvPr/>
              </p14:nvContentPartPr>
              <p14:xfrm>
                <a:off x="593166" y="5436663"/>
                <a:ext cx="127440" cy="2624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1E1DDE5-A42F-A920-AE88-6F51C2BD3C7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75526" y="5419023"/>
                  <a:ext cx="1630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C68F4E3-7042-1EC1-18DC-14CA0FB60ABC}"/>
                    </a:ext>
                  </a:extLst>
                </p14:cNvPr>
                <p14:cNvContentPartPr/>
                <p14:nvPr/>
              </p14:nvContentPartPr>
              <p14:xfrm>
                <a:off x="805566" y="5650503"/>
                <a:ext cx="125640" cy="2196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C68F4E3-7042-1EC1-18DC-14CA0FB60AB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87926" y="5632863"/>
                  <a:ext cx="161280" cy="25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4DA465F4-4021-93AC-6AF1-BD199D4BC34F}"/>
                  </a:ext>
                </a:extLst>
              </p14:cNvPr>
              <p14:cNvContentPartPr/>
              <p14:nvPr/>
            </p14:nvContentPartPr>
            <p14:xfrm>
              <a:off x="1422606" y="5321103"/>
              <a:ext cx="256680" cy="121500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4DA465F4-4021-93AC-6AF1-BD199D4BC34F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1404966" y="5303463"/>
                <a:ext cx="292320" cy="12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772BCD84-D874-BAA3-F853-98831C02409C}"/>
                  </a:ext>
                </a:extLst>
              </p14:cNvPr>
              <p14:cNvContentPartPr/>
              <p14:nvPr/>
            </p14:nvContentPartPr>
            <p14:xfrm>
              <a:off x="2004366" y="5464383"/>
              <a:ext cx="25560" cy="19116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772BCD84-D874-BAA3-F853-98831C02409C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1986366" y="5446383"/>
                <a:ext cx="612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6BB1E88E-35AA-5FF1-23ED-31145A3A5C4B}"/>
                  </a:ext>
                </a:extLst>
              </p14:cNvPr>
              <p14:cNvContentPartPr/>
              <p14:nvPr/>
            </p14:nvContentPartPr>
            <p14:xfrm>
              <a:off x="2493606" y="5802783"/>
              <a:ext cx="11520" cy="15084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6BB1E88E-35AA-5FF1-23ED-31145A3A5C4B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2475966" y="5785143"/>
                <a:ext cx="471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9B498A67-DE60-AF4F-3AC3-A70B04E1F3D3}"/>
                  </a:ext>
                </a:extLst>
              </p14:cNvPr>
              <p14:cNvContentPartPr/>
              <p14:nvPr/>
            </p14:nvContentPartPr>
            <p14:xfrm>
              <a:off x="3093006" y="5985303"/>
              <a:ext cx="7920" cy="14508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9B498A67-DE60-AF4F-3AC3-A70B04E1F3D3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3075366" y="5967303"/>
                <a:ext cx="4356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96BA33A0-96BC-37C1-EEB9-6E80CDA467D6}"/>
                  </a:ext>
                </a:extLst>
              </p14:cNvPr>
              <p14:cNvContentPartPr/>
              <p14:nvPr/>
            </p14:nvContentPartPr>
            <p14:xfrm>
              <a:off x="3847566" y="6386703"/>
              <a:ext cx="28440" cy="18396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96BA33A0-96BC-37C1-EEB9-6E80CDA467D6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3829566" y="6369063"/>
                <a:ext cx="6408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6E88AD5C-B210-DBCB-AA7A-87447165F022}"/>
                  </a:ext>
                </a:extLst>
              </p14:cNvPr>
              <p14:cNvContentPartPr/>
              <p14:nvPr/>
            </p14:nvContentPartPr>
            <p14:xfrm>
              <a:off x="1845606" y="5910783"/>
              <a:ext cx="130680" cy="14220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6E88AD5C-B210-DBCB-AA7A-87447165F022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827606" y="5892783"/>
                <a:ext cx="1663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491E4699-E535-5B57-7E26-14F8D1AC4E90}"/>
                  </a:ext>
                </a:extLst>
              </p14:cNvPr>
              <p14:cNvContentPartPr/>
              <p14:nvPr/>
            </p14:nvContentPartPr>
            <p14:xfrm>
              <a:off x="1921206" y="6210303"/>
              <a:ext cx="113040" cy="11340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491E4699-E535-5B57-7E26-14F8D1AC4E90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1903566" y="6192303"/>
                <a:ext cx="14868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ABF42F80-A730-1BBF-6DFF-CA731F4AC231}"/>
                  </a:ext>
                </a:extLst>
              </p14:cNvPr>
              <p14:cNvContentPartPr/>
              <p14:nvPr/>
            </p14:nvContentPartPr>
            <p14:xfrm>
              <a:off x="1948926" y="6493623"/>
              <a:ext cx="120240" cy="18648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ABF42F80-A730-1BBF-6DFF-CA731F4AC231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1930926" y="6475983"/>
                <a:ext cx="1558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E9022C90-3940-DB0C-C8F3-A4334B9C3E23}"/>
                  </a:ext>
                </a:extLst>
              </p14:cNvPr>
              <p14:cNvContentPartPr/>
              <p14:nvPr/>
            </p14:nvContentPartPr>
            <p14:xfrm>
              <a:off x="2360406" y="6206703"/>
              <a:ext cx="112320" cy="15120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E9022C90-3940-DB0C-C8F3-A4334B9C3E23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2342766" y="6189063"/>
                <a:ext cx="14796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94CB71AA-FBCA-1204-D6F5-52634825B73E}"/>
                  </a:ext>
                </a:extLst>
              </p14:cNvPr>
              <p14:cNvContentPartPr/>
              <p14:nvPr/>
            </p14:nvContentPartPr>
            <p14:xfrm>
              <a:off x="2450766" y="6554463"/>
              <a:ext cx="120960" cy="18396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94CB71AA-FBCA-1204-D6F5-52634825B73E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2433126" y="6536463"/>
                <a:ext cx="1566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C3CA9291-20B9-76B0-D2E6-F961957724C1}"/>
                  </a:ext>
                </a:extLst>
              </p14:cNvPr>
              <p14:cNvContentPartPr/>
              <p14:nvPr/>
            </p14:nvContentPartPr>
            <p14:xfrm>
              <a:off x="3041886" y="6492903"/>
              <a:ext cx="111240" cy="14580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C3CA9291-20B9-76B0-D2E6-F961957724C1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3023886" y="6475263"/>
                <a:ext cx="14688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A06A2F5C-4DD6-8D73-4E39-CAFD44C13614}"/>
                  </a:ext>
                </a:extLst>
              </p14:cNvPr>
              <p14:cNvContentPartPr/>
              <p14:nvPr/>
            </p14:nvContentPartPr>
            <p14:xfrm>
              <a:off x="2456526" y="5402823"/>
              <a:ext cx="204840" cy="18252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A06A2F5C-4DD6-8D73-4E39-CAFD44C13614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2438526" y="5385183"/>
                <a:ext cx="240480" cy="21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5" name="Group 284">
            <a:extLst>
              <a:ext uri="{FF2B5EF4-FFF2-40B4-BE49-F238E27FC236}">
                <a16:creationId xmlns:a16="http://schemas.microsoft.com/office/drawing/2014/main" id="{32726893-3D22-EA40-1544-E1FD403465D8}"/>
              </a:ext>
            </a:extLst>
          </p:cNvPr>
          <p:cNvGrpSpPr/>
          <p:nvPr/>
        </p:nvGrpSpPr>
        <p:grpSpPr>
          <a:xfrm>
            <a:off x="2992926" y="5414343"/>
            <a:ext cx="156960" cy="425880"/>
            <a:chOff x="2992926" y="5414343"/>
            <a:chExt cx="156960" cy="4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243FC99-837F-8615-146D-52E130DB80D6}"/>
                    </a:ext>
                  </a:extLst>
                </p14:cNvPr>
                <p14:cNvContentPartPr/>
                <p14:nvPr/>
              </p14:nvContentPartPr>
              <p14:xfrm>
                <a:off x="2992926" y="5414343"/>
                <a:ext cx="109440" cy="1713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243FC99-837F-8615-146D-52E130DB80D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975286" y="5396703"/>
                  <a:ext cx="1450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441F9AE-35F7-4642-74BE-6017F41E38DB}"/>
                    </a:ext>
                  </a:extLst>
                </p14:cNvPr>
                <p14:cNvContentPartPr/>
                <p14:nvPr/>
              </p14:nvContentPartPr>
              <p14:xfrm>
                <a:off x="3050886" y="5711343"/>
                <a:ext cx="99000" cy="1288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441F9AE-35F7-4642-74BE-6017F41E38DB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032886" y="5693343"/>
                  <a:ext cx="13464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C294EF1B-69D8-2CA3-A12D-65273C3BC321}"/>
              </a:ext>
            </a:extLst>
          </p:cNvPr>
          <p:cNvGrpSpPr/>
          <p:nvPr/>
        </p:nvGrpSpPr>
        <p:grpSpPr>
          <a:xfrm>
            <a:off x="5062566" y="6074943"/>
            <a:ext cx="199800" cy="137520"/>
            <a:chOff x="5062566" y="6074943"/>
            <a:chExt cx="199800" cy="1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2765303-5AD0-5DAC-CCB5-C1E5CA1C8A93}"/>
                    </a:ext>
                  </a:extLst>
                </p14:cNvPr>
                <p14:cNvContentPartPr/>
                <p14:nvPr/>
              </p14:nvContentPartPr>
              <p14:xfrm>
                <a:off x="5092086" y="6074943"/>
                <a:ext cx="48960" cy="57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2765303-5AD0-5DAC-CCB5-C1E5CA1C8A93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074446" y="6056943"/>
                  <a:ext cx="84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FF0EEBE-75F1-A25A-5D92-91907B66B1A9}"/>
                    </a:ext>
                  </a:extLst>
                </p14:cNvPr>
                <p14:cNvContentPartPr/>
                <p14:nvPr/>
              </p14:nvContentPartPr>
              <p14:xfrm>
                <a:off x="5062566" y="6166383"/>
                <a:ext cx="199800" cy="460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FF0EEBE-75F1-A25A-5D92-91907B66B1A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044926" y="6148743"/>
                  <a:ext cx="235440" cy="8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386B8BC9-9E84-4B1A-9C8A-C30573E900E6}"/>
                  </a:ext>
                </a:extLst>
              </p14:cNvPr>
              <p14:cNvContentPartPr/>
              <p14:nvPr/>
            </p14:nvContentPartPr>
            <p14:xfrm>
              <a:off x="7919526" y="5474103"/>
              <a:ext cx="23040" cy="18720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386B8BC9-9E84-4B1A-9C8A-C30573E900E6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7901526" y="5456463"/>
                <a:ext cx="5868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D0A899F3-DC4D-3C74-D964-3D52ED71B80E}"/>
                  </a:ext>
                </a:extLst>
              </p14:cNvPr>
              <p14:cNvContentPartPr/>
              <p14:nvPr/>
            </p14:nvContentPartPr>
            <p14:xfrm>
              <a:off x="8535126" y="5461503"/>
              <a:ext cx="305280" cy="21456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D0A899F3-DC4D-3C74-D964-3D52ED71B80E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8517486" y="5443863"/>
                <a:ext cx="3409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BF593978-E225-0B6A-49CF-4088F1B10D5D}"/>
                  </a:ext>
                </a:extLst>
              </p14:cNvPr>
              <p14:cNvContentPartPr/>
              <p14:nvPr/>
            </p14:nvContentPartPr>
            <p14:xfrm>
              <a:off x="7134366" y="5901783"/>
              <a:ext cx="194760" cy="19476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BF593978-E225-0B6A-49CF-4088F1B10D5D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7116726" y="5884143"/>
                <a:ext cx="2304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4904929A-B03F-2B9C-50C7-1BE07F4AA778}"/>
                  </a:ext>
                </a:extLst>
              </p14:cNvPr>
              <p14:cNvContentPartPr/>
              <p14:nvPr/>
            </p14:nvContentPartPr>
            <p14:xfrm>
              <a:off x="7885326" y="5846703"/>
              <a:ext cx="15480" cy="19800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4904929A-B03F-2B9C-50C7-1BE07F4AA778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7867326" y="5829063"/>
                <a:ext cx="511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9B4EFE3F-E7F4-735A-A9B9-3B8B37D24BF9}"/>
                  </a:ext>
                </a:extLst>
              </p14:cNvPr>
              <p14:cNvContentPartPr/>
              <p14:nvPr/>
            </p14:nvContentPartPr>
            <p14:xfrm>
              <a:off x="8581566" y="5850303"/>
              <a:ext cx="212400" cy="18900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9B4EFE3F-E7F4-735A-A9B9-3B8B37D24BF9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8563566" y="5832663"/>
                <a:ext cx="2480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AD5AB176-472C-1504-A17D-3BFBA2F06150}"/>
                  </a:ext>
                </a:extLst>
              </p14:cNvPr>
              <p14:cNvContentPartPr/>
              <p14:nvPr/>
            </p14:nvContentPartPr>
            <p14:xfrm>
              <a:off x="7385286" y="6323343"/>
              <a:ext cx="16920" cy="16308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AD5AB176-472C-1504-A17D-3BFBA2F06150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7367646" y="6305703"/>
                <a:ext cx="5256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7" name="Group 326">
            <a:extLst>
              <a:ext uri="{FF2B5EF4-FFF2-40B4-BE49-F238E27FC236}">
                <a16:creationId xmlns:a16="http://schemas.microsoft.com/office/drawing/2014/main" id="{8B52B84C-DAA6-2954-EC5A-76280A814D57}"/>
              </a:ext>
            </a:extLst>
          </p:cNvPr>
          <p:cNvGrpSpPr/>
          <p:nvPr/>
        </p:nvGrpSpPr>
        <p:grpSpPr>
          <a:xfrm>
            <a:off x="7874886" y="6345303"/>
            <a:ext cx="380880" cy="142560"/>
            <a:chOff x="7874886" y="6345303"/>
            <a:chExt cx="380880" cy="1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7941D15-04D4-C652-D524-39FA7BE0B660}"/>
                    </a:ext>
                  </a:extLst>
                </p14:cNvPr>
                <p14:cNvContentPartPr/>
                <p14:nvPr/>
              </p14:nvContentPartPr>
              <p14:xfrm>
                <a:off x="7874886" y="6373383"/>
                <a:ext cx="117000" cy="356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7941D15-04D4-C652-D524-39FA7BE0B66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856886" y="6355743"/>
                  <a:ext cx="1526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2857877-CF97-330C-419E-9FC6A1B1B818}"/>
                    </a:ext>
                  </a:extLst>
                </p14:cNvPr>
                <p14:cNvContentPartPr/>
                <p14:nvPr/>
              </p14:nvContentPartPr>
              <p14:xfrm>
                <a:off x="8114646" y="6345303"/>
                <a:ext cx="141120" cy="1425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2857877-CF97-330C-419E-9FC6A1B1B81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097006" y="6327303"/>
                  <a:ext cx="176760" cy="17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21FAB643-5830-B1FD-4A17-FC866CCCB28C}"/>
                  </a:ext>
                </a:extLst>
              </p14:cNvPr>
              <p14:cNvContentPartPr/>
              <p14:nvPr/>
            </p14:nvContentPartPr>
            <p14:xfrm>
              <a:off x="8556006" y="6274383"/>
              <a:ext cx="263880" cy="150480"/>
            </p14:xfrm>
          </p:contentPart>
        </mc:Choice>
        <mc:Fallback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21FAB643-5830-B1FD-4A17-FC866CCCB28C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8538006" y="6256743"/>
                <a:ext cx="2995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2C2ACC22-549F-3609-9CA6-343F6DE6728E}"/>
                  </a:ext>
                </a:extLst>
              </p14:cNvPr>
              <p14:cNvContentPartPr/>
              <p14:nvPr/>
            </p14:nvContentPartPr>
            <p14:xfrm>
              <a:off x="7381326" y="6652383"/>
              <a:ext cx="143640" cy="20016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2C2ACC22-549F-3609-9CA6-343F6DE6728E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7363326" y="6634383"/>
                <a:ext cx="179280" cy="2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2" name="Group 341">
            <a:extLst>
              <a:ext uri="{FF2B5EF4-FFF2-40B4-BE49-F238E27FC236}">
                <a16:creationId xmlns:a16="http://schemas.microsoft.com/office/drawing/2014/main" id="{44BB7E92-4510-5E0D-C518-3600FB4D0B49}"/>
              </a:ext>
            </a:extLst>
          </p:cNvPr>
          <p:cNvGrpSpPr/>
          <p:nvPr/>
        </p:nvGrpSpPr>
        <p:grpSpPr>
          <a:xfrm>
            <a:off x="7877406" y="6646983"/>
            <a:ext cx="362160" cy="200520"/>
            <a:chOff x="7877406" y="6646983"/>
            <a:chExt cx="362160" cy="2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45C63AA3-D32B-2715-330B-151369135E6F}"/>
                    </a:ext>
                  </a:extLst>
                </p14:cNvPr>
                <p14:cNvContentPartPr/>
                <p14:nvPr/>
              </p14:nvContentPartPr>
              <p14:xfrm>
                <a:off x="7877406" y="6735183"/>
                <a:ext cx="109800" cy="115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45C63AA3-D32B-2715-330B-151369135E6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859766" y="6717543"/>
                  <a:ext cx="145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867BBDB0-6DCC-F8B5-A9C4-9A3D299F0937}"/>
                    </a:ext>
                  </a:extLst>
                </p14:cNvPr>
                <p14:cNvContentPartPr/>
                <p14:nvPr/>
              </p14:nvContentPartPr>
              <p14:xfrm>
                <a:off x="8079366" y="6646983"/>
                <a:ext cx="160200" cy="2005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867BBDB0-6DCC-F8B5-A9C4-9A3D299F093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061726" y="6629343"/>
                  <a:ext cx="19584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AB2AF164-3F63-1068-24C3-F618A8876B02}"/>
              </a:ext>
            </a:extLst>
          </p:cNvPr>
          <p:cNvGrpSpPr/>
          <p:nvPr/>
        </p:nvGrpSpPr>
        <p:grpSpPr>
          <a:xfrm>
            <a:off x="8725926" y="5185023"/>
            <a:ext cx="640080" cy="1896120"/>
            <a:chOff x="8725926" y="5185023"/>
            <a:chExt cx="640080" cy="189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ECD35A5C-A6BE-78BF-A203-93D137D7C47E}"/>
                    </a:ext>
                  </a:extLst>
                </p14:cNvPr>
                <p14:cNvContentPartPr/>
                <p14:nvPr/>
              </p14:nvContentPartPr>
              <p14:xfrm>
                <a:off x="8725926" y="6646983"/>
                <a:ext cx="223200" cy="1418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ECD35A5C-A6BE-78BF-A203-93D137D7C47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707926" y="6628983"/>
                  <a:ext cx="2588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DDA8B25C-1064-9024-81E6-A6A79DC5F408}"/>
                    </a:ext>
                  </a:extLst>
                </p14:cNvPr>
                <p14:cNvContentPartPr/>
                <p14:nvPr/>
              </p14:nvContentPartPr>
              <p14:xfrm>
                <a:off x="8982246" y="5185023"/>
                <a:ext cx="383760" cy="18961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DDA8B25C-1064-9024-81E6-A6A79DC5F40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964246" y="5167023"/>
                  <a:ext cx="419400" cy="19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79710C9E-829D-D47F-C5EE-4284C13C6296}"/>
              </a:ext>
            </a:extLst>
          </p:cNvPr>
          <p:cNvGrpSpPr/>
          <p:nvPr/>
        </p:nvGrpSpPr>
        <p:grpSpPr>
          <a:xfrm>
            <a:off x="9854526" y="5965143"/>
            <a:ext cx="280800" cy="285120"/>
            <a:chOff x="9854526" y="5965143"/>
            <a:chExt cx="28080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71A96E58-C0CF-2068-C075-590BBDBB7759}"/>
                    </a:ext>
                  </a:extLst>
                </p14:cNvPr>
                <p14:cNvContentPartPr/>
                <p14:nvPr/>
              </p14:nvContentPartPr>
              <p14:xfrm>
                <a:off x="9857046" y="6020943"/>
                <a:ext cx="73080" cy="2167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71A96E58-C0CF-2068-C075-590BBDBB7759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839046" y="6003303"/>
                  <a:ext cx="1087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4A021C47-421C-1D1A-3B3A-005ABF2D8C5C}"/>
                    </a:ext>
                  </a:extLst>
                </p14:cNvPr>
                <p14:cNvContentPartPr/>
                <p14:nvPr/>
              </p14:nvContentPartPr>
              <p14:xfrm>
                <a:off x="9916446" y="5965143"/>
                <a:ext cx="196920" cy="2851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4A021C47-421C-1D1A-3B3A-005ABF2D8C5C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898446" y="5947503"/>
                  <a:ext cx="2325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2E02C7D2-7395-0BB9-CA1A-E13FED2D048C}"/>
                    </a:ext>
                  </a:extLst>
                </p14:cNvPr>
                <p14:cNvContentPartPr/>
                <p14:nvPr/>
              </p14:nvContentPartPr>
              <p14:xfrm>
                <a:off x="9854526" y="6166383"/>
                <a:ext cx="280800" cy="237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2E02C7D2-7395-0BB9-CA1A-E13FED2D048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836526" y="6148743"/>
                  <a:ext cx="31644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3967E81A-6658-F98B-DDAD-EAE433856C54}"/>
              </a:ext>
            </a:extLst>
          </p:cNvPr>
          <p:cNvGrpSpPr/>
          <p:nvPr/>
        </p:nvGrpSpPr>
        <p:grpSpPr>
          <a:xfrm>
            <a:off x="3707166" y="5345583"/>
            <a:ext cx="929880" cy="1481760"/>
            <a:chOff x="3707166" y="5345583"/>
            <a:chExt cx="929880" cy="148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5EAA78A-AE9B-C4A3-8349-D148C3758288}"/>
                    </a:ext>
                  </a:extLst>
                </p14:cNvPr>
                <p14:cNvContentPartPr/>
                <p14:nvPr/>
              </p14:nvContentPartPr>
              <p14:xfrm>
                <a:off x="3759366" y="5467263"/>
                <a:ext cx="88920" cy="64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5EAA78A-AE9B-C4A3-8349-D148C3758288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741366" y="5449263"/>
                  <a:ext cx="124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EF65945-CA86-140C-E818-90A4ADFE4B38}"/>
                    </a:ext>
                  </a:extLst>
                </p14:cNvPr>
                <p14:cNvContentPartPr/>
                <p14:nvPr/>
              </p14:nvContentPartPr>
              <p14:xfrm>
                <a:off x="3936486" y="5345583"/>
                <a:ext cx="43560" cy="2041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EF65945-CA86-140C-E818-90A4ADFE4B3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918846" y="5327583"/>
                  <a:ext cx="79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DC3453B-38F6-5274-17D2-CDE399EAA946}"/>
                    </a:ext>
                  </a:extLst>
                </p14:cNvPr>
                <p14:cNvContentPartPr/>
                <p14:nvPr/>
              </p14:nvContentPartPr>
              <p14:xfrm>
                <a:off x="3920286" y="5532063"/>
                <a:ext cx="124920" cy="1555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DC3453B-38F6-5274-17D2-CDE399EAA94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902286" y="5514063"/>
                  <a:ext cx="1605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C34C9C2-B891-1F54-7C71-EE1CFD0A07B8}"/>
                    </a:ext>
                  </a:extLst>
                </p14:cNvPr>
                <p14:cNvContentPartPr/>
                <p14:nvPr/>
              </p14:nvContentPartPr>
              <p14:xfrm>
                <a:off x="4030806" y="5636103"/>
                <a:ext cx="154080" cy="1162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C34C9C2-B891-1F54-7C71-EE1CFD0A07B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013166" y="5618103"/>
                  <a:ext cx="1897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92DAE7D-D382-1A6A-5F42-999CED8B9B25}"/>
                    </a:ext>
                  </a:extLst>
                </p14:cNvPr>
                <p14:cNvContentPartPr/>
                <p14:nvPr/>
              </p14:nvContentPartPr>
              <p14:xfrm>
                <a:off x="3789246" y="5821143"/>
                <a:ext cx="7560" cy="1389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92DAE7D-D382-1A6A-5F42-999CED8B9B25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771606" y="5803143"/>
                  <a:ext cx="432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52DEA215-908B-67C3-26CD-96C2AEE0FB83}"/>
                    </a:ext>
                  </a:extLst>
                </p14:cNvPr>
                <p14:cNvContentPartPr/>
                <p14:nvPr/>
              </p14:nvContentPartPr>
              <p14:xfrm>
                <a:off x="3843246" y="5863983"/>
                <a:ext cx="80640" cy="1216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52DEA215-908B-67C3-26CD-96C2AEE0FB83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825246" y="5845983"/>
                  <a:ext cx="116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A2201BC-D92E-2595-E750-F1D580AAF127}"/>
                    </a:ext>
                  </a:extLst>
                </p14:cNvPr>
                <p14:cNvContentPartPr/>
                <p14:nvPr/>
              </p14:nvContentPartPr>
              <p14:xfrm>
                <a:off x="3910206" y="5944263"/>
                <a:ext cx="259200" cy="972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A2201BC-D92E-2595-E750-F1D580AAF12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892566" y="5926623"/>
                  <a:ext cx="294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92DAD8A-BF5A-2F8A-52BD-9AE3469C62FC}"/>
                    </a:ext>
                  </a:extLst>
                </p14:cNvPr>
                <p14:cNvContentPartPr/>
                <p14:nvPr/>
              </p14:nvContentPartPr>
              <p14:xfrm>
                <a:off x="3707166" y="6175743"/>
                <a:ext cx="81360" cy="223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92DAD8A-BF5A-2F8A-52BD-9AE3469C62FC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689166" y="6157743"/>
                  <a:ext cx="1170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E017C1C-55AE-3AD8-4CBA-2406221B7D27}"/>
                    </a:ext>
                  </a:extLst>
                </p14:cNvPr>
                <p14:cNvContentPartPr/>
                <p14:nvPr/>
              </p14:nvContentPartPr>
              <p14:xfrm>
                <a:off x="3901566" y="6118503"/>
                <a:ext cx="6480" cy="997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E017C1C-55AE-3AD8-4CBA-2406221B7D27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883566" y="6100863"/>
                  <a:ext cx="42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EECC7BB-FF56-3FA5-8DBA-92436C9ACAC9}"/>
                    </a:ext>
                  </a:extLst>
                </p14:cNvPr>
                <p14:cNvContentPartPr/>
                <p14:nvPr/>
              </p14:nvContentPartPr>
              <p14:xfrm>
                <a:off x="3927126" y="6178623"/>
                <a:ext cx="61560" cy="1008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EECC7BB-FF56-3FA5-8DBA-92436C9ACAC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909486" y="6160983"/>
                  <a:ext cx="972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AE0174E5-59CB-9DF9-EC81-12F1C3E26532}"/>
                    </a:ext>
                  </a:extLst>
                </p14:cNvPr>
                <p14:cNvContentPartPr/>
                <p14:nvPr/>
              </p14:nvContentPartPr>
              <p14:xfrm>
                <a:off x="4037646" y="6232623"/>
                <a:ext cx="180360" cy="1008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E0174E5-59CB-9DF9-EC81-12F1C3E26532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020006" y="6214983"/>
                  <a:ext cx="2160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BFE249F8-15BC-8604-93AE-93BE5A3DF0F9}"/>
                    </a:ext>
                  </a:extLst>
                </p14:cNvPr>
                <p14:cNvContentPartPr/>
                <p14:nvPr/>
              </p14:nvContentPartPr>
              <p14:xfrm>
                <a:off x="4317366" y="5384823"/>
                <a:ext cx="319680" cy="14425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BFE249F8-15BC-8604-93AE-93BE5A3DF0F9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299366" y="5366823"/>
                  <a:ext cx="355320" cy="14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633F3F1C-0229-E9F1-4F35-FB9C5198E523}"/>
                    </a:ext>
                  </a:extLst>
                </p14:cNvPr>
                <p14:cNvContentPartPr/>
                <p14:nvPr/>
              </p14:nvContentPartPr>
              <p14:xfrm>
                <a:off x="3840726" y="6051543"/>
                <a:ext cx="5400" cy="183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633F3F1C-0229-E9F1-4F35-FB9C5198E523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822726" y="6033903"/>
                  <a:ext cx="4104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5417428E-E4B8-6069-74F7-6EC7FDD5174D}"/>
                  </a:ext>
                </a:extLst>
              </p14:cNvPr>
              <p14:cNvContentPartPr/>
              <p14:nvPr/>
            </p14:nvContentPartPr>
            <p14:xfrm>
              <a:off x="7860126" y="3090183"/>
              <a:ext cx="19440" cy="28800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5417428E-E4B8-6069-74F7-6EC7FDD5174D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7842486" y="3072183"/>
                <a:ext cx="5508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3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5AEE6A4A-BDC4-BA53-C039-B0EBE5FEAE77}"/>
                  </a:ext>
                </a:extLst>
              </p14:cNvPr>
              <p14:cNvContentPartPr/>
              <p14:nvPr/>
            </p14:nvContentPartPr>
            <p14:xfrm>
              <a:off x="5973006" y="5612343"/>
              <a:ext cx="48600" cy="2088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5AEE6A4A-BDC4-BA53-C039-B0EBE5FEAE77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5955366" y="5594343"/>
                <a:ext cx="8424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" name="Group 378">
            <a:extLst>
              <a:ext uri="{FF2B5EF4-FFF2-40B4-BE49-F238E27FC236}">
                <a16:creationId xmlns:a16="http://schemas.microsoft.com/office/drawing/2014/main" id="{E0F68D29-0AB6-55A9-A32E-B3BE178E1763}"/>
              </a:ext>
            </a:extLst>
          </p:cNvPr>
          <p:cNvGrpSpPr/>
          <p:nvPr/>
        </p:nvGrpSpPr>
        <p:grpSpPr>
          <a:xfrm>
            <a:off x="5763846" y="5412183"/>
            <a:ext cx="988200" cy="1491840"/>
            <a:chOff x="5763846" y="5412183"/>
            <a:chExt cx="988200" cy="149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4C2921B-6A31-E6AC-B223-2E13A4FD5297}"/>
                    </a:ext>
                  </a:extLst>
                </p14:cNvPr>
                <p14:cNvContentPartPr/>
                <p14:nvPr/>
              </p14:nvContentPartPr>
              <p14:xfrm>
                <a:off x="5763846" y="5412183"/>
                <a:ext cx="226800" cy="14918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4C2921B-6A31-E6AC-B223-2E13A4FD5297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746206" y="5394543"/>
                  <a:ext cx="262440" cy="15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8585D15-267E-A5AC-AC78-D043DA444A01}"/>
                    </a:ext>
                  </a:extLst>
                </p14:cNvPr>
                <p14:cNvContentPartPr/>
                <p14:nvPr/>
              </p14:nvContentPartPr>
              <p14:xfrm>
                <a:off x="6263166" y="5582103"/>
                <a:ext cx="106200" cy="1900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8585D15-267E-A5AC-AC78-D043DA444A01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245526" y="5564463"/>
                  <a:ext cx="141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96C76538-0935-F6F0-AC66-87A487B83CA9}"/>
                    </a:ext>
                  </a:extLst>
                </p14:cNvPr>
                <p14:cNvContentPartPr/>
                <p14:nvPr/>
              </p14:nvContentPartPr>
              <p14:xfrm>
                <a:off x="6418686" y="5709903"/>
                <a:ext cx="195480" cy="979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96C76538-0935-F6F0-AC66-87A487B83CA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400686" y="5692263"/>
                  <a:ext cx="2311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213C3407-E9D3-8509-041F-778627D8516C}"/>
                    </a:ext>
                  </a:extLst>
                </p14:cNvPr>
                <p14:cNvContentPartPr/>
                <p14:nvPr/>
              </p14:nvContentPartPr>
              <p14:xfrm>
                <a:off x="6256326" y="5967303"/>
                <a:ext cx="16560" cy="1209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213C3407-E9D3-8509-041F-778627D8516C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238686" y="5949303"/>
                  <a:ext cx="52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83BAD663-EBDD-5760-F659-49BC448BABFE}"/>
                    </a:ext>
                  </a:extLst>
                </p14:cNvPr>
                <p14:cNvContentPartPr/>
                <p14:nvPr/>
              </p14:nvContentPartPr>
              <p14:xfrm>
                <a:off x="6279726" y="6016623"/>
                <a:ext cx="123480" cy="1663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83BAD663-EBDD-5760-F659-49BC448BABFE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261726" y="5998623"/>
                  <a:ext cx="159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B0CDC014-EB10-D291-98F3-937D9E61C048}"/>
                    </a:ext>
                  </a:extLst>
                </p14:cNvPr>
                <p14:cNvContentPartPr/>
                <p14:nvPr/>
              </p14:nvContentPartPr>
              <p14:xfrm>
                <a:off x="6429486" y="6139743"/>
                <a:ext cx="189720" cy="1087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B0CDC014-EB10-D291-98F3-937D9E61C04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411846" y="6121743"/>
                  <a:ext cx="225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82033BC-7EAA-A729-9B33-D528D47D29CE}"/>
                    </a:ext>
                  </a:extLst>
                </p14:cNvPr>
                <p14:cNvContentPartPr/>
                <p14:nvPr/>
              </p14:nvContentPartPr>
              <p14:xfrm>
                <a:off x="6165966" y="6368343"/>
                <a:ext cx="92520" cy="82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82033BC-7EAA-A729-9B33-D528D47D29CE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148326" y="6350343"/>
                  <a:ext cx="1281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D50E09E8-ACE5-5A03-B244-8AAC14D90A10}"/>
                    </a:ext>
                  </a:extLst>
                </p14:cNvPr>
                <p14:cNvContentPartPr/>
                <p14:nvPr/>
              </p14:nvContentPartPr>
              <p14:xfrm>
                <a:off x="6355326" y="6315423"/>
                <a:ext cx="77400" cy="1810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D50E09E8-ACE5-5A03-B244-8AAC14D90A1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337326" y="6297783"/>
                  <a:ext cx="1130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0CC6F02-387B-AB0E-176B-62DC79C20D56}"/>
                    </a:ext>
                  </a:extLst>
                </p14:cNvPr>
                <p14:cNvContentPartPr/>
                <p14:nvPr/>
              </p14:nvContentPartPr>
              <p14:xfrm>
                <a:off x="6456846" y="6415863"/>
                <a:ext cx="94320" cy="1515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0CC6F02-387B-AB0E-176B-62DC79C20D56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438846" y="6397863"/>
                  <a:ext cx="129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A41A4168-12D0-B1A5-D1FD-7AF8B38AE313}"/>
                    </a:ext>
                  </a:extLst>
                </p14:cNvPr>
                <p14:cNvContentPartPr/>
                <p14:nvPr/>
              </p14:nvContentPartPr>
              <p14:xfrm>
                <a:off x="6595086" y="6500463"/>
                <a:ext cx="156960" cy="1137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A41A4168-12D0-B1A5-D1FD-7AF8B38AE313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577086" y="6482463"/>
                  <a:ext cx="192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F0BCE755-04A3-8EA8-B319-43590A4EA405}"/>
                    </a:ext>
                  </a:extLst>
                </p14:cNvPr>
                <p14:cNvContentPartPr/>
                <p14:nvPr/>
              </p14:nvContentPartPr>
              <p14:xfrm>
                <a:off x="6150486" y="6744543"/>
                <a:ext cx="123840" cy="108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F0BCE755-04A3-8EA8-B319-43590A4EA40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132486" y="6726903"/>
                  <a:ext cx="1594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824E44C-E0D4-3BD7-8DDC-E02E381D401D}"/>
                    </a:ext>
                  </a:extLst>
                </p14:cNvPr>
                <p14:cNvContentPartPr/>
                <p14:nvPr/>
              </p14:nvContentPartPr>
              <p14:xfrm>
                <a:off x="6402126" y="6673623"/>
                <a:ext cx="9360" cy="1436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824E44C-E0D4-3BD7-8DDC-E02E381D401D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384126" y="6655983"/>
                  <a:ext cx="450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5D433B4-C6B5-F24C-60E5-404FCC0E4ECC}"/>
                    </a:ext>
                  </a:extLst>
                </p14:cNvPr>
                <p14:cNvContentPartPr/>
                <p14:nvPr/>
              </p14:nvContentPartPr>
              <p14:xfrm>
                <a:off x="6128886" y="5440263"/>
                <a:ext cx="136080" cy="2343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5D433B4-C6B5-F24C-60E5-404FCC0E4ECC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111246" y="5422263"/>
                  <a:ext cx="171720" cy="27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1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0E1820DA-10D2-8A18-D3D3-1609A0572F39}"/>
                  </a:ext>
                </a:extLst>
              </p14:cNvPr>
              <p14:cNvContentPartPr/>
              <p14:nvPr/>
            </p14:nvContentPartPr>
            <p14:xfrm>
              <a:off x="7721526" y="1888863"/>
              <a:ext cx="1800" cy="720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0E1820DA-10D2-8A18-D3D3-1609A0572F39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7703886" y="1871223"/>
                <a:ext cx="3744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6" name="Group 405">
            <a:extLst>
              <a:ext uri="{FF2B5EF4-FFF2-40B4-BE49-F238E27FC236}">
                <a16:creationId xmlns:a16="http://schemas.microsoft.com/office/drawing/2014/main" id="{FE9F5326-5279-D395-CFC5-7476A29111AE}"/>
              </a:ext>
            </a:extLst>
          </p:cNvPr>
          <p:cNvGrpSpPr/>
          <p:nvPr/>
        </p:nvGrpSpPr>
        <p:grpSpPr>
          <a:xfrm>
            <a:off x="6927006" y="3115743"/>
            <a:ext cx="1229400" cy="1094400"/>
            <a:chOff x="6927006" y="3115743"/>
            <a:chExt cx="1229400" cy="10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94D3043-FEBC-7417-271B-EF1676E5533F}"/>
                    </a:ext>
                  </a:extLst>
                </p14:cNvPr>
                <p14:cNvContentPartPr/>
                <p14:nvPr/>
              </p14:nvContentPartPr>
              <p14:xfrm>
                <a:off x="7125366" y="3800463"/>
                <a:ext cx="23040" cy="1980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94D3043-FEBC-7417-271B-EF1676E5533F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107366" y="3782463"/>
                  <a:ext cx="586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B43D21B-6A86-0225-1805-C0B19223FA68}"/>
                    </a:ext>
                  </a:extLst>
                </p14:cNvPr>
                <p14:cNvContentPartPr/>
                <p14:nvPr/>
              </p14:nvContentPartPr>
              <p14:xfrm>
                <a:off x="7141926" y="3923583"/>
                <a:ext cx="182160" cy="1940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B43D21B-6A86-0225-1805-C0B19223FA6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124286" y="3905943"/>
                  <a:ext cx="217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4772EFD-9121-26FB-EB33-E3B2465C801D}"/>
                    </a:ext>
                  </a:extLst>
                </p14:cNvPr>
                <p14:cNvContentPartPr/>
                <p14:nvPr/>
              </p14:nvContentPartPr>
              <p14:xfrm>
                <a:off x="7278006" y="4065423"/>
                <a:ext cx="175320" cy="1447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4772EFD-9121-26FB-EB33-E3B2465C801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260006" y="4047423"/>
                  <a:ext cx="210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0F36279-3444-EA11-9DEA-C6B65044D0EB}"/>
                    </a:ext>
                  </a:extLst>
                </p14:cNvPr>
                <p14:cNvContentPartPr/>
                <p14:nvPr/>
              </p14:nvContentPartPr>
              <p14:xfrm>
                <a:off x="8030766" y="3850503"/>
                <a:ext cx="125640" cy="1486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0F36279-3444-EA11-9DEA-C6B65044D0EB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013126" y="3832503"/>
                  <a:ext cx="161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48BC27E4-23E1-0B95-6B60-63DDD50D73DB}"/>
                    </a:ext>
                  </a:extLst>
                </p14:cNvPr>
                <p14:cNvContentPartPr/>
                <p14:nvPr/>
              </p14:nvContentPartPr>
              <p14:xfrm>
                <a:off x="6927006" y="3252903"/>
                <a:ext cx="96480" cy="1764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48BC27E4-23E1-0B95-6B60-63DDD50D73DB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909366" y="3234903"/>
                  <a:ext cx="132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1C4E1F16-0BE5-4BAF-AAF7-DFF1E5E0FFDB}"/>
                    </a:ext>
                  </a:extLst>
                </p14:cNvPr>
                <p14:cNvContentPartPr/>
                <p14:nvPr/>
              </p14:nvContentPartPr>
              <p14:xfrm>
                <a:off x="7042206" y="3115743"/>
                <a:ext cx="124920" cy="23724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1C4E1F16-0BE5-4BAF-AAF7-DFF1E5E0FFDB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024566" y="3097743"/>
                  <a:ext cx="1605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65412DBF-8D3B-EDE5-D65E-1851389EAFA9}"/>
                    </a:ext>
                  </a:extLst>
                </p14:cNvPr>
                <p14:cNvContentPartPr/>
                <p14:nvPr/>
              </p14:nvContentPartPr>
              <p14:xfrm>
                <a:off x="7138326" y="3375663"/>
                <a:ext cx="84240" cy="1306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65412DBF-8D3B-EDE5-D65E-1851389EAFA9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120686" y="3357663"/>
                  <a:ext cx="1198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0184158D-7A04-EBC1-5B44-B5B43B688839}"/>
                    </a:ext>
                  </a:extLst>
                </p14:cNvPr>
                <p14:cNvContentPartPr/>
                <p14:nvPr/>
              </p14:nvContentPartPr>
              <p14:xfrm>
                <a:off x="7236606" y="3506343"/>
                <a:ext cx="121680" cy="1479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0184158D-7A04-EBC1-5B44-B5B43B688839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218606" y="3488343"/>
                  <a:ext cx="1573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A1AD2F20-C60B-0C35-E002-E9202E9000A5}"/>
                    </a:ext>
                  </a:extLst>
                </p14:cNvPr>
                <p14:cNvContentPartPr/>
                <p14:nvPr/>
              </p14:nvContentPartPr>
              <p14:xfrm>
                <a:off x="6999006" y="3322023"/>
                <a:ext cx="360" cy="36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A1AD2F20-C60B-0C35-E002-E9202E9000A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81366" y="33040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6BD7BDF1-204C-21D6-9B7E-E654C20A8912}"/>
                    </a:ext>
                  </a:extLst>
                </p14:cNvPr>
                <p14:cNvContentPartPr/>
                <p14:nvPr/>
              </p14:nvContentPartPr>
              <p14:xfrm>
                <a:off x="7957686" y="3206103"/>
                <a:ext cx="1440" cy="28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6BD7BDF1-204C-21D6-9B7E-E654C20A891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940046" y="3188103"/>
                  <a:ext cx="37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762C7102-81C3-66C5-72E7-FABB86104BAA}"/>
                    </a:ext>
                  </a:extLst>
                </p14:cNvPr>
                <p14:cNvContentPartPr/>
                <p14:nvPr/>
              </p14:nvContentPartPr>
              <p14:xfrm>
                <a:off x="7953726" y="3222303"/>
                <a:ext cx="360" cy="36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762C7102-81C3-66C5-72E7-FABB86104BA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35726" y="32046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B97BE63F-F728-6928-F72A-F15A5ED94675}"/>
                    </a:ext>
                  </a:extLst>
                </p14:cNvPr>
                <p14:cNvContentPartPr/>
                <p14:nvPr/>
              </p14:nvContentPartPr>
              <p14:xfrm>
                <a:off x="7847886" y="3196383"/>
                <a:ext cx="360" cy="3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B97BE63F-F728-6928-F72A-F15A5ED946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30246" y="31783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4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0500959B-D9B2-67E9-A8CD-D4790E0440B7}"/>
                  </a:ext>
                </a:extLst>
              </p14:cNvPr>
              <p14:cNvContentPartPr/>
              <p14:nvPr/>
            </p14:nvContentPartPr>
            <p14:xfrm>
              <a:off x="7043646" y="5389143"/>
              <a:ext cx="41760" cy="17676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0500959B-D9B2-67E9-A8CD-D4790E0440B7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7026006" y="5371143"/>
                <a:ext cx="77400" cy="21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0117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52CDE35-78A3-4ECF-1725-A56C98651743}"/>
                  </a:ext>
                </a:extLst>
              </p14:cNvPr>
              <p14:cNvContentPartPr/>
              <p14:nvPr/>
            </p14:nvContentPartPr>
            <p14:xfrm>
              <a:off x="8732406" y="401343"/>
              <a:ext cx="696240" cy="2343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52CDE35-78A3-4ECF-1725-A56C986517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14406" y="383343"/>
                <a:ext cx="7318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DA21000-DA58-E0FC-5B67-F13C360AAF87}"/>
                  </a:ext>
                </a:extLst>
              </p14:cNvPr>
              <p14:cNvContentPartPr/>
              <p14:nvPr/>
            </p14:nvContentPartPr>
            <p14:xfrm>
              <a:off x="1688286" y="1707063"/>
              <a:ext cx="5703120" cy="41882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DA21000-DA58-E0FC-5B67-F13C360AAF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0286" y="1689063"/>
                <a:ext cx="5738760" cy="42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66BBF50-3888-22EF-03CF-598ED577C06B}"/>
                  </a:ext>
                </a:extLst>
              </p14:cNvPr>
              <p14:cNvContentPartPr/>
              <p14:nvPr/>
            </p14:nvContentPartPr>
            <p14:xfrm>
              <a:off x="7045446" y="1135383"/>
              <a:ext cx="72360" cy="2880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66BBF50-3888-22EF-03CF-598ED577C0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27446" y="1117743"/>
                <a:ext cx="10800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1046C44-B8F0-2C3F-2BD4-A928B835B651}"/>
                  </a:ext>
                </a:extLst>
              </p14:cNvPr>
              <p14:cNvContentPartPr/>
              <p14:nvPr/>
            </p14:nvContentPartPr>
            <p14:xfrm>
              <a:off x="7742406" y="1024863"/>
              <a:ext cx="142560" cy="2440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1046C44-B8F0-2C3F-2BD4-A928B835B65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24766" y="1007223"/>
                <a:ext cx="17820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C34A4BC-B46D-CEE3-C2F8-42BBF36644DC}"/>
                  </a:ext>
                </a:extLst>
              </p14:cNvPr>
              <p14:cNvContentPartPr/>
              <p14:nvPr/>
            </p14:nvContentPartPr>
            <p14:xfrm>
              <a:off x="8616846" y="971223"/>
              <a:ext cx="191160" cy="2030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C34A4BC-B46D-CEE3-C2F8-42BBF36644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98846" y="953583"/>
                <a:ext cx="22680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6EE3CD3-F60F-A0BE-262C-12D33EBE3E8D}"/>
                  </a:ext>
                </a:extLst>
              </p14:cNvPr>
              <p14:cNvContentPartPr/>
              <p14:nvPr/>
            </p14:nvContentPartPr>
            <p14:xfrm>
              <a:off x="7113126" y="833343"/>
              <a:ext cx="3240" cy="75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6EE3CD3-F60F-A0BE-262C-12D33EBE3E8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95486" y="815343"/>
                <a:ext cx="388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BE045D7-07F1-8AC3-6957-2F6F4F02AE98}"/>
                  </a:ext>
                </a:extLst>
              </p14:cNvPr>
              <p14:cNvContentPartPr/>
              <p14:nvPr/>
            </p14:nvContentPartPr>
            <p14:xfrm>
              <a:off x="839046" y="786903"/>
              <a:ext cx="6480" cy="324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BE045D7-07F1-8AC3-6957-2F6F4F02AE9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1406" y="768903"/>
                <a:ext cx="421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248F2CB-DDAD-733C-9BCD-9953CB917931}"/>
                  </a:ext>
                </a:extLst>
              </p14:cNvPr>
              <p14:cNvContentPartPr/>
              <p14:nvPr/>
            </p14:nvContentPartPr>
            <p14:xfrm>
              <a:off x="6858606" y="511503"/>
              <a:ext cx="1080" cy="396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248F2CB-DDAD-733C-9BCD-9953CB91793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40966" y="493863"/>
                <a:ext cx="36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4A4C50E-3783-4089-28AC-46A667DE0C5B}"/>
                  </a:ext>
                </a:extLst>
              </p14:cNvPr>
              <p14:cNvContentPartPr/>
              <p14:nvPr/>
            </p14:nvContentPartPr>
            <p14:xfrm>
              <a:off x="9795126" y="1703103"/>
              <a:ext cx="566640" cy="2329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4A4C50E-3783-4089-28AC-46A667DE0C5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777486" y="1685103"/>
                <a:ext cx="60228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8ABC560-B96E-FB7A-936B-ED0FA7D62CD3}"/>
                  </a:ext>
                </a:extLst>
              </p14:cNvPr>
              <p14:cNvContentPartPr/>
              <p14:nvPr/>
            </p14:nvContentPartPr>
            <p14:xfrm>
              <a:off x="7887126" y="1727943"/>
              <a:ext cx="15840" cy="22032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8ABC560-B96E-FB7A-936B-ED0FA7D62CD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69126" y="1709943"/>
                <a:ext cx="5148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80B9776-2A24-41CD-1AB7-B77BD87C1331}"/>
                  </a:ext>
                </a:extLst>
              </p14:cNvPr>
              <p14:cNvContentPartPr/>
              <p14:nvPr/>
            </p14:nvContentPartPr>
            <p14:xfrm>
              <a:off x="8447286" y="1687623"/>
              <a:ext cx="952200" cy="1897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80B9776-2A24-41CD-1AB7-B77BD87C133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29286" y="1669983"/>
                <a:ext cx="9878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F332223-5D8D-46D3-952D-D29CCD3B49AA}"/>
                  </a:ext>
                </a:extLst>
              </p14:cNvPr>
              <p14:cNvContentPartPr/>
              <p14:nvPr/>
            </p14:nvContentPartPr>
            <p14:xfrm>
              <a:off x="7081446" y="2324463"/>
              <a:ext cx="2335320" cy="2775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F332223-5D8D-46D3-952D-D29CCD3B49A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063446" y="2306463"/>
                <a:ext cx="237096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14C0247-D173-4E69-2886-7A786AD33A5F}"/>
                  </a:ext>
                </a:extLst>
              </p14:cNvPr>
              <p14:cNvContentPartPr/>
              <p14:nvPr/>
            </p14:nvContentPartPr>
            <p14:xfrm>
              <a:off x="9176646" y="1123863"/>
              <a:ext cx="150840" cy="486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14C0247-D173-4E69-2886-7A786AD33A5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159006" y="1106223"/>
                <a:ext cx="1864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8E81622-0BE8-DCFD-E9B2-20AB4FFDB105}"/>
                  </a:ext>
                </a:extLst>
              </p14:cNvPr>
              <p14:cNvContentPartPr/>
              <p14:nvPr/>
            </p14:nvContentPartPr>
            <p14:xfrm>
              <a:off x="9431166" y="982023"/>
              <a:ext cx="35640" cy="2073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8E81622-0BE8-DCFD-E9B2-20AB4FFDB10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413166" y="964383"/>
                <a:ext cx="7128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F90C035B-6538-3456-7D78-7423B9988E5A}"/>
                  </a:ext>
                </a:extLst>
              </p14:cNvPr>
              <p14:cNvContentPartPr/>
              <p14:nvPr/>
            </p14:nvContentPartPr>
            <p14:xfrm>
              <a:off x="6684366" y="418623"/>
              <a:ext cx="812160" cy="25329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F90C035B-6538-3456-7D78-7423B9988E5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666726" y="400623"/>
                <a:ext cx="847800" cy="25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2292FD70-F968-E4EC-707B-FED6EA7DDDA9}"/>
                  </a:ext>
                </a:extLst>
              </p14:cNvPr>
              <p14:cNvContentPartPr/>
              <p14:nvPr/>
            </p14:nvContentPartPr>
            <p14:xfrm>
              <a:off x="7770486" y="399543"/>
              <a:ext cx="18720" cy="2361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2292FD70-F968-E4EC-707B-FED6EA7DDDA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752486" y="381903"/>
                <a:ext cx="54360" cy="27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52D39BF4-B261-8A35-C81A-BC59CC15DFFC}"/>
              </a:ext>
            </a:extLst>
          </p:cNvPr>
          <p:cNvGrpSpPr/>
          <p:nvPr/>
        </p:nvGrpSpPr>
        <p:grpSpPr>
          <a:xfrm>
            <a:off x="9551766" y="460743"/>
            <a:ext cx="1046520" cy="2221920"/>
            <a:chOff x="9551766" y="460743"/>
            <a:chExt cx="1046520" cy="222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FF305BC-291F-BCFC-B58B-6DAEB63CA3DA}"/>
                    </a:ext>
                  </a:extLst>
                </p14:cNvPr>
                <p14:cNvContentPartPr/>
                <p14:nvPr/>
              </p14:nvContentPartPr>
              <p14:xfrm>
                <a:off x="9836886" y="471183"/>
                <a:ext cx="14760" cy="24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FF305BC-291F-BCFC-B58B-6DAEB63CA3D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18886" y="453183"/>
                  <a:ext cx="50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BE2EB0A-74D5-BA8F-C1AE-9292C93A0825}"/>
                    </a:ext>
                  </a:extLst>
                </p14:cNvPr>
                <p14:cNvContentPartPr/>
                <p14:nvPr/>
              </p14:nvContentPartPr>
              <p14:xfrm>
                <a:off x="9551766" y="460743"/>
                <a:ext cx="267120" cy="22219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BE2EB0A-74D5-BA8F-C1AE-9292C93A082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34126" y="443103"/>
                  <a:ext cx="302760" cy="22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3AFE945-CD88-EDF2-63BD-F1EB5ADBA2A2}"/>
                    </a:ext>
                  </a:extLst>
                </p14:cNvPr>
                <p14:cNvContentPartPr/>
                <p14:nvPr/>
              </p14:nvContentPartPr>
              <p14:xfrm>
                <a:off x="10134606" y="1099743"/>
                <a:ext cx="275040" cy="121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3AFE945-CD88-EDF2-63BD-F1EB5ADBA2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116606" y="1081743"/>
                  <a:ext cx="3106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E05076C-E6C9-5712-AF0E-C045F2E177D4}"/>
                    </a:ext>
                  </a:extLst>
                </p14:cNvPr>
                <p14:cNvContentPartPr/>
                <p14:nvPr/>
              </p14:nvContentPartPr>
              <p14:xfrm>
                <a:off x="10070886" y="1965183"/>
                <a:ext cx="527400" cy="291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E05076C-E6C9-5712-AF0E-C045F2E177D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053246" y="1947543"/>
                  <a:ext cx="5630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9DFDDA9-5254-179E-F77A-96BE40302249}"/>
                    </a:ext>
                  </a:extLst>
                </p14:cNvPr>
                <p14:cNvContentPartPr/>
                <p14:nvPr/>
              </p14:nvContentPartPr>
              <p14:xfrm>
                <a:off x="10014006" y="486663"/>
                <a:ext cx="461520" cy="176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9DFDDA9-5254-179E-F77A-96BE4030224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96006" y="468663"/>
                  <a:ext cx="49716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D6C2F1A7-6014-6644-0D5B-E950BDB67148}"/>
              </a:ext>
            </a:extLst>
          </p:cNvPr>
          <p:cNvGrpSpPr/>
          <p:nvPr/>
        </p:nvGrpSpPr>
        <p:grpSpPr>
          <a:xfrm>
            <a:off x="360606" y="177783"/>
            <a:ext cx="7322040" cy="5799240"/>
            <a:chOff x="360606" y="177783"/>
            <a:chExt cx="7322040" cy="57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B4A9E8A-FBB6-D855-6EAB-9D8AE8C544B2}"/>
                    </a:ext>
                  </a:extLst>
                </p14:cNvPr>
                <p14:cNvContentPartPr/>
                <p14:nvPr/>
              </p14:nvContentPartPr>
              <p14:xfrm>
                <a:off x="368526" y="1360023"/>
                <a:ext cx="47520" cy="275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B4A9E8A-FBB6-D855-6EAB-9D8AE8C544B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0886" y="1342023"/>
                  <a:ext cx="831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49114B2-3E76-7A37-4486-870DEB8829B1}"/>
                    </a:ext>
                  </a:extLst>
                </p14:cNvPr>
                <p14:cNvContentPartPr/>
                <p14:nvPr/>
              </p14:nvContentPartPr>
              <p14:xfrm>
                <a:off x="360606" y="1305663"/>
                <a:ext cx="169560" cy="308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49114B2-3E76-7A37-4486-870DEB8829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2966" y="1287663"/>
                  <a:ext cx="2052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4D6B074-C257-EDAA-7B96-2A691C7BC39B}"/>
                    </a:ext>
                  </a:extLst>
                </p14:cNvPr>
                <p14:cNvContentPartPr/>
                <p14:nvPr/>
              </p14:nvContentPartPr>
              <p14:xfrm>
                <a:off x="562566" y="1643343"/>
                <a:ext cx="166320" cy="135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4D6B074-C257-EDAA-7B96-2A691C7BC39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4926" y="1625343"/>
                  <a:ext cx="2019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ED44868-7EC5-8C37-38DB-3992E236E812}"/>
                    </a:ext>
                  </a:extLst>
                </p14:cNvPr>
                <p14:cNvContentPartPr/>
                <p14:nvPr/>
              </p14:nvContentPartPr>
              <p14:xfrm>
                <a:off x="878286" y="1512303"/>
                <a:ext cx="120600" cy="30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ED44868-7EC5-8C37-38DB-3992E236E81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0286" y="1494663"/>
                  <a:ext cx="156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78368A-EF38-E752-937C-28BA9587CB08}"/>
                    </a:ext>
                  </a:extLst>
                </p14:cNvPr>
                <p14:cNvContentPartPr/>
                <p14:nvPr/>
              </p14:nvContentPartPr>
              <p14:xfrm>
                <a:off x="1166286" y="1369023"/>
                <a:ext cx="20160" cy="215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78368A-EF38-E752-937C-28BA9587CB0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48646" y="1351023"/>
                  <a:ext cx="558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7901BA0-F649-4F7E-96B8-E32B82C2A99B}"/>
                    </a:ext>
                  </a:extLst>
                </p14:cNvPr>
                <p14:cNvContentPartPr/>
                <p14:nvPr/>
              </p14:nvContentPartPr>
              <p14:xfrm>
                <a:off x="1033806" y="1632183"/>
                <a:ext cx="210960" cy="25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7901BA0-F649-4F7E-96B8-E32B82C2A9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6166" y="1614543"/>
                  <a:ext cx="246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5FA06AD-E60C-444A-E6E9-A1D56D08E450}"/>
                    </a:ext>
                  </a:extLst>
                </p14:cNvPr>
                <p14:cNvContentPartPr/>
                <p14:nvPr/>
              </p14:nvContentPartPr>
              <p14:xfrm>
                <a:off x="1067286" y="1763943"/>
                <a:ext cx="274680" cy="187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5FA06AD-E60C-444A-E6E9-A1D56D08E45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9286" y="1745943"/>
                  <a:ext cx="3103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89F5BE-7F35-6F29-0768-418771DB2EE6}"/>
                    </a:ext>
                  </a:extLst>
                </p14:cNvPr>
                <p14:cNvContentPartPr/>
                <p14:nvPr/>
              </p14:nvContentPartPr>
              <p14:xfrm>
                <a:off x="1551126" y="1417263"/>
                <a:ext cx="9720" cy="209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89F5BE-7F35-6F29-0768-418771DB2E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33126" y="1399263"/>
                  <a:ext cx="453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B631893-0FD5-C8F2-2E52-184952AD7B78}"/>
                    </a:ext>
                  </a:extLst>
                </p14:cNvPr>
                <p14:cNvContentPartPr/>
                <p14:nvPr/>
              </p14:nvContentPartPr>
              <p14:xfrm>
                <a:off x="1531326" y="1330143"/>
                <a:ext cx="160920" cy="293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B631893-0FD5-C8F2-2E52-184952AD7B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13686" y="1312143"/>
                  <a:ext cx="1965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C5238AE-4313-FE1E-52A9-5ABC049ADF86}"/>
                    </a:ext>
                  </a:extLst>
                </p14:cNvPr>
                <p14:cNvContentPartPr/>
                <p14:nvPr/>
              </p14:nvContentPartPr>
              <p14:xfrm>
                <a:off x="1779726" y="1561263"/>
                <a:ext cx="106560" cy="313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C5238AE-4313-FE1E-52A9-5ABC049ADF8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61726" y="1543263"/>
                  <a:ext cx="1422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4890521-D5E9-30C4-04B0-DC3E2B1CC0CD}"/>
                    </a:ext>
                  </a:extLst>
                </p14:cNvPr>
                <p14:cNvContentPartPr/>
                <p14:nvPr/>
              </p14:nvContentPartPr>
              <p14:xfrm>
                <a:off x="487686" y="2305743"/>
                <a:ext cx="42480" cy="306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4890521-D5E9-30C4-04B0-DC3E2B1CC0C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9686" y="2288103"/>
                  <a:ext cx="781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E2E104B-72A4-7ABE-3B6A-BFD33D689ADE}"/>
                    </a:ext>
                  </a:extLst>
                </p14:cNvPr>
                <p14:cNvContentPartPr/>
                <p14:nvPr/>
              </p14:nvContentPartPr>
              <p14:xfrm>
                <a:off x="476166" y="2271183"/>
                <a:ext cx="185760" cy="248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E2E104B-72A4-7ABE-3B6A-BFD33D689AD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8166" y="2253183"/>
                  <a:ext cx="2214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BE3382-90B3-3429-3580-971518673BC1}"/>
                    </a:ext>
                  </a:extLst>
                </p14:cNvPr>
                <p14:cNvContentPartPr/>
                <p14:nvPr/>
              </p14:nvContentPartPr>
              <p14:xfrm>
                <a:off x="644286" y="2495823"/>
                <a:ext cx="183600" cy="246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BE3382-90B3-3429-3580-971518673BC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6646" y="2478183"/>
                  <a:ext cx="2192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8F5D793-1D68-F0E1-4902-21FDBB103ADD}"/>
                    </a:ext>
                  </a:extLst>
                </p14:cNvPr>
                <p14:cNvContentPartPr/>
                <p14:nvPr/>
              </p14:nvContentPartPr>
              <p14:xfrm>
                <a:off x="963246" y="2492583"/>
                <a:ext cx="138240" cy="10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8F5D793-1D68-F0E1-4902-21FDBB103A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5246" y="2474583"/>
                  <a:ext cx="173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30A770-C7C0-CF59-3552-14F1AD1B49DC}"/>
                    </a:ext>
                  </a:extLst>
                </p14:cNvPr>
                <p14:cNvContentPartPr/>
                <p14:nvPr/>
              </p14:nvContentPartPr>
              <p14:xfrm>
                <a:off x="1028046" y="2392863"/>
                <a:ext cx="39240" cy="205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30A770-C7C0-CF59-3552-14F1AD1B49D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10046" y="2374863"/>
                  <a:ext cx="748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1FB4E00-D42C-E304-03CA-F1EB5361800B}"/>
                    </a:ext>
                  </a:extLst>
                </p14:cNvPr>
                <p14:cNvContentPartPr/>
                <p14:nvPr/>
              </p14:nvContentPartPr>
              <p14:xfrm>
                <a:off x="1223166" y="2332023"/>
                <a:ext cx="23400" cy="189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1FB4E00-D42C-E304-03CA-F1EB5361800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05166" y="2314383"/>
                  <a:ext cx="59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E82905D-F61B-8F20-857E-7CB453BFA056}"/>
                    </a:ext>
                  </a:extLst>
                </p14:cNvPr>
                <p14:cNvContentPartPr/>
                <p14:nvPr/>
              </p14:nvContentPartPr>
              <p14:xfrm>
                <a:off x="1082406" y="2624703"/>
                <a:ext cx="304200" cy="40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E82905D-F61B-8F20-857E-7CB453BFA05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64766" y="2607063"/>
                  <a:ext cx="3398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51A9432-70D4-95D7-5F2F-238D1F5C3933}"/>
                    </a:ext>
                  </a:extLst>
                </p14:cNvPr>
                <p14:cNvContentPartPr/>
                <p14:nvPr/>
              </p14:nvContentPartPr>
              <p14:xfrm>
                <a:off x="1178526" y="2773743"/>
                <a:ext cx="287280" cy="210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51A9432-70D4-95D7-5F2F-238D1F5C393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60526" y="2756103"/>
                  <a:ext cx="3229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0DB0969-C3A4-B3CA-7E3F-C439E7ECBAEE}"/>
                    </a:ext>
                  </a:extLst>
                </p14:cNvPr>
                <p14:cNvContentPartPr/>
                <p14:nvPr/>
              </p14:nvContentPartPr>
              <p14:xfrm>
                <a:off x="1568766" y="2410863"/>
                <a:ext cx="28080" cy="211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0DB0969-C3A4-B3CA-7E3F-C439E7ECBAE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51126" y="2392863"/>
                  <a:ext cx="63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9A1E3B4-56B0-313E-DA55-9DECDC20A5A0}"/>
                    </a:ext>
                  </a:extLst>
                </p14:cNvPr>
                <p14:cNvContentPartPr/>
                <p14:nvPr/>
              </p14:nvContentPartPr>
              <p14:xfrm>
                <a:off x="1568406" y="2303223"/>
                <a:ext cx="152640" cy="283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9A1E3B4-56B0-313E-DA55-9DECDC20A5A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50766" y="2285583"/>
                  <a:ext cx="1882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2EEE836-3845-0294-C9AA-BC273785B40C}"/>
                    </a:ext>
                  </a:extLst>
                </p14:cNvPr>
                <p14:cNvContentPartPr/>
                <p14:nvPr/>
              </p14:nvContentPartPr>
              <p14:xfrm>
                <a:off x="1801686" y="2542623"/>
                <a:ext cx="137160" cy="269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2EEE836-3845-0294-C9AA-BC273785B40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83686" y="2524623"/>
                  <a:ext cx="1728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843E225-2FD4-2637-0080-B3B6A5EFAE6C}"/>
                    </a:ext>
                  </a:extLst>
                </p14:cNvPr>
                <p14:cNvContentPartPr/>
                <p14:nvPr/>
              </p14:nvContentPartPr>
              <p14:xfrm>
                <a:off x="2435286" y="180663"/>
                <a:ext cx="205560" cy="3148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843E225-2FD4-2637-0080-B3B6A5EFAE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17286" y="162663"/>
                  <a:ext cx="241200" cy="31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A761C72-9BA0-1CE6-DF7B-71D5BE656EF6}"/>
                    </a:ext>
                  </a:extLst>
                </p14:cNvPr>
                <p14:cNvContentPartPr/>
                <p14:nvPr/>
              </p14:nvContentPartPr>
              <p14:xfrm>
                <a:off x="2909766" y="431223"/>
                <a:ext cx="7200" cy="174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A761C72-9BA0-1CE6-DF7B-71D5BE656EF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92126" y="413583"/>
                  <a:ext cx="42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60A1A32-0B4C-D9CC-2151-ACAC96BEE276}"/>
                    </a:ext>
                  </a:extLst>
                </p14:cNvPr>
                <p14:cNvContentPartPr/>
                <p14:nvPr/>
              </p14:nvContentPartPr>
              <p14:xfrm>
                <a:off x="3727686" y="316743"/>
                <a:ext cx="182520" cy="228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60A1A32-0B4C-D9CC-2151-ACAC96BEE27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10046" y="299103"/>
                  <a:ext cx="2181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A809F05-ECFD-CC3B-3FB8-37619D849707}"/>
                    </a:ext>
                  </a:extLst>
                </p14:cNvPr>
                <p14:cNvContentPartPr/>
                <p14:nvPr/>
              </p14:nvContentPartPr>
              <p14:xfrm>
                <a:off x="4185966" y="371463"/>
                <a:ext cx="132840" cy="190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A809F05-ECFD-CC3B-3FB8-37619D84970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68326" y="353823"/>
                  <a:ext cx="168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60E0614-60F8-59FE-0547-7C4AF8146B10}"/>
                    </a:ext>
                  </a:extLst>
                </p14:cNvPr>
                <p14:cNvContentPartPr/>
                <p14:nvPr/>
              </p14:nvContentPartPr>
              <p14:xfrm>
                <a:off x="4925766" y="348783"/>
                <a:ext cx="217800" cy="223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60E0614-60F8-59FE-0547-7C4AF8146B1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08126" y="331143"/>
                  <a:ext cx="2534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F96A837-1335-E146-4616-E348B26D55DA}"/>
                    </a:ext>
                  </a:extLst>
                </p14:cNvPr>
                <p14:cNvContentPartPr/>
                <p14:nvPr/>
              </p14:nvContentPartPr>
              <p14:xfrm>
                <a:off x="2848926" y="982023"/>
                <a:ext cx="176040" cy="204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F96A837-1335-E146-4616-E348B26D55D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31286" y="964383"/>
                  <a:ext cx="211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3A926FA-5F77-CAEF-8D38-AE45BC8967D9}"/>
                    </a:ext>
                  </a:extLst>
                </p14:cNvPr>
                <p14:cNvContentPartPr/>
                <p14:nvPr/>
              </p14:nvContentPartPr>
              <p14:xfrm>
                <a:off x="3796086" y="921903"/>
                <a:ext cx="25560" cy="208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3A926FA-5F77-CAEF-8D38-AE45BC8967D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78086" y="904263"/>
                  <a:ext cx="61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1E57885-544B-AC77-209C-63E8C79AD1DE}"/>
                    </a:ext>
                  </a:extLst>
                </p14:cNvPr>
                <p14:cNvContentPartPr/>
                <p14:nvPr/>
              </p14:nvContentPartPr>
              <p14:xfrm>
                <a:off x="4204326" y="942423"/>
                <a:ext cx="190800" cy="193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1E57885-544B-AC77-209C-63E8C79AD1D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86686" y="924423"/>
                  <a:ext cx="2264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B5BBD5F-E6E3-5734-7739-E6F185A24F64}"/>
                    </a:ext>
                  </a:extLst>
                </p14:cNvPr>
                <p14:cNvContentPartPr/>
                <p14:nvPr/>
              </p14:nvContentPartPr>
              <p14:xfrm>
                <a:off x="5007126" y="907863"/>
                <a:ext cx="200880" cy="214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B5BBD5F-E6E3-5734-7739-E6F185A24F6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89126" y="889863"/>
                  <a:ext cx="2365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E0CA05F-E1CB-2409-2EED-10E4BD68B81C}"/>
                    </a:ext>
                  </a:extLst>
                </p14:cNvPr>
                <p14:cNvContentPartPr/>
                <p14:nvPr/>
              </p14:nvContentPartPr>
              <p14:xfrm>
                <a:off x="2852166" y="1645503"/>
                <a:ext cx="185400" cy="236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E0CA05F-E1CB-2409-2EED-10E4BD68B81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834526" y="1627863"/>
                  <a:ext cx="221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AA299B-EC55-F4E1-20F5-80D351337BF1}"/>
                    </a:ext>
                  </a:extLst>
                </p14:cNvPr>
                <p14:cNvContentPartPr/>
                <p14:nvPr/>
              </p14:nvContentPartPr>
              <p14:xfrm>
                <a:off x="3670086" y="1590783"/>
                <a:ext cx="179280" cy="249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AA299B-EC55-F4E1-20F5-80D351337BF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52086" y="1573143"/>
                  <a:ext cx="2149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153ECA0-0743-0B42-8166-812993732807}"/>
                    </a:ext>
                  </a:extLst>
                </p14:cNvPr>
                <p14:cNvContentPartPr/>
                <p14:nvPr/>
              </p14:nvContentPartPr>
              <p14:xfrm>
                <a:off x="4571886" y="1587543"/>
                <a:ext cx="25920" cy="262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153ECA0-0743-0B42-8166-81299373280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53886" y="1569543"/>
                  <a:ext cx="615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35D9581-2D6B-BA08-531C-A99960179A69}"/>
                    </a:ext>
                  </a:extLst>
                </p14:cNvPr>
                <p14:cNvContentPartPr/>
                <p14:nvPr/>
              </p14:nvContentPartPr>
              <p14:xfrm>
                <a:off x="3020646" y="2338503"/>
                <a:ext cx="207000" cy="249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35D9581-2D6B-BA08-531C-A99960179A6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02646" y="2320863"/>
                  <a:ext cx="2426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B604E60-AB0E-BA89-F061-0C26A898F231}"/>
                    </a:ext>
                  </a:extLst>
                </p14:cNvPr>
                <p14:cNvContentPartPr/>
                <p14:nvPr/>
              </p14:nvContentPartPr>
              <p14:xfrm>
                <a:off x="3774486" y="2310783"/>
                <a:ext cx="168840" cy="252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B604E60-AB0E-BA89-F061-0C26A898F23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486" y="2292783"/>
                  <a:ext cx="204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BA7068-3169-B114-F0FE-ACA303DEF41F}"/>
                    </a:ext>
                  </a:extLst>
                </p14:cNvPr>
                <p14:cNvContentPartPr/>
                <p14:nvPr/>
              </p14:nvContentPartPr>
              <p14:xfrm>
                <a:off x="4587006" y="2300343"/>
                <a:ext cx="153000" cy="209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BA7068-3169-B114-F0FE-ACA303DEF41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69366" y="2282703"/>
                  <a:ext cx="188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62DA8A1-6135-1C75-90AF-FC2A58561661}"/>
                    </a:ext>
                  </a:extLst>
                </p14:cNvPr>
                <p14:cNvContentPartPr/>
                <p14:nvPr/>
              </p14:nvContentPartPr>
              <p14:xfrm>
                <a:off x="4959966" y="1564143"/>
                <a:ext cx="181080" cy="226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62DA8A1-6135-1C75-90AF-FC2A5856166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942326" y="1546503"/>
                  <a:ext cx="216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9082D66-9ED8-9F5B-53FB-F12C8A0EE36D}"/>
                    </a:ext>
                  </a:extLst>
                </p14:cNvPr>
                <p14:cNvContentPartPr/>
                <p14:nvPr/>
              </p14:nvContentPartPr>
              <p14:xfrm>
                <a:off x="5139246" y="2229423"/>
                <a:ext cx="34560" cy="270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9082D66-9ED8-9F5B-53FB-F12C8A0EE36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121606" y="2211423"/>
                  <a:ext cx="702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CDB46B8-A526-C9BF-F19C-1D21971BF16A}"/>
                    </a:ext>
                  </a:extLst>
                </p14:cNvPr>
                <p14:cNvContentPartPr/>
                <p14:nvPr/>
              </p14:nvContentPartPr>
              <p14:xfrm>
                <a:off x="5341926" y="177783"/>
                <a:ext cx="437400" cy="2940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CDB46B8-A526-C9BF-F19C-1D21971BF16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24286" y="160143"/>
                  <a:ext cx="473040" cy="29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D854B24-7FB2-8652-0B9D-5C68A5B3BCDC}"/>
                    </a:ext>
                  </a:extLst>
                </p14:cNvPr>
                <p14:cNvContentPartPr/>
                <p14:nvPr/>
              </p14:nvContentPartPr>
              <p14:xfrm>
                <a:off x="6183246" y="1403223"/>
                <a:ext cx="79200" cy="2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D854B24-7FB2-8652-0B9D-5C68A5B3BCD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65606" y="1385223"/>
                  <a:ext cx="114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ED69B4-A302-B740-D6E9-A087C9E1B274}"/>
                    </a:ext>
                  </a:extLst>
                </p14:cNvPr>
                <p14:cNvContentPartPr/>
                <p14:nvPr/>
              </p14:nvContentPartPr>
              <p14:xfrm>
                <a:off x="6124566" y="1539303"/>
                <a:ext cx="202320" cy="30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ED69B4-A302-B740-D6E9-A087C9E1B27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06566" y="1521303"/>
                  <a:ext cx="2379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E06689E-E053-09B8-408C-3ED1133C695C}"/>
                    </a:ext>
                  </a:extLst>
                </p14:cNvPr>
                <p14:cNvContentPartPr/>
                <p14:nvPr/>
              </p14:nvContentPartPr>
              <p14:xfrm>
                <a:off x="396606" y="476943"/>
                <a:ext cx="30600" cy="239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E06689E-E053-09B8-408C-3ED1133C695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8966" y="459303"/>
                  <a:ext cx="662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684B4CD-8C61-F673-BEBC-8F62D74DD03D}"/>
                    </a:ext>
                  </a:extLst>
                </p14:cNvPr>
                <p14:cNvContentPartPr/>
                <p14:nvPr/>
              </p14:nvContentPartPr>
              <p14:xfrm>
                <a:off x="374286" y="400623"/>
                <a:ext cx="169560" cy="273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684B4CD-8C61-F673-BEBC-8F62D74DD03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6286" y="382623"/>
                  <a:ext cx="205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2F84C7F-8643-9EDC-3F6C-97AAE92D2F1F}"/>
                    </a:ext>
                  </a:extLst>
                </p14:cNvPr>
                <p14:cNvContentPartPr/>
                <p14:nvPr/>
              </p14:nvContentPartPr>
              <p14:xfrm>
                <a:off x="623766" y="632463"/>
                <a:ext cx="17280" cy="134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2F84C7F-8643-9EDC-3F6C-97AAE92D2F1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5766" y="614823"/>
                  <a:ext cx="529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CED150D-52A4-94CD-C656-A0849B74D4C5}"/>
                    </a:ext>
                  </a:extLst>
                </p14:cNvPr>
                <p14:cNvContentPartPr/>
                <p14:nvPr/>
              </p14:nvContentPartPr>
              <p14:xfrm>
                <a:off x="788646" y="583503"/>
                <a:ext cx="154800" cy="22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CED150D-52A4-94CD-C656-A0849B74D4C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70646" y="565863"/>
                  <a:ext cx="1904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E29A08B-36DC-2324-4CB6-0868153BDAC0}"/>
                    </a:ext>
                  </a:extLst>
                </p14:cNvPr>
                <p14:cNvContentPartPr/>
                <p14:nvPr/>
              </p14:nvContentPartPr>
              <p14:xfrm>
                <a:off x="854886" y="507903"/>
                <a:ext cx="23760" cy="204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E29A08B-36DC-2324-4CB6-0868153BDAC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6886" y="489903"/>
                  <a:ext cx="594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1392CBC-BFBB-882D-1C65-F5C9AC44FB0F}"/>
                    </a:ext>
                  </a:extLst>
                </p14:cNvPr>
                <p14:cNvContentPartPr/>
                <p14:nvPr/>
              </p14:nvContentPartPr>
              <p14:xfrm>
                <a:off x="1111566" y="429063"/>
                <a:ext cx="41760" cy="202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1392CBC-BFBB-882D-1C65-F5C9AC44FB0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93566" y="411423"/>
                  <a:ext cx="77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BAAADB0-7206-0BD3-9BF7-5380EDC513BA}"/>
                    </a:ext>
                  </a:extLst>
                </p14:cNvPr>
                <p14:cNvContentPartPr/>
                <p14:nvPr/>
              </p14:nvContentPartPr>
              <p14:xfrm>
                <a:off x="1002846" y="736863"/>
                <a:ext cx="225720" cy="27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BAAADB0-7206-0BD3-9BF7-5380EDC513B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4846" y="719223"/>
                  <a:ext cx="2613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E37572B-04A7-DD46-A682-A47702A21B5A}"/>
                    </a:ext>
                  </a:extLst>
                </p14:cNvPr>
                <p14:cNvContentPartPr/>
                <p14:nvPr/>
              </p14:nvContentPartPr>
              <p14:xfrm>
                <a:off x="1085646" y="872943"/>
                <a:ext cx="274320" cy="178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E37572B-04A7-DD46-A682-A47702A21B5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68006" y="854943"/>
                  <a:ext cx="309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9B7462-4107-FC41-F063-2348F0BBE7F0}"/>
                    </a:ext>
                  </a:extLst>
                </p14:cNvPr>
                <p14:cNvContentPartPr/>
                <p14:nvPr/>
              </p14:nvContentPartPr>
              <p14:xfrm>
                <a:off x="1527726" y="436983"/>
                <a:ext cx="8640" cy="229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9B7462-4107-FC41-F063-2348F0BBE7F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09726" y="419343"/>
                  <a:ext cx="442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75D9014-6886-8CA8-B7A5-5C942C5BC2DC}"/>
                    </a:ext>
                  </a:extLst>
                </p14:cNvPr>
                <p14:cNvContentPartPr/>
                <p14:nvPr/>
              </p14:nvContentPartPr>
              <p14:xfrm>
                <a:off x="1517286" y="385503"/>
                <a:ext cx="137880" cy="255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75D9014-6886-8CA8-B7A5-5C942C5BC2D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99286" y="367863"/>
                  <a:ext cx="1735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D10153C-0245-2545-D089-3E4839103EC8}"/>
                    </a:ext>
                  </a:extLst>
                </p14:cNvPr>
                <p14:cNvContentPartPr/>
                <p14:nvPr/>
              </p14:nvContentPartPr>
              <p14:xfrm>
                <a:off x="1808886" y="576303"/>
                <a:ext cx="110880" cy="222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D10153C-0245-2545-D089-3E4839103EC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791246" y="558303"/>
                  <a:ext cx="1465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8206A49-F028-6CD0-F80C-A792202B241F}"/>
                    </a:ext>
                  </a:extLst>
                </p14:cNvPr>
                <p14:cNvContentPartPr/>
                <p14:nvPr/>
              </p14:nvContentPartPr>
              <p14:xfrm>
                <a:off x="6861486" y="568743"/>
                <a:ext cx="140400" cy="30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8206A49-F028-6CD0-F80C-A792202B241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43846" y="551103"/>
                  <a:ext cx="176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91032A7-439D-4561-12F6-8B651802986A}"/>
                    </a:ext>
                  </a:extLst>
                </p14:cNvPr>
                <p14:cNvContentPartPr/>
                <p14:nvPr/>
              </p14:nvContentPartPr>
              <p14:xfrm>
                <a:off x="7057326" y="419703"/>
                <a:ext cx="222840" cy="2376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91032A7-439D-4561-12F6-8B651802986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39686" y="401703"/>
                  <a:ext cx="2584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9963900-FF67-AF7A-9442-E19680C1A01B}"/>
                    </a:ext>
                  </a:extLst>
                </p14:cNvPr>
                <p14:cNvContentPartPr/>
                <p14:nvPr/>
              </p14:nvContentPartPr>
              <p14:xfrm>
                <a:off x="3049446" y="4069383"/>
                <a:ext cx="25920" cy="4410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9963900-FF67-AF7A-9442-E19680C1A01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031446" y="4051743"/>
                  <a:ext cx="6156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D66539E-509A-2C74-1FCF-458C97FF4548}"/>
                    </a:ext>
                  </a:extLst>
                </p14:cNvPr>
                <p14:cNvContentPartPr/>
                <p14:nvPr/>
              </p14:nvContentPartPr>
              <p14:xfrm>
                <a:off x="3014526" y="4027983"/>
                <a:ext cx="151560" cy="1951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D66539E-509A-2C74-1FCF-458C97FF454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96886" y="4010343"/>
                  <a:ext cx="1872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E3E56C2-CA6E-F073-EE63-271828476C24}"/>
                    </a:ext>
                  </a:extLst>
                </p14:cNvPr>
                <p14:cNvContentPartPr/>
                <p14:nvPr/>
              </p14:nvContentPartPr>
              <p14:xfrm>
                <a:off x="3409086" y="4227063"/>
                <a:ext cx="71640" cy="252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E3E56C2-CA6E-F073-EE63-271828476C2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391086" y="4209063"/>
                  <a:ext cx="1072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E668E41-50B1-E4DB-B7D3-3BEA6CF9B0A0}"/>
                    </a:ext>
                  </a:extLst>
                </p14:cNvPr>
                <p14:cNvContentPartPr/>
                <p14:nvPr/>
              </p14:nvContentPartPr>
              <p14:xfrm>
                <a:off x="3428166" y="4301583"/>
                <a:ext cx="149400" cy="540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E668E41-50B1-E4DB-B7D3-3BEA6CF9B0A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10166" y="4283583"/>
                  <a:ext cx="1850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C674F81-4D85-987A-97C2-3EA33604779E}"/>
                    </a:ext>
                  </a:extLst>
                </p14:cNvPr>
                <p14:cNvContentPartPr/>
                <p14:nvPr/>
              </p14:nvContentPartPr>
              <p14:xfrm>
                <a:off x="4211886" y="3713703"/>
                <a:ext cx="493200" cy="2142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C674F81-4D85-987A-97C2-3EA33604779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194246" y="3696063"/>
                  <a:ext cx="528840" cy="21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D801BBE-6A1E-0BCA-F7FB-B3B1176BC66E}"/>
                    </a:ext>
                  </a:extLst>
                </p14:cNvPr>
                <p14:cNvContentPartPr/>
                <p14:nvPr/>
              </p14:nvContentPartPr>
              <p14:xfrm>
                <a:off x="4750806" y="4025103"/>
                <a:ext cx="214920" cy="334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D801BBE-6A1E-0BCA-F7FB-B3B1176BC66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32806" y="4007103"/>
                  <a:ext cx="250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349545C-6930-BDBE-34C5-8CCEB5AC43DF}"/>
                    </a:ext>
                  </a:extLst>
                </p14:cNvPr>
                <p14:cNvContentPartPr/>
                <p14:nvPr/>
              </p14:nvContentPartPr>
              <p14:xfrm>
                <a:off x="5077686" y="3900543"/>
                <a:ext cx="191520" cy="2167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349545C-6930-BDBE-34C5-8CCEB5AC43D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60046" y="3882543"/>
                  <a:ext cx="227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E07DEBB-98F5-8ED1-8943-32314174126E}"/>
                    </a:ext>
                  </a:extLst>
                </p14:cNvPr>
                <p14:cNvContentPartPr/>
                <p14:nvPr/>
              </p14:nvContentPartPr>
              <p14:xfrm>
                <a:off x="5742246" y="3870303"/>
                <a:ext cx="37080" cy="172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E07DEBB-98F5-8ED1-8943-32314174126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24606" y="3852303"/>
                  <a:ext cx="727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678C9D5-4A18-E81F-A728-3489766A4142}"/>
                    </a:ext>
                  </a:extLst>
                </p14:cNvPr>
                <p14:cNvContentPartPr/>
                <p14:nvPr/>
              </p14:nvContentPartPr>
              <p14:xfrm>
                <a:off x="6412206" y="3868503"/>
                <a:ext cx="158040" cy="196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678C9D5-4A18-E81F-A728-3489766A414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394206" y="3850503"/>
                  <a:ext cx="1936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9BED887-0CBD-DFCE-5585-3D150FCB5CEB}"/>
                    </a:ext>
                  </a:extLst>
                </p14:cNvPr>
                <p14:cNvContentPartPr/>
                <p14:nvPr/>
              </p14:nvContentPartPr>
              <p14:xfrm>
                <a:off x="7088646" y="3811983"/>
                <a:ext cx="65520" cy="2505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9BED887-0CBD-DFCE-5585-3D150FCB5CE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71006" y="3794343"/>
                  <a:ext cx="1011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3F48DF8-71CC-C460-AA45-790A65FEC3F2}"/>
                    </a:ext>
                  </a:extLst>
                </p14:cNvPr>
                <p14:cNvContentPartPr/>
                <p14:nvPr/>
              </p14:nvContentPartPr>
              <p14:xfrm>
                <a:off x="5209086" y="4415703"/>
                <a:ext cx="52200" cy="270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3F48DF8-71CC-C460-AA45-790A65FEC3F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91446" y="4397703"/>
                  <a:ext cx="878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9B41184-10C7-88A6-45F3-F084E55F398A}"/>
                    </a:ext>
                  </a:extLst>
                </p14:cNvPr>
                <p14:cNvContentPartPr/>
                <p14:nvPr/>
              </p14:nvContentPartPr>
              <p14:xfrm>
                <a:off x="5557926" y="4454223"/>
                <a:ext cx="212400" cy="196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9B41184-10C7-88A6-45F3-F084E55F398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540286" y="4436223"/>
                  <a:ext cx="2480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9E71591-8B35-2852-3B07-AB9B446A227B}"/>
                    </a:ext>
                  </a:extLst>
                </p14:cNvPr>
                <p14:cNvContentPartPr/>
                <p14:nvPr/>
              </p14:nvContentPartPr>
              <p14:xfrm>
                <a:off x="6483126" y="4335423"/>
                <a:ext cx="230760" cy="1947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9E71591-8B35-2852-3B07-AB9B446A227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65126" y="4317423"/>
                  <a:ext cx="2664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5585DB8-F326-DE39-DC67-CF8941EEA8D8}"/>
                    </a:ext>
                  </a:extLst>
                </p14:cNvPr>
                <p14:cNvContentPartPr/>
                <p14:nvPr/>
              </p14:nvContentPartPr>
              <p14:xfrm>
                <a:off x="6993606" y="4425423"/>
                <a:ext cx="110880" cy="30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5585DB8-F326-DE39-DC67-CF8941EEA8D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975966" y="4407783"/>
                  <a:ext cx="1465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12D81E5-5A4B-EB54-71F0-7663C25A5917}"/>
                    </a:ext>
                  </a:extLst>
                </p14:cNvPr>
                <p14:cNvContentPartPr/>
                <p14:nvPr/>
              </p14:nvContentPartPr>
              <p14:xfrm>
                <a:off x="7236966" y="4311663"/>
                <a:ext cx="20520" cy="3103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12D81E5-5A4B-EB54-71F0-7663C25A591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18966" y="4294023"/>
                  <a:ext cx="561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4ABC3B3-F6C3-279A-9D96-0890EF79EF0A}"/>
                    </a:ext>
                  </a:extLst>
                </p14:cNvPr>
                <p14:cNvContentPartPr/>
                <p14:nvPr/>
              </p14:nvContentPartPr>
              <p14:xfrm>
                <a:off x="4914246" y="5035623"/>
                <a:ext cx="125640" cy="219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4ABC3B3-F6C3-279A-9D96-0890EF79EF0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896246" y="5017623"/>
                  <a:ext cx="161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0C4B26C-3476-64EB-F58A-E9F1D3B99D47}"/>
                    </a:ext>
                  </a:extLst>
                </p14:cNvPr>
                <p14:cNvContentPartPr/>
                <p14:nvPr/>
              </p14:nvContentPartPr>
              <p14:xfrm>
                <a:off x="5162646" y="4895943"/>
                <a:ext cx="182880" cy="282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0C4B26C-3476-64EB-F58A-E9F1D3B99D4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144646" y="4877943"/>
                  <a:ext cx="2185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7B9EB7C-5894-FA62-D206-172EFFA25B9C}"/>
                    </a:ext>
                  </a:extLst>
                </p14:cNvPr>
                <p14:cNvContentPartPr/>
                <p14:nvPr/>
              </p14:nvContentPartPr>
              <p14:xfrm>
                <a:off x="5910726" y="4956783"/>
                <a:ext cx="43200" cy="178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7B9EB7C-5894-FA62-D206-172EFFA25B9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93086" y="4939143"/>
                  <a:ext cx="78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1000B33-8873-ED94-E6DD-2790DAEB7BCA}"/>
                    </a:ext>
                  </a:extLst>
                </p14:cNvPr>
                <p14:cNvContentPartPr/>
                <p14:nvPr/>
              </p14:nvContentPartPr>
              <p14:xfrm>
                <a:off x="6443526" y="5029143"/>
                <a:ext cx="111960" cy="35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1000B33-8873-ED94-E6DD-2790DAEB7BC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425886" y="5011143"/>
                  <a:ext cx="147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77F81CF-BE9C-00FD-456F-64D3FF519CDA}"/>
                    </a:ext>
                  </a:extLst>
                </p14:cNvPr>
                <p14:cNvContentPartPr/>
                <p14:nvPr/>
              </p14:nvContentPartPr>
              <p14:xfrm>
                <a:off x="6600486" y="4887663"/>
                <a:ext cx="161280" cy="228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77F81CF-BE9C-00FD-456F-64D3FF519CD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82846" y="4870023"/>
                  <a:ext cx="196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26CAA18-2C75-F1B5-DECC-E9956DAC84EA}"/>
                    </a:ext>
                  </a:extLst>
                </p14:cNvPr>
                <p14:cNvContentPartPr/>
                <p14:nvPr/>
              </p14:nvContentPartPr>
              <p14:xfrm>
                <a:off x="7141206" y="4905303"/>
                <a:ext cx="17280" cy="2289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26CAA18-2C75-F1B5-DECC-E9956DAC84E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123566" y="4887663"/>
                  <a:ext cx="52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6193EAE-998C-F108-BAFF-A193CC74E8DF}"/>
                    </a:ext>
                  </a:extLst>
                </p14:cNvPr>
                <p14:cNvContentPartPr/>
                <p14:nvPr/>
              </p14:nvContentPartPr>
              <p14:xfrm>
                <a:off x="5101446" y="5594703"/>
                <a:ext cx="199440" cy="46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6193EAE-998C-F108-BAFF-A193CC74E8D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083806" y="5576703"/>
                  <a:ext cx="2350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85CC405-3BDC-881D-7BCC-B38E24235FFE}"/>
                    </a:ext>
                  </a:extLst>
                </p14:cNvPr>
                <p14:cNvContentPartPr/>
                <p14:nvPr/>
              </p14:nvContentPartPr>
              <p14:xfrm>
                <a:off x="5372166" y="5516583"/>
                <a:ext cx="57960" cy="2210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85CC405-3BDC-881D-7BCC-B38E24235FF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354166" y="5498943"/>
                  <a:ext cx="936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85415F1-D92D-5C6D-5334-C9839C26427F}"/>
                    </a:ext>
                  </a:extLst>
                </p14:cNvPr>
                <p14:cNvContentPartPr/>
                <p14:nvPr/>
              </p14:nvContentPartPr>
              <p14:xfrm>
                <a:off x="5970846" y="5515863"/>
                <a:ext cx="149760" cy="1911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85415F1-D92D-5C6D-5334-C9839C26427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953206" y="5497863"/>
                  <a:ext cx="1854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7BFFDD5-2015-2CB3-ADFB-4C8D54146929}"/>
                    </a:ext>
                  </a:extLst>
                </p14:cNvPr>
                <p14:cNvContentPartPr/>
                <p14:nvPr/>
              </p14:nvContentPartPr>
              <p14:xfrm>
                <a:off x="6403566" y="5557623"/>
                <a:ext cx="84600" cy="194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7BFFDD5-2015-2CB3-ADFB-4C8D5414692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85926" y="5539623"/>
                  <a:ext cx="1202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2906B91-50E6-A418-3144-CE39C944CF38}"/>
                    </a:ext>
                  </a:extLst>
                </p14:cNvPr>
                <p14:cNvContentPartPr/>
                <p14:nvPr/>
              </p14:nvContentPartPr>
              <p14:xfrm>
                <a:off x="6577806" y="5472663"/>
                <a:ext cx="159120" cy="2073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2906B91-50E6-A418-3144-CE39C944CF3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560166" y="5455023"/>
                  <a:ext cx="194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79A49D9-5461-6EC0-3869-9AD3B7FF627D}"/>
                    </a:ext>
                  </a:extLst>
                </p14:cNvPr>
                <p14:cNvContentPartPr/>
                <p14:nvPr/>
              </p14:nvContentPartPr>
              <p14:xfrm>
                <a:off x="7032126" y="5449983"/>
                <a:ext cx="296640" cy="1710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79A49D9-5461-6EC0-3869-9AD3B7FF627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014486" y="5432343"/>
                  <a:ext cx="3322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64DB77E-C18F-2F33-B9DE-215477B4AB8A}"/>
                    </a:ext>
                  </a:extLst>
                </p14:cNvPr>
                <p14:cNvContentPartPr/>
                <p14:nvPr/>
              </p14:nvContentPartPr>
              <p14:xfrm>
                <a:off x="7212126" y="3439743"/>
                <a:ext cx="470520" cy="2537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64DB77E-C18F-2F33-B9DE-215477B4AB8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194126" y="3421743"/>
                  <a:ext cx="506160" cy="257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4004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19DCFF3-090A-9816-098F-F07FDD1F8E4B}"/>
              </a:ext>
            </a:extLst>
          </p:cNvPr>
          <p:cNvGrpSpPr/>
          <p:nvPr/>
        </p:nvGrpSpPr>
        <p:grpSpPr>
          <a:xfrm>
            <a:off x="292926" y="266703"/>
            <a:ext cx="761400" cy="392040"/>
            <a:chOff x="292926" y="266703"/>
            <a:chExt cx="76140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769B349-47FC-E880-26F0-3DDE32BAFAD6}"/>
                    </a:ext>
                  </a:extLst>
                </p14:cNvPr>
                <p14:cNvContentPartPr/>
                <p14:nvPr/>
              </p14:nvContentPartPr>
              <p14:xfrm>
                <a:off x="292926" y="266703"/>
                <a:ext cx="234720" cy="383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769B349-47FC-E880-26F0-3DDE32BAFAD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4926" y="249063"/>
                  <a:ext cx="2703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CA8DC0A-3CB8-9824-3C3B-16D5BDE9B5C1}"/>
                    </a:ext>
                  </a:extLst>
                </p14:cNvPr>
                <p14:cNvContentPartPr/>
                <p14:nvPr/>
              </p14:nvContentPartPr>
              <p14:xfrm>
                <a:off x="358446" y="456063"/>
                <a:ext cx="228960" cy="185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CA8DC0A-3CB8-9824-3C3B-16D5BDE9B5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0446" y="438423"/>
                  <a:ext cx="2646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8EFA42D-74C7-F7EA-E22C-C7922DCB5D7C}"/>
                    </a:ext>
                  </a:extLst>
                </p14:cNvPr>
                <p14:cNvContentPartPr/>
                <p14:nvPr/>
              </p14:nvContentPartPr>
              <p14:xfrm>
                <a:off x="614766" y="409623"/>
                <a:ext cx="6120" cy="37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8EFA42D-74C7-F7EA-E22C-C7922DCB5D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6766" y="391983"/>
                  <a:ext cx="417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BAAAAD4-EBD3-E401-4C77-230921BE9957}"/>
                    </a:ext>
                  </a:extLst>
                </p14:cNvPr>
                <p14:cNvContentPartPr/>
                <p14:nvPr/>
              </p14:nvContentPartPr>
              <p14:xfrm>
                <a:off x="676326" y="488823"/>
                <a:ext cx="119880" cy="149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BAAAAD4-EBD3-E401-4C77-230921BE99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8326" y="471183"/>
                  <a:ext cx="155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6E5DBF-4E6E-73F2-B2B4-584C2F5B5717}"/>
                    </a:ext>
                  </a:extLst>
                </p14:cNvPr>
                <p14:cNvContentPartPr/>
                <p14:nvPr/>
              </p14:nvContentPartPr>
              <p14:xfrm>
                <a:off x="900606" y="311703"/>
                <a:ext cx="153720" cy="347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6E5DBF-4E6E-73F2-B2B4-584C2F5B57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2966" y="294063"/>
                  <a:ext cx="189360" cy="3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FAF6E0-487A-4320-87DE-B19AFF280E19}"/>
              </a:ext>
            </a:extLst>
          </p:cNvPr>
          <p:cNvGrpSpPr/>
          <p:nvPr/>
        </p:nvGrpSpPr>
        <p:grpSpPr>
          <a:xfrm>
            <a:off x="1452486" y="461103"/>
            <a:ext cx="1203840" cy="258480"/>
            <a:chOff x="1452486" y="461103"/>
            <a:chExt cx="120384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FCF6F5F-8850-62FA-166B-C6E7044A5421}"/>
                    </a:ext>
                  </a:extLst>
                </p14:cNvPr>
                <p14:cNvContentPartPr/>
                <p14:nvPr/>
              </p14:nvContentPartPr>
              <p14:xfrm>
                <a:off x="1452486" y="585663"/>
                <a:ext cx="17640" cy="128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FCF6F5F-8850-62FA-166B-C6E7044A542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4846" y="567663"/>
                  <a:ext cx="532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A5369AA-E749-801C-B69C-170EF75326BC}"/>
                    </a:ext>
                  </a:extLst>
                </p14:cNvPr>
                <p14:cNvContentPartPr/>
                <p14:nvPr/>
              </p14:nvContentPartPr>
              <p14:xfrm>
                <a:off x="1467246" y="461103"/>
                <a:ext cx="19800" cy="27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A5369AA-E749-801C-B69C-170EF75326B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49246" y="443103"/>
                  <a:ext cx="554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73749E-D17E-348B-BE55-10168D0848C6}"/>
                    </a:ext>
                  </a:extLst>
                </p14:cNvPr>
                <p14:cNvContentPartPr/>
                <p14:nvPr/>
              </p14:nvContentPartPr>
              <p14:xfrm>
                <a:off x="1557606" y="556863"/>
                <a:ext cx="167040" cy="138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73749E-D17E-348B-BE55-10168D0848C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39606" y="538863"/>
                  <a:ext cx="202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1F16B2-1742-899B-6962-C79089DB0D1B}"/>
                    </a:ext>
                  </a:extLst>
                </p14:cNvPr>
                <p14:cNvContentPartPr/>
                <p14:nvPr/>
              </p14:nvContentPartPr>
              <p14:xfrm>
                <a:off x="1769286" y="559383"/>
                <a:ext cx="887040" cy="160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1F16B2-1742-899B-6962-C79089DB0D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51646" y="541383"/>
                  <a:ext cx="922680" cy="19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BFCB4A1-B17F-83FA-D0C0-FD2E5009E5FB}"/>
                  </a:ext>
                </a:extLst>
              </p14:cNvPr>
              <p14:cNvContentPartPr/>
              <p14:nvPr/>
            </p14:nvContentPartPr>
            <p14:xfrm>
              <a:off x="3311526" y="688623"/>
              <a:ext cx="12240" cy="20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BFCB4A1-B17F-83FA-D0C0-FD2E5009E5F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93886" y="670623"/>
                <a:ext cx="478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780A406-CC14-5A07-1D67-38C161F55837}"/>
                  </a:ext>
                </a:extLst>
              </p14:cNvPr>
              <p14:cNvContentPartPr/>
              <p14:nvPr/>
            </p14:nvContentPartPr>
            <p14:xfrm>
              <a:off x="3272646" y="1219263"/>
              <a:ext cx="154800" cy="205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780A406-CC14-5A07-1D67-38C161F5583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55006" y="1201623"/>
                <a:ext cx="19044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FD81A582-8D32-DCD9-1F77-0EED91D127CE}"/>
              </a:ext>
            </a:extLst>
          </p:cNvPr>
          <p:cNvGrpSpPr/>
          <p:nvPr/>
        </p:nvGrpSpPr>
        <p:grpSpPr>
          <a:xfrm>
            <a:off x="3233046" y="1741263"/>
            <a:ext cx="192960" cy="195840"/>
            <a:chOff x="3233046" y="1741263"/>
            <a:chExt cx="19296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BF8C844-EE13-334B-2447-7D52DEB3E4C0}"/>
                    </a:ext>
                  </a:extLst>
                </p14:cNvPr>
                <p14:cNvContentPartPr/>
                <p14:nvPr/>
              </p14:nvContentPartPr>
              <p14:xfrm>
                <a:off x="3233046" y="1741263"/>
                <a:ext cx="125280" cy="25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BF8C844-EE13-334B-2447-7D52DEB3E4C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15046" y="1723623"/>
                  <a:ext cx="160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55F4463-4076-6A1D-8567-737CDA5D9985}"/>
                    </a:ext>
                  </a:extLst>
                </p14:cNvPr>
                <p14:cNvContentPartPr/>
                <p14:nvPr/>
              </p14:nvContentPartPr>
              <p14:xfrm>
                <a:off x="3250326" y="1741263"/>
                <a:ext cx="175680" cy="195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55F4463-4076-6A1D-8567-737CDA5D99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32686" y="1723623"/>
                  <a:ext cx="211320" cy="23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AF9353A-240B-FF17-13ED-F7E865DA4299}"/>
                  </a:ext>
                </a:extLst>
              </p14:cNvPr>
              <p14:cNvContentPartPr/>
              <p14:nvPr/>
            </p14:nvContentPartPr>
            <p14:xfrm>
              <a:off x="3030726" y="2300703"/>
              <a:ext cx="208440" cy="2066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AF9353A-240B-FF17-13ED-F7E865DA429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13086" y="2282703"/>
                <a:ext cx="244080" cy="24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17FC1A61-5382-C99D-3BE3-AD1C2E9E9391}"/>
              </a:ext>
            </a:extLst>
          </p:cNvPr>
          <p:cNvGrpSpPr/>
          <p:nvPr/>
        </p:nvGrpSpPr>
        <p:grpSpPr>
          <a:xfrm>
            <a:off x="7776606" y="298023"/>
            <a:ext cx="210600" cy="249840"/>
            <a:chOff x="7776606" y="298023"/>
            <a:chExt cx="210600" cy="2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ADA949C-A091-9F7D-3B46-BB92AAC3ABAB}"/>
                    </a:ext>
                  </a:extLst>
                </p14:cNvPr>
                <p14:cNvContentPartPr/>
                <p14:nvPr/>
              </p14:nvContentPartPr>
              <p14:xfrm>
                <a:off x="7776606" y="298023"/>
                <a:ext cx="104040" cy="249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ADA949C-A091-9F7D-3B46-BB92AAC3ABA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58606" y="280023"/>
                  <a:ext cx="1396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794493F-1C83-844B-11D8-45216FF61B57}"/>
                    </a:ext>
                  </a:extLst>
                </p14:cNvPr>
                <p14:cNvContentPartPr/>
                <p14:nvPr/>
              </p14:nvContentPartPr>
              <p14:xfrm>
                <a:off x="7831326" y="318543"/>
                <a:ext cx="155880" cy="206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794493F-1C83-844B-11D8-45216FF61B5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13686" y="300543"/>
                  <a:ext cx="191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524A3A7-2FB5-DA61-C714-A50F1F2C9788}"/>
                    </a:ext>
                  </a:extLst>
                </p14:cNvPr>
                <p14:cNvContentPartPr/>
                <p14:nvPr/>
              </p14:nvContentPartPr>
              <p14:xfrm>
                <a:off x="7784166" y="420063"/>
                <a:ext cx="147600" cy="31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524A3A7-2FB5-DA61-C714-A50F1F2C978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66526" y="402063"/>
                  <a:ext cx="18324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E056549-8BE7-A0D3-7E7D-7BBEBF457806}"/>
                  </a:ext>
                </a:extLst>
              </p14:cNvPr>
              <p14:cNvContentPartPr/>
              <p14:nvPr/>
            </p14:nvContentPartPr>
            <p14:xfrm>
              <a:off x="8351526" y="359223"/>
              <a:ext cx="121320" cy="111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E056549-8BE7-A0D3-7E7D-7BBEBF45780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33526" y="341223"/>
                <a:ext cx="1569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E9564AC-4385-193E-A537-26B1A9E115A1}"/>
                  </a:ext>
                </a:extLst>
              </p14:cNvPr>
              <p14:cNvContentPartPr/>
              <p14:nvPr/>
            </p14:nvContentPartPr>
            <p14:xfrm>
              <a:off x="8368446" y="451023"/>
              <a:ext cx="167760" cy="313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E9564AC-4385-193E-A537-26B1A9E115A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350446" y="433383"/>
                <a:ext cx="2034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3A6FF35-9925-669A-4064-385BED68BDCE}"/>
                  </a:ext>
                </a:extLst>
              </p14:cNvPr>
              <p14:cNvContentPartPr/>
              <p14:nvPr/>
            </p14:nvContentPartPr>
            <p14:xfrm>
              <a:off x="5381886" y="2097663"/>
              <a:ext cx="87480" cy="11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3A6FF35-9925-669A-4064-385BED68BDC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363886" y="2080023"/>
                <a:ext cx="1231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7ED00BC-17BB-FF33-97BF-0ADDB2FDDB5C}"/>
                  </a:ext>
                </a:extLst>
              </p14:cNvPr>
              <p14:cNvContentPartPr/>
              <p14:nvPr/>
            </p14:nvContentPartPr>
            <p14:xfrm>
              <a:off x="5360286" y="2171103"/>
              <a:ext cx="227520" cy="32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7ED00BC-17BB-FF33-97BF-0ADDB2FDDB5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42646" y="2153103"/>
                <a:ext cx="26316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8E4B08F-159D-FFCA-8A4D-7A8763919F82}"/>
                  </a:ext>
                </a:extLst>
              </p14:cNvPr>
              <p14:cNvContentPartPr/>
              <p14:nvPr/>
            </p14:nvContentPartPr>
            <p14:xfrm>
              <a:off x="6050766" y="1154463"/>
              <a:ext cx="556200" cy="21373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8E4B08F-159D-FFCA-8A4D-7A8763919F8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32766" y="1136823"/>
                <a:ext cx="591840" cy="21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793E1C1-CBFD-C892-9029-4865FBF5B962}"/>
                  </a:ext>
                </a:extLst>
              </p14:cNvPr>
              <p14:cNvContentPartPr/>
              <p14:nvPr/>
            </p14:nvContentPartPr>
            <p14:xfrm>
              <a:off x="6760326" y="1126383"/>
              <a:ext cx="28080" cy="2876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793E1C1-CBFD-C892-9029-4865FBF5B96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742686" y="1108383"/>
                <a:ext cx="6372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19E3484-87E8-0086-8B17-2860DEEA9779}"/>
                  </a:ext>
                </a:extLst>
              </p14:cNvPr>
              <p14:cNvContentPartPr/>
              <p14:nvPr/>
            </p14:nvContentPartPr>
            <p14:xfrm>
              <a:off x="7274406" y="1913343"/>
              <a:ext cx="18360" cy="2152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19E3484-87E8-0086-8B17-2860DEEA977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256406" y="1895703"/>
                <a:ext cx="5400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9D7B2B8-3049-8C02-2C90-F09DE3187548}"/>
                  </a:ext>
                </a:extLst>
              </p14:cNvPr>
              <p14:cNvContentPartPr/>
              <p14:nvPr/>
            </p14:nvContentPartPr>
            <p14:xfrm>
              <a:off x="7768686" y="2504463"/>
              <a:ext cx="37800" cy="1562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9D7B2B8-3049-8C02-2C90-F09DE318754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750686" y="2486463"/>
                <a:ext cx="734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98A04CF-5627-C02C-0A13-57988F741F78}"/>
                  </a:ext>
                </a:extLst>
              </p14:cNvPr>
              <p14:cNvContentPartPr/>
              <p14:nvPr/>
            </p14:nvContentPartPr>
            <p14:xfrm>
              <a:off x="8385726" y="3023583"/>
              <a:ext cx="11880" cy="2084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98A04CF-5627-C02C-0A13-57988F741F7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7726" y="3005583"/>
                <a:ext cx="475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E83CC5F-DE5E-56DE-2864-A55C93A330AD}"/>
                  </a:ext>
                </a:extLst>
              </p14:cNvPr>
              <p14:cNvContentPartPr/>
              <p14:nvPr/>
            </p14:nvContentPartPr>
            <p14:xfrm>
              <a:off x="6600486" y="2010903"/>
              <a:ext cx="161640" cy="1778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E83CC5F-DE5E-56DE-2864-A55C93A330A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582486" y="1992903"/>
                <a:ext cx="1972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5987DD5-7AF1-3A94-C3D1-D24CDF2023ED}"/>
                  </a:ext>
                </a:extLst>
              </p14:cNvPr>
              <p14:cNvContentPartPr/>
              <p14:nvPr/>
            </p14:nvContentPartPr>
            <p14:xfrm>
              <a:off x="6596886" y="2549463"/>
              <a:ext cx="159120" cy="159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5987DD5-7AF1-3A94-C3D1-D24CDF2023E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578886" y="2531823"/>
                <a:ext cx="1947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A5BFEDE-7EF3-0456-1E15-4408FD357FE4}"/>
                  </a:ext>
                </a:extLst>
              </p14:cNvPr>
              <p14:cNvContentPartPr/>
              <p14:nvPr/>
            </p14:nvContentPartPr>
            <p14:xfrm>
              <a:off x="6524526" y="3014583"/>
              <a:ext cx="195120" cy="272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A5BFEDE-7EF3-0456-1E15-4408FD357FE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506526" y="2996943"/>
                <a:ext cx="23076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8F060A4-4A03-F1C6-CAE0-1EB655FD6A2D}"/>
                  </a:ext>
                </a:extLst>
              </p14:cNvPr>
              <p14:cNvContentPartPr/>
              <p14:nvPr/>
            </p14:nvContentPartPr>
            <p14:xfrm>
              <a:off x="7283046" y="2611383"/>
              <a:ext cx="96840" cy="2149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8F060A4-4A03-F1C6-CAE0-1EB655FD6A2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265046" y="2593383"/>
                <a:ext cx="1324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A84681E-A533-40A5-9E15-F36B6D5D085E}"/>
                  </a:ext>
                </a:extLst>
              </p14:cNvPr>
              <p14:cNvContentPartPr/>
              <p14:nvPr/>
            </p14:nvContentPartPr>
            <p14:xfrm>
              <a:off x="7282686" y="3099183"/>
              <a:ext cx="159840" cy="2041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A84681E-A533-40A5-9E15-F36B6D5D085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264686" y="3081543"/>
                <a:ext cx="1954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6A4BC04-28E4-7EDD-99A3-B6881D67B8EC}"/>
                  </a:ext>
                </a:extLst>
              </p14:cNvPr>
              <p14:cNvContentPartPr/>
              <p14:nvPr/>
            </p14:nvContentPartPr>
            <p14:xfrm>
              <a:off x="7807926" y="3049863"/>
              <a:ext cx="161280" cy="2491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6A4BC04-28E4-7EDD-99A3-B6881D67B8E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790286" y="3031863"/>
                <a:ext cx="19692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2BED1A3-2715-11D9-095B-CFEF116928A9}"/>
                  </a:ext>
                </a:extLst>
              </p14:cNvPr>
              <p14:cNvContentPartPr/>
              <p14:nvPr/>
            </p14:nvContentPartPr>
            <p14:xfrm>
              <a:off x="7140486" y="1225383"/>
              <a:ext cx="213840" cy="2286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2BED1A3-2715-11D9-095B-CFEF116928A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122486" y="1207383"/>
                <a:ext cx="24948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1BC835E-D526-476D-5338-4E9E099702DE}"/>
                  </a:ext>
                </a:extLst>
              </p14:cNvPr>
              <p14:cNvContentPartPr/>
              <p14:nvPr/>
            </p14:nvContentPartPr>
            <p14:xfrm>
              <a:off x="7771566" y="1279383"/>
              <a:ext cx="174600" cy="1976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1BC835E-D526-476D-5338-4E9E099702D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753566" y="1261383"/>
                <a:ext cx="2102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3D71247-6C73-E9FB-1EB3-76F75DEF6575}"/>
                  </a:ext>
                </a:extLst>
              </p14:cNvPr>
              <p14:cNvContentPartPr/>
              <p14:nvPr/>
            </p14:nvContentPartPr>
            <p14:xfrm>
              <a:off x="7683006" y="1947903"/>
              <a:ext cx="199440" cy="1706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3D71247-6C73-E9FB-1EB3-76F75DEF657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665366" y="1930263"/>
                <a:ext cx="23508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F9FDA6F3-E187-7B43-DADA-79C0453DBA23}"/>
              </a:ext>
            </a:extLst>
          </p:cNvPr>
          <p:cNvGrpSpPr/>
          <p:nvPr/>
        </p:nvGrpSpPr>
        <p:grpSpPr>
          <a:xfrm>
            <a:off x="8262606" y="1036383"/>
            <a:ext cx="974160" cy="2596680"/>
            <a:chOff x="8262606" y="1036383"/>
            <a:chExt cx="974160" cy="259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B4A2D9E-29D3-880F-5D2C-1E9D0F811DAD}"/>
                    </a:ext>
                  </a:extLst>
                </p14:cNvPr>
                <p14:cNvContentPartPr/>
                <p14:nvPr/>
              </p14:nvContentPartPr>
              <p14:xfrm>
                <a:off x="8385006" y="1240863"/>
                <a:ext cx="195480" cy="18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B4A2D9E-29D3-880F-5D2C-1E9D0F811DA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67366" y="1223223"/>
                  <a:ext cx="2311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36252B5-CCC7-A7CD-783B-DA5F5A4B346D}"/>
                    </a:ext>
                  </a:extLst>
                </p14:cNvPr>
                <p14:cNvContentPartPr/>
                <p14:nvPr/>
              </p14:nvContentPartPr>
              <p14:xfrm>
                <a:off x="8310846" y="1992903"/>
                <a:ext cx="156240" cy="160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36252B5-CCC7-A7CD-783B-DA5F5A4B346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93206" y="1975263"/>
                  <a:ext cx="1918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05F0050-45C0-8016-E1B4-F163AF3AB360}"/>
                    </a:ext>
                  </a:extLst>
                </p14:cNvPr>
                <p14:cNvContentPartPr/>
                <p14:nvPr/>
              </p14:nvContentPartPr>
              <p14:xfrm>
                <a:off x="8262606" y="2428143"/>
                <a:ext cx="185400" cy="171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05F0050-45C0-8016-E1B4-F163AF3AB36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44606" y="2410503"/>
                  <a:ext cx="2210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7CF5036-080B-729B-5C39-AD512D279E0B}"/>
                    </a:ext>
                  </a:extLst>
                </p14:cNvPr>
                <p14:cNvContentPartPr/>
                <p14:nvPr/>
              </p14:nvContentPartPr>
              <p14:xfrm>
                <a:off x="8684166" y="1036383"/>
                <a:ext cx="552600" cy="2596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7CF5036-080B-729B-5C39-AD512D279E0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66166" y="1018743"/>
                  <a:ext cx="588240" cy="263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1B607A2-8799-AA4B-EBFC-EF3FAD633A80}"/>
              </a:ext>
            </a:extLst>
          </p:cNvPr>
          <p:cNvGrpSpPr/>
          <p:nvPr/>
        </p:nvGrpSpPr>
        <p:grpSpPr>
          <a:xfrm>
            <a:off x="8808366" y="211263"/>
            <a:ext cx="790200" cy="493560"/>
            <a:chOff x="8808366" y="211263"/>
            <a:chExt cx="79020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AF906DC-3AB7-CC01-95BA-305C67282B15}"/>
                    </a:ext>
                  </a:extLst>
                </p14:cNvPr>
                <p14:cNvContentPartPr/>
                <p14:nvPr/>
              </p14:nvContentPartPr>
              <p14:xfrm>
                <a:off x="8847966" y="262383"/>
                <a:ext cx="168120" cy="42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AF906DC-3AB7-CC01-95BA-305C67282B1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29966" y="244743"/>
                  <a:ext cx="203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911DF4C-B3CB-155D-95BD-0984F1B7DA15}"/>
                    </a:ext>
                  </a:extLst>
                </p14:cNvPr>
                <p14:cNvContentPartPr/>
                <p14:nvPr/>
              </p14:nvContentPartPr>
              <p14:xfrm>
                <a:off x="8952726" y="261303"/>
                <a:ext cx="35640" cy="220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911DF4C-B3CB-155D-95BD-0984F1B7DA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34726" y="243663"/>
                  <a:ext cx="712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D267BCA-E3C2-03A1-2BF8-1CBA725281FB}"/>
                    </a:ext>
                  </a:extLst>
                </p14:cNvPr>
                <p14:cNvContentPartPr/>
                <p14:nvPr/>
              </p14:nvContentPartPr>
              <p14:xfrm>
                <a:off x="8808366" y="498183"/>
                <a:ext cx="288000" cy="39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D267BCA-E3C2-03A1-2BF8-1CBA725281F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90366" y="480543"/>
                  <a:ext cx="3236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F864E47-385B-FA58-8D99-3F7E248412C7}"/>
                    </a:ext>
                  </a:extLst>
                </p14:cNvPr>
                <p14:cNvContentPartPr/>
                <p14:nvPr/>
              </p14:nvContentPartPr>
              <p14:xfrm>
                <a:off x="9324966" y="268863"/>
                <a:ext cx="155520" cy="55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F864E47-385B-FA58-8D99-3F7E248412C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06966" y="250863"/>
                  <a:ext cx="1911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7C2781F-9D48-1AE9-0CC9-AF65FF9E944D}"/>
                    </a:ext>
                  </a:extLst>
                </p14:cNvPr>
                <p14:cNvContentPartPr/>
                <p14:nvPr/>
              </p14:nvContentPartPr>
              <p14:xfrm>
                <a:off x="9404166" y="279663"/>
                <a:ext cx="18360" cy="207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7C2781F-9D48-1AE9-0CC9-AF65FF9E944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386166" y="261663"/>
                  <a:ext cx="540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01059F4-C35A-9A46-F981-B7D0A8E38EB1}"/>
                    </a:ext>
                  </a:extLst>
                </p14:cNvPr>
                <p14:cNvContentPartPr/>
                <p14:nvPr/>
              </p14:nvContentPartPr>
              <p14:xfrm>
                <a:off x="9274206" y="506103"/>
                <a:ext cx="282960" cy="14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01059F4-C35A-9A46-F981-B7D0A8E38EB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256566" y="488103"/>
                  <a:ext cx="318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673A145-ADA5-6A33-7752-0D88F998938D}"/>
                    </a:ext>
                  </a:extLst>
                </p14:cNvPr>
                <p14:cNvContentPartPr/>
                <p14:nvPr/>
              </p14:nvContentPartPr>
              <p14:xfrm>
                <a:off x="9379326" y="211263"/>
                <a:ext cx="219240" cy="493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673A145-ADA5-6A33-7752-0D88F998938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61326" y="193623"/>
                  <a:ext cx="2548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690D685-3C8E-0CDD-CA06-52C8E1D213F0}"/>
                    </a:ext>
                  </a:extLst>
                </p14:cNvPr>
                <p14:cNvContentPartPr/>
                <p14:nvPr/>
              </p14:nvContentPartPr>
              <p14:xfrm>
                <a:off x="9301566" y="466503"/>
                <a:ext cx="268200" cy="37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690D685-3C8E-0CDD-CA06-52C8E1D213F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283926" y="448503"/>
                  <a:ext cx="30384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EF3B5AC-9E06-BDB1-496F-E1368FD734D1}"/>
              </a:ext>
            </a:extLst>
          </p:cNvPr>
          <p:cNvGrpSpPr/>
          <p:nvPr/>
        </p:nvGrpSpPr>
        <p:grpSpPr>
          <a:xfrm>
            <a:off x="9348006" y="2120703"/>
            <a:ext cx="312120" cy="477360"/>
            <a:chOff x="9348006" y="2120703"/>
            <a:chExt cx="31212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9B75D1-D1BF-C54B-BD14-A5F3CB5DA7C5}"/>
                    </a:ext>
                  </a:extLst>
                </p14:cNvPr>
                <p14:cNvContentPartPr/>
                <p14:nvPr/>
              </p14:nvContentPartPr>
              <p14:xfrm>
                <a:off x="9371046" y="2120703"/>
                <a:ext cx="289080" cy="477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9B75D1-D1BF-C54B-BD14-A5F3CB5DA7C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353406" y="2102703"/>
                  <a:ext cx="32472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A81370F-200E-F8D1-CAA3-2F2E468EA464}"/>
                    </a:ext>
                  </a:extLst>
                </p14:cNvPr>
                <p14:cNvContentPartPr/>
                <p14:nvPr/>
              </p14:nvContentPartPr>
              <p14:xfrm>
                <a:off x="9348006" y="2450463"/>
                <a:ext cx="187560" cy="50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A81370F-200E-F8D1-CAA3-2F2E468EA46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30366" y="2432463"/>
                  <a:ext cx="22320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92D01F8-10A9-50CB-FCC0-3B108CFCC2DE}"/>
              </a:ext>
            </a:extLst>
          </p:cNvPr>
          <p:cNvGrpSpPr/>
          <p:nvPr/>
        </p:nvGrpSpPr>
        <p:grpSpPr>
          <a:xfrm>
            <a:off x="44526" y="3473943"/>
            <a:ext cx="1111024" cy="1897200"/>
            <a:chOff x="44526" y="3473943"/>
            <a:chExt cx="1111024" cy="189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C5F6801-CFE1-DB77-BFD6-33134E5F4F08}"/>
                    </a:ext>
                  </a:extLst>
                </p14:cNvPr>
                <p14:cNvContentPartPr/>
                <p14:nvPr/>
              </p14:nvContentPartPr>
              <p14:xfrm>
                <a:off x="205806" y="3631983"/>
                <a:ext cx="47880" cy="279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C5F6801-CFE1-DB77-BFD6-33134E5F4F0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7806" y="3613983"/>
                  <a:ext cx="835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85B8468-D96D-D104-97BE-EB1569B9087D}"/>
                    </a:ext>
                  </a:extLst>
                </p14:cNvPr>
                <p14:cNvContentPartPr/>
                <p14:nvPr/>
              </p14:nvContentPartPr>
              <p14:xfrm>
                <a:off x="71526" y="3978663"/>
                <a:ext cx="225720" cy="2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85B8468-D96D-D104-97BE-EB1569B9087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526" y="3960663"/>
                  <a:ext cx="261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DC30DC3-137D-B607-CCBB-D79010375EB1}"/>
                    </a:ext>
                  </a:extLst>
                </p14:cNvPr>
                <p14:cNvContentPartPr/>
                <p14:nvPr/>
              </p14:nvContentPartPr>
              <p14:xfrm>
                <a:off x="44526" y="4121583"/>
                <a:ext cx="226440" cy="191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DC30DC3-137D-B607-CCBB-D79010375EB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526" y="4103583"/>
                  <a:ext cx="2620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9E8F66C-FD86-4DB8-1F5D-C31A8D03A818}"/>
                    </a:ext>
                  </a:extLst>
                </p14:cNvPr>
                <p14:cNvContentPartPr/>
                <p14:nvPr/>
              </p14:nvContentPartPr>
              <p14:xfrm>
                <a:off x="388390" y="3771303"/>
                <a:ext cx="49680" cy="25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9E8F66C-FD86-4DB8-1F5D-C31A8D03A81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0390" y="3753663"/>
                  <a:ext cx="853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DD49EBF-FAF0-DAF3-9428-43628E6AAC32}"/>
                    </a:ext>
                  </a:extLst>
                </p14:cNvPr>
                <p14:cNvContentPartPr/>
                <p14:nvPr/>
              </p14:nvContentPartPr>
              <p14:xfrm>
                <a:off x="425110" y="3711183"/>
                <a:ext cx="154440" cy="261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DD49EBF-FAF0-DAF3-9428-43628E6AAC3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7470" y="3693183"/>
                  <a:ext cx="1900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125BF67-241E-561C-057C-1D3BCF02572A}"/>
                    </a:ext>
                  </a:extLst>
                </p14:cNvPr>
                <p14:cNvContentPartPr/>
                <p14:nvPr/>
              </p14:nvContentPartPr>
              <p14:xfrm>
                <a:off x="661270" y="3945543"/>
                <a:ext cx="16200" cy="147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125BF67-241E-561C-057C-1D3BCF02572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43270" y="3927903"/>
                  <a:ext cx="51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735EC40-5404-2305-5863-F6AF909BECF8}"/>
                    </a:ext>
                  </a:extLst>
                </p14:cNvPr>
                <p14:cNvContentPartPr/>
                <p14:nvPr/>
              </p14:nvContentPartPr>
              <p14:xfrm>
                <a:off x="762070" y="3473943"/>
                <a:ext cx="393480" cy="1897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735EC40-5404-2305-5863-F6AF909BEC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4430" y="3456303"/>
                  <a:ext cx="429120" cy="19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7D73642-5262-C3CA-98E4-F2CC7798742E}"/>
                  </a:ext>
                </a:extLst>
              </p14:cNvPr>
              <p14:cNvContentPartPr/>
              <p14:nvPr/>
            </p14:nvContentPartPr>
            <p14:xfrm>
              <a:off x="1386670" y="3667983"/>
              <a:ext cx="39960" cy="2106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7D73642-5262-C3CA-98E4-F2CC7798742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368670" y="3650343"/>
                <a:ext cx="756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E9FEEE0-179C-0B9D-A269-2A7DD07B6FC5}"/>
                  </a:ext>
                </a:extLst>
              </p14:cNvPr>
              <p14:cNvContentPartPr/>
              <p14:nvPr/>
            </p14:nvContentPartPr>
            <p14:xfrm>
              <a:off x="2022790" y="3727743"/>
              <a:ext cx="311760" cy="2160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E9FEEE0-179C-0B9D-A269-2A7DD07B6FC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004790" y="3710103"/>
                <a:ext cx="347400" cy="25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E272B17-EADD-4146-5CD2-A0C301525AAE}"/>
              </a:ext>
            </a:extLst>
          </p:cNvPr>
          <p:cNvGrpSpPr/>
          <p:nvPr/>
        </p:nvGrpSpPr>
        <p:grpSpPr>
          <a:xfrm>
            <a:off x="3037990" y="3745023"/>
            <a:ext cx="519120" cy="410760"/>
            <a:chOff x="3037990" y="3745023"/>
            <a:chExt cx="519120" cy="41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40648A8-B968-6504-17C1-F846590E0E66}"/>
                    </a:ext>
                  </a:extLst>
                </p14:cNvPr>
                <p14:cNvContentPartPr/>
                <p14:nvPr/>
              </p14:nvContentPartPr>
              <p14:xfrm>
                <a:off x="3037990" y="3745023"/>
                <a:ext cx="135000" cy="202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40648A8-B968-6504-17C1-F846590E0E6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019990" y="3727023"/>
                  <a:ext cx="1706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C5B41D5-D31E-CB6F-8AC2-3DCE81F7B0DD}"/>
                    </a:ext>
                  </a:extLst>
                </p14:cNvPr>
                <p14:cNvContentPartPr/>
                <p14:nvPr/>
              </p14:nvContentPartPr>
              <p14:xfrm>
                <a:off x="3152470" y="3905943"/>
                <a:ext cx="180360" cy="187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C5B41D5-D31E-CB6F-8AC2-3DCE81F7B0D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134470" y="3888303"/>
                  <a:ext cx="2160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F45687E-D467-E27F-FD75-EDE4D21EA90D}"/>
                    </a:ext>
                  </a:extLst>
                </p14:cNvPr>
                <p14:cNvContentPartPr/>
                <p14:nvPr/>
              </p14:nvContentPartPr>
              <p14:xfrm>
                <a:off x="3342550" y="4047783"/>
                <a:ext cx="214560" cy="108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F45687E-D467-E27F-FD75-EDE4D21EA90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24910" y="4029783"/>
                  <a:ext cx="250200" cy="1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184F61E-0C45-868C-F00D-9A95FE728BD9}"/>
                  </a:ext>
                </a:extLst>
              </p14:cNvPr>
              <p14:cNvContentPartPr/>
              <p14:nvPr/>
            </p14:nvContentPartPr>
            <p14:xfrm>
              <a:off x="4106110" y="3745023"/>
              <a:ext cx="82800" cy="2538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184F61E-0C45-868C-F00D-9A95FE728BD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088470" y="3727023"/>
                <a:ext cx="11844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6C580AF-6DCB-9328-02FA-BB46AD265680}"/>
                  </a:ext>
                </a:extLst>
              </p14:cNvPr>
              <p14:cNvContentPartPr/>
              <p14:nvPr/>
            </p14:nvContentPartPr>
            <p14:xfrm>
              <a:off x="1317190" y="4306263"/>
              <a:ext cx="141840" cy="1987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6C580AF-6DCB-9328-02FA-BB46AD26568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299550" y="4288623"/>
                <a:ext cx="1774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E684B3A-475A-AE07-6F39-A4F74EF97250}"/>
                  </a:ext>
                </a:extLst>
              </p14:cNvPr>
              <p14:cNvContentPartPr/>
              <p14:nvPr/>
            </p14:nvContentPartPr>
            <p14:xfrm>
              <a:off x="1981750" y="4383663"/>
              <a:ext cx="121680" cy="1670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E684B3A-475A-AE07-6F39-A4F74EF9725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964110" y="4365663"/>
                <a:ext cx="157320" cy="20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C3925F9-6F60-5630-6EEC-566021A4AA12}"/>
              </a:ext>
            </a:extLst>
          </p:cNvPr>
          <p:cNvGrpSpPr/>
          <p:nvPr/>
        </p:nvGrpSpPr>
        <p:grpSpPr>
          <a:xfrm>
            <a:off x="2795350" y="4375743"/>
            <a:ext cx="196200" cy="199080"/>
            <a:chOff x="2795350" y="4375743"/>
            <a:chExt cx="19620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4A5351F-9EE5-66B3-6EB3-5CFB85E91314}"/>
                    </a:ext>
                  </a:extLst>
                </p14:cNvPr>
                <p14:cNvContentPartPr/>
                <p14:nvPr/>
              </p14:nvContentPartPr>
              <p14:xfrm>
                <a:off x="2795350" y="4382583"/>
                <a:ext cx="142920" cy="29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4A5351F-9EE5-66B3-6EB3-5CFB85E9131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777710" y="4364943"/>
                  <a:ext cx="178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270B8BB-4E29-793E-97C6-2861F0D462F5}"/>
                    </a:ext>
                  </a:extLst>
                </p14:cNvPr>
                <p14:cNvContentPartPr/>
                <p14:nvPr/>
              </p14:nvContentPartPr>
              <p14:xfrm>
                <a:off x="2832070" y="4375743"/>
                <a:ext cx="159480" cy="199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270B8BB-4E29-793E-97C6-2861F0D462F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14070" y="4358103"/>
                  <a:ext cx="19512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4371EDE-F3AA-7149-C0B6-0C946E7AC66C}"/>
                  </a:ext>
                </a:extLst>
              </p14:cNvPr>
              <p14:cNvContentPartPr/>
              <p14:nvPr/>
            </p14:nvContentPartPr>
            <p14:xfrm>
              <a:off x="1321150" y="4768863"/>
              <a:ext cx="273600" cy="1584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4371EDE-F3AA-7149-C0B6-0C946E7AC66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303150" y="4751223"/>
                <a:ext cx="309240" cy="19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248A8DF-1EF2-579E-280F-CA80988032B6}"/>
              </a:ext>
            </a:extLst>
          </p:cNvPr>
          <p:cNvGrpSpPr/>
          <p:nvPr/>
        </p:nvGrpSpPr>
        <p:grpSpPr>
          <a:xfrm>
            <a:off x="2176510" y="4820343"/>
            <a:ext cx="157320" cy="165960"/>
            <a:chOff x="2176510" y="4820343"/>
            <a:chExt cx="15732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79BE4EE-C5ED-AE09-2B15-90D168D3CB8E}"/>
                    </a:ext>
                  </a:extLst>
                </p14:cNvPr>
                <p14:cNvContentPartPr/>
                <p14:nvPr/>
              </p14:nvContentPartPr>
              <p14:xfrm>
                <a:off x="2209990" y="4821063"/>
                <a:ext cx="123840" cy="32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79BE4EE-C5ED-AE09-2B15-90D168D3CB8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191990" y="4803063"/>
                  <a:ext cx="159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840340C-C94D-5CA9-ADEC-1F630EBAC2D3}"/>
                    </a:ext>
                  </a:extLst>
                </p14:cNvPr>
                <p14:cNvContentPartPr/>
                <p14:nvPr/>
              </p14:nvContentPartPr>
              <p14:xfrm>
                <a:off x="2176510" y="4820343"/>
                <a:ext cx="134640" cy="165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840340C-C94D-5CA9-ADEC-1F630EBAC2D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58870" y="4802343"/>
                  <a:ext cx="17028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D3C379B-9C3A-0D9C-9C03-CD3C3AA49088}"/>
                  </a:ext>
                </a:extLst>
              </p14:cNvPr>
              <p14:cNvContentPartPr/>
              <p14:nvPr/>
            </p14:nvContentPartPr>
            <p14:xfrm>
              <a:off x="2906590" y="4846983"/>
              <a:ext cx="255240" cy="1515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D3C379B-9C3A-0D9C-9C03-CD3C3AA4908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888590" y="4828983"/>
                <a:ext cx="2908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2CFA9CA0-8355-4A8C-3E99-C4DD1A517B96}"/>
                  </a:ext>
                </a:extLst>
              </p14:cNvPr>
              <p14:cNvContentPartPr/>
              <p14:nvPr/>
            </p14:nvContentPartPr>
            <p14:xfrm>
              <a:off x="1300990" y="5155503"/>
              <a:ext cx="135720" cy="3006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2CFA9CA0-8355-4A8C-3E99-C4DD1A517B9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283350" y="5137503"/>
                <a:ext cx="171360" cy="33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4642730-9B25-CCE2-6845-951BBC5D3845}"/>
              </a:ext>
            </a:extLst>
          </p:cNvPr>
          <p:cNvGrpSpPr/>
          <p:nvPr/>
        </p:nvGrpSpPr>
        <p:grpSpPr>
          <a:xfrm>
            <a:off x="2205310" y="5254143"/>
            <a:ext cx="156240" cy="227160"/>
            <a:chOff x="2205310" y="5254143"/>
            <a:chExt cx="156240" cy="22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6B8A49E-A628-5436-AFF1-8375C99A1C94}"/>
                    </a:ext>
                  </a:extLst>
                </p14:cNvPr>
                <p14:cNvContentPartPr/>
                <p14:nvPr/>
              </p14:nvContentPartPr>
              <p14:xfrm>
                <a:off x="2236630" y="5254143"/>
                <a:ext cx="96840" cy="46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6B8A49E-A628-5436-AFF1-8375C99A1C9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218990" y="5236503"/>
                  <a:ext cx="132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BE07C18-0E91-596E-B282-37BCD4527BDF}"/>
                    </a:ext>
                  </a:extLst>
                </p14:cNvPr>
                <p14:cNvContentPartPr/>
                <p14:nvPr/>
              </p14:nvContentPartPr>
              <p14:xfrm>
                <a:off x="2205310" y="5260983"/>
                <a:ext cx="156240" cy="220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BE07C18-0E91-596E-B282-37BCD4527BD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87310" y="5242983"/>
                  <a:ext cx="19188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7AAACD9-64A3-4521-18BF-382C46F7D945}"/>
              </a:ext>
            </a:extLst>
          </p:cNvPr>
          <p:cNvGrpSpPr/>
          <p:nvPr/>
        </p:nvGrpSpPr>
        <p:grpSpPr>
          <a:xfrm>
            <a:off x="2837110" y="5268543"/>
            <a:ext cx="313920" cy="202320"/>
            <a:chOff x="2837110" y="5268543"/>
            <a:chExt cx="31392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37B1D9C-1F95-5B2F-1DD6-75DF9C9D6C0D}"/>
                    </a:ext>
                  </a:extLst>
                </p14:cNvPr>
                <p14:cNvContentPartPr/>
                <p14:nvPr/>
              </p14:nvContentPartPr>
              <p14:xfrm>
                <a:off x="2837110" y="5268543"/>
                <a:ext cx="21960" cy="185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37B1D9C-1F95-5B2F-1DD6-75DF9C9D6C0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819110" y="5250903"/>
                  <a:ext cx="576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1648315-D3A8-BC8E-6AFD-07B41A302950}"/>
                    </a:ext>
                  </a:extLst>
                </p14:cNvPr>
                <p14:cNvContentPartPr/>
                <p14:nvPr/>
              </p14:nvContentPartPr>
              <p14:xfrm>
                <a:off x="3009190" y="5285103"/>
                <a:ext cx="141840" cy="185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1648315-D3A8-BC8E-6AFD-07B41A30295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991550" y="5267463"/>
                  <a:ext cx="1774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61CF27D-09D8-E743-A7DD-748399270B72}"/>
              </a:ext>
            </a:extLst>
          </p:cNvPr>
          <p:cNvGrpSpPr/>
          <p:nvPr/>
        </p:nvGrpSpPr>
        <p:grpSpPr>
          <a:xfrm>
            <a:off x="3823510" y="3777423"/>
            <a:ext cx="1172160" cy="1748880"/>
            <a:chOff x="3823510" y="3777423"/>
            <a:chExt cx="1172160" cy="174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48CF2C9-42B2-006E-FB11-93D312E36821}"/>
                    </a:ext>
                  </a:extLst>
                </p14:cNvPr>
                <p14:cNvContentPartPr/>
                <p14:nvPr/>
              </p14:nvContentPartPr>
              <p14:xfrm>
                <a:off x="3986230" y="4470423"/>
                <a:ext cx="228240" cy="150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48CF2C9-42B2-006E-FB11-93D312E3682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968230" y="4452423"/>
                  <a:ext cx="263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DCD6A13-BBCF-9506-B9EA-D29D98848FB7}"/>
                    </a:ext>
                  </a:extLst>
                </p14:cNvPr>
                <p14:cNvContentPartPr/>
                <p14:nvPr/>
              </p14:nvContentPartPr>
              <p14:xfrm>
                <a:off x="3823510" y="4982703"/>
                <a:ext cx="164520" cy="11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DCD6A13-BBCF-9506-B9EA-D29D98848FB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05870" y="4964703"/>
                  <a:ext cx="200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6ACD521-76D7-E5EB-F325-E3936D0B6B27}"/>
                    </a:ext>
                  </a:extLst>
                </p14:cNvPr>
                <p14:cNvContentPartPr/>
                <p14:nvPr/>
              </p14:nvContentPartPr>
              <p14:xfrm>
                <a:off x="4069030" y="4885863"/>
                <a:ext cx="247680" cy="191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6ACD521-76D7-E5EB-F325-E3936D0B6B2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51030" y="4867863"/>
                  <a:ext cx="283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A623006-14E8-3C8C-8EAA-630BB8D8B7EA}"/>
                    </a:ext>
                  </a:extLst>
                </p14:cNvPr>
                <p14:cNvContentPartPr/>
                <p14:nvPr/>
              </p14:nvContentPartPr>
              <p14:xfrm>
                <a:off x="4081270" y="5317143"/>
                <a:ext cx="38520" cy="207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A623006-14E8-3C8C-8EAA-630BB8D8B7E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063270" y="5299143"/>
                  <a:ext cx="74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30027C4-1646-CED6-DA9F-414BED34DB08}"/>
                    </a:ext>
                  </a:extLst>
                </p14:cNvPr>
                <p14:cNvContentPartPr/>
                <p14:nvPr/>
              </p14:nvContentPartPr>
              <p14:xfrm>
                <a:off x="4268470" y="5337663"/>
                <a:ext cx="138600" cy="188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30027C4-1646-CED6-DA9F-414BED34DB0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250830" y="5320023"/>
                  <a:ext cx="174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29335E5-EE26-6B3F-828A-AEC207C85511}"/>
                    </a:ext>
                  </a:extLst>
                </p14:cNvPr>
                <p14:cNvContentPartPr/>
                <p14:nvPr/>
              </p14:nvContentPartPr>
              <p14:xfrm>
                <a:off x="4576990" y="3777423"/>
                <a:ext cx="418680" cy="1681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29335E5-EE26-6B3F-828A-AEC207C8551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59350" y="3759783"/>
                  <a:ext cx="454320" cy="171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5072DF46-4D8E-8957-E2E6-BFE92C7C7C19}"/>
              </a:ext>
            </a:extLst>
          </p:cNvPr>
          <p:cNvGrpSpPr/>
          <p:nvPr/>
        </p:nvGrpSpPr>
        <p:grpSpPr>
          <a:xfrm>
            <a:off x="5317870" y="4667703"/>
            <a:ext cx="236880" cy="131400"/>
            <a:chOff x="5317870" y="4667703"/>
            <a:chExt cx="236880" cy="13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84E6FED-B76E-B960-379D-53C37BCAEC6C}"/>
                    </a:ext>
                  </a:extLst>
                </p14:cNvPr>
                <p14:cNvContentPartPr/>
                <p14:nvPr/>
              </p14:nvContentPartPr>
              <p14:xfrm>
                <a:off x="5317870" y="4667703"/>
                <a:ext cx="141840" cy="37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84E6FED-B76E-B960-379D-53C37BCAEC6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299870" y="4649703"/>
                  <a:ext cx="177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97CD06F-FE48-BE6F-9DF9-715A0E1CF0A8}"/>
                    </a:ext>
                  </a:extLst>
                </p14:cNvPr>
                <p14:cNvContentPartPr/>
                <p14:nvPr/>
              </p14:nvContentPartPr>
              <p14:xfrm>
                <a:off x="5319310" y="4744023"/>
                <a:ext cx="235440" cy="55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97CD06F-FE48-BE6F-9DF9-715A0E1CF0A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01670" y="4726023"/>
                  <a:ext cx="27108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A2DCDAF-9DBA-35DD-5690-85F45BFFE33C}"/>
              </a:ext>
            </a:extLst>
          </p:cNvPr>
          <p:cNvGrpSpPr/>
          <p:nvPr/>
        </p:nvGrpSpPr>
        <p:grpSpPr>
          <a:xfrm>
            <a:off x="6516310" y="3817383"/>
            <a:ext cx="290880" cy="464040"/>
            <a:chOff x="6516310" y="3817383"/>
            <a:chExt cx="290880" cy="46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1976429-2DB7-D151-482D-7B15681B6037}"/>
                    </a:ext>
                  </a:extLst>
                </p14:cNvPr>
                <p14:cNvContentPartPr/>
                <p14:nvPr/>
              </p14:nvContentPartPr>
              <p14:xfrm>
                <a:off x="6516310" y="3817383"/>
                <a:ext cx="8280" cy="246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1976429-2DB7-D151-482D-7B15681B603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98670" y="3799383"/>
                  <a:ext cx="43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F23675E-CBFE-6385-2D87-283D15D64402}"/>
                    </a:ext>
                  </a:extLst>
                </p14:cNvPr>
                <p14:cNvContentPartPr/>
                <p14:nvPr/>
              </p14:nvContentPartPr>
              <p14:xfrm>
                <a:off x="6528190" y="3984783"/>
                <a:ext cx="127800" cy="168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F23675E-CBFE-6385-2D87-283D15D6440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510190" y="3966783"/>
                  <a:ext cx="1634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922683C-2589-8BAA-9CC8-A7E9D3B5619A}"/>
                    </a:ext>
                  </a:extLst>
                </p14:cNvPr>
                <p14:cNvContentPartPr/>
                <p14:nvPr/>
              </p14:nvContentPartPr>
              <p14:xfrm>
                <a:off x="6601630" y="4154343"/>
                <a:ext cx="205560" cy="127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922683C-2589-8BAA-9CC8-A7E9D3B5619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83990" y="4136343"/>
                  <a:ext cx="241200" cy="16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93468F7-CDC5-B67D-0E07-E3372EE0E474}"/>
                  </a:ext>
                </a:extLst>
              </p14:cNvPr>
              <p14:cNvContentPartPr/>
              <p14:nvPr/>
            </p14:nvContentPartPr>
            <p14:xfrm>
              <a:off x="7238470" y="3955983"/>
              <a:ext cx="148680" cy="2016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93468F7-CDC5-B67D-0E07-E3372EE0E474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220830" y="3937983"/>
                <a:ext cx="1843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1F2C492-20BB-4DC3-A360-1AA48DA59B86}"/>
                  </a:ext>
                </a:extLst>
              </p14:cNvPr>
              <p14:cNvContentPartPr/>
              <p14:nvPr/>
            </p14:nvContentPartPr>
            <p14:xfrm>
              <a:off x="7795750" y="3925383"/>
              <a:ext cx="146880" cy="2170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1F2C492-20BB-4DC3-A360-1AA48DA59B8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777750" y="3907743"/>
                <a:ext cx="1825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C35A1C8-83CB-4704-1B46-36940F44C53C}"/>
                  </a:ext>
                </a:extLst>
              </p14:cNvPr>
              <p14:cNvContentPartPr/>
              <p14:nvPr/>
            </p14:nvContentPartPr>
            <p14:xfrm>
              <a:off x="6611710" y="4529463"/>
              <a:ext cx="182160" cy="1681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C35A1C8-83CB-4704-1B46-36940F44C53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593710" y="4511463"/>
                <a:ext cx="21780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B05803F9-BBF6-F1F1-ADB8-75A13757D08C}"/>
                  </a:ext>
                </a:extLst>
              </p14:cNvPr>
              <p14:cNvContentPartPr/>
              <p14:nvPr/>
            </p14:nvContentPartPr>
            <p14:xfrm>
              <a:off x="7262590" y="4548543"/>
              <a:ext cx="18720" cy="1972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B05803F9-BBF6-F1F1-ADB8-75A13757D08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244950" y="4530543"/>
                <a:ext cx="543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A2C7C1A4-CF7A-3DB4-26CA-A486671572B3}"/>
                  </a:ext>
                </a:extLst>
              </p14:cNvPr>
              <p14:cNvContentPartPr/>
              <p14:nvPr/>
            </p14:nvContentPartPr>
            <p14:xfrm>
              <a:off x="7620430" y="4521543"/>
              <a:ext cx="159120" cy="2059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A2C7C1A4-CF7A-3DB4-26CA-A486671572B3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602430" y="4503903"/>
                <a:ext cx="1947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BB517C8-6A78-7D02-A0FD-0520C767E0BD}"/>
                  </a:ext>
                </a:extLst>
              </p14:cNvPr>
              <p14:cNvContentPartPr/>
              <p14:nvPr/>
            </p14:nvContentPartPr>
            <p14:xfrm>
              <a:off x="6524590" y="4991343"/>
              <a:ext cx="209880" cy="1875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BB517C8-6A78-7D02-A0FD-0520C767E0BD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506590" y="4973703"/>
                <a:ext cx="2455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4F25D56-60F7-C1CE-4D28-DC6DB909A47E}"/>
                  </a:ext>
                </a:extLst>
              </p14:cNvPr>
              <p14:cNvContentPartPr/>
              <p14:nvPr/>
            </p14:nvContentPartPr>
            <p14:xfrm>
              <a:off x="7213630" y="5001423"/>
              <a:ext cx="194760" cy="2023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4F25D56-60F7-C1CE-4D28-DC6DB909A47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195990" y="4983423"/>
                <a:ext cx="2304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ECC689D-0F84-6A5D-DAF6-0C6FF49EBC5B}"/>
                  </a:ext>
                </a:extLst>
              </p14:cNvPr>
              <p14:cNvContentPartPr/>
              <p14:nvPr/>
            </p14:nvContentPartPr>
            <p14:xfrm>
              <a:off x="7826710" y="4965063"/>
              <a:ext cx="35280" cy="1987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ECC689D-0F84-6A5D-DAF6-0C6FF49EBC5B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808710" y="4947423"/>
                <a:ext cx="709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0EA2A3D-A427-9DF4-6691-90BEA3C1A847}"/>
                  </a:ext>
                </a:extLst>
              </p14:cNvPr>
              <p14:cNvContentPartPr/>
              <p14:nvPr/>
            </p14:nvContentPartPr>
            <p14:xfrm>
              <a:off x="6465550" y="5496783"/>
              <a:ext cx="244800" cy="2073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0EA2A3D-A427-9DF4-6691-90BEA3C1A84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447910" y="5478783"/>
                <a:ext cx="2804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1FA203AF-ADA4-E237-4243-FCF76E3D4F7A}"/>
                  </a:ext>
                </a:extLst>
              </p14:cNvPr>
              <p14:cNvContentPartPr/>
              <p14:nvPr/>
            </p14:nvContentPartPr>
            <p14:xfrm>
              <a:off x="7289590" y="5496783"/>
              <a:ext cx="224640" cy="2174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1FA203AF-ADA4-E237-4243-FCF76E3D4F7A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271590" y="5479143"/>
                <a:ext cx="2602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46CAF84-C46F-FEB0-45EF-7A81C5B2C8C5}"/>
                  </a:ext>
                </a:extLst>
              </p14:cNvPr>
              <p14:cNvContentPartPr/>
              <p14:nvPr/>
            </p14:nvContentPartPr>
            <p14:xfrm>
              <a:off x="7992670" y="5502543"/>
              <a:ext cx="182880" cy="2138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46CAF84-C46F-FEB0-45EF-7A81C5B2C8C5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974670" y="5484903"/>
                <a:ext cx="21852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6618BB48-2129-0847-DB1F-47824E7A816A}"/>
                  </a:ext>
                </a:extLst>
              </p14:cNvPr>
              <p14:cNvContentPartPr/>
              <p14:nvPr/>
            </p14:nvContentPartPr>
            <p14:xfrm>
              <a:off x="5856430" y="3860223"/>
              <a:ext cx="457560" cy="22928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6618BB48-2129-0847-DB1F-47824E7A816A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838430" y="3842223"/>
                <a:ext cx="493200" cy="232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E03BF87B-635A-26A7-5F37-A52DED818411}"/>
              </a:ext>
            </a:extLst>
          </p:cNvPr>
          <p:cNvGrpSpPr/>
          <p:nvPr/>
        </p:nvGrpSpPr>
        <p:grpSpPr>
          <a:xfrm>
            <a:off x="8466430" y="3738543"/>
            <a:ext cx="1163880" cy="2337120"/>
            <a:chOff x="8466430" y="3738543"/>
            <a:chExt cx="1163880" cy="23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C64E128-CADA-833A-9D73-5AB11A93328C}"/>
                    </a:ext>
                  </a:extLst>
                </p14:cNvPr>
                <p14:cNvContentPartPr/>
                <p14:nvPr/>
              </p14:nvContentPartPr>
              <p14:xfrm>
                <a:off x="8466430" y="3934383"/>
                <a:ext cx="237600" cy="230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C64E128-CADA-833A-9D73-5AB11A93328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448430" y="3916383"/>
                  <a:ext cx="2732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592C6C2-4771-3C53-C683-EC939CC6175B}"/>
                    </a:ext>
                  </a:extLst>
                </p14:cNvPr>
                <p14:cNvContentPartPr/>
                <p14:nvPr/>
              </p14:nvContentPartPr>
              <p14:xfrm>
                <a:off x="8558950" y="4505703"/>
                <a:ext cx="231480" cy="214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592C6C2-4771-3C53-C683-EC939CC6175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541310" y="4487703"/>
                  <a:ext cx="267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26071CA-8F75-302E-3FFA-707463781B0F}"/>
                    </a:ext>
                  </a:extLst>
                </p14:cNvPr>
                <p14:cNvContentPartPr/>
                <p14:nvPr/>
              </p14:nvContentPartPr>
              <p14:xfrm>
                <a:off x="8566510" y="4965783"/>
                <a:ext cx="195120" cy="203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26071CA-8F75-302E-3FFA-707463781B0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548510" y="4947783"/>
                  <a:ext cx="2307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D400034-9B82-01A8-92C6-077CE3EA1558}"/>
                    </a:ext>
                  </a:extLst>
                </p14:cNvPr>
                <p14:cNvContentPartPr/>
                <p14:nvPr/>
              </p14:nvContentPartPr>
              <p14:xfrm>
                <a:off x="8926870" y="5430543"/>
                <a:ext cx="24840" cy="243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D400034-9B82-01A8-92C6-077CE3EA155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909230" y="5412543"/>
                  <a:ext cx="60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4FF445F-B949-473E-9D8F-6E046C454026}"/>
                    </a:ext>
                  </a:extLst>
                </p14:cNvPr>
                <p14:cNvContentPartPr/>
                <p14:nvPr/>
              </p14:nvContentPartPr>
              <p14:xfrm>
                <a:off x="8591350" y="3738543"/>
                <a:ext cx="584280" cy="23371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4FF445F-B949-473E-9D8F-6E046C45402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573710" y="3720543"/>
                  <a:ext cx="619920" cy="23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8501BC6-70E3-6B54-EB07-02470C8F3097}"/>
                    </a:ext>
                  </a:extLst>
                </p14:cNvPr>
                <p14:cNvContentPartPr/>
                <p14:nvPr/>
              </p14:nvContentPartPr>
              <p14:xfrm>
                <a:off x="9403870" y="4499223"/>
                <a:ext cx="95040" cy="303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8501BC6-70E3-6B54-EB07-02470C8F309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386230" y="4481223"/>
                  <a:ext cx="1306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8E984A5-5A3E-7AAC-54C7-0C3D4DD0F450}"/>
                    </a:ext>
                  </a:extLst>
                </p14:cNvPr>
                <p14:cNvContentPartPr/>
                <p14:nvPr/>
              </p14:nvContentPartPr>
              <p14:xfrm>
                <a:off x="9501790" y="4460343"/>
                <a:ext cx="102240" cy="3222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8E984A5-5A3E-7AAC-54C7-0C3D4DD0F45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484150" y="4442703"/>
                  <a:ext cx="1378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77DF003-DCC6-6EB3-0853-160C7F5B79B2}"/>
                    </a:ext>
                  </a:extLst>
                </p14:cNvPr>
                <p14:cNvContentPartPr/>
                <p14:nvPr/>
              </p14:nvContentPartPr>
              <p14:xfrm>
                <a:off x="9337630" y="4663383"/>
                <a:ext cx="292680" cy="442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77DF003-DCC6-6EB3-0853-160C7F5B79B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319990" y="4645383"/>
                  <a:ext cx="32832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7ECC4AF8-2ADF-41FF-EBD5-E92B987EDCF9}"/>
                  </a:ext>
                </a:extLst>
              </p14:cNvPr>
              <p14:cNvContentPartPr/>
              <p14:nvPr/>
            </p14:nvContentPartPr>
            <p14:xfrm>
              <a:off x="1813270" y="1723263"/>
              <a:ext cx="4320" cy="252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7ECC4AF8-2ADF-41FF-EBD5-E92B987EDCF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795630" y="1705623"/>
                <a:ext cx="399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038C69A1-F4F1-F01A-E6FF-1472AC5D5F69}"/>
                  </a:ext>
                </a:extLst>
              </p14:cNvPr>
              <p14:cNvContentPartPr/>
              <p14:nvPr/>
            </p14:nvContentPartPr>
            <p14:xfrm>
              <a:off x="2194150" y="1622823"/>
              <a:ext cx="343800" cy="950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038C69A1-F4F1-F01A-E6FF-1472AC5D5F6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176150" y="1604823"/>
                <a:ext cx="37944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E00118DD-BFB7-565A-4BCB-ABB3DBAE0829}"/>
                  </a:ext>
                </a:extLst>
              </p14:cNvPr>
              <p14:cNvContentPartPr/>
              <p14:nvPr/>
            </p14:nvContentPartPr>
            <p14:xfrm>
              <a:off x="2273350" y="3306183"/>
              <a:ext cx="3240" cy="28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E00118DD-BFB7-565A-4BCB-ABB3DBAE0829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255710" y="3288183"/>
                <a:ext cx="3888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7C0BD46-DC71-29A7-9447-D03D87FD4548}"/>
              </a:ext>
            </a:extLst>
          </p:cNvPr>
          <p:cNvGrpSpPr/>
          <p:nvPr/>
        </p:nvGrpSpPr>
        <p:grpSpPr>
          <a:xfrm>
            <a:off x="2889670" y="2157423"/>
            <a:ext cx="513360" cy="883800"/>
            <a:chOff x="2889670" y="2157423"/>
            <a:chExt cx="513360" cy="88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2B064FF-2437-8F3A-6CFD-2FDEF983DDBD}"/>
                    </a:ext>
                  </a:extLst>
                </p14:cNvPr>
                <p14:cNvContentPartPr/>
                <p14:nvPr/>
              </p14:nvContentPartPr>
              <p14:xfrm>
                <a:off x="2956566" y="2778423"/>
                <a:ext cx="67680" cy="214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2B064FF-2437-8F3A-6CFD-2FDEF983DDB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938926" y="2760423"/>
                  <a:ext cx="1033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5F39B45-5D02-F690-43A3-091B5266C54B}"/>
                    </a:ext>
                  </a:extLst>
                </p14:cNvPr>
                <p14:cNvContentPartPr/>
                <p14:nvPr/>
              </p14:nvContentPartPr>
              <p14:xfrm>
                <a:off x="3161046" y="2808663"/>
                <a:ext cx="122400" cy="232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5F39B45-5D02-F690-43A3-091B5266C54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43046" y="2791023"/>
                  <a:ext cx="1580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E39DF9C-2CDF-434B-7416-9D45B0F19950}"/>
                    </a:ext>
                  </a:extLst>
                </p14:cNvPr>
                <p14:cNvContentPartPr/>
                <p14:nvPr/>
              </p14:nvContentPartPr>
              <p14:xfrm>
                <a:off x="2889670" y="2157423"/>
                <a:ext cx="513360" cy="5486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E39DF9C-2CDF-434B-7416-9D45B0F1995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72030" y="2139783"/>
                  <a:ext cx="549000" cy="58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7DC9DB0-6221-630E-102D-DD97BBB82EE5}"/>
              </a:ext>
            </a:extLst>
          </p:cNvPr>
          <p:cNvGrpSpPr/>
          <p:nvPr/>
        </p:nvGrpSpPr>
        <p:grpSpPr>
          <a:xfrm>
            <a:off x="1032006" y="978423"/>
            <a:ext cx="1565704" cy="2113560"/>
            <a:chOff x="1032006" y="978423"/>
            <a:chExt cx="1565704" cy="21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A662DAE-66B3-31F9-A76C-40F1A296CB98}"/>
                    </a:ext>
                  </a:extLst>
                </p14:cNvPr>
                <p14:cNvContentPartPr/>
                <p14:nvPr/>
              </p14:nvContentPartPr>
              <p14:xfrm>
                <a:off x="2307846" y="1268943"/>
                <a:ext cx="155160" cy="176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A662DAE-66B3-31F9-A76C-40F1A296CB9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289846" y="1251303"/>
                  <a:ext cx="190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34CED87-F2A5-CE8E-AEDD-A1EE07E4EB8C}"/>
                    </a:ext>
                  </a:extLst>
                </p14:cNvPr>
                <p14:cNvContentPartPr/>
                <p14:nvPr/>
              </p14:nvContentPartPr>
              <p14:xfrm>
                <a:off x="2236206" y="1762143"/>
                <a:ext cx="118800" cy="158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34CED87-F2A5-CE8E-AEDD-A1EE07E4EB8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218206" y="1744143"/>
                  <a:ext cx="1544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1FB404B-3ACE-931D-305D-F917ED9A74C3}"/>
                    </a:ext>
                  </a:extLst>
                </p14:cNvPr>
                <p14:cNvContentPartPr/>
                <p14:nvPr/>
              </p14:nvContentPartPr>
              <p14:xfrm>
                <a:off x="1032006" y="978423"/>
                <a:ext cx="437760" cy="2113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FB404B-3ACE-931D-305D-F917ED9A74C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14366" y="960783"/>
                  <a:ext cx="473400" cy="21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811D62D-7F6A-D8F6-A877-A785C1B991AC}"/>
                    </a:ext>
                  </a:extLst>
                </p14:cNvPr>
                <p14:cNvContentPartPr/>
                <p14:nvPr/>
              </p14:nvContentPartPr>
              <p14:xfrm>
                <a:off x="1616286" y="1211343"/>
                <a:ext cx="166680" cy="200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811D62D-7F6A-D8F6-A877-A785C1B991A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598646" y="1193343"/>
                  <a:ext cx="2023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545FEC-1E10-1CFA-F56F-C9A1FAADA059}"/>
                    </a:ext>
                  </a:extLst>
                </p14:cNvPr>
                <p14:cNvContentPartPr/>
                <p14:nvPr/>
              </p14:nvContentPartPr>
              <p14:xfrm>
                <a:off x="1656966" y="1665663"/>
                <a:ext cx="162720" cy="243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545FEC-1E10-1CFA-F56F-C9A1FAADA05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639326" y="1648023"/>
                  <a:ext cx="1983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4DC8204-C93B-2794-46A6-CB9897127637}"/>
                    </a:ext>
                  </a:extLst>
                </p14:cNvPr>
                <p14:cNvContentPartPr/>
                <p14:nvPr/>
              </p14:nvContentPartPr>
              <p14:xfrm>
                <a:off x="1639326" y="2296383"/>
                <a:ext cx="212760" cy="180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4DC8204-C93B-2794-46A6-CB989712763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621686" y="2278383"/>
                  <a:ext cx="2484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04A3068-4F76-8CD5-D55C-E468F84FBF9C}"/>
                    </a:ext>
                  </a:extLst>
                </p14:cNvPr>
                <p14:cNvContentPartPr/>
                <p14:nvPr/>
              </p14:nvContentPartPr>
              <p14:xfrm>
                <a:off x="2140446" y="2317263"/>
                <a:ext cx="145800" cy="49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04A3068-4F76-8CD5-D55C-E468F84FBF9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122446" y="2299623"/>
                  <a:ext cx="1814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34C6922-0071-1C13-516F-5A71DE5DC1DE}"/>
                    </a:ext>
                  </a:extLst>
                </p14:cNvPr>
                <p14:cNvContentPartPr/>
                <p14:nvPr/>
              </p14:nvContentPartPr>
              <p14:xfrm>
                <a:off x="2115966" y="2316183"/>
                <a:ext cx="152640" cy="199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34C6922-0071-1C13-516F-5A71DE5DC1D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098326" y="2298543"/>
                  <a:ext cx="188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F0B0586-4CCB-9ADE-69CB-F09EEBFAA7DF}"/>
                    </a:ext>
                  </a:extLst>
                </p14:cNvPr>
                <p14:cNvContentPartPr/>
                <p14:nvPr/>
              </p14:nvContentPartPr>
              <p14:xfrm>
                <a:off x="1627086" y="2749623"/>
                <a:ext cx="105480" cy="280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F0B0586-4CCB-9ADE-69CB-F09EEBFAA7D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609446" y="2731983"/>
                  <a:ext cx="1411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09DB037-8D3B-3EE6-F09C-58756B478D31}"/>
                    </a:ext>
                  </a:extLst>
                </p14:cNvPr>
                <p14:cNvContentPartPr/>
                <p14:nvPr/>
              </p14:nvContentPartPr>
              <p14:xfrm>
                <a:off x="2180046" y="2835663"/>
                <a:ext cx="132480" cy="24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09DB037-8D3B-3EE6-F09C-58756B478D3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162046" y="2818023"/>
                  <a:ext cx="168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20CAB9C-200B-7BF3-8E15-D609F1227B4A}"/>
                    </a:ext>
                  </a:extLst>
                </p14:cNvPr>
                <p14:cNvContentPartPr/>
                <p14:nvPr/>
              </p14:nvContentPartPr>
              <p14:xfrm>
                <a:off x="2146926" y="2841063"/>
                <a:ext cx="163800" cy="184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20CAB9C-200B-7BF3-8E15-D609F1227B4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128926" y="2823063"/>
                  <a:ext cx="1994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0BEC54C-1701-ED4D-5C2A-A15EA6501A0E}"/>
                    </a:ext>
                  </a:extLst>
                </p14:cNvPr>
                <p14:cNvContentPartPr/>
                <p14:nvPr/>
              </p14:nvContentPartPr>
              <p14:xfrm>
                <a:off x="1498630" y="1067703"/>
                <a:ext cx="433080" cy="442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0BEC54C-1701-ED4D-5C2A-A15EA6501A0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480990" y="1049703"/>
                  <a:ext cx="4687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01EEDC6-60F3-7FFF-9662-D6880A9B5F44}"/>
                    </a:ext>
                  </a:extLst>
                </p14:cNvPr>
                <p14:cNvContentPartPr/>
                <p14:nvPr/>
              </p14:nvContentPartPr>
              <p14:xfrm>
                <a:off x="2079310" y="1584663"/>
                <a:ext cx="518400" cy="439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01EEDC6-60F3-7FFF-9662-D6880A9B5F4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061670" y="1566663"/>
                  <a:ext cx="554040" cy="47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97A92F5-6A5B-3347-F33B-2FC4DD2A6304}"/>
              </a:ext>
            </a:extLst>
          </p:cNvPr>
          <p:cNvGrpSpPr/>
          <p:nvPr/>
        </p:nvGrpSpPr>
        <p:grpSpPr>
          <a:xfrm>
            <a:off x="3706870" y="1146183"/>
            <a:ext cx="1229696" cy="2237040"/>
            <a:chOff x="3706870" y="1146183"/>
            <a:chExt cx="1229696" cy="223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C3FF43A-B742-0C3C-1406-1B12F81A608D}"/>
                    </a:ext>
                  </a:extLst>
                </p14:cNvPr>
                <p14:cNvContentPartPr/>
                <p14:nvPr/>
              </p14:nvContentPartPr>
              <p14:xfrm>
                <a:off x="3773406" y="1226823"/>
                <a:ext cx="392400" cy="206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C3FF43A-B742-0C3C-1406-1B12F81A608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755766" y="1209183"/>
                  <a:ext cx="4280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C2BD5D0-EDBE-6B89-123B-896EBABC9BCC}"/>
                    </a:ext>
                  </a:extLst>
                </p14:cNvPr>
                <p14:cNvContentPartPr/>
                <p14:nvPr/>
              </p14:nvContentPartPr>
              <p14:xfrm>
                <a:off x="3949446" y="1793103"/>
                <a:ext cx="276120" cy="169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C2BD5D0-EDBE-6B89-123B-896EBABC9BC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931446" y="1775103"/>
                  <a:ext cx="311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ABF7093-97C1-1BE6-8965-3FC4BE3010DC}"/>
                    </a:ext>
                  </a:extLst>
                </p14:cNvPr>
                <p14:cNvContentPartPr/>
                <p14:nvPr/>
              </p14:nvContentPartPr>
              <p14:xfrm>
                <a:off x="3733806" y="2444703"/>
                <a:ext cx="182880" cy="5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ABF7093-97C1-1BE6-8965-3FC4BE3010D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716166" y="2427063"/>
                  <a:ext cx="218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DC5FC6-5D43-1894-7802-6679603FD26F}"/>
                    </a:ext>
                  </a:extLst>
                </p14:cNvPr>
                <p14:cNvContentPartPr/>
                <p14:nvPr/>
              </p14:nvContentPartPr>
              <p14:xfrm>
                <a:off x="3813726" y="2361543"/>
                <a:ext cx="307800" cy="191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DC5FC6-5D43-1894-7802-6679603FD26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796086" y="2343543"/>
                  <a:ext cx="3434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94A14DA-D626-52BF-044D-A86FA8B85B0A}"/>
                    </a:ext>
                  </a:extLst>
                </p14:cNvPr>
                <p14:cNvContentPartPr/>
                <p14:nvPr/>
              </p14:nvContentPartPr>
              <p14:xfrm>
                <a:off x="3849366" y="2883543"/>
                <a:ext cx="54000" cy="186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94A14DA-D626-52BF-044D-A86FA8B85B0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831726" y="2865903"/>
                  <a:ext cx="89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CA2C43A-6287-0E12-A075-9A6CC2246EF3}"/>
                    </a:ext>
                  </a:extLst>
                </p14:cNvPr>
                <p14:cNvContentPartPr/>
                <p14:nvPr/>
              </p14:nvContentPartPr>
              <p14:xfrm>
                <a:off x="4038366" y="2905863"/>
                <a:ext cx="148680" cy="244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CA2C43A-6287-0E12-A075-9A6CC2246EF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020366" y="2887863"/>
                  <a:ext cx="1843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F1ED2BF-E94A-5906-4D19-4112D56B96BC}"/>
                    </a:ext>
                  </a:extLst>
                </p14:cNvPr>
                <p14:cNvContentPartPr/>
                <p14:nvPr/>
              </p14:nvContentPartPr>
              <p14:xfrm>
                <a:off x="4140246" y="1146183"/>
                <a:ext cx="796320" cy="2215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F1ED2BF-E94A-5906-4D19-4112D56B96B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122606" y="1128183"/>
                  <a:ext cx="831960" cy="22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388C6FD-C298-D926-CCF5-6036193FDC8E}"/>
                    </a:ext>
                  </a:extLst>
                </p14:cNvPr>
                <p14:cNvContentPartPr/>
                <p14:nvPr/>
              </p14:nvContentPartPr>
              <p14:xfrm>
                <a:off x="3706870" y="2726943"/>
                <a:ext cx="874080" cy="656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388C6FD-C298-D926-CCF5-6036193FDC8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688870" y="2709303"/>
                  <a:ext cx="909720" cy="69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6D0CAE07-AE3C-ECCA-165A-1788F37A27E4}"/>
                  </a:ext>
                </a:extLst>
              </p14:cNvPr>
              <p14:cNvContentPartPr/>
              <p14:nvPr/>
            </p14:nvContentPartPr>
            <p14:xfrm>
              <a:off x="8648590" y="1737663"/>
              <a:ext cx="360" cy="3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6D0CAE07-AE3C-ECCA-165A-1788F37A27E4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8630950" y="171966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5FE96265-A76D-EEC7-D3B2-D8214801D337}"/>
                  </a:ext>
                </a:extLst>
              </p14:cNvPr>
              <p14:cNvContentPartPr/>
              <p14:nvPr/>
            </p14:nvContentPartPr>
            <p14:xfrm>
              <a:off x="8823190" y="2612823"/>
              <a:ext cx="3240" cy="21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5FE96265-A76D-EEC7-D3B2-D8214801D337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805550" y="2594823"/>
                <a:ext cx="388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FA26AAC0-36AD-5A0D-9EB8-1E055B3F054B}"/>
                  </a:ext>
                </a:extLst>
              </p14:cNvPr>
              <p14:cNvContentPartPr/>
              <p14:nvPr/>
            </p14:nvContentPartPr>
            <p14:xfrm>
              <a:off x="9046030" y="2737743"/>
              <a:ext cx="19440" cy="90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FA26AAC0-36AD-5A0D-9EB8-1E055B3F054B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9028390" y="2720103"/>
                <a:ext cx="55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747A6CA-EC05-325E-AA36-4056AD078475}"/>
                  </a:ext>
                </a:extLst>
              </p14:cNvPr>
              <p14:cNvContentPartPr/>
              <p14:nvPr/>
            </p14:nvContentPartPr>
            <p14:xfrm>
              <a:off x="4394830" y="899583"/>
              <a:ext cx="4680" cy="10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747A6CA-EC05-325E-AA36-4056AD07847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377190" y="881943"/>
                <a:ext cx="403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6FB26E1-457B-13C1-5487-FE2AFC573C48}"/>
                  </a:ext>
                </a:extLst>
              </p14:cNvPr>
              <p14:cNvContentPartPr/>
              <p14:nvPr/>
            </p14:nvContentPartPr>
            <p14:xfrm>
              <a:off x="3574030" y="1816863"/>
              <a:ext cx="3960" cy="14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6FB26E1-457B-13C1-5487-FE2AFC573C48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3556030" y="1799223"/>
                <a:ext cx="396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65856EF-84D2-212E-6722-B01D4BBA96E9}"/>
                  </a:ext>
                </a:extLst>
              </p14:cNvPr>
              <p14:cNvContentPartPr/>
              <p14:nvPr/>
            </p14:nvContentPartPr>
            <p14:xfrm>
              <a:off x="4246510" y="1870503"/>
              <a:ext cx="1080" cy="32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65856EF-84D2-212E-6722-B01D4BBA96E9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4228870" y="1852863"/>
                <a:ext cx="367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5DC9034-10FD-A690-0BD8-9B919DA1D22B}"/>
                  </a:ext>
                </a:extLst>
              </p14:cNvPr>
              <p14:cNvContentPartPr/>
              <p14:nvPr/>
            </p14:nvContentPartPr>
            <p14:xfrm>
              <a:off x="1914070" y="2590143"/>
              <a:ext cx="6480" cy="10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5DC9034-10FD-A690-0BD8-9B919DA1D22B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896070" y="2572503"/>
                <a:ext cx="421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CAE1396-AB67-EAE6-B200-C347DA0544A7}"/>
                  </a:ext>
                </a:extLst>
              </p14:cNvPr>
              <p14:cNvContentPartPr/>
              <p14:nvPr/>
            </p14:nvContentPartPr>
            <p14:xfrm>
              <a:off x="2421310" y="2548023"/>
              <a:ext cx="14400" cy="39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CAE1396-AB67-EAE6-B200-C347DA0544A7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2403310" y="2530383"/>
                <a:ext cx="500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7630C75-D4E7-A611-F298-424C643E0592}"/>
                  </a:ext>
                </a:extLst>
              </p14:cNvPr>
              <p14:cNvContentPartPr/>
              <p14:nvPr/>
            </p14:nvContentPartPr>
            <p14:xfrm>
              <a:off x="3304390" y="2407263"/>
              <a:ext cx="10080" cy="75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7630C75-D4E7-A611-F298-424C643E0592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286390" y="2389263"/>
                <a:ext cx="457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A4B951A-DE60-2BB3-DA6A-D20219355669}"/>
                  </a:ext>
                </a:extLst>
              </p14:cNvPr>
              <p14:cNvContentPartPr/>
              <p14:nvPr/>
            </p14:nvContentPartPr>
            <p14:xfrm>
              <a:off x="4310590" y="2429583"/>
              <a:ext cx="15120" cy="115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A4B951A-DE60-2BB3-DA6A-D20219355669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4292950" y="2411943"/>
                <a:ext cx="5076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7E34415-F2F4-7A15-0BC2-785F3D4494F2}"/>
                  </a:ext>
                </a:extLst>
              </p14:cNvPr>
              <p14:cNvContentPartPr/>
              <p14:nvPr/>
            </p14:nvContentPartPr>
            <p14:xfrm>
              <a:off x="2309350" y="3042303"/>
              <a:ext cx="19440" cy="75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7E34415-F2F4-7A15-0BC2-785F3D4494F2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2291710" y="3024663"/>
                <a:ext cx="550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B329025-DA36-B240-234D-0E3B0EC6C21B}"/>
                  </a:ext>
                </a:extLst>
              </p14:cNvPr>
              <p14:cNvContentPartPr/>
              <p14:nvPr/>
            </p14:nvContentPartPr>
            <p14:xfrm>
              <a:off x="3338590" y="2859423"/>
              <a:ext cx="64800" cy="129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B329025-DA36-B240-234D-0E3B0EC6C21B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3320590" y="2841783"/>
                <a:ext cx="1004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675A9F1-ABEA-44A4-BEBC-9F8BB05F7181}"/>
                  </a:ext>
                </a:extLst>
              </p14:cNvPr>
              <p14:cNvContentPartPr/>
              <p14:nvPr/>
            </p14:nvContentPartPr>
            <p14:xfrm>
              <a:off x="3747190" y="2929983"/>
              <a:ext cx="13320" cy="28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675A9F1-ABEA-44A4-BEBC-9F8BB05F718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3729550" y="2912343"/>
                <a:ext cx="489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679306ED-6E34-7924-A321-37634C0C0875}"/>
              </a:ext>
            </a:extLst>
          </p:cNvPr>
          <p:cNvGrpSpPr/>
          <p:nvPr/>
        </p:nvGrpSpPr>
        <p:grpSpPr>
          <a:xfrm>
            <a:off x="3942310" y="597183"/>
            <a:ext cx="261360" cy="312840"/>
            <a:chOff x="3942310" y="597183"/>
            <a:chExt cx="26136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4D7E7FE-20FF-40BF-F106-B79500D074E8}"/>
                    </a:ext>
                  </a:extLst>
                </p14:cNvPr>
                <p14:cNvContentPartPr/>
                <p14:nvPr/>
              </p14:nvContentPartPr>
              <p14:xfrm>
                <a:off x="3942310" y="597183"/>
                <a:ext cx="210240" cy="3128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4D7E7FE-20FF-40BF-F106-B79500D074E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924310" y="579543"/>
                  <a:ext cx="2458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D225578-116D-D73B-6AF1-9FFF11255126}"/>
                    </a:ext>
                  </a:extLst>
                </p14:cNvPr>
                <p14:cNvContentPartPr/>
                <p14:nvPr/>
              </p14:nvContentPartPr>
              <p14:xfrm>
                <a:off x="3956710" y="713103"/>
                <a:ext cx="246960" cy="81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D225578-116D-D73B-6AF1-9FFF1125512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938710" y="695103"/>
                  <a:ext cx="28260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6B84F4C5-EEA0-F435-0CE7-6F3D006C0EC7}"/>
                  </a:ext>
                </a:extLst>
              </p14:cNvPr>
              <p14:cNvContentPartPr/>
              <p14:nvPr/>
            </p14:nvContentPartPr>
            <p14:xfrm>
              <a:off x="5306350" y="658023"/>
              <a:ext cx="138600" cy="194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6B84F4C5-EEA0-F435-0CE7-6F3D006C0EC7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5288710" y="640023"/>
                <a:ext cx="1742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5AE714E1-61EC-B321-4F61-07FE604CDC84}"/>
                  </a:ext>
                </a:extLst>
              </p14:cNvPr>
              <p14:cNvContentPartPr/>
              <p14:nvPr/>
            </p14:nvContentPartPr>
            <p14:xfrm>
              <a:off x="5332990" y="765303"/>
              <a:ext cx="163080" cy="5436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5AE714E1-61EC-B321-4F61-07FE604CDC84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5315350" y="747663"/>
                <a:ext cx="198720" cy="9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759255C4-90AC-4991-04EC-5698C5B6BE7D}"/>
              </a:ext>
            </a:extLst>
          </p:cNvPr>
          <p:cNvGrpSpPr/>
          <p:nvPr/>
        </p:nvGrpSpPr>
        <p:grpSpPr>
          <a:xfrm>
            <a:off x="6218590" y="638943"/>
            <a:ext cx="264960" cy="309960"/>
            <a:chOff x="6218590" y="638943"/>
            <a:chExt cx="26496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4806ADC-A3DB-ECB0-0F52-E57914A59694}"/>
                    </a:ext>
                  </a:extLst>
                </p14:cNvPr>
                <p14:cNvContentPartPr/>
                <p14:nvPr/>
              </p14:nvContentPartPr>
              <p14:xfrm>
                <a:off x="6218590" y="638943"/>
                <a:ext cx="171720" cy="255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4806ADC-A3DB-ECB0-0F52-E57914A59694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200590" y="621303"/>
                  <a:ext cx="2073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7A2A81D-1571-9EA3-C55B-367B92E3A330}"/>
                    </a:ext>
                  </a:extLst>
                </p14:cNvPr>
                <p14:cNvContentPartPr/>
                <p14:nvPr/>
              </p14:nvContentPartPr>
              <p14:xfrm>
                <a:off x="6316870" y="675663"/>
                <a:ext cx="29160" cy="1796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7A2A81D-1571-9EA3-C55B-367B92E3A33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298870" y="658023"/>
                  <a:ext cx="64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AA8E38D-358C-1F86-A64A-29A8303A65AF}"/>
                    </a:ext>
                  </a:extLst>
                </p14:cNvPr>
                <p14:cNvContentPartPr/>
                <p14:nvPr/>
              </p14:nvContentPartPr>
              <p14:xfrm>
                <a:off x="6240550" y="881223"/>
                <a:ext cx="243000" cy="67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AA8E38D-358C-1F86-A64A-29A8303A65A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222910" y="863583"/>
                  <a:ext cx="2786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AF60D31C-2756-41B3-647C-C113724FD171}"/>
              </a:ext>
            </a:extLst>
          </p:cNvPr>
          <p:cNvGrpSpPr/>
          <p:nvPr/>
        </p:nvGrpSpPr>
        <p:grpSpPr>
          <a:xfrm>
            <a:off x="6814750" y="613743"/>
            <a:ext cx="192240" cy="314280"/>
            <a:chOff x="6814750" y="613743"/>
            <a:chExt cx="19224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F505198-3F0D-784D-D270-FB2F57CE6A5F}"/>
                    </a:ext>
                  </a:extLst>
                </p14:cNvPr>
                <p14:cNvContentPartPr/>
                <p14:nvPr/>
              </p14:nvContentPartPr>
              <p14:xfrm>
                <a:off x="6814750" y="683583"/>
                <a:ext cx="33840" cy="244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F505198-3F0D-784D-D270-FB2F57CE6A5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796750" y="665943"/>
                  <a:ext cx="694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6C1364D-83EF-8A9D-3878-C825F1761E2C}"/>
                    </a:ext>
                  </a:extLst>
                </p14:cNvPr>
                <p14:cNvContentPartPr/>
                <p14:nvPr/>
              </p14:nvContentPartPr>
              <p14:xfrm>
                <a:off x="6850030" y="613743"/>
                <a:ext cx="156960" cy="291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6C1364D-83EF-8A9D-3878-C825F1761E2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832390" y="595743"/>
                  <a:ext cx="1926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8977ADE-20F4-6594-E56E-BB08A0D45698}"/>
                    </a:ext>
                  </a:extLst>
                </p14:cNvPr>
                <p14:cNvContentPartPr/>
                <p14:nvPr/>
              </p14:nvContentPartPr>
              <p14:xfrm>
                <a:off x="6815110" y="853143"/>
                <a:ext cx="142560" cy="36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8977ADE-20F4-6594-E56E-BB08A0D4569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797470" y="835503"/>
                  <a:ext cx="1782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8F518806-7CBA-05DC-7798-546730425A63}"/>
                  </a:ext>
                </a:extLst>
              </p14:cNvPr>
              <p14:cNvContentPartPr/>
              <p14:nvPr/>
            </p14:nvContentPartPr>
            <p14:xfrm>
              <a:off x="2434630" y="3890823"/>
              <a:ext cx="3240" cy="576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8F518806-7CBA-05DC-7798-546730425A6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416630" y="3872823"/>
                <a:ext cx="388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96B69AA3-CC10-C4D1-AC90-303258B64893}"/>
                  </a:ext>
                </a:extLst>
              </p14:cNvPr>
              <p14:cNvContentPartPr/>
              <p14:nvPr/>
            </p14:nvContentPartPr>
            <p14:xfrm>
              <a:off x="3387910" y="3987303"/>
              <a:ext cx="2160" cy="28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96B69AA3-CC10-C4D1-AC90-303258B6489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69910" y="3969303"/>
                <a:ext cx="378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678EADAD-DA29-A9EB-6D6E-4682B28E854B}"/>
                  </a:ext>
                </a:extLst>
              </p14:cNvPr>
              <p14:cNvContentPartPr/>
              <p14:nvPr/>
            </p14:nvContentPartPr>
            <p14:xfrm>
              <a:off x="4360630" y="3928623"/>
              <a:ext cx="3960" cy="144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678EADAD-DA29-A9EB-6D6E-4682B28E854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342990" y="3910623"/>
                <a:ext cx="396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C41CE7D1-57CD-51D1-CEA1-6BD0EA06942D}"/>
                  </a:ext>
                </a:extLst>
              </p14:cNvPr>
              <p14:cNvContentPartPr/>
              <p14:nvPr/>
            </p14:nvContentPartPr>
            <p14:xfrm>
              <a:off x="6874510" y="1360023"/>
              <a:ext cx="360" cy="3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C41CE7D1-57CD-51D1-CEA1-6BD0EA06942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856870" y="134202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D04997DC-D3A1-0733-DE14-C502CB227906}"/>
              </a:ext>
            </a:extLst>
          </p:cNvPr>
          <p:cNvGrpSpPr/>
          <p:nvPr/>
        </p:nvGrpSpPr>
        <p:grpSpPr>
          <a:xfrm>
            <a:off x="6765790" y="4079823"/>
            <a:ext cx="95040" cy="72720"/>
            <a:chOff x="6765790" y="4079823"/>
            <a:chExt cx="95040" cy="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C63F85B-7D00-8581-594F-3A7DF307B7D2}"/>
                    </a:ext>
                  </a:extLst>
                </p14:cNvPr>
                <p14:cNvContentPartPr/>
                <p14:nvPr/>
              </p14:nvContentPartPr>
              <p14:xfrm>
                <a:off x="6765790" y="4079823"/>
                <a:ext cx="2160" cy="28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C63F85B-7D00-8581-594F-3A7DF307B7D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748150" y="4062183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3D885C9-4485-6D6D-3B48-053D0B9DE9E0}"/>
                    </a:ext>
                  </a:extLst>
                </p14:cNvPr>
                <p14:cNvContentPartPr/>
                <p14:nvPr/>
              </p14:nvContentPartPr>
              <p14:xfrm>
                <a:off x="6774430" y="4087383"/>
                <a:ext cx="360" cy="3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3D885C9-4485-6D6D-3B48-053D0B9DE9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56790" y="40693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E3883B6-4D43-C5EF-678D-BB6B74DF815E}"/>
                    </a:ext>
                  </a:extLst>
                </p14:cNvPr>
                <p14:cNvContentPartPr/>
                <p14:nvPr/>
              </p14:nvContentPartPr>
              <p14:xfrm>
                <a:off x="6782350" y="4142103"/>
                <a:ext cx="1440" cy="3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E3883B6-4D43-C5EF-678D-BB6B74DF815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764710" y="4124463"/>
                  <a:ext cx="37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6AC8AE8-3764-5ADF-963F-0E25F5EE7274}"/>
                    </a:ext>
                  </a:extLst>
                </p14:cNvPr>
                <p14:cNvContentPartPr/>
                <p14:nvPr/>
              </p14:nvContentPartPr>
              <p14:xfrm>
                <a:off x="6850030" y="4147143"/>
                <a:ext cx="10800" cy="54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6AC8AE8-3764-5ADF-963F-0E25F5EE727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832390" y="4129143"/>
                  <a:ext cx="4644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90A4CD7B-02BD-ED63-748E-3ADFECF96086}"/>
                  </a:ext>
                </a:extLst>
              </p14:cNvPr>
              <p14:cNvContentPartPr/>
              <p14:nvPr/>
            </p14:nvContentPartPr>
            <p14:xfrm>
              <a:off x="264910" y="4206183"/>
              <a:ext cx="15120" cy="828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90A4CD7B-02BD-ED63-748E-3ADFECF96086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247270" y="4188543"/>
                <a:ext cx="5076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7D25C23-585D-62DC-4F9F-B0D1F1B386A6}"/>
              </a:ext>
            </a:extLst>
          </p:cNvPr>
          <p:cNvGrpSpPr/>
          <p:nvPr/>
        </p:nvGrpSpPr>
        <p:grpSpPr>
          <a:xfrm>
            <a:off x="1223590" y="3550623"/>
            <a:ext cx="343440" cy="460080"/>
            <a:chOff x="1223590" y="3550623"/>
            <a:chExt cx="34344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220266C-0FFD-184A-6B3D-FB18FD545998}"/>
                    </a:ext>
                  </a:extLst>
                </p14:cNvPr>
                <p14:cNvContentPartPr/>
                <p14:nvPr/>
              </p14:nvContentPartPr>
              <p14:xfrm>
                <a:off x="1471630" y="3839343"/>
                <a:ext cx="360" cy="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220266C-0FFD-184A-6B3D-FB18FD54599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453630" y="38217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86711CC-E7DA-8315-C9A3-B80D3912E126}"/>
                    </a:ext>
                  </a:extLst>
                </p14:cNvPr>
                <p14:cNvContentPartPr/>
                <p14:nvPr/>
              </p14:nvContentPartPr>
              <p14:xfrm>
                <a:off x="1492870" y="3873183"/>
                <a:ext cx="4680" cy="1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86711CC-E7DA-8315-C9A3-B80D3912E12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75230" y="3855183"/>
                  <a:ext cx="40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418B5CC-CBEB-6372-D798-3E2A8997CEC0}"/>
                    </a:ext>
                  </a:extLst>
                </p14:cNvPr>
                <p14:cNvContentPartPr/>
                <p14:nvPr/>
              </p14:nvContentPartPr>
              <p14:xfrm>
                <a:off x="1223590" y="3550623"/>
                <a:ext cx="343440" cy="4600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418B5CC-CBEB-6372-D798-3E2A8997CEC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205950" y="3532983"/>
                  <a:ext cx="379080" cy="49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27562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D4CCC1A-BBAD-F668-C11D-E29F8F303A7C}"/>
              </a:ext>
            </a:extLst>
          </p:cNvPr>
          <p:cNvGrpSpPr/>
          <p:nvPr/>
        </p:nvGrpSpPr>
        <p:grpSpPr>
          <a:xfrm>
            <a:off x="227046" y="388383"/>
            <a:ext cx="690120" cy="394920"/>
            <a:chOff x="227046" y="388383"/>
            <a:chExt cx="690120" cy="3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2433436-DE4B-004F-D9AA-F4FD5835B404}"/>
                    </a:ext>
                  </a:extLst>
                </p14:cNvPr>
                <p14:cNvContentPartPr/>
                <p14:nvPr/>
              </p14:nvContentPartPr>
              <p14:xfrm>
                <a:off x="227046" y="415023"/>
                <a:ext cx="48600" cy="242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2433436-DE4B-004F-D9AA-F4FD5835B40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406" y="397383"/>
                  <a:ext cx="84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327DEA0-2683-378F-D045-11FF4DFEF5A3}"/>
                    </a:ext>
                  </a:extLst>
                </p14:cNvPr>
                <p14:cNvContentPartPr/>
                <p14:nvPr/>
              </p14:nvContentPartPr>
              <p14:xfrm>
                <a:off x="250086" y="388383"/>
                <a:ext cx="114840" cy="298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327DEA0-2683-378F-D045-11FF4DFEF5A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2086" y="370383"/>
                  <a:ext cx="1504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BBFC13B-6917-5CB6-F08C-E8B011528C49}"/>
                    </a:ext>
                  </a:extLst>
                </p14:cNvPr>
                <p14:cNvContentPartPr/>
                <p14:nvPr/>
              </p14:nvContentPartPr>
              <p14:xfrm>
                <a:off x="418206" y="648663"/>
                <a:ext cx="123480" cy="134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BBFC13B-6917-5CB6-F08C-E8B011528C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0206" y="630663"/>
                  <a:ext cx="159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F6CAD5D-9D06-D8A9-AEE1-6515CC62E3E8}"/>
                    </a:ext>
                  </a:extLst>
                </p14:cNvPr>
                <p14:cNvContentPartPr/>
                <p14:nvPr/>
              </p14:nvContentPartPr>
              <p14:xfrm>
                <a:off x="652926" y="609063"/>
                <a:ext cx="81360" cy="30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F6CAD5D-9D06-D8A9-AEE1-6515CC62E3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5286" y="591423"/>
                  <a:ext cx="117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857A68B-88EB-9F17-C068-FD7BEB7D14AB}"/>
                    </a:ext>
                  </a:extLst>
                </p14:cNvPr>
                <p14:cNvContentPartPr/>
                <p14:nvPr/>
              </p14:nvContentPartPr>
              <p14:xfrm>
                <a:off x="814926" y="467583"/>
                <a:ext cx="102240" cy="213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57A68B-88EB-9F17-C068-FD7BEB7D14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6926" y="449583"/>
                  <a:ext cx="13788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A2F620F-C194-88BD-9D83-107EAB0A63AC}"/>
              </a:ext>
            </a:extLst>
          </p:cNvPr>
          <p:cNvGrpSpPr/>
          <p:nvPr/>
        </p:nvGrpSpPr>
        <p:grpSpPr>
          <a:xfrm>
            <a:off x="1056846" y="423663"/>
            <a:ext cx="168840" cy="286200"/>
            <a:chOff x="1056846" y="423663"/>
            <a:chExt cx="16884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A2496B-ED68-3428-83B5-D933AC0A634C}"/>
                    </a:ext>
                  </a:extLst>
                </p14:cNvPr>
                <p14:cNvContentPartPr/>
                <p14:nvPr/>
              </p14:nvContentPartPr>
              <p14:xfrm>
                <a:off x="1056846" y="477303"/>
                <a:ext cx="47160" cy="232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A2496B-ED68-3428-83B5-D933AC0A63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9206" y="459663"/>
                  <a:ext cx="828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B72099-417F-852C-CB9C-EFA87894EDE8}"/>
                    </a:ext>
                  </a:extLst>
                </p14:cNvPr>
                <p14:cNvContentPartPr/>
                <p14:nvPr/>
              </p14:nvContentPartPr>
              <p14:xfrm>
                <a:off x="1103646" y="423663"/>
                <a:ext cx="122040" cy="285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B72099-417F-852C-CB9C-EFA87894EDE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6006" y="405663"/>
                  <a:ext cx="157680" cy="32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DC7B9DE-F379-A9AC-AD64-9E13CA8109A8}"/>
                  </a:ext>
                </a:extLst>
              </p14:cNvPr>
              <p14:cNvContentPartPr/>
              <p14:nvPr/>
            </p14:nvContentPartPr>
            <p14:xfrm>
              <a:off x="1386606" y="651183"/>
              <a:ext cx="21600" cy="165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DC7B9DE-F379-A9AC-AD64-9E13CA8109A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68966" y="633183"/>
                <a:ext cx="57240" cy="20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9A2F2ABC-6ACF-EDA6-FAE0-FC73F37B1394}"/>
              </a:ext>
            </a:extLst>
          </p:cNvPr>
          <p:cNvGrpSpPr/>
          <p:nvPr/>
        </p:nvGrpSpPr>
        <p:grpSpPr>
          <a:xfrm>
            <a:off x="241086" y="1088223"/>
            <a:ext cx="1098360" cy="415080"/>
            <a:chOff x="241086" y="1088223"/>
            <a:chExt cx="109836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DAD9F7F-F6E9-0996-EDF0-407A6A70C959}"/>
                    </a:ext>
                  </a:extLst>
                </p14:cNvPr>
                <p14:cNvContentPartPr/>
                <p14:nvPr/>
              </p14:nvContentPartPr>
              <p14:xfrm>
                <a:off x="242886" y="1088223"/>
                <a:ext cx="73440" cy="282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DAD9F7F-F6E9-0996-EDF0-407A6A70C95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5246" y="1070223"/>
                  <a:ext cx="1090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41BEC00-8846-DBA7-4756-93B9BDD9072F}"/>
                    </a:ext>
                  </a:extLst>
                </p14:cNvPr>
                <p14:cNvContentPartPr/>
                <p14:nvPr/>
              </p14:nvContentPartPr>
              <p14:xfrm>
                <a:off x="241086" y="1104783"/>
                <a:ext cx="132840" cy="23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41BEC00-8846-DBA7-4756-93B9BDD9072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3446" y="1087143"/>
                  <a:ext cx="1684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5928150-94F6-72BA-5620-7B9D59B32318}"/>
                    </a:ext>
                  </a:extLst>
                </p14:cNvPr>
                <p14:cNvContentPartPr/>
                <p14:nvPr/>
              </p14:nvContentPartPr>
              <p14:xfrm>
                <a:off x="334686" y="1295943"/>
                <a:ext cx="154800" cy="207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5928150-94F6-72BA-5620-7B9D59B323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7046" y="1278303"/>
                  <a:ext cx="1904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D2E0BC1-B7B5-E47E-0FAB-E3F6FC16128C}"/>
                    </a:ext>
                  </a:extLst>
                </p14:cNvPr>
                <p14:cNvContentPartPr/>
                <p14:nvPr/>
              </p14:nvContentPartPr>
              <p14:xfrm>
                <a:off x="585246" y="1284063"/>
                <a:ext cx="104760" cy="16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D2E0BC1-B7B5-E47E-0FAB-E3F6FC1612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7606" y="1266423"/>
                  <a:ext cx="140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03A70AB-46CB-E732-0800-DF2AD2CD1F5D}"/>
                    </a:ext>
                  </a:extLst>
                </p14:cNvPr>
                <p14:cNvContentPartPr/>
                <p14:nvPr/>
              </p14:nvContentPartPr>
              <p14:xfrm>
                <a:off x="741486" y="1181463"/>
                <a:ext cx="160200" cy="206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03A70AB-46CB-E732-0800-DF2AD2CD1F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3846" y="1163463"/>
                  <a:ext cx="1958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E63C12-418A-05B1-C705-C8EB7FD0333B}"/>
                    </a:ext>
                  </a:extLst>
                </p14:cNvPr>
                <p14:cNvContentPartPr/>
                <p14:nvPr/>
              </p14:nvContentPartPr>
              <p14:xfrm>
                <a:off x="1019406" y="1189023"/>
                <a:ext cx="49680" cy="188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E63C12-418A-05B1-C705-C8EB7FD033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1766" y="1171023"/>
                  <a:ext cx="85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35B3A13-3AA0-82D5-A75D-DBF3E92694E2}"/>
                    </a:ext>
                  </a:extLst>
                </p14:cNvPr>
                <p14:cNvContentPartPr/>
                <p14:nvPr/>
              </p14:nvContentPartPr>
              <p14:xfrm>
                <a:off x="1052166" y="1122783"/>
                <a:ext cx="121320" cy="255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35B3A13-3AA0-82D5-A75D-DBF3E92694E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34526" y="1104783"/>
                  <a:ext cx="1569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AF4932-3D9E-6A93-64F2-CEBF51405772}"/>
                    </a:ext>
                  </a:extLst>
                </p14:cNvPr>
                <p14:cNvContentPartPr/>
                <p14:nvPr/>
              </p14:nvContentPartPr>
              <p14:xfrm>
                <a:off x="1294446" y="1300623"/>
                <a:ext cx="45000" cy="176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AF4932-3D9E-6A93-64F2-CEBF514057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76806" y="1282983"/>
                  <a:ext cx="8064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4D2A01-2CD0-D8D7-9719-58ED0A298A8C}"/>
              </a:ext>
            </a:extLst>
          </p:cNvPr>
          <p:cNvGrpSpPr/>
          <p:nvPr/>
        </p:nvGrpSpPr>
        <p:grpSpPr>
          <a:xfrm>
            <a:off x="284646" y="1802463"/>
            <a:ext cx="1022400" cy="427320"/>
            <a:chOff x="284646" y="1802463"/>
            <a:chExt cx="102240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FF003F6-063D-B417-7864-B3FC8FE1D75F}"/>
                    </a:ext>
                  </a:extLst>
                </p14:cNvPr>
                <p14:cNvContentPartPr/>
                <p14:nvPr/>
              </p14:nvContentPartPr>
              <p14:xfrm>
                <a:off x="284646" y="1814343"/>
                <a:ext cx="83160" cy="253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FF003F6-063D-B417-7864-B3FC8FE1D75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6646" y="1796343"/>
                  <a:ext cx="1188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3145337-1329-781B-572C-7030EC0E1C79}"/>
                    </a:ext>
                  </a:extLst>
                </p14:cNvPr>
                <p14:cNvContentPartPr/>
                <p14:nvPr/>
              </p14:nvContentPartPr>
              <p14:xfrm>
                <a:off x="287526" y="1802463"/>
                <a:ext cx="137160" cy="234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3145337-1329-781B-572C-7030EC0E1C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9526" y="1784463"/>
                  <a:ext cx="1728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1BAAD3-2DCD-4EFB-29D8-38D2AC8C39CA}"/>
                    </a:ext>
                  </a:extLst>
                </p14:cNvPr>
                <p14:cNvContentPartPr/>
                <p14:nvPr/>
              </p14:nvContentPartPr>
              <p14:xfrm>
                <a:off x="489846" y="1972383"/>
                <a:ext cx="124200" cy="257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1BAAD3-2DCD-4EFB-29D8-38D2AC8C39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2206" y="1954743"/>
                  <a:ext cx="1598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3C393FD-54D6-2A0C-DBDA-0E793854C21F}"/>
                    </a:ext>
                  </a:extLst>
                </p14:cNvPr>
                <p14:cNvContentPartPr/>
                <p14:nvPr/>
              </p14:nvContentPartPr>
              <p14:xfrm>
                <a:off x="696486" y="1990743"/>
                <a:ext cx="110880" cy="40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3C393FD-54D6-2A0C-DBDA-0E793854C21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8486" y="1973103"/>
                  <a:ext cx="1465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5E076FE-47C4-43BA-D869-7488422F34CD}"/>
                    </a:ext>
                  </a:extLst>
                </p14:cNvPr>
                <p14:cNvContentPartPr/>
                <p14:nvPr/>
              </p14:nvContentPartPr>
              <p14:xfrm>
                <a:off x="940566" y="1835223"/>
                <a:ext cx="126360" cy="288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5E076FE-47C4-43BA-D869-7488422F34C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2926" y="1817583"/>
                  <a:ext cx="1620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58EF8EA-141C-CAD4-6595-D97D4EF10712}"/>
                    </a:ext>
                  </a:extLst>
                </p14:cNvPr>
                <p14:cNvContentPartPr/>
                <p14:nvPr/>
              </p14:nvContentPartPr>
              <p14:xfrm>
                <a:off x="1128846" y="1804623"/>
                <a:ext cx="169560" cy="294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58EF8EA-141C-CAD4-6595-D97D4EF1071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10846" y="1786983"/>
                  <a:ext cx="2052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6756354-9BE3-C153-45DB-037D7DFACB5A}"/>
                    </a:ext>
                  </a:extLst>
                </p14:cNvPr>
                <p14:cNvContentPartPr/>
                <p14:nvPr/>
              </p14:nvContentPartPr>
              <p14:xfrm>
                <a:off x="1286526" y="2048703"/>
                <a:ext cx="20520" cy="140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6756354-9BE3-C153-45DB-037D7DFACB5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68526" y="2031063"/>
                  <a:ext cx="5616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DF3F300-347C-8249-B626-0C689E0EC940}"/>
              </a:ext>
            </a:extLst>
          </p:cNvPr>
          <p:cNvGrpSpPr/>
          <p:nvPr/>
        </p:nvGrpSpPr>
        <p:grpSpPr>
          <a:xfrm>
            <a:off x="1539606" y="189663"/>
            <a:ext cx="778680" cy="2452320"/>
            <a:chOff x="1539606" y="189663"/>
            <a:chExt cx="778680" cy="245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F4CC9B0-4D79-18AA-AB0C-E59174089FAB}"/>
                    </a:ext>
                  </a:extLst>
                </p14:cNvPr>
                <p14:cNvContentPartPr/>
                <p14:nvPr/>
              </p14:nvContentPartPr>
              <p14:xfrm>
                <a:off x="1539606" y="189663"/>
                <a:ext cx="636480" cy="2452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F4CC9B0-4D79-18AA-AB0C-E59174089FA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21606" y="171663"/>
                  <a:ext cx="672120" cy="248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A8B2C52-07C7-E067-4D67-0BDACD882C40}"/>
                    </a:ext>
                  </a:extLst>
                </p14:cNvPr>
                <p14:cNvContentPartPr/>
                <p14:nvPr/>
              </p14:nvContentPartPr>
              <p14:xfrm>
                <a:off x="2258886" y="492423"/>
                <a:ext cx="59400" cy="239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A8B2C52-07C7-E067-4D67-0BDACD882C4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40886" y="474783"/>
                  <a:ext cx="95040" cy="2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E921893-31FD-C4DF-18EB-FFDF6B92B1BF}"/>
                  </a:ext>
                </a:extLst>
              </p14:cNvPr>
              <p14:cNvContentPartPr/>
              <p14:nvPr/>
            </p14:nvContentPartPr>
            <p14:xfrm>
              <a:off x="2934246" y="547503"/>
              <a:ext cx="237240" cy="173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E921893-31FD-C4DF-18EB-FFDF6B92B1B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916606" y="529863"/>
                <a:ext cx="27288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FD6AB611-A927-ED2C-67C3-2E0FFC8AA403}"/>
              </a:ext>
            </a:extLst>
          </p:cNvPr>
          <p:cNvGrpSpPr/>
          <p:nvPr/>
        </p:nvGrpSpPr>
        <p:grpSpPr>
          <a:xfrm>
            <a:off x="3532206" y="463623"/>
            <a:ext cx="398880" cy="453600"/>
            <a:chOff x="3532206" y="463623"/>
            <a:chExt cx="39888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9BBA748-7DE0-71D3-5CA1-155DBD696ED7}"/>
                    </a:ext>
                  </a:extLst>
                </p14:cNvPr>
                <p14:cNvContentPartPr/>
                <p14:nvPr/>
              </p14:nvContentPartPr>
              <p14:xfrm>
                <a:off x="3532206" y="463623"/>
                <a:ext cx="133200" cy="183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9BBA748-7DE0-71D3-5CA1-155DBD696ED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14206" y="445623"/>
                  <a:ext cx="1688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AD8811B-7E21-256F-8A7C-C7497D6230BE}"/>
                    </a:ext>
                  </a:extLst>
                </p14:cNvPr>
                <p14:cNvContentPartPr/>
                <p14:nvPr/>
              </p14:nvContentPartPr>
              <p14:xfrm>
                <a:off x="3613206" y="683583"/>
                <a:ext cx="135360" cy="135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AD8811B-7E21-256F-8A7C-C7497D6230B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95566" y="665943"/>
                  <a:ext cx="1710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94D6C53-ADF9-8613-D790-6A1D39B47116}"/>
                    </a:ext>
                  </a:extLst>
                </p14:cNvPr>
                <p14:cNvContentPartPr/>
                <p14:nvPr/>
              </p14:nvContentPartPr>
              <p14:xfrm>
                <a:off x="3685206" y="800223"/>
                <a:ext cx="245880" cy="117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94D6C53-ADF9-8613-D790-6A1D39B4711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67206" y="782223"/>
                  <a:ext cx="28152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DB47964-D270-2A2A-6E25-BEC9B69F4642}"/>
                  </a:ext>
                </a:extLst>
              </p14:cNvPr>
              <p14:cNvContentPartPr/>
              <p14:nvPr/>
            </p14:nvContentPartPr>
            <p14:xfrm>
              <a:off x="4565046" y="501423"/>
              <a:ext cx="80280" cy="294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DB47964-D270-2A2A-6E25-BEC9B69F464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547406" y="483423"/>
                <a:ext cx="11592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87128F9-68F3-0F2C-9D7D-10D9F6C4A00F}"/>
                  </a:ext>
                </a:extLst>
              </p14:cNvPr>
              <p14:cNvContentPartPr/>
              <p14:nvPr/>
            </p14:nvContentPartPr>
            <p14:xfrm>
              <a:off x="2038926" y="1182183"/>
              <a:ext cx="203400" cy="269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87128F9-68F3-0F2C-9D7D-10D9F6C4A00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021286" y="1164183"/>
                <a:ext cx="23904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D11A144-E5FB-5A29-72A6-8B50277E8868}"/>
                  </a:ext>
                </a:extLst>
              </p14:cNvPr>
              <p14:cNvContentPartPr/>
              <p14:nvPr/>
            </p14:nvContentPartPr>
            <p14:xfrm>
              <a:off x="2823726" y="1256343"/>
              <a:ext cx="185040" cy="227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D11A144-E5FB-5A29-72A6-8B50277E886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05726" y="1238343"/>
                <a:ext cx="220680" cy="26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63F72359-9818-069A-A098-6CEAF40F6141}"/>
              </a:ext>
            </a:extLst>
          </p:cNvPr>
          <p:cNvGrpSpPr/>
          <p:nvPr/>
        </p:nvGrpSpPr>
        <p:grpSpPr>
          <a:xfrm>
            <a:off x="3475326" y="1288383"/>
            <a:ext cx="375480" cy="437400"/>
            <a:chOff x="3475326" y="1288383"/>
            <a:chExt cx="37548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2E2D359-E031-9050-C76C-660AC80EBB49}"/>
                    </a:ext>
                  </a:extLst>
                </p14:cNvPr>
                <p14:cNvContentPartPr/>
                <p14:nvPr/>
              </p14:nvContentPartPr>
              <p14:xfrm>
                <a:off x="3517446" y="1288383"/>
                <a:ext cx="12960" cy="213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2E2D359-E031-9050-C76C-660AC80EBB4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99446" y="1270743"/>
                  <a:ext cx="486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F14399E-B180-D6AB-6836-B6AB6E76E0C4}"/>
                    </a:ext>
                  </a:extLst>
                </p14:cNvPr>
                <p14:cNvContentPartPr/>
                <p14:nvPr/>
              </p14:nvContentPartPr>
              <p14:xfrm>
                <a:off x="3475326" y="1455783"/>
                <a:ext cx="183960" cy="173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F14399E-B180-D6AB-6836-B6AB6E76E0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57326" y="1437783"/>
                  <a:ext cx="219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F2C07D6-5123-D7A6-9423-FB3E35764668}"/>
                    </a:ext>
                  </a:extLst>
                </p14:cNvPr>
                <p14:cNvContentPartPr/>
                <p14:nvPr/>
              </p14:nvContentPartPr>
              <p14:xfrm>
                <a:off x="3600966" y="1632903"/>
                <a:ext cx="249840" cy="92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F2C07D6-5123-D7A6-9423-FB3E3576466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82966" y="1615263"/>
                  <a:ext cx="285480" cy="12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698963A-0A6F-D7C4-089A-9CEEB07EB95C}"/>
                  </a:ext>
                </a:extLst>
              </p14:cNvPr>
              <p14:cNvContentPartPr/>
              <p14:nvPr/>
            </p14:nvContentPartPr>
            <p14:xfrm>
              <a:off x="2004366" y="1910103"/>
              <a:ext cx="240480" cy="2325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698963A-0A6F-D7C4-089A-9CEEB07EB95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86726" y="1892463"/>
                <a:ext cx="2761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37CC4EC-FFCF-1042-81CD-4EEAD848AF65}"/>
                  </a:ext>
                </a:extLst>
              </p14:cNvPr>
              <p14:cNvContentPartPr/>
              <p14:nvPr/>
            </p14:nvContentPartPr>
            <p14:xfrm>
              <a:off x="2904726" y="2006583"/>
              <a:ext cx="44280" cy="191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37CC4EC-FFCF-1042-81CD-4EEAD848AF6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86726" y="1988583"/>
                <a:ext cx="7992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6D26FA35-E624-B481-CFE7-6B40A2F6C8FE}"/>
              </a:ext>
            </a:extLst>
          </p:cNvPr>
          <p:cNvGrpSpPr/>
          <p:nvPr/>
        </p:nvGrpSpPr>
        <p:grpSpPr>
          <a:xfrm>
            <a:off x="3419886" y="2060943"/>
            <a:ext cx="285120" cy="214560"/>
            <a:chOff x="3419886" y="2060943"/>
            <a:chExt cx="28512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D6CB22F-9600-EA7C-AAF8-B081591ED766}"/>
                    </a:ext>
                  </a:extLst>
                </p14:cNvPr>
                <p14:cNvContentPartPr/>
                <p14:nvPr/>
              </p14:nvContentPartPr>
              <p14:xfrm>
                <a:off x="3419886" y="2154543"/>
                <a:ext cx="141120" cy="10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D6CB22F-9600-EA7C-AAF8-B081591ED76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01886" y="2136543"/>
                  <a:ext cx="176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63E9CF8-FBA6-1BA3-4CAA-E31C5742144B}"/>
                    </a:ext>
                  </a:extLst>
                </p14:cNvPr>
                <p14:cNvContentPartPr/>
                <p14:nvPr/>
              </p14:nvContentPartPr>
              <p14:xfrm>
                <a:off x="3665046" y="2060943"/>
                <a:ext cx="39960" cy="214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63E9CF8-FBA6-1BA3-4CAA-E31C5742144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47046" y="2043303"/>
                  <a:ext cx="7560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5FA7D2C-B197-45B1-240A-0A6EF69DD567}"/>
                  </a:ext>
                </a:extLst>
              </p14:cNvPr>
              <p14:cNvContentPartPr/>
              <p14:nvPr/>
            </p14:nvContentPartPr>
            <p14:xfrm>
              <a:off x="1994646" y="2420223"/>
              <a:ext cx="175680" cy="2001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5FA7D2C-B197-45B1-240A-0A6EF69DD56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77006" y="2402223"/>
                <a:ext cx="211320" cy="2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17ABC7E4-C827-0645-F089-A042B1DA40F3}"/>
              </a:ext>
            </a:extLst>
          </p:cNvPr>
          <p:cNvGrpSpPr/>
          <p:nvPr/>
        </p:nvGrpSpPr>
        <p:grpSpPr>
          <a:xfrm>
            <a:off x="2707806" y="2485743"/>
            <a:ext cx="316800" cy="214920"/>
            <a:chOff x="2707806" y="2485743"/>
            <a:chExt cx="316800" cy="2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75A164A-A2DD-7B9B-61D1-F374B0D2EAA0}"/>
                    </a:ext>
                  </a:extLst>
                </p14:cNvPr>
                <p14:cNvContentPartPr/>
                <p14:nvPr/>
              </p14:nvContentPartPr>
              <p14:xfrm>
                <a:off x="2707806" y="2565303"/>
                <a:ext cx="87480" cy="12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75A164A-A2DD-7B9B-61D1-F374B0D2EAA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89806" y="2547663"/>
                  <a:ext cx="123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24F4C95-D87E-5279-350C-E9E5A3371518}"/>
                    </a:ext>
                  </a:extLst>
                </p14:cNvPr>
                <p14:cNvContentPartPr/>
                <p14:nvPr/>
              </p14:nvContentPartPr>
              <p14:xfrm>
                <a:off x="2850366" y="2485743"/>
                <a:ext cx="174240" cy="214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24F4C95-D87E-5279-350C-E9E5A337151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32366" y="2467743"/>
                  <a:ext cx="209880" cy="2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9AD4B3C-486F-D44D-B43B-230020D8FDDA}"/>
                  </a:ext>
                </a:extLst>
              </p14:cNvPr>
              <p14:cNvContentPartPr/>
              <p14:nvPr/>
            </p14:nvContentPartPr>
            <p14:xfrm>
              <a:off x="3620766" y="2515983"/>
              <a:ext cx="141120" cy="1882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9AD4B3C-486F-D44D-B43B-230020D8FDD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603126" y="2498343"/>
                <a:ext cx="176760" cy="22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D6CEE37-21B9-C66F-A84E-D334744664CE}"/>
              </a:ext>
            </a:extLst>
          </p:cNvPr>
          <p:cNvGrpSpPr/>
          <p:nvPr/>
        </p:nvGrpSpPr>
        <p:grpSpPr>
          <a:xfrm>
            <a:off x="4333566" y="300543"/>
            <a:ext cx="1128960" cy="2603160"/>
            <a:chOff x="4333566" y="300543"/>
            <a:chExt cx="1128960" cy="260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A0DA169-BD48-86FB-997E-14DB1E114A1E}"/>
                    </a:ext>
                  </a:extLst>
                </p14:cNvPr>
                <p14:cNvContentPartPr/>
                <p14:nvPr/>
              </p14:nvContentPartPr>
              <p14:xfrm>
                <a:off x="4433286" y="1433463"/>
                <a:ext cx="160560" cy="18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A0DA169-BD48-86FB-997E-14DB1E114A1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415646" y="1415823"/>
                  <a:ext cx="1962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EFD830C-B9A5-EB59-BA13-F43627233DEC}"/>
                    </a:ext>
                  </a:extLst>
                </p14:cNvPr>
                <p14:cNvContentPartPr/>
                <p14:nvPr/>
              </p14:nvContentPartPr>
              <p14:xfrm>
                <a:off x="4721286" y="1307463"/>
                <a:ext cx="30600" cy="287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EFD830C-B9A5-EB59-BA13-F43627233DE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03646" y="1289463"/>
                  <a:ext cx="662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FADABBD-7A4F-C6CE-C6B9-F805AD70792F}"/>
                    </a:ext>
                  </a:extLst>
                </p14:cNvPr>
                <p14:cNvContentPartPr/>
                <p14:nvPr/>
              </p14:nvContentPartPr>
              <p14:xfrm>
                <a:off x="4333566" y="2146983"/>
                <a:ext cx="195480" cy="5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FADABBD-7A4F-C6CE-C6B9-F805AD70792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15926" y="2129343"/>
                  <a:ext cx="231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EF32226-EFCB-45C4-D055-0ECAD0150F47}"/>
                    </a:ext>
                  </a:extLst>
                </p14:cNvPr>
                <p14:cNvContentPartPr/>
                <p14:nvPr/>
              </p14:nvContentPartPr>
              <p14:xfrm>
                <a:off x="4608966" y="2044743"/>
                <a:ext cx="144000" cy="221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EF32226-EFCB-45C4-D055-0ECAD0150F4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91326" y="2027103"/>
                  <a:ext cx="1796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3205794-9B85-A43C-D4DC-B3801CFDBAA7}"/>
                    </a:ext>
                  </a:extLst>
                </p14:cNvPr>
                <p14:cNvContentPartPr/>
                <p14:nvPr/>
              </p14:nvContentPartPr>
              <p14:xfrm>
                <a:off x="4750086" y="1992903"/>
                <a:ext cx="228960" cy="39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3205794-9B85-A43C-D4DC-B3801CFDBAA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732086" y="1974903"/>
                  <a:ext cx="264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68E0301-35BC-E138-F1F2-E58045F46E7E}"/>
                    </a:ext>
                  </a:extLst>
                </p14:cNvPr>
                <p14:cNvContentPartPr/>
                <p14:nvPr/>
              </p14:nvContentPartPr>
              <p14:xfrm>
                <a:off x="4652166" y="2522103"/>
                <a:ext cx="50040" cy="212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68E0301-35BC-E138-F1F2-E58045F46E7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34526" y="2504103"/>
                  <a:ext cx="856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7DEBAA9-8803-69BD-1D5B-85B3534CE807}"/>
                    </a:ext>
                  </a:extLst>
                </p14:cNvPr>
                <p14:cNvContentPartPr/>
                <p14:nvPr/>
              </p14:nvContentPartPr>
              <p14:xfrm>
                <a:off x="4777446" y="2540463"/>
                <a:ext cx="175680" cy="156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7DEBAA9-8803-69BD-1D5B-85B3534CE80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59806" y="2522823"/>
                  <a:ext cx="211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26DD11D-4778-8653-6A7C-A3BEC580E4E9}"/>
                    </a:ext>
                  </a:extLst>
                </p14:cNvPr>
                <p14:cNvContentPartPr/>
                <p14:nvPr/>
              </p14:nvContentPartPr>
              <p14:xfrm>
                <a:off x="5033766" y="300543"/>
                <a:ext cx="428760" cy="2603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26DD11D-4778-8653-6A7C-A3BEC580E4E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16126" y="282903"/>
                  <a:ext cx="464400" cy="263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4D8B07C-415B-29D1-E344-05F7CF807CAC}"/>
              </a:ext>
            </a:extLst>
          </p:cNvPr>
          <p:cNvGrpSpPr/>
          <p:nvPr/>
        </p:nvGrpSpPr>
        <p:grpSpPr>
          <a:xfrm>
            <a:off x="5825406" y="1655943"/>
            <a:ext cx="206640" cy="135360"/>
            <a:chOff x="5825406" y="1655943"/>
            <a:chExt cx="206640" cy="13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7160BAE-CE7D-3A56-1AD4-86F5BEFB7977}"/>
                    </a:ext>
                  </a:extLst>
                </p14:cNvPr>
                <p14:cNvContentPartPr/>
                <p14:nvPr/>
              </p14:nvContentPartPr>
              <p14:xfrm>
                <a:off x="5908566" y="1655943"/>
                <a:ext cx="109440" cy="8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7160BAE-CE7D-3A56-1AD4-86F5BEFB797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90926" y="1637943"/>
                  <a:ext cx="1450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11D5323-D83F-A495-2E6C-7203928CE303}"/>
                    </a:ext>
                  </a:extLst>
                </p14:cNvPr>
                <p14:cNvContentPartPr/>
                <p14:nvPr/>
              </p14:nvContentPartPr>
              <p14:xfrm>
                <a:off x="5825406" y="1763943"/>
                <a:ext cx="206640" cy="27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11D5323-D83F-A495-2E6C-7203928CE30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07406" y="1745943"/>
                  <a:ext cx="24228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DAEBBBF-DDBB-19B2-2110-574AD322DCF5}"/>
              </a:ext>
            </a:extLst>
          </p:cNvPr>
          <p:cNvGrpSpPr/>
          <p:nvPr/>
        </p:nvGrpSpPr>
        <p:grpSpPr>
          <a:xfrm>
            <a:off x="6428406" y="373623"/>
            <a:ext cx="1208160" cy="2403000"/>
            <a:chOff x="6428406" y="373623"/>
            <a:chExt cx="1208160" cy="240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586FFD2-3CAA-4192-4296-5B6F11E05733}"/>
                    </a:ext>
                  </a:extLst>
                </p14:cNvPr>
                <p14:cNvContentPartPr/>
                <p14:nvPr/>
              </p14:nvContentPartPr>
              <p14:xfrm>
                <a:off x="6428406" y="373623"/>
                <a:ext cx="611280" cy="2403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586FFD2-3CAA-4192-4296-5B6F11E0573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10406" y="355623"/>
                  <a:ext cx="646920" cy="24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AC1580D-64C8-F5C3-492D-0B146A87999C}"/>
                    </a:ext>
                  </a:extLst>
                </p14:cNvPr>
                <p14:cNvContentPartPr/>
                <p14:nvPr/>
              </p14:nvContentPartPr>
              <p14:xfrm>
                <a:off x="7215366" y="431223"/>
                <a:ext cx="36720" cy="183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AC1580D-64C8-F5C3-492D-0B146A87999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97366" y="413223"/>
                  <a:ext cx="72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757C9EB-7A7B-F101-765D-5934C27419F8}"/>
                    </a:ext>
                  </a:extLst>
                </p14:cNvPr>
                <p14:cNvContentPartPr/>
                <p14:nvPr/>
              </p14:nvContentPartPr>
              <p14:xfrm>
                <a:off x="7238766" y="601863"/>
                <a:ext cx="158760" cy="162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757C9EB-7A7B-F101-765D-5934C27419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220766" y="584223"/>
                  <a:ext cx="1944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D13A7D5-67F4-CE39-50FD-095E8FC4E3B7}"/>
                    </a:ext>
                  </a:extLst>
                </p14:cNvPr>
                <p14:cNvContentPartPr/>
                <p14:nvPr/>
              </p14:nvContentPartPr>
              <p14:xfrm>
                <a:off x="7384206" y="745143"/>
                <a:ext cx="252360" cy="137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D13A7D5-67F4-CE39-50FD-095E8FC4E3B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66206" y="727143"/>
                  <a:ext cx="288000" cy="17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D8079A1-9D96-05D6-AB2C-7140BDC08E80}"/>
                  </a:ext>
                </a:extLst>
              </p14:cNvPr>
              <p14:cNvContentPartPr/>
              <p14:nvPr/>
            </p14:nvContentPartPr>
            <p14:xfrm>
              <a:off x="7942206" y="473703"/>
              <a:ext cx="163080" cy="180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D8079A1-9D96-05D6-AB2C-7140BDC08E8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924566" y="456063"/>
                <a:ext cx="198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0635AA2-2BF0-EB85-13E4-D05B0603C024}"/>
                  </a:ext>
                </a:extLst>
              </p14:cNvPr>
              <p14:cNvContentPartPr/>
              <p14:nvPr/>
            </p14:nvContentPartPr>
            <p14:xfrm>
              <a:off x="8795406" y="461823"/>
              <a:ext cx="173520" cy="2080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0635AA2-2BF0-EB85-13E4-D05B0603C02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777766" y="444183"/>
                <a:ext cx="2091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581743B-7EE0-5E78-D25B-113B0478FAF3}"/>
                  </a:ext>
                </a:extLst>
              </p14:cNvPr>
              <p14:cNvContentPartPr/>
              <p14:nvPr/>
            </p14:nvContentPartPr>
            <p14:xfrm>
              <a:off x="9634926" y="406383"/>
              <a:ext cx="180720" cy="2322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581743B-7EE0-5E78-D25B-113B0478FAF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616926" y="388743"/>
                <a:ext cx="216360" cy="26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E6F18B2F-3709-122F-E61F-EB7A95D9E99E}"/>
              </a:ext>
            </a:extLst>
          </p:cNvPr>
          <p:cNvGrpSpPr/>
          <p:nvPr/>
        </p:nvGrpSpPr>
        <p:grpSpPr>
          <a:xfrm>
            <a:off x="7107006" y="1182903"/>
            <a:ext cx="665280" cy="523800"/>
            <a:chOff x="7107006" y="1182903"/>
            <a:chExt cx="665280" cy="52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E9CF873-0D9F-1635-F72B-88D78570C184}"/>
                    </a:ext>
                  </a:extLst>
                </p14:cNvPr>
                <p14:cNvContentPartPr/>
                <p14:nvPr/>
              </p14:nvContentPartPr>
              <p14:xfrm>
                <a:off x="7107006" y="1249503"/>
                <a:ext cx="113040" cy="6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E9CF873-0D9F-1635-F72B-88D78570C18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89366" y="1231863"/>
                  <a:ext cx="148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7966402-72E3-47F4-FF5A-83354C0C78E9}"/>
                    </a:ext>
                  </a:extLst>
                </p14:cNvPr>
                <p14:cNvContentPartPr/>
                <p14:nvPr/>
              </p14:nvContentPartPr>
              <p14:xfrm>
                <a:off x="7235166" y="1182903"/>
                <a:ext cx="194400" cy="239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7966402-72E3-47F4-FF5A-83354C0C78E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17526" y="1165263"/>
                  <a:ext cx="230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8FD29DC-CE1A-ADF9-C665-045C9EE9ED30}"/>
                    </a:ext>
                  </a:extLst>
                </p14:cNvPr>
                <p14:cNvContentPartPr/>
                <p14:nvPr/>
              </p14:nvContentPartPr>
              <p14:xfrm>
                <a:off x="7370166" y="1428063"/>
                <a:ext cx="189360" cy="184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8FD29DC-CE1A-ADF9-C665-045C9EE9ED3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52526" y="1410423"/>
                  <a:ext cx="225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1570E4B-C7D3-F0E5-4C7D-EFEE6292957E}"/>
                    </a:ext>
                  </a:extLst>
                </p14:cNvPr>
                <p14:cNvContentPartPr/>
                <p14:nvPr/>
              </p14:nvContentPartPr>
              <p14:xfrm>
                <a:off x="7455846" y="1563783"/>
                <a:ext cx="316440" cy="142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1570E4B-C7D3-F0E5-4C7D-EFEE6292957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38206" y="1546143"/>
                  <a:ext cx="352080" cy="17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1D42425-73A3-4C25-A4A8-9AE482AC244B}"/>
                  </a:ext>
                </a:extLst>
              </p14:cNvPr>
              <p14:cNvContentPartPr/>
              <p14:nvPr/>
            </p14:nvContentPartPr>
            <p14:xfrm>
              <a:off x="8135886" y="1253463"/>
              <a:ext cx="39960" cy="2250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1D42425-73A3-4C25-A4A8-9AE482AC244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118246" y="1235463"/>
                <a:ext cx="7560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416C765-D9C5-C17B-25AB-90F55EF79087}"/>
                  </a:ext>
                </a:extLst>
              </p14:cNvPr>
              <p14:cNvContentPartPr/>
              <p14:nvPr/>
            </p14:nvContentPartPr>
            <p14:xfrm>
              <a:off x="8805486" y="1265343"/>
              <a:ext cx="151200" cy="1947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416C765-D9C5-C17B-25AB-90F55EF7908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787846" y="1247343"/>
                <a:ext cx="18684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C61350C-91C5-55CA-8A50-0A4B71674496}"/>
                  </a:ext>
                </a:extLst>
              </p14:cNvPr>
              <p14:cNvContentPartPr/>
              <p14:nvPr/>
            </p14:nvContentPartPr>
            <p14:xfrm>
              <a:off x="9554286" y="1184343"/>
              <a:ext cx="270360" cy="2476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C61350C-91C5-55CA-8A50-0A4B7167449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536646" y="1166703"/>
                <a:ext cx="306000" cy="28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16A4417E-D75B-A483-6CEA-F095F2C33CE7}"/>
              </a:ext>
            </a:extLst>
          </p:cNvPr>
          <p:cNvGrpSpPr/>
          <p:nvPr/>
        </p:nvGrpSpPr>
        <p:grpSpPr>
          <a:xfrm>
            <a:off x="7051926" y="1931703"/>
            <a:ext cx="362520" cy="229680"/>
            <a:chOff x="7051926" y="1931703"/>
            <a:chExt cx="36252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04E3D45-7B7A-BC7E-B4F8-638BD3361BD2}"/>
                    </a:ext>
                  </a:extLst>
                </p14:cNvPr>
                <p14:cNvContentPartPr/>
                <p14:nvPr/>
              </p14:nvContentPartPr>
              <p14:xfrm>
                <a:off x="7051926" y="1986063"/>
                <a:ext cx="169200" cy="15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04E3D45-7B7A-BC7E-B4F8-638BD3361BD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33926" y="1968063"/>
                  <a:ext cx="204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0B822DF-C05B-20C3-206A-66C27F254F1A}"/>
                    </a:ext>
                  </a:extLst>
                </p14:cNvPr>
                <p14:cNvContentPartPr/>
                <p14:nvPr/>
              </p14:nvContentPartPr>
              <p14:xfrm>
                <a:off x="7388166" y="1931703"/>
                <a:ext cx="26280" cy="229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0B822DF-C05B-20C3-206A-66C27F254F1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70166" y="1914063"/>
                  <a:ext cx="61920" cy="26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63F73B71-9B43-0968-5CC5-09AA171FD3E4}"/>
                  </a:ext>
                </a:extLst>
              </p14:cNvPr>
              <p14:cNvContentPartPr/>
              <p14:nvPr/>
            </p14:nvContentPartPr>
            <p14:xfrm>
              <a:off x="8153886" y="1906863"/>
              <a:ext cx="178200" cy="2044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63F73B71-9B43-0968-5CC5-09AA171FD3E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135886" y="1888863"/>
                <a:ext cx="2138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8A6B4EF-B3AF-E1A7-9B1D-AD8BAA81482F}"/>
                  </a:ext>
                </a:extLst>
              </p14:cNvPr>
              <p14:cNvContentPartPr/>
              <p14:nvPr/>
            </p14:nvContentPartPr>
            <p14:xfrm>
              <a:off x="8951286" y="1902903"/>
              <a:ext cx="23760" cy="2304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8A6B4EF-B3AF-E1A7-9B1D-AD8BAA81482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933286" y="1884903"/>
                <a:ext cx="5940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80487F7-E38E-5C03-6CD2-3403EB111163}"/>
                  </a:ext>
                </a:extLst>
              </p14:cNvPr>
              <p14:cNvContentPartPr/>
              <p14:nvPr/>
            </p14:nvContentPartPr>
            <p14:xfrm>
              <a:off x="9623406" y="1858983"/>
              <a:ext cx="240120" cy="2401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80487F7-E38E-5C03-6CD2-3403EB11116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605406" y="1840983"/>
                <a:ext cx="275760" cy="2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71C498F9-87EB-60A3-68BF-FBE5973700F1}"/>
              </a:ext>
            </a:extLst>
          </p:cNvPr>
          <p:cNvGrpSpPr/>
          <p:nvPr/>
        </p:nvGrpSpPr>
        <p:grpSpPr>
          <a:xfrm>
            <a:off x="6845646" y="2515623"/>
            <a:ext cx="527400" cy="196920"/>
            <a:chOff x="6845646" y="2515623"/>
            <a:chExt cx="52740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D2F35E3-4F93-BF9A-E1CA-400799F15B14}"/>
                    </a:ext>
                  </a:extLst>
                </p14:cNvPr>
                <p14:cNvContentPartPr/>
                <p14:nvPr/>
              </p14:nvContentPartPr>
              <p14:xfrm>
                <a:off x="6845646" y="2563863"/>
                <a:ext cx="195840" cy="14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D2F35E3-4F93-BF9A-E1CA-400799F15B1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27646" y="2546223"/>
                  <a:ext cx="231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2ACB589-FA91-B95A-FEF8-B949AA7F9013}"/>
                    </a:ext>
                  </a:extLst>
                </p14:cNvPr>
                <p14:cNvContentPartPr/>
                <p14:nvPr/>
              </p14:nvContentPartPr>
              <p14:xfrm>
                <a:off x="7118526" y="2515623"/>
                <a:ext cx="254520" cy="196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2ACB589-FA91-B95A-FEF8-B949AA7F901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00886" y="2497983"/>
                  <a:ext cx="290160" cy="23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B1D36A9-BBA3-EA22-EA4D-9393C1238846}"/>
                  </a:ext>
                </a:extLst>
              </p14:cNvPr>
              <p14:cNvContentPartPr/>
              <p14:nvPr/>
            </p14:nvContentPartPr>
            <p14:xfrm>
              <a:off x="8057766" y="2544423"/>
              <a:ext cx="200520" cy="2084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B1D36A9-BBA3-EA22-EA4D-9393C123884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040126" y="2526783"/>
                <a:ext cx="2361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253950A-616A-D80E-EB59-C8C983AE01D8}"/>
                  </a:ext>
                </a:extLst>
              </p14:cNvPr>
              <p14:cNvContentPartPr/>
              <p14:nvPr/>
            </p14:nvContentPartPr>
            <p14:xfrm>
              <a:off x="8813406" y="2541543"/>
              <a:ext cx="208440" cy="1879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253950A-616A-D80E-EB59-C8C983AE01D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795406" y="2523543"/>
                <a:ext cx="244080" cy="22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7F7867A-5377-B573-62C4-B7B1F3DF0650}"/>
              </a:ext>
            </a:extLst>
          </p:cNvPr>
          <p:cNvGrpSpPr/>
          <p:nvPr/>
        </p:nvGrpSpPr>
        <p:grpSpPr>
          <a:xfrm>
            <a:off x="9550686" y="444543"/>
            <a:ext cx="800280" cy="2485800"/>
            <a:chOff x="9550686" y="444543"/>
            <a:chExt cx="800280" cy="248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7D16D10-7400-449D-11F9-05A75B9EAEEE}"/>
                    </a:ext>
                  </a:extLst>
                </p14:cNvPr>
                <p14:cNvContentPartPr/>
                <p14:nvPr/>
              </p14:nvContentPartPr>
              <p14:xfrm>
                <a:off x="9550686" y="2465943"/>
                <a:ext cx="41760" cy="270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7D16D10-7400-449D-11F9-05A75B9EAEE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33046" y="2447943"/>
                  <a:ext cx="774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1201A33-122A-7317-BA8E-63E38C993B49}"/>
                    </a:ext>
                  </a:extLst>
                </p14:cNvPr>
                <p14:cNvContentPartPr/>
                <p14:nvPr/>
              </p14:nvContentPartPr>
              <p14:xfrm>
                <a:off x="9804486" y="444543"/>
                <a:ext cx="546480" cy="2485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1201A33-122A-7317-BA8E-63E38C993B4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786846" y="426903"/>
                  <a:ext cx="582120" cy="252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A3174DD-E7FB-8C6D-7800-9E2A7EE2774A}"/>
              </a:ext>
            </a:extLst>
          </p:cNvPr>
          <p:cNvGrpSpPr/>
          <p:nvPr/>
        </p:nvGrpSpPr>
        <p:grpSpPr>
          <a:xfrm>
            <a:off x="10665246" y="1127823"/>
            <a:ext cx="278640" cy="326520"/>
            <a:chOff x="10665246" y="1127823"/>
            <a:chExt cx="27864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0035A4A-7913-4CD9-BCF2-6E9BA84FDE08}"/>
                    </a:ext>
                  </a:extLst>
                </p14:cNvPr>
                <p14:cNvContentPartPr/>
                <p14:nvPr/>
              </p14:nvContentPartPr>
              <p14:xfrm>
                <a:off x="10766766" y="1127823"/>
                <a:ext cx="123120" cy="326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0035A4A-7913-4CD9-BCF2-6E9BA84FDE0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748766" y="1109823"/>
                  <a:ext cx="1587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B9937BE-93D8-3075-7DAF-6098488472C8}"/>
                    </a:ext>
                  </a:extLst>
                </p14:cNvPr>
                <p14:cNvContentPartPr/>
                <p14:nvPr/>
              </p14:nvContentPartPr>
              <p14:xfrm>
                <a:off x="10874406" y="1133583"/>
                <a:ext cx="69480" cy="299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B9937BE-93D8-3075-7DAF-6098488472C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56766" y="1115583"/>
                  <a:ext cx="1051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EE87E2E-E340-0870-AA7B-A2AD3533BA0A}"/>
                    </a:ext>
                  </a:extLst>
                </p14:cNvPr>
                <p14:cNvContentPartPr/>
                <p14:nvPr/>
              </p14:nvContentPartPr>
              <p14:xfrm>
                <a:off x="10665246" y="1359303"/>
                <a:ext cx="187560" cy="28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EE87E2E-E340-0870-AA7B-A2AD3533BA0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647246" y="1341303"/>
                  <a:ext cx="22320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8B6BA3B-8661-AC13-F63D-F6BCDD0B9708}"/>
              </a:ext>
            </a:extLst>
          </p:cNvPr>
          <p:cNvGrpSpPr/>
          <p:nvPr/>
        </p:nvGrpSpPr>
        <p:grpSpPr>
          <a:xfrm>
            <a:off x="203286" y="3246783"/>
            <a:ext cx="650880" cy="596880"/>
            <a:chOff x="203286" y="3246783"/>
            <a:chExt cx="650880" cy="59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DB169D6-F76E-65A2-C1FA-E28359596414}"/>
                    </a:ext>
                  </a:extLst>
                </p14:cNvPr>
                <p14:cNvContentPartPr/>
                <p14:nvPr/>
              </p14:nvContentPartPr>
              <p14:xfrm>
                <a:off x="203286" y="3368463"/>
                <a:ext cx="39240" cy="213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DB169D6-F76E-65A2-C1FA-E2835959641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85286" y="3350823"/>
                  <a:ext cx="74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733AD27-DCFC-1A96-73C9-FAC6275DCF5D}"/>
                    </a:ext>
                  </a:extLst>
                </p14:cNvPr>
                <p14:cNvContentPartPr/>
                <p14:nvPr/>
              </p14:nvContentPartPr>
              <p14:xfrm>
                <a:off x="213366" y="3246783"/>
                <a:ext cx="151560" cy="310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733AD27-DCFC-1A96-73C9-FAC6275DCF5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5366" y="3229143"/>
                  <a:ext cx="1872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C8164E3-8148-A895-CF54-64D3A378FF61}"/>
                    </a:ext>
                  </a:extLst>
                </p14:cNvPr>
                <p14:cNvContentPartPr/>
                <p14:nvPr/>
              </p14:nvContentPartPr>
              <p14:xfrm>
                <a:off x="382206" y="3531903"/>
                <a:ext cx="110880" cy="182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C8164E3-8148-A895-CF54-64D3A378FF6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4206" y="3513903"/>
                  <a:ext cx="1465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C8DA5F8-9B1D-9DCA-747D-5E23DB7D0186}"/>
                    </a:ext>
                  </a:extLst>
                </p14:cNvPr>
                <p14:cNvContentPartPr/>
                <p14:nvPr/>
              </p14:nvContentPartPr>
              <p14:xfrm>
                <a:off x="561486" y="3698583"/>
                <a:ext cx="61560" cy="145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8DA5F8-9B1D-9DCA-747D-5E23DB7D018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3846" y="3680943"/>
                  <a:ext cx="97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7336A16-785F-167D-9232-999633A04159}"/>
                    </a:ext>
                  </a:extLst>
                </p14:cNvPr>
                <p14:cNvContentPartPr/>
                <p14:nvPr/>
              </p14:nvContentPartPr>
              <p14:xfrm>
                <a:off x="721326" y="3594543"/>
                <a:ext cx="132840" cy="224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7336A16-785F-167D-9232-999633A0415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03326" y="3576543"/>
                  <a:ext cx="1684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4CAF421-3CFA-4AD7-BA22-1BC06B9F23AA}"/>
                    </a:ext>
                  </a:extLst>
                </p14:cNvPr>
                <p14:cNvContentPartPr/>
                <p14:nvPr/>
              </p14:nvContentPartPr>
              <p14:xfrm>
                <a:off x="440526" y="3693543"/>
                <a:ext cx="2160" cy="3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4CAF421-3CFA-4AD7-BA22-1BC06B9F23A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22886" y="3675903"/>
                  <a:ext cx="37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CC2D54D-7191-9BD1-28CD-A885051A5A62}"/>
                    </a:ext>
                  </a:extLst>
                </p14:cNvPr>
                <p14:cNvContentPartPr/>
                <p14:nvPr/>
              </p14:nvContentPartPr>
              <p14:xfrm>
                <a:off x="461046" y="3700383"/>
                <a:ext cx="2160" cy="9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CC2D54D-7191-9BD1-28CD-A885051A5A6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3046" y="3682383"/>
                  <a:ext cx="37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3C57B1F-E1B8-F2EA-9BC4-D2286106E76D}"/>
                    </a:ext>
                  </a:extLst>
                </p14:cNvPr>
                <p14:cNvContentPartPr/>
                <p14:nvPr/>
              </p14:nvContentPartPr>
              <p14:xfrm>
                <a:off x="469326" y="3724143"/>
                <a:ext cx="2880" cy="2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3C57B1F-E1B8-F2EA-9BC4-D2286106E76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51686" y="3706143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0D79DED-E584-55FC-BEF2-A43A51615D22}"/>
                    </a:ext>
                  </a:extLst>
                </p14:cNvPr>
                <p14:cNvContentPartPr/>
                <p14:nvPr/>
              </p14:nvContentPartPr>
              <p14:xfrm>
                <a:off x="825726" y="3780303"/>
                <a:ext cx="2160" cy="4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0D79DED-E584-55FC-BEF2-A43A51615D2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8086" y="3762303"/>
                  <a:ext cx="3780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9E5BFF7-22AE-FE47-1840-97C798A4B7D2}"/>
              </a:ext>
            </a:extLst>
          </p:cNvPr>
          <p:cNvGrpSpPr/>
          <p:nvPr/>
        </p:nvGrpSpPr>
        <p:grpSpPr>
          <a:xfrm>
            <a:off x="1210926" y="3048423"/>
            <a:ext cx="565200" cy="2027520"/>
            <a:chOff x="1210926" y="3048423"/>
            <a:chExt cx="565200" cy="20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7B885FF-DFC0-3172-25BA-9285822003D2}"/>
                    </a:ext>
                  </a:extLst>
                </p14:cNvPr>
                <p14:cNvContentPartPr/>
                <p14:nvPr/>
              </p14:nvContentPartPr>
              <p14:xfrm>
                <a:off x="1210926" y="3048423"/>
                <a:ext cx="459720" cy="2027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7B885FF-DFC0-3172-25BA-9285822003D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93286" y="3030423"/>
                  <a:ext cx="495360" cy="20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0F22A65-5CE1-6AC2-48A2-362B5F96943B}"/>
                    </a:ext>
                  </a:extLst>
                </p14:cNvPr>
                <p14:cNvContentPartPr/>
                <p14:nvPr/>
              </p14:nvContentPartPr>
              <p14:xfrm>
                <a:off x="1746246" y="3292863"/>
                <a:ext cx="29880" cy="203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0F22A65-5CE1-6AC2-48A2-362B5F96943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728606" y="3274863"/>
                  <a:ext cx="65520" cy="23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D02CAE3-E1CF-291E-DA00-61D1DD16DB5D}"/>
                  </a:ext>
                </a:extLst>
              </p14:cNvPr>
              <p14:cNvContentPartPr/>
              <p14:nvPr/>
            </p14:nvContentPartPr>
            <p14:xfrm>
              <a:off x="2555526" y="3331383"/>
              <a:ext cx="174240" cy="1558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D02CAE3-E1CF-291E-DA00-61D1DD16DB5D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537526" y="3313383"/>
                <a:ext cx="209880" cy="19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CC2A692-1DCA-6FC0-CF28-04260EE39F1C}"/>
              </a:ext>
            </a:extLst>
          </p:cNvPr>
          <p:cNvGrpSpPr/>
          <p:nvPr/>
        </p:nvGrpSpPr>
        <p:grpSpPr>
          <a:xfrm>
            <a:off x="3162486" y="3288183"/>
            <a:ext cx="589680" cy="461520"/>
            <a:chOff x="3162486" y="3288183"/>
            <a:chExt cx="589680" cy="46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0CAB5DE-8451-8CC2-039C-94C5A7D7BDD9}"/>
                    </a:ext>
                  </a:extLst>
                </p14:cNvPr>
                <p14:cNvContentPartPr/>
                <p14:nvPr/>
              </p14:nvContentPartPr>
              <p14:xfrm>
                <a:off x="3162486" y="3288183"/>
                <a:ext cx="150840" cy="208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0CAB5DE-8451-8CC2-039C-94C5A7D7BDD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144846" y="3270543"/>
                  <a:ext cx="186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3F2E139-6564-545E-E430-331635ABB4F8}"/>
                    </a:ext>
                  </a:extLst>
                </p14:cNvPr>
                <p14:cNvContentPartPr/>
                <p14:nvPr/>
              </p14:nvContentPartPr>
              <p14:xfrm>
                <a:off x="3311166" y="3448743"/>
                <a:ext cx="149040" cy="190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3F2E139-6564-545E-E430-331635ABB4F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293166" y="3431103"/>
                  <a:ext cx="1846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77696B8-1110-6F46-7312-4ECFAB0AF94F}"/>
                    </a:ext>
                  </a:extLst>
                </p14:cNvPr>
                <p14:cNvContentPartPr/>
                <p14:nvPr/>
              </p14:nvContentPartPr>
              <p14:xfrm>
                <a:off x="3414126" y="3604623"/>
                <a:ext cx="338040" cy="145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77696B8-1110-6F46-7312-4ECFAB0AF94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396126" y="3586623"/>
                  <a:ext cx="373680" cy="18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9D8A543-EFD5-1471-0C63-89E85C485FB9}"/>
                  </a:ext>
                </a:extLst>
              </p14:cNvPr>
              <p14:cNvContentPartPr/>
              <p14:nvPr/>
            </p14:nvContentPartPr>
            <p14:xfrm>
              <a:off x="4596366" y="3411303"/>
              <a:ext cx="62640" cy="2606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9D8A543-EFD5-1471-0C63-89E85C485FB9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578366" y="3393303"/>
                <a:ext cx="9828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F8D56D2-0700-AC91-25E0-474D9518C921}"/>
                  </a:ext>
                </a:extLst>
              </p14:cNvPr>
              <p14:cNvContentPartPr/>
              <p14:nvPr/>
            </p14:nvContentPartPr>
            <p14:xfrm>
              <a:off x="1671726" y="3928623"/>
              <a:ext cx="136440" cy="1987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F8D56D2-0700-AC91-25E0-474D9518C921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654086" y="3910623"/>
                <a:ext cx="1720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8EC8ACB-8D1D-1384-D4E7-F35B8DEF5651}"/>
                  </a:ext>
                </a:extLst>
              </p14:cNvPr>
              <p14:cNvContentPartPr/>
              <p14:nvPr/>
            </p14:nvContentPartPr>
            <p14:xfrm>
              <a:off x="2464806" y="4032303"/>
              <a:ext cx="54360" cy="1897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8EC8ACB-8D1D-1384-D4E7-F35B8DEF5651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2446806" y="4014663"/>
                <a:ext cx="9000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8A13DEF0-9B3D-D634-BBCC-B643270C6CEF}"/>
              </a:ext>
            </a:extLst>
          </p:cNvPr>
          <p:cNvGrpSpPr/>
          <p:nvPr/>
        </p:nvGrpSpPr>
        <p:grpSpPr>
          <a:xfrm>
            <a:off x="3197406" y="4043103"/>
            <a:ext cx="404280" cy="214200"/>
            <a:chOff x="3197406" y="4043103"/>
            <a:chExt cx="404280" cy="21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321FD75-A8A3-3EFF-75F9-923CAF5BFD75}"/>
                    </a:ext>
                  </a:extLst>
                </p14:cNvPr>
                <p14:cNvContentPartPr/>
                <p14:nvPr/>
              </p14:nvContentPartPr>
              <p14:xfrm>
                <a:off x="3197406" y="4138863"/>
                <a:ext cx="203760" cy="17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321FD75-A8A3-3EFF-75F9-923CAF5BFD7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179766" y="4121223"/>
                  <a:ext cx="2394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42BE41D-08A8-CA7F-D1B5-92A15A18A2A7}"/>
                    </a:ext>
                  </a:extLst>
                </p14:cNvPr>
                <p14:cNvContentPartPr/>
                <p14:nvPr/>
              </p14:nvContentPartPr>
              <p14:xfrm>
                <a:off x="3568206" y="4043103"/>
                <a:ext cx="33480" cy="214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42BE41D-08A8-CA7F-D1B5-92A15A18A2A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550206" y="4025463"/>
                  <a:ext cx="6912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979CE8B-F93F-082E-2104-CCB7A4A60E9C}"/>
              </a:ext>
            </a:extLst>
          </p:cNvPr>
          <p:cNvGrpSpPr/>
          <p:nvPr/>
        </p:nvGrpSpPr>
        <p:grpSpPr>
          <a:xfrm>
            <a:off x="4143486" y="4013943"/>
            <a:ext cx="684720" cy="279720"/>
            <a:chOff x="4143486" y="4013943"/>
            <a:chExt cx="68472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4C3BD7F-5709-B181-F0DD-6C9FBC55C3F6}"/>
                    </a:ext>
                  </a:extLst>
                </p14:cNvPr>
                <p14:cNvContentPartPr/>
                <p14:nvPr/>
              </p14:nvContentPartPr>
              <p14:xfrm>
                <a:off x="4143486" y="4137423"/>
                <a:ext cx="186120" cy="39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4C3BD7F-5709-B181-F0DD-6C9FBC55C3F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125486" y="4119423"/>
                  <a:ext cx="221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19B039B-B1E1-0928-2F6E-7AFB2E57B746}"/>
                    </a:ext>
                  </a:extLst>
                </p14:cNvPr>
                <p14:cNvContentPartPr/>
                <p14:nvPr/>
              </p14:nvContentPartPr>
              <p14:xfrm>
                <a:off x="4488366" y="4051743"/>
                <a:ext cx="148680" cy="241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19B039B-B1E1-0928-2F6E-7AFB2E57B74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470366" y="4034103"/>
                  <a:ext cx="1843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414C684-5DCA-F367-DA4A-7CDCB66C9472}"/>
                    </a:ext>
                  </a:extLst>
                </p14:cNvPr>
                <p14:cNvContentPartPr/>
                <p14:nvPr/>
              </p14:nvContentPartPr>
              <p14:xfrm>
                <a:off x="4568646" y="4013943"/>
                <a:ext cx="259560" cy="673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414C684-5DCA-F367-DA4A-7CDCB66C947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551006" y="3996303"/>
                  <a:ext cx="295200" cy="10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1A31544-B962-65C0-AFFB-99862571F258}"/>
                  </a:ext>
                </a:extLst>
              </p14:cNvPr>
              <p14:cNvContentPartPr/>
              <p14:nvPr/>
            </p14:nvContentPartPr>
            <p14:xfrm>
              <a:off x="1748766" y="4346583"/>
              <a:ext cx="216720" cy="2653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1A31544-B962-65C0-AFFB-99862571F25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731126" y="4328583"/>
                <a:ext cx="25236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F9DE8900-D42E-E1BD-81CD-7D3358BA691D}"/>
                  </a:ext>
                </a:extLst>
              </p14:cNvPr>
              <p14:cNvContentPartPr/>
              <p14:nvPr/>
            </p14:nvContentPartPr>
            <p14:xfrm>
              <a:off x="2512326" y="4471503"/>
              <a:ext cx="180720" cy="1702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F9DE8900-D42E-E1BD-81CD-7D3358BA691D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494326" y="4453503"/>
                <a:ext cx="216360" cy="20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BB69190-2B0F-2417-0FCF-84481577B5D7}"/>
              </a:ext>
            </a:extLst>
          </p:cNvPr>
          <p:cNvGrpSpPr/>
          <p:nvPr/>
        </p:nvGrpSpPr>
        <p:grpSpPr>
          <a:xfrm>
            <a:off x="3319086" y="4504623"/>
            <a:ext cx="509760" cy="371520"/>
            <a:chOff x="3319086" y="4504623"/>
            <a:chExt cx="509760" cy="37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8D5AA9B-ABFA-388F-E737-CE2F0406242C}"/>
                    </a:ext>
                  </a:extLst>
                </p14:cNvPr>
                <p14:cNvContentPartPr/>
                <p14:nvPr/>
              </p14:nvContentPartPr>
              <p14:xfrm>
                <a:off x="3346086" y="4504623"/>
                <a:ext cx="41760" cy="213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8D5AA9B-ABFA-388F-E737-CE2F0406242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28446" y="4486983"/>
                  <a:ext cx="774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9B1219C-912D-39B9-6FEC-FEAFEBF1C497}"/>
                    </a:ext>
                  </a:extLst>
                </p14:cNvPr>
                <p14:cNvContentPartPr/>
                <p14:nvPr/>
              </p14:nvContentPartPr>
              <p14:xfrm>
                <a:off x="3319086" y="4630983"/>
                <a:ext cx="170280" cy="156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9B1219C-912D-39B9-6FEC-FEAFEBF1C49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01446" y="4613343"/>
                  <a:ext cx="2059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59C501E-C272-9DD8-4CE3-0BC30F4615BA}"/>
                    </a:ext>
                  </a:extLst>
                </p14:cNvPr>
                <p14:cNvContentPartPr/>
                <p14:nvPr/>
              </p14:nvContentPartPr>
              <p14:xfrm>
                <a:off x="3481086" y="4745823"/>
                <a:ext cx="347760" cy="130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59C501E-C272-9DD8-4CE3-0BC30F4615B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463446" y="4727823"/>
                  <a:ext cx="38340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A86A213-17DF-A58B-4FE6-B8F3CA8C8998}"/>
              </a:ext>
            </a:extLst>
          </p:cNvPr>
          <p:cNvGrpSpPr/>
          <p:nvPr/>
        </p:nvGrpSpPr>
        <p:grpSpPr>
          <a:xfrm>
            <a:off x="4426806" y="4551423"/>
            <a:ext cx="408240" cy="226440"/>
            <a:chOff x="4426806" y="4551423"/>
            <a:chExt cx="408240" cy="22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97A8C3E-72B1-455B-3CCF-D2626702D6C4}"/>
                    </a:ext>
                  </a:extLst>
                </p14:cNvPr>
                <p14:cNvContentPartPr/>
                <p14:nvPr/>
              </p14:nvContentPartPr>
              <p14:xfrm>
                <a:off x="4426806" y="4668783"/>
                <a:ext cx="192600" cy="16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97A8C3E-72B1-455B-3CCF-D2626702D6C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08806" y="4651143"/>
                  <a:ext cx="228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66F19DA-E82C-0200-4C27-8658EC0103F0}"/>
                    </a:ext>
                  </a:extLst>
                </p14:cNvPr>
                <p14:cNvContentPartPr/>
                <p14:nvPr/>
              </p14:nvContentPartPr>
              <p14:xfrm>
                <a:off x="4792926" y="4551423"/>
                <a:ext cx="42120" cy="226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66F19DA-E82C-0200-4C27-8658EC0103F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774926" y="4533423"/>
                  <a:ext cx="77760" cy="26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B664BEC-92C7-A9FB-0FB3-5CA814B46019}"/>
                  </a:ext>
                </a:extLst>
              </p14:cNvPr>
              <p14:cNvContentPartPr/>
              <p14:nvPr/>
            </p14:nvContentPartPr>
            <p14:xfrm>
              <a:off x="1713846" y="4896663"/>
              <a:ext cx="183600" cy="2217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B664BEC-92C7-A9FB-0FB3-5CA814B46019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695846" y="4878663"/>
                <a:ext cx="219240" cy="25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39EBB10-0591-A161-40DC-7B38F6681CF7}"/>
              </a:ext>
            </a:extLst>
          </p:cNvPr>
          <p:cNvGrpSpPr/>
          <p:nvPr/>
        </p:nvGrpSpPr>
        <p:grpSpPr>
          <a:xfrm>
            <a:off x="2415486" y="5050743"/>
            <a:ext cx="299520" cy="233640"/>
            <a:chOff x="2415486" y="5050743"/>
            <a:chExt cx="29952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8F010BB-26AF-FA89-A9AE-A572D0B80524}"/>
                    </a:ext>
                  </a:extLst>
                </p14:cNvPr>
                <p14:cNvContentPartPr/>
                <p14:nvPr/>
              </p14:nvContentPartPr>
              <p14:xfrm>
                <a:off x="2415486" y="5119143"/>
                <a:ext cx="127440" cy="9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8F010BB-26AF-FA89-A9AE-A572D0B8052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97486" y="5101503"/>
                  <a:ext cx="163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8F1AB06-6C97-0A3A-8520-DDFB762AA962}"/>
                    </a:ext>
                  </a:extLst>
                </p14:cNvPr>
                <p14:cNvContentPartPr/>
                <p14:nvPr/>
              </p14:nvContentPartPr>
              <p14:xfrm>
                <a:off x="2572086" y="5050743"/>
                <a:ext cx="142920" cy="233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8F1AB06-6C97-0A3A-8520-DDFB762AA96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554446" y="5033103"/>
                  <a:ext cx="178560" cy="26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4AC6D36-2348-6BA2-C76B-D23EA788BD97}"/>
                  </a:ext>
                </a:extLst>
              </p14:cNvPr>
              <p14:cNvContentPartPr/>
              <p14:nvPr/>
            </p14:nvContentPartPr>
            <p14:xfrm>
              <a:off x="3369126" y="5131383"/>
              <a:ext cx="93240" cy="2102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4AC6D36-2348-6BA2-C76B-D23EA788BD97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351126" y="5113743"/>
                <a:ext cx="128880" cy="24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009C4A67-8DCB-198C-AE87-D2F53E12DF27}"/>
              </a:ext>
            </a:extLst>
          </p:cNvPr>
          <p:cNvGrpSpPr/>
          <p:nvPr/>
        </p:nvGrpSpPr>
        <p:grpSpPr>
          <a:xfrm>
            <a:off x="4467486" y="5154423"/>
            <a:ext cx="329040" cy="195840"/>
            <a:chOff x="4467486" y="5154423"/>
            <a:chExt cx="32904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79C82C6-B92C-107A-E29A-582A4B61CF64}"/>
                    </a:ext>
                  </a:extLst>
                </p14:cNvPr>
                <p14:cNvContentPartPr/>
                <p14:nvPr/>
              </p14:nvContentPartPr>
              <p14:xfrm>
                <a:off x="4467486" y="5166303"/>
                <a:ext cx="70560" cy="183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79C82C6-B92C-107A-E29A-582A4B61CF6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449846" y="5148303"/>
                  <a:ext cx="106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16527E0-5548-F6ED-78D5-2705B6114669}"/>
                    </a:ext>
                  </a:extLst>
                </p14:cNvPr>
                <p14:cNvContentPartPr/>
                <p14:nvPr/>
              </p14:nvContentPartPr>
              <p14:xfrm>
                <a:off x="4656126" y="5154423"/>
                <a:ext cx="140400" cy="1504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16527E0-5548-F6ED-78D5-2705B611466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638486" y="5136783"/>
                  <a:ext cx="176040" cy="18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DB0EA9E6-C513-98B3-CBBD-CD8780510EA0}"/>
                  </a:ext>
                </a:extLst>
              </p14:cNvPr>
              <p14:cNvContentPartPr/>
              <p14:nvPr/>
            </p14:nvContentPartPr>
            <p14:xfrm>
              <a:off x="5019366" y="3291423"/>
              <a:ext cx="486720" cy="20685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DB0EA9E6-C513-98B3-CBBD-CD8780510EA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001366" y="3273783"/>
                <a:ext cx="522360" cy="210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608E1A6-C639-CB6E-1DA2-35FC8228CE59}"/>
              </a:ext>
            </a:extLst>
          </p:cNvPr>
          <p:cNvGrpSpPr/>
          <p:nvPr/>
        </p:nvGrpSpPr>
        <p:grpSpPr>
          <a:xfrm>
            <a:off x="5987046" y="4054263"/>
            <a:ext cx="205560" cy="201960"/>
            <a:chOff x="5987046" y="4054263"/>
            <a:chExt cx="205560" cy="2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9B34639-3699-EBD8-C599-CA8B639D8BF4}"/>
                    </a:ext>
                  </a:extLst>
                </p14:cNvPr>
                <p14:cNvContentPartPr/>
                <p14:nvPr/>
              </p14:nvContentPartPr>
              <p14:xfrm>
                <a:off x="6047526" y="4054263"/>
                <a:ext cx="112680" cy="18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9B34639-3699-EBD8-C599-CA8B639D8BF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029886" y="4036623"/>
                  <a:ext cx="1483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60FD7C1-EB7F-81D7-F091-55F7073E5F29}"/>
                    </a:ext>
                  </a:extLst>
                </p14:cNvPr>
                <p14:cNvContentPartPr/>
                <p14:nvPr/>
              </p14:nvContentPartPr>
              <p14:xfrm>
                <a:off x="5987046" y="4193583"/>
                <a:ext cx="205560" cy="626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60FD7C1-EB7F-81D7-F091-55F7073E5F2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69046" y="4175583"/>
                  <a:ext cx="24120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66EA2EB9-D194-2CFC-4494-FE6C6945730F}"/>
                  </a:ext>
                </a:extLst>
              </p14:cNvPr>
              <p14:cNvContentPartPr/>
              <p14:nvPr/>
            </p14:nvContentPartPr>
            <p14:xfrm>
              <a:off x="6532446" y="3291423"/>
              <a:ext cx="433800" cy="22874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66EA2EB9-D194-2CFC-4494-FE6C6945730F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514446" y="3273423"/>
                <a:ext cx="469440" cy="232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1C9C69A-E328-A0D9-10AA-28CEA11B0E16}"/>
              </a:ext>
            </a:extLst>
          </p:cNvPr>
          <p:cNvGrpSpPr/>
          <p:nvPr/>
        </p:nvGrpSpPr>
        <p:grpSpPr>
          <a:xfrm>
            <a:off x="7201686" y="3311583"/>
            <a:ext cx="373320" cy="510480"/>
            <a:chOff x="7201686" y="3311583"/>
            <a:chExt cx="373320" cy="51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5226E3D-3DAD-1099-58FD-F3D3EC1E3128}"/>
                    </a:ext>
                  </a:extLst>
                </p14:cNvPr>
                <p14:cNvContentPartPr/>
                <p14:nvPr/>
              </p14:nvContentPartPr>
              <p14:xfrm>
                <a:off x="7207806" y="3311583"/>
                <a:ext cx="41400" cy="252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5226E3D-3DAD-1099-58FD-F3D3EC1E312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190166" y="3293943"/>
                  <a:ext cx="770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CD87E7-C522-DF9F-3ED9-690CD47E1F65}"/>
                    </a:ext>
                  </a:extLst>
                </p14:cNvPr>
                <p14:cNvContentPartPr/>
                <p14:nvPr/>
              </p14:nvContentPartPr>
              <p14:xfrm>
                <a:off x="7201686" y="3493383"/>
                <a:ext cx="187560" cy="220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CD87E7-C522-DF9F-3ED9-690CD47E1F6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183686" y="3475383"/>
                  <a:ext cx="2232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E34D2C8-DA21-61EA-BB77-66480D337672}"/>
                    </a:ext>
                  </a:extLst>
                </p14:cNvPr>
                <p14:cNvContentPartPr/>
                <p14:nvPr/>
              </p14:nvContentPartPr>
              <p14:xfrm>
                <a:off x="7320486" y="3685983"/>
                <a:ext cx="254520" cy="136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E34D2C8-DA21-61EA-BB77-66480D33767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302486" y="3667983"/>
                  <a:ext cx="29016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37AF4C79-E953-89FE-0C16-BCCD00A93BCD}"/>
                  </a:ext>
                </a:extLst>
              </p14:cNvPr>
              <p14:cNvContentPartPr/>
              <p14:nvPr/>
            </p14:nvContentPartPr>
            <p14:xfrm>
              <a:off x="8087646" y="3427143"/>
              <a:ext cx="146880" cy="1886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37AF4C79-E953-89FE-0C16-BCCD00A93BCD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069646" y="3409143"/>
                <a:ext cx="1825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3189C68F-5FDE-02DE-3ECE-180FCB328DBC}"/>
                  </a:ext>
                </a:extLst>
              </p14:cNvPr>
              <p14:cNvContentPartPr/>
              <p14:nvPr/>
            </p14:nvContentPartPr>
            <p14:xfrm>
              <a:off x="8766966" y="3392943"/>
              <a:ext cx="195120" cy="1983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3189C68F-5FDE-02DE-3ECE-180FCB328DBC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749326" y="3375303"/>
                <a:ext cx="230760" cy="23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2D42B6E-35C2-FD45-D273-517F1BCDA221}"/>
              </a:ext>
            </a:extLst>
          </p:cNvPr>
          <p:cNvGrpSpPr/>
          <p:nvPr/>
        </p:nvGrpSpPr>
        <p:grpSpPr>
          <a:xfrm>
            <a:off x="7076046" y="4155783"/>
            <a:ext cx="378720" cy="246240"/>
            <a:chOff x="7076046" y="4155783"/>
            <a:chExt cx="37872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A221C40-9970-3790-A8AC-6F29491FAD09}"/>
                    </a:ext>
                  </a:extLst>
                </p14:cNvPr>
                <p14:cNvContentPartPr/>
                <p14:nvPr/>
              </p14:nvContentPartPr>
              <p14:xfrm>
                <a:off x="7076046" y="4268823"/>
                <a:ext cx="195120" cy="14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A221C40-9970-3790-A8AC-6F29491FAD0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058406" y="4250823"/>
                  <a:ext cx="230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B8258FD-C228-9DE8-280D-9DA68C94ED6E}"/>
                    </a:ext>
                  </a:extLst>
                </p14:cNvPr>
                <p14:cNvContentPartPr/>
                <p14:nvPr/>
              </p14:nvContentPartPr>
              <p14:xfrm>
                <a:off x="7411566" y="4155783"/>
                <a:ext cx="43200" cy="2462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B8258FD-C228-9DE8-280D-9DA68C94ED6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393926" y="4137783"/>
                  <a:ext cx="78840" cy="28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11A70C07-86D7-55E2-96B1-6EAF830D9689}"/>
                  </a:ext>
                </a:extLst>
              </p14:cNvPr>
              <p14:cNvContentPartPr/>
              <p14:nvPr/>
            </p14:nvContentPartPr>
            <p14:xfrm>
              <a:off x="8033646" y="4157943"/>
              <a:ext cx="183240" cy="1940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11A70C07-86D7-55E2-96B1-6EAF830D9689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016006" y="4140303"/>
                <a:ext cx="21888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666D8CD7-59E3-31E9-3D7D-1A8E3F303B26}"/>
                  </a:ext>
                </a:extLst>
              </p14:cNvPr>
              <p14:cNvContentPartPr/>
              <p14:nvPr/>
            </p14:nvContentPartPr>
            <p14:xfrm>
              <a:off x="8825286" y="4110783"/>
              <a:ext cx="60480" cy="2563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666D8CD7-59E3-31E9-3D7D-1A8E3F303B2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807286" y="4092783"/>
                <a:ext cx="96120" cy="29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C0CD4EB-2B9A-E7D8-EACA-D235B06E3402}"/>
              </a:ext>
            </a:extLst>
          </p:cNvPr>
          <p:cNvGrpSpPr/>
          <p:nvPr/>
        </p:nvGrpSpPr>
        <p:grpSpPr>
          <a:xfrm>
            <a:off x="7082166" y="4719543"/>
            <a:ext cx="807120" cy="357120"/>
            <a:chOff x="7082166" y="4719543"/>
            <a:chExt cx="80712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8D44510-9DFF-9F73-840C-4CA7240BFBA8}"/>
                    </a:ext>
                  </a:extLst>
                </p14:cNvPr>
                <p14:cNvContentPartPr/>
                <p14:nvPr/>
              </p14:nvContentPartPr>
              <p14:xfrm>
                <a:off x="7082166" y="4863543"/>
                <a:ext cx="132120" cy="38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8D44510-9DFF-9F73-840C-4CA7240BFBA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064166" y="4845903"/>
                  <a:ext cx="167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BF3EB92-947E-E0BD-21D4-9A31F12D8740}"/>
                    </a:ext>
                  </a:extLst>
                </p14:cNvPr>
                <p14:cNvContentPartPr/>
                <p14:nvPr/>
              </p14:nvContentPartPr>
              <p14:xfrm>
                <a:off x="7328766" y="4719543"/>
                <a:ext cx="110880" cy="204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BF3EB92-947E-E0BD-21D4-9A31F12D874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311126" y="4701903"/>
                  <a:ext cx="1465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9E87138-5445-A5A1-2E2A-928A5BFF196B}"/>
                    </a:ext>
                  </a:extLst>
                </p14:cNvPr>
                <p14:cNvContentPartPr/>
                <p14:nvPr/>
              </p14:nvContentPartPr>
              <p14:xfrm>
                <a:off x="7457286" y="4858143"/>
                <a:ext cx="144360" cy="1864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9E87138-5445-A5A1-2E2A-928A5BFF196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39646" y="4840143"/>
                  <a:ext cx="180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EC2DF6B-2C94-CCD2-5511-760098C7BC2C}"/>
                    </a:ext>
                  </a:extLst>
                </p14:cNvPr>
                <p14:cNvContentPartPr/>
                <p14:nvPr/>
              </p14:nvContentPartPr>
              <p14:xfrm>
                <a:off x="7616046" y="4959303"/>
                <a:ext cx="273240" cy="117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EC2DF6B-2C94-CCD2-5511-760098C7BC2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598046" y="4941663"/>
                  <a:ext cx="308880" cy="15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74F34AEA-3466-3156-74D1-978566B2BF18}"/>
                  </a:ext>
                </a:extLst>
              </p14:cNvPr>
              <p14:cNvContentPartPr/>
              <p14:nvPr/>
            </p14:nvContentPartPr>
            <p14:xfrm>
              <a:off x="8371326" y="4770303"/>
              <a:ext cx="30600" cy="2386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74F34AEA-3466-3156-74D1-978566B2BF18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8353686" y="4752303"/>
                <a:ext cx="662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14626FF5-7F0A-4B26-2B17-A57A27CEEE21}"/>
                  </a:ext>
                </a:extLst>
              </p14:cNvPr>
              <p14:cNvContentPartPr/>
              <p14:nvPr/>
            </p14:nvContentPartPr>
            <p14:xfrm>
              <a:off x="8888646" y="4742223"/>
              <a:ext cx="170280" cy="1926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14626FF5-7F0A-4B26-2B17-A57A27CEEE21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871006" y="4724223"/>
                <a:ext cx="2059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D9EAEE2C-B510-0071-949E-9B64A9A3AC7E}"/>
                  </a:ext>
                </a:extLst>
              </p14:cNvPr>
              <p14:cNvContentPartPr/>
              <p14:nvPr/>
            </p14:nvContentPartPr>
            <p14:xfrm>
              <a:off x="9744366" y="4726743"/>
              <a:ext cx="209160" cy="1947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D9EAEE2C-B510-0071-949E-9B64A9A3AC7E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726366" y="4709103"/>
                <a:ext cx="2448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387B24AE-EB4D-F478-3A33-99746B82EBFE}"/>
                  </a:ext>
                </a:extLst>
              </p14:cNvPr>
              <p14:cNvContentPartPr/>
              <p14:nvPr/>
            </p14:nvContentPartPr>
            <p14:xfrm>
              <a:off x="7097286" y="5335503"/>
              <a:ext cx="145440" cy="100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387B24AE-EB4D-F478-3A33-99746B82EBFE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079286" y="5317863"/>
                <a:ext cx="1810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5A80207-8E6B-D28D-9989-AE91CD657887}"/>
                  </a:ext>
                </a:extLst>
              </p14:cNvPr>
              <p14:cNvContentPartPr/>
              <p14:nvPr/>
            </p14:nvContentPartPr>
            <p14:xfrm>
              <a:off x="7481046" y="5287263"/>
              <a:ext cx="215280" cy="190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5A80207-8E6B-D28D-9989-AE91CD657887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463406" y="5269263"/>
                <a:ext cx="2509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1124934D-B331-0FF2-C0B6-43EC127A4F4C}"/>
                  </a:ext>
                </a:extLst>
              </p14:cNvPr>
              <p14:cNvContentPartPr/>
              <p14:nvPr/>
            </p14:nvContentPartPr>
            <p14:xfrm>
              <a:off x="8365566" y="5296263"/>
              <a:ext cx="192240" cy="1713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1124934D-B331-0FF2-C0B6-43EC127A4F4C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8347926" y="5278263"/>
                <a:ext cx="2278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EF9A28A2-4AF9-C456-95F6-2F6F03097F7B}"/>
                  </a:ext>
                </a:extLst>
              </p14:cNvPr>
              <p14:cNvContentPartPr/>
              <p14:nvPr/>
            </p14:nvContentPartPr>
            <p14:xfrm>
              <a:off x="8873166" y="5271063"/>
              <a:ext cx="170280" cy="15804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EF9A28A2-4AF9-C456-95F6-2F6F03097F7B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855166" y="5253423"/>
                <a:ext cx="205920" cy="19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B6BAD52-31B6-EFB4-8704-13563BF6649B}"/>
              </a:ext>
            </a:extLst>
          </p:cNvPr>
          <p:cNvGrpSpPr/>
          <p:nvPr/>
        </p:nvGrpSpPr>
        <p:grpSpPr>
          <a:xfrm>
            <a:off x="9714126" y="3425703"/>
            <a:ext cx="804600" cy="2032200"/>
            <a:chOff x="9714126" y="3425703"/>
            <a:chExt cx="804600" cy="20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5E499AC-DB16-F139-0FC2-90A19BC89BA0}"/>
                    </a:ext>
                  </a:extLst>
                </p14:cNvPr>
                <p14:cNvContentPartPr/>
                <p14:nvPr/>
              </p14:nvContentPartPr>
              <p14:xfrm>
                <a:off x="9714126" y="3436143"/>
                <a:ext cx="255600" cy="228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5E499AC-DB16-F139-0FC2-90A19BC89BA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696486" y="3418503"/>
                  <a:ext cx="2912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F096F90-5092-E70F-4A76-9DA65E660CC0}"/>
                    </a:ext>
                  </a:extLst>
                </p14:cNvPr>
                <p14:cNvContentPartPr/>
                <p14:nvPr/>
              </p14:nvContentPartPr>
              <p14:xfrm>
                <a:off x="9771006" y="4129863"/>
                <a:ext cx="214560" cy="241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F096F90-5092-E70F-4A76-9DA65E660CC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753366" y="4112223"/>
                  <a:ext cx="2502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4DAEA68-30E8-105A-5F09-D30F5B8689CB}"/>
                    </a:ext>
                  </a:extLst>
                </p14:cNvPr>
                <p14:cNvContentPartPr/>
                <p14:nvPr/>
              </p14:nvContentPartPr>
              <p14:xfrm>
                <a:off x="9862806" y="5223183"/>
                <a:ext cx="36720" cy="2347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4DAEA68-30E8-105A-5F09-D30F5B8689C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845166" y="5205183"/>
                  <a:ext cx="723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17F60AD-F7D5-3FE6-6EDD-38C7EBA1CA57}"/>
                    </a:ext>
                  </a:extLst>
                </p14:cNvPr>
                <p14:cNvContentPartPr/>
                <p14:nvPr/>
              </p14:nvContentPartPr>
              <p14:xfrm>
                <a:off x="10003206" y="3425703"/>
                <a:ext cx="515520" cy="2029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17F60AD-F7D5-3FE6-6EDD-38C7EBA1CA5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985566" y="3408063"/>
                  <a:ext cx="551160" cy="20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041C7AB-7912-C255-3A1A-1C0DDB67FA9D}"/>
              </a:ext>
            </a:extLst>
          </p:cNvPr>
          <p:cNvGrpSpPr/>
          <p:nvPr/>
        </p:nvGrpSpPr>
        <p:grpSpPr>
          <a:xfrm>
            <a:off x="10812126" y="4122303"/>
            <a:ext cx="405360" cy="425880"/>
            <a:chOff x="10812126" y="4122303"/>
            <a:chExt cx="40536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39D6DA2-690D-817E-ADBB-75977CAF01F8}"/>
                    </a:ext>
                  </a:extLst>
                </p14:cNvPr>
                <p14:cNvContentPartPr/>
                <p14:nvPr/>
              </p14:nvContentPartPr>
              <p14:xfrm>
                <a:off x="10962966" y="4163343"/>
                <a:ext cx="115200" cy="3848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39D6DA2-690D-817E-ADBB-75977CAF01F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945326" y="4145703"/>
                  <a:ext cx="1508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542D154-4894-ADA9-07AD-F80C7D79E689}"/>
                    </a:ext>
                  </a:extLst>
                </p14:cNvPr>
                <p14:cNvContentPartPr/>
                <p14:nvPr/>
              </p14:nvContentPartPr>
              <p14:xfrm>
                <a:off x="11060526" y="4122303"/>
                <a:ext cx="156960" cy="3909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542D154-4894-ADA9-07AD-F80C7D79E68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042886" y="4104663"/>
                  <a:ext cx="1926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8E6C53A-D9AE-E493-F20A-B0F588E1B29F}"/>
                    </a:ext>
                  </a:extLst>
                </p14:cNvPr>
                <p14:cNvContentPartPr/>
                <p14:nvPr/>
              </p14:nvContentPartPr>
              <p14:xfrm>
                <a:off x="10812126" y="4393023"/>
                <a:ext cx="234000" cy="29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8E6C53A-D9AE-E493-F20A-B0F588E1B29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794486" y="4375023"/>
                  <a:ext cx="26964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442C2C6-E177-6672-F429-48AA0C48BC3D}"/>
                  </a:ext>
                </a:extLst>
              </p14:cNvPr>
              <p14:cNvContentPartPr/>
              <p14:nvPr/>
            </p14:nvContentPartPr>
            <p14:xfrm>
              <a:off x="2067726" y="989583"/>
              <a:ext cx="113400" cy="406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442C2C6-E177-6672-F429-48AA0C48BC3D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2050086" y="971583"/>
                <a:ext cx="1490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7DD6EF1-35D2-CA03-446A-DA3D2D28953C}"/>
                  </a:ext>
                </a:extLst>
              </p14:cNvPr>
              <p14:cNvContentPartPr/>
              <p14:nvPr/>
            </p14:nvContentPartPr>
            <p14:xfrm>
              <a:off x="2172126" y="1199823"/>
              <a:ext cx="3240" cy="14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7DD6EF1-35D2-CA03-446A-DA3D2D28953C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2154126" y="1182183"/>
                <a:ext cx="388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B6918745-BBBB-6D3B-02C1-F8D429273824}"/>
                  </a:ext>
                </a:extLst>
              </p14:cNvPr>
              <p14:cNvContentPartPr/>
              <p14:nvPr/>
            </p14:nvContentPartPr>
            <p14:xfrm>
              <a:off x="9612966" y="972303"/>
              <a:ext cx="360" cy="36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B6918745-BBBB-6D3B-02C1-F8D429273824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595326" y="95466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9F7FE17-8967-FB47-3E88-29818B9A9E55}"/>
                  </a:ext>
                </a:extLst>
              </p14:cNvPr>
              <p14:cNvContentPartPr/>
              <p14:nvPr/>
            </p14:nvContentPartPr>
            <p14:xfrm>
              <a:off x="364206" y="3755823"/>
              <a:ext cx="2160" cy="21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9F7FE17-8967-FB47-3E88-29818B9A9E55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346566" y="3738183"/>
                <a:ext cx="378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E44B7597-0F7D-789F-A571-1238A39FAD21}"/>
                  </a:ext>
                </a:extLst>
              </p14:cNvPr>
              <p14:cNvContentPartPr/>
              <p14:nvPr/>
            </p14:nvContentPartPr>
            <p14:xfrm>
              <a:off x="772806" y="3814503"/>
              <a:ext cx="3240" cy="216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E44B7597-0F7D-789F-A571-1238A39FAD21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754806" y="3796503"/>
                <a:ext cx="3888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8EEE0ADF-F8B1-0BE8-9381-AAF69EA4BEA6}"/>
              </a:ext>
            </a:extLst>
          </p:cNvPr>
          <p:cNvGrpSpPr/>
          <p:nvPr/>
        </p:nvGrpSpPr>
        <p:grpSpPr>
          <a:xfrm>
            <a:off x="167286" y="3913143"/>
            <a:ext cx="889560" cy="666000"/>
            <a:chOff x="167286" y="3913143"/>
            <a:chExt cx="889560" cy="66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4334A5A-1226-5124-3E10-721DDAF7F9D6}"/>
                    </a:ext>
                  </a:extLst>
                </p14:cNvPr>
                <p14:cNvContentPartPr/>
                <p14:nvPr/>
              </p14:nvContentPartPr>
              <p14:xfrm>
                <a:off x="270966" y="3913143"/>
                <a:ext cx="10800" cy="3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4334A5A-1226-5124-3E10-721DDAF7F9D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3326" y="3895503"/>
                  <a:ext cx="46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789B625-79F9-76BD-512A-D47BB7F33C02}"/>
                    </a:ext>
                  </a:extLst>
                </p14:cNvPr>
                <p14:cNvContentPartPr/>
                <p14:nvPr/>
              </p14:nvContentPartPr>
              <p14:xfrm>
                <a:off x="849486" y="4002423"/>
                <a:ext cx="15120" cy="14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789B625-79F9-76BD-512A-D47BB7F33C0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31846" y="3984783"/>
                  <a:ext cx="50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7B6A6A5-C76B-CAA8-5D32-DC997F5E8FBB}"/>
                    </a:ext>
                  </a:extLst>
                </p14:cNvPr>
                <p14:cNvContentPartPr/>
                <p14:nvPr/>
              </p14:nvContentPartPr>
              <p14:xfrm>
                <a:off x="167286" y="4091703"/>
                <a:ext cx="144720" cy="3931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7B6A6A5-C76B-CAA8-5D32-DC997F5E8FB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49646" y="4073703"/>
                  <a:ext cx="18036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1B4375A-E310-85EA-1763-128BAB126921}"/>
                    </a:ext>
                  </a:extLst>
                </p14:cNvPr>
                <p14:cNvContentPartPr/>
                <p14:nvPr/>
              </p14:nvContentPartPr>
              <p14:xfrm>
                <a:off x="348366" y="4400943"/>
                <a:ext cx="115200" cy="1782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1B4375A-E310-85EA-1763-128BAB12692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30366" y="4383303"/>
                  <a:ext cx="150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E0B7C03-B1B6-85D1-8DA2-2F65BDB751A1}"/>
                    </a:ext>
                  </a:extLst>
                </p14:cNvPr>
                <p14:cNvContentPartPr/>
                <p14:nvPr/>
              </p14:nvContentPartPr>
              <p14:xfrm>
                <a:off x="430806" y="4200063"/>
                <a:ext cx="266040" cy="1782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E0B7C03-B1B6-85D1-8DA2-2F65BDB751A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13166" y="4182063"/>
                  <a:ext cx="3016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5C3B3C8-7835-9FB8-C14A-877D9722AA91}"/>
                    </a:ext>
                  </a:extLst>
                </p14:cNvPr>
                <p14:cNvContentPartPr/>
                <p14:nvPr/>
              </p14:nvContentPartPr>
              <p14:xfrm>
                <a:off x="383286" y="4278903"/>
                <a:ext cx="182520" cy="1674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5C3B3C8-7835-9FB8-C14A-877D9722AA9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65286" y="4260903"/>
                  <a:ext cx="218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4CF783C-9060-FF04-76C8-D2921FBF1E77}"/>
                    </a:ext>
                  </a:extLst>
                </p14:cNvPr>
                <p14:cNvContentPartPr/>
                <p14:nvPr/>
              </p14:nvContentPartPr>
              <p14:xfrm>
                <a:off x="805926" y="3967503"/>
                <a:ext cx="106920" cy="358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4CF783C-9060-FF04-76C8-D2921FBF1E7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88286" y="3949503"/>
                  <a:ext cx="1425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E8FF7A4-AA38-6E02-D89B-D375ACD42E2D}"/>
                    </a:ext>
                  </a:extLst>
                </p14:cNvPr>
                <p14:cNvContentPartPr/>
                <p14:nvPr/>
              </p14:nvContentPartPr>
              <p14:xfrm>
                <a:off x="916086" y="4147143"/>
                <a:ext cx="140760" cy="221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E8FF7A4-AA38-6E02-D89B-D375ACD42E2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98446" y="4129503"/>
                  <a:ext cx="17640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F5D745FA-7A55-A96F-B31D-62BF9B37F792}"/>
                  </a:ext>
                </a:extLst>
              </p14:cNvPr>
              <p14:cNvContentPartPr/>
              <p14:nvPr/>
            </p14:nvContentPartPr>
            <p14:xfrm>
              <a:off x="2320446" y="4561503"/>
              <a:ext cx="3240" cy="720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F5D745FA-7A55-A96F-B31D-62BF9B37F792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2302446" y="4543503"/>
                <a:ext cx="388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08313CF5-7E60-5D06-FF96-B50E678CC36B}"/>
                  </a:ext>
                </a:extLst>
              </p14:cNvPr>
              <p14:cNvContentPartPr/>
              <p14:nvPr/>
            </p14:nvContentPartPr>
            <p14:xfrm>
              <a:off x="2974206" y="2149143"/>
              <a:ext cx="360" cy="36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08313CF5-7E60-5D06-FF96-B50E678CC36B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2956206" y="213114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5E96FAEA-7EE2-2139-9FA7-DED252FFFB2E}"/>
                  </a:ext>
                </a:extLst>
              </p14:cNvPr>
              <p14:cNvContentPartPr/>
              <p14:nvPr/>
            </p14:nvContentPartPr>
            <p14:xfrm>
              <a:off x="8599206" y="5086743"/>
              <a:ext cx="16920" cy="720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5E96FAEA-7EE2-2139-9FA7-DED252FFFB2E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8581566" y="5069103"/>
                <a:ext cx="525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8202D056-076C-A2A8-6EDD-F05D9540C699}"/>
                  </a:ext>
                </a:extLst>
              </p14:cNvPr>
              <p14:cNvContentPartPr/>
              <p14:nvPr/>
            </p14:nvContentPartPr>
            <p14:xfrm>
              <a:off x="2613846" y="4613343"/>
              <a:ext cx="360" cy="36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8202D056-076C-A2A8-6EDD-F05D9540C699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2596206" y="459534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D0A779B-B1CD-3A7D-CAC9-A7D5EE5A8155}"/>
              </a:ext>
            </a:extLst>
          </p:cNvPr>
          <p:cNvGrpSpPr/>
          <p:nvPr/>
        </p:nvGrpSpPr>
        <p:grpSpPr>
          <a:xfrm>
            <a:off x="2589726" y="3410583"/>
            <a:ext cx="27000" cy="57600"/>
            <a:chOff x="2589726" y="3410583"/>
            <a:chExt cx="27000" cy="5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8C1DECA-AAF3-E688-AD21-C8442898FDF1}"/>
                    </a:ext>
                  </a:extLst>
                </p14:cNvPr>
                <p14:cNvContentPartPr/>
                <p14:nvPr/>
              </p14:nvContentPartPr>
              <p14:xfrm>
                <a:off x="2616366" y="3410583"/>
                <a:ext cx="360" cy="3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8C1DECA-AAF3-E688-AD21-C8442898FDF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598726" y="33925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0776E55-1DAE-A9A0-F982-C2AFEEE43568}"/>
                    </a:ext>
                  </a:extLst>
                </p14:cNvPr>
                <p14:cNvContentPartPr/>
                <p14:nvPr/>
              </p14:nvContentPartPr>
              <p14:xfrm>
                <a:off x="2589726" y="3467823"/>
                <a:ext cx="5760" cy="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0776E55-1DAE-A9A0-F982-C2AFEEE4356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571726" y="3449823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C12D3BF-5DD4-2F36-934E-270BB56B0BDF}"/>
                    </a:ext>
                  </a:extLst>
                </p14:cNvPr>
                <p14:cNvContentPartPr/>
                <p14:nvPr/>
              </p14:nvContentPartPr>
              <p14:xfrm>
                <a:off x="2595126" y="3467823"/>
                <a:ext cx="360" cy="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C12D3BF-5DD4-2F36-934E-270BB56B0BD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577126" y="34498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3095CED3-FEF1-0220-0F12-B28EE611DA17}"/>
              </a:ext>
            </a:extLst>
          </p:cNvPr>
          <p:cNvGrpSpPr/>
          <p:nvPr/>
        </p:nvGrpSpPr>
        <p:grpSpPr>
          <a:xfrm>
            <a:off x="2693766" y="5199063"/>
            <a:ext cx="5400" cy="5760"/>
            <a:chOff x="2693766" y="5199063"/>
            <a:chExt cx="5400" cy="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7538CD1-81E6-A4B1-BE27-C347DC5E9C9F}"/>
                    </a:ext>
                  </a:extLst>
                </p14:cNvPr>
                <p14:cNvContentPartPr/>
                <p14:nvPr/>
              </p14:nvContentPartPr>
              <p14:xfrm>
                <a:off x="2693766" y="5199063"/>
                <a:ext cx="3960" cy="57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7538CD1-81E6-A4B1-BE27-C347DC5E9C9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676126" y="5181423"/>
                  <a:ext cx="39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BDF5040-1CA7-3C4E-FF54-700C46C05C1E}"/>
                    </a:ext>
                  </a:extLst>
                </p14:cNvPr>
                <p14:cNvContentPartPr/>
                <p14:nvPr/>
              </p14:nvContentPartPr>
              <p14:xfrm>
                <a:off x="2698806" y="5199063"/>
                <a:ext cx="360" cy="3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BDF5040-1CA7-3C4E-FF54-700C46C05C1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680806" y="51814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C7C8C576-9208-ECB8-E307-457CE6417A89}"/>
              </a:ext>
            </a:extLst>
          </p:cNvPr>
          <p:cNvGrpSpPr/>
          <p:nvPr/>
        </p:nvGrpSpPr>
        <p:grpSpPr>
          <a:xfrm>
            <a:off x="2760366" y="1932783"/>
            <a:ext cx="355320" cy="343080"/>
            <a:chOff x="2760366" y="1932783"/>
            <a:chExt cx="35532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026163C-7DD9-DF8C-4859-CCFEC8CB5C77}"/>
                    </a:ext>
                  </a:extLst>
                </p14:cNvPr>
                <p14:cNvContentPartPr/>
                <p14:nvPr/>
              </p14:nvContentPartPr>
              <p14:xfrm>
                <a:off x="2760366" y="1932783"/>
                <a:ext cx="355320" cy="3430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026163C-7DD9-DF8C-4859-CCFEC8CB5C7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742726" y="1914783"/>
                  <a:ext cx="3909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920BD3A-BB1E-510E-9327-2B6E3DF946DE}"/>
                    </a:ext>
                  </a:extLst>
                </p14:cNvPr>
                <p14:cNvContentPartPr/>
                <p14:nvPr/>
              </p14:nvContentPartPr>
              <p14:xfrm>
                <a:off x="2897886" y="2185503"/>
                <a:ext cx="2880" cy="28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920BD3A-BB1E-510E-9327-2B6E3DF946D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879886" y="2167863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D4272CE-5F46-3D64-A7EE-50732A0AA6FE}"/>
                    </a:ext>
                  </a:extLst>
                </p14:cNvPr>
                <p14:cNvContentPartPr/>
                <p14:nvPr/>
              </p14:nvContentPartPr>
              <p14:xfrm>
                <a:off x="2956926" y="2203143"/>
                <a:ext cx="3240" cy="75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D4272CE-5F46-3D64-A7EE-50732A0AA6F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939286" y="2185503"/>
                  <a:ext cx="3888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1B36C932-56A4-D2C6-7A9A-760A5488660E}"/>
              </a:ext>
            </a:extLst>
          </p:cNvPr>
          <p:cNvGrpSpPr/>
          <p:nvPr/>
        </p:nvGrpSpPr>
        <p:grpSpPr>
          <a:xfrm>
            <a:off x="2928126" y="1480623"/>
            <a:ext cx="106200" cy="32760"/>
            <a:chOff x="2928126" y="1480623"/>
            <a:chExt cx="106200" cy="3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799D510-2902-41DE-A983-B66E4FBE3186}"/>
                    </a:ext>
                  </a:extLst>
                </p14:cNvPr>
                <p14:cNvContentPartPr/>
                <p14:nvPr/>
              </p14:nvContentPartPr>
              <p14:xfrm>
                <a:off x="2928126" y="1480623"/>
                <a:ext cx="360" cy="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799D510-2902-41DE-A983-B66E4FBE318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910486" y="14629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ECD07B8-AFDE-802E-1216-F05B82935FCB}"/>
                    </a:ext>
                  </a:extLst>
                </p14:cNvPr>
                <p14:cNvContentPartPr/>
                <p14:nvPr/>
              </p14:nvContentPartPr>
              <p14:xfrm>
                <a:off x="3031446" y="1507623"/>
                <a:ext cx="2880" cy="57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ECD07B8-AFDE-802E-1216-F05B82935FCB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013446" y="1489623"/>
                  <a:ext cx="3852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0780BA19-631B-A57F-36D8-08BD49329790}"/>
              </a:ext>
            </a:extLst>
          </p:cNvPr>
          <p:cNvGrpSpPr/>
          <p:nvPr/>
        </p:nvGrpSpPr>
        <p:grpSpPr>
          <a:xfrm>
            <a:off x="2354286" y="3904863"/>
            <a:ext cx="350640" cy="329040"/>
            <a:chOff x="2354286" y="3904863"/>
            <a:chExt cx="35064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0A4C984-BCB2-95CD-3BCD-C5E7AC63CFC1}"/>
                    </a:ext>
                  </a:extLst>
                </p14:cNvPr>
                <p14:cNvContentPartPr/>
                <p14:nvPr/>
              </p14:nvContentPartPr>
              <p14:xfrm>
                <a:off x="2593326" y="3904863"/>
                <a:ext cx="5760" cy="10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0A4C984-BCB2-95CD-3BCD-C5E7AC63CFC1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575326" y="3886863"/>
                  <a:ext cx="41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E0E1880-DE77-A9DE-E567-921B6E95F00B}"/>
                    </a:ext>
                  </a:extLst>
                </p14:cNvPr>
                <p14:cNvContentPartPr/>
                <p14:nvPr/>
              </p14:nvContentPartPr>
              <p14:xfrm>
                <a:off x="2552286" y="4066143"/>
                <a:ext cx="5400" cy="151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E0E1880-DE77-A9DE-E567-921B6E95F00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534646" y="4048503"/>
                  <a:ext cx="410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5E652F8-7D4F-65F8-06C1-1C0F781B9BEA}"/>
                    </a:ext>
                  </a:extLst>
                </p14:cNvPr>
                <p14:cNvContentPartPr/>
                <p14:nvPr/>
              </p14:nvContentPartPr>
              <p14:xfrm>
                <a:off x="2354286" y="3928623"/>
                <a:ext cx="350640" cy="3052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5E652F8-7D4F-65F8-06C1-1C0F781B9BE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336286" y="3910623"/>
                  <a:ext cx="386280" cy="34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FFA68F27-9074-39A2-C512-BA8FB8314D71}"/>
                  </a:ext>
                </a:extLst>
              </p14:cNvPr>
              <p14:cNvContentPartPr/>
              <p14:nvPr/>
            </p14:nvContentPartPr>
            <p14:xfrm>
              <a:off x="2771886" y="3328143"/>
              <a:ext cx="3960" cy="1440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FFA68F27-9074-39A2-C512-BA8FB8314D71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2754246" y="3310143"/>
                <a:ext cx="3960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E3EA9043-5A2A-A115-84C6-092A81B590EA}"/>
                  </a:ext>
                </a:extLst>
              </p14:cNvPr>
              <p14:cNvContentPartPr/>
              <p14:nvPr/>
            </p14:nvContentPartPr>
            <p14:xfrm>
              <a:off x="2809326" y="5476263"/>
              <a:ext cx="1800" cy="252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E3EA9043-5A2A-A115-84C6-092A81B590EA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2791326" y="5458623"/>
                <a:ext cx="37440" cy="3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9954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6A611BB-4392-A6D7-F2A1-C5CE9B86A118}"/>
              </a:ext>
            </a:extLst>
          </p:cNvPr>
          <p:cNvGrpSpPr/>
          <p:nvPr/>
        </p:nvGrpSpPr>
        <p:grpSpPr>
          <a:xfrm>
            <a:off x="151446" y="381183"/>
            <a:ext cx="1231200" cy="404280"/>
            <a:chOff x="151446" y="381183"/>
            <a:chExt cx="1231200" cy="40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E9F4C86-BCF6-4643-F96A-206B59BCB5EF}"/>
                    </a:ext>
                  </a:extLst>
                </p14:cNvPr>
                <p14:cNvContentPartPr/>
                <p14:nvPr/>
              </p14:nvContentPartPr>
              <p14:xfrm>
                <a:off x="167286" y="444183"/>
                <a:ext cx="71640" cy="219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E9F4C86-BCF6-4643-F96A-206B59BCB5E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9286" y="426183"/>
                  <a:ext cx="1072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40AC889-AB27-B6E5-A205-F9AE10F03201}"/>
                    </a:ext>
                  </a:extLst>
                </p14:cNvPr>
                <p14:cNvContentPartPr/>
                <p14:nvPr/>
              </p14:nvContentPartPr>
              <p14:xfrm>
                <a:off x="151446" y="381183"/>
                <a:ext cx="173160" cy="311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40AC889-AB27-B6E5-A205-F9AE10F032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3806" y="363183"/>
                  <a:ext cx="2088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85D30D-C823-EBEC-156F-B10D247BD09F}"/>
                    </a:ext>
                  </a:extLst>
                </p14:cNvPr>
                <p14:cNvContentPartPr/>
                <p14:nvPr/>
              </p14:nvContentPartPr>
              <p14:xfrm>
                <a:off x="324246" y="640383"/>
                <a:ext cx="26280" cy="145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85D30D-C823-EBEC-156F-B10D247BD09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6606" y="622383"/>
                  <a:ext cx="61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CF21C81-2439-EF44-B641-CE7EB4418134}"/>
                    </a:ext>
                  </a:extLst>
                </p14:cNvPr>
                <p14:cNvContentPartPr/>
                <p14:nvPr/>
              </p14:nvContentPartPr>
              <p14:xfrm>
                <a:off x="465366" y="584223"/>
                <a:ext cx="128160" cy="54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CF21C81-2439-EF44-B641-CE7EB44181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7726" y="566223"/>
                  <a:ext cx="1638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AD7E484-275A-6F47-3DE7-E1062AFABF1B}"/>
                    </a:ext>
                  </a:extLst>
                </p14:cNvPr>
                <p14:cNvContentPartPr/>
                <p14:nvPr/>
              </p14:nvContentPartPr>
              <p14:xfrm>
                <a:off x="605766" y="472623"/>
                <a:ext cx="217800" cy="221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AD7E484-275A-6F47-3DE7-E1062AFABF1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7766" y="454623"/>
                  <a:ext cx="253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CD103E8-33F5-EBFE-28A5-D7EBE0885785}"/>
                    </a:ext>
                  </a:extLst>
                </p14:cNvPr>
                <p14:cNvContentPartPr/>
                <p14:nvPr/>
              </p14:nvContentPartPr>
              <p14:xfrm>
                <a:off x="914286" y="465063"/>
                <a:ext cx="46800" cy="178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CD103E8-33F5-EBFE-28A5-D7EBE088578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6286" y="447423"/>
                  <a:ext cx="82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0C2CA41-8FE5-76E2-E60A-D4199C3ECE6E}"/>
                    </a:ext>
                  </a:extLst>
                </p14:cNvPr>
                <p14:cNvContentPartPr/>
                <p14:nvPr/>
              </p14:nvContentPartPr>
              <p14:xfrm>
                <a:off x="915006" y="412503"/>
                <a:ext cx="137520" cy="236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0C2CA41-8FE5-76E2-E60A-D4199C3ECE6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7366" y="394503"/>
                  <a:ext cx="1731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19CF9D-2054-D915-34E1-AA59CB2DCCA2}"/>
                    </a:ext>
                  </a:extLst>
                </p14:cNvPr>
                <p14:cNvContentPartPr/>
                <p14:nvPr/>
              </p14:nvContentPartPr>
              <p14:xfrm>
                <a:off x="1115886" y="621663"/>
                <a:ext cx="266760" cy="131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19CF9D-2054-D915-34E1-AA59CB2DCC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97886" y="603663"/>
                  <a:ext cx="30240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E7231B-2E49-FFC7-4AE2-C18CAE3466C9}"/>
              </a:ext>
            </a:extLst>
          </p:cNvPr>
          <p:cNvGrpSpPr/>
          <p:nvPr/>
        </p:nvGrpSpPr>
        <p:grpSpPr>
          <a:xfrm>
            <a:off x="40566" y="1136463"/>
            <a:ext cx="299944" cy="366840"/>
            <a:chOff x="40566" y="1136463"/>
            <a:chExt cx="299944" cy="3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9E86DFB-300E-51BC-F106-22D4845469D4}"/>
                    </a:ext>
                  </a:extLst>
                </p14:cNvPr>
                <p14:cNvContentPartPr/>
                <p14:nvPr/>
              </p14:nvContentPartPr>
              <p14:xfrm>
                <a:off x="40566" y="1158423"/>
                <a:ext cx="38160" cy="253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9E86DFB-300E-51BC-F106-22D4845469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566" y="1140423"/>
                  <a:ext cx="738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20AFB6-6E9D-BF22-8B08-16EB571BE460}"/>
                    </a:ext>
                  </a:extLst>
                </p14:cNvPr>
                <p14:cNvContentPartPr/>
                <p14:nvPr/>
              </p14:nvContentPartPr>
              <p14:xfrm>
                <a:off x="57910" y="1136463"/>
                <a:ext cx="120960" cy="260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20AFB6-6E9D-BF22-8B08-16EB571BE4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270" y="1118823"/>
                  <a:ext cx="1566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6B14471-F1A3-7DE1-9711-3DED4B496A57}"/>
                    </a:ext>
                  </a:extLst>
                </p14:cNvPr>
                <p14:cNvContentPartPr/>
                <p14:nvPr/>
              </p14:nvContentPartPr>
              <p14:xfrm>
                <a:off x="264910" y="1344903"/>
                <a:ext cx="75600" cy="158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6B14471-F1A3-7DE1-9711-3DED4B496A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7270" y="1327263"/>
                  <a:ext cx="11124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0A9ACE-D648-DACF-A3D5-65DAB468E032}"/>
              </a:ext>
            </a:extLst>
          </p:cNvPr>
          <p:cNvGrpSpPr/>
          <p:nvPr/>
        </p:nvGrpSpPr>
        <p:grpSpPr>
          <a:xfrm>
            <a:off x="506830" y="1139703"/>
            <a:ext cx="757440" cy="309600"/>
            <a:chOff x="506830" y="1139703"/>
            <a:chExt cx="75744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F1CFE4F-9759-8ED3-2109-2B4DFBA8F195}"/>
                    </a:ext>
                  </a:extLst>
                </p14:cNvPr>
                <p14:cNvContentPartPr/>
                <p14:nvPr/>
              </p14:nvContentPartPr>
              <p14:xfrm>
                <a:off x="506830" y="1262823"/>
                <a:ext cx="135360" cy="32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1CFE4F-9759-8ED3-2109-2B4DFBA8F19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8830" y="1244823"/>
                  <a:ext cx="1710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5EE980C-5E27-F6BF-358B-837D82E31314}"/>
                    </a:ext>
                  </a:extLst>
                </p14:cNvPr>
                <p14:cNvContentPartPr/>
                <p14:nvPr/>
              </p14:nvContentPartPr>
              <p14:xfrm>
                <a:off x="566590" y="1178223"/>
                <a:ext cx="35640" cy="201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5EE980C-5E27-F6BF-358B-837D82E313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8590" y="1160583"/>
                  <a:ext cx="71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1FC5F9B-2547-3F19-BFCD-59F11866864A}"/>
                    </a:ext>
                  </a:extLst>
                </p14:cNvPr>
                <p14:cNvContentPartPr/>
                <p14:nvPr/>
              </p14:nvContentPartPr>
              <p14:xfrm>
                <a:off x="735430" y="1160223"/>
                <a:ext cx="134640" cy="246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1FC5F9B-2547-3F19-BFCD-59F1186686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7430" y="1142223"/>
                  <a:ext cx="170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874DAD7-EC97-3205-12F4-8FD79A77E99F}"/>
                    </a:ext>
                  </a:extLst>
                </p14:cNvPr>
                <p14:cNvContentPartPr/>
                <p14:nvPr/>
              </p14:nvContentPartPr>
              <p14:xfrm>
                <a:off x="934150" y="1139703"/>
                <a:ext cx="149400" cy="222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874DAD7-EC97-3205-12F4-8FD79A77E99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6510" y="1121703"/>
                  <a:ext cx="1850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8652A6-20A4-8014-E3BF-3A2AA65135E8}"/>
                    </a:ext>
                  </a:extLst>
                </p14:cNvPr>
                <p14:cNvContentPartPr/>
                <p14:nvPr/>
              </p14:nvContentPartPr>
              <p14:xfrm>
                <a:off x="1080670" y="1293423"/>
                <a:ext cx="183600" cy="155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8652A6-20A4-8014-E3BF-3A2AA65135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63030" y="1275423"/>
                  <a:ext cx="21924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BEC299E-5930-26CF-7041-DDE39545FA24}"/>
              </a:ext>
            </a:extLst>
          </p:cNvPr>
          <p:cNvGrpSpPr/>
          <p:nvPr/>
        </p:nvGrpSpPr>
        <p:grpSpPr>
          <a:xfrm>
            <a:off x="118390" y="1717863"/>
            <a:ext cx="1185120" cy="470520"/>
            <a:chOff x="118390" y="1717863"/>
            <a:chExt cx="118512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E80C871-C9D5-2D2E-2606-66B86605066C}"/>
                    </a:ext>
                  </a:extLst>
                </p14:cNvPr>
                <p14:cNvContentPartPr/>
                <p14:nvPr/>
              </p14:nvContentPartPr>
              <p14:xfrm>
                <a:off x="118390" y="1717863"/>
                <a:ext cx="45720" cy="245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E80C871-C9D5-2D2E-2606-66B86605066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0750" y="1700223"/>
                  <a:ext cx="813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1F4E00-C5A0-EE7E-2DFC-F057042FB05E}"/>
                    </a:ext>
                  </a:extLst>
                </p14:cNvPr>
                <p14:cNvContentPartPr/>
                <p14:nvPr/>
              </p14:nvContentPartPr>
              <p14:xfrm>
                <a:off x="157990" y="1720023"/>
                <a:ext cx="113760" cy="266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1F4E00-C5A0-EE7E-2DFC-F057042FB05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0350" y="1702383"/>
                  <a:ext cx="1494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3E90213-9B6E-033D-9C60-FBE90E450681}"/>
                    </a:ext>
                  </a:extLst>
                </p14:cNvPr>
                <p14:cNvContentPartPr/>
                <p14:nvPr/>
              </p14:nvContentPartPr>
              <p14:xfrm>
                <a:off x="267430" y="1928103"/>
                <a:ext cx="138600" cy="209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3E90213-9B6E-033D-9C60-FBE90E4506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9430" y="1910103"/>
                  <a:ext cx="174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FFE333A-42A4-73F4-C251-EC084C8AED26}"/>
                    </a:ext>
                  </a:extLst>
                </p14:cNvPr>
                <p14:cNvContentPartPr/>
                <p14:nvPr/>
              </p14:nvContentPartPr>
              <p14:xfrm>
                <a:off x="505750" y="1828383"/>
                <a:ext cx="169200" cy="141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FE333A-42A4-73F4-C251-EC084C8AED2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7750" y="1810743"/>
                  <a:ext cx="2048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D317785-3D04-15E5-290C-BF5CA5BA9DA6}"/>
                    </a:ext>
                  </a:extLst>
                </p14:cNvPr>
                <p14:cNvContentPartPr/>
                <p14:nvPr/>
              </p14:nvContentPartPr>
              <p14:xfrm>
                <a:off x="742270" y="1814343"/>
                <a:ext cx="108000" cy="185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D317785-3D04-15E5-290C-BF5CA5BA9DA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4630" y="1796343"/>
                  <a:ext cx="143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781F6C8-25CB-F327-1C0E-AB8F049D9419}"/>
                    </a:ext>
                  </a:extLst>
                </p14:cNvPr>
                <p14:cNvContentPartPr/>
                <p14:nvPr/>
              </p14:nvContentPartPr>
              <p14:xfrm>
                <a:off x="975550" y="1790223"/>
                <a:ext cx="42120" cy="214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781F6C8-25CB-F327-1C0E-AB8F049D941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57550" y="1772223"/>
                  <a:ext cx="77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BEBF325-BA57-F6AA-517F-E284603BD3B1}"/>
                    </a:ext>
                  </a:extLst>
                </p14:cNvPr>
                <p14:cNvContentPartPr/>
                <p14:nvPr/>
              </p14:nvContentPartPr>
              <p14:xfrm>
                <a:off x="984550" y="1726143"/>
                <a:ext cx="120600" cy="287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BEBF325-BA57-F6AA-517F-E284603BD3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66550" y="1708143"/>
                  <a:ext cx="1562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3B1C8E7-C7FF-8B8A-BD68-2D589AC5181F}"/>
                    </a:ext>
                  </a:extLst>
                </p14:cNvPr>
                <p14:cNvContentPartPr/>
                <p14:nvPr/>
              </p14:nvContentPartPr>
              <p14:xfrm>
                <a:off x="1052950" y="1892823"/>
                <a:ext cx="250560" cy="295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3B1C8E7-C7FF-8B8A-BD68-2D589AC518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34950" y="1875183"/>
                  <a:ext cx="286200" cy="33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73D3D57-9F10-7516-D571-FD7B12350BBB}"/>
                  </a:ext>
                </a:extLst>
              </p14:cNvPr>
              <p14:cNvContentPartPr/>
              <p14:nvPr/>
            </p14:nvContentPartPr>
            <p14:xfrm>
              <a:off x="1707430" y="238623"/>
              <a:ext cx="341280" cy="2710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73D3D57-9F10-7516-D571-FD7B12350BB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89790" y="220983"/>
                <a:ext cx="376920" cy="27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469DCDC-318E-1B3A-542F-EDF2D860F68C}"/>
                  </a:ext>
                </a:extLst>
              </p14:cNvPr>
              <p14:cNvContentPartPr/>
              <p14:nvPr/>
            </p14:nvContentPartPr>
            <p14:xfrm>
              <a:off x="2420590" y="516903"/>
              <a:ext cx="46080" cy="2070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469DCDC-318E-1B3A-542F-EDF2D860F68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402590" y="499263"/>
                <a:ext cx="8172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D2CF417-B3F8-42D8-52D0-609F68B1BAAE}"/>
                  </a:ext>
                </a:extLst>
              </p14:cNvPr>
              <p14:cNvContentPartPr/>
              <p14:nvPr/>
            </p14:nvContentPartPr>
            <p14:xfrm>
              <a:off x="3134830" y="543543"/>
              <a:ext cx="124920" cy="1767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D2CF417-B3F8-42D8-52D0-609F68B1BAA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116830" y="525903"/>
                <a:ext cx="160560" cy="2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6D0FE6B-8E80-EF84-0222-BE189A8BEE5D}"/>
              </a:ext>
            </a:extLst>
          </p:cNvPr>
          <p:cNvGrpSpPr/>
          <p:nvPr/>
        </p:nvGrpSpPr>
        <p:grpSpPr>
          <a:xfrm>
            <a:off x="3665470" y="427983"/>
            <a:ext cx="491760" cy="494280"/>
            <a:chOff x="3665470" y="427983"/>
            <a:chExt cx="49176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22BB867-7695-8576-F21A-5D4F0726F268}"/>
                    </a:ext>
                  </a:extLst>
                </p14:cNvPr>
                <p14:cNvContentPartPr/>
                <p14:nvPr/>
              </p14:nvContentPartPr>
              <p14:xfrm>
                <a:off x="3665470" y="427983"/>
                <a:ext cx="169920" cy="228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22BB867-7695-8576-F21A-5D4F0726F26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47470" y="409983"/>
                  <a:ext cx="2055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DB0B5C9-B1DB-DC56-4783-7D2FC89FC252}"/>
                    </a:ext>
                  </a:extLst>
                </p14:cNvPr>
                <p14:cNvContentPartPr/>
                <p14:nvPr/>
              </p14:nvContentPartPr>
              <p14:xfrm>
                <a:off x="3775990" y="608343"/>
                <a:ext cx="168840" cy="179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DB0B5C9-B1DB-DC56-4783-7D2FC89FC25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57990" y="590703"/>
                  <a:ext cx="2044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C334639-7C1C-7F17-89C4-7689F43C2D73}"/>
                    </a:ext>
                  </a:extLst>
                </p14:cNvPr>
                <p14:cNvContentPartPr/>
                <p14:nvPr/>
              </p14:nvContentPartPr>
              <p14:xfrm>
                <a:off x="3948790" y="772863"/>
                <a:ext cx="208440" cy="149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C334639-7C1C-7F17-89C4-7689F43C2D7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30790" y="755223"/>
                  <a:ext cx="244080" cy="18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AC5C88B-8E6A-303D-7752-423D6BEDBB62}"/>
                  </a:ext>
                </a:extLst>
              </p14:cNvPr>
              <p14:cNvContentPartPr/>
              <p14:nvPr/>
            </p14:nvContentPartPr>
            <p14:xfrm>
              <a:off x="2290270" y="1167423"/>
              <a:ext cx="183960" cy="266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AC5C88B-8E6A-303D-7752-423D6BEDBB6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272630" y="1149423"/>
                <a:ext cx="21960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B1E0E7C-D1C0-AB70-7D3B-566F1541D093}"/>
                  </a:ext>
                </a:extLst>
              </p14:cNvPr>
              <p14:cNvContentPartPr/>
              <p14:nvPr/>
            </p14:nvContentPartPr>
            <p14:xfrm>
              <a:off x="3094870" y="1240503"/>
              <a:ext cx="35280" cy="221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B1E0E7C-D1C0-AB70-7D3B-566F1541D09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077230" y="1222503"/>
                <a:ext cx="7092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0403948-93CE-97ED-E4D3-3A97787E264E}"/>
                  </a:ext>
                </a:extLst>
              </p14:cNvPr>
              <p14:cNvContentPartPr/>
              <p14:nvPr/>
            </p14:nvContentPartPr>
            <p14:xfrm>
              <a:off x="2275510" y="1821903"/>
              <a:ext cx="193680" cy="2548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0403948-93CE-97ED-E4D3-3A97787E264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257510" y="1804263"/>
                <a:ext cx="2293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8CB15FC-A68A-DECC-22C7-47A988B43B45}"/>
                  </a:ext>
                </a:extLst>
              </p14:cNvPr>
              <p14:cNvContentPartPr/>
              <p14:nvPr/>
            </p14:nvContentPartPr>
            <p14:xfrm>
              <a:off x="2949070" y="1857543"/>
              <a:ext cx="188280" cy="2019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8CB15FC-A68A-DECC-22C7-47A988B43B4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931070" y="1839903"/>
                <a:ext cx="223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A7875B7-0722-FA18-C770-2460B6281D4E}"/>
                  </a:ext>
                </a:extLst>
              </p14:cNvPr>
              <p14:cNvContentPartPr/>
              <p14:nvPr/>
            </p14:nvContentPartPr>
            <p14:xfrm>
              <a:off x="3827470" y="1861863"/>
              <a:ext cx="24480" cy="2062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A7875B7-0722-FA18-C770-2460B6281D4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809470" y="1843863"/>
                <a:ext cx="601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6682AB3-7D77-CD65-2DFA-98F26481B3EC}"/>
                  </a:ext>
                </a:extLst>
              </p14:cNvPr>
              <p14:cNvContentPartPr/>
              <p14:nvPr/>
            </p14:nvContentPartPr>
            <p14:xfrm>
              <a:off x="2253190" y="2401143"/>
              <a:ext cx="208440" cy="2336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6682AB3-7D77-CD65-2DFA-98F26481B3E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235190" y="2383143"/>
                <a:ext cx="24408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A0EEBFE-F8FD-CCFF-F381-6A7030A60294}"/>
                  </a:ext>
                </a:extLst>
              </p14:cNvPr>
              <p14:cNvContentPartPr/>
              <p14:nvPr/>
            </p14:nvContentPartPr>
            <p14:xfrm>
              <a:off x="3058510" y="2436423"/>
              <a:ext cx="160920" cy="216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A0EEBFE-F8FD-CCFF-F381-6A7030A6029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040510" y="2418423"/>
                <a:ext cx="19656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3DD523EC-121F-FAEF-0403-017003CFF80A}"/>
              </a:ext>
            </a:extLst>
          </p:cNvPr>
          <p:cNvGrpSpPr/>
          <p:nvPr/>
        </p:nvGrpSpPr>
        <p:grpSpPr>
          <a:xfrm>
            <a:off x="3862390" y="2380983"/>
            <a:ext cx="157680" cy="261000"/>
            <a:chOff x="3862390" y="2380983"/>
            <a:chExt cx="15768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0FBD5FB-4497-3F2B-9616-B5D6A884592A}"/>
                    </a:ext>
                  </a:extLst>
                </p14:cNvPr>
                <p14:cNvContentPartPr/>
                <p14:nvPr/>
              </p14:nvContentPartPr>
              <p14:xfrm>
                <a:off x="3904150" y="2380983"/>
                <a:ext cx="104760" cy="14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0FBD5FB-4497-3F2B-9616-B5D6A884592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86510" y="2363343"/>
                  <a:ext cx="140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418C000-6A62-B73D-7D30-5572846E8758}"/>
                    </a:ext>
                  </a:extLst>
                </p14:cNvPr>
                <p14:cNvContentPartPr/>
                <p14:nvPr/>
              </p14:nvContentPartPr>
              <p14:xfrm>
                <a:off x="3862390" y="2383863"/>
                <a:ext cx="157680" cy="258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418C000-6A62-B73D-7D30-5572846E875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44750" y="2366223"/>
                  <a:ext cx="19332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1DAC262-719B-AFD1-82DD-4D94AF27C60A}"/>
              </a:ext>
            </a:extLst>
          </p:cNvPr>
          <p:cNvGrpSpPr/>
          <p:nvPr/>
        </p:nvGrpSpPr>
        <p:grpSpPr>
          <a:xfrm>
            <a:off x="4487350" y="365703"/>
            <a:ext cx="1187640" cy="2467080"/>
            <a:chOff x="4487350" y="365703"/>
            <a:chExt cx="1187640" cy="246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BCF52EE-3BB2-9AF2-B81B-67412126C225}"/>
                    </a:ext>
                  </a:extLst>
                </p14:cNvPr>
                <p14:cNvContentPartPr/>
                <p14:nvPr/>
              </p14:nvContentPartPr>
              <p14:xfrm>
                <a:off x="4634590" y="388023"/>
                <a:ext cx="40320" cy="230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BCF52EE-3BB2-9AF2-B81B-67412126C22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16950" y="370023"/>
                  <a:ext cx="759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722A7AC-A1A7-280A-AAEF-0FCF06C104DD}"/>
                    </a:ext>
                  </a:extLst>
                </p14:cNvPr>
                <p14:cNvContentPartPr/>
                <p14:nvPr/>
              </p14:nvContentPartPr>
              <p14:xfrm>
                <a:off x="4869670" y="365703"/>
                <a:ext cx="57600" cy="290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722A7AC-A1A7-280A-AAEF-0FCF06C104D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52030" y="347703"/>
                  <a:ext cx="932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02A0B0-E730-B373-4265-32152C39A519}"/>
                    </a:ext>
                  </a:extLst>
                </p14:cNvPr>
                <p14:cNvContentPartPr/>
                <p14:nvPr/>
              </p14:nvContentPartPr>
              <p14:xfrm>
                <a:off x="4487350" y="1321863"/>
                <a:ext cx="176040" cy="6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02A0B0-E730-B373-4265-32152C39A51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69350" y="1304223"/>
                  <a:ext cx="211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3C1C3C2-1718-9EF1-542B-E84B1DFCFB0E}"/>
                    </a:ext>
                  </a:extLst>
                </p14:cNvPr>
                <p14:cNvContentPartPr/>
                <p14:nvPr/>
              </p14:nvContentPartPr>
              <p14:xfrm>
                <a:off x="4834750" y="1200543"/>
                <a:ext cx="135360" cy="193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3C1C3C2-1718-9EF1-542B-E84B1DFCFB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16750" y="1182903"/>
                  <a:ext cx="1710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26530A7-FD17-3746-85F5-CA7222450869}"/>
                    </a:ext>
                  </a:extLst>
                </p14:cNvPr>
                <p14:cNvContentPartPr/>
                <p14:nvPr/>
              </p14:nvContentPartPr>
              <p14:xfrm>
                <a:off x="4945630" y="1093263"/>
                <a:ext cx="312120" cy="39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26530A7-FD17-3746-85F5-CA722245086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27630" y="1075263"/>
                  <a:ext cx="347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AC976F1-CA52-228B-E472-63B591C8E1F9}"/>
                    </a:ext>
                  </a:extLst>
                </p14:cNvPr>
                <p14:cNvContentPartPr/>
                <p14:nvPr/>
              </p14:nvContentPartPr>
              <p14:xfrm>
                <a:off x="4539910" y="1951863"/>
                <a:ext cx="151920" cy="14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AC976F1-CA52-228B-E472-63B591C8E1F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22270" y="1933863"/>
                  <a:ext cx="187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795898C-3CD9-C562-32AF-105594F278BA}"/>
                    </a:ext>
                  </a:extLst>
                </p14:cNvPr>
                <p14:cNvContentPartPr/>
                <p14:nvPr/>
              </p14:nvContentPartPr>
              <p14:xfrm>
                <a:off x="4838710" y="1822983"/>
                <a:ext cx="276120" cy="225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795898C-3CD9-C562-32AF-105594F278B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20710" y="1805343"/>
                  <a:ext cx="3117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88F733C-CD22-180B-A205-AA78B59AF33F}"/>
                    </a:ext>
                  </a:extLst>
                </p14:cNvPr>
                <p14:cNvContentPartPr/>
                <p14:nvPr/>
              </p14:nvContentPartPr>
              <p14:xfrm>
                <a:off x="4696510" y="2494383"/>
                <a:ext cx="165600" cy="15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88F733C-CD22-180B-A205-AA78B59AF33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678510" y="2476743"/>
                  <a:ext cx="201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26B934C-0A41-FB12-5D68-E17B0E79904B}"/>
                    </a:ext>
                  </a:extLst>
                </p14:cNvPr>
                <p14:cNvContentPartPr/>
                <p14:nvPr/>
              </p14:nvContentPartPr>
              <p14:xfrm>
                <a:off x="4936270" y="2430303"/>
                <a:ext cx="92880" cy="202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26B934C-0A41-FB12-5D68-E17B0E79904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18270" y="2412663"/>
                  <a:ext cx="1285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CC4137A-3529-1FBE-E206-B703E021D630}"/>
                    </a:ext>
                  </a:extLst>
                </p14:cNvPr>
                <p14:cNvContentPartPr/>
                <p14:nvPr/>
              </p14:nvContentPartPr>
              <p14:xfrm>
                <a:off x="5044990" y="2346783"/>
                <a:ext cx="191160" cy="79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CC4137A-3529-1FBE-E206-B703E021D63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26990" y="2329143"/>
                  <a:ext cx="2268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53D531-6ED2-A54F-08BE-164B391E49FD}"/>
                    </a:ext>
                  </a:extLst>
                </p14:cNvPr>
                <p14:cNvContentPartPr/>
                <p14:nvPr/>
              </p14:nvContentPartPr>
              <p14:xfrm>
                <a:off x="5165230" y="384063"/>
                <a:ext cx="509760" cy="2448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53D531-6ED2-A54F-08BE-164B391E49F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47230" y="366423"/>
                  <a:ext cx="545400" cy="248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AA506FD-4FDF-4893-F159-7FA8A51A2590}"/>
              </a:ext>
            </a:extLst>
          </p:cNvPr>
          <p:cNvGrpSpPr/>
          <p:nvPr/>
        </p:nvGrpSpPr>
        <p:grpSpPr>
          <a:xfrm>
            <a:off x="5908270" y="326823"/>
            <a:ext cx="883080" cy="2254680"/>
            <a:chOff x="5908270" y="326823"/>
            <a:chExt cx="883080" cy="225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8ED38AD-5DDE-4D48-343B-AD25D37D72F0}"/>
                    </a:ext>
                  </a:extLst>
                </p14:cNvPr>
                <p14:cNvContentPartPr/>
                <p14:nvPr/>
              </p14:nvContentPartPr>
              <p14:xfrm>
                <a:off x="5908270" y="1532463"/>
                <a:ext cx="120240" cy="13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8ED38AD-5DDE-4D48-343B-AD25D37D72F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90270" y="1514823"/>
                  <a:ext cx="155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39475FB-1871-BD75-C2F2-CD524B31F034}"/>
                    </a:ext>
                  </a:extLst>
                </p14:cNvPr>
                <p14:cNvContentPartPr/>
                <p14:nvPr/>
              </p14:nvContentPartPr>
              <p14:xfrm>
                <a:off x="5916550" y="1633263"/>
                <a:ext cx="189720" cy="32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39475FB-1871-BD75-C2F2-CD524B31F03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98550" y="1615623"/>
                  <a:ext cx="225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81E6B39-E334-1CAC-941A-428E8D37502C}"/>
                    </a:ext>
                  </a:extLst>
                </p14:cNvPr>
                <p14:cNvContentPartPr/>
                <p14:nvPr/>
              </p14:nvContentPartPr>
              <p14:xfrm>
                <a:off x="6308230" y="326823"/>
                <a:ext cx="483120" cy="2254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81E6B39-E334-1CAC-941A-428E8D37502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90230" y="309183"/>
                  <a:ext cx="518760" cy="229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0CE10A2-FE3B-7CF2-E7B1-6C2748EF1CD9}"/>
              </a:ext>
            </a:extLst>
          </p:cNvPr>
          <p:cNvGrpSpPr/>
          <p:nvPr/>
        </p:nvGrpSpPr>
        <p:grpSpPr>
          <a:xfrm>
            <a:off x="7063150" y="435903"/>
            <a:ext cx="396720" cy="501840"/>
            <a:chOff x="7063150" y="435903"/>
            <a:chExt cx="396720" cy="50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FE5EDFE-3A3A-B8A0-3A28-0425C5E75D0A}"/>
                    </a:ext>
                  </a:extLst>
                </p14:cNvPr>
                <p14:cNvContentPartPr/>
                <p14:nvPr/>
              </p14:nvContentPartPr>
              <p14:xfrm>
                <a:off x="7103470" y="435903"/>
                <a:ext cx="101880" cy="16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FE5EDFE-3A3A-B8A0-3A28-0425C5E75D0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85830" y="418263"/>
                  <a:ext cx="137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6F204E7-DA24-66D8-79FE-01135B0096CA}"/>
                    </a:ext>
                  </a:extLst>
                </p14:cNvPr>
                <p14:cNvContentPartPr/>
                <p14:nvPr/>
              </p14:nvContentPartPr>
              <p14:xfrm>
                <a:off x="7063150" y="473703"/>
                <a:ext cx="106920" cy="216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6F204E7-DA24-66D8-79FE-01135B0096C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45150" y="456063"/>
                  <a:ext cx="1425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0AB27E2-E25C-82CE-EDC3-7F03F91F1F7D}"/>
                    </a:ext>
                  </a:extLst>
                </p14:cNvPr>
                <p14:cNvContentPartPr/>
                <p14:nvPr/>
              </p14:nvContentPartPr>
              <p14:xfrm>
                <a:off x="7177270" y="623463"/>
                <a:ext cx="127440" cy="196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0AB27E2-E25C-82CE-EDC3-7F03F91F1F7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59630" y="605463"/>
                  <a:ext cx="163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F055FEF-8324-9B3C-CB31-36BB211F75C4}"/>
                    </a:ext>
                  </a:extLst>
                </p14:cNvPr>
                <p14:cNvContentPartPr/>
                <p14:nvPr/>
              </p14:nvContentPartPr>
              <p14:xfrm>
                <a:off x="7264750" y="772863"/>
                <a:ext cx="195120" cy="164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F055FEF-8324-9B3C-CB31-36BB211F75C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46750" y="755223"/>
                  <a:ext cx="23076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E2676C4-32A5-4794-E651-91B02BEFA0A7}"/>
                  </a:ext>
                </a:extLst>
              </p14:cNvPr>
              <p14:cNvContentPartPr/>
              <p14:nvPr/>
            </p14:nvContentPartPr>
            <p14:xfrm>
              <a:off x="8076910" y="511863"/>
              <a:ext cx="187560" cy="2116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E2676C4-32A5-4794-E651-91B02BEFA0A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059270" y="494223"/>
                <a:ext cx="223200" cy="24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40EEDA73-7816-C32C-3DD8-20F6C983563D}"/>
              </a:ext>
            </a:extLst>
          </p:cNvPr>
          <p:cNvGrpSpPr/>
          <p:nvPr/>
        </p:nvGrpSpPr>
        <p:grpSpPr>
          <a:xfrm>
            <a:off x="8917870" y="465063"/>
            <a:ext cx="426600" cy="195120"/>
            <a:chOff x="8917870" y="465063"/>
            <a:chExt cx="42660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C2C8645-1F68-0AD8-BE5A-413DA128DDD4}"/>
                    </a:ext>
                  </a:extLst>
                </p14:cNvPr>
                <p14:cNvContentPartPr/>
                <p14:nvPr/>
              </p14:nvContentPartPr>
              <p14:xfrm>
                <a:off x="8917870" y="561903"/>
                <a:ext cx="134280" cy="20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C2C8645-1F68-0AD8-BE5A-413DA128DDD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99870" y="543903"/>
                  <a:ext cx="1699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1AC6DF4-9A9A-8D2C-3E28-03208E45720E}"/>
                    </a:ext>
                  </a:extLst>
                </p14:cNvPr>
                <p14:cNvContentPartPr/>
                <p14:nvPr/>
              </p14:nvContentPartPr>
              <p14:xfrm>
                <a:off x="9146110" y="465063"/>
                <a:ext cx="198360" cy="195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1AC6DF4-9A9A-8D2C-3E28-03208E45720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28110" y="447063"/>
                  <a:ext cx="234000" cy="23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B2D1666-67AB-C0E2-0255-8814C1E73BEF}"/>
                  </a:ext>
                </a:extLst>
              </p14:cNvPr>
              <p14:cNvContentPartPr/>
              <p14:nvPr/>
            </p14:nvContentPartPr>
            <p14:xfrm>
              <a:off x="9852430" y="422943"/>
              <a:ext cx="240120" cy="2329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B2D1666-67AB-C0E2-0255-8814C1E73BE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834430" y="404943"/>
                <a:ext cx="275760" cy="26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E18F19B0-30A3-BF6E-5EA1-DD1D4B6C6EB1}"/>
              </a:ext>
            </a:extLst>
          </p:cNvPr>
          <p:cNvGrpSpPr/>
          <p:nvPr/>
        </p:nvGrpSpPr>
        <p:grpSpPr>
          <a:xfrm>
            <a:off x="7005910" y="1259583"/>
            <a:ext cx="318240" cy="212040"/>
            <a:chOff x="7005910" y="1259583"/>
            <a:chExt cx="31824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4450CFA-5B8C-1F2E-E422-96AA84745783}"/>
                    </a:ext>
                  </a:extLst>
                </p14:cNvPr>
                <p14:cNvContentPartPr/>
                <p14:nvPr/>
              </p14:nvContentPartPr>
              <p14:xfrm>
                <a:off x="7005910" y="1351023"/>
                <a:ext cx="106920" cy="30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4450CFA-5B8C-1F2E-E422-96AA8474578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87910" y="1333023"/>
                  <a:ext cx="1425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744987B-D6B3-7C9B-93A8-588E38593508}"/>
                    </a:ext>
                  </a:extLst>
                </p14:cNvPr>
                <p14:cNvContentPartPr/>
                <p14:nvPr/>
              </p14:nvContentPartPr>
              <p14:xfrm>
                <a:off x="7252870" y="1259583"/>
                <a:ext cx="71280" cy="212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744987B-D6B3-7C9B-93A8-588E3859350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35230" y="1241943"/>
                  <a:ext cx="106920" cy="24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0FB46501-2878-A970-B136-DE5CD07CC092}"/>
                  </a:ext>
                </a:extLst>
              </p14:cNvPr>
              <p14:cNvContentPartPr/>
              <p14:nvPr/>
            </p14:nvContentPartPr>
            <p14:xfrm>
              <a:off x="8215870" y="1181463"/>
              <a:ext cx="160920" cy="1789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0FB46501-2878-A970-B136-DE5CD07CC09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197870" y="1163823"/>
                <a:ext cx="1965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D03F39E-FACE-03B7-72F5-4C48CB621A4A}"/>
                  </a:ext>
                </a:extLst>
              </p14:cNvPr>
              <p14:cNvContentPartPr/>
              <p14:nvPr/>
            </p14:nvContentPartPr>
            <p14:xfrm>
              <a:off x="9133150" y="1083543"/>
              <a:ext cx="24840" cy="2304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D03F39E-FACE-03B7-72F5-4C48CB621A4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115510" y="1065903"/>
                <a:ext cx="604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CA13A6C-5484-9F96-AB37-EC5E7A5EC721}"/>
                  </a:ext>
                </a:extLst>
              </p14:cNvPr>
              <p14:cNvContentPartPr/>
              <p14:nvPr/>
            </p14:nvContentPartPr>
            <p14:xfrm>
              <a:off x="9792310" y="1022703"/>
              <a:ext cx="229320" cy="2433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CA13A6C-5484-9F96-AB37-EC5E7A5EC72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774670" y="1004703"/>
                <a:ext cx="264960" cy="27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9281339E-5738-29A3-0D66-815DA27C76A3}"/>
              </a:ext>
            </a:extLst>
          </p:cNvPr>
          <p:cNvGrpSpPr/>
          <p:nvPr/>
        </p:nvGrpSpPr>
        <p:grpSpPr>
          <a:xfrm>
            <a:off x="6934270" y="1783023"/>
            <a:ext cx="484920" cy="224640"/>
            <a:chOff x="6934270" y="1783023"/>
            <a:chExt cx="48492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8EF12A3-A97D-CFCA-785B-2083D332528A}"/>
                    </a:ext>
                  </a:extLst>
                </p14:cNvPr>
                <p14:cNvContentPartPr/>
                <p14:nvPr/>
              </p14:nvContentPartPr>
              <p14:xfrm>
                <a:off x="6934270" y="1890303"/>
                <a:ext cx="139680" cy="19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8EF12A3-A97D-CFCA-785B-2083D332528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16630" y="1872303"/>
                  <a:ext cx="1753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8912060-FDEE-799D-CA17-6485BA534FEE}"/>
                    </a:ext>
                  </a:extLst>
                </p14:cNvPr>
                <p14:cNvContentPartPr/>
                <p14:nvPr/>
              </p14:nvContentPartPr>
              <p14:xfrm>
                <a:off x="7268350" y="1783023"/>
                <a:ext cx="150840" cy="224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8912060-FDEE-799D-CA17-6485BA534FE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50350" y="1765023"/>
                  <a:ext cx="186480" cy="26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CCBB213-F794-ED6B-0294-71A8E3C5B0F5}"/>
                  </a:ext>
                </a:extLst>
              </p14:cNvPr>
              <p14:cNvContentPartPr/>
              <p14:nvPr/>
            </p14:nvContentPartPr>
            <p14:xfrm>
              <a:off x="7996630" y="1736583"/>
              <a:ext cx="249840" cy="1879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CCBB213-F794-ED6B-0294-71A8E3C5B0F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978630" y="1718943"/>
                <a:ext cx="2854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8B86581-91D6-49DD-54AA-7E3985C868A4}"/>
                  </a:ext>
                </a:extLst>
              </p14:cNvPr>
              <p14:cNvContentPartPr/>
              <p14:nvPr/>
            </p14:nvContentPartPr>
            <p14:xfrm>
              <a:off x="8690710" y="1667463"/>
              <a:ext cx="164160" cy="1828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8B86581-91D6-49DD-54AA-7E3985C868A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672710" y="1649823"/>
                <a:ext cx="1998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34CE65F-F235-603E-CF04-02FF76AB3365}"/>
                  </a:ext>
                </a:extLst>
              </p14:cNvPr>
              <p14:cNvContentPartPr/>
              <p14:nvPr/>
            </p14:nvContentPartPr>
            <p14:xfrm>
              <a:off x="9517990" y="1555143"/>
              <a:ext cx="252720" cy="2563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34CE65F-F235-603E-CF04-02FF76AB336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500350" y="1537503"/>
                <a:ext cx="288360" cy="29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CCF83C7C-ACED-9097-9E7C-E39766DF89F5}"/>
              </a:ext>
            </a:extLst>
          </p:cNvPr>
          <p:cNvGrpSpPr/>
          <p:nvPr/>
        </p:nvGrpSpPr>
        <p:grpSpPr>
          <a:xfrm>
            <a:off x="6860110" y="2215383"/>
            <a:ext cx="636840" cy="265680"/>
            <a:chOff x="6860110" y="2215383"/>
            <a:chExt cx="63684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D9726A9-9010-FF8A-33F3-2C0C0D53B53E}"/>
                    </a:ext>
                  </a:extLst>
                </p14:cNvPr>
                <p14:cNvContentPartPr/>
                <p14:nvPr/>
              </p14:nvContentPartPr>
              <p14:xfrm>
                <a:off x="6860110" y="2345343"/>
                <a:ext cx="136080" cy="11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D9726A9-9010-FF8A-33F3-2C0C0D53B53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42470" y="2327703"/>
                  <a:ext cx="171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45C30E0-5FE8-B4A3-04B0-7780368E76EF}"/>
                    </a:ext>
                  </a:extLst>
                </p14:cNvPr>
                <p14:cNvContentPartPr/>
                <p14:nvPr/>
              </p14:nvContentPartPr>
              <p14:xfrm>
                <a:off x="7197070" y="2256423"/>
                <a:ext cx="136080" cy="224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45C30E0-5FE8-B4A3-04B0-7780368E76E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79070" y="2238423"/>
                  <a:ext cx="1717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2EDC1FB-542A-7649-432A-2557225E3D21}"/>
                    </a:ext>
                  </a:extLst>
                </p14:cNvPr>
                <p14:cNvContentPartPr/>
                <p14:nvPr/>
              </p14:nvContentPartPr>
              <p14:xfrm>
                <a:off x="7296430" y="2215383"/>
                <a:ext cx="200520" cy="439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2EDC1FB-542A-7649-432A-2557225E3D2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278790" y="2197383"/>
                  <a:ext cx="23616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624AF5D-A773-A249-E2BC-2B301AF0E061}"/>
                  </a:ext>
                </a:extLst>
              </p14:cNvPr>
              <p14:cNvContentPartPr/>
              <p14:nvPr/>
            </p14:nvContentPartPr>
            <p14:xfrm>
              <a:off x="7850110" y="2198823"/>
              <a:ext cx="187200" cy="2347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624AF5D-A773-A249-E2BC-2B301AF0E06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832110" y="2181183"/>
                <a:ext cx="22284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F84CDD6-8E5B-1005-535A-DA43C93D0E7B}"/>
                  </a:ext>
                </a:extLst>
              </p14:cNvPr>
              <p14:cNvContentPartPr/>
              <p14:nvPr/>
            </p14:nvContentPartPr>
            <p14:xfrm>
              <a:off x="8652550" y="2168223"/>
              <a:ext cx="178200" cy="2584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F84CDD6-8E5B-1005-535A-DA43C93D0E7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634550" y="2150223"/>
                <a:ext cx="213840" cy="29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5C9DDD6-3C4E-D9DB-8265-91073CA887D5}"/>
              </a:ext>
            </a:extLst>
          </p:cNvPr>
          <p:cNvGrpSpPr/>
          <p:nvPr/>
        </p:nvGrpSpPr>
        <p:grpSpPr>
          <a:xfrm>
            <a:off x="9670630" y="400263"/>
            <a:ext cx="1166040" cy="2320200"/>
            <a:chOff x="9670630" y="400263"/>
            <a:chExt cx="1166040" cy="232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A53BA94-4DD7-0896-3447-F8F830313251}"/>
                    </a:ext>
                  </a:extLst>
                </p14:cNvPr>
                <p14:cNvContentPartPr/>
                <p14:nvPr/>
              </p14:nvContentPartPr>
              <p14:xfrm>
                <a:off x="9670630" y="2106303"/>
                <a:ext cx="47520" cy="288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A53BA94-4DD7-0896-3447-F8F83031325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652630" y="2088663"/>
                  <a:ext cx="831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C151A55-79EA-A53C-9D65-8F7AD07B1956}"/>
                    </a:ext>
                  </a:extLst>
                </p14:cNvPr>
                <p14:cNvContentPartPr/>
                <p14:nvPr/>
              </p14:nvContentPartPr>
              <p14:xfrm>
                <a:off x="9785830" y="400263"/>
                <a:ext cx="597600" cy="2320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C151A55-79EA-A53C-9D65-8F7AD07B195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767830" y="382623"/>
                  <a:ext cx="633240" cy="23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1CA33C2-4258-392B-61FF-31F4E8F573BF}"/>
                    </a:ext>
                  </a:extLst>
                </p14:cNvPr>
                <p14:cNvContentPartPr/>
                <p14:nvPr/>
              </p14:nvContentPartPr>
              <p14:xfrm>
                <a:off x="10606630" y="1141503"/>
                <a:ext cx="230040" cy="339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1CA33C2-4258-392B-61FF-31F4E8F573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588630" y="1123863"/>
                  <a:ext cx="2656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61F2293-839B-268C-B918-8A02A381E131}"/>
                    </a:ext>
                  </a:extLst>
                </p14:cNvPr>
                <p14:cNvContentPartPr/>
                <p14:nvPr/>
              </p14:nvContentPartPr>
              <p14:xfrm>
                <a:off x="10596190" y="1355703"/>
                <a:ext cx="107640" cy="11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61F2293-839B-268C-B918-8A02A381E13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78550" y="1337703"/>
                  <a:ext cx="14328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5438310-6CB7-A7C7-6F70-0522855D35C1}"/>
              </a:ext>
            </a:extLst>
          </p:cNvPr>
          <p:cNvGrpSpPr/>
          <p:nvPr/>
        </p:nvGrpSpPr>
        <p:grpSpPr>
          <a:xfrm>
            <a:off x="3660790" y="1256703"/>
            <a:ext cx="273960" cy="227160"/>
            <a:chOff x="3660790" y="1256703"/>
            <a:chExt cx="273960" cy="22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EBA7602-93D8-A312-AD19-959E3E119D86}"/>
                    </a:ext>
                  </a:extLst>
                </p14:cNvPr>
                <p14:cNvContentPartPr/>
                <p14:nvPr/>
              </p14:nvContentPartPr>
              <p14:xfrm>
                <a:off x="3660790" y="1334103"/>
                <a:ext cx="152640" cy="6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EBA7602-93D8-A312-AD19-959E3E119D8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42790" y="1316463"/>
                  <a:ext cx="188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0E3B27F-252A-A72C-D272-525054C8DC71}"/>
                    </a:ext>
                  </a:extLst>
                </p14:cNvPr>
                <p14:cNvContentPartPr/>
                <p14:nvPr/>
              </p14:nvContentPartPr>
              <p14:xfrm>
                <a:off x="3904150" y="1256703"/>
                <a:ext cx="30600" cy="192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E3B27F-252A-A72C-D272-525054C8DC7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886510" y="1239063"/>
                  <a:ext cx="66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485E9E0-37FD-6861-741D-D2A5C3BB167A}"/>
                    </a:ext>
                  </a:extLst>
                </p14:cNvPr>
                <p14:cNvContentPartPr/>
                <p14:nvPr/>
              </p14:nvContentPartPr>
              <p14:xfrm>
                <a:off x="3925030" y="1478823"/>
                <a:ext cx="9000" cy="5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485E9E0-37FD-6861-741D-D2A5C3BB167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907030" y="1461183"/>
                  <a:ext cx="4464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C8ECEEB-81FE-5025-6B5B-E464D7C33B63}"/>
              </a:ext>
            </a:extLst>
          </p:cNvPr>
          <p:cNvGrpSpPr/>
          <p:nvPr/>
        </p:nvGrpSpPr>
        <p:grpSpPr>
          <a:xfrm>
            <a:off x="3898750" y="2598063"/>
            <a:ext cx="111960" cy="48240"/>
            <a:chOff x="3898750" y="2598063"/>
            <a:chExt cx="111960" cy="4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8189046-59C5-CE6E-B2B2-37B4D3155B88}"/>
                    </a:ext>
                  </a:extLst>
                </p14:cNvPr>
                <p14:cNvContentPartPr/>
                <p14:nvPr/>
              </p14:nvContentPartPr>
              <p14:xfrm>
                <a:off x="3898750" y="2598063"/>
                <a:ext cx="2160" cy="2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8189046-59C5-CE6E-B2B2-37B4D3155B8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880750" y="2580423"/>
                  <a:ext cx="37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E128DD1-9469-3E06-467C-0AC29F8EAC0B}"/>
                    </a:ext>
                  </a:extLst>
                </p14:cNvPr>
                <p14:cNvContentPartPr/>
                <p14:nvPr/>
              </p14:nvContentPartPr>
              <p14:xfrm>
                <a:off x="3999910" y="2640903"/>
                <a:ext cx="10800" cy="5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E128DD1-9469-3E06-467C-0AC29F8EAC0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982270" y="2622903"/>
                  <a:ext cx="4644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AA8E64D-D8DC-1674-FEAA-9AB06DA08AE2}"/>
                  </a:ext>
                </a:extLst>
              </p14:cNvPr>
              <p14:cNvContentPartPr/>
              <p14:nvPr/>
            </p14:nvContentPartPr>
            <p14:xfrm>
              <a:off x="2441830" y="334743"/>
              <a:ext cx="360" cy="3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AA8E64D-D8DC-1674-FEAA-9AB06DA08AE2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424190" y="31674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6F4A9EF-5A33-7B1A-7D2C-0CE2DA2A5C8C}"/>
                  </a:ext>
                </a:extLst>
              </p14:cNvPr>
              <p14:cNvContentPartPr/>
              <p14:nvPr/>
            </p14:nvContentPartPr>
            <p14:xfrm>
              <a:off x="2665750" y="3129783"/>
              <a:ext cx="68760" cy="1188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6F4A9EF-5A33-7B1A-7D2C-0CE2DA2A5C8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648110" y="3111783"/>
                <a:ext cx="10440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B8C29E58-AA6E-1CD8-2572-6735BBC1335C}"/>
                  </a:ext>
                </a:extLst>
              </p14:cNvPr>
              <p14:cNvContentPartPr/>
              <p14:nvPr/>
            </p14:nvContentPartPr>
            <p14:xfrm>
              <a:off x="3555310" y="444903"/>
              <a:ext cx="4680" cy="57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B8C29E58-AA6E-1CD8-2572-6735BBC1335C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537310" y="427263"/>
                <a:ext cx="4032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DABD0BD-5FB2-41F1-264C-C18B36E85F86}"/>
              </a:ext>
            </a:extLst>
          </p:cNvPr>
          <p:cNvGrpSpPr/>
          <p:nvPr/>
        </p:nvGrpSpPr>
        <p:grpSpPr>
          <a:xfrm>
            <a:off x="211990" y="3431823"/>
            <a:ext cx="1205640" cy="784800"/>
            <a:chOff x="211990" y="3431823"/>
            <a:chExt cx="1205640" cy="78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2377046-01E6-B80F-477D-63CF9280672B}"/>
                    </a:ext>
                  </a:extLst>
                </p14:cNvPr>
                <p14:cNvContentPartPr/>
                <p14:nvPr/>
              </p14:nvContentPartPr>
              <p14:xfrm>
                <a:off x="230710" y="3496623"/>
                <a:ext cx="54000" cy="263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2377046-01E6-B80F-477D-63CF9280672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13070" y="3478623"/>
                  <a:ext cx="89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98839BD-F242-A08C-D829-574D0081D9BA}"/>
                    </a:ext>
                  </a:extLst>
                </p14:cNvPr>
                <p14:cNvContentPartPr/>
                <p14:nvPr/>
              </p14:nvContentPartPr>
              <p14:xfrm>
                <a:off x="211990" y="3431823"/>
                <a:ext cx="115920" cy="306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98839BD-F242-A08C-D829-574D0081D9B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93990" y="3414183"/>
                  <a:ext cx="1515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539BE56-C8E8-FC3C-2963-256C1399F4E1}"/>
                    </a:ext>
                  </a:extLst>
                </p14:cNvPr>
                <p14:cNvContentPartPr/>
                <p14:nvPr/>
              </p14:nvContentPartPr>
              <p14:xfrm>
                <a:off x="345550" y="3731343"/>
                <a:ext cx="22680" cy="173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539BE56-C8E8-FC3C-2963-256C1399F4E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27910" y="3713703"/>
                  <a:ext cx="583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BDEB7FC-91E4-D7B5-ADE5-B02460EDC3D6}"/>
                    </a:ext>
                  </a:extLst>
                </p14:cNvPr>
                <p14:cNvContentPartPr/>
                <p14:nvPr/>
              </p14:nvContentPartPr>
              <p14:xfrm>
                <a:off x="501070" y="3687783"/>
                <a:ext cx="147600" cy="36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BDEB7FC-91E4-D7B5-ADE5-B02460EDC3D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83430" y="3670143"/>
                  <a:ext cx="183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3DEEEBB-3DF1-BA98-CD6E-2A6B6A93BE71}"/>
                    </a:ext>
                  </a:extLst>
                </p14:cNvPr>
                <p14:cNvContentPartPr/>
                <p14:nvPr/>
              </p14:nvContentPartPr>
              <p14:xfrm>
                <a:off x="780790" y="3491943"/>
                <a:ext cx="131760" cy="276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3DEEEBB-3DF1-BA98-CD6E-2A6B6A93BE7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63150" y="3473943"/>
                  <a:ext cx="1674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2E7467E-4899-5AB4-92E0-8F1292846227}"/>
                    </a:ext>
                  </a:extLst>
                </p14:cNvPr>
                <p14:cNvContentPartPr/>
                <p14:nvPr/>
              </p14:nvContentPartPr>
              <p14:xfrm>
                <a:off x="749110" y="3746103"/>
                <a:ext cx="215280" cy="214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2E7467E-4899-5AB4-92E0-8F129284622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1110" y="3728463"/>
                  <a:ext cx="2509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96DCB44-9B46-F4E1-CBAB-C720F1B04356}"/>
                    </a:ext>
                  </a:extLst>
                </p14:cNvPr>
                <p14:cNvContentPartPr/>
                <p14:nvPr/>
              </p14:nvContentPartPr>
              <p14:xfrm>
                <a:off x="771790" y="4026903"/>
                <a:ext cx="199080" cy="189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96DCB44-9B46-F4E1-CBAB-C720F1B0435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3790" y="4008903"/>
                  <a:ext cx="234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6110D93-3668-7BBF-AA85-5A089276FC4F}"/>
                    </a:ext>
                  </a:extLst>
                </p14:cNvPr>
                <p14:cNvContentPartPr/>
                <p14:nvPr/>
              </p14:nvContentPartPr>
              <p14:xfrm>
                <a:off x="1120630" y="3486183"/>
                <a:ext cx="100800" cy="296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6110D93-3668-7BBF-AA85-5A089276FC4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02990" y="3468183"/>
                  <a:ext cx="1364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0DF235F-FAB3-013E-31B4-0C94B068EDC4}"/>
                    </a:ext>
                  </a:extLst>
                </p14:cNvPr>
                <p14:cNvContentPartPr/>
                <p14:nvPr/>
              </p14:nvContentPartPr>
              <p14:xfrm>
                <a:off x="1150150" y="3490503"/>
                <a:ext cx="112320" cy="277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0DF235F-FAB3-013E-31B4-0C94B068EDC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32510" y="3472863"/>
                  <a:ext cx="1479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99A3AA4-9AF9-C9A9-5150-A791A2FD1EEF}"/>
                    </a:ext>
                  </a:extLst>
                </p14:cNvPr>
                <p14:cNvContentPartPr/>
                <p14:nvPr/>
              </p14:nvContentPartPr>
              <p14:xfrm>
                <a:off x="1202350" y="3709383"/>
                <a:ext cx="215280" cy="232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99A3AA4-9AF9-C9A9-5150-A791A2FD1EE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84710" y="3691743"/>
                  <a:ext cx="25092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33189C5-9576-90A2-3F0F-82C279C626B8}"/>
              </a:ext>
            </a:extLst>
          </p:cNvPr>
          <p:cNvGrpSpPr/>
          <p:nvPr/>
        </p:nvGrpSpPr>
        <p:grpSpPr>
          <a:xfrm>
            <a:off x="79870" y="4436223"/>
            <a:ext cx="1151280" cy="432360"/>
            <a:chOff x="79870" y="4436223"/>
            <a:chExt cx="115128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D3285DA-C79A-2C5C-C432-7F809AEF8D53}"/>
                    </a:ext>
                  </a:extLst>
                </p14:cNvPr>
                <p14:cNvContentPartPr/>
                <p14:nvPr/>
              </p14:nvContentPartPr>
              <p14:xfrm>
                <a:off x="79870" y="4442343"/>
                <a:ext cx="103680" cy="295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D3285DA-C79A-2C5C-C432-7F809AEF8D5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230" y="4424703"/>
                  <a:ext cx="1393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C6CE266-9DD9-8DD3-C66C-1F79743808E1}"/>
                    </a:ext>
                  </a:extLst>
                </p14:cNvPr>
                <p14:cNvContentPartPr/>
                <p14:nvPr/>
              </p14:nvContentPartPr>
              <p14:xfrm>
                <a:off x="106150" y="4436223"/>
                <a:ext cx="193320" cy="262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C6CE266-9DD9-8DD3-C66C-1F79743808E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8510" y="4418583"/>
                  <a:ext cx="2289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7E4F570-7340-C03A-C737-B8FC2F9A43A2}"/>
                    </a:ext>
                  </a:extLst>
                </p14:cNvPr>
                <p14:cNvContentPartPr/>
                <p14:nvPr/>
              </p14:nvContentPartPr>
              <p14:xfrm>
                <a:off x="314950" y="4673103"/>
                <a:ext cx="184680" cy="195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7E4F570-7340-C03A-C737-B8FC2F9A43A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97310" y="4655463"/>
                  <a:ext cx="2203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91A2265-7A15-7FDE-8599-B7557B44AAFC}"/>
                    </a:ext>
                  </a:extLst>
                </p14:cNvPr>
                <p14:cNvContentPartPr/>
                <p14:nvPr/>
              </p14:nvContentPartPr>
              <p14:xfrm>
                <a:off x="602590" y="4600023"/>
                <a:ext cx="167760" cy="37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91A2265-7A15-7FDE-8599-B7557B44AA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84590" y="4582023"/>
                  <a:ext cx="203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52ABEFB-4613-A346-8BF5-D49C1983A757}"/>
                    </a:ext>
                  </a:extLst>
                </p14:cNvPr>
                <p14:cNvContentPartPr/>
                <p14:nvPr/>
              </p14:nvContentPartPr>
              <p14:xfrm>
                <a:off x="671710" y="4525863"/>
                <a:ext cx="41040" cy="225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52ABEFB-4613-A346-8BF5-D49C1983A75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4070" y="4508223"/>
                  <a:ext cx="766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3AFEE21-AF3A-8F69-2281-118F60817E8B}"/>
                    </a:ext>
                  </a:extLst>
                </p14:cNvPr>
                <p14:cNvContentPartPr/>
                <p14:nvPr/>
              </p14:nvContentPartPr>
              <p14:xfrm>
                <a:off x="861070" y="4513263"/>
                <a:ext cx="27720" cy="243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3AFEE21-AF3A-8F69-2281-118F60817E8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43430" y="4495263"/>
                  <a:ext cx="633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DFFA2BF-70D0-51C8-55D8-25DAAF1A7DAE}"/>
                    </a:ext>
                  </a:extLst>
                </p14:cNvPr>
                <p14:cNvContentPartPr/>
                <p14:nvPr/>
              </p14:nvContentPartPr>
              <p14:xfrm>
                <a:off x="860710" y="4460703"/>
                <a:ext cx="165960" cy="313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DFFA2BF-70D0-51C8-55D8-25DAAF1A7DA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2710" y="4443063"/>
                  <a:ext cx="2016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23BC93D-15C4-55DB-664F-E059B433510F}"/>
                    </a:ext>
                  </a:extLst>
                </p14:cNvPr>
                <p14:cNvContentPartPr/>
                <p14:nvPr/>
              </p14:nvContentPartPr>
              <p14:xfrm>
                <a:off x="1031710" y="4633143"/>
                <a:ext cx="199440" cy="2260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23BC93D-15C4-55DB-664F-E059B433510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13710" y="4615503"/>
                  <a:ext cx="235080" cy="26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5BB1EA8-466C-CBDA-A738-960231AAA281}"/>
              </a:ext>
            </a:extLst>
          </p:cNvPr>
          <p:cNvGrpSpPr/>
          <p:nvPr/>
        </p:nvGrpSpPr>
        <p:grpSpPr>
          <a:xfrm>
            <a:off x="166270" y="5294823"/>
            <a:ext cx="1345320" cy="781920"/>
            <a:chOff x="166270" y="5294823"/>
            <a:chExt cx="1345320" cy="78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B698C6E-6C31-EFD9-4254-C1CF249F3D9E}"/>
                    </a:ext>
                  </a:extLst>
                </p14:cNvPr>
                <p14:cNvContentPartPr/>
                <p14:nvPr/>
              </p14:nvContentPartPr>
              <p14:xfrm>
                <a:off x="166270" y="5311383"/>
                <a:ext cx="103320" cy="318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B698C6E-6C31-EFD9-4254-C1CF249F3D9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48630" y="5293383"/>
                  <a:ext cx="1389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A3C2E1B-36B9-2969-DE1A-D649219553CF}"/>
                    </a:ext>
                  </a:extLst>
                </p14:cNvPr>
                <p14:cNvContentPartPr/>
                <p14:nvPr/>
              </p14:nvContentPartPr>
              <p14:xfrm>
                <a:off x="226030" y="5294823"/>
                <a:ext cx="142200" cy="354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A3C2E1B-36B9-2969-DE1A-D649219553C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8030" y="5277183"/>
                  <a:ext cx="1778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C25D5CE-495C-4370-2283-B1A630B31A76}"/>
                    </a:ext>
                  </a:extLst>
                </p14:cNvPr>
                <p14:cNvContentPartPr/>
                <p14:nvPr/>
              </p14:nvContentPartPr>
              <p14:xfrm>
                <a:off x="432310" y="5565543"/>
                <a:ext cx="115560" cy="318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C25D5CE-495C-4370-2283-B1A630B31A7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14310" y="5547543"/>
                  <a:ext cx="1512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9E0FD6D-4D36-F7E1-73FF-6217D18F6E4B}"/>
                    </a:ext>
                  </a:extLst>
                </p14:cNvPr>
                <p14:cNvContentPartPr/>
                <p14:nvPr/>
              </p14:nvContentPartPr>
              <p14:xfrm>
                <a:off x="661630" y="5541063"/>
                <a:ext cx="90000" cy="61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9E0FD6D-4D36-F7E1-73FF-6217D18F6E4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3990" y="5523063"/>
                  <a:ext cx="125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06E0C6C-6CCF-7AFA-8754-F45126ED2544}"/>
                    </a:ext>
                  </a:extLst>
                </p14:cNvPr>
                <p14:cNvContentPartPr/>
                <p14:nvPr/>
              </p14:nvContentPartPr>
              <p14:xfrm>
                <a:off x="811030" y="5407143"/>
                <a:ext cx="109440" cy="243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06E0C6C-6CCF-7AFA-8754-F45126ED254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93390" y="5389143"/>
                  <a:ext cx="145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054F395-49EF-E239-DC83-495C28A01BBF}"/>
                    </a:ext>
                  </a:extLst>
                </p14:cNvPr>
                <p14:cNvContentPartPr/>
                <p14:nvPr/>
              </p14:nvContentPartPr>
              <p14:xfrm>
                <a:off x="852070" y="5355303"/>
                <a:ext cx="144360" cy="109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054F395-49EF-E239-DC83-495C28A01BB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34070" y="5337663"/>
                  <a:ext cx="1800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7C1A8A0-F777-85CF-E93F-4C4F8A4A3375}"/>
                    </a:ext>
                  </a:extLst>
                </p14:cNvPr>
                <p14:cNvContentPartPr/>
                <p14:nvPr/>
              </p14:nvContentPartPr>
              <p14:xfrm>
                <a:off x="1069870" y="5371143"/>
                <a:ext cx="50040" cy="338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7C1A8A0-F777-85CF-E93F-4C4F8A4A337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51870" y="5353143"/>
                  <a:ext cx="856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4976F62-DADB-0E01-56B1-958D9E2C36FD}"/>
                    </a:ext>
                  </a:extLst>
                </p14:cNvPr>
                <p14:cNvContentPartPr/>
                <p14:nvPr/>
              </p14:nvContentPartPr>
              <p14:xfrm>
                <a:off x="1116310" y="5338743"/>
                <a:ext cx="128160" cy="349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4976F62-DADB-0E01-56B1-958D9E2C36F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98670" y="5320743"/>
                  <a:ext cx="16380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A1AFF70-82E3-E9D8-677A-6FE25486A4D7}"/>
                    </a:ext>
                  </a:extLst>
                </p14:cNvPr>
                <p14:cNvContentPartPr/>
                <p14:nvPr/>
              </p14:nvContentPartPr>
              <p14:xfrm>
                <a:off x="1265350" y="5607303"/>
                <a:ext cx="246240" cy="229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A1AFF70-82E3-E9D8-677A-6FE25486A4D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247350" y="5589303"/>
                  <a:ext cx="2818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D5358E9-EA0E-4F1C-E55C-C73925B2710D}"/>
                    </a:ext>
                  </a:extLst>
                </p14:cNvPr>
                <p14:cNvContentPartPr/>
                <p14:nvPr/>
              </p14:nvContentPartPr>
              <p14:xfrm>
                <a:off x="1147270" y="5839143"/>
                <a:ext cx="314280" cy="237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D5358E9-EA0E-4F1C-E55C-C73925B2710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29630" y="5821143"/>
                  <a:ext cx="34992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B762AC4-701B-77C2-958A-7194E70A102A}"/>
              </a:ext>
            </a:extLst>
          </p:cNvPr>
          <p:cNvGrpSpPr/>
          <p:nvPr/>
        </p:nvGrpSpPr>
        <p:grpSpPr>
          <a:xfrm>
            <a:off x="1814710" y="3362703"/>
            <a:ext cx="675360" cy="3088080"/>
            <a:chOff x="1814710" y="3362703"/>
            <a:chExt cx="675360" cy="30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717D32F-15F6-7049-B344-52B8C05C2E96}"/>
                    </a:ext>
                  </a:extLst>
                </p14:cNvPr>
                <p14:cNvContentPartPr/>
                <p14:nvPr/>
              </p14:nvContentPartPr>
              <p14:xfrm>
                <a:off x="1814710" y="3362703"/>
                <a:ext cx="492480" cy="3088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717D32F-15F6-7049-B344-52B8C05C2E9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796710" y="3345063"/>
                  <a:ext cx="528120" cy="31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9A7D1B5-B9F5-4CA2-27B7-11CCCD5D16AD}"/>
                    </a:ext>
                  </a:extLst>
                </p14:cNvPr>
                <p14:cNvContentPartPr/>
                <p14:nvPr/>
              </p14:nvContentPartPr>
              <p14:xfrm>
                <a:off x="2440750" y="3628383"/>
                <a:ext cx="49320" cy="311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9A7D1B5-B9F5-4CA2-27B7-11CCCD5D16A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422750" y="3610383"/>
                  <a:ext cx="849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B5E9997-9B16-B6DE-E4A3-CE50059C62EE}"/>
                    </a:ext>
                  </a:extLst>
                </p14:cNvPr>
                <p14:cNvContentPartPr/>
                <p14:nvPr/>
              </p14:nvContentPartPr>
              <p14:xfrm>
                <a:off x="2294590" y="4604703"/>
                <a:ext cx="174960" cy="246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B5E9997-9B16-B6DE-E4A3-CE50059C62E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276950" y="4587063"/>
                  <a:ext cx="2106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686A3C5-1EAE-D8E0-5AAE-74BCDE07C228}"/>
                    </a:ext>
                  </a:extLst>
                </p14:cNvPr>
                <p14:cNvContentPartPr/>
                <p14:nvPr/>
              </p14:nvContentPartPr>
              <p14:xfrm>
                <a:off x="2271910" y="5338383"/>
                <a:ext cx="137520" cy="1828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686A3C5-1EAE-D8E0-5AAE-74BCDE07C22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254270" y="5320383"/>
                  <a:ext cx="173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584BC78-C8BD-F99B-9D9C-3F33B19F8811}"/>
                    </a:ext>
                  </a:extLst>
                </p14:cNvPr>
                <p14:cNvContentPartPr/>
                <p14:nvPr/>
              </p14:nvContentPartPr>
              <p14:xfrm>
                <a:off x="2253910" y="5870103"/>
                <a:ext cx="136440" cy="210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584BC78-C8BD-F99B-9D9C-3F33B19F881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236270" y="5852463"/>
                  <a:ext cx="17208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31626053-3A6F-D8A3-7790-5CB3533A6064}"/>
                  </a:ext>
                </a:extLst>
              </p14:cNvPr>
              <p14:cNvContentPartPr/>
              <p14:nvPr/>
            </p14:nvContentPartPr>
            <p14:xfrm>
              <a:off x="3000910" y="3705783"/>
              <a:ext cx="190440" cy="2779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31626053-3A6F-D8A3-7790-5CB3533A6064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2983270" y="3688143"/>
                <a:ext cx="22608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B74129E-7282-89C8-BEA4-B245E00CDC7F}"/>
                  </a:ext>
                </a:extLst>
              </p14:cNvPr>
              <p14:cNvContentPartPr/>
              <p14:nvPr/>
            </p14:nvContentPartPr>
            <p14:xfrm>
              <a:off x="3063190" y="4481583"/>
              <a:ext cx="25920" cy="2322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B74129E-7282-89C8-BEA4-B245E00CDC7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3045550" y="4463583"/>
                <a:ext cx="6156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7612C50A-14FE-B051-38D6-60870617633C}"/>
                  </a:ext>
                </a:extLst>
              </p14:cNvPr>
              <p14:cNvContentPartPr/>
              <p14:nvPr/>
            </p14:nvContentPartPr>
            <p14:xfrm>
              <a:off x="2886070" y="5187543"/>
              <a:ext cx="182160" cy="2797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7612C50A-14FE-B051-38D6-60870617633C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868430" y="5169903"/>
                <a:ext cx="21780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074775D7-AE7E-A075-9B03-434DE6AED77C}"/>
                  </a:ext>
                </a:extLst>
              </p14:cNvPr>
              <p14:cNvContentPartPr/>
              <p14:nvPr/>
            </p14:nvContentPartPr>
            <p14:xfrm>
              <a:off x="2882830" y="5797383"/>
              <a:ext cx="209520" cy="2444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074775D7-AE7E-A075-9B03-434DE6AED77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865190" y="5779743"/>
                <a:ext cx="24516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C4E0AED9-2752-33B1-FB3C-357D756DD6AD}"/>
                  </a:ext>
                </a:extLst>
              </p14:cNvPr>
              <p14:cNvContentPartPr/>
              <p14:nvPr/>
            </p14:nvContentPartPr>
            <p14:xfrm>
              <a:off x="3773830" y="3714423"/>
              <a:ext cx="250920" cy="3096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C4E0AED9-2752-33B1-FB3C-357D756DD6AD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756190" y="3696423"/>
                <a:ext cx="28656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4C73AEFE-F25F-A603-92E2-3108673B7A83}"/>
                  </a:ext>
                </a:extLst>
              </p14:cNvPr>
              <p14:cNvContentPartPr/>
              <p14:nvPr/>
            </p14:nvContentPartPr>
            <p14:xfrm>
              <a:off x="3811630" y="4423623"/>
              <a:ext cx="136080" cy="2224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4C73AEFE-F25F-A603-92E2-3108673B7A83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3793990" y="4405983"/>
                <a:ext cx="17172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F4D8645-5BDF-E1A6-E35A-9C4F0087F7D5}"/>
                  </a:ext>
                </a:extLst>
              </p14:cNvPr>
              <p14:cNvContentPartPr/>
              <p14:nvPr/>
            </p14:nvContentPartPr>
            <p14:xfrm>
              <a:off x="3761590" y="5092503"/>
              <a:ext cx="22320" cy="1980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F4D8645-5BDF-E1A6-E35A-9C4F0087F7D5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3743590" y="5074863"/>
                <a:ext cx="579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02E5EE14-E3FF-E6C3-9781-642D725734A5}"/>
                  </a:ext>
                </a:extLst>
              </p14:cNvPr>
              <p14:cNvContentPartPr/>
              <p14:nvPr/>
            </p14:nvContentPartPr>
            <p14:xfrm>
              <a:off x="3651430" y="5774703"/>
              <a:ext cx="181080" cy="2397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02E5EE14-E3FF-E6C3-9781-642D725734A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3633430" y="5757063"/>
                <a:ext cx="216720" cy="27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BC55755-BAE6-B9DA-70E9-5312D64BF848}"/>
              </a:ext>
            </a:extLst>
          </p:cNvPr>
          <p:cNvGrpSpPr/>
          <p:nvPr/>
        </p:nvGrpSpPr>
        <p:grpSpPr>
          <a:xfrm>
            <a:off x="4592470" y="3779943"/>
            <a:ext cx="400680" cy="286560"/>
            <a:chOff x="4592470" y="3779943"/>
            <a:chExt cx="40068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2ED2792-89A5-187B-732F-B1BC9FFF8656}"/>
                    </a:ext>
                  </a:extLst>
                </p14:cNvPr>
                <p14:cNvContentPartPr/>
                <p14:nvPr/>
              </p14:nvContentPartPr>
              <p14:xfrm>
                <a:off x="4592470" y="3779943"/>
                <a:ext cx="33120" cy="2548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2ED2792-89A5-187B-732F-B1BC9FFF865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74830" y="3761943"/>
                  <a:ext cx="687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50C1024-C3CF-0FB9-0B98-72B57C7F3913}"/>
                    </a:ext>
                  </a:extLst>
                </p14:cNvPr>
                <p14:cNvContentPartPr/>
                <p14:nvPr/>
              </p14:nvContentPartPr>
              <p14:xfrm>
                <a:off x="4800910" y="3786783"/>
                <a:ext cx="192240" cy="2797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50C1024-C3CF-0FB9-0B98-72B57C7F391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782910" y="3769143"/>
                  <a:ext cx="227880" cy="31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21395444-CC2E-2D37-29C7-AABB2F8F5586}"/>
              </a:ext>
            </a:extLst>
          </p:cNvPr>
          <p:cNvGrpSpPr/>
          <p:nvPr/>
        </p:nvGrpSpPr>
        <p:grpSpPr>
          <a:xfrm>
            <a:off x="4513990" y="4340463"/>
            <a:ext cx="388440" cy="313560"/>
            <a:chOff x="4513990" y="4340463"/>
            <a:chExt cx="38844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86F9ABE-8CDF-7A07-8A2D-F50ED9B204E2}"/>
                    </a:ext>
                  </a:extLst>
                </p14:cNvPr>
                <p14:cNvContentPartPr/>
                <p14:nvPr/>
              </p14:nvContentPartPr>
              <p14:xfrm>
                <a:off x="4513990" y="4469343"/>
                <a:ext cx="141120" cy="10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86F9ABE-8CDF-7A07-8A2D-F50ED9B204E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496350" y="4451343"/>
                  <a:ext cx="176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4021E5A-AFDB-47E2-788D-B4ED4E4BDC3A}"/>
                    </a:ext>
                  </a:extLst>
                </p14:cNvPr>
                <p14:cNvContentPartPr/>
                <p14:nvPr/>
              </p14:nvContentPartPr>
              <p14:xfrm>
                <a:off x="4782190" y="4340463"/>
                <a:ext cx="120240" cy="3135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4021E5A-AFDB-47E2-788D-B4ED4E4BDC3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764550" y="4322463"/>
                  <a:ext cx="155880" cy="34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3040D3B-A782-77CE-DF61-5FC5ECF69EE7}"/>
              </a:ext>
            </a:extLst>
          </p:cNvPr>
          <p:cNvGrpSpPr/>
          <p:nvPr/>
        </p:nvGrpSpPr>
        <p:grpSpPr>
          <a:xfrm>
            <a:off x="4431910" y="5020143"/>
            <a:ext cx="448200" cy="207000"/>
            <a:chOff x="4431910" y="5020143"/>
            <a:chExt cx="44820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47A45F0-0B0C-19BA-32E4-272D0B085EC3}"/>
                    </a:ext>
                  </a:extLst>
                </p14:cNvPr>
                <p14:cNvContentPartPr/>
                <p14:nvPr/>
              </p14:nvContentPartPr>
              <p14:xfrm>
                <a:off x="4431910" y="5068023"/>
                <a:ext cx="172440" cy="201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47A45F0-0B0C-19BA-32E4-272D0B085EC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414270" y="5050023"/>
                  <a:ext cx="208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DA2C785-C2BC-83EA-D35A-84EFCA2C79ED}"/>
                    </a:ext>
                  </a:extLst>
                </p14:cNvPr>
                <p14:cNvContentPartPr/>
                <p14:nvPr/>
              </p14:nvContentPartPr>
              <p14:xfrm>
                <a:off x="4673470" y="5020143"/>
                <a:ext cx="206640" cy="2070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DA2C785-C2BC-83EA-D35A-84EFCA2C79E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655830" y="5002503"/>
                  <a:ext cx="24228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E0E97084-0907-4978-7FBD-E44E53C57B90}"/>
              </a:ext>
            </a:extLst>
          </p:cNvPr>
          <p:cNvGrpSpPr/>
          <p:nvPr/>
        </p:nvGrpSpPr>
        <p:grpSpPr>
          <a:xfrm>
            <a:off x="4611910" y="5604063"/>
            <a:ext cx="270360" cy="353520"/>
            <a:chOff x="4611910" y="5604063"/>
            <a:chExt cx="270360" cy="3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93DB0B4-D6F5-E23D-B9ED-0CC4CA0BCF7F}"/>
                    </a:ext>
                  </a:extLst>
                </p14:cNvPr>
                <p14:cNvContentPartPr/>
                <p14:nvPr/>
              </p14:nvContentPartPr>
              <p14:xfrm>
                <a:off x="4611910" y="5687583"/>
                <a:ext cx="134280" cy="2700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93DB0B4-D6F5-E23D-B9ED-0CC4CA0BCF7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93910" y="5669943"/>
                  <a:ext cx="1699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A15E6A4-7F3E-025F-3752-30DAE0EB343E}"/>
                    </a:ext>
                  </a:extLst>
                </p14:cNvPr>
                <p14:cNvContentPartPr/>
                <p14:nvPr/>
              </p14:nvContentPartPr>
              <p14:xfrm>
                <a:off x="4727110" y="5604063"/>
                <a:ext cx="155160" cy="579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A15E6A4-7F3E-025F-3752-30DAE0EB343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709470" y="5586063"/>
                  <a:ext cx="190800" cy="9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4E8255C0-0789-9D9D-E5F0-E2032FC7AF0E}"/>
                  </a:ext>
                </a:extLst>
              </p14:cNvPr>
              <p14:cNvContentPartPr/>
              <p14:nvPr/>
            </p14:nvContentPartPr>
            <p14:xfrm>
              <a:off x="5167030" y="3501303"/>
              <a:ext cx="349560" cy="265032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4E8255C0-0789-9D9D-E5F0-E2032FC7AF0E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149030" y="3483663"/>
                <a:ext cx="385200" cy="268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6B09340D-25AB-4ABB-3DA4-38C35C17CA0A}"/>
                  </a:ext>
                </a:extLst>
              </p14:cNvPr>
              <p14:cNvContentPartPr/>
              <p14:nvPr/>
            </p14:nvContentPartPr>
            <p14:xfrm>
              <a:off x="5911150" y="5161623"/>
              <a:ext cx="126000" cy="936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6B09340D-25AB-4ABB-3DA4-38C35C17CA0A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893510" y="5143983"/>
                <a:ext cx="1616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66411096-8AFC-5210-AD31-55B74B273CEE}"/>
                  </a:ext>
                </a:extLst>
              </p14:cNvPr>
              <p14:cNvContentPartPr/>
              <p14:nvPr/>
            </p14:nvContentPartPr>
            <p14:xfrm>
              <a:off x="5826910" y="5308503"/>
              <a:ext cx="129600" cy="262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66411096-8AFC-5210-AD31-55B74B273CEE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809270" y="5290503"/>
                <a:ext cx="16524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D52420C3-C683-6403-1AD6-EE708D2E2229}"/>
              </a:ext>
            </a:extLst>
          </p:cNvPr>
          <p:cNvGrpSpPr/>
          <p:nvPr/>
        </p:nvGrpSpPr>
        <p:grpSpPr>
          <a:xfrm>
            <a:off x="6704230" y="3361623"/>
            <a:ext cx="852120" cy="2812680"/>
            <a:chOff x="6704230" y="3361623"/>
            <a:chExt cx="852120" cy="281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A4D9815-CCC9-CF61-2774-7DF1E2DD4E4A}"/>
                    </a:ext>
                  </a:extLst>
                </p14:cNvPr>
                <p14:cNvContentPartPr/>
                <p14:nvPr/>
              </p14:nvContentPartPr>
              <p14:xfrm>
                <a:off x="6704230" y="3459903"/>
                <a:ext cx="442440" cy="27144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A4D9815-CCC9-CF61-2774-7DF1E2DD4E4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686230" y="3441903"/>
                  <a:ext cx="478080" cy="27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B051284-0CCD-6556-B682-E742DBCD0B33}"/>
                    </a:ext>
                  </a:extLst>
                </p14:cNvPr>
                <p14:cNvContentPartPr/>
                <p14:nvPr/>
              </p14:nvContentPartPr>
              <p14:xfrm>
                <a:off x="7356190" y="3361623"/>
                <a:ext cx="6480" cy="550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B051284-0CCD-6556-B682-E742DBCD0B3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338550" y="3343983"/>
                  <a:ext cx="42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4E63806-A7FA-D1AC-6630-E3BF0B039007}"/>
                    </a:ext>
                  </a:extLst>
                </p14:cNvPr>
                <p14:cNvContentPartPr/>
                <p14:nvPr/>
              </p14:nvContentPartPr>
              <p14:xfrm>
                <a:off x="7257910" y="3732423"/>
                <a:ext cx="14760" cy="164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4E63806-A7FA-D1AC-6630-E3BF0B03900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240270" y="3714783"/>
                  <a:ext cx="504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0390DA5-0F02-5826-6CB5-241A6C97CCB8}"/>
                    </a:ext>
                  </a:extLst>
                </p14:cNvPr>
                <p14:cNvContentPartPr/>
                <p14:nvPr/>
              </p14:nvContentPartPr>
              <p14:xfrm>
                <a:off x="7418830" y="3712263"/>
                <a:ext cx="137520" cy="2286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0390DA5-0F02-5826-6CB5-241A6C97CCB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401190" y="3694623"/>
                  <a:ext cx="17316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FCCCE6A-9AF5-49FB-30E4-18C1C69AE830}"/>
              </a:ext>
            </a:extLst>
          </p:cNvPr>
          <p:cNvGrpSpPr/>
          <p:nvPr/>
        </p:nvGrpSpPr>
        <p:grpSpPr>
          <a:xfrm>
            <a:off x="8154310" y="3698943"/>
            <a:ext cx="396720" cy="237600"/>
            <a:chOff x="8154310" y="3698943"/>
            <a:chExt cx="39672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374CDF5-1D17-E84B-7627-A0E130FF39B5}"/>
                    </a:ext>
                  </a:extLst>
                </p14:cNvPr>
                <p14:cNvContentPartPr/>
                <p14:nvPr/>
              </p14:nvContentPartPr>
              <p14:xfrm>
                <a:off x="8154310" y="3784983"/>
                <a:ext cx="127800" cy="4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374CDF5-1D17-E84B-7627-A0E130FF39B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136310" y="3767343"/>
                  <a:ext cx="163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AAC1BBE-1844-BD42-247B-2577FEC36A1C}"/>
                    </a:ext>
                  </a:extLst>
                </p14:cNvPr>
                <p14:cNvContentPartPr/>
                <p14:nvPr/>
              </p14:nvContentPartPr>
              <p14:xfrm>
                <a:off x="8424310" y="3698943"/>
                <a:ext cx="126720" cy="237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AAC1BBE-1844-BD42-247B-2577FEC36A1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406310" y="3681303"/>
                  <a:ext cx="16236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7E619F14-03CE-B38B-76D8-D208CE562C07}"/>
              </a:ext>
            </a:extLst>
          </p:cNvPr>
          <p:cNvGrpSpPr/>
          <p:nvPr/>
        </p:nvGrpSpPr>
        <p:grpSpPr>
          <a:xfrm>
            <a:off x="9007150" y="3774903"/>
            <a:ext cx="439200" cy="175680"/>
            <a:chOff x="9007150" y="3774903"/>
            <a:chExt cx="439200" cy="17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EDC4DD8-0C76-AF1E-E5AD-269DEDB918FD}"/>
                    </a:ext>
                  </a:extLst>
                </p14:cNvPr>
                <p14:cNvContentPartPr/>
                <p14:nvPr/>
              </p14:nvContentPartPr>
              <p14:xfrm>
                <a:off x="9007150" y="3840063"/>
                <a:ext cx="154440" cy="129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EDC4DD8-0C76-AF1E-E5AD-269DEDB918F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989510" y="3822423"/>
                  <a:ext cx="1900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6D9320E-892F-E23A-13A7-85659DC94221}"/>
                    </a:ext>
                  </a:extLst>
                </p14:cNvPr>
                <p14:cNvContentPartPr/>
                <p14:nvPr/>
              </p14:nvContentPartPr>
              <p14:xfrm>
                <a:off x="9248710" y="3774903"/>
                <a:ext cx="197640" cy="175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6D9320E-892F-E23A-13A7-85659DC9422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230710" y="3757263"/>
                  <a:ext cx="233280" cy="2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78892F77-29EC-8B59-B392-D1ED758651BF}"/>
                  </a:ext>
                </a:extLst>
              </p14:cNvPr>
              <p14:cNvContentPartPr/>
              <p14:nvPr/>
            </p14:nvContentPartPr>
            <p14:xfrm>
              <a:off x="9769990" y="3604983"/>
              <a:ext cx="349920" cy="23112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78892F77-29EC-8B59-B392-D1ED758651BF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751990" y="3586983"/>
                <a:ext cx="385560" cy="26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D00FED-EF62-5C03-BDC2-21837A4B2D34}"/>
              </a:ext>
            </a:extLst>
          </p:cNvPr>
          <p:cNvGrpSpPr/>
          <p:nvPr/>
        </p:nvGrpSpPr>
        <p:grpSpPr>
          <a:xfrm>
            <a:off x="7249990" y="4309863"/>
            <a:ext cx="451800" cy="321840"/>
            <a:chOff x="7249990" y="4309863"/>
            <a:chExt cx="45180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28F6389-94DD-C5E8-1462-7F1BFD893AD6}"/>
                    </a:ext>
                  </a:extLst>
                </p14:cNvPr>
                <p14:cNvContentPartPr/>
                <p14:nvPr/>
              </p14:nvContentPartPr>
              <p14:xfrm>
                <a:off x="7249990" y="4420023"/>
                <a:ext cx="144720" cy="108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28F6389-94DD-C5E8-1462-7F1BFD893AD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232350" y="4402023"/>
                  <a:ext cx="180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1FEA0CE-55A8-BCBA-B246-D286AEF5EC03}"/>
                    </a:ext>
                  </a:extLst>
                </p14:cNvPr>
                <p14:cNvContentPartPr/>
                <p14:nvPr/>
              </p14:nvContentPartPr>
              <p14:xfrm>
                <a:off x="7545190" y="4309863"/>
                <a:ext cx="156600" cy="321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1FEA0CE-55A8-BCBA-B246-D286AEF5EC0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527550" y="4291863"/>
                  <a:ext cx="192240" cy="35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75E048D1-D4D6-46C5-9EF8-C51E8F6A56FC}"/>
                  </a:ext>
                </a:extLst>
              </p14:cNvPr>
              <p14:cNvContentPartPr/>
              <p14:nvPr/>
            </p14:nvContentPartPr>
            <p14:xfrm>
              <a:off x="8376790" y="4455663"/>
              <a:ext cx="275400" cy="19476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75E048D1-D4D6-46C5-9EF8-C51E8F6A56FC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8359150" y="4437663"/>
                <a:ext cx="31104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4833CB26-274C-C78D-F601-A4B3CD2D2B74}"/>
                  </a:ext>
                </a:extLst>
              </p14:cNvPr>
              <p14:cNvContentPartPr/>
              <p14:nvPr/>
            </p14:nvContentPartPr>
            <p14:xfrm>
              <a:off x="9304150" y="4427223"/>
              <a:ext cx="25920" cy="20340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4833CB26-274C-C78D-F601-A4B3CD2D2B74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286510" y="4409223"/>
                <a:ext cx="615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BBBAB98-F12D-5766-E813-539EFC49FE26}"/>
                  </a:ext>
                </a:extLst>
              </p14:cNvPr>
              <p14:cNvContentPartPr/>
              <p14:nvPr/>
            </p14:nvContentPartPr>
            <p14:xfrm>
              <a:off x="9874390" y="4302663"/>
              <a:ext cx="271800" cy="2872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BBBAB98-F12D-5766-E813-539EFC49FE26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9856390" y="4285023"/>
                <a:ext cx="307440" cy="32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224EFD59-8F96-4FD3-0F5C-F6506A050C59}"/>
              </a:ext>
            </a:extLst>
          </p:cNvPr>
          <p:cNvGrpSpPr/>
          <p:nvPr/>
        </p:nvGrpSpPr>
        <p:grpSpPr>
          <a:xfrm>
            <a:off x="7185550" y="5024823"/>
            <a:ext cx="431640" cy="303840"/>
            <a:chOff x="7185550" y="5024823"/>
            <a:chExt cx="43164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D51FAB0-887E-730D-927A-7F82FB583BAA}"/>
                    </a:ext>
                  </a:extLst>
                </p14:cNvPr>
                <p14:cNvContentPartPr/>
                <p14:nvPr/>
              </p14:nvContentPartPr>
              <p14:xfrm>
                <a:off x="7185550" y="5097183"/>
                <a:ext cx="148320" cy="370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D51FAB0-887E-730D-927A-7F82FB583BA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167550" y="5079543"/>
                  <a:ext cx="1839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690EC91-27AC-5EB9-5F17-BA8F46C67799}"/>
                    </a:ext>
                  </a:extLst>
                </p14:cNvPr>
                <p14:cNvContentPartPr/>
                <p14:nvPr/>
              </p14:nvContentPartPr>
              <p14:xfrm>
                <a:off x="7449790" y="5024823"/>
                <a:ext cx="167400" cy="3038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690EC91-27AC-5EB9-5F17-BA8F46C6779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431790" y="5006823"/>
                  <a:ext cx="203040" cy="33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86F2E0D3-300B-AAF4-C3EF-C5F2EE97D8F0}"/>
                  </a:ext>
                </a:extLst>
              </p14:cNvPr>
              <p14:cNvContentPartPr/>
              <p14:nvPr/>
            </p14:nvContentPartPr>
            <p14:xfrm>
              <a:off x="8187430" y="5030223"/>
              <a:ext cx="209160" cy="22464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86F2E0D3-300B-AAF4-C3EF-C5F2EE97D8F0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8169430" y="5012223"/>
                <a:ext cx="2448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9133A9AD-B93D-20C7-C363-1910F517BD02}"/>
                  </a:ext>
                </a:extLst>
              </p14:cNvPr>
              <p14:cNvContentPartPr/>
              <p14:nvPr/>
            </p14:nvContentPartPr>
            <p14:xfrm>
              <a:off x="9019750" y="5024463"/>
              <a:ext cx="158760" cy="1828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9133A9AD-B93D-20C7-C363-1910F517BD02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9002110" y="5006463"/>
                <a:ext cx="1944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CC00BE6B-E67A-2A70-3E95-57E79A13C4F2}"/>
                  </a:ext>
                </a:extLst>
              </p14:cNvPr>
              <p14:cNvContentPartPr/>
              <p14:nvPr/>
            </p14:nvContentPartPr>
            <p14:xfrm>
              <a:off x="9844870" y="5035623"/>
              <a:ext cx="241560" cy="2401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CC00BE6B-E67A-2A70-3E95-57E79A13C4F2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9826870" y="5017983"/>
                <a:ext cx="277200" cy="2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78488A7E-98E8-13ED-3DD7-21DC69524B83}"/>
              </a:ext>
            </a:extLst>
          </p:cNvPr>
          <p:cNvGrpSpPr/>
          <p:nvPr/>
        </p:nvGrpSpPr>
        <p:grpSpPr>
          <a:xfrm>
            <a:off x="7319470" y="5704503"/>
            <a:ext cx="286560" cy="271800"/>
            <a:chOff x="7319470" y="5704503"/>
            <a:chExt cx="28656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6069E33-6B22-2FB5-62F0-90B54F0E4835}"/>
                    </a:ext>
                  </a:extLst>
                </p14:cNvPr>
                <p14:cNvContentPartPr/>
                <p14:nvPr/>
              </p14:nvContentPartPr>
              <p14:xfrm>
                <a:off x="7319470" y="5704503"/>
                <a:ext cx="22680" cy="271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6069E33-6B22-2FB5-62F0-90B54F0E483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301830" y="5686863"/>
                  <a:ext cx="583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C890E49-4EEE-F973-F1E0-F63808E77D5E}"/>
                    </a:ext>
                  </a:extLst>
                </p14:cNvPr>
                <p14:cNvContentPartPr/>
                <p14:nvPr/>
              </p14:nvContentPartPr>
              <p14:xfrm>
                <a:off x="7475710" y="5762823"/>
                <a:ext cx="130320" cy="1861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C890E49-4EEE-F973-F1E0-F63808E77D5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457710" y="5745183"/>
                  <a:ext cx="16596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534ABD0-66C1-3EDD-5754-72365E357CE0}"/>
              </a:ext>
            </a:extLst>
          </p:cNvPr>
          <p:cNvGrpSpPr/>
          <p:nvPr/>
        </p:nvGrpSpPr>
        <p:grpSpPr>
          <a:xfrm>
            <a:off x="8096350" y="5745543"/>
            <a:ext cx="568080" cy="219240"/>
            <a:chOff x="8096350" y="5745543"/>
            <a:chExt cx="56808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CD86FEE-8803-E125-45DB-8CD3858E0736}"/>
                    </a:ext>
                  </a:extLst>
                </p14:cNvPr>
                <p14:cNvContentPartPr/>
                <p14:nvPr/>
              </p14:nvContentPartPr>
              <p14:xfrm>
                <a:off x="8096350" y="5858943"/>
                <a:ext cx="129600" cy="18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CD86FEE-8803-E125-45DB-8CD3858E073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078350" y="5840943"/>
                  <a:ext cx="165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3148F77-945B-7200-BD05-CBBEDB5834CB}"/>
                    </a:ext>
                  </a:extLst>
                </p14:cNvPr>
                <p14:cNvContentPartPr/>
                <p14:nvPr/>
              </p14:nvContentPartPr>
              <p14:xfrm>
                <a:off x="8342950" y="5745543"/>
                <a:ext cx="20520" cy="219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3148F77-945B-7200-BD05-CBBEDB5834C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325310" y="5727903"/>
                  <a:ext cx="561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3C90342-3AA1-5047-AA2D-3589A24241AE}"/>
                    </a:ext>
                  </a:extLst>
                </p14:cNvPr>
                <p14:cNvContentPartPr/>
                <p14:nvPr/>
              </p14:nvContentPartPr>
              <p14:xfrm>
                <a:off x="8514310" y="5765703"/>
                <a:ext cx="150120" cy="189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3C90342-3AA1-5047-AA2D-3589A24241A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496670" y="5747703"/>
                  <a:ext cx="185760" cy="22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78E1D8F1-7C82-1E58-9B21-C9EF143D2E84}"/>
                  </a:ext>
                </a:extLst>
              </p14:cNvPr>
              <p14:cNvContentPartPr/>
              <p14:nvPr/>
            </p14:nvContentPartPr>
            <p14:xfrm>
              <a:off x="9174550" y="5716743"/>
              <a:ext cx="160200" cy="2325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78E1D8F1-7C82-1E58-9B21-C9EF143D2E84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9156910" y="5699103"/>
                <a:ext cx="195840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83F6F8B2-3A9F-0B6A-C465-19BAF8F3630A}"/>
              </a:ext>
            </a:extLst>
          </p:cNvPr>
          <p:cNvGrpSpPr/>
          <p:nvPr/>
        </p:nvGrpSpPr>
        <p:grpSpPr>
          <a:xfrm>
            <a:off x="10005430" y="3426783"/>
            <a:ext cx="522360" cy="2779200"/>
            <a:chOff x="10005430" y="3426783"/>
            <a:chExt cx="522360" cy="277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2515AA9-9261-1FA4-52E4-180B7B6F4F4A}"/>
                    </a:ext>
                  </a:extLst>
                </p14:cNvPr>
                <p14:cNvContentPartPr/>
                <p14:nvPr/>
              </p14:nvContentPartPr>
              <p14:xfrm>
                <a:off x="10005430" y="5664543"/>
                <a:ext cx="18360" cy="272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2515AA9-9261-1FA4-52E4-180B7B6F4F4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987430" y="5646543"/>
                  <a:ext cx="540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1C1FD9A-2B32-FB80-11B6-17CE023175C1}"/>
                    </a:ext>
                  </a:extLst>
                </p14:cNvPr>
                <p14:cNvContentPartPr/>
                <p14:nvPr/>
              </p14:nvContentPartPr>
              <p14:xfrm>
                <a:off x="10144390" y="3426783"/>
                <a:ext cx="383400" cy="27792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1C1FD9A-2B32-FB80-11B6-17CE023175C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126750" y="3408783"/>
                  <a:ext cx="419040" cy="28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2B6C281D-8D4C-4211-FBA1-7B52D352358B}"/>
              </a:ext>
            </a:extLst>
          </p:cNvPr>
          <p:cNvGrpSpPr/>
          <p:nvPr/>
        </p:nvGrpSpPr>
        <p:grpSpPr>
          <a:xfrm>
            <a:off x="10963030" y="4611543"/>
            <a:ext cx="326160" cy="390960"/>
            <a:chOff x="10963030" y="4611543"/>
            <a:chExt cx="32616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C090EC3-900B-F88A-3127-33E1DE61C28F}"/>
                    </a:ext>
                  </a:extLst>
                </p14:cNvPr>
                <p14:cNvContentPartPr/>
                <p14:nvPr/>
              </p14:nvContentPartPr>
              <p14:xfrm>
                <a:off x="10995790" y="4611543"/>
                <a:ext cx="293400" cy="390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C090EC3-900B-F88A-3127-33E1DE61C28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977790" y="4593543"/>
                  <a:ext cx="32904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D95D46C-2956-1976-0CA1-D006F55D08B0}"/>
                    </a:ext>
                  </a:extLst>
                </p14:cNvPr>
                <p14:cNvContentPartPr/>
                <p14:nvPr/>
              </p14:nvContentPartPr>
              <p14:xfrm>
                <a:off x="10963030" y="4902063"/>
                <a:ext cx="197640" cy="25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D95D46C-2956-1976-0CA1-D006F55D08B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945030" y="4884063"/>
                  <a:ext cx="23328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4EA8BB59-8698-383D-A8C2-FF930C457C8C}"/>
                  </a:ext>
                </a:extLst>
              </p14:cNvPr>
              <p14:cNvContentPartPr/>
              <p14:nvPr/>
            </p14:nvContentPartPr>
            <p14:xfrm>
              <a:off x="5115190" y="3849063"/>
              <a:ext cx="1440" cy="72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4EA8BB59-8698-383D-A8C2-FF930C457C8C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5097190" y="3831423"/>
                <a:ext cx="370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032D854A-5E22-3367-9B91-37EECBD9454C}"/>
                  </a:ext>
                </a:extLst>
              </p14:cNvPr>
              <p14:cNvContentPartPr/>
              <p14:nvPr/>
            </p14:nvContentPartPr>
            <p14:xfrm>
              <a:off x="4969030" y="4490223"/>
              <a:ext cx="6480" cy="396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032D854A-5E22-3367-9B91-37EECBD9454C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4951390" y="4472223"/>
                <a:ext cx="421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163B8022-CE18-A608-96C1-7F920C161A5D}"/>
                  </a:ext>
                </a:extLst>
              </p14:cNvPr>
              <p14:cNvContentPartPr/>
              <p14:nvPr/>
            </p14:nvContentPartPr>
            <p14:xfrm>
              <a:off x="4826830" y="5197623"/>
              <a:ext cx="2520" cy="61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163B8022-CE18-A608-96C1-7F920C161A5D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4809190" y="5179983"/>
                <a:ext cx="3816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A5234128-5F3A-DB8F-52F2-DE204FAFBCAC}"/>
              </a:ext>
            </a:extLst>
          </p:cNvPr>
          <p:cNvGrpSpPr/>
          <p:nvPr/>
        </p:nvGrpSpPr>
        <p:grpSpPr>
          <a:xfrm>
            <a:off x="4858150" y="5951823"/>
            <a:ext cx="111600" cy="93600"/>
            <a:chOff x="4858150" y="5951823"/>
            <a:chExt cx="111600" cy="9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8A07AAD-6DAE-C360-4144-A088CB6625E3}"/>
                    </a:ext>
                  </a:extLst>
                </p14:cNvPr>
                <p14:cNvContentPartPr/>
                <p14:nvPr/>
              </p14:nvContentPartPr>
              <p14:xfrm>
                <a:off x="4966870" y="6034623"/>
                <a:ext cx="2880" cy="108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8A07AAD-6DAE-C360-4144-A088CB6625E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948870" y="6016983"/>
                  <a:ext cx="385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CE0851C-3DDA-B3EC-8365-9F788BC8D94C}"/>
                    </a:ext>
                  </a:extLst>
                </p14:cNvPr>
                <p14:cNvContentPartPr/>
                <p14:nvPr/>
              </p14:nvContentPartPr>
              <p14:xfrm>
                <a:off x="4858150" y="5951823"/>
                <a:ext cx="6120" cy="22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CE0851C-3DDA-B3EC-8365-9F788BC8D94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840150" y="5933823"/>
                  <a:ext cx="41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C86BC02-3553-B51F-D5D5-5FEEBB073234}"/>
                    </a:ext>
                  </a:extLst>
                </p14:cNvPr>
                <p14:cNvContentPartPr/>
                <p14:nvPr/>
              </p14:nvContentPartPr>
              <p14:xfrm>
                <a:off x="4945270" y="5991423"/>
                <a:ext cx="2880" cy="3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C86BC02-3553-B51F-D5D5-5FEEBB07323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927630" y="5973423"/>
                  <a:ext cx="38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7EEEE8F-C222-76EE-F4E8-BE6E533E8059}"/>
                    </a:ext>
                  </a:extLst>
                </p14:cNvPr>
                <p14:cNvContentPartPr/>
                <p14:nvPr/>
              </p14:nvContentPartPr>
              <p14:xfrm>
                <a:off x="4944190" y="5989983"/>
                <a:ext cx="360" cy="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7EEEE8F-C222-76EE-F4E8-BE6E533E805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26190" y="59723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77530EF-195A-ABE5-D130-90F0D82B04AD}"/>
                    </a:ext>
                  </a:extLst>
                </p14:cNvPr>
                <p14:cNvContentPartPr/>
                <p14:nvPr/>
              </p14:nvContentPartPr>
              <p14:xfrm>
                <a:off x="4918990" y="5961543"/>
                <a:ext cx="5760" cy="21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77530EF-195A-ABE5-D130-90F0D82B04A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901350" y="5943543"/>
                  <a:ext cx="4140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7D0F95A-10BF-81B8-2C14-64A836A45C77}"/>
                  </a:ext>
                </a:extLst>
              </p14:cNvPr>
              <p14:cNvContentPartPr/>
              <p14:nvPr/>
            </p14:nvContentPartPr>
            <p14:xfrm>
              <a:off x="1159510" y="1544343"/>
              <a:ext cx="6480" cy="11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7D0F95A-10BF-81B8-2C14-64A836A45C77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1141870" y="1526343"/>
                <a:ext cx="421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797843A-DF94-471A-EC2F-327E0D0095E3}"/>
                  </a:ext>
                </a:extLst>
              </p14:cNvPr>
              <p14:cNvContentPartPr/>
              <p14:nvPr/>
            </p14:nvContentPartPr>
            <p14:xfrm>
              <a:off x="466870" y="2011623"/>
              <a:ext cx="360" cy="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797843A-DF94-471A-EC2F-327E0D0095E3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449230" y="199398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E0B0BAE-4910-A2A9-2F6E-CB90920167C4}"/>
                  </a:ext>
                </a:extLst>
              </p14:cNvPr>
              <p14:cNvContentPartPr/>
              <p14:nvPr/>
            </p14:nvContentPartPr>
            <p14:xfrm>
              <a:off x="748750" y="1895703"/>
              <a:ext cx="7560" cy="39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E0B0BAE-4910-A2A9-2F6E-CB90920167C4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31110" y="1877703"/>
                <a:ext cx="432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217049B6-F93F-F604-E362-4A903B7745C8}"/>
              </a:ext>
            </a:extLst>
          </p:cNvPr>
          <p:cNvGrpSpPr/>
          <p:nvPr/>
        </p:nvGrpSpPr>
        <p:grpSpPr>
          <a:xfrm>
            <a:off x="154030" y="2223303"/>
            <a:ext cx="1154880" cy="251640"/>
            <a:chOff x="154030" y="2223303"/>
            <a:chExt cx="115488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325FB7A-870D-835B-2B8D-28689BEE39F0}"/>
                    </a:ext>
                  </a:extLst>
                </p14:cNvPr>
                <p14:cNvContentPartPr/>
                <p14:nvPr/>
              </p14:nvContentPartPr>
              <p14:xfrm>
                <a:off x="154030" y="2285583"/>
                <a:ext cx="1154880" cy="99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325FB7A-870D-835B-2B8D-28689BEE39F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36390" y="2267943"/>
                  <a:ext cx="11905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2E37A73-391D-7F91-2358-B91B2D477D42}"/>
                    </a:ext>
                  </a:extLst>
                </p14:cNvPr>
                <p14:cNvContentPartPr/>
                <p14:nvPr/>
              </p14:nvContentPartPr>
              <p14:xfrm>
                <a:off x="353830" y="2223303"/>
                <a:ext cx="812880" cy="251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2E37A73-391D-7F91-2358-B91B2D477D4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35830" y="2205663"/>
                  <a:ext cx="848520" cy="28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B1354AB8-1179-4864-4CE2-BC366560DB84}"/>
                  </a:ext>
                </a:extLst>
              </p14:cNvPr>
              <p14:cNvContentPartPr/>
              <p14:nvPr/>
            </p14:nvContentPartPr>
            <p14:xfrm>
              <a:off x="1243750" y="1964103"/>
              <a:ext cx="4680" cy="540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B1354AB8-1179-4864-4CE2-BC366560DB84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1226110" y="1946103"/>
                <a:ext cx="403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631F91E6-2FFF-CA23-011D-54CA60C735DA}"/>
                  </a:ext>
                </a:extLst>
              </p14:cNvPr>
              <p14:cNvContentPartPr/>
              <p14:nvPr/>
            </p14:nvContentPartPr>
            <p14:xfrm>
              <a:off x="3685990" y="1770063"/>
              <a:ext cx="349920" cy="39528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631F91E6-2FFF-CA23-011D-54CA60C735DA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3667990" y="1752063"/>
                <a:ext cx="38556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4778DF51-E1C8-3501-10E1-3535EC7A6BFE}"/>
                  </a:ext>
                </a:extLst>
              </p14:cNvPr>
              <p14:cNvContentPartPr/>
              <p14:nvPr/>
            </p14:nvContentPartPr>
            <p14:xfrm>
              <a:off x="3958510" y="1386663"/>
              <a:ext cx="360" cy="900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4778DF51-E1C8-3501-10E1-3535EC7A6BFE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3940870" y="1369023"/>
                <a:ext cx="360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43A8C269-23A7-0F7B-F5F7-E6BB0532751C}"/>
                  </a:ext>
                </a:extLst>
              </p14:cNvPr>
              <p14:cNvContentPartPr/>
              <p14:nvPr/>
            </p14:nvContentPartPr>
            <p14:xfrm>
              <a:off x="4150750" y="2626143"/>
              <a:ext cx="360" cy="36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43A8C269-23A7-0F7B-F5F7-E6BB0532751C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4133110" y="260850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47CA15C1-BC60-3AF7-0FA1-3490742EC450}"/>
                  </a:ext>
                </a:extLst>
              </p14:cNvPr>
              <p14:cNvContentPartPr/>
              <p14:nvPr/>
            </p14:nvContentPartPr>
            <p14:xfrm>
              <a:off x="4101430" y="1920543"/>
              <a:ext cx="5400" cy="273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47CA15C1-BC60-3AF7-0FA1-3490742EC450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4083430" y="1902903"/>
                <a:ext cx="410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EDD4ACFB-2E91-DD20-C282-98E14333EC75}"/>
                  </a:ext>
                </a:extLst>
              </p14:cNvPr>
              <p14:cNvContentPartPr/>
              <p14:nvPr/>
            </p14:nvContentPartPr>
            <p14:xfrm>
              <a:off x="3872470" y="770343"/>
              <a:ext cx="2880" cy="720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EDD4ACFB-2E91-DD20-C282-98E14333EC75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3854470" y="752343"/>
                <a:ext cx="385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ADBCF513-FC11-40EF-44CA-8D7AE1398A09}"/>
                  </a:ext>
                </a:extLst>
              </p14:cNvPr>
              <p14:cNvContentPartPr/>
              <p14:nvPr/>
            </p14:nvContentPartPr>
            <p14:xfrm>
              <a:off x="391990" y="4549983"/>
              <a:ext cx="231120" cy="21816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ADBCF513-FC11-40EF-44CA-8D7AE1398A09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373990" y="4531983"/>
                <a:ext cx="266760" cy="25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026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AACE82C-D44A-818B-D0D3-2DE2240BCA6B}"/>
              </a:ext>
            </a:extLst>
          </p:cNvPr>
          <p:cNvGrpSpPr/>
          <p:nvPr/>
        </p:nvGrpSpPr>
        <p:grpSpPr>
          <a:xfrm>
            <a:off x="128046" y="330063"/>
            <a:ext cx="238680" cy="831240"/>
            <a:chOff x="128046" y="330063"/>
            <a:chExt cx="238680" cy="83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7C225E1-CE75-9F8E-E02C-47D0F5449470}"/>
                    </a:ext>
                  </a:extLst>
                </p14:cNvPr>
                <p14:cNvContentPartPr/>
                <p14:nvPr/>
              </p14:nvContentPartPr>
              <p14:xfrm>
                <a:off x="310566" y="330063"/>
                <a:ext cx="27000" cy="248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7C225E1-CE75-9F8E-E02C-47D0F544947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2926" y="312063"/>
                  <a:ext cx="626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772F0E2-9A8C-FF62-F77E-DF2BCA9E44B3}"/>
                    </a:ext>
                  </a:extLst>
                </p14:cNvPr>
                <p14:cNvContentPartPr/>
                <p14:nvPr/>
              </p14:nvContentPartPr>
              <p14:xfrm>
                <a:off x="128046" y="729303"/>
                <a:ext cx="219960" cy="35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772F0E2-9A8C-FF62-F77E-DF2BCA9E44B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0406" y="711663"/>
                  <a:ext cx="255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5EC30FE-205E-F7FB-90F9-73A37563F842}"/>
                    </a:ext>
                  </a:extLst>
                </p14:cNvPr>
                <p14:cNvContentPartPr/>
                <p14:nvPr/>
              </p14:nvContentPartPr>
              <p14:xfrm>
                <a:off x="157566" y="943143"/>
                <a:ext cx="146520" cy="218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5EC30FE-205E-F7FB-90F9-73A37563F8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9566" y="925143"/>
                  <a:ext cx="182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E99103A-4CE0-DF96-1815-AEE3F7B8DBCB}"/>
                    </a:ext>
                  </a:extLst>
                </p14:cNvPr>
                <p14:cNvContentPartPr/>
                <p14:nvPr/>
              </p14:nvContentPartPr>
              <p14:xfrm>
                <a:off x="218046" y="894183"/>
                <a:ext cx="148680" cy="57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E99103A-4CE0-DF96-1815-AEE3F7B8DBC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0046" y="876543"/>
                  <a:ext cx="18432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B44031F-DB8F-99D2-1876-A580998F0D34}"/>
              </a:ext>
            </a:extLst>
          </p:cNvPr>
          <p:cNvGrpSpPr/>
          <p:nvPr/>
        </p:nvGrpSpPr>
        <p:grpSpPr>
          <a:xfrm>
            <a:off x="581646" y="407103"/>
            <a:ext cx="379800" cy="466920"/>
            <a:chOff x="581646" y="407103"/>
            <a:chExt cx="379800" cy="46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0F475D8-DCFF-031D-63D5-C61A257DC8AA}"/>
                    </a:ext>
                  </a:extLst>
                </p14:cNvPr>
                <p14:cNvContentPartPr/>
                <p14:nvPr/>
              </p14:nvContentPartPr>
              <p14:xfrm>
                <a:off x="581646" y="443823"/>
                <a:ext cx="10440" cy="254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0F475D8-DCFF-031D-63D5-C61A257DC8A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4006" y="425823"/>
                  <a:ext cx="460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D07926F-F563-1476-F5DD-98F2DBBC86EC}"/>
                    </a:ext>
                  </a:extLst>
                </p14:cNvPr>
                <p14:cNvContentPartPr/>
                <p14:nvPr/>
              </p14:nvContentPartPr>
              <p14:xfrm>
                <a:off x="593526" y="407103"/>
                <a:ext cx="145440" cy="306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D07926F-F563-1476-F5DD-98F2DBBC86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5526" y="389463"/>
                  <a:ext cx="1810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0AD9781-11E5-3ED2-4642-6EEEE7A5FCA2}"/>
                    </a:ext>
                  </a:extLst>
                </p14:cNvPr>
                <p14:cNvContentPartPr/>
                <p14:nvPr/>
              </p14:nvContentPartPr>
              <p14:xfrm>
                <a:off x="817086" y="642903"/>
                <a:ext cx="144360" cy="231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0AD9781-11E5-3ED2-4642-6EEEE7A5FCA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9446" y="624903"/>
                  <a:ext cx="18000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73C9C45-86A8-1CAB-97A8-E611FE9437F5}"/>
              </a:ext>
            </a:extLst>
          </p:cNvPr>
          <p:cNvGrpSpPr/>
          <p:nvPr/>
        </p:nvGrpSpPr>
        <p:grpSpPr>
          <a:xfrm>
            <a:off x="1318206" y="77703"/>
            <a:ext cx="429840" cy="2471040"/>
            <a:chOff x="1318206" y="77703"/>
            <a:chExt cx="429840" cy="24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4F98242-8E92-95DF-5CFE-C7071A46E139}"/>
                    </a:ext>
                  </a:extLst>
                </p14:cNvPr>
                <p14:cNvContentPartPr/>
                <p14:nvPr/>
              </p14:nvContentPartPr>
              <p14:xfrm>
                <a:off x="1318206" y="77703"/>
                <a:ext cx="266400" cy="2471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4F98242-8E92-95DF-5CFE-C7071A46E13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00566" y="60063"/>
                  <a:ext cx="302040" cy="25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F5A64CE-48E5-8DAB-1AB6-DD2EC96DCC36}"/>
                    </a:ext>
                  </a:extLst>
                </p14:cNvPr>
                <p14:cNvContentPartPr/>
                <p14:nvPr/>
              </p14:nvContentPartPr>
              <p14:xfrm>
                <a:off x="1707006" y="306663"/>
                <a:ext cx="41040" cy="262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F5A64CE-48E5-8DAB-1AB6-DD2EC96DCC3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89366" y="289023"/>
                  <a:ext cx="76680" cy="29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3EE9920-A6EC-B1DC-9C57-B5CDBF0BDF73}"/>
                  </a:ext>
                </a:extLst>
              </p14:cNvPr>
              <p14:cNvContentPartPr/>
              <p14:nvPr/>
            </p14:nvContentPartPr>
            <p14:xfrm>
              <a:off x="2275446" y="272463"/>
              <a:ext cx="179280" cy="263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3EE9920-A6EC-B1DC-9C57-B5CDBF0BDF7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57446" y="254823"/>
                <a:ext cx="21492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AFC4343-C519-6F64-E434-A3B456B32055}"/>
                  </a:ext>
                </a:extLst>
              </p14:cNvPr>
              <p14:cNvContentPartPr/>
              <p14:nvPr/>
            </p14:nvContentPartPr>
            <p14:xfrm>
              <a:off x="2945046" y="291183"/>
              <a:ext cx="195840" cy="237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AFC4343-C519-6F64-E434-A3B456B320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27046" y="273183"/>
                <a:ext cx="23148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60846D1-5699-2B3C-9D60-4D56A0C9E4D4}"/>
                  </a:ext>
                </a:extLst>
              </p14:cNvPr>
              <p14:cNvContentPartPr/>
              <p14:nvPr/>
            </p14:nvContentPartPr>
            <p14:xfrm>
              <a:off x="1590006" y="915423"/>
              <a:ext cx="229680" cy="2329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60846D1-5699-2B3C-9D60-4D56A0C9E4D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72366" y="897783"/>
                <a:ext cx="26532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426B819-61C0-9E7D-9DE9-8B3B23DC7578}"/>
                  </a:ext>
                </a:extLst>
              </p14:cNvPr>
              <p14:cNvContentPartPr/>
              <p14:nvPr/>
            </p14:nvContentPartPr>
            <p14:xfrm>
              <a:off x="2365806" y="943863"/>
              <a:ext cx="19080" cy="221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426B819-61C0-9E7D-9DE9-8B3B23DC757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47806" y="926223"/>
                <a:ext cx="547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C14BEDA-970F-CCDD-53D0-7815B13A1AD1}"/>
                  </a:ext>
                </a:extLst>
              </p14:cNvPr>
              <p14:cNvContentPartPr/>
              <p14:nvPr/>
            </p14:nvContentPartPr>
            <p14:xfrm>
              <a:off x="2838846" y="932703"/>
              <a:ext cx="205560" cy="196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C14BEDA-970F-CCDD-53D0-7815B13A1AD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21206" y="915063"/>
                <a:ext cx="24120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82B45EF-4D3D-B1E0-CAB4-9AF155F3EC2B}"/>
                  </a:ext>
                </a:extLst>
              </p14:cNvPr>
              <p14:cNvContentPartPr/>
              <p14:nvPr/>
            </p14:nvContentPartPr>
            <p14:xfrm>
              <a:off x="1694766" y="1610223"/>
              <a:ext cx="163080" cy="213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82B45EF-4D3D-B1E0-CAB4-9AF155F3EC2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76766" y="1592583"/>
                <a:ext cx="19872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0285E10-262B-4435-8526-D718D741B044}"/>
                  </a:ext>
                </a:extLst>
              </p14:cNvPr>
              <p14:cNvContentPartPr/>
              <p14:nvPr/>
            </p14:nvContentPartPr>
            <p14:xfrm>
              <a:off x="2331246" y="1557663"/>
              <a:ext cx="205560" cy="222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0285E10-262B-4435-8526-D718D741B04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13246" y="1539663"/>
                <a:ext cx="2412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F1674EB-AAB5-02BC-E22B-A6B22856218E}"/>
                  </a:ext>
                </a:extLst>
              </p14:cNvPr>
              <p14:cNvContentPartPr/>
              <p14:nvPr/>
            </p14:nvContentPartPr>
            <p14:xfrm>
              <a:off x="3018126" y="1501503"/>
              <a:ext cx="27720" cy="2124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F1674EB-AAB5-02BC-E22B-A6B22856218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00126" y="1483503"/>
                <a:ext cx="633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F3159CB-95A9-870F-6C0C-09170C263694}"/>
                  </a:ext>
                </a:extLst>
              </p14:cNvPr>
              <p14:cNvContentPartPr/>
              <p14:nvPr/>
            </p14:nvContentPartPr>
            <p14:xfrm>
              <a:off x="1805646" y="2179023"/>
              <a:ext cx="259920" cy="2415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F3159CB-95A9-870F-6C0C-09170C26369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87646" y="2161383"/>
                <a:ext cx="29556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3081CC3-1E83-6E8D-07D6-41F8904BDFA0}"/>
                  </a:ext>
                </a:extLst>
              </p14:cNvPr>
              <p14:cNvContentPartPr/>
              <p14:nvPr/>
            </p14:nvContentPartPr>
            <p14:xfrm>
              <a:off x="2470926" y="2162463"/>
              <a:ext cx="185760" cy="180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3081CC3-1E83-6E8D-07D6-41F8904BDFA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452926" y="2144463"/>
                <a:ext cx="22140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C2679BF-6262-5E5B-6329-F5DB2AEDD0C0}"/>
                  </a:ext>
                </a:extLst>
              </p14:cNvPr>
              <p14:cNvContentPartPr/>
              <p14:nvPr/>
            </p14:nvContentPartPr>
            <p14:xfrm>
              <a:off x="3126486" y="2099463"/>
              <a:ext cx="184320" cy="202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C2679BF-6262-5E5B-6329-F5DB2AEDD0C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108846" y="2081823"/>
                <a:ext cx="21996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CCCF385D-B7EA-0293-1199-ADE8C966B6E1}"/>
              </a:ext>
            </a:extLst>
          </p:cNvPr>
          <p:cNvGrpSpPr/>
          <p:nvPr/>
        </p:nvGrpSpPr>
        <p:grpSpPr>
          <a:xfrm>
            <a:off x="3519246" y="69063"/>
            <a:ext cx="1391040" cy="2565360"/>
            <a:chOff x="3519246" y="69063"/>
            <a:chExt cx="1391040" cy="256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C79599B-2609-1B44-1611-ACBD96339C61}"/>
                    </a:ext>
                  </a:extLst>
                </p14:cNvPr>
                <p14:cNvContentPartPr/>
                <p14:nvPr/>
              </p14:nvContentPartPr>
              <p14:xfrm>
                <a:off x="3807606" y="217743"/>
                <a:ext cx="11520" cy="94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C79599B-2609-1B44-1611-ACBD96339C6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89966" y="199743"/>
                  <a:ext cx="471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646C69A-E0FB-8B02-36D0-87626E0D8A4F}"/>
                    </a:ext>
                  </a:extLst>
                </p14:cNvPr>
                <p14:cNvContentPartPr/>
                <p14:nvPr/>
              </p14:nvContentPartPr>
              <p14:xfrm>
                <a:off x="3960966" y="230343"/>
                <a:ext cx="297000" cy="231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646C69A-E0FB-8B02-36D0-87626E0D8A4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42966" y="212343"/>
                  <a:ext cx="3326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C10F629-722B-0830-755D-1F3D0C38A196}"/>
                    </a:ext>
                  </a:extLst>
                </p14:cNvPr>
                <p14:cNvContentPartPr/>
                <p14:nvPr/>
              </p14:nvContentPartPr>
              <p14:xfrm>
                <a:off x="3805446" y="276423"/>
                <a:ext cx="36720" cy="283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C10F629-722B-0830-755D-1F3D0C38A19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87446" y="258423"/>
                  <a:ext cx="723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848F360-782D-2FA1-EFA1-170C43088E6D}"/>
                    </a:ext>
                  </a:extLst>
                </p14:cNvPr>
                <p14:cNvContentPartPr/>
                <p14:nvPr/>
              </p14:nvContentPartPr>
              <p14:xfrm>
                <a:off x="3519246" y="918663"/>
                <a:ext cx="147240" cy="11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848F360-782D-2FA1-EFA1-170C43088E6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01606" y="900663"/>
                  <a:ext cx="182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5C45FF0-0ACB-EE98-7C68-3874B36AD12F}"/>
                    </a:ext>
                  </a:extLst>
                </p14:cNvPr>
                <p14:cNvContentPartPr/>
                <p14:nvPr/>
              </p14:nvContentPartPr>
              <p14:xfrm>
                <a:off x="3782406" y="777543"/>
                <a:ext cx="154080" cy="369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5C45FF0-0ACB-EE98-7C68-3874B36AD12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64406" y="759543"/>
                  <a:ext cx="1897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B48E52F-9C24-318F-CB8A-1207EB8DB07E}"/>
                    </a:ext>
                  </a:extLst>
                </p14:cNvPr>
                <p14:cNvContentPartPr/>
                <p14:nvPr/>
              </p14:nvContentPartPr>
              <p14:xfrm>
                <a:off x="3623286" y="1524183"/>
                <a:ext cx="174600" cy="46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B48E52F-9C24-318F-CB8A-1207EB8DB07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05646" y="1506543"/>
                  <a:ext cx="210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DCFB0E-1D47-9E96-89B2-6F631CCB3D94}"/>
                    </a:ext>
                  </a:extLst>
                </p14:cNvPr>
                <p14:cNvContentPartPr/>
                <p14:nvPr/>
              </p14:nvContentPartPr>
              <p14:xfrm>
                <a:off x="3924966" y="1401423"/>
                <a:ext cx="354240" cy="190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DCFB0E-1D47-9E96-89B2-6F631CCB3D9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06966" y="1383783"/>
                  <a:ext cx="389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47A38AF-189C-A55C-6EE2-1063B6B6D0EE}"/>
                    </a:ext>
                  </a:extLst>
                </p14:cNvPr>
                <p14:cNvContentPartPr/>
                <p14:nvPr/>
              </p14:nvContentPartPr>
              <p14:xfrm>
                <a:off x="4115406" y="1989303"/>
                <a:ext cx="33120" cy="289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47A38AF-189C-A55C-6EE2-1063B6B6D0E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97766" y="1971663"/>
                  <a:ext cx="687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E8C21B7-3625-1973-FCA3-6D12EEEACEBD}"/>
                    </a:ext>
                  </a:extLst>
                </p14:cNvPr>
                <p14:cNvContentPartPr/>
                <p14:nvPr/>
              </p14:nvContentPartPr>
              <p14:xfrm>
                <a:off x="4418526" y="69063"/>
                <a:ext cx="491760" cy="2565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E8C21B7-3625-1973-FCA3-6D12EEEACEB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00886" y="51423"/>
                  <a:ext cx="527400" cy="260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8E8BA9B-766B-626B-49EF-E5C48ABD3E49}"/>
              </a:ext>
            </a:extLst>
          </p:cNvPr>
          <p:cNvGrpSpPr/>
          <p:nvPr/>
        </p:nvGrpSpPr>
        <p:grpSpPr>
          <a:xfrm>
            <a:off x="5546766" y="1111263"/>
            <a:ext cx="212400" cy="186840"/>
            <a:chOff x="5546766" y="1111263"/>
            <a:chExt cx="212400" cy="18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5A44C8C-5427-6988-EF55-4A673B533893}"/>
                    </a:ext>
                  </a:extLst>
                </p14:cNvPr>
                <p14:cNvContentPartPr/>
                <p14:nvPr/>
              </p14:nvContentPartPr>
              <p14:xfrm>
                <a:off x="5652606" y="1111263"/>
                <a:ext cx="100080" cy="7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5A44C8C-5427-6988-EF55-4A673B5338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34606" y="1093623"/>
                  <a:ext cx="135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A48F77A-F907-96B8-8883-3D53363C5517}"/>
                    </a:ext>
                  </a:extLst>
                </p14:cNvPr>
                <p14:cNvContentPartPr/>
                <p14:nvPr/>
              </p14:nvContentPartPr>
              <p14:xfrm>
                <a:off x="5546766" y="1259223"/>
                <a:ext cx="212400" cy="38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A48F77A-F907-96B8-8883-3D53363C551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29126" y="1241223"/>
                  <a:ext cx="24804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B1B76D1-FB9E-8781-3F34-C3D8AE26027C}"/>
                  </a:ext>
                </a:extLst>
              </p14:cNvPr>
              <p14:cNvContentPartPr/>
              <p14:nvPr/>
            </p14:nvContentPartPr>
            <p14:xfrm>
              <a:off x="6299166" y="238623"/>
              <a:ext cx="222120" cy="19486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B1B76D1-FB9E-8781-3F34-C3D8AE26027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281166" y="220983"/>
                <a:ext cx="257760" cy="198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AB3BD780-57AF-203E-CED1-7A925000BF38}"/>
              </a:ext>
            </a:extLst>
          </p:cNvPr>
          <p:cNvGrpSpPr/>
          <p:nvPr/>
        </p:nvGrpSpPr>
        <p:grpSpPr>
          <a:xfrm>
            <a:off x="6816486" y="296583"/>
            <a:ext cx="375120" cy="231120"/>
            <a:chOff x="6816486" y="296583"/>
            <a:chExt cx="37512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747E25C-0D96-ABE9-36E1-952930827029}"/>
                    </a:ext>
                  </a:extLst>
                </p14:cNvPr>
                <p14:cNvContentPartPr/>
                <p14:nvPr/>
              </p14:nvContentPartPr>
              <p14:xfrm>
                <a:off x="6816486" y="296583"/>
                <a:ext cx="29520" cy="181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747E25C-0D96-ABE9-36E1-95293082702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98846" y="278943"/>
                  <a:ext cx="651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F00F856-A417-2D89-2F50-008579AABC61}"/>
                    </a:ext>
                  </a:extLst>
                </p14:cNvPr>
                <p14:cNvContentPartPr/>
                <p14:nvPr/>
              </p14:nvContentPartPr>
              <p14:xfrm>
                <a:off x="7014846" y="296583"/>
                <a:ext cx="176760" cy="231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F00F856-A417-2D89-2F50-008579AABC6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97206" y="278943"/>
                  <a:ext cx="21240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F38FE93-C027-15B9-5BC9-04DA345EDA07}"/>
              </a:ext>
            </a:extLst>
          </p:cNvPr>
          <p:cNvGrpSpPr/>
          <p:nvPr/>
        </p:nvGrpSpPr>
        <p:grpSpPr>
          <a:xfrm>
            <a:off x="7712166" y="196143"/>
            <a:ext cx="466920" cy="232200"/>
            <a:chOff x="7712166" y="196143"/>
            <a:chExt cx="466920" cy="2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B291339-DD5B-A4B4-26E3-02DB35DAB067}"/>
                    </a:ext>
                  </a:extLst>
                </p14:cNvPr>
                <p14:cNvContentPartPr/>
                <p14:nvPr/>
              </p14:nvContentPartPr>
              <p14:xfrm>
                <a:off x="7712166" y="379383"/>
                <a:ext cx="137520" cy="16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B291339-DD5B-A4B4-26E3-02DB35DAB0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94166" y="361743"/>
                  <a:ext cx="173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54B631-1FFB-B46C-FB93-A1E3BB683966}"/>
                    </a:ext>
                  </a:extLst>
                </p14:cNvPr>
                <p14:cNvContentPartPr/>
                <p14:nvPr/>
              </p14:nvContentPartPr>
              <p14:xfrm>
                <a:off x="7969566" y="196143"/>
                <a:ext cx="209520" cy="232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54B631-1FFB-B46C-FB93-A1E3BB68396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51566" y="178143"/>
                  <a:ext cx="24516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4DC3108-F9F6-C55E-FA2E-8A7FE818175C}"/>
              </a:ext>
            </a:extLst>
          </p:cNvPr>
          <p:cNvGrpSpPr/>
          <p:nvPr/>
        </p:nvGrpSpPr>
        <p:grpSpPr>
          <a:xfrm>
            <a:off x="8632686" y="266703"/>
            <a:ext cx="608760" cy="212400"/>
            <a:chOff x="8632686" y="266703"/>
            <a:chExt cx="60876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69EAEE0-E152-B51B-518D-095457DBA7C5}"/>
                    </a:ext>
                  </a:extLst>
                </p14:cNvPr>
                <p14:cNvContentPartPr/>
                <p14:nvPr/>
              </p14:nvContentPartPr>
              <p14:xfrm>
                <a:off x="8632686" y="366063"/>
                <a:ext cx="250200" cy="4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69EAEE0-E152-B51B-518D-095457DBA7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14686" y="348423"/>
                  <a:ext cx="285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D5A3E5D-9658-8D90-D81C-B72DC35BCC44}"/>
                    </a:ext>
                  </a:extLst>
                </p14:cNvPr>
                <p14:cNvContentPartPr/>
                <p14:nvPr/>
              </p14:nvContentPartPr>
              <p14:xfrm>
                <a:off x="9051726" y="266703"/>
                <a:ext cx="189720" cy="212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D5A3E5D-9658-8D90-D81C-B72DC35BCC4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34086" y="249063"/>
                  <a:ext cx="225360" cy="24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26900BC-5C52-F5CE-F10A-73D1B0D2C51C}"/>
                  </a:ext>
                </a:extLst>
              </p14:cNvPr>
              <p14:cNvContentPartPr/>
              <p14:nvPr/>
            </p14:nvContentPartPr>
            <p14:xfrm>
              <a:off x="9812046" y="220263"/>
              <a:ext cx="273960" cy="235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26900BC-5C52-F5CE-F10A-73D1B0D2C51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794046" y="202623"/>
                <a:ext cx="309600" cy="27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90C9FF97-E9F3-C7BC-B542-3F2019DA1A16}"/>
              </a:ext>
            </a:extLst>
          </p:cNvPr>
          <p:cNvGrpSpPr/>
          <p:nvPr/>
        </p:nvGrpSpPr>
        <p:grpSpPr>
          <a:xfrm>
            <a:off x="6749166" y="843423"/>
            <a:ext cx="384480" cy="261000"/>
            <a:chOff x="6749166" y="843423"/>
            <a:chExt cx="38448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03D14C-F4E0-247B-12BE-5AB3CF0F9FF2}"/>
                    </a:ext>
                  </a:extLst>
                </p14:cNvPr>
                <p14:cNvContentPartPr/>
                <p14:nvPr/>
              </p14:nvContentPartPr>
              <p14:xfrm>
                <a:off x="6749166" y="949623"/>
                <a:ext cx="185400" cy="24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03D14C-F4E0-247B-12BE-5AB3CF0F9FF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31526" y="931983"/>
                  <a:ext cx="221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DD446D6-A417-078A-7FC4-D28BDDFBE0FC}"/>
                    </a:ext>
                  </a:extLst>
                </p14:cNvPr>
                <p14:cNvContentPartPr/>
                <p14:nvPr/>
              </p14:nvContentPartPr>
              <p14:xfrm>
                <a:off x="7010166" y="843423"/>
                <a:ext cx="123480" cy="261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DD446D6-A417-078A-7FC4-D28BDDFBE0F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92166" y="825783"/>
                  <a:ext cx="159120" cy="29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8CE142A-94A6-6623-8AE4-D373893536AA}"/>
                  </a:ext>
                </a:extLst>
              </p14:cNvPr>
              <p14:cNvContentPartPr/>
              <p14:nvPr/>
            </p14:nvContentPartPr>
            <p14:xfrm>
              <a:off x="7588686" y="938463"/>
              <a:ext cx="301680" cy="199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8CE142A-94A6-6623-8AE4-D373893536A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570686" y="920823"/>
                <a:ext cx="3373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07AC30A-3F63-B167-D2DF-45446FF85FC7}"/>
                  </a:ext>
                </a:extLst>
              </p14:cNvPr>
              <p14:cNvContentPartPr/>
              <p14:nvPr/>
            </p14:nvContentPartPr>
            <p14:xfrm>
              <a:off x="8864166" y="910743"/>
              <a:ext cx="18360" cy="2278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07AC30A-3F63-B167-D2DF-45446FF85FC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846526" y="892743"/>
                <a:ext cx="540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19786C7-0BBD-E040-8265-91FFDB7FA59B}"/>
                  </a:ext>
                </a:extLst>
              </p14:cNvPr>
              <p14:cNvContentPartPr/>
              <p14:nvPr/>
            </p14:nvContentPartPr>
            <p14:xfrm>
              <a:off x="9707646" y="812463"/>
              <a:ext cx="340200" cy="2505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19786C7-0BBD-E040-8265-91FFDB7FA59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689646" y="794823"/>
                <a:ext cx="375840" cy="28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B955F773-CA82-2FD0-71EC-9489FA342E90}"/>
              </a:ext>
            </a:extLst>
          </p:cNvPr>
          <p:cNvGrpSpPr/>
          <p:nvPr/>
        </p:nvGrpSpPr>
        <p:grpSpPr>
          <a:xfrm>
            <a:off x="6716046" y="1488183"/>
            <a:ext cx="445320" cy="228600"/>
            <a:chOff x="6716046" y="1488183"/>
            <a:chExt cx="44532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E376DDA-F194-64B7-8A26-5F087ACA9E9B}"/>
                    </a:ext>
                  </a:extLst>
                </p14:cNvPr>
                <p14:cNvContentPartPr/>
                <p14:nvPr/>
              </p14:nvContentPartPr>
              <p14:xfrm>
                <a:off x="6716046" y="1581423"/>
                <a:ext cx="200520" cy="18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E376DDA-F194-64B7-8A26-5F087ACA9E9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98046" y="1563783"/>
                  <a:ext cx="2361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E9B25F7-B00E-5D52-FF99-097C21193916}"/>
                    </a:ext>
                  </a:extLst>
                </p14:cNvPr>
                <p14:cNvContentPartPr/>
                <p14:nvPr/>
              </p14:nvContentPartPr>
              <p14:xfrm>
                <a:off x="7003686" y="1488183"/>
                <a:ext cx="157680" cy="228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E9B25F7-B00E-5D52-FF99-097C2119391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86046" y="1470183"/>
                  <a:ext cx="193320" cy="26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B761605-F5F4-4CCE-D5A5-727D36C6AA43}"/>
                  </a:ext>
                </a:extLst>
              </p14:cNvPr>
              <p14:cNvContentPartPr/>
              <p14:nvPr/>
            </p14:nvContentPartPr>
            <p14:xfrm>
              <a:off x="7723326" y="1474503"/>
              <a:ext cx="227520" cy="1735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B761605-F5F4-4CCE-D5A5-727D36C6AA4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705686" y="1456863"/>
                <a:ext cx="26316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17B3271-56EE-72FD-6FAD-C17261C39F4D}"/>
                  </a:ext>
                </a:extLst>
              </p14:cNvPr>
              <p14:cNvContentPartPr/>
              <p14:nvPr/>
            </p14:nvContentPartPr>
            <p14:xfrm>
              <a:off x="8636286" y="1397463"/>
              <a:ext cx="193320" cy="208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17B3271-56EE-72FD-6FAD-C17261C39F4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618286" y="1379463"/>
                <a:ext cx="2289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1F5184C-D064-12B8-3132-14320AE03F3D}"/>
                  </a:ext>
                </a:extLst>
              </p14:cNvPr>
              <p14:cNvContentPartPr/>
              <p14:nvPr/>
            </p14:nvContentPartPr>
            <p14:xfrm>
              <a:off x="9559326" y="1348503"/>
              <a:ext cx="361080" cy="2131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1F5184C-D064-12B8-3132-14320AE03F3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541326" y="1330863"/>
                <a:ext cx="39672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0A4CF28-7F5B-4C8D-F32F-B92434B30D14}"/>
                  </a:ext>
                </a:extLst>
              </p14:cNvPr>
              <p14:cNvContentPartPr/>
              <p14:nvPr/>
            </p14:nvContentPartPr>
            <p14:xfrm>
              <a:off x="6935286" y="2013063"/>
              <a:ext cx="291240" cy="1976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0A4CF28-7F5B-4C8D-F32F-B92434B30D1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917286" y="1995423"/>
                <a:ext cx="326880" cy="23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708422E3-2707-8FB8-1638-EB218325AB34}"/>
              </a:ext>
            </a:extLst>
          </p:cNvPr>
          <p:cNvGrpSpPr/>
          <p:nvPr/>
        </p:nvGrpSpPr>
        <p:grpSpPr>
          <a:xfrm>
            <a:off x="7765446" y="1991463"/>
            <a:ext cx="510840" cy="199080"/>
            <a:chOff x="7765446" y="1991463"/>
            <a:chExt cx="51084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37D0D4E-8C2F-9016-A864-8220B9446FCD}"/>
                    </a:ext>
                  </a:extLst>
                </p14:cNvPr>
                <p14:cNvContentPartPr/>
                <p14:nvPr/>
              </p14:nvContentPartPr>
              <p14:xfrm>
                <a:off x="7765446" y="2099823"/>
                <a:ext cx="163440" cy="14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37D0D4E-8C2F-9016-A864-8220B9446FC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47806" y="2082183"/>
                  <a:ext cx="199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4BB8A86-520B-F7BC-682E-191C06D9A04C}"/>
                    </a:ext>
                  </a:extLst>
                </p14:cNvPr>
                <p14:cNvContentPartPr/>
                <p14:nvPr/>
              </p14:nvContentPartPr>
              <p14:xfrm>
                <a:off x="8043366" y="1991463"/>
                <a:ext cx="232920" cy="199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4BB8A86-520B-F7BC-682E-191C06D9A04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25366" y="1973463"/>
                  <a:ext cx="26856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19A7A27-30EF-5A79-EDBA-E8A66F130D80}"/>
              </a:ext>
            </a:extLst>
          </p:cNvPr>
          <p:cNvGrpSpPr/>
          <p:nvPr/>
        </p:nvGrpSpPr>
        <p:grpSpPr>
          <a:xfrm>
            <a:off x="8659686" y="1946103"/>
            <a:ext cx="404280" cy="640080"/>
            <a:chOff x="8659686" y="1946103"/>
            <a:chExt cx="404280" cy="64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57BE372-5968-4168-0BF8-E978DD331E5B}"/>
                    </a:ext>
                  </a:extLst>
                </p14:cNvPr>
                <p14:cNvContentPartPr/>
                <p14:nvPr/>
              </p14:nvContentPartPr>
              <p14:xfrm>
                <a:off x="8804406" y="1946103"/>
                <a:ext cx="168120" cy="221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57BE372-5968-4168-0BF8-E978DD331E5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86406" y="1928103"/>
                  <a:ext cx="203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6337283-75E0-E9A0-DBA9-051A5852793D}"/>
                    </a:ext>
                  </a:extLst>
                </p14:cNvPr>
                <p14:cNvContentPartPr/>
                <p14:nvPr/>
              </p14:nvContentPartPr>
              <p14:xfrm>
                <a:off x="8659686" y="2234463"/>
                <a:ext cx="317880" cy="27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6337283-75E0-E9A0-DBA9-051A5852793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41686" y="2216463"/>
                  <a:ext cx="353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58FBA8A-D00B-7635-6CF7-14FE1C00D38F}"/>
                    </a:ext>
                  </a:extLst>
                </p14:cNvPr>
                <p14:cNvContentPartPr/>
                <p14:nvPr/>
              </p14:nvContentPartPr>
              <p14:xfrm>
                <a:off x="8733126" y="2376663"/>
                <a:ext cx="163080" cy="209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58FBA8A-D00B-7635-6CF7-14FE1C00D38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15486" y="2358663"/>
                  <a:ext cx="1987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805B53-4ACB-76AC-EACA-8CE87B0EEED3}"/>
                    </a:ext>
                  </a:extLst>
                </p14:cNvPr>
                <p14:cNvContentPartPr/>
                <p14:nvPr/>
              </p14:nvContentPartPr>
              <p14:xfrm>
                <a:off x="8829966" y="2282703"/>
                <a:ext cx="234000" cy="93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805B53-4ACB-76AC-EACA-8CE87B0EEE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11966" y="2264703"/>
                  <a:ext cx="26964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9565D9C-1FBC-E11B-E990-167C6104427E}"/>
                  </a:ext>
                </a:extLst>
              </p14:cNvPr>
              <p14:cNvContentPartPr/>
              <p14:nvPr/>
            </p14:nvContentPartPr>
            <p14:xfrm>
              <a:off x="6287286" y="2094783"/>
              <a:ext cx="623160" cy="5500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9565D9C-1FBC-E11B-E990-167C6104427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269286" y="2077143"/>
                <a:ext cx="658800" cy="58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585F0C90-78BB-F276-0C89-B5E2802A0855}"/>
              </a:ext>
            </a:extLst>
          </p:cNvPr>
          <p:cNvGrpSpPr/>
          <p:nvPr/>
        </p:nvGrpSpPr>
        <p:grpSpPr>
          <a:xfrm>
            <a:off x="9632406" y="254103"/>
            <a:ext cx="1528200" cy="2608200"/>
            <a:chOff x="9632406" y="254103"/>
            <a:chExt cx="1528200" cy="260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1027AA6-B181-C205-13AE-CC65015EDA5A}"/>
                    </a:ext>
                  </a:extLst>
                </p14:cNvPr>
                <p14:cNvContentPartPr/>
                <p14:nvPr/>
              </p14:nvContentPartPr>
              <p14:xfrm>
                <a:off x="9876126" y="1865103"/>
                <a:ext cx="23400" cy="242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1027AA6-B181-C205-13AE-CC65015EDA5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58126" y="1847463"/>
                  <a:ext cx="590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F94D47-5982-9054-50C2-62716C30E793}"/>
                    </a:ext>
                  </a:extLst>
                </p14:cNvPr>
                <p14:cNvContentPartPr/>
                <p14:nvPr/>
              </p14:nvContentPartPr>
              <p14:xfrm>
                <a:off x="9632406" y="2197743"/>
                <a:ext cx="340200" cy="61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F94D47-5982-9054-50C2-62716C30E79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614406" y="2180103"/>
                  <a:ext cx="3758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BBB1567-60E9-C0D6-8D91-EAF22A5FF97C}"/>
                    </a:ext>
                  </a:extLst>
                </p14:cNvPr>
                <p14:cNvContentPartPr/>
                <p14:nvPr/>
              </p14:nvContentPartPr>
              <p14:xfrm>
                <a:off x="9756246" y="2380983"/>
                <a:ext cx="149040" cy="227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BBB1567-60E9-C0D6-8D91-EAF22A5FF97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38606" y="2362983"/>
                  <a:ext cx="1846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90F89E8-45B1-639F-BD79-90713036F065}"/>
                    </a:ext>
                  </a:extLst>
                </p14:cNvPr>
                <p14:cNvContentPartPr/>
                <p14:nvPr/>
              </p14:nvContentPartPr>
              <p14:xfrm>
                <a:off x="9784326" y="2266863"/>
                <a:ext cx="250560" cy="108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90F89E8-45B1-639F-BD79-90713036F06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766686" y="2248863"/>
                  <a:ext cx="2862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35C39AD-EA5A-296B-A7AF-6C1DF5EE3E25}"/>
                    </a:ext>
                  </a:extLst>
                </p14:cNvPr>
                <p14:cNvContentPartPr/>
                <p14:nvPr/>
              </p14:nvContentPartPr>
              <p14:xfrm>
                <a:off x="9924366" y="254103"/>
                <a:ext cx="576360" cy="2608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35C39AD-EA5A-296B-A7AF-6C1DF5EE3E2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06366" y="236463"/>
                  <a:ext cx="612000" cy="26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48EB563-57EA-91B5-8426-F662A3209727}"/>
                    </a:ext>
                  </a:extLst>
                </p14:cNvPr>
                <p14:cNvContentPartPr/>
                <p14:nvPr/>
              </p14:nvContentPartPr>
              <p14:xfrm>
                <a:off x="10919766" y="1085703"/>
                <a:ext cx="240840" cy="356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48EB563-57EA-91B5-8426-F662A320972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901766" y="1067703"/>
                  <a:ext cx="2764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4A048D9-A70D-53FE-46DF-5794B2C098CD}"/>
                    </a:ext>
                  </a:extLst>
                </p14:cNvPr>
                <p14:cNvContentPartPr/>
                <p14:nvPr/>
              </p14:nvContentPartPr>
              <p14:xfrm>
                <a:off x="10677846" y="1314663"/>
                <a:ext cx="250560" cy="21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4A048D9-A70D-53FE-46DF-5794B2C098C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60206" y="1297023"/>
                  <a:ext cx="2862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BFA969B-E49D-8B6D-D1E3-03AA6B898FA7}"/>
              </a:ext>
            </a:extLst>
          </p:cNvPr>
          <p:cNvGrpSpPr/>
          <p:nvPr/>
        </p:nvGrpSpPr>
        <p:grpSpPr>
          <a:xfrm>
            <a:off x="160446" y="3374583"/>
            <a:ext cx="1413360" cy="1398960"/>
            <a:chOff x="160446" y="3374583"/>
            <a:chExt cx="1413360" cy="139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F6B13FC-06E4-A24E-6B4B-EA86B7B91E75}"/>
                    </a:ext>
                  </a:extLst>
                </p14:cNvPr>
                <p14:cNvContentPartPr/>
                <p14:nvPr/>
              </p14:nvContentPartPr>
              <p14:xfrm>
                <a:off x="160446" y="3439743"/>
                <a:ext cx="61200" cy="333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F6B13FC-06E4-A24E-6B4B-EA86B7B91E7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42806" y="3421743"/>
                  <a:ext cx="968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74420AB-9421-3AFA-E1E0-5BF8E9D921FB}"/>
                    </a:ext>
                  </a:extLst>
                </p14:cNvPr>
                <p14:cNvContentPartPr/>
                <p14:nvPr/>
              </p14:nvContentPartPr>
              <p14:xfrm>
                <a:off x="186006" y="3374583"/>
                <a:ext cx="169200" cy="347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74420AB-9421-3AFA-E1E0-5BF8E9D921F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68006" y="3356943"/>
                  <a:ext cx="2048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402EFE5-BCD3-BF50-70A3-B12A634C218B}"/>
                    </a:ext>
                  </a:extLst>
                </p14:cNvPr>
                <p14:cNvContentPartPr/>
                <p14:nvPr/>
              </p14:nvContentPartPr>
              <p14:xfrm>
                <a:off x="410286" y="3665823"/>
                <a:ext cx="28080" cy="172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402EFE5-BCD3-BF50-70A3-B12A634C218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92646" y="3647823"/>
                  <a:ext cx="63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8118F86-428F-F758-14C4-9B4E02B85922}"/>
                    </a:ext>
                  </a:extLst>
                </p14:cNvPr>
                <p14:cNvContentPartPr/>
                <p14:nvPr/>
              </p14:nvContentPartPr>
              <p14:xfrm>
                <a:off x="543846" y="3639543"/>
                <a:ext cx="121320" cy="37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8118F86-428F-F758-14C4-9B4E02B8592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5846" y="3621543"/>
                  <a:ext cx="1569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C99BE72-B3AE-F747-1514-EE9B00A3EDAE}"/>
                    </a:ext>
                  </a:extLst>
                </p14:cNvPr>
                <p14:cNvContentPartPr/>
                <p14:nvPr/>
              </p14:nvContentPartPr>
              <p14:xfrm>
                <a:off x="772086" y="3485823"/>
                <a:ext cx="14760" cy="231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C99BE72-B3AE-F747-1514-EE9B00A3EDA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4446" y="3467823"/>
                  <a:ext cx="504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3FE78BD-8006-0970-6836-C6677BC4E38A}"/>
                    </a:ext>
                  </a:extLst>
                </p14:cNvPr>
                <p14:cNvContentPartPr/>
                <p14:nvPr/>
              </p14:nvContentPartPr>
              <p14:xfrm>
                <a:off x="863526" y="3498423"/>
                <a:ext cx="142920" cy="252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3FE78BD-8006-0970-6836-C6677BC4E38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5526" y="3480783"/>
                  <a:ext cx="1785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0A53C61-A265-2BC4-1C25-48998C9CD22F}"/>
                    </a:ext>
                  </a:extLst>
                </p14:cNvPr>
                <p14:cNvContentPartPr/>
                <p14:nvPr/>
              </p14:nvContentPartPr>
              <p14:xfrm>
                <a:off x="1179246" y="3508143"/>
                <a:ext cx="28440" cy="247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0A53C61-A265-2BC4-1C25-48998C9CD22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61246" y="3490143"/>
                  <a:ext cx="640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D6523EF-CCEB-5089-D146-20E636D92768}"/>
                    </a:ext>
                  </a:extLst>
                </p14:cNvPr>
                <p14:cNvContentPartPr/>
                <p14:nvPr/>
              </p14:nvContentPartPr>
              <p14:xfrm>
                <a:off x="1193286" y="3429663"/>
                <a:ext cx="203040" cy="410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D6523EF-CCEB-5089-D146-20E636D9276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75286" y="3412023"/>
                  <a:ext cx="23868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B894FE8-50D2-540B-9969-91F61024DABE}"/>
                    </a:ext>
                  </a:extLst>
                </p14:cNvPr>
                <p14:cNvContentPartPr/>
                <p14:nvPr/>
              </p14:nvContentPartPr>
              <p14:xfrm>
                <a:off x="1475526" y="3724143"/>
                <a:ext cx="88920" cy="278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B894FE8-50D2-540B-9969-91F61024DAB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457886" y="3706143"/>
                  <a:ext cx="124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E8F18B0-E9DF-5173-CCC3-A5A23CAE3B56}"/>
                    </a:ext>
                  </a:extLst>
                </p14:cNvPr>
                <p14:cNvContentPartPr/>
                <p14:nvPr/>
              </p14:nvContentPartPr>
              <p14:xfrm>
                <a:off x="171246" y="4133463"/>
                <a:ext cx="50760" cy="318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E8F18B0-E9DF-5173-CCC3-A5A23CAE3B5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53246" y="4115823"/>
                  <a:ext cx="864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206B9D6-6BBA-3AB7-95AE-8FEECD2122E0}"/>
                    </a:ext>
                  </a:extLst>
                </p14:cNvPr>
                <p14:cNvContentPartPr/>
                <p14:nvPr/>
              </p14:nvContentPartPr>
              <p14:xfrm>
                <a:off x="209406" y="4094223"/>
                <a:ext cx="159480" cy="33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206B9D6-6BBA-3AB7-95AE-8FEECD2122E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1406" y="4076223"/>
                  <a:ext cx="1951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73BF08F-CFFD-FFA6-BD59-EDB69EAAB24D}"/>
                    </a:ext>
                  </a:extLst>
                </p14:cNvPr>
                <p14:cNvContentPartPr/>
                <p14:nvPr/>
              </p14:nvContentPartPr>
              <p14:xfrm>
                <a:off x="398406" y="4415343"/>
                <a:ext cx="163080" cy="192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73BF08F-CFFD-FFA6-BD59-EDB69EAAB24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80406" y="4397703"/>
                  <a:ext cx="198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C09AA92-7CF6-AF21-CCF8-A76B94EC423C}"/>
                    </a:ext>
                  </a:extLst>
                </p14:cNvPr>
                <p14:cNvContentPartPr/>
                <p14:nvPr/>
              </p14:nvContentPartPr>
              <p14:xfrm>
                <a:off x="669126" y="4356303"/>
                <a:ext cx="180000" cy="27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C09AA92-7CF6-AF21-CCF8-A76B94EC423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1486" y="4338663"/>
                  <a:ext cx="2156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358D838-6B8F-5EAC-9E2F-079C22B678BB}"/>
                    </a:ext>
                  </a:extLst>
                </p14:cNvPr>
                <p14:cNvContentPartPr/>
                <p14:nvPr/>
              </p14:nvContentPartPr>
              <p14:xfrm>
                <a:off x="764886" y="4215543"/>
                <a:ext cx="15120" cy="195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358D838-6B8F-5EAC-9E2F-079C22B678B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46886" y="4197543"/>
                  <a:ext cx="50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0E60D4C-A1CE-9DE6-FB46-42BBFB341CA3}"/>
                    </a:ext>
                  </a:extLst>
                </p14:cNvPr>
                <p14:cNvContentPartPr/>
                <p14:nvPr/>
              </p14:nvContentPartPr>
              <p14:xfrm>
                <a:off x="931926" y="4126263"/>
                <a:ext cx="182160" cy="333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0E60D4C-A1CE-9DE6-FB46-42BBFB341CA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14286" y="4108623"/>
                  <a:ext cx="2178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2593C58-BF0F-B30A-EC9F-6108F7FDD241}"/>
                    </a:ext>
                  </a:extLst>
                </p14:cNvPr>
                <p14:cNvContentPartPr/>
                <p14:nvPr/>
              </p14:nvContentPartPr>
              <p14:xfrm>
                <a:off x="1189686" y="4234623"/>
                <a:ext cx="61200" cy="278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2593C58-BF0F-B30A-EC9F-6108F7FDD24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72046" y="4216983"/>
                  <a:ext cx="968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5FF17CD-2B9F-8C5C-E432-6F6B0F5E1940}"/>
                    </a:ext>
                  </a:extLst>
                </p14:cNvPr>
                <p14:cNvContentPartPr/>
                <p14:nvPr/>
              </p14:nvContentPartPr>
              <p14:xfrm>
                <a:off x="1202646" y="4187103"/>
                <a:ext cx="176400" cy="360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5FF17CD-2B9F-8C5C-E432-6F6B0F5E194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85006" y="4169103"/>
                  <a:ext cx="2120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8A6041D-6C42-78DF-1945-0B4C661A847E}"/>
                    </a:ext>
                  </a:extLst>
                </p14:cNvPr>
                <p14:cNvContentPartPr/>
                <p14:nvPr/>
              </p14:nvContentPartPr>
              <p14:xfrm>
                <a:off x="1479846" y="4422543"/>
                <a:ext cx="93960" cy="351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8A6041D-6C42-78DF-1945-0B4C661A847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61846" y="4404543"/>
                  <a:ext cx="129600" cy="38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084E4F1-9EAA-2538-30CD-A8751C4506D9}"/>
              </a:ext>
            </a:extLst>
          </p:cNvPr>
          <p:cNvGrpSpPr/>
          <p:nvPr/>
        </p:nvGrpSpPr>
        <p:grpSpPr>
          <a:xfrm>
            <a:off x="234246" y="4877223"/>
            <a:ext cx="347040" cy="473040"/>
            <a:chOff x="234246" y="4877223"/>
            <a:chExt cx="34704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B82F5AC-63FA-A5D0-5015-C88AF740EA81}"/>
                    </a:ext>
                  </a:extLst>
                </p14:cNvPr>
                <p14:cNvContentPartPr/>
                <p14:nvPr/>
              </p14:nvContentPartPr>
              <p14:xfrm>
                <a:off x="234246" y="4884783"/>
                <a:ext cx="42480" cy="2959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B82F5AC-63FA-A5D0-5015-C88AF740EA8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16606" y="4867143"/>
                  <a:ext cx="781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5E0245-A765-8A39-CDE6-D21FB3BEA746}"/>
                    </a:ext>
                  </a:extLst>
                </p14:cNvPr>
                <p14:cNvContentPartPr/>
                <p14:nvPr/>
              </p14:nvContentPartPr>
              <p14:xfrm>
                <a:off x="248646" y="4877223"/>
                <a:ext cx="174600" cy="307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5E0245-A765-8A39-CDE6-D21FB3BEA74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30646" y="4859223"/>
                  <a:ext cx="2102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2539039-DBBF-E841-A606-0E2A3BC46A6A}"/>
                    </a:ext>
                  </a:extLst>
                </p14:cNvPr>
                <p14:cNvContentPartPr/>
                <p14:nvPr/>
              </p14:nvContentPartPr>
              <p14:xfrm>
                <a:off x="416766" y="5043543"/>
                <a:ext cx="164520" cy="306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2539039-DBBF-E841-A606-0E2A3BC46A6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98766" y="5025543"/>
                  <a:ext cx="20016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C578AB5-A2F2-9AFF-9A4E-29297BFBA395}"/>
              </a:ext>
            </a:extLst>
          </p:cNvPr>
          <p:cNvGrpSpPr/>
          <p:nvPr/>
        </p:nvGrpSpPr>
        <p:grpSpPr>
          <a:xfrm>
            <a:off x="746886" y="4919703"/>
            <a:ext cx="853200" cy="464400"/>
            <a:chOff x="746886" y="4919703"/>
            <a:chExt cx="853200" cy="4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9BA1A01-44BE-A7EC-A304-F0E4A887F924}"/>
                    </a:ext>
                  </a:extLst>
                </p14:cNvPr>
                <p14:cNvContentPartPr/>
                <p14:nvPr/>
              </p14:nvContentPartPr>
              <p14:xfrm>
                <a:off x="746886" y="5082783"/>
                <a:ext cx="155520" cy="23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9BA1A01-44BE-A7EC-A304-F0E4A887F92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29246" y="5064783"/>
                  <a:ext cx="1911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3B0CEE3-EA3C-2DB4-A879-F12C1E58D178}"/>
                    </a:ext>
                  </a:extLst>
                </p14:cNvPr>
                <p14:cNvContentPartPr/>
                <p14:nvPr/>
              </p14:nvContentPartPr>
              <p14:xfrm>
                <a:off x="806646" y="5002503"/>
                <a:ext cx="43920" cy="217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3B0CEE3-EA3C-2DB4-A879-F12C1E58D17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8646" y="4984503"/>
                  <a:ext cx="795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5CDFB73-E8BA-1D82-801D-F3DFEC31E975}"/>
                    </a:ext>
                  </a:extLst>
                </p14:cNvPr>
                <p14:cNvContentPartPr/>
                <p14:nvPr/>
              </p14:nvContentPartPr>
              <p14:xfrm>
                <a:off x="1006446" y="4972263"/>
                <a:ext cx="127080" cy="251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5CDFB73-E8BA-1D82-801D-F3DFEC31E97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88806" y="4954263"/>
                  <a:ext cx="1627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9F9AF83-8977-8907-BE35-401956795922}"/>
                    </a:ext>
                  </a:extLst>
                </p14:cNvPr>
                <p14:cNvContentPartPr/>
                <p14:nvPr/>
              </p14:nvContentPartPr>
              <p14:xfrm>
                <a:off x="1227486" y="4987743"/>
                <a:ext cx="30960" cy="259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9F9AF83-8977-8907-BE35-40195679592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209486" y="4969743"/>
                  <a:ext cx="666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D7DE3EE-02BD-3D6C-E801-D699ABFE150E}"/>
                    </a:ext>
                  </a:extLst>
                </p14:cNvPr>
                <p14:cNvContentPartPr/>
                <p14:nvPr/>
              </p14:nvContentPartPr>
              <p14:xfrm>
                <a:off x="1251246" y="4919703"/>
                <a:ext cx="131400" cy="284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D7DE3EE-02BD-3D6C-E801-D699ABFE150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233606" y="4902063"/>
                  <a:ext cx="1670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5281DF2-E839-2BB2-2BD6-6D51A565ACFA}"/>
                    </a:ext>
                  </a:extLst>
                </p14:cNvPr>
                <p14:cNvContentPartPr/>
                <p14:nvPr/>
              </p14:nvContentPartPr>
              <p14:xfrm>
                <a:off x="1481646" y="5058663"/>
                <a:ext cx="118440" cy="325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5281DF2-E839-2BB2-2BD6-6D51A565ACF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464006" y="5040663"/>
                  <a:ext cx="154080" cy="36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D1D3692-B579-3345-EA58-3ABDD5274A5F}"/>
                  </a:ext>
                </a:extLst>
              </p14:cNvPr>
              <p14:cNvContentPartPr/>
              <p14:nvPr/>
            </p14:nvContentPartPr>
            <p14:xfrm>
              <a:off x="1852086" y="3406263"/>
              <a:ext cx="370080" cy="23176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D1D3692-B579-3345-EA58-3ABDD5274A5F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834446" y="3388623"/>
                <a:ext cx="405720" cy="235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F8164ED-44C1-B5F0-FAB2-B3BE2A2C4B78}"/>
                  </a:ext>
                </a:extLst>
              </p14:cNvPr>
              <p14:cNvContentPartPr/>
              <p14:nvPr/>
            </p14:nvContentPartPr>
            <p14:xfrm>
              <a:off x="2423406" y="3543063"/>
              <a:ext cx="58320" cy="2833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F8164ED-44C1-B5F0-FAB2-B3BE2A2C4B7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405766" y="3525063"/>
                <a:ext cx="9396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A7CBAE77-97A5-8713-E10B-3C675B75BBD1}"/>
                  </a:ext>
                </a:extLst>
              </p14:cNvPr>
              <p14:cNvContentPartPr/>
              <p14:nvPr/>
            </p14:nvContentPartPr>
            <p14:xfrm>
              <a:off x="3004806" y="4244703"/>
              <a:ext cx="32760" cy="2646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A7CBAE77-97A5-8713-E10B-3C675B75BBD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987166" y="4227063"/>
                <a:ext cx="6840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4428880F-3FE6-1854-F55A-15045AA63BAE}"/>
                  </a:ext>
                </a:extLst>
              </p14:cNvPr>
              <p14:cNvContentPartPr/>
              <p14:nvPr/>
            </p14:nvContentPartPr>
            <p14:xfrm>
              <a:off x="3845406" y="4888023"/>
              <a:ext cx="15120" cy="1576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4428880F-3FE6-1854-F55A-15045AA63BA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827766" y="4870023"/>
                <a:ext cx="5076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B97E15B-3C81-D413-1627-956C9CD1B41E}"/>
                  </a:ext>
                </a:extLst>
              </p14:cNvPr>
              <p14:cNvContentPartPr/>
              <p14:nvPr/>
            </p14:nvContentPartPr>
            <p14:xfrm>
              <a:off x="4552086" y="5307063"/>
              <a:ext cx="24120" cy="2376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B97E15B-3C81-D413-1627-956C9CD1B41E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534446" y="5289423"/>
                <a:ext cx="597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2C2F8F61-8094-3368-CB8F-E5305583BECC}"/>
                  </a:ext>
                </a:extLst>
              </p14:cNvPr>
              <p14:cNvContentPartPr/>
              <p14:nvPr/>
            </p14:nvContentPartPr>
            <p14:xfrm>
              <a:off x="2279406" y="4367823"/>
              <a:ext cx="174960" cy="1994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2C2F8F61-8094-3368-CB8F-E5305583BEC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261766" y="4350183"/>
                <a:ext cx="2106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92622861-043A-944F-809B-910E999C1E8F}"/>
                  </a:ext>
                </a:extLst>
              </p14:cNvPr>
              <p14:cNvContentPartPr/>
              <p14:nvPr/>
            </p14:nvContentPartPr>
            <p14:xfrm>
              <a:off x="2271846" y="4922583"/>
              <a:ext cx="189360" cy="2102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92622861-043A-944F-809B-910E999C1E8F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254206" y="4904943"/>
                <a:ext cx="22500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AE130CBB-29C7-C471-6C2B-137B131F5C1C}"/>
                  </a:ext>
                </a:extLst>
              </p14:cNvPr>
              <p14:cNvContentPartPr/>
              <p14:nvPr/>
            </p14:nvContentPartPr>
            <p14:xfrm>
              <a:off x="2311446" y="5395983"/>
              <a:ext cx="201960" cy="1954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AE130CBB-29C7-C471-6C2B-137B131F5C1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2293806" y="5377983"/>
                <a:ext cx="2376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D4EE776-3F8E-B4B5-1771-D62E786AC733}"/>
                  </a:ext>
                </a:extLst>
              </p14:cNvPr>
              <p14:cNvContentPartPr/>
              <p14:nvPr/>
            </p14:nvContentPartPr>
            <p14:xfrm>
              <a:off x="3021006" y="5460783"/>
              <a:ext cx="225000" cy="1933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D4EE776-3F8E-B4B5-1771-D62E786AC73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003006" y="5443143"/>
                <a:ext cx="2606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1560DD0-6CBD-BF27-C614-48682D6E2491}"/>
                  </a:ext>
                </a:extLst>
              </p14:cNvPr>
              <p14:cNvContentPartPr/>
              <p14:nvPr/>
            </p14:nvContentPartPr>
            <p14:xfrm>
              <a:off x="3886446" y="5409303"/>
              <a:ext cx="160200" cy="1717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1560DD0-6CBD-BF27-C614-48682D6E249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868806" y="5391303"/>
                <a:ext cx="1958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DD9E833-1A40-1353-BFD5-F24C5221FCBA}"/>
                  </a:ext>
                </a:extLst>
              </p14:cNvPr>
              <p14:cNvContentPartPr/>
              <p14:nvPr/>
            </p14:nvContentPartPr>
            <p14:xfrm>
              <a:off x="2958366" y="4908903"/>
              <a:ext cx="190800" cy="1998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DD9E833-1A40-1353-BFD5-F24C5221FCBA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940366" y="4890903"/>
                <a:ext cx="2264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DCE1C8E-38A6-9AAF-DCBC-A01F2748EF6E}"/>
                  </a:ext>
                </a:extLst>
              </p14:cNvPr>
              <p14:cNvContentPartPr/>
              <p14:nvPr/>
            </p14:nvContentPartPr>
            <p14:xfrm>
              <a:off x="3783486" y="4211943"/>
              <a:ext cx="172440" cy="2509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DCE1C8E-38A6-9AAF-DCBC-A01F2748EF6E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765486" y="4193917"/>
                <a:ext cx="208080" cy="286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AE5C934-368E-EA6E-B4F2-AE986312066C}"/>
                  </a:ext>
                </a:extLst>
              </p14:cNvPr>
              <p14:cNvContentPartPr/>
              <p14:nvPr/>
            </p14:nvContentPartPr>
            <p14:xfrm>
              <a:off x="2937486" y="3585543"/>
              <a:ext cx="164880" cy="1915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AE5C934-368E-EA6E-B4F2-AE986312066C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919486" y="3567903"/>
                <a:ext cx="20052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331C93EB-36E5-DE93-D5DE-14F187A46B10}"/>
                  </a:ext>
                </a:extLst>
              </p14:cNvPr>
              <p14:cNvContentPartPr/>
              <p14:nvPr/>
            </p14:nvContentPartPr>
            <p14:xfrm>
              <a:off x="3692766" y="3507423"/>
              <a:ext cx="216360" cy="2163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331C93EB-36E5-DE93-D5DE-14F187A46B10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674766" y="3489783"/>
                <a:ext cx="25200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65AED9A-684E-5C41-8C36-E28DA124E19E}"/>
              </a:ext>
            </a:extLst>
          </p:cNvPr>
          <p:cNvGrpSpPr/>
          <p:nvPr/>
        </p:nvGrpSpPr>
        <p:grpSpPr>
          <a:xfrm>
            <a:off x="4635966" y="3321303"/>
            <a:ext cx="941400" cy="2394360"/>
            <a:chOff x="4635966" y="3321303"/>
            <a:chExt cx="941400" cy="239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BAF7846-8A17-552A-2F0F-8C6B1A417BFE}"/>
                    </a:ext>
                  </a:extLst>
                </p14:cNvPr>
                <p14:cNvContentPartPr/>
                <p14:nvPr/>
              </p14:nvContentPartPr>
              <p14:xfrm>
                <a:off x="4635966" y="3321303"/>
                <a:ext cx="542880" cy="2394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BAF7846-8A17-552A-2F0F-8C6B1A417BF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17966" y="3303303"/>
                  <a:ext cx="578520" cy="24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B973022-76A3-BE21-58A5-12E0F4F2C438}"/>
                    </a:ext>
                  </a:extLst>
                </p14:cNvPr>
                <p14:cNvContentPartPr/>
                <p14:nvPr/>
              </p14:nvContentPartPr>
              <p14:xfrm>
                <a:off x="5413566" y="4532703"/>
                <a:ext cx="93600" cy="9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B973022-76A3-BE21-58A5-12E0F4F2C43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395566" y="4515063"/>
                  <a:ext cx="129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5A00787-CC93-4D82-6CF5-BD8ACF56BFE2}"/>
                    </a:ext>
                  </a:extLst>
                </p14:cNvPr>
                <p14:cNvContentPartPr/>
                <p14:nvPr/>
              </p14:nvContentPartPr>
              <p14:xfrm>
                <a:off x="5360286" y="4654743"/>
                <a:ext cx="217080" cy="36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5A00787-CC93-4D82-6CF5-BD8ACF56BFE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342286" y="4637103"/>
                  <a:ext cx="252720" cy="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29D226B0-F7AF-966B-E5BA-4313BED514C8}"/>
                  </a:ext>
                </a:extLst>
              </p14:cNvPr>
              <p14:cNvContentPartPr/>
              <p14:nvPr/>
            </p14:nvContentPartPr>
            <p14:xfrm>
              <a:off x="6150486" y="3354783"/>
              <a:ext cx="403200" cy="25491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29D226B0-F7AF-966B-E5BA-4313BED514C8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132846" y="3336783"/>
                <a:ext cx="438840" cy="258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6ED5C9E-A973-1F55-FECE-6F5850A0FB2B}"/>
              </a:ext>
            </a:extLst>
          </p:cNvPr>
          <p:cNvGrpSpPr/>
          <p:nvPr/>
        </p:nvGrpSpPr>
        <p:grpSpPr>
          <a:xfrm>
            <a:off x="6311766" y="3502023"/>
            <a:ext cx="724320" cy="229680"/>
            <a:chOff x="6311766" y="3502023"/>
            <a:chExt cx="72432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E10380A-1176-38A0-851A-0A19C6CD7960}"/>
                    </a:ext>
                  </a:extLst>
                </p14:cNvPr>
                <p14:cNvContentPartPr/>
                <p14:nvPr/>
              </p14:nvContentPartPr>
              <p14:xfrm>
                <a:off x="6311766" y="3613623"/>
                <a:ext cx="135000" cy="25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E10380A-1176-38A0-851A-0A19C6CD796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94126" y="3595623"/>
                  <a:ext cx="170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468A9C4-A67F-ACC8-12C9-FAD6F8195A1C}"/>
                    </a:ext>
                  </a:extLst>
                </p14:cNvPr>
                <p14:cNvContentPartPr/>
                <p14:nvPr/>
              </p14:nvContentPartPr>
              <p14:xfrm>
                <a:off x="6566286" y="3505623"/>
                <a:ext cx="158400" cy="226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468A9C4-A67F-ACC8-12C9-FAD6F8195A1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548286" y="3487983"/>
                  <a:ext cx="1940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73B4537-C68F-943C-7861-C08F5BB0BE15}"/>
                    </a:ext>
                  </a:extLst>
                </p14:cNvPr>
                <p14:cNvContentPartPr/>
                <p14:nvPr/>
              </p14:nvContentPartPr>
              <p14:xfrm>
                <a:off x="6887406" y="3502023"/>
                <a:ext cx="148680" cy="217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73B4537-C68F-943C-7861-C08F5BB0BE1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869406" y="3484023"/>
                  <a:ext cx="18432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67C219B-275F-8973-06B6-ED405F7CEDEA}"/>
              </a:ext>
            </a:extLst>
          </p:cNvPr>
          <p:cNvGrpSpPr/>
          <p:nvPr/>
        </p:nvGrpSpPr>
        <p:grpSpPr>
          <a:xfrm>
            <a:off x="7755366" y="3447663"/>
            <a:ext cx="495720" cy="288360"/>
            <a:chOff x="7755366" y="3447663"/>
            <a:chExt cx="49572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635E71F-F3E7-BB17-675C-F8E8B9A96838}"/>
                    </a:ext>
                  </a:extLst>
                </p14:cNvPr>
                <p14:cNvContentPartPr/>
                <p14:nvPr/>
              </p14:nvContentPartPr>
              <p14:xfrm>
                <a:off x="7755366" y="3450543"/>
                <a:ext cx="155880" cy="247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635E71F-F3E7-BB17-675C-F8E8B9A9683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737726" y="3432903"/>
                  <a:ext cx="1915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C16D1CF-F4B1-1C8B-525F-66866F2665F1}"/>
                    </a:ext>
                  </a:extLst>
                </p14:cNvPr>
                <p14:cNvContentPartPr/>
                <p14:nvPr/>
              </p14:nvContentPartPr>
              <p14:xfrm>
                <a:off x="8108166" y="3447663"/>
                <a:ext cx="142920" cy="288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C16D1CF-F4B1-1C8B-525F-66866F2665F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90166" y="3430023"/>
                  <a:ext cx="178560" cy="32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8830D5F-D424-37E6-26AB-1ACB88FE7EC9}"/>
              </a:ext>
            </a:extLst>
          </p:cNvPr>
          <p:cNvGrpSpPr/>
          <p:nvPr/>
        </p:nvGrpSpPr>
        <p:grpSpPr>
          <a:xfrm>
            <a:off x="8792166" y="3381063"/>
            <a:ext cx="811440" cy="683280"/>
            <a:chOff x="8792166" y="3381063"/>
            <a:chExt cx="811440" cy="68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CD3B8D9-C8B2-E9B6-AFB8-E216F3197C2E}"/>
                    </a:ext>
                  </a:extLst>
                </p14:cNvPr>
                <p14:cNvContentPartPr/>
                <p14:nvPr/>
              </p14:nvContentPartPr>
              <p14:xfrm>
                <a:off x="8792166" y="3536583"/>
                <a:ext cx="153720" cy="21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CD3B8D9-C8B2-E9B6-AFB8-E216F3197C2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774526" y="3518583"/>
                  <a:ext cx="1893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514D11B-DABB-48A3-DE0F-A3F08187AA1F}"/>
                    </a:ext>
                  </a:extLst>
                </p14:cNvPr>
                <p14:cNvContentPartPr/>
                <p14:nvPr/>
              </p14:nvContentPartPr>
              <p14:xfrm>
                <a:off x="9045966" y="3406623"/>
                <a:ext cx="130320" cy="237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514D11B-DABB-48A3-DE0F-A3F08187AA1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028326" y="3388983"/>
                  <a:ext cx="1659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15344D1-410A-B7F5-FCF6-8C2A3A78009A}"/>
                    </a:ext>
                  </a:extLst>
                </p14:cNvPr>
                <p14:cNvContentPartPr/>
                <p14:nvPr/>
              </p14:nvContentPartPr>
              <p14:xfrm>
                <a:off x="9372486" y="3381063"/>
                <a:ext cx="141840" cy="2181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15344D1-410A-B7F5-FCF6-8C2A3A78009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354846" y="3363423"/>
                  <a:ext cx="1774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00913CC-92C9-B0F3-2D64-1622AB945D7F}"/>
                    </a:ext>
                  </a:extLst>
                </p14:cNvPr>
                <p14:cNvContentPartPr/>
                <p14:nvPr/>
              </p14:nvContentPartPr>
              <p14:xfrm>
                <a:off x="8999526" y="3718023"/>
                <a:ext cx="604080" cy="66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00913CC-92C9-B0F3-2D64-1622AB945D7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981886" y="3700383"/>
                  <a:ext cx="639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35762ED-5969-36D0-93BE-CA03BE404455}"/>
                    </a:ext>
                  </a:extLst>
                </p14:cNvPr>
                <p14:cNvContentPartPr/>
                <p14:nvPr/>
              </p14:nvContentPartPr>
              <p14:xfrm>
                <a:off x="9256566" y="3855183"/>
                <a:ext cx="120960" cy="209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35762ED-5969-36D0-93BE-CA03BE40445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238566" y="3837543"/>
                  <a:ext cx="1566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C1919BC-23A2-8247-90C8-E6DDFC860C32}"/>
                    </a:ext>
                  </a:extLst>
                </p14:cNvPr>
                <p14:cNvContentPartPr/>
                <p14:nvPr/>
              </p14:nvContentPartPr>
              <p14:xfrm>
                <a:off x="9330366" y="3837183"/>
                <a:ext cx="181800" cy="40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C1919BC-23A2-8247-90C8-E6DDFC860C3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312366" y="3819183"/>
                  <a:ext cx="21744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AF15C93D-34C2-6B97-4622-7CFE5714DE7E}"/>
              </a:ext>
            </a:extLst>
          </p:cNvPr>
          <p:cNvGrpSpPr/>
          <p:nvPr/>
        </p:nvGrpSpPr>
        <p:grpSpPr>
          <a:xfrm>
            <a:off x="6709206" y="4377543"/>
            <a:ext cx="245520" cy="200880"/>
            <a:chOff x="6709206" y="4377543"/>
            <a:chExt cx="24552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1928CA9-30AC-2561-E56A-3407A28C50DC}"/>
                    </a:ext>
                  </a:extLst>
                </p14:cNvPr>
                <p14:cNvContentPartPr/>
                <p14:nvPr/>
              </p14:nvContentPartPr>
              <p14:xfrm>
                <a:off x="6709206" y="4377543"/>
                <a:ext cx="22320" cy="2008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1928CA9-30AC-2561-E56A-3407A28C50D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691206" y="4359903"/>
                  <a:ext cx="57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16593C7-B83D-4828-297C-6E80A4CF5233}"/>
                    </a:ext>
                  </a:extLst>
                </p14:cNvPr>
                <p14:cNvContentPartPr/>
                <p14:nvPr/>
              </p14:nvContentPartPr>
              <p14:xfrm>
                <a:off x="6822966" y="4410663"/>
                <a:ext cx="131760" cy="155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16593C7-B83D-4828-297C-6E80A4CF523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805326" y="4393023"/>
                  <a:ext cx="16740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C9C2CD4-A162-2790-52F3-25747D0887F2}"/>
              </a:ext>
            </a:extLst>
          </p:cNvPr>
          <p:cNvGrpSpPr/>
          <p:nvPr/>
        </p:nvGrpSpPr>
        <p:grpSpPr>
          <a:xfrm>
            <a:off x="7616766" y="4267743"/>
            <a:ext cx="769680" cy="227520"/>
            <a:chOff x="7616766" y="4267743"/>
            <a:chExt cx="76968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40B5128-22F1-DB03-10B1-AE62C7A05360}"/>
                    </a:ext>
                  </a:extLst>
                </p14:cNvPr>
                <p14:cNvContentPartPr/>
                <p14:nvPr/>
              </p14:nvContentPartPr>
              <p14:xfrm>
                <a:off x="7616766" y="4378983"/>
                <a:ext cx="195480" cy="176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40B5128-22F1-DB03-10B1-AE62C7A0536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599126" y="4360983"/>
                  <a:ext cx="231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FC685C7-49D3-BE95-171B-4E845BBEDABE}"/>
                    </a:ext>
                  </a:extLst>
                </p14:cNvPr>
                <p14:cNvContentPartPr/>
                <p14:nvPr/>
              </p14:nvContentPartPr>
              <p14:xfrm>
                <a:off x="7917366" y="4267743"/>
                <a:ext cx="17280" cy="227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FC685C7-49D3-BE95-171B-4E845BBEDAB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899726" y="4250103"/>
                  <a:ext cx="529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29F5687-5102-C1A1-D77D-CDE5EADF2E7B}"/>
                    </a:ext>
                  </a:extLst>
                </p14:cNvPr>
                <p14:cNvContentPartPr/>
                <p14:nvPr/>
              </p14:nvContentPartPr>
              <p14:xfrm>
                <a:off x="8094846" y="4272063"/>
                <a:ext cx="291600" cy="206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29F5687-5102-C1A1-D77D-CDE5EADF2E7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076846" y="4254423"/>
                  <a:ext cx="32724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999D19E-7E5F-1B9B-361F-17DAD4DC1D93}"/>
              </a:ext>
            </a:extLst>
          </p:cNvPr>
          <p:cNvGrpSpPr/>
          <p:nvPr/>
        </p:nvGrpSpPr>
        <p:grpSpPr>
          <a:xfrm>
            <a:off x="8986566" y="4299783"/>
            <a:ext cx="395280" cy="566280"/>
            <a:chOff x="8986566" y="4299783"/>
            <a:chExt cx="395280" cy="56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173C098-36BE-8709-1621-545F8591658D}"/>
                    </a:ext>
                  </a:extLst>
                </p14:cNvPr>
                <p14:cNvContentPartPr/>
                <p14:nvPr/>
              </p14:nvContentPartPr>
              <p14:xfrm>
                <a:off x="8986566" y="4330023"/>
                <a:ext cx="149400" cy="1569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173C098-36BE-8709-1621-545F8591658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68566" y="4312023"/>
                  <a:ext cx="185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3C4DE95-9ADE-5F5D-A905-C44E7BECDA42}"/>
                    </a:ext>
                  </a:extLst>
                </p14:cNvPr>
                <p14:cNvContentPartPr/>
                <p14:nvPr/>
              </p14:nvContentPartPr>
              <p14:xfrm>
                <a:off x="9210846" y="4299783"/>
                <a:ext cx="110520" cy="1659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3C4DE95-9ADE-5F5D-A905-C44E7BECDA4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193206" y="4281783"/>
                  <a:ext cx="1461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842A716-BE3B-9E66-D5D9-2075FF97D443}"/>
                    </a:ext>
                  </a:extLst>
                </p14:cNvPr>
                <p14:cNvContentPartPr/>
                <p14:nvPr/>
              </p14:nvContentPartPr>
              <p14:xfrm>
                <a:off x="8999886" y="4561863"/>
                <a:ext cx="362880" cy="360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842A716-BE3B-9E66-D5D9-2075FF97D44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981886" y="4543863"/>
                  <a:ext cx="398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1728F21-D28D-3931-75B8-20CC1612B4E0}"/>
                    </a:ext>
                  </a:extLst>
                </p14:cNvPr>
                <p14:cNvContentPartPr/>
                <p14:nvPr/>
              </p14:nvContentPartPr>
              <p14:xfrm>
                <a:off x="9120126" y="4692543"/>
                <a:ext cx="138960" cy="173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1728F21-D28D-3931-75B8-20CC1612B4E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102126" y="4674903"/>
                  <a:ext cx="174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3F6CEE6-057D-04F8-9E04-56137A5813D3}"/>
                    </a:ext>
                  </a:extLst>
                </p14:cNvPr>
                <p14:cNvContentPartPr/>
                <p14:nvPr/>
              </p14:nvContentPartPr>
              <p14:xfrm>
                <a:off x="9191406" y="4646463"/>
                <a:ext cx="190440" cy="65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3F6CEE6-057D-04F8-9E04-56137A5813D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173766" y="4628463"/>
                  <a:ext cx="22608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89756621-40DE-1DCC-415C-C6346393D432}"/>
                  </a:ext>
                </a:extLst>
              </p14:cNvPr>
              <p14:cNvContentPartPr/>
              <p14:nvPr/>
            </p14:nvContentPartPr>
            <p14:xfrm>
              <a:off x="6848886" y="5102583"/>
              <a:ext cx="43200" cy="1929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89756621-40DE-1DCC-415C-C6346393D432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6831246" y="5084583"/>
                <a:ext cx="7884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E20BD72-6683-311E-47D7-8E70B96D6F06}"/>
              </a:ext>
            </a:extLst>
          </p:cNvPr>
          <p:cNvGrpSpPr/>
          <p:nvPr/>
        </p:nvGrpSpPr>
        <p:grpSpPr>
          <a:xfrm>
            <a:off x="7672206" y="5104383"/>
            <a:ext cx="545760" cy="182520"/>
            <a:chOff x="7672206" y="5104383"/>
            <a:chExt cx="54576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3B47CBC-AC8B-95C6-8165-B5632E9C6AF8}"/>
                    </a:ext>
                  </a:extLst>
                </p14:cNvPr>
                <p14:cNvContentPartPr/>
                <p14:nvPr/>
              </p14:nvContentPartPr>
              <p14:xfrm>
                <a:off x="7672206" y="5186463"/>
                <a:ext cx="192240" cy="86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3B47CBC-AC8B-95C6-8165-B5632E9C6AF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654206" y="5168463"/>
                  <a:ext cx="227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10BD993-21E7-A67F-4AF2-410C78B6532F}"/>
                    </a:ext>
                  </a:extLst>
                </p14:cNvPr>
                <p14:cNvContentPartPr/>
                <p14:nvPr/>
              </p14:nvContentPartPr>
              <p14:xfrm>
                <a:off x="7980006" y="5104383"/>
                <a:ext cx="237960" cy="182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10BD993-21E7-A67F-4AF2-410C78B6532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962006" y="5086383"/>
                  <a:ext cx="27360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74F5FFD-BEBA-A7A3-05A1-D04F1F6683BF}"/>
              </a:ext>
            </a:extLst>
          </p:cNvPr>
          <p:cNvGrpSpPr/>
          <p:nvPr/>
        </p:nvGrpSpPr>
        <p:grpSpPr>
          <a:xfrm>
            <a:off x="9060726" y="5047503"/>
            <a:ext cx="315000" cy="454680"/>
            <a:chOff x="9060726" y="5047503"/>
            <a:chExt cx="315000" cy="45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504C741-0635-65C3-6D7E-DDD5AC6EE369}"/>
                    </a:ext>
                  </a:extLst>
                </p14:cNvPr>
                <p14:cNvContentPartPr/>
                <p14:nvPr/>
              </p14:nvContentPartPr>
              <p14:xfrm>
                <a:off x="9080526" y="5047503"/>
                <a:ext cx="125640" cy="169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504C741-0635-65C3-6D7E-DDD5AC6EE36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062886" y="5029503"/>
                  <a:ext cx="161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648BAC6-B6CC-BBE6-D02A-EECDF157FA4A}"/>
                    </a:ext>
                  </a:extLst>
                </p14:cNvPr>
                <p14:cNvContentPartPr/>
                <p14:nvPr/>
              </p14:nvContentPartPr>
              <p14:xfrm>
                <a:off x="9060726" y="5266383"/>
                <a:ext cx="228240" cy="27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648BAC6-B6CC-BBE6-D02A-EECDF157FA4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043086" y="5248383"/>
                  <a:ext cx="263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54BE709-A3DB-454A-B699-03DDC9B9D8A9}"/>
                    </a:ext>
                  </a:extLst>
                </p14:cNvPr>
                <p14:cNvContentPartPr/>
                <p14:nvPr/>
              </p14:nvContentPartPr>
              <p14:xfrm>
                <a:off x="9120126" y="5370783"/>
                <a:ext cx="122760" cy="1314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54BE709-A3DB-454A-B699-03DDC9B9D8A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102486" y="5352783"/>
                  <a:ext cx="158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3AE007C-C302-32C2-ABED-A1B9BB60B1AB}"/>
                    </a:ext>
                  </a:extLst>
                </p14:cNvPr>
                <p14:cNvContentPartPr/>
                <p14:nvPr/>
              </p14:nvContentPartPr>
              <p14:xfrm>
                <a:off x="9212646" y="5320383"/>
                <a:ext cx="163080" cy="385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3AE007C-C302-32C2-ABED-A1B9BB60B1A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194646" y="5302383"/>
                  <a:ext cx="19872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B3124D90-D3B3-768A-69B4-FE697E401972}"/>
              </a:ext>
            </a:extLst>
          </p:cNvPr>
          <p:cNvGrpSpPr/>
          <p:nvPr/>
        </p:nvGrpSpPr>
        <p:grpSpPr>
          <a:xfrm>
            <a:off x="6651606" y="5740503"/>
            <a:ext cx="386280" cy="249840"/>
            <a:chOff x="6651606" y="5740503"/>
            <a:chExt cx="386280" cy="2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AE46919-875B-EA51-C994-7F0AF5F563F4}"/>
                    </a:ext>
                  </a:extLst>
                </p14:cNvPr>
                <p14:cNvContentPartPr/>
                <p14:nvPr/>
              </p14:nvContentPartPr>
              <p14:xfrm>
                <a:off x="6651606" y="5855343"/>
                <a:ext cx="5400" cy="277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AE46919-875B-EA51-C994-7F0AF5F563F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633966" y="5837343"/>
                  <a:ext cx="410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5A816BF-B625-87CC-850E-EFCDA3C82904}"/>
                    </a:ext>
                  </a:extLst>
                </p14:cNvPr>
                <p14:cNvContentPartPr/>
                <p14:nvPr/>
              </p14:nvContentPartPr>
              <p14:xfrm>
                <a:off x="6816846" y="5740503"/>
                <a:ext cx="221040" cy="2498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5A816BF-B625-87CC-850E-EFCDA3C8290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798846" y="5722863"/>
                  <a:ext cx="256680" cy="28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2F25E30-A952-4167-CB28-1CE089E605E9}"/>
              </a:ext>
            </a:extLst>
          </p:cNvPr>
          <p:cNvGrpSpPr/>
          <p:nvPr/>
        </p:nvGrpSpPr>
        <p:grpSpPr>
          <a:xfrm>
            <a:off x="7942926" y="5782623"/>
            <a:ext cx="563760" cy="219960"/>
            <a:chOff x="7942926" y="5782623"/>
            <a:chExt cx="56376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5C5B4F5-3B75-D7AB-9D56-F7EB6C37D161}"/>
                    </a:ext>
                  </a:extLst>
                </p14:cNvPr>
                <p14:cNvContentPartPr/>
                <p14:nvPr/>
              </p14:nvContentPartPr>
              <p14:xfrm>
                <a:off x="7942926" y="5852823"/>
                <a:ext cx="141840" cy="18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5C5B4F5-3B75-D7AB-9D56-F7EB6C37D16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24926" y="5835183"/>
                  <a:ext cx="177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5874456-4A89-D311-2F23-AC3BC4232838}"/>
                    </a:ext>
                  </a:extLst>
                </p14:cNvPr>
                <p14:cNvContentPartPr/>
                <p14:nvPr/>
              </p14:nvContentPartPr>
              <p14:xfrm>
                <a:off x="8233086" y="5782623"/>
                <a:ext cx="273600" cy="2199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5874456-4A89-D311-2F23-AC3BC423283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215086" y="5764983"/>
                  <a:ext cx="30924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DC010A40-2391-BFD1-48BB-BA7D93721F04}"/>
              </a:ext>
            </a:extLst>
          </p:cNvPr>
          <p:cNvGrpSpPr/>
          <p:nvPr/>
        </p:nvGrpSpPr>
        <p:grpSpPr>
          <a:xfrm>
            <a:off x="9060006" y="5734743"/>
            <a:ext cx="302040" cy="575280"/>
            <a:chOff x="9060006" y="5734743"/>
            <a:chExt cx="302040" cy="57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70304AA-2928-3B33-1B18-A60EB4B7D890}"/>
                    </a:ext>
                  </a:extLst>
                </p14:cNvPr>
                <p14:cNvContentPartPr/>
                <p14:nvPr/>
              </p14:nvContentPartPr>
              <p14:xfrm>
                <a:off x="9061806" y="5734743"/>
                <a:ext cx="156960" cy="196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70304AA-2928-3B33-1B18-A60EB4B7D89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44166" y="5716743"/>
                  <a:ext cx="192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B51436C-F0F1-69E6-B688-4FFAF83A930C}"/>
                    </a:ext>
                  </a:extLst>
                </p14:cNvPr>
                <p14:cNvContentPartPr/>
                <p14:nvPr/>
              </p14:nvContentPartPr>
              <p14:xfrm>
                <a:off x="9060006" y="6010143"/>
                <a:ext cx="232920" cy="280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B51436C-F0F1-69E6-B688-4FFAF83A930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042366" y="5992143"/>
                  <a:ext cx="268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C9077DB-F370-E492-C08F-2F242B950DD2}"/>
                    </a:ext>
                  </a:extLst>
                </p14:cNvPr>
                <p14:cNvContentPartPr/>
                <p14:nvPr/>
              </p14:nvContentPartPr>
              <p14:xfrm>
                <a:off x="9105726" y="6148383"/>
                <a:ext cx="151200" cy="1616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C9077DB-F370-E492-C08F-2F242B950DD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088086" y="6130383"/>
                  <a:ext cx="186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A79350E-60D7-045D-8BB8-1D2AF9AC9184}"/>
                    </a:ext>
                  </a:extLst>
                </p14:cNvPr>
                <p14:cNvContentPartPr/>
                <p14:nvPr/>
              </p14:nvContentPartPr>
              <p14:xfrm>
                <a:off x="9195726" y="6079263"/>
                <a:ext cx="166320" cy="62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A79350E-60D7-045D-8BB8-1D2AF9AC918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177726" y="6061623"/>
                  <a:ext cx="20196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337957E-CF14-EAAD-D0F6-B5EDAA2CCEDF}"/>
              </a:ext>
            </a:extLst>
          </p:cNvPr>
          <p:cNvGrpSpPr/>
          <p:nvPr/>
        </p:nvGrpSpPr>
        <p:grpSpPr>
          <a:xfrm>
            <a:off x="10061526" y="3266943"/>
            <a:ext cx="1454400" cy="3261600"/>
            <a:chOff x="10061526" y="3266943"/>
            <a:chExt cx="1454400" cy="32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8D5A102-0146-7D12-F90E-85B615376185}"/>
                    </a:ext>
                  </a:extLst>
                </p14:cNvPr>
                <p14:cNvContentPartPr/>
                <p14:nvPr/>
              </p14:nvContentPartPr>
              <p14:xfrm>
                <a:off x="10061526" y="3481863"/>
                <a:ext cx="145440" cy="41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8D5A102-0146-7D12-F90E-85B61537618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043886" y="3463863"/>
                  <a:ext cx="181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4B3ECDF-D360-13DE-81D6-3B3A0207E9C5}"/>
                    </a:ext>
                  </a:extLst>
                </p14:cNvPr>
                <p14:cNvContentPartPr/>
                <p14:nvPr/>
              </p14:nvContentPartPr>
              <p14:xfrm>
                <a:off x="10275726" y="3399423"/>
                <a:ext cx="22680" cy="2340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4B3ECDF-D360-13DE-81D6-3B3A0207E9C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258086" y="3381783"/>
                  <a:ext cx="583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8AE399A-AEDB-7115-8A01-AFA7F258B0F0}"/>
                    </a:ext>
                  </a:extLst>
                </p14:cNvPr>
                <p14:cNvContentPartPr/>
                <p14:nvPr/>
              </p14:nvContentPartPr>
              <p14:xfrm>
                <a:off x="10362486" y="3415623"/>
                <a:ext cx="151920" cy="216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8AE399A-AEDB-7115-8A01-AFA7F258B0F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344486" y="3397983"/>
                  <a:ext cx="1875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B74C2F8-B54F-EE32-5F4E-2F6D1B1EE342}"/>
                    </a:ext>
                  </a:extLst>
                </p14:cNvPr>
                <p14:cNvContentPartPr/>
                <p14:nvPr/>
              </p14:nvContentPartPr>
              <p14:xfrm>
                <a:off x="10143246" y="3690303"/>
                <a:ext cx="421200" cy="44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B74C2F8-B54F-EE32-5F4E-2F6D1B1EE34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125246" y="3672663"/>
                  <a:ext cx="4568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663E73D-23EE-E394-C1A0-5A9E43B34FB6}"/>
                    </a:ext>
                  </a:extLst>
                </p14:cNvPr>
                <p14:cNvContentPartPr/>
                <p14:nvPr/>
              </p14:nvContentPartPr>
              <p14:xfrm>
                <a:off x="10244406" y="3860223"/>
                <a:ext cx="136440" cy="187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663E73D-23EE-E394-C1A0-5A9E43B34FB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226406" y="3842583"/>
                  <a:ext cx="1720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B00B1B6-782F-2F2A-506C-1EA7485A19F6}"/>
                    </a:ext>
                  </a:extLst>
                </p14:cNvPr>
                <p14:cNvContentPartPr/>
                <p14:nvPr/>
              </p14:nvContentPartPr>
              <p14:xfrm>
                <a:off x="10365366" y="3785703"/>
                <a:ext cx="237240" cy="68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B00B1B6-782F-2F2A-506C-1EA7485A19F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347366" y="3768063"/>
                  <a:ext cx="272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29452CA-A802-3BB7-6A65-0D3F66EA0818}"/>
                    </a:ext>
                  </a:extLst>
                </p14:cNvPr>
                <p14:cNvContentPartPr/>
                <p14:nvPr/>
              </p14:nvContentPartPr>
              <p14:xfrm>
                <a:off x="10220646" y="4220223"/>
                <a:ext cx="192240" cy="203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29452CA-A802-3BB7-6A65-0D3F66EA081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203006" y="4202583"/>
                  <a:ext cx="2278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BE564C7-B321-E5C4-0053-C32A6D91E886}"/>
                    </a:ext>
                  </a:extLst>
                </p14:cNvPr>
                <p14:cNvContentPartPr/>
                <p14:nvPr/>
              </p14:nvContentPartPr>
              <p14:xfrm>
                <a:off x="10186086" y="4496703"/>
                <a:ext cx="299880" cy="36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BE564C7-B321-E5C4-0053-C32A6D91E88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168086" y="4478703"/>
                  <a:ext cx="335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A59466E-4314-B3AD-DB59-30AAB47B84C8}"/>
                    </a:ext>
                  </a:extLst>
                </p14:cNvPr>
                <p14:cNvContentPartPr/>
                <p14:nvPr/>
              </p14:nvContentPartPr>
              <p14:xfrm>
                <a:off x="10269246" y="4616943"/>
                <a:ext cx="158040" cy="203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A59466E-4314-B3AD-DB59-30AAB47B84C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251246" y="4599303"/>
                  <a:ext cx="193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BCC2C12-9DB4-D321-4D1E-026A6EC776B2}"/>
                    </a:ext>
                  </a:extLst>
                </p14:cNvPr>
                <p14:cNvContentPartPr/>
                <p14:nvPr/>
              </p14:nvContentPartPr>
              <p14:xfrm>
                <a:off x="10297686" y="4581663"/>
                <a:ext cx="225720" cy="651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BCC2C12-9DB4-D321-4D1E-026A6EC776B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280046" y="4563663"/>
                  <a:ext cx="2613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8DFA998-F327-E4F3-FA8F-75528B239192}"/>
                    </a:ext>
                  </a:extLst>
                </p14:cNvPr>
                <p14:cNvContentPartPr/>
                <p14:nvPr/>
              </p14:nvContentPartPr>
              <p14:xfrm>
                <a:off x="10309926" y="4957863"/>
                <a:ext cx="194400" cy="1850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8DFA998-F327-E4F3-FA8F-75528B23919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291926" y="4939863"/>
                  <a:ext cx="230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21F6266-C3D0-506E-7EFD-9E42FA303A87}"/>
                    </a:ext>
                  </a:extLst>
                </p14:cNvPr>
                <p14:cNvContentPartPr/>
                <p14:nvPr/>
              </p14:nvContentPartPr>
              <p14:xfrm>
                <a:off x="10243686" y="5253783"/>
                <a:ext cx="319320" cy="38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21F6266-C3D0-506E-7EFD-9E42FA303A8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226046" y="5235783"/>
                  <a:ext cx="354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7502000-022D-BC27-F094-ABC4C28FC6D8}"/>
                    </a:ext>
                  </a:extLst>
                </p14:cNvPr>
                <p14:cNvContentPartPr/>
                <p14:nvPr/>
              </p14:nvContentPartPr>
              <p14:xfrm>
                <a:off x="10294446" y="5371143"/>
                <a:ext cx="163440" cy="1652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7502000-022D-BC27-F094-ABC4C28FC6D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276806" y="5353503"/>
                  <a:ext cx="199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78086BB-A529-6F71-6AFE-712F8314EB8F}"/>
                    </a:ext>
                  </a:extLst>
                </p14:cNvPr>
                <p14:cNvContentPartPr/>
                <p14:nvPr/>
              </p14:nvContentPartPr>
              <p14:xfrm>
                <a:off x="10391646" y="5311743"/>
                <a:ext cx="201600" cy="63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78086BB-A529-6F71-6AFE-712F8314EB8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374006" y="5293743"/>
                  <a:ext cx="237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1DE0779-430E-CD6A-54F6-A22004085482}"/>
                    </a:ext>
                  </a:extLst>
                </p14:cNvPr>
                <p14:cNvContentPartPr/>
                <p14:nvPr/>
              </p14:nvContentPartPr>
              <p14:xfrm>
                <a:off x="10320726" y="5658423"/>
                <a:ext cx="41400" cy="2001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1DE0779-430E-CD6A-54F6-A2200408548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302726" y="5640783"/>
                  <a:ext cx="77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D90FF80-F93F-0CCE-08A8-8F87E5F3A1A2}"/>
                    </a:ext>
                  </a:extLst>
                </p14:cNvPr>
                <p14:cNvContentPartPr/>
                <p14:nvPr/>
              </p14:nvContentPartPr>
              <p14:xfrm>
                <a:off x="10185006" y="5974143"/>
                <a:ext cx="283320" cy="338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D90FF80-F93F-0CCE-08A8-8F87E5F3A1A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167006" y="5956143"/>
                  <a:ext cx="318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31092E9-FB0D-D9DA-0926-B34CE610F6CE}"/>
                    </a:ext>
                  </a:extLst>
                </p14:cNvPr>
                <p14:cNvContentPartPr/>
                <p14:nvPr/>
              </p14:nvContentPartPr>
              <p14:xfrm>
                <a:off x="10228926" y="6123183"/>
                <a:ext cx="142920" cy="180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31092E9-FB0D-D9DA-0926-B34CE610F6C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210926" y="6105543"/>
                  <a:ext cx="178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2AB11C2-C8BB-A81C-2F46-650F7E7FC004}"/>
                    </a:ext>
                  </a:extLst>
                </p14:cNvPr>
                <p14:cNvContentPartPr/>
                <p14:nvPr/>
              </p14:nvContentPartPr>
              <p14:xfrm>
                <a:off x="10290486" y="6049743"/>
                <a:ext cx="219960" cy="766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2AB11C2-C8BB-A81C-2F46-650F7E7FC00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272486" y="6032103"/>
                  <a:ext cx="2556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2917C18-2A1B-B691-A825-744FC30F26F2}"/>
                    </a:ext>
                  </a:extLst>
                </p14:cNvPr>
                <p14:cNvContentPartPr/>
                <p14:nvPr/>
              </p14:nvContentPartPr>
              <p14:xfrm>
                <a:off x="10577766" y="3266943"/>
                <a:ext cx="414720" cy="3261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2917C18-2A1B-B691-A825-744FC30F26F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560126" y="3249303"/>
                  <a:ext cx="450360" cy="32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C274FAD-4A6A-43B7-AEF9-2AD6800B958F}"/>
                    </a:ext>
                  </a:extLst>
                </p14:cNvPr>
                <p14:cNvContentPartPr/>
                <p14:nvPr/>
              </p14:nvContentPartPr>
              <p14:xfrm>
                <a:off x="11194446" y="4179903"/>
                <a:ext cx="321480" cy="463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C274FAD-4A6A-43B7-AEF9-2AD6800B958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176446" y="4161903"/>
                  <a:ext cx="35712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E22D138-1774-EA20-D59F-1855856A20F5}"/>
                    </a:ext>
                  </a:extLst>
                </p14:cNvPr>
                <p14:cNvContentPartPr/>
                <p14:nvPr/>
              </p14:nvContentPartPr>
              <p14:xfrm>
                <a:off x="11258526" y="4437663"/>
                <a:ext cx="187560" cy="273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E22D138-1774-EA20-D59F-1855856A20F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240526" y="4419663"/>
                  <a:ext cx="22320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100CF7A-4711-58BA-2884-19073FE2783A}"/>
                  </a:ext>
                </a:extLst>
              </p14:cNvPr>
              <p14:cNvContentPartPr/>
              <p14:nvPr/>
            </p14:nvContentPartPr>
            <p14:xfrm>
              <a:off x="4532646" y="3574743"/>
              <a:ext cx="140400" cy="217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100CF7A-4711-58BA-2884-19073FE2783A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4515006" y="3557103"/>
                <a:ext cx="1760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E8ED17F-2502-D51D-48BE-2D0550BD8962}"/>
                  </a:ext>
                </a:extLst>
              </p14:cNvPr>
              <p14:cNvContentPartPr/>
              <p14:nvPr/>
            </p14:nvContentPartPr>
            <p14:xfrm>
              <a:off x="4579086" y="4122663"/>
              <a:ext cx="177120" cy="167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E8ED17F-2502-D51D-48BE-2D0550BD8962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4561446" y="4104663"/>
                <a:ext cx="21276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7DCBE0D-8B76-7906-3B84-EC5ECD44BF0A}"/>
                  </a:ext>
                </a:extLst>
              </p14:cNvPr>
              <p14:cNvContentPartPr/>
              <p14:nvPr/>
            </p14:nvContentPartPr>
            <p14:xfrm>
              <a:off x="4512486" y="4814223"/>
              <a:ext cx="235080" cy="2329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7DCBE0D-8B76-7906-3B84-EC5ECD44BF0A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4494846" y="4796223"/>
                <a:ext cx="27072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E34129C9-10BD-EE39-3D9E-B872416CF18D}"/>
                  </a:ext>
                </a:extLst>
              </p14:cNvPr>
              <p14:cNvContentPartPr/>
              <p14:nvPr/>
            </p14:nvContentPartPr>
            <p14:xfrm>
              <a:off x="3916326" y="1912983"/>
              <a:ext cx="525960" cy="5583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E34129C9-10BD-EE39-3D9E-B872416CF18D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3898326" y="1895343"/>
                <a:ext cx="561600" cy="59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BF3E1C3E-C03E-AE8C-4B1E-C22F4E265430}"/>
                  </a:ext>
                </a:extLst>
              </p14:cNvPr>
              <p14:cNvContentPartPr/>
              <p14:nvPr/>
            </p14:nvContentPartPr>
            <p14:xfrm>
              <a:off x="1094286" y="4740423"/>
              <a:ext cx="79560" cy="3024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BF3E1C3E-C03E-AE8C-4B1E-C22F4E265430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076646" y="4722423"/>
                <a:ext cx="1152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C0190CA6-8511-FDB2-3907-B08362970136}"/>
                  </a:ext>
                </a:extLst>
              </p14:cNvPr>
              <p14:cNvContentPartPr/>
              <p14:nvPr/>
            </p14:nvContentPartPr>
            <p14:xfrm>
              <a:off x="4867086" y="5005743"/>
              <a:ext cx="360" cy="36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C0190CA6-8511-FDB2-3907-B08362970136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4849446" y="498810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0C0FBB85-E230-FDC0-3F46-A08C5946B49E}"/>
              </a:ext>
            </a:extLst>
          </p:cNvPr>
          <p:cNvGrpSpPr/>
          <p:nvPr/>
        </p:nvGrpSpPr>
        <p:grpSpPr>
          <a:xfrm>
            <a:off x="7829166" y="6445023"/>
            <a:ext cx="448560" cy="394200"/>
            <a:chOff x="7829166" y="6445023"/>
            <a:chExt cx="448560" cy="3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41EA4B0-41CE-C052-77AD-94A02F618F43}"/>
                    </a:ext>
                  </a:extLst>
                </p14:cNvPr>
                <p14:cNvContentPartPr/>
                <p14:nvPr/>
              </p14:nvContentPartPr>
              <p14:xfrm>
                <a:off x="7858326" y="6445023"/>
                <a:ext cx="369720" cy="1591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41EA4B0-41CE-C052-77AD-94A02F618F4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840686" y="6427023"/>
                  <a:ext cx="405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0C76758-522D-9946-C8CE-D3B462E1AD2B}"/>
                    </a:ext>
                  </a:extLst>
                </p14:cNvPr>
                <p14:cNvContentPartPr/>
                <p14:nvPr/>
              </p14:nvContentPartPr>
              <p14:xfrm>
                <a:off x="7829166" y="6592623"/>
                <a:ext cx="448560" cy="2466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0C76758-522D-9946-C8CE-D3B462E1AD2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811526" y="6574623"/>
                  <a:ext cx="484200" cy="282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49769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9CDB5A4-0E2D-971F-63FA-143EF9EF0A87}"/>
              </a:ext>
            </a:extLst>
          </p:cNvPr>
          <p:cNvGrpSpPr/>
          <p:nvPr/>
        </p:nvGrpSpPr>
        <p:grpSpPr>
          <a:xfrm>
            <a:off x="2020206" y="354543"/>
            <a:ext cx="1204560" cy="614160"/>
            <a:chOff x="2020206" y="354543"/>
            <a:chExt cx="1204560" cy="61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F7079C5-352E-D2F0-8FB6-69B2C924642B}"/>
                    </a:ext>
                  </a:extLst>
                </p14:cNvPr>
                <p14:cNvContentPartPr/>
                <p14:nvPr/>
              </p14:nvContentPartPr>
              <p14:xfrm>
                <a:off x="2020206" y="571983"/>
                <a:ext cx="189720" cy="396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F7079C5-352E-D2F0-8FB6-69B2C924642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02206" y="553983"/>
                  <a:ext cx="22536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645C77E-5FB7-4C24-569B-82103A02250E}"/>
                    </a:ext>
                  </a:extLst>
                </p14:cNvPr>
                <p14:cNvContentPartPr/>
                <p14:nvPr/>
              </p14:nvContentPartPr>
              <p14:xfrm>
                <a:off x="2168886" y="556143"/>
                <a:ext cx="169920" cy="384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645C77E-5FB7-4C24-569B-82103A02250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51246" y="538503"/>
                  <a:ext cx="20556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CC1B0C9-8B48-9AF7-ED6D-5E95867F66CE}"/>
                    </a:ext>
                  </a:extLst>
                </p14:cNvPr>
                <p14:cNvContentPartPr/>
                <p14:nvPr/>
              </p14:nvContentPartPr>
              <p14:xfrm>
                <a:off x="2085006" y="768543"/>
                <a:ext cx="167400" cy="63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CC1B0C9-8B48-9AF7-ED6D-5E95867F66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67006" y="750543"/>
                  <a:ext cx="203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D50FD51-745E-1E24-E8ED-08AA36DD327C}"/>
                    </a:ext>
                  </a:extLst>
                </p14:cNvPr>
                <p14:cNvContentPartPr/>
                <p14:nvPr/>
              </p14:nvContentPartPr>
              <p14:xfrm>
                <a:off x="2412246" y="573063"/>
                <a:ext cx="162720" cy="68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D50FD51-745E-1E24-E8ED-08AA36DD32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94246" y="555423"/>
                  <a:ext cx="198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64A9AB2-C8D7-D0A9-FE9D-72B2F1D56A2E}"/>
                    </a:ext>
                  </a:extLst>
                </p14:cNvPr>
                <p14:cNvContentPartPr/>
                <p14:nvPr/>
              </p14:nvContentPartPr>
              <p14:xfrm>
                <a:off x="2724366" y="354543"/>
                <a:ext cx="15480" cy="210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64A9AB2-C8D7-D0A9-FE9D-72B2F1D56A2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06726" y="336543"/>
                  <a:ext cx="511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25C44C0-CA0D-BF8D-87D0-4CBEE28C8B23}"/>
                    </a:ext>
                  </a:extLst>
                </p14:cNvPr>
                <p14:cNvContentPartPr/>
                <p14:nvPr/>
              </p14:nvContentPartPr>
              <p14:xfrm>
                <a:off x="2961246" y="777183"/>
                <a:ext cx="132120" cy="2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25C44C0-CA0D-BF8D-87D0-4CBEE28C8B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43246" y="759183"/>
                  <a:ext cx="1677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F5924E-5C18-4C2B-F251-3CDE570F5A78}"/>
                    </a:ext>
                  </a:extLst>
                </p14:cNvPr>
                <p14:cNvContentPartPr/>
                <p14:nvPr/>
              </p14:nvContentPartPr>
              <p14:xfrm>
                <a:off x="2947926" y="861783"/>
                <a:ext cx="276840" cy="56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F5924E-5C18-4C2B-F251-3CDE570F5A7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29926" y="844143"/>
                  <a:ext cx="31248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FDCAEFF-8006-9C68-05F7-AFEA74571CD1}"/>
              </a:ext>
            </a:extLst>
          </p:cNvPr>
          <p:cNvGrpSpPr/>
          <p:nvPr/>
        </p:nvGrpSpPr>
        <p:grpSpPr>
          <a:xfrm>
            <a:off x="4266966" y="546783"/>
            <a:ext cx="933120" cy="191160"/>
            <a:chOff x="4266966" y="546783"/>
            <a:chExt cx="93312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0792191-55CA-DB39-7EA5-6536F6E79F0B}"/>
                    </a:ext>
                  </a:extLst>
                </p14:cNvPr>
                <p14:cNvContentPartPr/>
                <p14:nvPr/>
              </p14:nvContentPartPr>
              <p14:xfrm>
                <a:off x="4266966" y="655143"/>
                <a:ext cx="268560" cy="29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0792191-55CA-DB39-7EA5-6536F6E79F0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49326" y="637143"/>
                  <a:ext cx="304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2FA9ABB-D218-D1A6-5C9E-404C45EE3E3F}"/>
                    </a:ext>
                  </a:extLst>
                </p14:cNvPr>
                <p14:cNvContentPartPr/>
                <p14:nvPr/>
              </p14:nvContentPartPr>
              <p14:xfrm>
                <a:off x="4697526" y="553263"/>
                <a:ext cx="218880" cy="184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2FA9ABB-D218-D1A6-5C9E-404C45EE3E3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79526" y="535263"/>
                  <a:ext cx="2545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1DFFD0C-8E31-CEA8-0817-11CCC52A9A9E}"/>
                    </a:ext>
                  </a:extLst>
                </p14:cNvPr>
                <p14:cNvContentPartPr/>
                <p14:nvPr/>
              </p14:nvContentPartPr>
              <p14:xfrm>
                <a:off x="5014686" y="546783"/>
                <a:ext cx="185400" cy="175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DFFD0C-8E31-CEA8-0817-11CCC52A9A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97046" y="528783"/>
                  <a:ext cx="22104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4A41EC-38E9-C783-6D3A-0A64CB398A1C}"/>
              </a:ext>
            </a:extLst>
          </p:cNvPr>
          <p:cNvGrpSpPr/>
          <p:nvPr/>
        </p:nvGrpSpPr>
        <p:grpSpPr>
          <a:xfrm>
            <a:off x="6249486" y="466863"/>
            <a:ext cx="673920" cy="241920"/>
            <a:chOff x="6249486" y="466863"/>
            <a:chExt cx="67392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9590108-780D-C7BF-4C65-6C6DF1C8A035}"/>
                    </a:ext>
                  </a:extLst>
                </p14:cNvPr>
                <p14:cNvContentPartPr/>
                <p14:nvPr/>
              </p14:nvContentPartPr>
              <p14:xfrm>
                <a:off x="6249486" y="523023"/>
                <a:ext cx="308160" cy="166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9590108-780D-C7BF-4C65-6C6DF1C8A03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31486" y="505383"/>
                  <a:ext cx="3438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25F9023-2120-5270-4AB5-604045F81E91}"/>
                    </a:ext>
                  </a:extLst>
                </p14:cNvPr>
                <p14:cNvContentPartPr/>
                <p14:nvPr/>
              </p14:nvContentPartPr>
              <p14:xfrm>
                <a:off x="6722526" y="466863"/>
                <a:ext cx="200880" cy="241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25F9023-2120-5270-4AB5-604045F81E9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04886" y="448863"/>
                  <a:ext cx="23652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3D8D5C-CED7-50BC-EECF-3FC76475F1D7}"/>
              </a:ext>
            </a:extLst>
          </p:cNvPr>
          <p:cNvGrpSpPr/>
          <p:nvPr/>
        </p:nvGrpSpPr>
        <p:grpSpPr>
          <a:xfrm>
            <a:off x="7551246" y="463263"/>
            <a:ext cx="762120" cy="230040"/>
            <a:chOff x="7551246" y="463263"/>
            <a:chExt cx="762120" cy="2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0B3D596-134E-BD75-D28F-8CA8A80A7A88}"/>
                    </a:ext>
                  </a:extLst>
                </p14:cNvPr>
                <p14:cNvContentPartPr/>
                <p14:nvPr/>
              </p14:nvContentPartPr>
              <p14:xfrm>
                <a:off x="7551246" y="626703"/>
                <a:ext cx="144720" cy="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0B3D596-134E-BD75-D28F-8CA8A80A7A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33606" y="609063"/>
                  <a:ext cx="180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485A5E0-6801-2D4C-5D49-17682B907ED6}"/>
                    </a:ext>
                  </a:extLst>
                </p14:cNvPr>
                <p14:cNvContentPartPr/>
                <p14:nvPr/>
              </p14:nvContentPartPr>
              <p14:xfrm>
                <a:off x="7836366" y="463263"/>
                <a:ext cx="129600" cy="230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485A5E0-6801-2D4C-5D49-17682B907E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18726" y="445263"/>
                  <a:ext cx="1652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52E18C1-A6C5-B99F-5A2D-DB52B17D2758}"/>
                    </a:ext>
                  </a:extLst>
                </p14:cNvPr>
                <p14:cNvContentPartPr/>
                <p14:nvPr/>
              </p14:nvContentPartPr>
              <p14:xfrm>
                <a:off x="8177286" y="473703"/>
                <a:ext cx="136080" cy="199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52E18C1-A6C5-B99F-5A2D-DB52B17D275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59646" y="456063"/>
                  <a:ext cx="17172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8FED28-2750-06C5-175B-F8CA031051B1}"/>
              </a:ext>
            </a:extLst>
          </p:cNvPr>
          <p:cNvGrpSpPr/>
          <p:nvPr/>
        </p:nvGrpSpPr>
        <p:grpSpPr>
          <a:xfrm>
            <a:off x="7659966" y="846663"/>
            <a:ext cx="672840" cy="340200"/>
            <a:chOff x="7659966" y="846663"/>
            <a:chExt cx="67284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3A3A086-0C2E-CEBD-F2D9-CC309BA7F03A}"/>
                    </a:ext>
                  </a:extLst>
                </p14:cNvPr>
                <p14:cNvContentPartPr/>
                <p14:nvPr/>
              </p14:nvContentPartPr>
              <p14:xfrm>
                <a:off x="7659966" y="846663"/>
                <a:ext cx="664560" cy="30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3A3A086-0C2E-CEBD-F2D9-CC309BA7F03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42326" y="828663"/>
                  <a:ext cx="7002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F66D07-5BDD-0844-6D8E-3E162CE17DF9}"/>
                    </a:ext>
                  </a:extLst>
                </p14:cNvPr>
                <p14:cNvContentPartPr/>
                <p14:nvPr/>
              </p14:nvContentPartPr>
              <p14:xfrm>
                <a:off x="7998006" y="1005423"/>
                <a:ext cx="145800" cy="181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F66D07-5BDD-0844-6D8E-3E162CE17D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80006" y="987423"/>
                  <a:ext cx="181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96CFE3-850B-721A-36F0-7A04D2DB90D9}"/>
                    </a:ext>
                  </a:extLst>
                </p14:cNvPr>
                <p14:cNvContentPartPr/>
                <p14:nvPr/>
              </p14:nvContentPartPr>
              <p14:xfrm>
                <a:off x="8090886" y="959703"/>
                <a:ext cx="241920" cy="48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96CFE3-850B-721A-36F0-7A04D2DB90D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72886" y="941703"/>
                  <a:ext cx="27756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F4171C1-02F4-38CB-D431-840677077BD3}"/>
              </a:ext>
            </a:extLst>
          </p:cNvPr>
          <p:cNvGrpSpPr/>
          <p:nvPr/>
        </p:nvGrpSpPr>
        <p:grpSpPr>
          <a:xfrm>
            <a:off x="4668726" y="1341303"/>
            <a:ext cx="312120" cy="187200"/>
            <a:chOff x="4668726" y="1341303"/>
            <a:chExt cx="312120" cy="1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DFE1BD-D5CA-8979-A32A-B66D5E507817}"/>
                    </a:ext>
                  </a:extLst>
                </p14:cNvPr>
                <p14:cNvContentPartPr/>
                <p14:nvPr/>
              </p14:nvContentPartPr>
              <p14:xfrm>
                <a:off x="4668726" y="1341303"/>
                <a:ext cx="18360" cy="187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DFE1BD-D5CA-8979-A32A-B66D5E50781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51086" y="1323663"/>
                  <a:ext cx="540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71219A-9FC5-7CC7-A0B6-6D3AA947E691}"/>
                    </a:ext>
                  </a:extLst>
                </p14:cNvPr>
                <p14:cNvContentPartPr/>
                <p14:nvPr/>
              </p14:nvContentPartPr>
              <p14:xfrm>
                <a:off x="4856286" y="1354263"/>
                <a:ext cx="124560" cy="146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71219A-9FC5-7CC7-A0B6-6D3AA947E6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38646" y="1336623"/>
                  <a:ext cx="16020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4CC7E61-9DEF-72CE-C268-6807487B9693}"/>
              </a:ext>
            </a:extLst>
          </p:cNvPr>
          <p:cNvGrpSpPr/>
          <p:nvPr/>
        </p:nvGrpSpPr>
        <p:grpSpPr>
          <a:xfrm>
            <a:off x="6222846" y="1275783"/>
            <a:ext cx="603360" cy="204120"/>
            <a:chOff x="6222846" y="1275783"/>
            <a:chExt cx="60336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8F28812-0F14-EF66-CDBF-55CFC5241978}"/>
                    </a:ext>
                  </a:extLst>
                </p14:cNvPr>
                <p14:cNvContentPartPr/>
                <p14:nvPr/>
              </p14:nvContentPartPr>
              <p14:xfrm>
                <a:off x="6222846" y="1347783"/>
                <a:ext cx="19548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8F28812-0F14-EF66-CDBF-55CFC52419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05206" y="1329783"/>
                  <a:ext cx="231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C9AA1A2-33F4-C917-C35B-D7899C7CF536}"/>
                    </a:ext>
                  </a:extLst>
                </p14:cNvPr>
                <p14:cNvContentPartPr/>
                <p14:nvPr/>
              </p14:nvContentPartPr>
              <p14:xfrm>
                <a:off x="6491766" y="1275783"/>
                <a:ext cx="14040" cy="168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C9AA1A2-33F4-C917-C35B-D7899C7CF53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73766" y="1257783"/>
                  <a:ext cx="49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C25E349-6EEC-CFC4-511D-D1B783B1E687}"/>
                    </a:ext>
                  </a:extLst>
                </p14:cNvPr>
                <p14:cNvContentPartPr/>
                <p14:nvPr/>
              </p14:nvContentPartPr>
              <p14:xfrm>
                <a:off x="6619926" y="1296303"/>
                <a:ext cx="206280" cy="183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C25E349-6EEC-CFC4-511D-D1B783B1E68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02286" y="1278303"/>
                  <a:ext cx="24192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A95E00B-7222-650C-C7E9-2C3B53427782}"/>
              </a:ext>
            </a:extLst>
          </p:cNvPr>
          <p:cNvGrpSpPr/>
          <p:nvPr/>
        </p:nvGrpSpPr>
        <p:grpSpPr>
          <a:xfrm>
            <a:off x="7839606" y="1341303"/>
            <a:ext cx="457920" cy="156960"/>
            <a:chOff x="7839606" y="1341303"/>
            <a:chExt cx="457920" cy="15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3A8284-8010-ECAB-49D1-F5DEC3DD3599}"/>
                    </a:ext>
                  </a:extLst>
                </p14:cNvPr>
                <p14:cNvContentPartPr/>
                <p14:nvPr/>
              </p14:nvContentPartPr>
              <p14:xfrm>
                <a:off x="7839606" y="1370463"/>
                <a:ext cx="216000" cy="127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73A8284-8010-ECAB-49D1-F5DEC3DD35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21966" y="1352463"/>
                  <a:ext cx="2516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5F1AD24-11BB-3499-8E35-19B12D16848A}"/>
                    </a:ext>
                  </a:extLst>
                </p14:cNvPr>
                <p14:cNvContentPartPr/>
                <p14:nvPr/>
              </p14:nvContentPartPr>
              <p14:xfrm>
                <a:off x="8151726" y="1341303"/>
                <a:ext cx="145800" cy="143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5F1AD24-11BB-3499-8E35-19B12D16848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34086" y="1323303"/>
                  <a:ext cx="18144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0F05BDB-CD50-F597-5ACF-129CB83001E5}"/>
              </a:ext>
            </a:extLst>
          </p:cNvPr>
          <p:cNvGrpSpPr/>
          <p:nvPr/>
        </p:nvGrpSpPr>
        <p:grpSpPr>
          <a:xfrm>
            <a:off x="7823766" y="1621743"/>
            <a:ext cx="543960" cy="290520"/>
            <a:chOff x="7823766" y="1621743"/>
            <a:chExt cx="54396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2C68A30-7831-AD1A-3DEE-32E0BE652214}"/>
                    </a:ext>
                  </a:extLst>
                </p14:cNvPr>
                <p14:cNvContentPartPr/>
                <p14:nvPr/>
              </p14:nvContentPartPr>
              <p14:xfrm>
                <a:off x="7823766" y="1621743"/>
                <a:ext cx="501480" cy="32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2C68A30-7831-AD1A-3DEE-32E0BE65221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805766" y="1603743"/>
                  <a:ext cx="5371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1C6BC86-7488-AF81-F680-37123B4CA729}"/>
                    </a:ext>
                  </a:extLst>
                </p14:cNvPr>
                <p14:cNvContentPartPr/>
                <p14:nvPr/>
              </p14:nvContentPartPr>
              <p14:xfrm>
                <a:off x="8061726" y="1732623"/>
                <a:ext cx="153720" cy="179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1C6BC86-7488-AF81-F680-37123B4CA72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44086" y="1714983"/>
                  <a:ext cx="1893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FE8E0A0-800E-6B98-DDF2-4828171A8689}"/>
                    </a:ext>
                  </a:extLst>
                </p14:cNvPr>
                <p14:cNvContentPartPr/>
                <p14:nvPr/>
              </p14:nvContentPartPr>
              <p14:xfrm>
                <a:off x="8148126" y="1712103"/>
                <a:ext cx="219600" cy="57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FE8E0A0-800E-6B98-DDF2-4828171A868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30486" y="1694103"/>
                  <a:ext cx="25524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2063B73-F229-4FF4-25E8-4BED8832020F}"/>
                  </a:ext>
                </a:extLst>
              </p14:cNvPr>
              <p14:cNvContentPartPr/>
              <p14:nvPr/>
            </p14:nvContentPartPr>
            <p14:xfrm>
              <a:off x="4844046" y="2194143"/>
              <a:ext cx="9720" cy="2199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2063B73-F229-4FF4-25E8-4BED8832020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826046" y="2176143"/>
                <a:ext cx="45360" cy="25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E7A6B20F-EFCC-7975-5BA0-911EDD423D73}"/>
              </a:ext>
            </a:extLst>
          </p:cNvPr>
          <p:cNvGrpSpPr/>
          <p:nvPr/>
        </p:nvGrpSpPr>
        <p:grpSpPr>
          <a:xfrm>
            <a:off x="6433446" y="2281983"/>
            <a:ext cx="640080" cy="208080"/>
            <a:chOff x="6433446" y="2281983"/>
            <a:chExt cx="64008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64F0766-9B6A-03FC-B276-3F8D56A116BB}"/>
                    </a:ext>
                  </a:extLst>
                </p14:cNvPr>
                <p14:cNvContentPartPr/>
                <p14:nvPr/>
              </p14:nvContentPartPr>
              <p14:xfrm>
                <a:off x="6433446" y="2377023"/>
                <a:ext cx="190800" cy="38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64F0766-9B6A-03FC-B276-3F8D56A116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15446" y="2359383"/>
                  <a:ext cx="226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65D1ADF-7D09-8E84-D12D-70EF4ABCEFB9}"/>
                    </a:ext>
                  </a:extLst>
                </p14:cNvPr>
                <p14:cNvContentPartPr/>
                <p14:nvPr/>
              </p14:nvContentPartPr>
              <p14:xfrm>
                <a:off x="6742686" y="2281983"/>
                <a:ext cx="330840" cy="208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65D1ADF-7D09-8E84-D12D-70EF4ABCEFB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25046" y="2263983"/>
                  <a:ext cx="366480" cy="24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6764A76-2212-157C-FD96-CC70E7F7D19B}"/>
                  </a:ext>
                </a:extLst>
              </p14:cNvPr>
              <p14:cNvContentPartPr/>
              <p14:nvPr/>
            </p14:nvContentPartPr>
            <p14:xfrm>
              <a:off x="8050926" y="2234823"/>
              <a:ext cx="144360" cy="1980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6764A76-2212-157C-FD96-CC70E7F7D19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032926" y="2216823"/>
                <a:ext cx="180000" cy="23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D7041C4C-5F67-A7FF-03E5-E3E8216259EA}"/>
              </a:ext>
            </a:extLst>
          </p:cNvPr>
          <p:cNvGrpSpPr/>
          <p:nvPr/>
        </p:nvGrpSpPr>
        <p:grpSpPr>
          <a:xfrm>
            <a:off x="7917006" y="2533623"/>
            <a:ext cx="406080" cy="298440"/>
            <a:chOff x="7917006" y="2533623"/>
            <a:chExt cx="40608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79A924E-920A-1E44-0068-46679B7E18A6}"/>
                    </a:ext>
                  </a:extLst>
                </p14:cNvPr>
                <p14:cNvContentPartPr/>
                <p14:nvPr/>
              </p14:nvContentPartPr>
              <p14:xfrm>
                <a:off x="7917006" y="2533623"/>
                <a:ext cx="331200" cy="31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79A924E-920A-1E44-0068-46679B7E18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99006" y="2515623"/>
                  <a:ext cx="366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5A9BD6A-DFE3-4E17-5BB6-E88C89E85761}"/>
                    </a:ext>
                  </a:extLst>
                </p14:cNvPr>
                <p14:cNvContentPartPr/>
                <p14:nvPr/>
              </p14:nvContentPartPr>
              <p14:xfrm>
                <a:off x="8030406" y="2659623"/>
                <a:ext cx="150120" cy="172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5A9BD6A-DFE3-4E17-5BB6-E88C89E8576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012766" y="2641983"/>
                  <a:ext cx="1857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8C278B4-B1F9-C0C8-7D3E-4773ADC9FC86}"/>
                    </a:ext>
                  </a:extLst>
                </p14:cNvPr>
                <p14:cNvContentPartPr/>
                <p14:nvPr/>
              </p14:nvContentPartPr>
              <p14:xfrm>
                <a:off x="8123646" y="2629023"/>
                <a:ext cx="199440" cy="56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8C278B4-B1F9-C0C8-7D3E-4773ADC9FC8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06006" y="2611023"/>
                  <a:ext cx="235080" cy="9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A07D899-F963-4FC4-8091-FABAB4F78BFC}"/>
                  </a:ext>
                </a:extLst>
              </p14:cNvPr>
              <p14:cNvContentPartPr/>
              <p14:nvPr/>
            </p14:nvContentPartPr>
            <p14:xfrm>
              <a:off x="4494126" y="3249663"/>
              <a:ext cx="468360" cy="2185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A07D899-F963-4FC4-8091-FABAB4F78BF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476486" y="3231663"/>
                <a:ext cx="504000" cy="25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AEC98DE3-4946-23FE-E654-C517AE56585E}"/>
              </a:ext>
            </a:extLst>
          </p:cNvPr>
          <p:cNvGrpSpPr/>
          <p:nvPr/>
        </p:nvGrpSpPr>
        <p:grpSpPr>
          <a:xfrm>
            <a:off x="6530646" y="3196743"/>
            <a:ext cx="612360" cy="249480"/>
            <a:chOff x="6530646" y="3196743"/>
            <a:chExt cx="61236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8F50F6C-D12A-C407-525A-6FB094C3DAA5}"/>
                    </a:ext>
                  </a:extLst>
                </p14:cNvPr>
                <p14:cNvContentPartPr/>
                <p14:nvPr/>
              </p14:nvContentPartPr>
              <p14:xfrm>
                <a:off x="6530646" y="3254703"/>
                <a:ext cx="179280" cy="14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8F50F6C-D12A-C407-525A-6FB094C3DAA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12646" y="3237063"/>
                  <a:ext cx="214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D0CD684-F117-B67E-CC25-F21EB0A879EE}"/>
                    </a:ext>
                  </a:extLst>
                </p14:cNvPr>
                <p14:cNvContentPartPr/>
                <p14:nvPr/>
              </p14:nvContentPartPr>
              <p14:xfrm>
                <a:off x="6790206" y="3196743"/>
                <a:ext cx="352800" cy="249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D0CD684-F117-B67E-CC25-F21EB0A879E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72206" y="3179103"/>
                  <a:ext cx="38844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CB9C829-6684-9EEA-4B67-F40CF134E5FB}"/>
              </a:ext>
            </a:extLst>
          </p:cNvPr>
          <p:cNvGrpSpPr/>
          <p:nvPr/>
        </p:nvGrpSpPr>
        <p:grpSpPr>
          <a:xfrm>
            <a:off x="7996926" y="3252543"/>
            <a:ext cx="454320" cy="743400"/>
            <a:chOff x="7996926" y="3252543"/>
            <a:chExt cx="454320" cy="74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B122448-8215-6185-17DD-AF418591271C}"/>
                    </a:ext>
                  </a:extLst>
                </p14:cNvPr>
                <p14:cNvContentPartPr/>
                <p14:nvPr/>
              </p14:nvContentPartPr>
              <p14:xfrm>
                <a:off x="8122566" y="3252543"/>
                <a:ext cx="152280" cy="226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B122448-8215-6185-17DD-AF418591271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04926" y="3234543"/>
                  <a:ext cx="1879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2693C3E-BAF9-A639-CE42-5B51A515502A}"/>
                    </a:ext>
                  </a:extLst>
                </p14:cNvPr>
                <p14:cNvContentPartPr/>
                <p14:nvPr/>
              </p14:nvContentPartPr>
              <p14:xfrm>
                <a:off x="7996926" y="3570423"/>
                <a:ext cx="307080" cy="425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2693C3E-BAF9-A639-CE42-5B51A515502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79286" y="3552423"/>
                  <a:ext cx="34272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241A2BA-A8AC-5BA4-EBB6-9C26E89516CF}"/>
                    </a:ext>
                  </a:extLst>
                </p14:cNvPr>
                <p14:cNvContentPartPr/>
                <p14:nvPr/>
              </p14:nvContentPartPr>
              <p14:xfrm>
                <a:off x="8140926" y="3713343"/>
                <a:ext cx="310320" cy="73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241A2BA-A8AC-5BA4-EBB6-9C26E89516C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122926" y="3695343"/>
                  <a:ext cx="34596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0FBF7D4E-D649-3DEB-7C2A-7D54F71011FE}"/>
                  </a:ext>
                </a:extLst>
              </p14:cNvPr>
              <p14:cNvContentPartPr/>
              <p14:nvPr/>
            </p14:nvContentPartPr>
            <p14:xfrm>
              <a:off x="3619686" y="449223"/>
              <a:ext cx="362880" cy="39006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0FBF7D4E-D649-3DEB-7C2A-7D54F71011F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602046" y="431583"/>
                <a:ext cx="398520" cy="393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4A35CE42-63B9-FC3C-51DB-D827EF1431A2}"/>
              </a:ext>
            </a:extLst>
          </p:cNvPr>
          <p:cNvGrpSpPr/>
          <p:nvPr/>
        </p:nvGrpSpPr>
        <p:grpSpPr>
          <a:xfrm>
            <a:off x="9336486" y="305223"/>
            <a:ext cx="1280520" cy="4210200"/>
            <a:chOff x="9336486" y="305223"/>
            <a:chExt cx="1280520" cy="421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5D022AD-9596-84A1-949E-C43AA3372EAB}"/>
                    </a:ext>
                  </a:extLst>
                </p14:cNvPr>
                <p14:cNvContentPartPr/>
                <p14:nvPr/>
              </p14:nvContentPartPr>
              <p14:xfrm>
                <a:off x="9336486" y="593583"/>
                <a:ext cx="166320" cy="7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5D022AD-9596-84A1-949E-C43AA3372EA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18846" y="575583"/>
                  <a:ext cx="201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736F41B-F2D9-C989-0CCE-4B2CF02A623B}"/>
                    </a:ext>
                  </a:extLst>
                </p14:cNvPr>
                <p14:cNvContentPartPr/>
                <p14:nvPr/>
              </p14:nvContentPartPr>
              <p14:xfrm>
                <a:off x="9650766" y="420063"/>
                <a:ext cx="29520" cy="228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736F41B-F2D9-C989-0CCE-4B2CF02A623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633126" y="402063"/>
                  <a:ext cx="651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DA407FE-9C21-C4FF-2C67-CCEBC73BD076}"/>
                    </a:ext>
                  </a:extLst>
                </p14:cNvPr>
                <p14:cNvContentPartPr/>
                <p14:nvPr/>
              </p14:nvContentPartPr>
              <p14:xfrm>
                <a:off x="9877206" y="459303"/>
                <a:ext cx="178560" cy="205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DA407FE-9C21-C4FF-2C67-CCEBC73BD07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59206" y="441663"/>
                  <a:ext cx="2142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968F2F3-DC05-C730-058C-4A98ABCD9B54}"/>
                    </a:ext>
                  </a:extLst>
                </p14:cNvPr>
                <p14:cNvContentPartPr/>
                <p14:nvPr/>
              </p14:nvContentPartPr>
              <p14:xfrm>
                <a:off x="9647886" y="719223"/>
                <a:ext cx="502200" cy="32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968F2F3-DC05-C730-058C-4A98ABCD9B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629886" y="701223"/>
                  <a:ext cx="5378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974FBE6-C11A-8BE6-4CF5-EEBB9A6771EE}"/>
                    </a:ext>
                  </a:extLst>
                </p14:cNvPr>
                <p14:cNvContentPartPr/>
                <p14:nvPr/>
              </p14:nvContentPartPr>
              <p14:xfrm>
                <a:off x="9702246" y="953223"/>
                <a:ext cx="116280" cy="138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974FBE6-C11A-8BE6-4CF5-EEBB9A6771E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84606" y="935583"/>
                  <a:ext cx="1519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E550991-72F6-F894-8EC4-D7CBABFD8998}"/>
                    </a:ext>
                  </a:extLst>
                </p14:cNvPr>
                <p14:cNvContentPartPr/>
                <p14:nvPr/>
              </p14:nvContentPartPr>
              <p14:xfrm>
                <a:off x="9799806" y="881583"/>
                <a:ext cx="286200" cy="48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E550991-72F6-F894-8EC4-D7CBABFD899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81806" y="863583"/>
                  <a:ext cx="3218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6C91D69-9B80-F123-DA41-74E9DA78252F}"/>
                    </a:ext>
                  </a:extLst>
                </p14:cNvPr>
                <p14:cNvContentPartPr/>
                <p14:nvPr/>
              </p14:nvContentPartPr>
              <p14:xfrm>
                <a:off x="9825006" y="1294503"/>
                <a:ext cx="210600" cy="213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6C91D69-9B80-F123-DA41-74E9DA78252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07366" y="1276503"/>
                  <a:ext cx="2462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00FB29E-579A-B83A-B3AB-DBE1454AFD49}"/>
                    </a:ext>
                  </a:extLst>
                </p14:cNvPr>
                <p14:cNvContentPartPr/>
                <p14:nvPr/>
              </p14:nvContentPartPr>
              <p14:xfrm>
                <a:off x="9816006" y="1648023"/>
                <a:ext cx="259200" cy="30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00FB29E-579A-B83A-B3AB-DBE1454AFD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98366" y="1630023"/>
                  <a:ext cx="294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28620CB-BB8D-34D9-FBA1-3035641B162F}"/>
                    </a:ext>
                  </a:extLst>
                </p14:cNvPr>
                <p14:cNvContentPartPr/>
                <p14:nvPr/>
              </p14:nvContentPartPr>
              <p14:xfrm>
                <a:off x="9878646" y="1756383"/>
                <a:ext cx="132840" cy="200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28620CB-BB8D-34D9-FBA1-3035641B162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61006" y="1738743"/>
                  <a:ext cx="1684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0E1FD12-8F71-A5D3-EA60-445CC5B8966D}"/>
                    </a:ext>
                  </a:extLst>
                </p14:cNvPr>
                <p14:cNvContentPartPr/>
                <p14:nvPr/>
              </p14:nvContentPartPr>
              <p14:xfrm>
                <a:off x="9968286" y="1727943"/>
                <a:ext cx="241560" cy="63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0E1FD12-8F71-A5D3-EA60-445CC5B8966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50286" y="1709943"/>
                  <a:ext cx="2772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1F87719-2490-61A2-6464-D8DE0E51AD19}"/>
                    </a:ext>
                  </a:extLst>
                </p14:cNvPr>
                <p14:cNvContentPartPr/>
                <p14:nvPr/>
              </p14:nvContentPartPr>
              <p14:xfrm>
                <a:off x="9785046" y="2176143"/>
                <a:ext cx="335880" cy="209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1F87719-2490-61A2-6464-D8DE0E51AD1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67406" y="2158143"/>
                  <a:ext cx="3715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5F03712-33A7-E50F-6845-EEBFCF825A5D}"/>
                    </a:ext>
                  </a:extLst>
                </p14:cNvPr>
                <p14:cNvContentPartPr/>
                <p14:nvPr/>
              </p14:nvContentPartPr>
              <p14:xfrm>
                <a:off x="9691086" y="2545143"/>
                <a:ext cx="514440" cy="46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5F03712-33A7-E50F-6845-EEBFCF825A5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73446" y="2527143"/>
                  <a:ext cx="5500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88249F6-35E7-FB81-822C-D13DC676EE4E}"/>
                    </a:ext>
                  </a:extLst>
                </p14:cNvPr>
                <p14:cNvContentPartPr/>
                <p14:nvPr/>
              </p14:nvContentPartPr>
              <p14:xfrm>
                <a:off x="9923646" y="2695623"/>
                <a:ext cx="133560" cy="196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88249F6-35E7-FB81-822C-D13DC676EE4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906006" y="2677983"/>
                  <a:ext cx="169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7C6AFD7-8C98-85BA-365C-A2A623271CAC}"/>
                    </a:ext>
                  </a:extLst>
                </p14:cNvPr>
                <p14:cNvContentPartPr/>
                <p14:nvPr/>
              </p14:nvContentPartPr>
              <p14:xfrm>
                <a:off x="9986646" y="2673303"/>
                <a:ext cx="298080" cy="76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7C6AFD7-8C98-85BA-365C-A2A623271CA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68646" y="2655303"/>
                  <a:ext cx="333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966D25F-7521-E828-FBBA-914A4EB36B58}"/>
                    </a:ext>
                  </a:extLst>
                </p14:cNvPr>
                <p14:cNvContentPartPr/>
                <p14:nvPr/>
              </p14:nvContentPartPr>
              <p14:xfrm>
                <a:off x="9982326" y="3265143"/>
                <a:ext cx="10800" cy="86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966D25F-7521-E828-FBBA-914A4EB36B5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964326" y="3247503"/>
                  <a:ext cx="464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992EBA-C8C9-14D3-4B29-92279B18363B}"/>
                    </a:ext>
                  </a:extLst>
                </p14:cNvPr>
                <p14:cNvContentPartPr/>
                <p14:nvPr/>
              </p14:nvContentPartPr>
              <p14:xfrm>
                <a:off x="9667686" y="3665463"/>
                <a:ext cx="301320" cy="52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992EBA-C8C9-14D3-4B29-92279B18363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50046" y="3647823"/>
                  <a:ext cx="3369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E5CE8F7-A0F9-E6C0-1667-93467E854024}"/>
                    </a:ext>
                  </a:extLst>
                </p14:cNvPr>
                <p14:cNvContentPartPr/>
                <p14:nvPr/>
              </p14:nvContentPartPr>
              <p14:xfrm>
                <a:off x="9919326" y="3815223"/>
                <a:ext cx="151200" cy="235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E5CE8F7-A0F9-E6C0-1667-93467E85402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901686" y="3797223"/>
                  <a:ext cx="1868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099BD54-82C2-3A85-8848-D4255B22B286}"/>
                    </a:ext>
                  </a:extLst>
                </p14:cNvPr>
                <p14:cNvContentPartPr/>
                <p14:nvPr/>
              </p14:nvContentPartPr>
              <p14:xfrm>
                <a:off x="9987006" y="3756543"/>
                <a:ext cx="183960" cy="81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099BD54-82C2-3A85-8848-D4255B22B28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69366" y="3738543"/>
                  <a:ext cx="219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FCB8A7D-E595-E185-2732-E63F34BFDA1F}"/>
                    </a:ext>
                  </a:extLst>
                </p14:cNvPr>
                <p14:cNvContentPartPr/>
                <p14:nvPr/>
              </p14:nvContentPartPr>
              <p14:xfrm>
                <a:off x="9757686" y="3610023"/>
                <a:ext cx="523440" cy="84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FCB8A7D-E595-E185-2732-E63F34BFDA1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739686" y="3592023"/>
                  <a:ext cx="5590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48A6FF6-3DF1-E4CA-787F-0258D767A5FA}"/>
                    </a:ext>
                  </a:extLst>
                </p14:cNvPr>
                <p14:cNvContentPartPr/>
                <p14:nvPr/>
              </p14:nvContentPartPr>
              <p14:xfrm>
                <a:off x="10000686" y="3224463"/>
                <a:ext cx="42480" cy="288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48A6FF6-3DF1-E4CA-787F-0258D767A5F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82686" y="3206823"/>
                  <a:ext cx="781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3318351-F08E-B16F-4CC5-E29E0EB555FE}"/>
                    </a:ext>
                  </a:extLst>
                </p14:cNvPr>
                <p14:cNvContentPartPr/>
                <p14:nvPr/>
              </p14:nvContentPartPr>
              <p14:xfrm>
                <a:off x="9985206" y="305223"/>
                <a:ext cx="631800" cy="4210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3318351-F08E-B16F-4CC5-E29E0EB555F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967566" y="287583"/>
                  <a:ext cx="667440" cy="424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5E812F0-E6F6-8946-105A-BC144B7F88A8}"/>
              </a:ext>
            </a:extLst>
          </p:cNvPr>
          <p:cNvGrpSpPr/>
          <p:nvPr/>
        </p:nvGrpSpPr>
        <p:grpSpPr>
          <a:xfrm>
            <a:off x="6555486" y="4901343"/>
            <a:ext cx="1400040" cy="754560"/>
            <a:chOff x="6555486" y="4901343"/>
            <a:chExt cx="1400040" cy="75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DB01361-4917-1C07-1125-4BAE2831B9A5}"/>
                    </a:ext>
                  </a:extLst>
                </p14:cNvPr>
                <p14:cNvContentPartPr/>
                <p14:nvPr/>
              </p14:nvContentPartPr>
              <p14:xfrm>
                <a:off x="6555486" y="5131743"/>
                <a:ext cx="949320" cy="410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DB01361-4917-1C07-1125-4BAE2831B9A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37486" y="5114103"/>
                  <a:ext cx="98496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000B62-4B9B-FDFC-6025-D8D2C55D0596}"/>
                    </a:ext>
                  </a:extLst>
                </p14:cNvPr>
                <p14:cNvContentPartPr/>
                <p14:nvPr/>
              </p14:nvContentPartPr>
              <p14:xfrm>
                <a:off x="6737646" y="4901343"/>
                <a:ext cx="1217880" cy="754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8000B62-4B9B-FDFC-6025-D8D2C55D059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20006" y="4883703"/>
                  <a:ext cx="1253520" cy="790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54583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B8CDE26-877B-AA9D-CE9C-1BF2211B8708}"/>
              </a:ext>
            </a:extLst>
          </p:cNvPr>
          <p:cNvGrpSpPr/>
          <p:nvPr/>
        </p:nvGrpSpPr>
        <p:grpSpPr>
          <a:xfrm>
            <a:off x="389766" y="575583"/>
            <a:ext cx="137880" cy="202680"/>
            <a:chOff x="389766" y="575583"/>
            <a:chExt cx="13788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86727EC-A571-90E9-A398-F97FFF4394A3}"/>
                    </a:ext>
                  </a:extLst>
                </p14:cNvPr>
                <p14:cNvContentPartPr/>
                <p14:nvPr/>
              </p14:nvContentPartPr>
              <p14:xfrm>
                <a:off x="389766" y="575583"/>
                <a:ext cx="25560" cy="202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86727EC-A571-90E9-A398-F97FFF4394A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1766" y="557943"/>
                  <a:ext cx="612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2969CF4-4A34-2CA5-E9EF-A581F916A6B1}"/>
                    </a:ext>
                  </a:extLst>
                </p14:cNvPr>
                <p14:cNvContentPartPr/>
                <p14:nvPr/>
              </p14:nvContentPartPr>
              <p14:xfrm>
                <a:off x="516486" y="654423"/>
                <a:ext cx="11160" cy="16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2969CF4-4A34-2CA5-E9EF-A581F916A6B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8486" y="636423"/>
                  <a:ext cx="4680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AA58BB-80DF-F42E-E464-204E3B9B39B4}"/>
              </a:ext>
            </a:extLst>
          </p:cNvPr>
          <p:cNvGrpSpPr/>
          <p:nvPr/>
        </p:nvGrpSpPr>
        <p:grpSpPr>
          <a:xfrm>
            <a:off x="838326" y="391983"/>
            <a:ext cx="741600" cy="1902960"/>
            <a:chOff x="838326" y="391983"/>
            <a:chExt cx="741600" cy="190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DB0F5D8-270E-264D-F12B-0F3FCF727A8D}"/>
                    </a:ext>
                  </a:extLst>
                </p14:cNvPr>
                <p14:cNvContentPartPr/>
                <p14:nvPr/>
              </p14:nvContentPartPr>
              <p14:xfrm>
                <a:off x="838326" y="391983"/>
                <a:ext cx="514080" cy="1902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DB0F5D8-270E-264D-F12B-0F3FCF727A8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0326" y="373983"/>
                  <a:ext cx="549720" cy="19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EC64CCC-20B8-1A05-212F-D67ECB1FAF80}"/>
                    </a:ext>
                  </a:extLst>
                </p14:cNvPr>
                <p14:cNvContentPartPr/>
                <p14:nvPr/>
              </p14:nvContentPartPr>
              <p14:xfrm>
                <a:off x="1354926" y="638583"/>
                <a:ext cx="225000" cy="164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EC64CCC-20B8-1A05-212F-D67ECB1FAF8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36926" y="620943"/>
                  <a:ext cx="26064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2BBD49-C107-073F-8B5C-5ABC1727B1CD}"/>
              </a:ext>
            </a:extLst>
          </p:cNvPr>
          <p:cNvGrpSpPr/>
          <p:nvPr/>
        </p:nvGrpSpPr>
        <p:grpSpPr>
          <a:xfrm>
            <a:off x="2051526" y="557943"/>
            <a:ext cx="347400" cy="199440"/>
            <a:chOff x="2051526" y="557943"/>
            <a:chExt cx="34740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085B60E-0E8A-AE05-9F63-C0CCD91780E1}"/>
                    </a:ext>
                  </a:extLst>
                </p14:cNvPr>
                <p14:cNvContentPartPr/>
                <p14:nvPr/>
              </p14:nvContentPartPr>
              <p14:xfrm>
                <a:off x="2051526" y="574503"/>
                <a:ext cx="138600" cy="182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085B60E-0E8A-AE05-9F63-C0CCD91780E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33886" y="556503"/>
                  <a:ext cx="174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DA3961-F450-260A-DC3F-4D6CAD41DBD7}"/>
                    </a:ext>
                  </a:extLst>
                </p14:cNvPr>
                <p14:cNvContentPartPr/>
                <p14:nvPr/>
              </p14:nvContentPartPr>
              <p14:xfrm>
                <a:off x="2141526" y="557943"/>
                <a:ext cx="257400" cy="28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DA3961-F450-260A-DC3F-4D6CAD41DBD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23886" y="539943"/>
                  <a:ext cx="293040" cy="6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3564A52-ECC5-5340-F6FD-D2C2D6CCE13B}"/>
                  </a:ext>
                </a:extLst>
              </p14:cNvPr>
              <p14:cNvContentPartPr/>
              <p14:nvPr/>
            </p14:nvContentPartPr>
            <p14:xfrm>
              <a:off x="2767926" y="551103"/>
              <a:ext cx="135000" cy="197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3564A52-ECC5-5340-F6FD-D2C2D6CCE13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49926" y="533463"/>
                <a:ext cx="1706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A0C602D-8000-0682-3219-CEBD23A17D1E}"/>
                  </a:ext>
                </a:extLst>
              </p14:cNvPr>
              <p14:cNvContentPartPr/>
              <p14:nvPr/>
            </p14:nvContentPartPr>
            <p14:xfrm>
              <a:off x="3232686" y="531303"/>
              <a:ext cx="259560" cy="246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A0C602D-8000-0682-3219-CEBD23A17D1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15046" y="513663"/>
                <a:ext cx="2952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71AE944-9CC6-D061-DD55-C1179F2347F3}"/>
                  </a:ext>
                </a:extLst>
              </p14:cNvPr>
              <p14:cNvContentPartPr/>
              <p14:nvPr/>
            </p14:nvContentPartPr>
            <p14:xfrm>
              <a:off x="1313886" y="1165263"/>
              <a:ext cx="255600" cy="245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71AE944-9CC6-D061-DD55-C1179F2347F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96246" y="1147623"/>
                <a:ext cx="29124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66CCD29-E7DA-1D3C-B7B6-168144ADE1A7}"/>
                  </a:ext>
                </a:extLst>
              </p14:cNvPr>
              <p14:cNvContentPartPr/>
              <p14:nvPr/>
            </p14:nvContentPartPr>
            <p14:xfrm>
              <a:off x="1975206" y="1139703"/>
              <a:ext cx="122040" cy="222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66CCD29-E7DA-1D3C-B7B6-168144ADE1A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57206" y="1121703"/>
                <a:ext cx="1576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2F1E7F4-77EB-3211-37E3-7B075A07C01A}"/>
                  </a:ext>
                </a:extLst>
              </p14:cNvPr>
              <p14:cNvContentPartPr/>
              <p14:nvPr/>
            </p14:nvContentPartPr>
            <p14:xfrm>
              <a:off x="2611686" y="1066983"/>
              <a:ext cx="149760" cy="2131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2F1E7F4-77EB-3211-37E3-7B075A07C01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94046" y="1049343"/>
                <a:ext cx="1854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DFC48DA-2423-285C-09B6-4E7841C3D7E5}"/>
                  </a:ext>
                </a:extLst>
              </p14:cNvPr>
              <p14:cNvContentPartPr/>
              <p14:nvPr/>
            </p14:nvContentPartPr>
            <p14:xfrm>
              <a:off x="3198486" y="1024863"/>
              <a:ext cx="143640" cy="316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DFC48DA-2423-285C-09B6-4E7841C3D7E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80846" y="1007223"/>
                <a:ext cx="17928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AE1033A-B8F7-EFDD-B50C-D4251A3248C3}"/>
                  </a:ext>
                </a:extLst>
              </p14:cNvPr>
              <p14:cNvContentPartPr/>
              <p14:nvPr/>
            </p14:nvContentPartPr>
            <p14:xfrm>
              <a:off x="1350246" y="1675023"/>
              <a:ext cx="133920" cy="217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AE1033A-B8F7-EFDD-B50C-D4251A3248C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32246" y="1657023"/>
                <a:ext cx="1695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4778F65-1035-F3F2-F5CF-B112344A9779}"/>
                  </a:ext>
                </a:extLst>
              </p14:cNvPr>
              <p14:cNvContentPartPr/>
              <p14:nvPr/>
            </p14:nvContentPartPr>
            <p14:xfrm>
              <a:off x="1918686" y="1653063"/>
              <a:ext cx="107640" cy="210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4778F65-1035-F3F2-F5CF-B112344A977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01046" y="1635423"/>
                <a:ext cx="14328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3F595D5-8585-F52F-0782-2BA45A7AA663}"/>
                  </a:ext>
                </a:extLst>
              </p14:cNvPr>
              <p14:cNvContentPartPr/>
              <p14:nvPr/>
            </p14:nvContentPartPr>
            <p14:xfrm>
              <a:off x="2495766" y="1606623"/>
              <a:ext cx="164160" cy="204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3F595D5-8585-F52F-0782-2BA45A7AA66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77766" y="1588983"/>
                <a:ext cx="19980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24A3C82-8451-6D9B-D3A3-FBC2402F95FE}"/>
                  </a:ext>
                </a:extLst>
              </p14:cNvPr>
              <p14:cNvContentPartPr/>
              <p14:nvPr/>
            </p14:nvContentPartPr>
            <p14:xfrm>
              <a:off x="3069246" y="1562703"/>
              <a:ext cx="325080" cy="207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24A3C82-8451-6D9B-D3A3-FBC2402F95F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51246" y="1545063"/>
                <a:ext cx="36072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1A50B58-ABF0-07F5-CF2B-502436BBD31F}"/>
                  </a:ext>
                </a:extLst>
              </p14:cNvPr>
              <p14:cNvContentPartPr/>
              <p14:nvPr/>
            </p14:nvContentPartPr>
            <p14:xfrm>
              <a:off x="1278606" y="2038983"/>
              <a:ext cx="144000" cy="395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1A50B58-ABF0-07F5-CF2B-502436BBD31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60966" y="2021343"/>
                <a:ext cx="179640" cy="43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86FAAD57-3118-B4DC-B03C-794C620B536D}"/>
              </a:ext>
            </a:extLst>
          </p:cNvPr>
          <p:cNvGrpSpPr/>
          <p:nvPr/>
        </p:nvGrpSpPr>
        <p:grpSpPr>
          <a:xfrm>
            <a:off x="1871886" y="2137983"/>
            <a:ext cx="433080" cy="206280"/>
            <a:chOff x="1871886" y="2137983"/>
            <a:chExt cx="433080" cy="20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5F25F30-59CD-23D5-21BA-6E9B4F3EBC16}"/>
                    </a:ext>
                  </a:extLst>
                </p14:cNvPr>
                <p14:cNvContentPartPr/>
                <p14:nvPr/>
              </p14:nvContentPartPr>
              <p14:xfrm>
                <a:off x="1871886" y="2137983"/>
                <a:ext cx="30960" cy="193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5F25F30-59CD-23D5-21BA-6E9B4F3EBC1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53886" y="2119983"/>
                  <a:ext cx="66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1093269-A722-A033-373C-9E7DF00F8F4B}"/>
                    </a:ext>
                  </a:extLst>
                </p14:cNvPr>
                <p14:cNvContentPartPr/>
                <p14:nvPr/>
              </p14:nvContentPartPr>
              <p14:xfrm>
                <a:off x="2075646" y="2158503"/>
                <a:ext cx="229320" cy="185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1093269-A722-A033-373C-9E7DF00F8F4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58006" y="2140863"/>
                  <a:ext cx="264960" cy="22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6336528-C6E8-606A-2681-6DCD2FF59655}"/>
                  </a:ext>
                </a:extLst>
              </p14:cNvPr>
              <p14:cNvContentPartPr/>
              <p14:nvPr/>
            </p14:nvContentPartPr>
            <p14:xfrm>
              <a:off x="2567046" y="2122503"/>
              <a:ext cx="120600" cy="136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6336528-C6E8-606A-2681-6DCD2FF5965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549046" y="2104503"/>
                <a:ext cx="15624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6DF62E9-A208-3554-1C73-0FEF41015A03}"/>
                  </a:ext>
                </a:extLst>
              </p14:cNvPr>
              <p14:cNvContentPartPr/>
              <p14:nvPr/>
            </p14:nvContentPartPr>
            <p14:xfrm>
              <a:off x="3135486" y="2013063"/>
              <a:ext cx="159120" cy="229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6DF62E9-A208-3554-1C73-0FEF41015A0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117486" y="1995423"/>
                <a:ext cx="19476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7A40508-97B9-5598-8483-2B7D01EA1234}"/>
                  </a:ext>
                </a:extLst>
              </p14:cNvPr>
              <p14:cNvContentPartPr/>
              <p14:nvPr/>
            </p14:nvContentPartPr>
            <p14:xfrm>
              <a:off x="3583686" y="367503"/>
              <a:ext cx="397800" cy="2157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7A40508-97B9-5598-8483-2B7D01EA123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566046" y="349863"/>
                <a:ext cx="433440" cy="219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4FACCA0A-4355-3BD6-C1B5-8208F7A7D4C2}"/>
              </a:ext>
            </a:extLst>
          </p:cNvPr>
          <p:cNvGrpSpPr/>
          <p:nvPr/>
        </p:nvGrpSpPr>
        <p:grpSpPr>
          <a:xfrm>
            <a:off x="6299886" y="287223"/>
            <a:ext cx="1318320" cy="2449800"/>
            <a:chOff x="6299886" y="287223"/>
            <a:chExt cx="1318320" cy="244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1DEC17-20B3-E3DA-AF24-687915818FBA}"/>
                    </a:ext>
                  </a:extLst>
                </p14:cNvPr>
                <p14:cNvContentPartPr/>
                <p14:nvPr/>
              </p14:nvContentPartPr>
              <p14:xfrm>
                <a:off x="6299886" y="287223"/>
                <a:ext cx="443160" cy="2449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31DEC17-20B3-E3DA-AF24-687915818FB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82246" y="269583"/>
                  <a:ext cx="478800" cy="24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E051715-C647-F9BE-FDC0-06A8A3DC5121}"/>
                    </a:ext>
                  </a:extLst>
                </p14:cNvPr>
                <p14:cNvContentPartPr/>
                <p14:nvPr/>
              </p14:nvContentPartPr>
              <p14:xfrm>
                <a:off x="6905766" y="662343"/>
                <a:ext cx="180360" cy="10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E051715-C647-F9BE-FDC0-06A8A3DC512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887766" y="644703"/>
                  <a:ext cx="216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28A18B3-119A-9C1B-94EA-B057E11613F0}"/>
                    </a:ext>
                  </a:extLst>
                </p14:cNvPr>
                <p14:cNvContentPartPr/>
                <p14:nvPr/>
              </p14:nvContentPartPr>
              <p14:xfrm>
                <a:off x="7114206" y="581343"/>
                <a:ext cx="58680" cy="212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28A18B3-119A-9C1B-94EA-B057E11613F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96566" y="563343"/>
                  <a:ext cx="943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D63730-ECD3-409E-6BDB-6C0898EDF330}"/>
                    </a:ext>
                  </a:extLst>
                </p14:cNvPr>
                <p14:cNvContentPartPr/>
                <p14:nvPr/>
              </p14:nvContentPartPr>
              <p14:xfrm>
                <a:off x="7264326" y="574503"/>
                <a:ext cx="85680" cy="204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D63730-ECD3-409E-6BDB-6C0898EDF33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46326" y="556503"/>
                  <a:ext cx="1213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D3C1ACE-BFDB-DCE8-2C93-5BA6EB9F3D57}"/>
                    </a:ext>
                  </a:extLst>
                </p14:cNvPr>
                <p14:cNvContentPartPr/>
                <p14:nvPr/>
              </p14:nvContentPartPr>
              <p14:xfrm>
                <a:off x="7503006" y="571983"/>
                <a:ext cx="115200" cy="217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D3C1ACE-BFDB-DCE8-2C93-5BA6EB9F3D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85366" y="553983"/>
                  <a:ext cx="150840" cy="25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26A4290-1A49-ADE3-4774-FE4FB7D1FFEC}"/>
                  </a:ext>
                </a:extLst>
              </p14:cNvPr>
              <p14:cNvContentPartPr/>
              <p14:nvPr/>
            </p14:nvContentPartPr>
            <p14:xfrm>
              <a:off x="8567886" y="539583"/>
              <a:ext cx="129240" cy="244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26A4290-1A49-ADE3-4774-FE4FB7D1FFE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50246" y="521943"/>
                <a:ext cx="16488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0B35AB3-E61D-172B-FD52-4FF7B07D3DC6}"/>
                  </a:ext>
                </a:extLst>
              </p14:cNvPr>
              <p14:cNvContentPartPr/>
              <p14:nvPr/>
            </p14:nvContentPartPr>
            <p14:xfrm>
              <a:off x="8962446" y="507183"/>
              <a:ext cx="97560" cy="216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0B35AB3-E61D-172B-FD52-4FF7B07D3DC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944806" y="489183"/>
                <a:ext cx="133200" cy="25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3F3EA79-1474-315D-DABC-35B44C62C2A9}"/>
              </a:ext>
            </a:extLst>
          </p:cNvPr>
          <p:cNvGrpSpPr/>
          <p:nvPr/>
        </p:nvGrpSpPr>
        <p:grpSpPr>
          <a:xfrm>
            <a:off x="7213926" y="1090743"/>
            <a:ext cx="375480" cy="309240"/>
            <a:chOff x="7213926" y="1090743"/>
            <a:chExt cx="37548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34B7877-50D4-A5EE-2B83-030853D23C6E}"/>
                    </a:ext>
                  </a:extLst>
                </p14:cNvPr>
                <p14:cNvContentPartPr/>
                <p14:nvPr/>
              </p14:nvContentPartPr>
              <p14:xfrm>
                <a:off x="7213926" y="1090743"/>
                <a:ext cx="111600" cy="273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34B7877-50D4-A5EE-2B83-030853D23C6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196286" y="1072743"/>
                  <a:ext cx="1472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EFAE60C-2A1E-F0D9-F1D3-5CED95DB7600}"/>
                    </a:ext>
                  </a:extLst>
                </p14:cNvPr>
                <p14:cNvContentPartPr/>
                <p14:nvPr/>
              </p14:nvContentPartPr>
              <p14:xfrm>
                <a:off x="7477806" y="1159503"/>
                <a:ext cx="111600" cy="240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EFAE60C-2A1E-F0D9-F1D3-5CED95DB760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60166" y="1141503"/>
                  <a:ext cx="14724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8AC380D-5F4F-5B91-2978-7C1257350E43}"/>
              </a:ext>
            </a:extLst>
          </p:cNvPr>
          <p:cNvGrpSpPr/>
          <p:nvPr/>
        </p:nvGrpSpPr>
        <p:grpSpPr>
          <a:xfrm>
            <a:off x="8338206" y="1185063"/>
            <a:ext cx="547560" cy="189720"/>
            <a:chOff x="8338206" y="1185063"/>
            <a:chExt cx="54756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44D857E-0AF8-08C1-BE4A-075EAC78AC9E}"/>
                    </a:ext>
                  </a:extLst>
                </p14:cNvPr>
                <p14:cNvContentPartPr/>
                <p14:nvPr/>
              </p14:nvContentPartPr>
              <p14:xfrm>
                <a:off x="8338206" y="1293783"/>
                <a:ext cx="187200" cy="8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44D857E-0AF8-08C1-BE4A-075EAC78AC9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20206" y="1276143"/>
                  <a:ext cx="222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39406CB-07E0-71F5-2155-FEA387008CEC}"/>
                    </a:ext>
                  </a:extLst>
                </p14:cNvPr>
                <p14:cNvContentPartPr/>
                <p14:nvPr/>
              </p14:nvContentPartPr>
              <p14:xfrm>
                <a:off x="8714046" y="1185063"/>
                <a:ext cx="171720" cy="189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39406CB-07E0-71F5-2155-FEA387008C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96046" y="1167423"/>
                  <a:ext cx="207360" cy="22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955B802-C9A1-F579-02D3-B5B41280DC38}"/>
                  </a:ext>
                </a:extLst>
              </p14:cNvPr>
              <p14:cNvContentPartPr/>
              <p14:nvPr/>
            </p14:nvContentPartPr>
            <p14:xfrm>
              <a:off x="9096726" y="1144023"/>
              <a:ext cx="168840" cy="196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955B802-C9A1-F579-02D3-B5B41280DC3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078726" y="1126023"/>
                <a:ext cx="204480" cy="23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2DE43535-756B-4451-74B4-BC6143AB981C}"/>
              </a:ext>
            </a:extLst>
          </p:cNvPr>
          <p:cNvGrpSpPr/>
          <p:nvPr/>
        </p:nvGrpSpPr>
        <p:grpSpPr>
          <a:xfrm>
            <a:off x="7113126" y="1712463"/>
            <a:ext cx="335520" cy="329040"/>
            <a:chOff x="7113126" y="1712463"/>
            <a:chExt cx="33552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26BE966-C639-02CA-6844-7140AD94EF7F}"/>
                    </a:ext>
                  </a:extLst>
                </p14:cNvPr>
                <p14:cNvContentPartPr/>
                <p14:nvPr/>
              </p14:nvContentPartPr>
              <p14:xfrm>
                <a:off x="7113126" y="1712463"/>
                <a:ext cx="128160" cy="329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26BE966-C639-02CA-6844-7140AD94EF7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95126" y="1694823"/>
                  <a:ext cx="16380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41381EC-64CF-0BF4-8CF5-9E3DE94BD9A8}"/>
                    </a:ext>
                  </a:extLst>
                </p14:cNvPr>
                <p14:cNvContentPartPr/>
                <p14:nvPr/>
              </p14:nvContentPartPr>
              <p14:xfrm>
                <a:off x="7337766" y="1811823"/>
                <a:ext cx="110880" cy="219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41381EC-64CF-0BF4-8CF5-9E3DE94BD9A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19766" y="1793823"/>
                  <a:ext cx="14652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05E3A43-B0B4-50D9-0DA5-1D6A1C91E1BA}"/>
              </a:ext>
            </a:extLst>
          </p:cNvPr>
          <p:cNvGrpSpPr/>
          <p:nvPr/>
        </p:nvGrpSpPr>
        <p:grpSpPr>
          <a:xfrm>
            <a:off x="8612166" y="1822983"/>
            <a:ext cx="539280" cy="254520"/>
            <a:chOff x="8612166" y="1822983"/>
            <a:chExt cx="53928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4F04FCF-3DF4-6CBB-9C6E-96C6AE638C61}"/>
                    </a:ext>
                  </a:extLst>
                </p14:cNvPr>
                <p14:cNvContentPartPr/>
                <p14:nvPr/>
              </p14:nvContentPartPr>
              <p14:xfrm>
                <a:off x="8612166" y="1955463"/>
                <a:ext cx="183600" cy="21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4F04FCF-3DF4-6CBB-9C6E-96C6AE638C6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594166" y="1937463"/>
                  <a:ext cx="2192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B569B25-89BC-CAA4-B66C-D8458BE60348}"/>
                    </a:ext>
                  </a:extLst>
                </p14:cNvPr>
                <p14:cNvContentPartPr/>
                <p14:nvPr/>
              </p14:nvContentPartPr>
              <p14:xfrm>
                <a:off x="8966046" y="1822983"/>
                <a:ext cx="185400" cy="254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B569B25-89BC-CAA4-B66C-D8458BE6034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48046" y="1804983"/>
                  <a:ext cx="221040" cy="29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21BA1F6-973F-A03D-9763-CA0FDF42B65F}"/>
                  </a:ext>
                </a:extLst>
              </p14:cNvPr>
              <p14:cNvContentPartPr/>
              <p14:nvPr/>
            </p14:nvContentPartPr>
            <p14:xfrm>
              <a:off x="6988926" y="2479983"/>
              <a:ext cx="230040" cy="234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21BA1F6-973F-A03D-9763-CA0FDF42B65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971286" y="2462343"/>
                <a:ext cx="265680" cy="27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AAAEB82B-915E-1091-EF62-AFECD78E4F3B}"/>
              </a:ext>
            </a:extLst>
          </p:cNvPr>
          <p:cNvGrpSpPr/>
          <p:nvPr/>
        </p:nvGrpSpPr>
        <p:grpSpPr>
          <a:xfrm>
            <a:off x="8441166" y="2476383"/>
            <a:ext cx="740520" cy="276480"/>
            <a:chOff x="8441166" y="2476383"/>
            <a:chExt cx="74052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D793C07-74AA-76A3-B560-21F39CE00F75}"/>
                    </a:ext>
                  </a:extLst>
                </p14:cNvPr>
                <p14:cNvContentPartPr/>
                <p14:nvPr/>
              </p14:nvContentPartPr>
              <p14:xfrm>
                <a:off x="8441166" y="2582223"/>
                <a:ext cx="190800" cy="12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D793C07-74AA-76A3-B560-21F39CE00F7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23526" y="2564583"/>
                  <a:ext cx="2264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EF26528-8979-F7C1-A83D-F8C9CC8CD716}"/>
                    </a:ext>
                  </a:extLst>
                </p14:cNvPr>
                <p14:cNvContentPartPr/>
                <p14:nvPr/>
              </p14:nvContentPartPr>
              <p14:xfrm>
                <a:off x="8675166" y="2476383"/>
                <a:ext cx="71280" cy="261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EF26528-8979-F7C1-A83D-F8C9CC8CD71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57526" y="2458743"/>
                  <a:ext cx="1069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D36602A-1C97-E69E-EE9B-55BA6D313150}"/>
                    </a:ext>
                  </a:extLst>
                </p14:cNvPr>
                <p14:cNvContentPartPr/>
                <p14:nvPr/>
              </p14:nvContentPartPr>
              <p14:xfrm>
                <a:off x="8829246" y="2554143"/>
                <a:ext cx="352440" cy="198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D36602A-1C97-E69E-EE9B-55BA6D31315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11606" y="2536143"/>
                  <a:ext cx="38808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7CAB329-F9C6-BCEF-0CF4-7395710DD909}"/>
              </a:ext>
            </a:extLst>
          </p:cNvPr>
          <p:cNvGrpSpPr/>
          <p:nvPr/>
        </p:nvGrpSpPr>
        <p:grpSpPr>
          <a:xfrm>
            <a:off x="9859566" y="291543"/>
            <a:ext cx="1966320" cy="3235320"/>
            <a:chOff x="9859566" y="291543"/>
            <a:chExt cx="1966320" cy="323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D3B13F9-5455-786F-DF1F-478FEB8D9E5C}"/>
                    </a:ext>
                  </a:extLst>
                </p14:cNvPr>
                <p14:cNvContentPartPr/>
                <p14:nvPr/>
              </p14:nvContentPartPr>
              <p14:xfrm>
                <a:off x="9945606" y="436983"/>
                <a:ext cx="164520" cy="213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D3B13F9-5455-786F-DF1F-478FEB8D9E5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927966" y="418983"/>
                  <a:ext cx="2001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25442C1-921F-442D-03F6-D757D29C7D05}"/>
                    </a:ext>
                  </a:extLst>
                </p14:cNvPr>
                <p14:cNvContentPartPr/>
                <p14:nvPr/>
              </p14:nvContentPartPr>
              <p14:xfrm>
                <a:off x="10240446" y="539223"/>
                <a:ext cx="129240" cy="146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25442C1-921F-442D-03F6-D757D29C7D0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22806" y="521223"/>
                  <a:ext cx="164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BEBF060-B3E1-7239-617C-B63945165CA9}"/>
                    </a:ext>
                  </a:extLst>
                </p14:cNvPr>
                <p14:cNvContentPartPr/>
                <p14:nvPr/>
              </p14:nvContentPartPr>
              <p14:xfrm>
                <a:off x="10899246" y="501423"/>
                <a:ext cx="145080" cy="189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BEBF060-B3E1-7239-617C-B63945165CA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881246" y="483423"/>
                  <a:ext cx="180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CF4122F-1927-6E11-9E9D-FB69D2F19E1F}"/>
                    </a:ext>
                  </a:extLst>
                </p14:cNvPr>
                <p14:cNvContentPartPr/>
                <p14:nvPr/>
              </p14:nvContentPartPr>
              <p14:xfrm>
                <a:off x="11316486" y="487023"/>
                <a:ext cx="39600" cy="244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CF4122F-1927-6E11-9E9D-FB69D2F19E1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298486" y="469383"/>
                  <a:ext cx="752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C13B42C-99A7-EDB9-5D4C-4CC941D27F58}"/>
                    </a:ext>
                  </a:extLst>
                </p14:cNvPr>
                <p14:cNvContentPartPr/>
                <p14:nvPr/>
              </p14:nvContentPartPr>
              <p14:xfrm>
                <a:off x="9940206" y="1246263"/>
                <a:ext cx="127800" cy="9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C13B42C-99A7-EDB9-5D4C-4CC941D27F5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22206" y="1228623"/>
                  <a:ext cx="163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8E73F55-FD51-071A-99DE-ACFC54B97F98}"/>
                    </a:ext>
                  </a:extLst>
                </p14:cNvPr>
                <p14:cNvContentPartPr/>
                <p14:nvPr/>
              </p14:nvContentPartPr>
              <p14:xfrm>
                <a:off x="10160526" y="1144383"/>
                <a:ext cx="43920" cy="204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8E73F55-FD51-071A-99DE-ACFC54B97F9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42526" y="1126743"/>
                  <a:ext cx="795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CE113DF-12CB-4334-8A69-2A364042CF7D}"/>
                    </a:ext>
                  </a:extLst>
                </p14:cNvPr>
                <p14:cNvContentPartPr/>
                <p14:nvPr/>
              </p14:nvContentPartPr>
              <p14:xfrm>
                <a:off x="10263486" y="1198383"/>
                <a:ext cx="212040" cy="183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CE113DF-12CB-4334-8A69-2A364042CF7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245846" y="1180383"/>
                  <a:ext cx="2476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304EED6-D6F0-79E1-1C96-9F779FFE4230}"/>
                    </a:ext>
                  </a:extLst>
                </p14:cNvPr>
                <p14:cNvContentPartPr/>
                <p14:nvPr/>
              </p14:nvContentPartPr>
              <p14:xfrm>
                <a:off x="10994646" y="1222503"/>
                <a:ext cx="110880" cy="10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304EED6-D6F0-79E1-1C96-9F779FFE423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976646" y="1204863"/>
                  <a:ext cx="1465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559BD3A-62A6-DF87-7068-7FDE93D082D8}"/>
                    </a:ext>
                  </a:extLst>
                </p14:cNvPr>
                <p14:cNvContentPartPr/>
                <p14:nvPr/>
              </p14:nvContentPartPr>
              <p14:xfrm>
                <a:off x="11259606" y="1106223"/>
                <a:ext cx="135000" cy="207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559BD3A-62A6-DF87-7068-7FDE93D082D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241606" y="1088583"/>
                  <a:ext cx="170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89748C2-3EA2-11A9-08E4-D63C0E7FB933}"/>
                    </a:ext>
                  </a:extLst>
                </p14:cNvPr>
                <p14:cNvContentPartPr/>
                <p14:nvPr/>
              </p14:nvContentPartPr>
              <p14:xfrm>
                <a:off x="11365806" y="1052223"/>
                <a:ext cx="270720" cy="25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89748C2-3EA2-11A9-08E4-D63C0E7FB93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347806" y="1034583"/>
                  <a:ext cx="3063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386CE4A-78AF-D7F2-73AB-068BA80F9EFA}"/>
                    </a:ext>
                  </a:extLst>
                </p14:cNvPr>
                <p14:cNvContentPartPr/>
                <p14:nvPr/>
              </p14:nvContentPartPr>
              <p14:xfrm>
                <a:off x="9859566" y="1901103"/>
                <a:ext cx="169560" cy="18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386CE4A-78AF-D7F2-73AB-068BA80F9EF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41566" y="1883463"/>
                  <a:ext cx="2052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F6E885B-398A-2564-A931-DBD27881259C}"/>
                    </a:ext>
                  </a:extLst>
                </p14:cNvPr>
                <p14:cNvContentPartPr/>
                <p14:nvPr/>
              </p14:nvContentPartPr>
              <p14:xfrm>
                <a:off x="10085646" y="1811823"/>
                <a:ext cx="57240" cy="236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F6E885B-398A-2564-A931-DBD27881259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67646" y="1793823"/>
                  <a:ext cx="92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9539EDE-0C19-5B56-DFBA-DA261FFE6287}"/>
                    </a:ext>
                  </a:extLst>
                </p14:cNvPr>
                <p14:cNvContentPartPr/>
                <p14:nvPr/>
              </p14:nvContentPartPr>
              <p14:xfrm>
                <a:off x="10215246" y="1857543"/>
                <a:ext cx="216720" cy="190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9539EDE-0C19-5B56-DFBA-DA261FFE628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97246" y="1839543"/>
                  <a:ext cx="252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DBB162F-15BD-16A1-E296-704246117A36}"/>
                    </a:ext>
                  </a:extLst>
                </p14:cNvPr>
                <p14:cNvContentPartPr/>
                <p14:nvPr/>
              </p14:nvContentPartPr>
              <p14:xfrm>
                <a:off x="10941006" y="1938903"/>
                <a:ext cx="160920" cy="20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DBB162F-15BD-16A1-E296-704246117A3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923006" y="1921263"/>
                  <a:ext cx="196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3F53426-ACA6-E16F-62AF-F6BA496CA6E1}"/>
                    </a:ext>
                  </a:extLst>
                </p14:cNvPr>
                <p14:cNvContentPartPr/>
                <p14:nvPr/>
              </p14:nvContentPartPr>
              <p14:xfrm>
                <a:off x="11244126" y="1814343"/>
                <a:ext cx="53640" cy="223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3F53426-ACA6-E16F-62AF-F6BA496CA6E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226486" y="1796343"/>
                  <a:ext cx="892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3448557-ED95-B3CF-1127-877C04FC8298}"/>
                    </a:ext>
                  </a:extLst>
                </p14:cNvPr>
                <p14:cNvContentPartPr/>
                <p14:nvPr/>
              </p14:nvContentPartPr>
              <p14:xfrm>
                <a:off x="11156286" y="1828023"/>
                <a:ext cx="378360" cy="230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3448557-ED95-B3CF-1127-877C04FC829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138646" y="1810383"/>
                  <a:ext cx="4140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D517649-FC38-8CAA-B3FD-6DF9904B4866}"/>
                    </a:ext>
                  </a:extLst>
                </p14:cNvPr>
                <p14:cNvContentPartPr/>
                <p14:nvPr/>
              </p14:nvContentPartPr>
              <p14:xfrm>
                <a:off x="9979806" y="2556663"/>
                <a:ext cx="139680" cy="8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D517649-FC38-8CAA-B3FD-6DF9904B486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961806" y="2539023"/>
                  <a:ext cx="175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93EF338-2467-B343-5332-CF545BB70193}"/>
                    </a:ext>
                  </a:extLst>
                </p14:cNvPr>
                <p14:cNvContentPartPr/>
                <p14:nvPr/>
              </p14:nvContentPartPr>
              <p14:xfrm>
                <a:off x="10224606" y="2396103"/>
                <a:ext cx="83160" cy="280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93EF338-2467-B343-5332-CF545BB7019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06606" y="2378463"/>
                  <a:ext cx="1188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DFB469A-37E5-E238-3139-3319C1A0193F}"/>
                    </a:ext>
                  </a:extLst>
                </p14:cNvPr>
                <p14:cNvContentPartPr/>
                <p14:nvPr/>
              </p14:nvContentPartPr>
              <p14:xfrm>
                <a:off x="10374006" y="2461623"/>
                <a:ext cx="342720" cy="175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DFB469A-37E5-E238-3139-3319C1A0193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356006" y="2443623"/>
                  <a:ext cx="3783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6AEFF1B-8E47-6651-7B80-34FF53181752}"/>
                    </a:ext>
                  </a:extLst>
                </p14:cNvPr>
                <p14:cNvContentPartPr/>
                <p14:nvPr/>
              </p14:nvContentPartPr>
              <p14:xfrm>
                <a:off x="11429166" y="2373063"/>
                <a:ext cx="58680" cy="16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6AEFF1B-8E47-6651-7B80-34FF5318175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411166" y="2355063"/>
                  <a:ext cx="94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2FBC3CB-A32A-A4D5-79D5-C816EF9C8018}"/>
                    </a:ext>
                  </a:extLst>
                </p14:cNvPr>
                <p14:cNvContentPartPr/>
                <p14:nvPr/>
              </p14:nvContentPartPr>
              <p14:xfrm>
                <a:off x="11243766" y="2372343"/>
                <a:ext cx="261360" cy="302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2FBC3CB-A32A-A4D5-79D5-C816EF9C801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225766" y="2354703"/>
                  <a:ext cx="2970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4BBA283-70F2-1929-5FF7-2FCD7E5726D9}"/>
                    </a:ext>
                  </a:extLst>
                </p14:cNvPr>
                <p14:cNvContentPartPr/>
                <p14:nvPr/>
              </p14:nvContentPartPr>
              <p14:xfrm>
                <a:off x="10960446" y="291543"/>
                <a:ext cx="865440" cy="3235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4BBA283-70F2-1929-5FF7-2FCD7E5726D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942806" y="273903"/>
                  <a:ext cx="901080" cy="327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341E6619-9E6C-F09B-183E-C3B00E4C344E}"/>
              </a:ext>
            </a:extLst>
          </p:cNvPr>
          <p:cNvGrpSpPr/>
          <p:nvPr/>
        </p:nvGrpSpPr>
        <p:grpSpPr>
          <a:xfrm>
            <a:off x="5106846" y="312423"/>
            <a:ext cx="525240" cy="635760"/>
            <a:chOff x="5106846" y="312423"/>
            <a:chExt cx="525240" cy="63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E2D5D56-5A73-49A3-077F-71A37F6AF6FE}"/>
                    </a:ext>
                  </a:extLst>
                </p14:cNvPr>
                <p14:cNvContentPartPr/>
                <p14:nvPr/>
              </p14:nvContentPartPr>
              <p14:xfrm>
                <a:off x="5106846" y="526263"/>
                <a:ext cx="218880" cy="421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E2D5D56-5A73-49A3-077F-71A37F6AF6F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89206" y="508263"/>
                  <a:ext cx="25452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E22D02D-144F-1DF2-DA5F-D5BD4B3BD084}"/>
                    </a:ext>
                  </a:extLst>
                </p14:cNvPr>
                <p14:cNvContentPartPr/>
                <p14:nvPr/>
              </p14:nvContentPartPr>
              <p14:xfrm>
                <a:off x="5169486" y="719223"/>
                <a:ext cx="145080" cy="65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E22D02D-144F-1DF2-DA5F-D5BD4B3BD08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51486" y="701223"/>
                  <a:ext cx="1807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BA36E8E-3123-B04A-EFCF-1DA0A7B2B2F6}"/>
                    </a:ext>
                  </a:extLst>
                </p14:cNvPr>
                <p14:cNvContentPartPr/>
                <p14:nvPr/>
              </p14:nvContentPartPr>
              <p14:xfrm>
                <a:off x="5440206" y="458583"/>
                <a:ext cx="78480" cy="61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BA36E8E-3123-B04A-EFCF-1DA0A7B2B2F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22566" y="440583"/>
                  <a:ext cx="114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2B775E4-A7BC-8296-1E79-2C8934FF6507}"/>
                    </a:ext>
                  </a:extLst>
                </p14:cNvPr>
                <p14:cNvContentPartPr/>
                <p14:nvPr/>
              </p14:nvContentPartPr>
              <p14:xfrm>
                <a:off x="5604726" y="312423"/>
                <a:ext cx="27360" cy="232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2B775E4-A7BC-8296-1E79-2C8934FF650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587086" y="294423"/>
                  <a:ext cx="6300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0982EBF-3C7F-8BF4-B272-FEEF9A37CD03}"/>
              </a:ext>
            </a:extLst>
          </p:cNvPr>
          <p:cNvGrpSpPr/>
          <p:nvPr/>
        </p:nvGrpSpPr>
        <p:grpSpPr>
          <a:xfrm>
            <a:off x="16446" y="1108743"/>
            <a:ext cx="792848" cy="387720"/>
            <a:chOff x="16446" y="1108743"/>
            <a:chExt cx="792848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2121294-499A-5224-48FD-07F41AF230AB}"/>
                    </a:ext>
                  </a:extLst>
                </p14:cNvPr>
                <p14:cNvContentPartPr/>
                <p14:nvPr/>
              </p14:nvContentPartPr>
              <p14:xfrm>
                <a:off x="16446" y="1108743"/>
                <a:ext cx="407880" cy="387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2121294-499A-5224-48FD-07F41AF230A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-1194" y="1090743"/>
                  <a:ext cx="4435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C450A2A-11B2-A454-DA1D-EAFD849DBE80}"/>
                    </a:ext>
                  </a:extLst>
                </p14:cNvPr>
                <p14:cNvContentPartPr/>
                <p14:nvPr/>
              </p14:nvContentPartPr>
              <p14:xfrm>
                <a:off x="567374" y="1280463"/>
                <a:ext cx="96480" cy="28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C450A2A-11B2-A454-DA1D-EAFD849DBE8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9734" y="1262823"/>
                  <a:ext cx="132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3AEB379-87C0-A072-C323-7EE5687EC89E}"/>
                    </a:ext>
                  </a:extLst>
                </p14:cNvPr>
                <p14:cNvContentPartPr/>
                <p14:nvPr/>
              </p14:nvContentPartPr>
              <p14:xfrm>
                <a:off x="575654" y="1345983"/>
                <a:ext cx="233640" cy="79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3AEB379-87C0-A072-C323-7EE5687EC89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7654" y="1327983"/>
                  <a:ext cx="26928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E3DB65E-55D6-4F97-7DD0-DDCA54742F80}"/>
                  </a:ext>
                </a:extLst>
              </p14:cNvPr>
              <p14:cNvContentPartPr/>
              <p14:nvPr/>
            </p14:nvContentPartPr>
            <p14:xfrm>
              <a:off x="33854" y="547143"/>
              <a:ext cx="226800" cy="3391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E3DB65E-55D6-4F97-7DD0-DDCA54742F8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5854" y="529143"/>
                <a:ext cx="26244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307E04D-08C8-BB58-1FD5-9368A801A8DC}"/>
                  </a:ext>
                </a:extLst>
              </p14:cNvPr>
              <p14:cNvContentPartPr/>
              <p14:nvPr/>
            </p14:nvContentPartPr>
            <p14:xfrm>
              <a:off x="2298974" y="2725863"/>
              <a:ext cx="3240" cy="118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307E04D-08C8-BB58-1FD5-9368A801A8DC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281334" y="2707863"/>
                <a:ext cx="3888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9DDA3C6-D814-62D1-92C5-54EEFDBAE4AA}"/>
              </a:ext>
            </a:extLst>
          </p:cNvPr>
          <p:cNvGrpSpPr/>
          <p:nvPr/>
        </p:nvGrpSpPr>
        <p:grpSpPr>
          <a:xfrm>
            <a:off x="4262414" y="583143"/>
            <a:ext cx="667080" cy="403200"/>
            <a:chOff x="4262414" y="583143"/>
            <a:chExt cx="66708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CB8F043-4DC1-5CF5-52BB-5C8ABB419ED5}"/>
                    </a:ext>
                  </a:extLst>
                </p14:cNvPr>
                <p14:cNvContentPartPr/>
                <p14:nvPr/>
              </p14:nvContentPartPr>
              <p14:xfrm>
                <a:off x="4262414" y="583143"/>
                <a:ext cx="172440" cy="403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CB8F043-4DC1-5CF5-52BB-5C8ABB419ED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44414" y="565143"/>
                  <a:ext cx="2080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DF1BC32-F29B-7017-0A0C-EF78DCF5021F}"/>
                    </a:ext>
                  </a:extLst>
                </p14:cNvPr>
                <p14:cNvContentPartPr/>
                <p14:nvPr/>
              </p14:nvContentPartPr>
              <p14:xfrm>
                <a:off x="4271054" y="704823"/>
                <a:ext cx="459360" cy="277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DF1BC32-F29B-7017-0A0C-EF78DCF5021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253054" y="686823"/>
                  <a:ext cx="4950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AD03EEE-C4E2-6218-ABA9-2512380AC700}"/>
                    </a:ext>
                  </a:extLst>
                </p14:cNvPr>
                <p14:cNvContentPartPr/>
                <p14:nvPr/>
              </p14:nvContentPartPr>
              <p14:xfrm>
                <a:off x="4908974" y="896703"/>
                <a:ext cx="20520" cy="5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AD03EEE-C4E2-6218-ABA9-2512380AC70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90974" y="878703"/>
                  <a:ext cx="5616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008BF6A-2F7D-DC0A-9C30-FF5264D829AE}"/>
              </a:ext>
            </a:extLst>
          </p:cNvPr>
          <p:cNvGrpSpPr/>
          <p:nvPr/>
        </p:nvGrpSpPr>
        <p:grpSpPr>
          <a:xfrm>
            <a:off x="5901494" y="1692663"/>
            <a:ext cx="301320" cy="318600"/>
            <a:chOff x="5901494" y="1692663"/>
            <a:chExt cx="30132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CFA7CB2-581A-D9AB-A722-6FFE016B0C1B}"/>
                    </a:ext>
                  </a:extLst>
                </p14:cNvPr>
                <p14:cNvContentPartPr/>
                <p14:nvPr/>
              </p14:nvContentPartPr>
              <p14:xfrm>
                <a:off x="5901494" y="1692663"/>
                <a:ext cx="135000" cy="318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CFA7CB2-581A-D9AB-A722-6FFE016B0C1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883494" y="1674663"/>
                  <a:ext cx="1706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3859474-5D86-3ECE-2236-011496472116}"/>
                    </a:ext>
                  </a:extLst>
                </p14:cNvPr>
                <p14:cNvContentPartPr/>
                <p14:nvPr/>
              </p14:nvContentPartPr>
              <p14:xfrm>
                <a:off x="5996534" y="1693743"/>
                <a:ext cx="206280" cy="281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3859474-5D86-3ECE-2236-01149647211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78534" y="1675743"/>
                  <a:ext cx="24192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D25AE6A-3375-9E4F-0445-E88127F09EDF}"/>
              </a:ext>
            </a:extLst>
          </p:cNvPr>
          <p:cNvGrpSpPr/>
          <p:nvPr/>
        </p:nvGrpSpPr>
        <p:grpSpPr>
          <a:xfrm>
            <a:off x="5685134" y="939543"/>
            <a:ext cx="520560" cy="499320"/>
            <a:chOff x="5685134" y="939543"/>
            <a:chExt cx="520560" cy="49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7F32C9C-48E3-EC84-88F6-41137A49FAF1}"/>
                    </a:ext>
                  </a:extLst>
                </p14:cNvPr>
                <p14:cNvContentPartPr/>
                <p14:nvPr/>
              </p14:nvContentPartPr>
              <p14:xfrm>
                <a:off x="5720774" y="1073103"/>
                <a:ext cx="71640" cy="24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7F32C9C-48E3-EC84-88F6-41137A49FAF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703134" y="1055103"/>
                  <a:ext cx="107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417DAA4-1A1D-CDFA-AB3A-198A0DC50238}"/>
                    </a:ext>
                  </a:extLst>
                </p14:cNvPr>
                <p14:cNvContentPartPr/>
                <p14:nvPr/>
              </p14:nvContentPartPr>
              <p14:xfrm>
                <a:off x="5732654" y="1168143"/>
                <a:ext cx="90720" cy="48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417DAA4-1A1D-CDFA-AB3A-198A0DC5023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15014" y="1150503"/>
                  <a:ext cx="126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67111EA-67F6-D9B9-2A45-10855084F694}"/>
                    </a:ext>
                  </a:extLst>
                </p14:cNvPr>
                <p14:cNvContentPartPr/>
                <p14:nvPr/>
              </p14:nvContentPartPr>
              <p14:xfrm>
                <a:off x="6062414" y="939543"/>
                <a:ext cx="31680" cy="290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67111EA-67F6-D9B9-2A45-10855084F69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044414" y="921903"/>
                  <a:ext cx="673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24EE1E7-2DC7-1851-0C05-07FD8496EC05}"/>
                    </a:ext>
                  </a:extLst>
                </p14:cNvPr>
                <p14:cNvContentPartPr/>
                <p14:nvPr/>
              </p14:nvContentPartPr>
              <p14:xfrm>
                <a:off x="5896454" y="1352463"/>
                <a:ext cx="309240" cy="86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24EE1E7-2DC7-1851-0C05-07FD8496EC0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878814" y="1334463"/>
                  <a:ext cx="344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7EEE4B8-FB21-81A7-6D3B-08F0DF3B19AB}"/>
                    </a:ext>
                  </a:extLst>
                </p14:cNvPr>
                <p14:cNvContentPartPr/>
                <p14:nvPr/>
              </p14:nvContentPartPr>
              <p14:xfrm>
                <a:off x="5697014" y="1073823"/>
                <a:ext cx="121320" cy="17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7EEE4B8-FB21-81A7-6D3B-08F0DF3B19A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679374" y="1055823"/>
                  <a:ext cx="156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EEDF328-1EB0-65D8-826F-9D4067E46B95}"/>
                    </a:ext>
                  </a:extLst>
                </p14:cNvPr>
                <p14:cNvContentPartPr/>
                <p14:nvPr/>
              </p14:nvContentPartPr>
              <p14:xfrm>
                <a:off x="5685134" y="1231143"/>
                <a:ext cx="74880" cy="31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EEDF328-1EB0-65D8-826F-9D4067E46B9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667134" y="1213143"/>
                  <a:ext cx="11052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85F5921A-5DB4-99C9-5628-0F5DE2017D28}"/>
              </a:ext>
            </a:extLst>
          </p:cNvPr>
          <p:cNvGrpSpPr/>
          <p:nvPr/>
        </p:nvGrpSpPr>
        <p:grpSpPr>
          <a:xfrm>
            <a:off x="295574" y="3311223"/>
            <a:ext cx="511560" cy="381960"/>
            <a:chOff x="295574" y="3311223"/>
            <a:chExt cx="51156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8DC7173-17F3-85B2-1DCD-D641C41B21DF}"/>
                    </a:ext>
                  </a:extLst>
                </p14:cNvPr>
                <p14:cNvContentPartPr/>
                <p14:nvPr/>
              </p14:nvContentPartPr>
              <p14:xfrm>
                <a:off x="295574" y="3340743"/>
                <a:ext cx="85680" cy="327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8DC7173-17F3-85B2-1DCD-D641C41B21D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77934" y="3322743"/>
                  <a:ext cx="1213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A3DAB0E-3E81-23E5-67AB-5EB888B58E35}"/>
                    </a:ext>
                  </a:extLst>
                </p14:cNvPr>
                <p14:cNvContentPartPr/>
                <p14:nvPr/>
              </p14:nvContentPartPr>
              <p14:xfrm>
                <a:off x="303494" y="3311223"/>
                <a:ext cx="160200" cy="381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A3DAB0E-3E81-23E5-67AB-5EB888B58E3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85494" y="3293583"/>
                  <a:ext cx="1958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6D8FD5A-CE02-B513-C22D-23A24FB91CCC}"/>
                    </a:ext>
                  </a:extLst>
                </p14:cNvPr>
                <p14:cNvContentPartPr/>
                <p14:nvPr/>
              </p14:nvContentPartPr>
              <p14:xfrm>
                <a:off x="311414" y="3472863"/>
                <a:ext cx="104760" cy="38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6D8FD5A-CE02-B513-C22D-23A24FB91CC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93414" y="3454863"/>
                  <a:ext cx="140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6CA4619-F0DE-CDCB-E5C5-D08DBDA5973F}"/>
                    </a:ext>
                  </a:extLst>
                </p14:cNvPr>
                <p14:cNvContentPartPr/>
                <p14:nvPr/>
              </p14:nvContentPartPr>
              <p14:xfrm>
                <a:off x="653054" y="3441543"/>
                <a:ext cx="68760" cy="18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6CA4619-F0DE-CDCB-E5C5-D08DBDA5973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35414" y="3423903"/>
                  <a:ext cx="104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7788B18-90FE-26FD-B34A-DDD389606FB4}"/>
                    </a:ext>
                  </a:extLst>
                </p14:cNvPr>
                <p14:cNvContentPartPr/>
                <p14:nvPr/>
              </p14:nvContentPartPr>
              <p14:xfrm>
                <a:off x="677534" y="3559983"/>
                <a:ext cx="129600" cy="46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7788B18-90FE-26FD-B34A-DDD389606FB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59894" y="3541983"/>
                  <a:ext cx="165240" cy="8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A04D2B9B-DAC5-49D5-6D92-2A7374F31D37}"/>
                  </a:ext>
                </a:extLst>
              </p14:cNvPr>
              <p14:cNvContentPartPr/>
              <p14:nvPr/>
            </p14:nvContentPartPr>
            <p14:xfrm>
              <a:off x="2334254" y="3331743"/>
              <a:ext cx="111960" cy="2541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A04D2B9B-DAC5-49D5-6D92-2A7374F31D3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2316254" y="3313743"/>
                <a:ext cx="14760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FB73A8EC-41DB-8B98-F234-8224F7D2AB10}"/>
                  </a:ext>
                </a:extLst>
              </p14:cNvPr>
              <p14:cNvContentPartPr/>
              <p14:nvPr/>
            </p14:nvContentPartPr>
            <p14:xfrm>
              <a:off x="2829614" y="3352623"/>
              <a:ext cx="337680" cy="2206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FB73A8EC-41DB-8B98-F234-8224F7D2AB1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811614" y="3334623"/>
                <a:ext cx="3733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01C41ACA-D0A1-C7F4-DA7B-528B7352102C}"/>
                  </a:ext>
                </a:extLst>
              </p14:cNvPr>
              <p14:cNvContentPartPr/>
              <p14:nvPr/>
            </p14:nvContentPartPr>
            <p14:xfrm>
              <a:off x="2256854" y="3902703"/>
              <a:ext cx="191880" cy="1562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01C41ACA-D0A1-C7F4-DA7B-528B7352102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238854" y="3885063"/>
                <a:ext cx="2275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1445245-73CC-8F7C-DF07-349163302BA9}"/>
                  </a:ext>
                </a:extLst>
              </p14:cNvPr>
              <p14:cNvContentPartPr/>
              <p14:nvPr/>
            </p14:nvContentPartPr>
            <p14:xfrm>
              <a:off x="2784614" y="3759063"/>
              <a:ext cx="161280" cy="2826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1445245-73CC-8F7C-DF07-349163302BA9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766614" y="3741423"/>
                <a:ext cx="19692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3967FF02-BF16-199B-ED94-84AB60FB1D82}"/>
                  </a:ext>
                </a:extLst>
              </p14:cNvPr>
              <p14:cNvContentPartPr/>
              <p14:nvPr/>
            </p14:nvContentPartPr>
            <p14:xfrm>
              <a:off x="2306894" y="4268823"/>
              <a:ext cx="106200" cy="2332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3967FF02-BF16-199B-ED94-84AB60FB1D8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288894" y="4250823"/>
                <a:ext cx="1418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3301DB0-F88E-7883-6DDE-BB2BD24BA8FE}"/>
                  </a:ext>
                </a:extLst>
              </p14:cNvPr>
              <p14:cNvContentPartPr/>
              <p14:nvPr/>
            </p14:nvContentPartPr>
            <p14:xfrm>
              <a:off x="2801534" y="4198263"/>
              <a:ext cx="176400" cy="2653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3301DB0-F88E-7883-6DDE-BB2BD24BA8FE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783534" y="4180263"/>
                <a:ext cx="2120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AD155B3F-3566-6785-BB69-ACA5BE5FEF58}"/>
                  </a:ext>
                </a:extLst>
              </p14:cNvPr>
              <p14:cNvContentPartPr/>
              <p14:nvPr/>
            </p14:nvContentPartPr>
            <p14:xfrm>
              <a:off x="3425054" y="2844663"/>
              <a:ext cx="387720" cy="17406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AD155B3F-3566-6785-BB69-ACA5BE5FEF5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407414" y="2827023"/>
                <a:ext cx="423360" cy="177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73286132-2B2A-FCDD-87C7-A3596F7230FC}"/>
                  </a:ext>
                </a:extLst>
              </p14:cNvPr>
              <p14:cNvContentPartPr/>
              <p14:nvPr/>
            </p14:nvContentPartPr>
            <p14:xfrm>
              <a:off x="1463774" y="3018183"/>
              <a:ext cx="365040" cy="16099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73286132-2B2A-FCDD-87C7-A3596F7230FC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446134" y="3000183"/>
                <a:ext cx="400680" cy="164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6748837A-ED63-F23F-FCDD-00256DF3644F}"/>
                  </a:ext>
                </a:extLst>
              </p14:cNvPr>
              <p14:cNvContentPartPr/>
              <p14:nvPr/>
            </p14:nvContentPartPr>
            <p14:xfrm>
              <a:off x="1797494" y="3333903"/>
              <a:ext cx="206640" cy="2674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6748837A-ED63-F23F-FCDD-00256DF3644F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779854" y="3315903"/>
                <a:ext cx="24228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C1BFA478-2C42-C9A0-B03A-9D702C90EDBA}"/>
                  </a:ext>
                </a:extLst>
              </p14:cNvPr>
              <p14:cNvContentPartPr/>
              <p14:nvPr/>
            </p14:nvContentPartPr>
            <p14:xfrm>
              <a:off x="1886414" y="4352703"/>
              <a:ext cx="142200" cy="2109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C1BFA478-2C42-C9A0-B03A-9D702C90EDBA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868774" y="4334703"/>
                <a:ext cx="1778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4DE8A66D-E456-A6F9-911A-E8999BEA3457}"/>
                  </a:ext>
                </a:extLst>
              </p14:cNvPr>
              <p14:cNvContentPartPr/>
              <p14:nvPr/>
            </p14:nvContentPartPr>
            <p14:xfrm>
              <a:off x="1886054" y="3372423"/>
              <a:ext cx="360" cy="36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4DE8A66D-E456-A6F9-911A-E8999BEA3457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868054" y="335478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C6ABAE6-AD3A-1AE6-C630-0A3D1334C7BB}"/>
              </a:ext>
            </a:extLst>
          </p:cNvPr>
          <p:cNvGrpSpPr/>
          <p:nvPr/>
        </p:nvGrpSpPr>
        <p:grpSpPr>
          <a:xfrm>
            <a:off x="1766894" y="3842583"/>
            <a:ext cx="187200" cy="235080"/>
            <a:chOff x="1766894" y="3842583"/>
            <a:chExt cx="187200" cy="2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E770AC8-AFCA-56C6-3D9C-B31D42301FAC}"/>
                    </a:ext>
                  </a:extLst>
                </p14:cNvPr>
                <p14:cNvContentPartPr/>
                <p14:nvPr/>
              </p14:nvContentPartPr>
              <p14:xfrm>
                <a:off x="1766894" y="3965703"/>
                <a:ext cx="102960" cy="21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E770AC8-AFCA-56C6-3D9C-B31D42301FA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748894" y="3948063"/>
                  <a:ext cx="138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E695CD4-F4E6-E5D0-B38C-11230BE8ED44}"/>
                    </a:ext>
                  </a:extLst>
                </p14:cNvPr>
                <p14:cNvContentPartPr/>
                <p14:nvPr/>
              </p14:nvContentPartPr>
              <p14:xfrm>
                <a:off x="1947614" y="3874983"/>
                <a:ext cx="6480" cy="2026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E695CD4-F4E6-E5D0-B38C-11230BE8ED4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929614" y="3856983"/>
                  <a:ext cx="421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3AC1259-CA76-84D2-0BDA-8E82794AD319}"/>
                    </a:ext>
                  </a:extLst>
                </p14:cNvPr>
                <p14:cNvContentPartPr/>
                <p14:nvPr/>
              </p14:nvContentPartPr>
              <p14:xfrm>
                <a:off x="1916654" y="3842583"/>
                <a:ext cx="3600" cy="1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3AC1259-CA76-84D2-0BDA-8E82794AD31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99014" y="3824583"/>
                  <a:ext cx="3924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AB3CC92E-E9C2-9796-8E05-E84DA336E913}"/>
                  </a:ext>
                </a:extLst>
              </p14:cNvPr>
              <p14:cNvContentPartPr/>
              <p14:nvPr/>
            </p14:nvContentPartPr>
            <p14:xfrm>
              <a:off x="2428574" y="4517583"/>
              <a:ext cx="4680" cy="590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AB3CC92E-E9C2-9796-8E05-E84DA336E913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2410574" y="4499583"/>
                <a:ext cx="403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F1A8D178-AA21-951E-74DC-F92822D15D32}"/>
                  </a:ext>
                </a:extLst>
              </p14:cNvPr>
              <p14:cNvContentPartPr/>
              <p14:nvPr/>
            </p14:nvContentPartPr>
            <p14:xfrm>
              <a:off x="2486534" y="3479703"/>
              <a:ext cx="1440" cy="2268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F1A8D178-AA21-951E-74DC-F92822D15D32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468534" y="3461703"/>
                <a:ext cx="3708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89EC66D-CF91-5A37-D286-D3FCCD165D31}"/>
              </a:ext>
            </a:extLst>
          </p:cNvPr>
          <p:cNvGrpSpPr/>
          <p:nvPr/>
        </p:nvGrpSpPr>
        <p:grpSpPr>
          <a:xfrm>
            <a:off x="3009614" y="4405263"/>
            <a:ext cx="10800" cy="17640"/>
            <a:chOff x="3009614" y="4405263"/>
            <a:chExt cx="10800" cy="1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478F03C-073F-FE3F-79B5-F6B9B0C2BD5C}"/>
                    </a:ext>
                  </a:extLst>
                </p14:cNvPr>
                <p14:cNvContentPartPr/>
                <p14:nvPr/>
              </p14:nvContentPartPr>
              <p14:xfrm>
                <a:off x="3011414" y="4405263"/>
                <a:ext cx="1440" cy="7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478F03C-073F-FE3F-79B5-F6B9B0C2BD5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993414" y="4387263"/>
                  <a:ext cx="37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088EE74-FAAE-290A-2E2B-31FC4E3F0618}"/>
                    </a:ext>
                  </a:extLst>
                </p14:cNvPr>
                <p14:cNvContentPartPr/>
                <p14:nvPr/>
              </p14:nvContentPartPr>
              <p14:xfrm>
                <a:off x="3009614" y="4413903"/>
                <a:ext cx="10800" cy="9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088EE74-FAAE-290A-2E2B-31FC4E3F061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991614" y="4395903"/>
                  <a:ext cx="4644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7DBF582-7E77-886B-0407-FDC57CFCE62E}"/>
              </a:ext>
            </a:extLst>
          </p:cNvPr>
          <p:cNvGrpSpPr/>
          <p:nvPr/>
        </p:nvGrpSpPr>
        <p:grpSpPr>
          <a:xfrm>
            <a:off x="5058734" y="3226623"/>
            <a:ext cx="1901520" cy="1653840"/>
            <a:chOff x="5058734" y="3226623"/>
            <a:chExt cx="1901520" cy="165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BA6C2BD-1F08-A554-20E2-EE7B02BC9E70}"/>
                    </a:ext>
                  </a:extLst>
                </p14:cNvPr>
                <p14:cNvContentPartPr/>
                <p14:nvPr/>
              </p14:nvContentPartPr>
              <p14:xfrm>
                <a:off x="6475334" y="3226623"/>
                <a:ext cx="484920" cy="1653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BA6C2BD-1F08-A554-20E2-EE7B02BC9E7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57694" y="3208983"/>
                  <a:ext cx="520560" cy="16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A8DB909-78EB-5412-9BFB-4F74E922E093}"/>
                    </a:ext>
                  </a:extLst>
                </p14:cNvPr>
                <p14:cNvContentPartPr/>
                <p14:nvPr/>
              </p14:nvContentPartPr>
              <p14:xfrm>
                <a:off x="5070614" y="3636663"/>
                <a:ext cx="201960" cy="318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A8DB909-78EB-5412-9BFB-4F74E922E09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052614" y="3619023"/>
                  <a:ext cx="2376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E7175B9-9689-B9D1-4F15-D29DC57C373B}"/>
                    </a:ext>
                  </a:extLst>
                </p14:cNvPr>
                <p14:cNvContentPartPr/>
                <p14:nvPr/>
              </p14:nvContentPartPr>
              <p14:xfrm>
                <a:off x="5058734" y="3794343"/>
                <a:ext cx="173880" cy="60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E7175B9-9689-B9D1-4F15-D29DC57C373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040734" y="3776343"/>
                  <a:ext cx="209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7BB98B1-B746-1B06-C8AF-BAF173D22E0B}"/>
                    </a:ext>
                  </a:extLst>
                </p14:cNvPr>
                <p14:cNvContentPartPr/>
                <p14:nvPr/>
              </p14:nvContentPartPr>
              <p14:xfrm>
                <a:off x="5411534" y="3580143"/>
                <a:ext cx="108360" cy="46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7BB98B1-B746-1B06-C8AF-BAF173D22E0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393894" y="3562143"/>
                  <a:ext cx="1440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DB91744-6FA2-D947-5C6D-EA38DE51DEFE}"/>
                    </a:ext>
                  </a:extLst>
                </p14:cNvPr>
                <p14:cNvContentPartPr/>
                <p14:nvPr/>
              </p14:nvContentPartPr>
              <p14:xfrm>
                <a:off x="5645174" y="3415983"/>
                <a:ext cx="15840" cy="242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DB91744-6FA2-D947-5C6D-EA38DE51DEF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627174" y="3397983"/>
                  <a:ext cx="514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C16231F-FDA7-274A-C115-895D6F3E8CC6}"/>
                    </a:ext>
                  </a:extLst>
                </p14:cNvPr>
                <p14:cNvContentPartPr/>
                <p14:nvPr/>
              </p14:nvContentPartPr>
              <p14:xfrm>
                <a:off x="5891414" y="3792543"/>
                <a:ext cx="100080" cy="47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C16231F-FDA7-274A-C115-895D6F3E8CC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873414" y="3774903"/>
                  <a:ext cx="135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ADFF36E-79CB-5A9C-E77D-5999D77F0798}"/>
                    </a:ext>
                  </a:extLst>
                </p14:cNvPr>
                <p14:cNvContentPartPr/>
                <p14:nvPr/>
              </p14:nvContentPartPr>
              <p14:xfrm>
                <a:off x="5849294" y="3857343"/>
                <a:ext cx="204480" cy="51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ADFF36E-79CB-5A9C-E77D-5999D77F079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831294" y="3839343"/>
                  <a:ext cx="240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64579FD-4386-009F-DB55-CDD92F6FF5EF}"/>
                    </a:ext>
                  </a:extLst>
                </p14:cNvPr>
                <p14:cNvContentPartPr/>
                <p14:nvPr/>
              </p14:nvContentPartPr>
              <p14:xfrm>
                <a:off x="6234494" y="3664023"/>
                <a:ext cx="25200" cy="187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64579FD-4386-009F-DB55-CDD92F6FF5E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216494" y="3646383"/>
                  <a:ext cx="608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508B693-B50D-ACD4-E2A7-F65C0838710A}"/>
                    </a:ext>
                  </a:extLst>
                </p14:cNvPr>
                <p14:cNvContentPartPr/>
                <p14:nvPr/>
              </p14:nvContentPartPr>
              <p14:xfrm>
                <a:off x="6113174" y="4002423"/>
                <a:ext cx="166680" cy="460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508B693-B50D-ACD4-E2A7-F65C0838710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095534" y="3984423"/>
                  <a:ext cx="202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E2340AF-43D9-103E-C1AC-1AEAD181B3B4}"/>
                    </a:ext>
                  </a:extLst>
                </p14:cNvPr>
                <p14:cNvContentPartPr/>
                <p14:nvPr/>
              </p14:nvContentPartPr>
              <p14:xfrm>
                <a:off x="6062414" y="4272783"/>
                <a:ext cx="111600" cy="2217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E2340AF-43D9-103E-C1AC-1AEAD181B3B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044414" y="4255143"/>
                  <a:ext cx="147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6D0D8E6-11DC-3586-6064-709541585B5D}"/>
                    </a:ext>
                  </a:extLst>
                </p14:cNvPr>
                <p14:cNvContentPartPr/>
                <p14:nvPr/>
              </p14:nvContentPartPr>
              <p14:xfrm>
                <a:off x="6259694" y="4294383"/>
                <a:ext cx="111600" cy="167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6D0D8E6-11DC-3586-6064-709541585B5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241694" y="4276743"/>
                  <a:ext cx="14724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FD74832-4856-372E-D06C-F33BF728677C}"/>
              </a:ext>
            </a:extLst>
          </p:cNvPr>
          <p:cNvGrpSpPr/>
          <p:nvPr/>
        </p:nvGrpSpPr>
        <p:grpSpPr>
          <a:xfrm>
            <a:off x="6846854" y="3444423"/>
            <a:ext cx="331920" cy="264960"/>
            <a:chOff x="6846854" y="3444423"/>
            <a:chExt cx="33192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A240210-6BAE-3FD4-9683-00F49C71627D}"/>
                    </a:ext>
                  </a:extLst>
                </p14:cNvPr>
                <p14:cNvContentPartPr/>
                <p14:nvPr/>
              </p14:nvContentPartPr>
              <p14:xfrm>
                <a:off x="6846854" y="3581223"/>
                <a:ext cx="117720" cy="424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A240210-6BAE-3FD4-9683-00F49C71627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828854" y="3563583"/>
                  <a:ext cx="1533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840AF5A-5D21-0517-3F53-9BA554ECE7F2}"/>
                    </a:ext>
                  </a:extLst>
                </p14:cNvPr>
                <p14:cNvContentPartPr/>
                <p14:nvPr/>
              </p14:nvContentPartPr>
              <p14:xfrm>
                <a:off x="7072214" y="3444423"/>
                <a:ext cx="106560" cy="264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840AF5A-5D21-0517-3F53-9BA554ECE7F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054574" y="3426423"/>
                  <a:ext cx="14220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01A12FFD-30E6-8351-A95D-7C7A445F90EA}"/>
              </a:ext>
            </a:extLst>
          </p:cNvPr>
          <p:cNvGrpSpPr/>
          <p:nvPr/>
        </p:nvGrpSpPr>
        <p:grpSpPr>
          <a:xfrm>
            <a:off x="6962774" y="3939783"/>
            <a:ext cx="240840" cy="199080"/>
            <a:chOff x="6962774" y="3939783"/>
            <a:chExt cx="24084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FDFE5D3-DB08-A380-2326-D00080382DA8}"/>
                    </a:ext>
                  </a:extLst>
                </p14:cNvPr>
                <p14:cNvContentPartPr/>
                <p14:nvPr/>
              </p14:nvContentPartPr>
              <p14:xfrm>
                <a:off x="6962774" y="3955983"/>
                <a:ext cx="21960" cy="1828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FDFE5D3-DB08-A380-2326-D00080382DA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945134" y="3938343"/>
                  <a:ext cx="57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9EF2A8D-6927-13FF-F5E8-A8180D7211D7}"/>
                    </a:ext>
                  </a:extLst>
                </p14:cNvPr>
                <p14:cNvContentPartPr/>
                <p14:nvPr/>
              </p14:nvContentPartPr>
              <p14:xfrm>
                <a:off x="7057094" y="3939783"/>
                <a:ext cx="146520" cy="1796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9EF2A8D-6927-13FF-F5E8-A8180D7211D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039454" y="3921783"/>
                  <a:ext cx="18216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A7D3992A-DA9A-E971-5E23-22816F5F701D}"/>
              </a:ext>
            </a:extLst>
          </p:cNvPr>
          <p:cNvGrpSpPr/>
          <p:nvPr/>
        </p:nvGrpSpPr>
        <p:grpSpPr>
          <a:xfrm>
            <a:off x="6895814" y="4395903"/>
            <a:ext cx="343800" cy="230040"/>
            <a:chOff x="6895814" y="4395903"/>
            <a:chExt cx="343800" cy="2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8A4DFC6-7462-E8BC-B28D-8AC2E319D853}"/>
                    </a:ext>
                  </a:extLst>
                </p14:cNvPr>
                <p14:cNvContentPartPr/>
                <p14:nvPr/>
              </p14:nvContentPartPr>
              <p14:xfrm>
                <a:off x="6895814" y="4556463"/>
                <a:ext cx="120960" cy="230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8A4DFC6-7462-E8BC-B28D-8AC2E319D85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877814" y="4538463"/>
                  <a:ext cx="1566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E7589C0-7C18-3570-C276-0CB2C1AFCBB5}"/>
                    </a:ext>
                  </a:extLst>
                </p14:cNvPr>
                <p14:cNvContentPartPr/>
                <p14:nvPr/>
              </p14:nvContentPartPr>
              <p14:xfrm>
                <a:off x="7135214" y="4395903"/>
                <a:ext cx="104400" cy="2300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E7589C0-7C18-3570-C276-0CB2C1AFCBB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117574" y="4378263"/>
                  <a:ext cx="14004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E279D003-1969-7B12-03FF-1370B7A189C5}"/>
              </a:ext>
            </a:extLst>
          </p:cNvPr>
          <p:cNvGrpSpPr/>
          <p:nvPr/>
        </p:nvGrpSpPr>
        <p:grpSpPr>
          <a:xfrm>
            <a:off x="7763774" y="3319863"/>
            <a:ext cx="781920" cy="588240"/>
            <a:chOff x="7763774" y="3319863"/>
            <a:chExt cx="781920" cy="5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6141C0B-B5D6-03A2-3F73-05E8F96C166B}"/>
                    </a:ext>
                  </a:extLst>
                </p14:cNvPr>
                <p14:cNvContentPartPr/>
                <p14:nvPr/>
              </p14:nvContentPartPr>
              <p14:xfrm>
                <a:off x="7763774" y="3489783"/>
                <a:ext cx="129960" cy="20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6141C0B-B5D6-03A2-3F73-05E8F96C166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746134" y="3471783"/>
                  <a:ext cx="165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98C1274-8998-3559-E1A1-2C0C1F338A6C}"/>
                    </a:ext>
                  </a:extLst>
                </p14:cNvPr>
                <p14:cNvContentPartPr/>
                <p14:nvPr/>
              </p14:nvContentPartPr>
              <p14:xfrm>
                <a:off x="8062934" y="3344703"/>
                <a:ext cx="10800" cy="189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98C1274-8998-3559-E1A1-2C0C1F338A6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044934" y="3326703"/>
                  <a:ext cx="464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915ABFF-20D3-F644-124D-CF7B726E0460}"/>
                    </a:ext>
                  </a:extLst>
                </p14:cNvPr>
                <p14:cNvContentPartPr/>
                <p14:nvPr/>
              </p14:nvContentPartPr>
              <p14:xfrm>
                <a:off x="8178854" y="3319863"/>
                <a:ext cx="161640" cy="2102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915ABFF-20D3-F644-124D-CF7B726E046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161214" y="3302223"/>
                  <a:ext cx="197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5A12643-B322-8235-1230-C14FFB1B6956}"/>
                    </a:ext>
                  </a:extLst>
                </p14:cNvPr>
                <p14:cNvContentPartPr/>
                <p14:nvPr/>
              </p14:nvContentPartPr>
              <p14:xfrm>
                <a:off x="8093534" y="3729183"/>
                <a:ext cx="118440" cy="129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5A12643-B322-8235-1230-C14FFB1B695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075534" y="3711543"/>
                  <a:ext cx="1540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D1B0FC4-1F2B-E662-260A-8D6AB9C4BECF}"/>
                    </a:ext>
                  </a:extLst>
                </p14:cNvPr>
                <p14:cNvContentPartPr/>
                <p14:nvPr/>
              </p14:nvContentPartPr>
              <p14:xfrm>
                <a:off x="8335454" y="3690663"/>
                <a:ext cx="125640" cy="217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D1B0FC4-1F2B-E662-260A-8D6AB9C4BEC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317814" y="3672663"/>
                  <a:ext cx="1612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3784766-D807-402E-CCD4-8C668205805B}"/>
                    </a:ext>
                  </a:extLst>
                </p14:cNvPr>
                <p14:cNvContentPartPr/>
                <p14:nvPr/>
              </p14:nvContentPartPr>
              <p14:xfrm>
                <a:off x="8403134" y="3621903"/>
                <a:ext cx="142560" cy="75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3784766-D807-402E-CCD4-8C668205805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385494" y="3604263"/>
                  <a:ext cx="178200" cy="11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789DBB35-4FEB-8697-F8BF-DB97EC0BC139}"/>
                  </a:ext>
                </a:extLst>
              </p14:cNvPr>
              <p14:cNvContentPartPr/>
              <p14:nvPr/>
            </p14:nvContentPartPr>
            <p14:xfrm>
              <a:off x="8373254" y="4209063"/>
              <a:ext cx="198000" cy="2221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789DBB35-4FEB-8697-F8BF-DB97EC0BC139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8355614" y="4191063"/>
                <a:ext cx="23364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323A0B5C-D46E-D808-2709-2DD39ED3ED5B}"/>
              </a:ext>
            </a:extLst>
          </p:cNvPr>
          <p:cNvGrpSpPr/>
          <p:nvPr/>
        </p:nvGrpSpPr>
        <p:grpSpPr>
          <a:xfrm>
            <a:off x="7940894" y="4271343"/>
            <a:ext cx="199440" cy="221040"/>
            <a:chOff x="7940894" y="4271343"/>
            <a:chExt cx="19944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9E91E37-3CA2-532C-59C6-6AB3625E5863}"/>
                    </a:ext>
                  </a:extLst>
                </p14:cNvPr>
                <p14:cNvContentPartPr/>
                <p14:nvPr/>
              </p14:nvContentPartPr>
              <p14:xfrm>
                <a:off x="8109374" y="4271343"/>
                <a:ext cx="30960" cy="221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9E91E37-3CA2-532C-59C6-6AB3625E586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091374" y="4253703"/>
                  <a:ext cx="666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855184C-225D-C18D-1363-34AA7EEB89B9}"/>
                    </a:ext>
                  </a:extLst>
                </p14:cNvPr>
                <p14:cNvContentPartPr/>
                <p14:nvPr/>
              </p14:nvContentPartPr>
              <p14:xfrm>
                <a:off x="7940894" y="4303383"/>
                <a:ext cx="183600" cy="601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855184C-225D-C18D-1363-34AA7EEB89B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922894" y="4285383"/>
                  <a:ext cx="21924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40CE82AB-162D-A16A-805C-853EFB65A162}"/>
              </a:ext>
            </a:extLst>
          </p:cNvPr>
          <p:cNvGrpSpPr/>
          <p:nvPr/>
        </p:nvGrpSpPr>
        <p:grpSpPr>
          <a:xfrm>
            <a:off x="9115574" y="2965623"/>
            <a:ext cx="1217880" cy="2027160"/>
            <a:chOff x="9115574" y="2965623"/>
            <a:chExt cx="1217880" cy="202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40758C8-DCC7-1865-5085-BD75F32BAC8C}"/>
                    </a:ext>
                  </a:extLst>
                </p14:cNvPr>
                <p14:cNvContentPartPr/>
                <p14:nvPr/>
              </p14:nvContentPartPr>
              <p14:xfrm>
                <a:off x="9213134" y="3343263"/>
                <a:ext cx="26280" cy="2098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40758C8-DCC7-1865-5085-BD75F32BAC8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195494" y="3325623"/>
                  <a:ext cx="61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19EA2C3-7271-818A-991D-1C51434B4827}"/>
                    </a:ext>
                  </a:extLst>
                </p14:cNvPr>
                <p14:cNvContentPartPr/>
                <p14:nvPr/>
              </p14:nvContentPartPr>
              <p14:xfrm>
                <a:off x="9304214" y="3394743"/>
                <a:ext cx="164520" cy="146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19EA2C3-7271-818A-991D-1C51434B482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286574" y="3376743"/>
                  <a:ext cx="200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6D7A0E4-9011-E1DC-C2BB-4E207DAEEBD9}"/>
                    </a:ext>
                  </a:extLst>
                </p14:cNvPr>
                <p14:cNvContentPartPr/>
                <p14:nvPr/>
              </p14:nvContentPartPr>
              <p14:xfrm>
                <a:off x="9115574" y="3870663"/>
                <a:ext cx="156960" cy="460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6D7A0E4-9011-E1DC-C2BB-4E207DAEEBD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097934" y="3853023"/>
                  <a:ext cx="192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9A5FFC4-BFF2-BCF1-F715-D145A7FB5183}"/>
                    </a:ext>
                  </a:extLst>
                </p14:cNvPr>
                <p14:cNvContentPartPr/>
                <p14:nvPr/>
              </p14:nvContentPartPr>
              <p14:xfrm>
                <a:off x="9365414" y="3780663"/>
                <a:ext cx="20880" cy="177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9A5FFC4-BFF2-BCF1-F715-D145A7FB518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347414" y="3762663"/>
                  <a:ext cx="56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0152B0C-89DE-58FA-4DFF-B258F2C6EE34}"/>
                    </a:ext>
                  </a:extLst>
                </p14:cNvPr>
                <p14:cNvContentPartPr/>
                <p14:nvPr/>
              </p14:nvContentPartPr>
              <p14:xfrm>
                <a:off x="9536054" y="3757983"/>
                <a:ext cx="102960" cy="194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0152B0C-89DE-58FA-4DFF-B258F2C6EE3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518054" y="3740343"/>
                  <a:ext cx="138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AFF17C7-B482-D993-C045-0DE68318796B}"/>
                    </a:ext>
                  </a:extLst>
                </p14:cNvPr>
                <p14:cNvContentPartPr/>
                <p14:nvPr/>
              </p14:nvContentPartPr>
              <p14:xfrm>
                <a:off x="9608054" y="3631263"/>
                <a:ext cx="192600" cy="1166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AFF17C7-B482-D993-C045-0DE68318796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590414" y="3613263"/>
                  <a:ext cx="2282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1AABBCF-6CEB-BA62-8355-DE9ACB2772C9}"/>
                    </a:ext>
                  </a:extLst>
                </p14:cNvPr>
                <p14:cNvContentPartPr/>
                <p14:nvPr/>
              </p14:nvContentPartPr>
              <p14:xfrm>
                <a:off x="9300614" y="4242903"/>
                <a:ext cx="10080" cy="2034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1AABBCF-6CEB-BA62-8355-DE9ACB2772C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82974" y="4224903"/>
                  <a:ext cx="457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E486F3D-4A40-8723-57EB-26802EAC97F1}"/>
                    </a:ext>
                  </a:extLst>
                </p14:cNvPr>
                <p14:cNvContentPartPr/>
                <p14:nvPr/>
              </p14:nvContentPartPr>
              <p14:xfrm>
                <a:off x="9443534" y="4271343"/>
                <a:ext cx="135360" cy="1620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E486F3D-4A40-8723-57EB-26802EAC97F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425534" y="4253703"/>
                  <a:ext cx="171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7DD40B9-7120-720C-34D4-91EE28647922}"/>
                    </a:ext>
                  </a:extLst>
                </p14:cNvPr>
                <p14:cNvContentPartPr/>
                <p14:nvPr/>
              </p14:nvContentPartPr>
              <p14:xfrm>
                <a:off x="9584294" y="2965623"/>
                <a:ext cx="749160" cy="2027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7DD40B9-7120-720C-34D4-91EE2864792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566654" y="2947623"/>
                  <a:ext cx="784800" cy="2062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9179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13</cp:revision>
  <dcterms:created xsi:type="dcterms:W3CDTF">2026-02-05T10:26:18Z</dcterms:created>
  <dcterms:modified xsi:type="dcterms:W3CDTF">2026-02-07T09:40:19Z</dcterms:modified>
</cp:coreProperties>
</file>